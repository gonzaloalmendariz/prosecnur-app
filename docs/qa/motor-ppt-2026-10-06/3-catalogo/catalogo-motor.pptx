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Types>
</file>

<file path=_rels/.rels><?xml version="1.0" encoding="UTF-8" standalone="yes"?>

<Relationships  xmlns="http://schemas.openxmlformats.org/package/2006/relationships">
<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openxmlformats.org/package/2006/relationships/metadata/extended-properties" Target="docProps/app0.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1"/>
  </p:sldMasterIdLst>
  <p:notesMasterIdLst>
    <p:notesMasterId r:id="rId2"/>
  </p:notesMasterIdLst>
  <p:handoutMasterIdLst>
    <p:handoutMasterId r:id="rId3"/>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F2F2F2"/>
    <a:srgbClr val="011F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54" autoAdjust="0"/>
    <p:restoredTop sz="94726"/>
  </p:normalViewPr>
  <p:slideViewPr>
    <p:cSldViewPr snapToGrid="0">
      <p:cViewPr varScale="1">
        <p:scale>
          <a:sx n="117" d="100"/>
          <a:sy n="117" d="100"/>
        </p:scale>
        <p:origin x="208" y="416"/>
      </p:cViewPr>
      <p:guideLst/>
    </p:cSldViewPr>
  </p:slideViewPr>
  <p:notesTextViewPr>
    <p:cViewPr>
      <p:scale>
        <a:sx n="1" d="1"/>
        <a:sy n="1" d="1"/>
      </p:scale>
      <p:origin x="0" y="0"/>
    </p:cViewPr>
  </p:notesTextViewPr>
  <p:notesViewPr>
    <p:cSldViewPr snapToGrid="0">
      <p:cViewPr varScale="1">
        <p:scale>
          <a:sx n="96" d="100"/>
          <a:sy n="96" d="100"/>
        </p:scale>
        <p:origin x="4328" y="176"/>
      </p:cViewPr>
      <p:guideLst/>
    </p:cSldViewPr>
  </p:notes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handoutMaster" Target="handoutMasters/handoutMaster1.xml"/>
<Relationship Id="rId7" Type="http://schemas.openxmlformats.org/officeDocument/2006/relationships/tableStyles" Target="tableStyles.xml"/>
<Relationship Id="rId2"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 Id="rId8" Type="http://schemas.openxmlformats.org/officeDocument/2006/relationships/slide" Target="slides/slide1.xml"/>
<Relationship Id="rId9" Type="http://schemas.openxmlformats.org/officeDocument/2006/relationships/slide" Target="slides/slide2.xml"/>
<Relationship Id="rId10" Type="http://schemas.openxmlformats.org/officeDocument/2006/relationships/slide" Target="slides/slide3.xml"/>
<Relationship Id="rId11" Type="http://schemas.openxmlformats.org/officeDocument/2006/relationships/slide" Target="slides/slide4.xml"/>
<Relationship Id="rId12" Type="http://schemas.openxmlformats.org/officeDocument/2006/relationships/slide" Target="slides/slide5.xml"/>
<Relationship Id="rId13" Type="http://schemas.openxmlformats.org/officeDocument/2006/relationships/slide" Target="slides/slide6.xml"/>
<Relationship Id="rId14" Type="http://schemas.openxmlformats.org/officeDocument/2006/relationships/slide" Target="slides/slide7.xml"/>
<Relationship Id="rId15" Type="http://schemas.openxmlformats.org/officeDocument/2006/relationships/slide" Target="slides/slide8.xml"/>
<Relationship Id="rId16" Type="http://schemas.openxmlformats.org/officeDocument/2006/relationships/slide" Target="slides/slide9.xml"/>
<Relationship Id="rId17" Type="http://schemas.openxmlformats.org/officeDocument/2006/relationships/slide" Target="slides/slide10.xml"/>
<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40" Type="http://schemas.openxmlformats.org/officeDocument/2006/relationships/slide" Target="slides/slide33.xml"/>
<Relationship Id="rId41" Type="http://schemas.openxmlformats.org/officeDocument/2006/relationships/slide" Target="slides/slide34.xml"/>
<Relationship Id="rId42" Type="http://schemas.openxmlformats.org/officeDocument/2006/relationships/slide" Target="slides/slide35.xml"/>
<Relationship Id="rId43" Type="http://schemas.openxmlformats.org/officeDocument/2006/relationships/slide" Target="slides/slide36.xml"/>
<Relationship Id="rId44" Type="http://schemas.openxmlformats.org/officeDocument/2006/relationships/slide" Target="slides/slide37.xml"/>
<Relationship Id="rId45" Type="http://schemas.openxmlformats.org/officeDocument/2006/relationships/slide" Target="slides/slide38.xml"/>
<Relationship Id="rId46" Type="http://schemas.openxmlformats.org/officeDocument/2006/relationships/slide" Target="slides/slide39.xml"/>
<Relationship Id="rId47" Type="http://schemas.openxmlformats.org/officeDocument/2006/relationships/slide" Target="slides/slide40.xml"/>
<Relationship Id="rId48" Type="http://schemas.openxmlformats.org/officeDocument/2006/relationships/slide" Target="slides/slide41.xml"/>
<Relationship Id="rId49" Type="http://schemas.openxmlformats.org/officeDocument/2006/relationships/slide" Target="slides/slide42.xml"/>
<Relationship Id="rId50" Type="http://schemas.openxmlformats.org/officeDocument/2006/relationships/slide" Target="slides/slide43.xml"/>
<Relationship Id="rId51" Type="http://schemas.openxmlformats.org/officeDocument/2006/relationships/slide" Target="slides/slide44.xml"/>
<Relationship Id="rId52" Type="http://schemas.openxmlformats.org/officeDocument/2006/relationships/slide" Target="slides/slide45.xml"/>
<Relationship Id="rId53" Type="http://schemas.openxmlformats.org/officeDocument/2006/relationships/slide" Target="slides/slide46.xml"/>
<Relationship Id="rId54" Type="http://schemas.openxmlformats.org/officeDocument/2006/relationships/slide" Target="slides/slide47.xml"/>
<Relationship Id="rId55" Type="http://schemas.openxmlformats.org/officeDocument/2006/relationships/slide" Target="slides/slide48.xml"/>
<Relationship Id="rId56" Type="http://schemas.openxmlformats.org/officeDocument/2006/relationships/slide" Target="slides/slide49.xml"/>
<Relationship Id="rId57" Type="http://schemas.openxmlformats.org/officeDocument/2006/relationships/slide" Target="slides/slide50.xml"/>
<Relationship Id="rId58" Type="http://schemas.openxmlformats.org/officeDocument/2006/relationships/slide" Target="slides/slide51.xml"/>
<Relationship Id="rId59" Type="http://schemas.openxmlformats.org/officeDocument/2006/relationships/slide" Target="slides/slide52.xml"/>
<Relationship Id="rId60" Type="http://schemas.openxmlformats.org/officeDocument/2006/relationships/slide" Target="slides/slide53.xml"/>
<Relationship Id="rId61" Type="http://schemas.openxmlformats.org/officeDocument/2006/relationships/slide" Target="slides/slide54.xml"/>
<Relationship Id="rId62" Type="http://schemas.openxmlformats.org/officeDocument/2006/relationships/slide" Target="slides/slide55.xml"/>
<Relationship Id="rId63" Type="http://schemas.openxmlformats.org/officeDocument/2006/relationships/slide" Target="slides/slide56.xml"/>
<Relationship Id="rId64" Type="http://schemas.openxmlformats.org/officeDocument/2006/relationships/slide" Target="slides/slide57.xml"/>
<Relationship Id="rId65" Type="http://schemas.openxmlformats.org/officeDocument/2006/relationships/slide" Target="slides/slide58.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8294C7-ABDE-48DB-8562-356CD46C99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E"/>
          </a:p>
        </p:txBody>
      </p:sp>
      <p:sp>
        <p:nvSpPr>
          <p:cNvPr id="3" name="Date Placeholder 2">
            <a:extLst>
              <a:ext uri="{FF2B5EF4-FFF2-40B4-BE49-F238E27FC236}">
                <a16:creationId xmlns:a16="http://schemas.microsoft.com/office/drawing/2014/main" id="{3417344B-5E31-B92D-CEF0-C9E62F7D3A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DF37BE-63F7-D04E-AEC4-DC43A32AA23E}" type="datetimeFigureOut">
              <a:rPr lang="en-PE" smtClean="0"/>
              <a:t>17/04/26</a:t>
            </a:fld>
            <a:endParaRPr lang="en-PE"/>
          </a:p>
        </p:txBody>
      </p:sp>
      <p:sp>
        <p:nvSpPr>
          <p:cNvPr id="4" name="Footer Placeholder 3">
            <a:extLst>
              <a:ext uri="{FF2B5EF4-FFF2-40B4-BE49-F238E27FC236}">
                <a16:creationId xmlns:a16="http://schemas.microsoft.com/office/drawing/2014/main" id="{97BA49C1-6759-4BD3-8AF1-54DC5B70E34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E"/>
          </a:p>
        </p:txBody>
      </p:sp>
      <p:sp>
        <p:nvSpPr>
          <p:cNvPr id="5" name="Slide Number Placeholder 4">
            <a:extLst>
              <a:ext uri="{FF2B5EF4-FFF2-40B4-BE49-F238E27FC236}">
                <a16:creationId xmlns:a16="http://schemas.microsoft.com/office/drawing/2014/main" id="{35854526-EBE0-BF7C-3A50-49D5450610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22A19B-43E0-1847-B01C-CD0E42EA1A1B}" type="slidenum">
              <a:rPr lang="en-PE" smtClean="0"/>
              <a:t>‹#›</a:t>
            </a:fld>
            <a:endParaRPr lang="en-PE"/>
          </a:p>
        </p:txBody>
      </p:sp>
    </p:spTree>
    <p:extLst>
      <p:ext uri="{BB962C8B-B14F-4D97-AF65-F5344CB8AC3E}">
        <p14:creationId xmlns:p14="http://schemas.microsoft.com/office/powerpoint/2010/main" val="11709838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8340E0-AD77-4043-A3C3-5BEDD4FD6B77}" type="datetimeFigureOut">
              <a:rPr lang="es-PE" smtClean="0"/>
              <a:t>17/04/26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C10FB1-3FC5-4995-84B0-460D8F47CA92}" type="slidenum">
              <a:rPr lang="es-PE" smtClean="0"/>
              <a:t>‹#›</a:t>
            </a:fld>
            <a:endParaRPr lang="es-PE"/>
          </a:p>
        </p:txBody>
      </p:sp>
    </p:spTree>
    <p:extLst>
      <p:ext uri="{BB962C8B-B14F-4D97-AF65-F5344CB8AC3E}">
        <p14:creationId xmlns:p14="http://schemas.microsoft.com/office/powerpoint/2010/main" val="1776009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Portada" preserve="1" userDrawn="1">
  <p:cSld name="Title Slide">
    <p:spTree>
      <p:nvGrpSpPr>
        <p:cNvPr id="1" name="Shape 15"/>
        <p:cNvGrpSpPr/>
        <p:nvPr/>
      </p:nvGrpSpPr>
      <p:grpSpPr>
        <a:xfrm>
          <a:off x="0" y="0"/>
          <a:ext cx="0" cy="0"/>
          <a:chOff x="0" y="0"/>
          <a:chExt cx="0" cy="0"/>
        </a:xfrm>
      </p:grpSpPr>
      <p:sp>
        <p:nvSpPr>
          <p:cNvPr id="16" name="Google Shape;16;p45"/>
          <p:cNvSpPr txBox="1">
            <a:spLocks noGrp="1"/>
          </p:cNvSpPr>
          <p:nvPr>
            <p:ph type="ctrTitle"/>
          </p:nvPr>
        </p:nvSpPr>
        <p:spPr>
          <a:xfrm>
            <a:off x="768107" y="2607185"/>
            <a:ext cx="10666542" cy="102611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081F5C"/>
              </a:buClr>
              <a:buSzPts val="4000"/>
              <a:buFont typeface="Arial"/>
              <a:buNone/>
              <a:defRPr sz="2400" b="1">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dirty="0"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17" name="Google Shape;17;p45"/>
          <p:cNvSpPr txBox="1">
            <a:spLocks noGrp="1"/>
          </p:cNvSpPr>
          <p:nvPr>
            <p:ph type="subTitle" idx="1"/>
          </p:nvPr>
        </p:nvSpPr>
        <p:spPr>
          <a:xfrm>
            <a:off x="757350" y="3566160"/>
            <a:ext cx="10677299" cy="3036283"/>
          </a:xfrm>
          <a:prstGeom prst="rect">
            <a:avLst/>
          </a:prstGeom>
          <a:noFill/>
          <a:ln>
            <a:noFill/>
          </a:ln>
        </p:spPr>
        <p:txBody>
          <a:bodyPr spcFirstLastPara="1" wrap="square" lIns="91425" tIns="45700" rIns="91425" bIns="45700" anchor="t" anchorCtr="0">
            <a:normAutofit/>
          </a:bodyPr>
          <a:lstStyle>
            <a:lvl1pPr lvl="0" algn="ctr">
              <a:lnSpc>
                <a:spcPct val="300000"/>
              </a:lnSpc>
              <a:spcBef>
                <a:spcPts val="0"/>
              </a:spcBef>
              <a:spcAft>
                <a:spcPts val="0"/>
              </a:spcAft>
              <a:buClr>
                <a:srgbClr val="081F5C"/>
              </a:buClr>
              <a:buSzPts val="2000"/>
              <a:buNone/>
              <a:defRPr sz="1600" b="1">
                <a:solidFill>
                  <a:srgbClr val="85BB85"/>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1600" b="1">
                <a:latin typeface="Arial"/>
                <a:solidFill>
                  <a:srgbClr val="85BB85"/>
                </a:solidFill>
              </a:defRPr>
            </a:lvl2pPr>
            <a:lvl3pPr lvl="2" algn="ctr">
              <a:lnSpc>
                <a:spcPct val="90000"/>
              </a:lnSpc>
              <a:spcBef>
                <a:spcPts val="500"/>
              </a:spcBef>
              <a:spcAft>
                <a:spcPts val="0"/>
              </a:spcAft>
              <a:buClr>
                <a:schemeClr val="dk1"/>
              </a:buClr>
              <a:buSzPts val="1800"/>
              <a:buNone/>
              <a:defRPr sz="1600" b="1">
                <a:latin typeface="Arial"/>
                <a:solidFill>
                  <a:srgbClr val="85BB85"/>
                </a:solidFill>
              </a:defRPr>
            </a:lvl3pPr>
            <a:lvl4pPr lvl="3" algn="ctr">
              <a:lnSpc>
                <a:spcPct val="90000"/>
              </a:lnSpc>
              <a:spcBef>
                <a:spcPts val="500"/>
              </a:spcBef>
              <a:spcAft>
                <a:spcPts val="0"/>
              </a:spcAft>
              <a:buClr>
                <a:schemeClr val="dk1"/>
              </a:buClr>
              <a:buSzPts val="1600"/>
              <a:buNone/>
              <a:defRPr sz="1600" b="1">
                <a:latin typeface="Arial"/>
                <a:solidFill>
                  <a:srgbClr val="85BB85"/>
                </a:solidFill>
              </a:defRPr>
            </a:lvl4pPr>
            <a:lvl5pPr lvl="4" algn="ctr">
              <a:lnSpc>
                <a:spcPct val="90000"/>
              </a:lnSpc>
              <a:spcBef>
                <a:spcPts val="500"/>
              </a:spcBef>
              <a:spcAft>
                <a:spcPts val="0"/>
              </a:spcAft>
              <a:buClr>
                <a:schemeClr val="dk1"/>
              </a:buClr>
              <a:buSzPts val="1600"/>
              <a:buNone/>
              <a:defRPr sz="1600" b="1">
                <a:latin typeface="Arial"/>
                <a:solidFill>
                  <a:srgbClr val="85BB85"/>
                </a:solidFill>
              </a:defRPr>
            </a:lvl5pPr>
            <a:lvl6pPr lvl="5" algn="ctr">
              <a:lnSpc>
                <a:spcPct val="90000"/>
              </a:lnSpc>
              <a:spcBef>
                <a:spcPts val="500"/>
              </a:spcBef>
              <a:spcAft>
                <a:spcPts val="0"/>
              </a:spcAft>
              <a:buClr>
                <a:schemeClr val="dk1"/>
              </a:buClr>
              <a:buSzPts val="1600"/>
              <a:buNone/>
              <a:defRPr sz="1600" b="1">
                <a:latin typeface="Arial"/>
                <a:solidFill>
                  <a:srgbClr val="85BB85"/>
                </a:solidFill>
              </a:defRPr>
            </a:lvl6pPr>
            <a:lvl7pPr lvl="6" algn="ctr">
              <a:lnSpc>
                <a:spcPct val="90000"/>
              </a:lnSpc>
              <a:spcBef>
                <a:spcPts val="500"/>
              </a:spcBef>
              <a:spcAft>
                <a:spcPts val="0"/>
              </a:spcAft>
              <a:buClr>
                <a:schemeClr val="dk1"/>
              </a:buClr>
              <a:buSzPts val="1600"/>
              <a:buNone/>
              <a:defRPr sz="1600" b="1">
                <a:latin typeface="Arial"/>
                <a:solidFill>
                  <a:srgbClr val="85BB85"/>
                </a:solidFill>
              </a:defRPr>
            </a:lvl7pPr>
            <a:lvl8pPr lvl="7" algn="ctr">
              <a:lnSpc>
                <a:spcPct val="90000"/>
              </a:lnSpc>
              <a:spcBef>
                <a:spcPts val="500"/>
              </a:spcBef>
              <a:spcAft>
                <a:spcPts val="0"/>
              </a:spcAft>
              <a:buClr>
                <a:schemeClr val="dk1"/>
              </a:buClr>
              <a:buSzPts val="1600"/>
              <a:buNone/>
              <a:defRPr sz="1600" b="1">
                <a:latin typeface="Arial"/>
                <a:solidFill>
                  <a:srgbClr val="85BB85"/>
                </a:solidFill>
              </a:defRPr>
            </a:lvl8pPr>
            <a:lvl9pPr lvl="8" algn="ctr">
              <a:lnSpc>
                <a:spcPct val="90000"/>
              </a:lnSpc>
              <a:spcBef>
                <a:spcPts val="500"/>
              </a:spcBef>
              <a:spcAft>
                <a:spcPts val="0"/>
              </a:spcAft>
              <a:buClr>
                <a:schemeClr val="dk1"/>
              </a:buClr>
              <a:buSzPts val="1600"/>
              <a:buNone/>
              <a:defRPr sz="1600" b="1">
                <a:latin typeface="Arial"/>
                <a:solidFill>
                  <a:srgbClr val="85BB85"/>
                </a:solidFill>
              </a:defRPr>
            </a:lvl9pPr>
          </a:lstStyle>
          <a:p>
            <a:r>
              <a:rPr lang="es-MX" dirty="0" sz="1600" b="1">
                <a:latin typeface="Arial"/>
                <a:solidFill>
                  <a:srgbClr val="85BB85"/>
                </a:solidFill>
              </a:rPr>
              <a:t>Haz clic para editar el estilo de subtítulo del patrón</a:t>
            </a:r>
            <a:endParaRPr lang="es-ES" dirty="0" sz="1600" b="1">
              <a:latin typeface="Arial"/>
              <a:solidFill>
                <a:srgbClr val="85BB85"/>
              </a:solidFill>
            </a:endParaRPr>
          </a:p>
        </p:txBody>
      </p:sp>
      <p:pic>
        <p:nvPicPr>
          <p:cNvPr id="18" name="Google Shape;18;p45"/>
          <p:cNvPicPr preferRelativeResize="0"/>
          <p:nvPr/>
        </p:nvPicPr>
        <p:blipFill rotWithShape="1">
          <a:blip r:embed="rId2">
            <a:alphaModFix/>
          </a:blip>
          <a:srcRect/>
          <a:stretch/>
        </p:blipFill>
        <p:spPr>
          <a:xfrm>
            <a:off x="8611445" y="265713"/>
            <a:ext cx="3181748" cy="1586491"/>
          </a:xfrm>
          <a:prstGeom prst="rect">
            <a:avLst/>
          </a:prstGeom>
          <a:noFill/>
          <a:ln>
            <a:noFill/>
          </a:ln>
        </p:spPr>
      </p:pic>
      <p:pic>
        <p:nvPicPr>
          <p:cNvPr id="19" name="Google Shape;19;p45"/>
          <p:cNvPicPr preferRelativeResize="0"/>
          <p:nvPr/>
        </p:nvPicPr>
        <p:blipFill rotWithShape="1">
          <a:blip r:embed="rId3">
            <a:alphaModFix/>
          </a:blip>
          <a:srcRect t="29471" b="26643"/>
          <a:stretch/>
        </p:blipFill>
        <p:spPr>
          <a:xfrm>
            <a:off x="501835" y="432317"/>
            <a:ext cx="2632817" cy="1155425"/>
          </a:xfrm>
          <a:prstGeom prst="rect">
            <a:avLst/>
          </a:prstGeom>
          <a:noFill/>
          <a:ln>
            <a:noFill/>
          </a:ln>
        </p:spPr>
      </p:pic>
      <p:cxnSp>
        <p:nvCxnSpPr>
          <p:cNvPr id="20" name="Google Shape;20;p45"/>
          <p:cNvCxnSpPr/>
          <p:nvPr/>
        </p:nvCxnSpPr>
        <p:spPr>
          <a:xfrm rot="10800000">
            <a:off x="1078290" y="3849773"/>
            <a:ext cx="10032614" cy="2"/>
          </a:xfrm>
          <a:prstGeom prst="straightConnector1">
            <a:avLst/>
          </a:prstGeom>
          <a:noFill/>
          <a:ln w="19050" cap="flat" cmpd="sng">
            <a:solidFill>
              <a:srgbClr val="CA5651"/>
            </a:solidFill>
            <a:prstDash val="solid"/>
            <a:miter lim="800000"/>
            <a:headEnd type="none" w="sm" len="sm"/>
            <a:tailEnd type="none" w="sm" len="sm"/>
          </a:ln>
        </p:spPr>
      </p:cxnSp>
      <p:sp>
        <p:nvSpPr>
          <p:cNvPr id="8" name="Marcador de fecha 7">
            <a:extLst>
              <a:ext uri="{FF2B5EF4-FFF2-40B4-BE49-F238E27FC236}">
                <ns3:creationId id="{8EAA0CDE-8D3A-4141-BE76-3F60022B4BC8}"/>
              </a:ext>
            </a:extLst>
          </p:cNvPr>
          <p:cNvSpPr>
            <a:spLocks noGrp="1"/>
          </p:cNvSpPr>
          <p:nvPr>
            <p:ph type="dt" idx="11"/>
          </p:nvPr>
        </p:nvSpPr>
        <p:spPr>
          <a:xfrm>
            <a:off x="8413979" y="5028077"/>
            <a:ext cx="2795705" cy="365125"/>
          </a:xfrm>
          <a:noFill/>
          <a:ln>
            <a:noFill/>
          </a:ln>
        </p:spPr>
        <p:txBody>
          <a:bodyPr spcFirstLastPara="1" wrap="square" lIns="91425" tIns="45700" rIns="91425" bIns="45700" anchor="ctr" anchorCtr="0">
            <a:noAutofit/>
          </a:bodyPr>
          <a:lstStyle>
            <a:lvl1pPr algn="ctr">
              <a:defRPr lang="es-PE" sz="1800" smtClean="0">
                <a:solidFill>
                  <a:srgbClr val="081F5C"/>
                </a:solidFill>
              </a:defRPr>
            </a:lvl1pPr>
          </a:lstStyle>
          <a:p>
            <a:pPr>
              <a:lnSpc>
                <a:spcPct val="90000"/>
              </a:lnSpc>
              <a:buClr>
                <a:srgbClr val="081F5C"/>
              </a:buClr>
              <a:buSzPts val="1800"/>
            </a:pPr>
            <a:fld id="{75C70C58-02E6-BE4A-9320-917330A400ED}" type="datetimeFigureOut">
              <a:rPr lang="en-PE" smtClean="0"/>
              <a:pPr>
                <a:lnSpc>
                  <a:spcPct val="90000"/>
                </a:lnSpc>
                <a:buClr>
                  <a:srgbClr val="081F5C"/>
                </a:buClr>
                <a:buSzPts val="1800"/>
              </a:pPr>
              <a:t>17/04/26</a:t>
            </a:fld>
            <a:endParaRPr lang="en-PE" dirty="0"/>
          </a:p>
        </p:txBody>
      </p:sp>
      <p:sp>
        <p:nvSpPr>
          <p:cNvPr id="4" name="Text Placeholder 3">
            <a:extLst>
              <a:ext uri="{FF2B5EF4-FFF2-40B4-BE49-F238E27FC236}">
                <ns3:creationId id="{F2FE6A90-009D-6D0B-149C-A6854054CF48}"/>
              </a:ext>
            </a:extLst>
          </p:cNvPr>
          <p:cNvSpPr>
            <a:spLocks noGrp="1"/>
          </p:cNvSpPr>
          <p:nvPr>
            <p:ph type="body" sz="quarter" idx="12"/>
          </p:nvPr>
        </p:nvSpPr>
        <p:spPr>
          <a:xfrm>
            <a:off x="3727223" y="5937419"/>
            <a:ext cx="4734748" cy="515937"/>
          </a:xfrm>
        </p:spPr>
        <p:txBody>
          <a:bodyPr/>
          <a:lstStyle>
            <a:lvl1pPr algn="ctr">
              <a:defRPr/>
            </a:lvl1pPr>
            <a:lvl2pPr algn="ctr">
              <a:defRPr/>
            </a:lvl2pPr>
            <a:lvl3pPr algn="ctr">
              <a:defRPr/>
            </a:lvl3pPr>
            <a:lvl4pPr algn="ctr">
              <a:defRPr/>
            </a:lvl4pPr>
            <a:lvl5pPr algn="ct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185629166"/>
      </p:ext>
    </p:extLst>
  </p:cSld>
  <p:clrMapOvr>
    <a:masterClrMapping/>
  </p:clrMapOvr>
  <p:extLst>
    <p:ext uri="{DCECCB84-F9BA-43D5-87BE-67443E8EF086}">
      <p15:sldGuideLst>
        <p15:guide id="1" orient="horz" pos="391">
          <p15:clr>
            <a:srgbClr val="E4A34C"/>
          </p15:clr>
        </p15:guide>
        <p15:guide id="2" pos="483">
          <p15:clr>
            <a:srgbClr val="E4A34C"/>
          </p15:clr>
        </p15:guide>
      </p15:sldGuideLst>
    </p:ext>
  </p:extLst>
</p:sldLayout>
</file>

<file path=ppt/slideLayouts/slideLayout2.xml><?xml version="1.0" encoding="utf-8"?>
<p:sldLayout xmlns:a="http://schemas.openxmlformats.org/drawingml/2006/main" xmlns:ns3="http://schemas.microsoft.com/office/drawing/2014/main" xmlns:p="http://schemas.openxmlformats.org/presentationml/2006/main" xmlns:p14="http://schemas.microsoft.com/office/powerpoint/2010/main" xmlns:r="http://schemas.openxmlformats.org/officeDocument/2006/relationships" matchingName="Blank slide" preserve="1" userDrawn="1">
  <p:cSld name="Section Header">
    <p:spTree>
      <p:nvGrpSpPr>
        <p:cNvPr id="1" name="Shape 89"/>
        <p:cNvGrpSpPr/>
        <p:nvPr/>
      </p:nvGrpSpPr>
      <p:grpSpPr>
        <a:xfrm>
          <a:off x="0" y="0"/>
          <a:ext cx="0" cy="0"/>
          <a:chOff x="0" y="0"/>
          <a:chExt cx="0" cy="0"/>
        </a:xfrm>
      </p:grpSpPr>
      <p:pic>
        <p:nvPicPr>
          <p:cNvPr id="90" name="Google Shape;90;p46"/>
          <p:cNvPicPr preferRelativeResize="0"/>
          <p:nvPr/>
        </p:nvPicPr>
        <p:blipFill rotWithShape="1">
          <a:blip r:embed="rId2">
            <a:alphaModFix/>
          </a:blip>
          <a:srcRect/>
          <a:stretch/>
        </p:blipFill>
        <p:spPr>
          <a:xfrm flipH="1">
            <a:off x="-10510" y="3985018"/>
            <a:ext cx="3170829" cy="2893273"/>
          </a:xfrm>
          <a:prstGeom prst="rect">
            <a:avLst/>
          </a:prstGeom>
          <a:noFill/>
          <a:ln>
            <a:noFill/>
          </a:ln>
        </p:spPr>
      </p:pic>
      <p:cxnSp>
        <p:nvCxnSpPr>
          <p:cNvPr id="91" name="Google Shape;91;p46"/>
          <p:cNvCxnSpPr/>
          <p:nvPr/>
        </p:nvCxnSpPr>
        <p:spPr>
          <a:xfrm>
            <a:off x="2290316" y="3370996"/>
            <a:ext cx="9360000" cy="0"/>
          </a:xfrm>
          <a:prstGeom prst="straightConnector1">
            <a:avLst/>
          </a:prstGeom>
          <a:noFill/>
          <a:ln w="25400" cap="flat" cmpd="sng">
            <a:solidFill>
              <a:srgbClr val="CA5651"/>
            </a:solidFill>
            <a:prstDash val="dot"/>
            <a:miter lim="800000"/>
            <a:headEnd type="none" w="sm" len="sm"/>
            <a:tailEnd type="none" w="sm" len="sm"/>
          </a:ln>
        </p:spPr>
      </p:cxnSp>
      <p:sp>
        <p:nvSpPr>
          <p:cNvPr id="92" name="Google Shape;92;p46"/>
          <p:cNvSpPr txBox="1">
            <a:spLocks noGrp="1"/>
          </p:cNvSpPr>
          <p:nvPr>
            <p:ph type="title"/>
          </p:nvPr>
        </p:nvSpPr>
        <p:spPr>
          <a:xfrm>
            <a:off x="2290316" y="3692009"/>
            <a:ext cx="9360000" cy="1845190"/>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Clr>
                <a:srgbClr val="CA5651"/>
              </a:buClr>
              <a:buSzPts val="4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dirty="0" sz="2400" b="1">
                <a:latin typeface="Arial"/>
                <a:solidFill>
                  <a:srgbClr val="CA5651"/>
                </a:solidFill>
              </a:rPr>
              <a:t>Haz clic para modificar el estilo de título del patrón</a:t>
            </a:r>
            <a:endParaRPr dirty="0" sz="2400" b="1">
              <a:latin typeface="Arial"/>
              <a:solidFill>
                <a:srgbClr val="CA5651"/>
              </a:solidFill>
            </a:endParaRPr>
          </a:p>
        </p:txBody>
      </p:sp>
      <p:pic>
        <p:nvPicPr>
          <p:cNvPr id="93" name="Google Shape;93;p46"/>
          <p:cNvPicPr preferRelativeResize="0"/>
          <p:nvPr/>
        </p:nvPicPr>
        <p:blipFill rotWithShape="1">
          <a:blip r:embed="rId3">
            <a:alphaModFix/>
          </a:blip>
          <a:srcRect/>
          <a:stretch/>
        </p:blipFill>
        <p:spPr>
          <a:xfrm>
            <a:off x="10994839" y="2317924"/>
            <a:ext cx="655477" cy="746771"/>
          </a:xfrm>
          <a:prstGeom prst="rect">
            <a:avLst/>
          </a:prstGeom>
          <a:noFill/>
          <a:ln>
            <a:noFill/>
          </a:ln>
        </p:spPr>
      </p:pic>
      <p:pic>
        <p:nvPicPr>
          <p:cNvPr id="94" name="Google Shape;94;p46"/>
          <p:cNvPicPr preferRelativeResize="0"/>
          <p:nvPr/>
        </p:nvPicPr>
        <p:blipFill rotWithShape="1">
          <a:blip r:embed="rId4">
            <a:alphaModFix/>
          </a:blip>
          <a:srcRect/>
          <a:stretch/>
        </p:blipFill>
        <p:spPr>
          <a:xfrm>
            <a:off x="10027876" y="2305652"/>
            <a:ext cx="624565" cy="765476"/>
          </a:xfrm>
          <a:prstGeom prst="rect">
            <a:avLst/>
          </a:prstGeom>
          <a:noFill/>
          <a:ln>
            <a:noFill/>
          </a:ln>
        </p:spPr>
      </p:pic>
      <p:pic>
        <p:nvPicPr>
          <p:cNvPr id="95" name="Google Shape;95;p46"/>
          <p:cNvPicPr preferRelativeResize="0"/>
          <p:nvPr/>
        </p:nvPicPr>
        <p:blipFill rotWithShape="1">
          <a:blip r:embed="rId3">
            <a:alphaModFix/>
          </a:blip>
          <a:srcRect/>
          <a:stretch/>
        </p:blipFill>
        <p:spPr>
          <a:xfrm>
            <a:off x="9029999" y="2311490"/>
            <a:ext cx="655477" cy="746771"/>
          </a:xfrm>
          <a:prstGeom prst="rect">
            <a:avLst/>
          </a:prstGeom>
          <a:noFill/>
          <a:ln>
            <a:noFill/>
          </a:ln>
        </p:spPr>
      </p:pic>
      <p:pic>
        <p:nvPicPr>
          <p:cNvPr id="96" name="Google Shape;96;p46"/>
          <p:cNvPicPr preferRelativeResize="0"/>
          <p:nvPr/>
        </p:nvPicPr>
        <p:blipFill rotWithShape="1">
          <a:blip r:embed="rId4">
            <a:alphaModFix/>
          </a:blip>
          <a:srcRect/>
          <a:stretch/>
        </p:blipFill>
        <p:spPr>
          <a:xfrm>
            <a:off x="8063036" y="2299219"/>
            <a:ext cx="624565" cy="765476"/>
          </a:xfrm>
          <a:prstGeom prst="rect">
            <a:avLst/>
          </a:prstGeom>
          <a:noFill/>
          <a:ln>
            <a:noFill/>
          </a:ln>
        </p:spPr>
      </p:pic>
      <p:pic>
        <p:nvPicPr>
          <p:cNvPr id="97" name="Google Shape;97;p46"/>
          <p:cNvPicPr preferRelativeResize="0"/>
          <p:nvPr/>
        </p:nvPicPr>
        <p:blipFill rotWithShape="1">
          <a:blip r:embed="rId3">
            <a:alphaModFix/>
          </a:blip>
          <a:srcRect/>
          <a:stretch/>
        </p:blipFill>
        <p:spPr>
          <a:xfrm>
            <a:off x="7065159" y="2307714"/>
            <a:ext cx="655477" cy="746771"/>
          </a:xfrm>
          <a:prstGeom prst="rect">
            <a:avLst/>
          </a:prstGeom>
          <a:noFill/>
          <a:ln>
            <a:noFill/>
          </a:ln>
        </p:spPr>
      </p:pic>
      <p:pic>
        <p:nvPicPr>
          <p:cNvPr id="98" name="Google Shape;98;p46"/>
          <p:cNvPicPr preferRelativeResize="0"/>
          <p:nvPr/>
        </p:nvPicPr>
        <p:blipFill rotWithShape="1">
          <a:blip r:embed="rId4">
            <a:alphaModFix/>
          </a:blip>
          <a:srcRect/>
          <a:stretch/>
        </p:blipFill>
        <p:spPr>
          <a:xfrm>
            <a:off x="6098196" y="2295444"/>
            <a:ext cx="624565" cy="765476"/>
          </a:xfrm>
          <a:prstGeom prst="rect">
            <a:avLst/>
          </a:prstGeom>
          <a:noFill/>
          <a:ln>
            <a:noFill/>
          </a:ln>
        </p:spPr>
      </p:pic>
      <p:pic>
        <p:nvPicPr>
          <p:cNvPr id="99" name="Google Shape;99;p46"/>
          <p:cNvPicPr preferRelativeResize="0"/>
          <p:nvPr/>
        </p:nvPicPr>
        <p:blipFill rotWithShape="1">
          <a:blip r:embed="rId3">
            <a:alphaModFix/>
          </a:blip>
          <a:srcRect/>
          <a:stretch/>
        </p:blipFill>
        <p:spPr>
          <a:xfrm>
            <a:off x="5100319" y="2301282"/>
            <a:ext cx="655477" cy="746771"/>
          </a:xfrm>
          <a:prstGeom prst="rect">
            <a:avLst/>
          </a:prstGeom>
          <a:noFill/>
          <a:ln>
            <a:noFill/>
          </a:ln>
        </p:spPr>
      </p:pic>
      <p:pic>
        <p:nvPicPr>
          <p:cNvPr id="100" name="Google Shape;100;p46"/>
          <p:cNvPicPr preferRelativeResize="0"/>
          <p:nvPr/>
        </p:nvPicPr>
        <p:blipFill rotWithShape="1">
          <a:blip r:embed="rId4">
            <a:alphaModFix/>
          </a:blip>
          <a:srcRect/>
          <a:stretch/>
        </p:blipFill>
        <p:spPr>
          <a:xfrm>
            <a:off x="4133356" y="2289011"/>
            <a:ext cx="624565" cy="765476"/>
          </a:xfrm>
          <a:prstGeom prst="rect">
            <a:avLst/>
          </a:prstGeom>
          <a:noFill/>
          <a:ln>
            <a:noFill/>
          </a:ln>
        </p:spPr>
      </p:pic>
      <p:cxnSp>
        <p:nvCxnSpPr>
          <p:cNvPr id="101" name="Google Shape;101;p46"/>
          <p:cNvCxnSpPr/>
          <p:nvPr/>
        </p:nvCxnSpPr>
        <p:spPr>
          <a:xfrm>
            <a:off x="4671283" y="6123576"/>
            <a:ext cx="7200000" cy="0"/>
          </a:xfrm>
          <a:prstGeom prst="straightConnector1">
            <a:avLst/>
          </a:prstGeom>
          <a:noFill/>
          <a:ln w="25400" cap="flat" cmpd="sng">
            <a:solidFill>
              <a:srgbClr val="7594CC"/>
            </a:solidFill>
            <a:prstDash val="dot"/>
            <a:miter lim="800000"/>
            <a:headEnd type="none" w="sm" len="sm"/>
            <a:tailEnd type="none" w="sm" len="sm"/>
          </a:ln>
        </p:spPr>
      </p:cxnSp>
      <p:pic>
        <p:nvPicPr>
          <p:cNvPr id="102" name="Google Shape;102;p46"/>
          <p:cNvPicPr preferRelativeResize="0"/>
          <p:nvPr/>
        </p:nvPicPr>
        <p:blipFill rotWithShape="1">
          <a:blip r:embed="rId3">
            <a:alphaModFix/>
          </a:blip>
          <a:srcRect/>
          <a:stretch/>
        </p:blipFill>
        <p:spPr>
          <a:xfrm>
            <a:off x="3135479" y="2324356"/>
            <a:ext cx="655477" cy="746771"/>
          </a:xfrm>
          <a:prstGeom prst="rect">
            <a:avLst/>
          </a:prstGeom>
          <a:noFill/>
          <a:ln>
            <a:noFill/>
          </a:ln>
        </p:spPr>
      </p:pic>
      <p:pic>
        <p:nvPicPr>
          <p:cNvPr id="2" name="Google Shape;66;p47">
            <a:extLst>
              <a:ext uri="{FF2B5EF4-FFF2-40B4-BE49-F238E27FC236}">
                <ns3:creationId id="{0CFD2EB8-0056-44C4-CBCA-C1E801F8F1A9}"/>
              </a:ext>
            </a:extLst>
          </p:cNvPr>
          <p:cNvPicPr preferRelativeResize="0"/>
          <p:nvPr userDrawn="1"/>
        </p:nvPicPr>
        <p:blipFill rotWithShape="1">
          <a:blip r:embed="rId5">
            <a:alphaModFix/>
          </a:blip>
          <a:srcRect t="29471" b="26643"/>
          <a:stretch/>
        </p:blipFill>
        <p:spPr>
          <a:xfrm>
            <a:off x="10088216" y="158826"/>
            <a:ext cx="1927827" cy="846037"/>
          </a:xfrm>
          <a:prstGeom prst="rect">
            <a:avLst/>
          </a:prstGeom>
          <a:noFill/>
          <a:ln>
            <a:noFill/>
          </a:ln>
        </p:spPr>
      </p:pic>
    </p:spTree>
    <p:extLst>
      <p:ext uri="{BB962C8B-B14F-4D97-AF65-F5344CB8AC3E}">
        <p14:creationId val="1161499325"/>
      </p:ext>
    </p:extLst>
  </p:cSld>
  <p:clrMapOvr>
    <a:masterClrMapping/>
  </p:clrMapOvr>
</p:sldLayout>
</file>

<file path=ppt/slideLayouts/slideLayout3.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Graficos">
    <p:spTree>
      <p:nvGrpSpPr>
        <p:cNvPr id="1" name=""/>
        <p:cNvGrpSpPr/>
        <p:nvPr/>
      </p:nvGrpSpPr>
      <p:grpSpPr>
        <a:xfrm>
          <a:off x="0" y="0"/>
          <a:ext cx="0" cy="0"/>
          <a:chOff x="0" y="0"/>
          <a:chExt cx="0" cy="0"/>
        </a:xfrm>
      </p:grpSpPr>
      <p:sp>
        <p:nvSpPr>
          <p:cNvPr id="7" name="Picture Placeholder 6">
            <a:extLst>
              <a:ext uri="{FF2B5EF4-FFF2-40B4-BE49-F238E27FC236}">
                <ns2:creationId id="{E427CC29-905D-BA98-A5A4-B7B9F878F0D2}"/>
              </a:ext>
            </a:extLst>
          </p:cNvPr>
          <p:cNvSpPr>
            <a:spLocks noGrp="1"/>
          </p:cNvSpPr>
          <p:nvPr>
            <p:ph type="pic" sz="quarter" idx="10"/>
          </p:nvPr>
        </p:nvSpPr>
        <p:spPr>
          <a:xfrm>
            <a:off x="288235" y="1162878"/>
            <a:ext cx="11439939" cy="5068958"/>
          </a:xfrm>
        </p:spPr>
        <p:txBody>
          <a:bodyPr/>
          <a:lstStyle/>
          <a:p>
            <a:endParaRPr lang="en-PE"/>
          </a:p>
        </p:txBody>
      </p:sp>
      <p:pic>
        <p:nvPicPr>
          <p:cNvPr id="8" name="Google Shape;66;p47">
            <a:extLst>
              <a:ext uri="{FF2B5EF4-FFF2-40B4-BE49-F238E27FC236}">
                <ns2:creationId id="{8BCEE9CF-906A-83B1-E504-307DBA50FFE8}"/>
              </a:ext>
            </a:extLst>
          </p:cNvPr>
          <p:cNvPicPr preferRelativeResize="0"/>
          <p:nvPr userDrawn="1"/>
        </p:nvPicPr>
        <p:blipFill rotWithShape="1">
          <a:blip r:embed="rId2">
            <a:alphaModFix/>
          </a:blip>
          <a:srcRect t="29471" b="26643"/>
          <a:stretch/>
        </p:blipFill>
        <p:spPr>
          <a:xfrm>
            <a:off x="10088216" y="168766"/>
            <a:ext cx="1927827" cy="846037"/>
          </a:xfrm>
          <a:prstGeom prst="rect">
            <a:avLst/>
          </a:prstGeom>
          <a:noFill/>
          <a:ln>
            <a:noFill/>
          </a:ln>
        </p:spPr>
      </p:pic>
      <p:sp>
        <p:nvSpPr>
          <p:cNvPr id="2" name="Title 1">
            <a:extLst>
              <a:ext uri="{FF2B5EF4-FFF2-40B4-BE49-F238E27FC236}">
                <ns2:creationId id="{4171F0F9-C2A2-7009-053C-1D072BFEE8B5}"/>
              </a:ext>
            </a:extLst>
          </p:cNvPr>
          <p:cNvSpPr>
            <a:spLocks noGrp="1"/>
          </p:cNvSpPr>
          <p:nvPr>
            <p:ph type="title"/>
          </p:nvPr>
        </p:nvSpPr>
        <p:spPr>
          <a:xfrm>
            <a:off x="288235" y="338328"/>
            <a:ext cx="9799981" cy="397633"/>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sp>
        <p:nvSpPr>
          <p:cNvPr id="4" name="Text Placeholder 3">
            <a:extLst>
              <a:ext uri="{FF2B5EF4-FFF2-40B4-BE49-F238E27FC236}">
                <ns2:creationId id="{7F88E7A4-05C3-50CF-1083-330AAF17F153}"/>
              </a:ext>
            </a:extLst>
          </p:cNvPr>
          <p:cNvSpPr>
            <a:spLocks noGrp="1"/>
          </p:cNvSpPr>
          <p:nvPr>
            <p:ph type="body" sz="quarter" idx="14"/>
          </p:nvPr>
        </p:nvSpPr>
        <p:spPr>
          <a:xfrm>
            <a:off x="288235" y="6327467"/>
            <a:ext cx="2822713" cy="334572"/>
          </a:xfrm>
        </p:spPr>
        <p:txBody>
          <a:bodyPr lIns="90000" anchor="ctr" anchorCtr="0">
            <a:noAutofit/>
          </a:bodyPr>
          <a:lstStyle>
            <a:lvl1pPr algn="l">
              <a:defRPr sz="1400"/>
            </a:lvl1pPr>
          </a:lstStyle>
          <a:p>
            <a:pPr lvl="0"/>
            <a:r>
              <a:rPr lang="en-US" dirty="0"/>
              <a:t>Click to edit Master text styles</a:t>
            </a:r>
          </a:p>
        </p:txBody>
      </p:sp>
      <p:sp>
        <p:nvSpPr>
          <p:cNvPr id="5" name="Text Placeholder 3">
            <a:extLst>
              <a:ext uri="{FF2B5EF4-FFF2-40B4-BE49-F238E27FC236}">
                <ns2:creationId id="{3D5B4322-3F63-D11D-E929-B96FF27027F4}"/>
              </a:ext>
            </a:extLst>
          </p:cNvPr>
          <p:cNvSpPr>
            <a:spLocks noGrp="1"/>
          </p:cNvSpPr>
          <p:nvPr>
            <p:ph type="body" sz="quarter" idx="15"/>
          </p:nvPr>
        </p:nvSpPr>
        <p:spPr>
          <a:xfrm>
            <a:off x="8408685" y="6327467"/>
            <a:ext cx="3359062" cy="334572"/>
          </a:xfrm>
        </p:spPr>
        <p:txBody>
          <a:bodyPr lIns="90000" anchor="ctr" anchorCtr="0">
            <a:noAutofit/>
          </a:bodyPr>
          <a:lstStyle>
            <a:lvl1pPr algn="r">
              <a:defRPr sz="1400"/>
            </a:lvl1pPr>
          </a:lstStyle>
          <a:p>
            <a:pPr lvl="0"/>
            <a:r>
              <a:rPr lang="en-US" dirty="0"/>
              <a:t>Click to edit Master text styles</a:t>
            </a:r>
          </a:p>
        </p:txBody>
      </p:sp>
    </p:spTree>
    <p:extLst>
      <p:ext uri="{BB962C8B-B14F-4D97-AF65-F5344CB8AC3E}">
        <p14:creationId val="956569257"/>
      </p:ext>
    </p:extLst>
  </p:cSld>
  <p:clrMapOvr>
    <a:masterClrMapping/>
  </p:clrMapOvr>
</p:sldLayout>
</file>

<file path=ppt/slideLayouts/slideLayout4.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Graficos2">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320734"/>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317500" y="1103243"/>
            <a:ext cx="11440491" cy="5128593"/>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3015644538"/>
      </p:ext>
    </p:extLst>
  </p:cSld>
  <p:clrMapOvr>
    <a:masterClrMapping/>
  </p:clrMapOvr>
</p:sldLayout>
</file>

<file path=ppt/slideLayouts/slideLayout5.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Graficos_unabarra">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924633"/>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317500" y="2057400"/>
            <a:ext cx="11440491" cy="2971800"/>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311544014"/>
      </p:ext>
    </p:extLst>
  </p:cSld>
  <p:clrMapOvr>
    <a:masterClrMapping/>
  </p:clrMapOvr>
</p:sldLayout>
</file>

<file path=ppt/slideLayouts/slideLayout6.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Graficos_2columnas">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626771"/>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317501" y="1103243"/>
            <a:ext cx="5584687" cy="5128593"/>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7">
            <a:extLst>
              <a:ext uri="{FF2B5EF4-FFF2-40B4-BE49-F238E27FC236}">
                <ns2:creationId id="{20E02211-8E49-B661-C872-8E183915B04C}"/>
              </a:ext>
            </a:extLst>
          </p:cNvPr>
          <p:cNvSpPr>
            <a:spLocks noGrp="1"/>
          </p:cNvSpPr>
          <p:nvPr>
            <p:ph type="pic" sz="quarter" idx="13"/>
          </p:nvPr>
        </p:nvSpPr>
        <p:spPr>
          <a:xfrm>
            <a:off x="6390860" y="1073427"/>
            <a:ext cx="5584687" cy="5128593"/>
          </a:xfrm>
        </p:spPr>
        <p:txBody>
          <a:bodyPr/>
          <a:lstStyle/>
          <a:p>
            <a:endParaRPr lang="en-PE"/>
          </a:p>
        </p:txBody>
      </p:sp>
    </p:spTree>
    <p:extLst>
      <p:ext uri="{BB962C8B-B14F-4D97-AF65-F5344CB8AC3E}">
        <p14:creationId val="54144204"/>
      </p:ext>
    </p:extLst>
  </p:cSld>
  <p:clrMapOvr>
    <a:masterClrMapping/>
  </p:clrMapOvr>
</p:sldLayout>
</file>

<file path=ppt/slideLayouts/slideLayout7.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4_paneles">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626771"/>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317501" y="1103243"/>
            <a:ext cx="5584687" cy="2415522"/>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7">
            <a:extLst>
              <a:ext uri="{FF2B5EF4-FFF2-40B4-BE49-F238E27FC236}">
                <ns2:creationId id="{20E02211-8E49-B661-C872-8E183915B04C}"/>
              </a:ext>
            </a:extLst>
          </p:cNvPr>
          <p:cNvSpPr>
            <a:spLocks noGrp="1"/>
          </p:cNvSpPr>
          <p:nvPr>
            <p:ph type="pic" sz="quarter" idx="13"/>
          </p:nvPr>
        </p:nvSpPr>
        <p:spPr>
          <a:xfrm>
            <a:off x="6390860" y="1073427"/>
            <a:ext cx="5584687" cy="2415522"/>
          </a:xfrm>
        </p:spPr>
        <p:txBody>
          <a:bodyPr/>
          <a:lstStyle/>
          <a:p>
            <a:endParaRPr lang="en-PE"/>
          </a:p>
        </p:txBody>
      </p:sp>
      <p:sp>
        <p:nvSpPr>
          <p:cNvPr id="4" name="Picture Placeholder 7">
            <a:extLst>
              <a:ext uri="{FF2B5EF4-FFF2-40B4-BE49-F238E27FC236}">
                <ns2:creationId id="{0E7618E8-58EE-9156-FDF0-B54A424681FA}"/>
              </a:ext>
            </a:extLst>
          </p:cNvPr>
          <p:cNvSpPr>
            <a:spLocks noGrp="1"/>
          </p:cNvSpPr>
          <p:nvPr>
            <p:ph type="pic" sz="quarter" idx="14"/>
          </p:nvPr>
        </p:nvSpPr>
        <p:spPr>
          <a:xfrm>
            <a:off x="317501" y="3786810"/>
            <a:ext cx="5584687" cy="2415522"/>
          </a:xfrm>
        </p:spPr>
        <p:txBody>
          <a:bodyPr/>
          <a:lstStyle/>
          <a:p>
            <a:endParaRPr lang="en-PE"/>
          </a:p>
        </p:txBody>
      </p:sp>
      <p:sp>
        <p:nvSpPr>
          <p:cNvPr id="5" name="Picture Placeholder 7">
            <a:extLst>
              <a:ext uri="{FF2B5EF4-FFF2-40B4-BE49-F238E27FC236}">
                <ns2:creationId id="{38CBF1DD-784B-51FC-9DCA-E12D257356C6}"/>
              </a:ext>
            </a:extLst>
          </p:cNvPr>
          <p:cNvSpPr>
            <a:spLocks noGrp="1"/>
          </p:cNvSpPr>
          <p:nvPr>
            <p:ph type="pic" sz="quarter" idx="15"/>
          </p:nvPr>
        </p:nvSpPr>
        <p:spPr>
          <a:xfrm>
            <a:off x="6390860" y="3756994"/>
            <a:ext cx="5584687" cy="2415522"/>
          </a:xfrm>
        </p:spPr>
        <p:txBody>
          <a:bodyPr/>
          <a:lstStyle/>
          <a:p>
            <a:endParaRPr lang="en-PE"/>
          </a:p>
        </p:txBody>
      </p:sp>
    </p:spTree>
    <p:extLst>
      <p:ext uri="{BB962C8B-B14F-4D97-AF65-F5344CB8AC3E}">
        <p14:creationId val="2230652750"/>
      </p:ext>
    </p:extLst>
  </p:cSld>
  <p:clrMapOvr>
    <a:masterClrMapping/>
  </p:clrMapOvr>
</p:sldLayout>
</file>

<file path=ppt/slideLayouts/slideLayout8.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1_Graficos_2columnas_narrativo">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626771"/>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317501" y="2445026"/>
            <a:ext cx="5584687" cy="3780000"/>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7">
            <a:extLst>
              <a:ext uri="{FF2B5EF4-FFF2-40B4-BE49-F238E27FC236}">
                <ns2:creationId id="{20E02211-8E49-B661-C872-8E183915B04C}"/>
              </a:ext>
            </a:extLst>
          </p:cNvPr>
          <p:cNvSpPr>
            <a:spLocks noGrp="1"/>
          </p:cNvSpPr>
          <p:nvPr>
            <p:ph type="pic" sz="quarter" idx="13"/>
          </p:nvPr>
        </p:nvSpPr>
        <p:spPr>
          <a:xfrm>
            <a:off x="6390860" y="2415210"/>
            <a:ext cx="5584687" cy="3780000"/>
          </a:xfrm>
        </p:spPr>
        <p:txBody>
          <a:bodyPr/>
          <a:lstStyle/>
          <a:p>
            <a:endParaRPr lang="en-PE"/>
          </a:p>
        </p:txBody>
      </p:sp>
      <p:sp>
        <p:nvSpPr>
          <p:cNvPr id="4" name="Text Placeholder 9">
            <a:extLst>
              <a:ext uri="{FF2B5EF4-FFF2-40B4-BE49-F238E27FC236}">
                <ns2:creationId id="{61A9EDCB-A616-0C04-CD06-97F151584548}"/>
              </a:ext>
            </a:extLst>
          </p:cNvPr>
          <p:cNvSpPr>
            <a:spLocks noGrp="1"/>
          </p:cNvSpPr>
          <p:nvPr>
            <p:ph type="body" sz="quarter" idx="14"/>
          </p:nvPr>
        </p:nvSpPr>
        <p:spPr>
          <a:xfrm>
            <a:off x="317499" y="1145623"/>
            <a:ext cx="11658047" cy="1170000"/>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361089075"/>
      </p:ext>
    </p:extLst>
  </p:cSld>
  <p:clrMapOvr>
    <a:masterClrMapping/>
  </p:clrMapOvr>
</p:sldLayout>
</file>

<file path=ppt/slideLayouts/slideLayout9.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1_Grafico_narrativo">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626771"/>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317501" y="2388231"/>
            <a:ext cx="11658045" cy="3780000"/>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4" name="Text Placeholder 9">
            <a:extLst>
              <a:ext uri="{FF2B5EF4-FFF2-40B4-BE49-F238E27FC236}">
                <ns2:creationId id="{61A9EDCB-A616-0C04-CD06-97F151584548}"/>
              </a:ext>
            </a:extLst>
          </p:cNvPr>
          <p:cNvSpPr>
            <a:spLocks noGrp="1"/>
          </p:cNvSpPr>
          <p:nvPr>
            <p:ph type="body" sz="quarter" idx="14"/>
          </p:nvPr>
        </p:nvSpPr>
        <p:spPr>
          <a:xfrm>
            <a:off x="317499" y="1145623"/>
            <a:ext cx="11658047" cy="1070364"/>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84226006"/>
      </p:ext>
    </p:extLst>
  </p:cSld>
  <p:clrMapOvr>
    <a:masterClrMapping/>
  </p:clrMapOvr>
</p:sldLayout>
</file>

<file path=ppt/slideLayouts/slideLayout10.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right_grafico_texto">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626771"/>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317501" y="1103243"/>
            <a:ext cx="5584687" cy="5128593"/>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5" name="Text Placeholder 4">
            <a:extLst>
              <a:ext uri="{FF2B5EF4-FFF2-40B4-BE49-F238E27FC236}">
                <ns2:creationId id="{435BB44E-5E11-7069-DE99-4EBA2B80A9FF}"/>
              </a:ext>
            </a:extLst>
          </p:cNvPr>
          <p:cNvSpPr>
            <a:spLocks noGrp="1"/>
          </p:cNvSpPr>
          <p:nvPr>
            <p:ph type="body" sz="quarter" idx="13"/>
          </p:nvPr>
        </p:nvSpPr>
        <p:spPr>
          <a:xfrm>
            <a:off x="6173926" y="1103313"/>
            <a:ext cx="5584687" cy="51292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783954932"/>
      </p:ext>
    </p:extLst>
  </p:cSld>
  <p:clrMapOvr>
    <a:masterClrMapping/>
  </p:clrMapOvr>
</p:sldLayout>
</file>

<file path=ppt/slideLayouts/slideLayout11.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left_grafico_texto">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626771"/>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6173304" y="1088800"/>
            <a:ext cx="5584687" cy="5128593"/>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5" name="Text Placeholder 4">
            <a:extLst>
              <a:ext uri="{FF2B5EF4-FFF2-40B4-BE49-F238E27FC236}">
                <ns2:creationId id="{435BB44E-5E11-7069-DE99-4EBA2B80A9FF}"/>
              </a:ext>
            </a:extLst>
          </p:cNvPr>
          <p:cNvSpPr>
            <a:spLocks noGrp="1"/>
          </p:cNvSpPr>
          <p:nvPr>
            <p:ph type="body" sz="quarter" idx="13"/>
          </p:nvPr>
        </p:nvSpPr>
        <p:spPr>
          <a:xfrm>
            <a:off x="317500" y="1088181"/>
            <a:ext cx="5584687" cy="51292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778155013"/>
      </p:ext>
    </p:extLst>
  </p:cSld>
  <p:clrMapOvr>
    <a:masterClrMapping/>
  </p:clrMapOvr>
</p:sldLayout>
</file>

<file path=ppt/slideLayouts/slideLayout12.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left_2graficos_texto">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626771"/>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6173304" y="1088800"/>
            <a:ext cx="5584687" cy="2458800"/>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5" name="Text Placeholder 4">
            <a:extLst>
              <a:ext uri="{FF2B5EF4-FFF2-40B4-BE49-F238E27FC236}">
                <ns2:creationId id="{435BB44E-5E11-7069-DE99-4EBA2B80A9FF}"/>
              </a:ext>
            </a:extLst>
          </p:cNvPr>
          <p:cNvSpPr>
            <a:spLocks noGrp="1"/>
          </p:cNvSpPr>
          <p:nvPr>
            <p:ph type="body" sz="quarter" idx="13"/>
          </p:nvPr>
        </p:nvSpPr>
        <p:spPr>
          <a:xfrm>
            <a:off x="317500" y="1088181"/>
            <a:ext cx="5584687" cy="51292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7">
            <a:extLst>
              <a:ext uri="{FF2B5EF4-FFF2-40B4-BE49-F238E27FC236}">
                <ns2:creationId id="{A131479D-68A2-D884-02BA-6963681FAC31}"/>
              </a:ext>
            </a:extLst>
          </p:cNvPr>
          <p:cNvSpPr>
            <a:spLocks noGrp="1"/>
          </p:cNvSpPr>
          <p:nvPr>
            <p:ph type="pic" sz="quarter" idx="14"/>
          </p:nvPr>
        </p:nvSpPr>
        <p:spPr>
          <a:xfrm>
            <a:off x="6173303" y="3758593"/>
            <a:ext cx="5584687" cy="2458800"/>
          </a:xfrm>
        </p:spPr>
        <p:txBody>
          <a:bodyPr/>
          <a:lstStyle/>
          <a:p>
            <a:endParaRPr lang="en-PE"/>
          </a:p>
        </p:txBody>
      </p:sp>
    </p:spTree>
    <p:extLst>
      <p:ext uri="{BB962C8B-B14F-4D97-AF65-F5344CB8AC3E}">
        <p14:creationId val="2142224359"/>
      </p:ext>
    </p:extLst>
  </p:cSld>
  <p:clrMapOvr>
    <a:masterClrMapping/>
  </p:clrMapOvr>
</p:sldLayout>
</file>

<file path=ppt/slideLayouts/slideLayout13.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right_2graficos_texto">
    <p:spTree>
      <p:nvGrpSpPr>
        <p:cNvPr id="1" name=""/>
        <p:cNvGrpSpPr/>
        <p:nvPr/>
      </p:nvGrpSpPr>
      <p:grpSpPr>
        <a:xfrm>
          <a:off x="0" y="0"/>
          <a:ext cx="0" cy="0"/>
          <a:chOff x="0" y="0"/>
          <a:chExt cx="0" cy="0"/>
        </a:xfrm>
      </p:grpSpPr>
      <p:sp>
        <p:nvSpPr>
          <p:cNvPr id="2" name="Title 1">
            <a:extLst>
              <a:ext uri="{FF2B5EF4-FFF2-40B4-BE49-F238E27FC236}">
                <ns2:creationId id="{E161B1F1-83C7-C3F7-BF29-A7102FCCB32B}"/>
              </a:ext>
            </a:extLst>
          </p:cNvPr>
          <p:cNvSpPr>
            <a:spLocks noGrp="1"/>
          </p:cNvSpPr>
          <p:nvPr>
            <p:ph type="title"/>
          </p:nvPr>
        </p:nvSpPr>
        <p:spPr>
          <a:xfrm>
            <a:off x="317500" y="338328"/>
            <a:ext cx="9730221" cy="626771"/>
          </a:xfrm>
        </p:spPr>
        <p:txBody>
          <a:bodyPr/>
          <a:lstStyle/>
          <a:p>
            <a:r>
              <a:rPr lang="en-US" dirty="0" sz="2400" b="1">
                <a:latin typeface="Arial"/>
                <a:solidFill>
                  <a:srgbClr val="CA5651"/>
                </a:solidFill>
              </a:rPr>
              <a:t>Click to edit Master title style</a:t>
            </a:r>
            <a:endParaRPr lang="en-PE" dirty="0" sz="2400" b="1">
              <a:latin typeface="Arial"/>
              <a:solidFill>
                <a:srgbClr val="CA5651"/>
              </a:solidFill>
            </a:endParaRPr>
          </a:p>
        </p:txBody>
      </p:sp>
      <p:pic>
        <p:nvPicPr>
          <p:cNvPr id="6" name="Google Shape;66;p47">
            <a:extLst>
              <a:ext uri="{FF2B5EF4-FFF2-40B4-BE49-F238E27FC236}">
                <ns2:creationId id="{323E205B-F311-E78C-D6A8-0122851FE66D}"/>
              </a:ext>
            </a:extLst>
          </p:cNvPr>
          <p:cNvPicPr preferRelativeResize="0"/>
          <p:nvPr userDrawn="1"/>
        </p:nvPicPr>
        <p:blipFill rotWithShape="1">
          <a:blip r:embed="rId2">
            <a:alphaModFix/>
          </a:blip>
          <a:srcRect t="29471" b="26643"/>
          <a:stretch/>
        </p:blipFill>
        <p:spPr>
          <a:xfrm>
            <a:off x="10047721" y="119062"/>
            <a:ext cx="1927827" cy="846037"/>
          </a:xfrm>
          <a:prstGeom prst="rect">
            <a:avLst/>
          </a:prstGeom>
          <a:noFill/>
          <a:ln>
            <a:noFill/>
          </a:ln>
        </p:spPr>
      </p:pic>
      <p:sp>
        <p:nvSpPr>
          <p:cNvPr id="8" name="Picture Placeholder 7">
            <a:extLst>
              <a:ext uri="{FF2B5EF4-FFF2-40B4-BE49-F238E27FC236}">
                <ns2:creationId id="{0FB415E7-8491-13B2-0A7D-52BF25F1EA60}"/>
              </a:ext>
            </a:extLst>
          </p:cNvPr>
          <p:cNvSpPr>
            <a:spLocks noGrp="1"/>
          </p:cNvSpPr>
          <p:nvPr>
            <p:ph type="pic" sz="quarter" idx="10"/>
          </p:nvPr>
        </p:nvSpPr>
        <p:spPr>
          <a:xfrm>
            <a:off x="317501" y="1103243"/>
            <a:ext cx="5584687" cy="2455279"/>
          </a:xfrm>
        </p:spPr>
        <p:txBody>
          <a:bodyPr/>
          <a:lstStyle/>
          <a:p>
            <a:endParaRPr lang="en-PE"/>
          </a:p>
        </p:txBody>
      </p:sp>
      <p:sp>
        <p:nvSpPr>
          <p:cNvPr id="10" name="Text Placeholder 9">
            <a:extLst>
              <a:ext uri="{FF2B5EF4-FFF2-40B4-BE49-F238E27FC236}">
                <ns2:creationId id="{F97A4842-2728-8D6A-D2DE-B6E2062C5B64}"/>
              </a:ext>
            </a:extLst>
          </p:cNvPr>
          <p:cNvSpPr>
            <a:spLocks noGrp="1"/>
          </p:cNvSpPr>
          <p:nvPr>
            <p:ph type="body" sz="quarter" idx="11"/>
          </p:nvPr>
        </p:nvSpPr>
        <p:spPr>
          <a:xfrm>
            <a:off x="317500" y="6340475"/>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1" name="Text Placeholder 9">
            <a:extLst>
              <a:ext uri="{FF2B5EF4-FFF2-40B4-BE49-F238E27FC236}">
                <ns2:creationId id="{6C0D5753-3F06-573C-2A52-4C7432C384AB}"/>
              </a:ext>
            </a:extLst>
          </p:cNvPr>
          <p:cNvSpPr>
            <a:spLocks noGrp="1"/>
          </p:cNvSpPr>
          <p:nvPr>
            <p:ph type="body" sz="quarter" idx="12"/>
          </p:nvPr>
        </p:nvSpPr>
        <p:spPr>
          <a:xfrm>
            <a:off x="7472362" y="6340475"/>
            <a:ext cx="4285629" cy="398463"/>
          </a:xfrm>
        </p:spPr>
        <p:txBody>
          <a:bodyPr>
            <a:noAutofit/>
          </a:bodyPr>
          <a:lstStyle>
            <a:lvl1pPr algn="r">
              <a:defRPr sz="1100"/>
            </a:lvl1pPr>
            <a:lvl2pPr algn="r">
              <a:defRPr sz="1000"/>
            </a:lvl2pPr>
            <a:lvl3pPr algn="r">
              <a:defRPr sz="1000"/>
            </a:lvl3pPr>
            <a:lvl4pPr algn="r">
              <a:defRPr sz="1000"/>
            </a:lvl4pPr>
            <a:lvl5pPr algn="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5" name="Text Placeholder 4">
            <a:extLst>
              <a:ext uri="{FF2B5EF4-FFF2-40B4-BE49-F238E27FC236}">
                <ns2:creationId id="{435BB44E-5E11-7069-DE99-4EBA2B80A9FF}"/>
              </a:ext>
            </a:extLst>
          </p:cNvPr>
          <p:cNvSpPr>
            <a:spLocks noGrp="1"/>
          </p:cNvSpPr>
          <p:nvPr>
            <p:ph type="body" sz="quarter" idx="13"/>
          </p:nvPr>
        </p:nvSpPr>
        <p:spPr>
          <a:xfrm>
            <a:off x="6173926" y="1103313"/>
            <a:ext cx="5584687" cy="51292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7">
            <a:extLst>
              <a:ext uri="{FF2B5EF4-FFF2-40B4-BE49-F238E27FC236}">
                <ns2:creationId id="{AC1445B0-35E6-144B-ABE2-439E7DA6759A}"/>
              </a:ext>
            </a:extLst>
          </p:cNvPr>
          <p:cNvSpPr>
            <a:spLocks noGrp="1"/>
          </p:cNvSpPr>
          <p:nvPr>
            <p:ph type="pic" sz="quarter" idx="14"/>
          </p:nvPr>
        </p:nvSpPr>
        <p:spPr>
          <a:xfrm>
            <a:off x="317501" y="3747052"/>
            <a:ext cx="5584687" cy="2455279"/>
          </a:xfrm>
        </p:spPr>
        <p:txBody>
          <a:bodyPr/>
          <a:lstStyle/>
          <a:p>
            <a:endParaRPr lang="en-PE"/>
          </a:p>
        </p:txBody>
      </p:sp>
    </p:spTree>
    <p:extLst>
      <p:ext uri="{BB962C8B-B14F-4D97-AF65-F5344CB8AC3E}">
        <p14:creationId val="3212213227"/>
      </p:ext>
    </p:extLst>
  </p:cSld>
  <p:clrMapOvr>
    <a:masterClrMapping/>
  </p:clrMapOvr>
</p:sldLayout>
</file>

<file path=ppt/slideLayouts/slideLayout14.xml><?xml version="1.0" encoding="utf-8"?>
<p:sldLayout xmlns:a="http://schemas.openxmlformats.org/drawingml/2006/main" xmlns:p="http://schemas.openxmlformats.org/presentationml/2006/main" xmlns:p14="http://schemas.microsoft.com/office/powerpoint/2010/main" xmlns:p15="http://schemas.microsoft.com/office/powerpoint/2012/main" xmlns:r="http://schemas.openxmlformats.org/officeDocument/2006/relationships" showMasterSp="0" matchingName="Contraportada" preserve="1">
  <p:cSld name="Contraportada">
    <p:spTree>
      <p:nvGrpSpPr>
        <p:cNvPr id="1" name="Shape 103"/>
        <p:cNvGrpSpPr/>
        <p:nvPr/>
      </p:nvGrpSpPr>
      <p:grpSpPr>
        <a:xfrm>
          <a:off x="0" y="0"/>
          <a:ext cx="0" cy="0"/>
          <a:chOff x="0" y="0"/>
          <a:chExt cx="0" cy="0"/>
        </a:xfrm>
      </p:grpSpPr>
      <p:grpSp>
        <p:nvGrpSpPr>
          <p:cNvPr id="104" name="Google Shape;104;p53"/>
          <p:cNvGrpSpPr/>
          <p:nvPr/>
        </p:nvGrpSpPr>
        <p:grpSpPr>
          <a:xfrm>
            <a:off x="4312693" y="6088282"/>
            <a:ext cx="368855" cy="419678"/>
            <a:chOff x="1529350" y="258825"/>
            <a:chExt cx="423475" cy="481825"/>
          </a:xfrm>
        </p:grpSpPr>
        <p:sp>
          <p:nvSpPr>
            <p:cNvPr id="105" name="Google Shape;105;p53"/>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06" name="Google Shape;106;p53"/>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grpSp>
      <p:pic>
        <p:nvPicPr>
          <p:cNvPr id="107" name="Google Shape;107;p53"/>
          <p:cNvPicPr preferRelativeResize="0"/>
          <p:nvPr/>
        </p:nvPicPr>
        <p:blipFill rotWithShape="1">
          <a:blip r:embed="rId2">
            <a:alphaModFix/>
          </a:blip>
          <a:srcRect/>
          <a:stretch/>
        </p:blipFill>
        <p:spPr>
          <a:xfrm>
            <a:off x="4089679" y="1975757"/>
            <a:ext cx="4012643" cy="2445629"/>
          </a:xfrm>
          <a:prstGeom prst="rect">
            <a:avLst/>
          </a:prstGeom>
          <a:noFill/>
          <a:ln>
            <a:noFill/>
          </a:ln>
        </p:spPr>
      </p:pic>
      <p:grpSp>
        <p:nvGrpSpPr>
          <p:cNvPr id="108" name="Google Shape;108;p53"/>
          <p:cNvGrpSpPr/>
          <p:nvPr/>
        </p:nvGrpSpPr>
        <p:grpSpPr>
          <a:xfrm>
            <a:off x="437469" y="6107730"/>
            <a:ext cx="534042" cy="376166"/>
            <a:chOff x="-1199300" y="3279250"/>
            <a:chExt cx="293025" cy="206400"/>
          </a:xfrm>
        </p:grpSpPr>
        <p:sp>
          <p:nvSpPr>
            <p:cNvPr id="109" name="Google Shape;109;p53"/>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10" name="Google Shape;110;p53"/>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11" name="Google Shape;111;p53"/>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12" name="Google Shape;112;p53"/>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113" name="Google Shape;113;p53"/>
          <p:cNvGrpSpPr/>
          <p:nvPr/>
        </p:nvGrpSpPr>
        <p:grpSpPr>
          <a:xfrm>
            <a:off x="9775153" y="6094969"/>
            <a:ext cx="400230" cy="400230"/>
            <a:chOff x="4456875" y="1435075"/>
            <a:chExt cx="481825" cy="481825"/>
          </a:xfrm>
        </p:grpSpPr>
        <p:sp>
          <p:nvSpPr>
            <p:cNvPr id="114" name="Google Shape;114;p53"/>
            <p:cNvSpPr/>
            <p:nvPr/>
          </p:nvSpPr>
          <p:spPr>
            <a:xfrm>
              <a:off x="4624975" y="1465275"/>
              <a:ext cx="56650" cy="86000"/>
            </a:xfrm>
            <a:custGeom>
              <a:avLst/>
              <a:gdLst/>
              <a:ahLst/>
              <a:cxnLst/>
              <a:rect l="l" t="t" r="r" b="b"/>
              <a:pathLst>
                <a:path w="2266" h="3440" extrusionOk="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15" name="Google Shape;115;p53"/>
            <p:cNvSpPr/>
            <p:nvPr/>
          </p:nvSpPr>
          <p:spPr>
            <a:xfrm>
              <a:off x="4615275" y="1797425"/>
              <a:ext cx="66350" cy="89375"/>
            </a:xfrm>
            <a:custGeom>
              <a:avLst/>
              <a:gdLst/>
              <a:ahLst/>
              <a:cxnLst/>
              <a:rect l="l" t="t" r="r" b="b"/>
              <a:pathLst>
                <a:path w="2654" h="3575" extrusionOk="0">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16" name="Google Shape;116;p53"/>
            <p:cNvSpPr/>
            <p:nvPr/>
          </p:nvSpPr>
          <p:spPr>
            <a:xfrm>
              <a:off x="4583125" y="1547250"/>
              <a:ext cx="28250" cy="28250"/>
            </a:xfrm>
            <a:custGeom>
              <a:avLst/>
              <a:gdLst/>
              <a:ahLst/>
              <a:cxnLst/>
              <a:rect l="l" t="t" r="r" b="b"/>
              <a:pathLst>
                <a:path w="1130" h="1130" extrusionOk="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17" name="Google Shape;117;p53"/>
            <p:cNvSpPr/>
            <p:nvPr/>
          </p:nvSpPr>
          <p:spPr>
            <a:xfrm>
              <a:off x="4597950" y="1576075"/>
              <a:ext cx="83675" cy="87525"/>
            </a:xfrm>
            <a:custGeom>
              <a:avLst/>
              <a:gdLst/>
              <a:ahLst/>
              <a:cxnLst/>
              <a:rect l="l" t="t" r="r" b="b"/>
              <a:pathLst>
                <a:path w="3347" h="3501" extrusionOk="0">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18" name="Google Shape;118;p53"/>
            <p:cNvSpPr/>
            <p:nvPr/>
          </p:nvSpPr>
          <p:spPr>
            <a:xfrm>
              <a:off x="4597650" y="1692175"/>
              <a:ext cx="83975" cy="82450"/>
            </a:xfrm>
            <a:custGeom>
              <a:avLst/>
              <a:gdLst/>
              <a:ahLst/>
              <a:cxnLst/>
              <a:rect l="l" t="t" r="r" b="b"/>
              <a:pathLst>
                <a:path w="3359" h="3298" extrusionOk="0">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19" name="Google Shape;119;p53"/>
            <p:cNvSpPr/>
            <p:nvPr/>
          </p:nvSpPr>
          <p:spPr>
            <a:xfrm>
              <a:off x="4798050" y="1663575"/>
              <a:ext cx="28475" cy="28250"/>
            </a:xfrm>
            <a:custGeom>
              <a:avLst/>
              <a:gdLst/>
              <a:ahLst/>
              <a:cxnLst/>
              <a:rect l="l" t="t" r="r" b="b"/>
              <a:pathLst>
                <a:path w="1139" h="1130" extrusionOk="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0" name="Google Shape;120;p53"/>
            <p:cNvSpPr/>
            <p:nvPr/>
          </p:nvSpPr>
          <p:spPr>
            <a:xfrm>
              <a:off x="4710200" y="1435075"/>
              <a:ext cx="228500" cy="228525"/>
            </a:xfrm>
            <a:custGeom>
              <a:avLst/>
              <a:gdLst/>
              <a:ahLst/>
              <a:cxnLst/>
              <a:rect l="l" t="t" r="r" b="b"/>
              <a:pathLst>
                <a:path w="9140" h="9141" extrusionOk="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1" name="Google Shape;121;p53"/>
            <p:cNvSpPr/>
            <p:nvPr/>
          </p:nvSpPr>
          <p:spPr>
            <a:xfrm>
              <a:off x="4819200" y="1593475"/>
              <a:ext cx="89400" cy="70125"/>
            </a:xfrm>
            <a:custGeom>
              <a:avLst/>
              <a:gdLst/>
              <a:ahLst/>
              <a:cxnLst/>
              <a:rect l="l" t="t" r="r" b="b"/>
              <a:pathLst>
                <a:path w="3576" h="2805" extrusionOk="0">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2" name="Google Shape;122;p53"/>
            <p:cNvSpPr/>
            <p:nvPr/>
          </p:nvSpPr>
          <p:spPr>
            <a:xfrm>
              <a:off x="4819200" y="1692175"/>
              <a:ext cx="89475" cy="66275"/>
            </a:xfrm>
            <a:custGeom>
              <a:avLst/>
              <a:gdLst/>
              <a:ahLst/>
              <a:cxnLst/>
              <a:rect l="l" t="t" r="r" b="b"/>
              <a:pathLst>
                <a:path w="3579" h="2651" extrusionOk="0">
                  <a:moveTo>
                    <a:pt x="1317" y="0"/>
                  </a:moveTo>
                  <a:cubicBezTo>
                    <a:pt x="1133" y="500"/>
                    <a:pt x="727" y="883"/>
                    <a:pt x="215" y="1033"/>
                  </a:cubicBezTo>
                  <a:cubicBezTo>
                    <a:pt x="166" y="1593"/>
                    <a:pt x="94" y="2132"/>
                    <a:pt x="1" y="2650"/>
                  </a:cubicBezTo>
                  <a:cubicBezTo>
                    <a:pt x="1889" y="2030"/>
                    <a:pt x="3223" y="1078"/>
                    <a:pt x="3578"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3" name="Google Shape;123;p53"/>
            <p:cNvSpPr/>
            <p:nvPr/>
          </p:nvSpPr>
          <p:spPr>
            <a:xfrm>
              <a:off x="4456875" y="1691800"/>
              <a:ext cx="225125" cy="225100"/>
            </a:xfrm>
            <a:custGeom>
              <a:avLst/>
              <a:gdLst/>
              <a:ahLst/>
              <a:cxnLst/>
              <a:rect l="l" t="t" r="r" b="b"/>
              <a:pathLst>
                <a:path w="9005" h="9004" extrusionOk="0">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4" name="Google Shape;124;p53"/>
            <p:cNvSpPr/>
            <p:nvPr/>
          </p:nvSpPr>
          <p:spPr>
            <a:xfrm>
              <a:off x="4487000" y="1595125"/>
              <a:ext cx="88925" cy="68475"/>
            </a:xfrm>
            <a:custGeom>
              <a:avLst/>
              <a:gdLst/>
              <a:ahLst/>
              <a:cxnLst/>
              <a:rect l="l" t="t" r="r" b="b"/>
              <a:pathLst>
                <a:path w="3557" h="2739" extrusionOk="0">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5" name="Google Shape;125;p53"/>
            <p:cNvSpPr/>
            <p:nvPr/>
          </p:nvSpPr>
          <p:spPr>
            <a:xfrm>
              <a:off x="4486925" y="1692175"/>
              <a:ext cx="89450" cy="66350"/>
            </a:xfrm>
            <a:custGeom>
              <a:avLst/>
              <a:gdLst/>
              <a:ahLst/>
              <a:cxnLst/>
              <a:rect l="l" t="t" r="r" b="b"/>
              <a:pathLst>
                <a:path w="3578" h="2654" extrusionOk="0">
                  <a:moveTo>
                    <a:pt x="0" y="0"/>
                  </a:moveTo>
                  <a:cubicBezTo>
                    <a:pt x="352" y="1078"/>
                    <a:pt x="1689" y="2030"/>
                    <a:pt x="3578" y="2653"/>
                  </a:cubicBezTo>
                  <a:cubicBezTo>
                    <a:pt x="3418" y="1777"/>
                    <a:pt x="3325" y="889"/>
                    <a:pt x="3300"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6" name="Google Shape;126;p53"/>
            <p:cNvSpPr/>
            <p:nvPr/>
          </p:nvSpPr>
          <p:spPr>
            <a:xfrm>
              <a:off x="4456875" y="1435075"/>
              <a:ext cx="225125" cy="228525"/>
            </a:xfrm>
            <a:custGeom>
              <a:avLst/>
              <a:gdLst/>
              <a:ahLst/>
              <a:cxnLst/>
              <a:rect l="l" t="t" r="r" b="b"/>
              <a:pathLst>
                <a:path w="9005" h="9141" extrusionOk="0">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7" name="Google Shape;127;p53"/>
            <p:cNvSpPr/>
            <p:nvPr/>
          </p:nvSpPr>
          <p:spPr>
            <a:xfrm>
              <a:off x="4710200" y="1691800"/>
              <a:ext cx="228500" cy="225100"/>
            </a:xfrm>
            <a:custGeom>
              <a:avLst/>
              <a:gdLst/>
              <a:ahLst/>
              <a:cxnLst/>
              <a:rect l="l" t="t" r="r" b="b"/>
              <a:pathLst>
                <a:path w="9140" h="9004" extrusionOk="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8" name="Google Shape;128;p53"/>
            <p:cNvSpPr/>
            <p:nvPr/>
          </p:nvSpPr>
          <p:spPr>
            <a:xfrm>
              <a:off x="4710200" y="1465200"/>
              <a:ext cx="70025" cy="89375"/>
            </a:xfrm>
            <a:custGeom>
              <a:avLst/>
              <a:gdLst/>
              <a:ahLst/>
              <a:cxnLst/>
              <a:rect l="l" t="t" r="r" b="b"/>
              <a:pathLst>
                <a:path w="2801" h="3575" extrusionOk="0">
                  <a:moveTo>
                    <a:pt x="1" y="0"/>
                  </a:moveTo>
                  <a:lnTo>
                    <a:pt x="1" y="3298"/>
                  </a:lnTo>
                  <a:cubicBezTo>
                    <a:pt x="937" y="3328"/>
                    <a:pt x="1961" y="3421"/>
                    <a:pt x="2801" y="3575"/>
                  </a:cubicBezTo>
                  <a:cubicBezTo>
                    <a:pt x="2181" y="1687"/>
                    <a:pt x="1082" y="350"/>
                    <a:pt x="1"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29" name="Google Shape;129;p53"/>
            <p:cNvSpPr/>
            <p:nvPr/>
          </p:nvSpPr>
          <p:spPr>
            <a:xfrm>
              <a:off x="4710200" y="1575850"/>
              <a:ext cx="86150" cy="87750"/>
            </a:xfrm>
            <a:custGeom>
              <a:avLst/>
              <a:gdLst/>
              <a:ahLst/>
              <a:cxnLst/>
              <a:rect l="l" t="t" r="r" b="b"/>
              <a:pathLst>
                <a:path w="3446" h="3510" extrusionOk="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30" name="Google Shape;130;p53"/>
            <p:cNvSpPr/>
            <p:nvPr/>
          </p:nvSpPr>
          <p:spPr>
            <a:xfrm>
              <a:off x="4710200" y="1797500"/>
              <a:ext cx="70025" cy="89375"/>
            </a:xfrm>
            <a:custGeom>
              <a:avLst/>
              <a:gdLst/>
              <a:ahLst/>
              <a:cxnLst/>
              <a:rect l="l" t="t" r="r" b="b"/>
              <a:pathLst>
                <a:path w="2801" h="3575" extrusionOk="0">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31" name="Google Shape;131;p53"/>
            <p:cNvSpPr/>
            <p:nvPr/>
          </p:nvSpPr>
          <p:spPr>
            <a:xfrm>
              <a:off x="4681975" y="1776400"/>
              <a:ext cx="28250" cy="28350"/>
            </a:xfrm>
            <a:custGeom>
              <a:avLst/>
              <a:gdLst/>
              <a:ahLst/>
              <a:cxnLst/>
              <a:rect l="l" t="t" r="r" b="b"/>
              <a:pathLst>
                <a:path w="1130" h="1134" extrusionOk="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sp>
          <p:nvSpPr>
            <p:cNvPr id="132" name="Google Shape;132;p53"/>
            <p:cNvSpPr/>
            <p:nvPr/>
          </p:nvSpPr>
          <p:spPr>
            <a:xfrm>
              <a:off x="4710200" y="1692175"/>
              <a:ext cx="86150" cy="82450"/>
            </a:xfrm>
            <a:custGeom>
              <a:avLst/>
              <a:gdLst/>
              <a:ahLst/>
              <a:cxnLst/>
              <a:rect l="l" t="t" r="r" b="b"/>
              <a:pathLst>
                <a:path w="3446" h="3298" extrusionOk="0">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rgbClr val="081F5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435D74"/>
                </a:solidFill>
                <a:latin typeface="Arial"/>
                <a:ea typeface="Arial"/>
                <a:cs typeface="Arial"/>
                <a:sym typeface="Arial"/>
              </a:endParaRPr>
            </a:p>
          </p:txBody>
        </p:sp>
      </p:grpSp>
      <p:sp>
        <p:nvSpPr>
          <p:cNvPr id="133" name="Google Shape;133;p53"/>
          <p:cNvSpPr txBox="1">
            <a:spLocks noGrp="1"/>
          </p:cNvSpPr>
          <p:nvPr>
            <p:ph type="dt" idx="10"/>
          </p:nvPr>
        </p:nvSpPr>
        <p:spPr>
          <a:xfrm>
            <a:off x="991614" y="6123699"/>
            <a:ext cx="212306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081F5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34" name="Google Shape;134;p53"/>
          <p:cNvSpPr txBox="1">
            <a:spLocks noGrp="1"/>
          </p:cNvSpPr>
          <p:nvPr>
            <p:ph type="ftr" idx="11"/>
          </p:nvPr>
        </p:nvSpPr>
        <p:spPr>
          <a:xfrm>
            <a:off x="4343413" y="6131637"/>
            <a:ext cx="4393141" cy="35226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81F5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53"/>
          <p:cNvSpPr txBox="1">
            <a:spLocks noGrp="1"/>
          </p:cNvSpPr>
          <p:nvPr>
            <p:ph type="sldNum" idx="12"/>
          </p:nvPr>
        </p:nvSpPr>
        <p:spPr>
          <a:xfrm>
            <a:off x="10211563" y="6136013"/>
            <a:ext cx="1608962" cy="347884"/>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081F5C"/>
                </a:solidFill>
                <a:latin typeface="Arial"/>
                <a:ea typeface="Arial"/>
                <a:cs typeface="Arial"/>
                <a:sym typeface="Arial"/>
              </a:defRPr>
            </a:lvl9pPr>
          </a:lstStyle>
          <a:p>
            <a:pPr marL="0" lvl="0" indent="0" algn="l" rtl="0">
              <a:spcBef>
                <a:spcPts val="0"/>
              </a:spcBef>
              <a:spcAft>
                <a:spcPts val="0"/>
              </a:spcAft>
              <a:buNone/>
            </a:pPr>
            <a:r>
              <a:rPr lang="es-ES"/>
              <a:t>pulso.pucp.edu.pe</a:t>
            </a:r>
            <a:endParaRPr/>
          </a:p>
        </p:txBody>
      </p:sp>
      <p:cxnSp>
        <p:nvCxnSpPr>
          <p:cNvPr id="136" name="Google Shape;136;p53"/>
          <p:cNvCxnSpPr/>
          <p:nvPr/>
        </p:nvCxnSpPr>
        <p:spPr>
          <a:xfrm>
            <a:off x="0" y="6836140"/>
            <a:ext cx="12192000" cy="0"/>
          </a:xfrm>
          <a:prstGeom prst="straightConnector1">
            <a:avLst/>
          </a:prstGeom>
          <a:noFill/>
          <a:ln w="57150" cap="flat" cmpd="sng">
            <a:solidFill>
              <a:srgbClr val="CA5651"/>
            </a:solidFill>
            <a:prstDash val="solid"/>
            <a:miter lim="800000"/>
            <a:headEnd type="none" w="sm" len="sm"/>
            <a:tailEnd type="none" w="sm" len="sm"/>
          </a:ln>
        </p:spPr>
      </p:cxnSp>
    </p:spTree>
    <p:extLst>
      <p:ext uri="{BB962C8B-B14F-4D97-AF65-F5344CB8AC3E}">
        <p14:creationId val="808851633"/>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15.xml><?xml version="1.0" encoding="utf-8"?>
<p:sldLayout xmlns:a="http://schemas.openxmlformats.org/drawingml/2006/main" xmlns:ns2="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3_Índice" preserve="1" userDrawn="1">
  <p:cSld name="Indice">
    <p:bg>
      <p:bgPr>
        <a:solidFill>
          <a:srgbClr val="F2F2F2"/>
        </a:solidFill>
        <a:effectLst/>
      </p:bgPr>
    </p:bg>
    <p:spTree>
      <p:nvGrpSpPr>
        <p:cNvPr id="1" name="Shape 22"/>
        <p:cNvGrpSpPr/>
        <p:nvPr/>
      </p:nvGrpSpPr>
      <p:grpSpPr>
        <a:xfrm>
          <a:off x="0" y="0"/>
          <a:ext cx="0" cy="0"/>
          <a:chOff x="0" y="0"/>
          <a:chExt cx="0" cy="0"/>
        </a:xfrm>
      </p:grpSpPr>
      <p:grpSp>
        <p:nvGrpSpPr>
          <p:cNvPr id="88" name="Grupo 87">
            <a:extLst>
              <a:ext uri="{FF2B5EF4-FFF2-40B4-BE49-F238E27FC236}">
                <ns2:creationId id="{C8DC7646-E791-9F27-BA79-8929004D514B}"/>
              </a:ext>
            </a:extLst>
          </p:cNvPr>
          <p:cNvGrpSpPr/>
          <p:nvPr userDrawn="1"/>
        </p:nvGrpSpPr>
        <p:grpSpPr>
          <a:xfrm>
            <a:off x="0" y="-30822"/>
            <a:ext cx="12192000" cy="6888821"/>
            <a:chOff x="0" y="-30822"/>
            <a:chExt cx="12192000" cy="6888821"/>
          </a:xfrm>
        </p:grpSpPr>
        <p:grpSp>
          <p:nvGrpSpPr>
            <p:cNvPr id="85" name="Grupo 84">
              <a:extLst>
                <a:ext uri="{FF2B5EF4-FFF2-40B4-BE49-F238E27FC236}">
                  <ns2:creationId id="{8EB232BD-112B-5AB4-5630-4141328FD263}"/>
                </a:ext>
              </a:extLst>
            </p:cNvPr>
            <p:cNvGrpSpPr/>
            <p:nvPr userDrawn="1"/>
          </p:nvGrpSpPr>
          <p:grpSpPr>
            <a:xfrm>
              <a:off x="0" y="-30822"/>
              <a:ext cx="12192000" cy="6888821"/>
              <a:chOff x="0" y="-30822"/>
              <a:chExt cx="12192000" cy="6888821"/>
            </a:xfrm>
          </p:grpSpPr>
          <p:grpSp>
            <p:nvGrpSpPr>
              <p:cNvPr id="84" name="Grupo 83">
                <a:extLst>
                  <a:ext uri="{FF2B5EF4-FFF2-40B4-BE49-F238E27FC236}">
                    <ns2:creationId id="{B5F24069-AAA5-AE58-1308-4351580F56DD}"/>
                  </a:ext>
                </a:extLst>
              </p:cNvPr>
              <p:cNvGrpSpPr/>
              <p:nvPr userDrawn="1"/>
            </p:nvGrpSpPr>
            <p:grpSpPr>
              <a:xfrm>
                <a:off x="0" y="-30822"/>
                <a:ext cx="12192000" cy="6888821"/>
                <a:chOff x="0" y="-30822"/>
                <a:chExt cx="12192000" cy="6888821"/>
              </a:xfrm>
            </p:grpSpPr>
            <p:sp>
              <p:nvSpPr>
                <p:cNvPr id="74" name="Rectángulo 73">
                  <a:extLst>
                    <a:ext uri="{FF2B5EF4-FFF2-40B4-BE49-F238E27FC236}">
                      <ns2:creationId id="{4DAEADB5-BD80-B4E0-C93E-F551DF1C267A}"/>
                    </a:ext>
                  </a:extLst>
                </p:cNvPr>
                <p:cNvSpPr/>
                <p:nvPr userDrawn="1"/>
              </p:nvSpPr>
              <p:spPr>
                <a:xfrm>
                  <a:off x="0" y="0"/>
                  <a:ext cx="12192000" cy="6857999"/>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83" name="Grupo 82">
                  <a:extLst>
                    <a:ext uri="{FF2B5EF4-FFF2-40B4-BE49-F238E27FC236}">
                      <ns2:creationId id="{0F389C32-6385-A385-B044-AF13FCBBF525}"/>
                    </a:ext>
                  </a:extLst>
                </p:cNvPr>
                <p:cNvGrpSpPr/>
                <p:nvPr userDrawn="1"/>
              </p:nvGrpSpPr>
              <p:grpSpPr>
                <a:xfrm>
                  <a:off x="519448" y="-30822"/>
                  <a:ext cx="10282220" cy="5077733"/>
                  <a:chOff x="519448" y="-30822"/>
                  <a:chExt cx="10282220" cy="5077733"/>
                </a:xfrm>
              </p:grpSpPr>
              <p:grpSp>
                <p:nvGrpSpPr>
                  <p:cNvPr id="78" name="Grupo 77">
                    <a:extLst>
                      <a:ext uri="{FF2B5EF4-FFF2-40B4-BE49-F238E27FC236}">
                        <ns2:creationId id="{85CC3AB5-5C01-EFBA-25B6-2F16CAD812EF}"/>
                      </a:ext>
                    </a:extLst>
                  </p:cNvPr>
                  <p:cNvGrpSpPr/>
                  <p:nvPr userDrawn="1"/>
                </p:nvGrpSpPr>
                <p:grpSpPr>
                  <a:xfrm>
                    <a:off x="2963755" y="-19664"/>
                    <a:ext cx="1097464" cy="5066575"/>
                    <a:chOff x="2963755" y="-19664"/>
                    <a:chExt cx="1097464" cy="5066575"/>
                  </a:xfrm>
                </p:grpSpPr>
                <p:sp>
                  <p:nvSpPr>
                    <p:cNvPr id="33" name="Google Shape;33;p47"/>
                    <p:cNvSpPr/>
                    <p:nvPr/>
                  </p:nvSpPr>
                  <p:spPr>
                    <a:xfrm flipH="1">
                      <a:off x="3484680" y="-19664"/>
                      <a:ext cx="56084" cy="3572536"/>
                    </a:xfrm>
                    <a:custGeom>
                      <a:avLst/>
                      <a:gdLst/>
                      <a:ahLst/>
                      <a:cxnLst/>
                      <a:rect l="l" t="t" r="r" b="b"/>
                      <a:pathLst>
                        <a:path w="2869" h="194507" extrusionOk="0">
                          <a:moveTo>
                            <a:pt x="0" y="0"/>
                          </a:moveTo>
                          <a:lnTo>
                            <a:pt x="0" y="194506"/>
                          </a:lnTo>
                          <a:lnTo>
                            <a:pt x="2869" y="194506"/>
                          </a:lnTo>
                          <a:lnTo>
                            <a:pt x="2869" y="0"/>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34" name="Google Shape;34;p47"/>
                    <p:cNvSpPr/>
                    <p:nvPr/>
                  </p:nvSpPr>
                  <p:spPr>
                    <a:xfrm flipH="1">
                      <a:off x="2963755" y="3962040"/>
                      <a:ext cx="1097464" cy="1084871"/>
                    </a:xfrm>
                    <a:custGeom>
                      <a:avLst/>
                      <a:gdLst/>
                      <a:ahLst/>
                      <a:cxnLst/>
                      <a:rect l="l" t="t" r="r" b="b"/>
                      <a:pathLst>
                        <a:path w="56141" h="66348" extrusionOk="0">
                          <a:moveTo>
                            <a:pt x="3937" y="25252"/>
                          </a:moveTo>
                          <a:cubicBezTo>
                            <a:pt x="1435" y="29321"/>
                            <a:pt x="0" y="34058"/>
                            <a:pt x="0" y="39128"/>
                          </a:cubicBezTo>
                          <a:cubicBezTo>
                            <a:pt x="0" y="54173"/>
                            <a:pt x="12543" y="66348"/>
                            <a:pt x="28054" y="66348"/>
                          </a:cubicBezTo>
                          <a:cubicBezTo>
                            <a:pt x="43565" y="66348"/>
                            <a:pt x="56141" y="54173"/>
                            <a:pt x="56141" y="39128"/>
                          </a:cubicBezTo>
                          <a:cubicBezTo>
                            <a:pt x="56141" y="34058"/>
                            <a:pt x="54673" y="29288"/>
                            <a:pt x="52171" y="25252"/>
                          </a:cubicBezTo>
                          <a:lnTo>
                            <a:pt x="52271" y="25252"/>
                          </a:lnTo>
                          <a:cubicBezTo>
                            <a:pt x="40763" y="7939"/>
                            <a:pt x="41964" y="0"/>
                            <a:pt x="41964" y="0"/>
                          </a:cubicBezTo>
                          <a:lnTo>
                            <a:pt x="28054" y="0"/>
                          </a:lnTo>
                          <a:lnTo>
                            <a:pt x="14177" y="0"/>
                          </a:lnTo>
                          <a:cubicBezTo>
                            <a:pt x="14177" y="0"/>
                            <a:pt x="15378" y="7939"/>
                            <a:pt x="3837" y="25252"/>
                          </a:cubicBezTo>
                          <a:close/>
                        </a:path>
                      </a:pathLst>
                    </a:custGeom>
                    <a:solidFill>
                      <a:srgbClr val="7594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35" name="Google Shape;35;p47"/>
                    <p:cNvSpPr/>
                    <p:nvPr/>
                  </p:nvSpPr>
                  <p:spPr>
                    <a:xfrm flipH="1">
                      <a:off x="3240845" y="3680554"/>
                      <a:ext cx="543190" cy="281454"/>
                    </a:xfrm>
                    <a:custGeom>
                      <a:avLst/>
                      <a:gdLst/>
                      <a:ahLst/>
                      <a:cxnLst/>
                      <a:rect l="l" t="t" r="r" b="b"/>
                      <a:pathLst>
                        <a:path w="27787" h="17213" extrusionOk="0">
                          <a:moveTo>
                            <a:pt x="13877" y="17212"/>
                          </a:moveTo>
                          <a:lnTo>
                            <a:pt x="13877" y="17212"/>
                          </a:lnTo>
                          <a:lnTo>
                            <a:pt x="27787" y="17212"/>
                          </a:lnTo>
                          <a:lnTo>
                            <a:pt x="27787" y="5738"/>
                          </a:lnTo>
                          <a:lnTo>
                            <a:pt x="24017" y="0"/>
                          </a:lnTo>
                          <a:lnTo>
                            <a:pt x="13877" y="0"/>
                          </a:lnTo>
                          <a:lnTo>
                            <a:pt x="13877" y="0"/>
                          </a:lnTo>
                          <a:lnTo>
                            <a:pt x="3770" y="0"/>
                          </a:lnTo>
                          <a:lnTo>
                            <a:pt x="0" y="5738"/>
                          </a:lnTo>
                          <a:lnTo>
                            <a:pt x="0" y="17212"/>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36" name="Google Shape;36;p47"/>
                    <p:cNvSpPr/>
                    <p:nvPr/>
                  </p:nvSpPr>
                  <p:spPr>
                    <a:xfrm flipH="1">
                      <a:off x="3196517" y="3521249"/>
                      <a:ext cx="632526" cy="405282"/>
                    </a:xfrm>
                    <a:custGeom>
                      <a:avLst/>
                      <a:gdLst/>
                      <a:ahLst/>
                      <a:cxnLst/>
                      <a:rect l="l" t="t" r="r" b="b"/>
                      <a:pathLst>
                        <a:path w="32357" h="24786" extrusionOk="0">
                          <a:moveTo>
                            <a:pt x="32357" y="24785"/>
                          </a:moveTo>
                          <a:lnTo>
                            <a:pt x="1" y="24785"/>
                          </a:lnTo>
                          <a:lnTo>
                            <a:pt x="1" y="10342"/>
                          </a:lnTo>
                          <a:cubicBezTo>
                            <a:pt x="1" y="4637"/>
                            <a:pt x="4637" y="1"/>
                            <a:pt x="10341" y="1"/>
                          </a:cubicBezTo>
                          <a:lnTo>
                            <a:pt x="22016" y="1"/>
                          </a:lnTo>
                          <a:cubicBezTo>
                            <a:pt x="27754" y="1"/>
                            <a:pt x="32357" y="4637"/>
                            <a:pt x="32357" y="10342"/>
                          </a:cubicBezTo>
                          <a:lnTo>
                            <a:pt x="32357" y="24785"/>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37" name="Google Shape;37;p47"/>
                    <p:cNvSpPr/>
                    <p:nvPr/>
                  </p:nvSpPr>
                  <p:spPr>
                    <a:xfrm flipH="1">
                      <a:off x="3182951" y="4347319"/>
                      <a:ext cx="696408" cy="405284"/>
                    </a:xfrm>
                    <a:custGeom>
                      <a:avLst/>
                      <a:gdLst/>
                      <a:ahLst/>
                      <a:cxnLst/>
                      <a:rect l="l" t="t" r="r" b="b"/>
                      <a:pathLst>
                        <a:path w="17213" h="11976" extrusionOk="0">
                          <a:moveTo>
                            <a:pt x="17213" y="5238"/>
                          </a:moveTo>
                          <a:cubicBezTo>
                            <a:pt x="16445" y="11976"/>
                            <a:pt x="10041" y="10475"/>
                            <a:pt x="8807" y="5571"/>
                          </a:cubicBezTo>
                          <a:cubicBezTo>
                            <a:pt x="8740" y="5571"/>
                            <a:pt x="8673" y="5538"/>
                            <a:pt x="8606" y="5538"/>
                          </a:cubicBezTo>
                          <a:cubicBezTo>
                            <a:pt x="8540" y="5538"/>
                            <a:pt x="8473" y="5571"/>
                            <a:pt x="8406" y="5571"/>
                          </a:cubicBezTo>
                          <a:cubicBezTo>
                            <a:pt x="7172" y="10441"/>
                            <a:pt x="767" y="11976"/>
                            <a:pt x="0" y="5238"/>
                          </a:cubicBezTo>
                          <a:cubicBezTo>
                            <a:pt x="334" y="4604"/>
                            <a:pt x="467" y="4270"/>
                            <a:pt x="834" y="4170"/>
                          </a:cubicBezTo>
                          <a:cubicBezTo>
                            <a:pt x="1935" y="2936"/>
                            <a:pt x="3836" y="1"/>
                            <a:pt x="5471" y="2002"/>
                          </a:cubicBezTo>
                          <a:cubicBezTo>
                            <a:pt x="6038" y="2703"/>
                            <a:pt x="5571" y="2869"/>
                            <a:pt x="5171" y="2502"/>
                          </a:cubicBezTo>
                          <a:cubicBezTo>
                            <a:pt x="4070" y="1302"/>
                            <a:pt x="3069" y="3170"/>
                            <a:pt x="2502" y="4170"/>
                          </a:cubicBezTo>
                          <a:lnTo>
                            <a:pt x="8006" y="4170"/>
                          </a:lnTo>
                          <a:lnTo>
                            <a:pt x="8606" y="4170"/>
                          </a:lnTo>
                          <a:lnTo>
                            <a:pt x="9240" y="4170"/>
                          </a:lnTo>
                          <a:lnTo>
                            <a:pt x="14711" y="4170"/>
                          </a:lnTo>
                          <a:cubicBezTo>
                            <a:pt x="14144" y="3170"/>
                            <a:pt x="13110" y="1302"/>
                            <a:pt x="12009" y="2502"/>
                          </a:cubicBezTo>
                          <a:cubicBezTo>
                            <a:pt x="11642" y="2869"/>
                            <a:pt x="11175" y="2703"/>
                            <a:pt x="11742" y="2002"/>
                          </a:cubicBezTo>
                          <a:cubicBezTo>
                            <a:pt x="13376" y="34"/>
                            <a:pt x="15278" y="2903"/>
                            <a:pt x="16379" y="4170"/>
                          </a:cubicBezTo>
                          <a:cubicBezTo>
                            <a:pt x="16746" y="4237"/>
                            <a:pt x="16879" y="4604"/>
                            <a:pt x="17213" y="5238"/>
                          </a:cubicBezTo>
                          <a:close/>
                          <a:moveTo>
                            <a:pt x="7572" y="4904"/>
                          </a:moveTo>
                          <a:lnTo>
                            <a:pt x="1435" y="4904"/>
                          </a:lnTo>
                          <a:lnTo>
                            <a:pt x="1435" y="4904"/>
                          </a:lnTo>
                          <a:cubicBezTo>
                            <a:pt x="1401" y="4904"/>
                            <a:pt x="1335" y="4904"/>
                            <a:pt x="1301" y="4937"/>
                          </a:cubicBezTo>
                          <a:cubicBezTo>
                            <a:pt x="1201" y="4971"/>
                            <a:pt x="1034" y="5304"/>
                            <a:pt x="934" y="5505"/>
                          </a:cubicBezTo>
                          <a:cubicBezTo>
                            <a:pt x="1134" y="6972"/>
                            <a:pt x="1768" y="8740"/>
                            <a:pt x="3403" y="9007"/>
                          </a:cubicBezTo>
                          <a:cubicBezTo>
                            <a:pt x="4337" y="9140"/>
                            <a:pt x="5271" y="8774"/>
                            <a:pt x="5971" y="8173"/>
                          </a:cubicBezTo>
                          <a:cubicBezTo>
                            <a:pt x="6905" y="7406"/>
                            <a:pt x="7406" y="6338"/>
                            <a:pt x="7606" y="5171"/>
                          </a:cubicBezTo>
                          <a:cubicBezTo>
                            <a:pt x="7639" y="5004"/>
                            <a:pt x="7706" y="4904"/>
                            <a:pt x="7572" y="4904"/>
                          </a:cubicBezTo>
                          <a:close/>
                          <a:moveTo>
                            <a:pt x="9674" y="4904"/>
                          </a:moveTo>
                          <a:cubicBezTo>
                            <a:pt x="9540" y="4904"/>
                            <a:pt x="9574" y="5004"/>
                            <a:pt x="9607" y="5171"/>
                          </a:cubicBezTo>
                          <a:cubicBezTo>
                            <a:pt x="9807" y="6338"/>
                            <a:pt x="10341" y="7406"/>
                            <a:pt x="11275" y="8173"/>
                          </a:cubicBezTo>
                          <a:cubicBezTo>
                            <a:pt x="11975" y="8774"/>
                            <a:pt x="12876" y="9140"/>
                            <a:pt x="13810" y="9007"/>
                          </a:cubicBezTo>
                          <a:cubicBezTo>
                            <a:pt x="15445" y="8740"/>
                            <a:pt x="16078" y="6972"/>
                            <a:pt x="16279" y="5505"/>
                          </a:cubicBezTo>
                          <a:cubicBezTo>
                            <a:pt x="16178" y="5304"/>
                            <a:pt x="16012" y="5004"/>
                            <a:pt x="15912" y="4937"/>
                          </a:cubicBezTo>
                          <a:cubicBezTo>
                            <a:pt x="15878" y="4904"/>
                            <a:pt x="15812" y="4904"/>
                            <a:pt x="15778" y="4904"/>
                          </a:cubicBezTo>
                          <a:lnTo>
                            <a:pt x="15778" y="4904"/>
                          </a:lnTo>
                          <a:lnTo>
                            <a:pt x="9674" y="4904"/>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grpSp>
                <p:nvGrpSpPr>
                  <p:cNvPr id="77" name="Grupo 76">
                    <a:extLst>
                      <a:ext uri="{FF2B5EF4-FFF2-40B4-BE49-F238E27FC236}">
                        <ns2:creationId id="{7585FE78-9191-1F4E-E077-18CBBD6214A8}"/>
                      </a:ext>
                    </a:extLst>
                  </p:cNvPr>
                  <p:cNvGrpSpPr/>
                  <p:nvPr userDrawn="1"/>
                </p:nvGrpSpPr>
                <p:grpSpPr>
                  <a:xfrm>
                    <a:off x="2152406" y="-30822"/>
                    <a:ext cx="1000065" cy="3308215"/>
                    <a:chOff x="2152406" y="-30822"/>
                    <a:chExt cx="1000065" cy="3308215"/>
                  </a:xfrm>
                </p:grpSpPr>
                <p:sp>
                  <p:nvSpPr>
                    <p:cNvPr id="39" name="Google Shape;39;p47"/>
                    <p:cNvSpPr/>
                    <p:nvPr/>
                  </p:nvSpPr>
                  <p:spPr>
                    <a:xfrm flipH="1">
                      <a:off x="2626488" y="-30822"/>
                      <a:ext cx="51712" cy="1801166"/>
                    </a:xfrm>
                    <a:custGeom>
                      <a:avLst/>
                      <a:gdLst/>
                      <a:ahLst/>
                      <a:cxnLst/>
                      <a:rect l="l" t="t" r="r" b="b"/>
                      <a:pathLst>
                        <a:path w="2903" h="101407" extrusionOk="0">
                          <a:moveTo>
                            <a:pt x="1" y="1"/>
                          </a:moveTo>
                          <a:lnTo>
                            <a:pt x="1" y="101407"/>
                          </a:lnTo>
                          <a:lnTo>
                            <a:pt x="2903" y="101407"/>
                          </a:lnTo>
                          <a:lnTo>
                            <a:pt x="2903" y="1"/>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40" name="Google Shape;40;p47"/>
                    <p:cNvSpPr/>
                    <p:nvPr/>
                  </p:nvSpPr>
                  <p:spPr>
                    <a:xfrm flipH="1">
                      <a:off x="2152406" y="2121636"/>
                      <a:ext cx="1000065" cy="1155757"/>
                    </a:xfrm>
                    <a:custGeom>
                      <a:avLst/>
                      <a:gdLst/>
                      <a:ahLst/>
                      <a:cxnLst/>
                      <a:rect l="l" t="t" r="r" b="b"/>
                      <a:pathLst>
                        <a:path w="56141" h="66348" extrusionOk="0">
                          <a:moveTo>
                            <a:pt x="3937" y="25252"/>
                          </a:moveTo>
                          <a:cubicBezTo>
                            <a:pt x="1435" y="29321"/>
                            <a:pt x="1" y="34058"/>
                            <a:pt x="1" y="39128"/>
                          </a:cubicBezTo>
                          <a:cubicBezTo>
                            <a:pt x="1" y="54173"/>
                            <a:pt x="12543" y="66348"/>
                            <a:pt x="28054" y="66348"/>
                          </a:cubicBezTo>
                          <a:cubicBezTo>
                            <a:pt x="43565" y="66348"/>
                            <a:pt x="56141" y="54173"/>
                            <a:pt x="56141" y="39128"/>
                          </a:cubicBezTo>
                          <a:cubicBezTo>
                            <a:pt x="56141" y="34058"/>
                            <a:pt x="54673" y="29321"/>
                            <a:pt x="52171" y="25252"/>
                          </a:cubicBezTo>
                          <a:lnTo>
                            <a:pt x="52305" y="25252"/>
                          </a:lnTo>
                          <a:cubicBezTo>
                            <a:pt x="40763" y="7939"/>
                            <a:pt x="41964" y="0"/>
                            <a:pt x="41964" y="0"/>
                          </a:cubicBezTo>
                          <a:lnTo>
                            <a:pt x="28054" y="0"/>
                          </a:lnTo>
                          <a:lnTo>
                            <a:pt x="14178" y="0"/>
                          </a:lnTo>
                          <a:cubicBezTo>
                            <a:pt x="14178" y="0"/>
                            <a:pt x="15378" y="7939"/>
                            <a:pt x="3837" y="25252"/>
                          </a:cubicBezTo>
                          <a:close/>
                        </a:path>
                      </a:pathLst>
                    </a:custGeom>
                    <a:solidFill>
                      <a:srgbClr val="E4A34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41" name="Google Shape;41;p47"/>
                    <p:cNvSpPr/>
                    <p:nvPr/>
                  </p:nvSpPr>
                  <p:spPr>
                    <a:xfrm flipH="1">
                      <a:off x="2404905" y="1821756"/>
                      <a:ext cx="494983" cy="299844"/>
                    </a:xfrm>
                    <a:custGeom>
                      <a:avLst/>
                      <a:gdLst/>
                      <a:ahLst/>
                      <a:cxnLst/>
                      <a:rect l="l" t="t" r="r" b="b"/>
                      <a:pathLst>
                        <a:path w="27787" h="17213" extrusionOk="0">
                          <a:moveTo>
                            <a:pt x="13877" y="17212"/>
                          </a:moveTo>
                          <a:lnTo>
                            <a:pt x="13877" y="17212"/>
                          </a:lnTo>
                          <a:lnTo>
                            <a:pt x="27787" y="17212"/>
                          </a:lnTo>
                          <a:lnTo>
                            <a:pt x="27787" y="5738"/>
                          </a:lnTo>
                          <a:lnTo>
                            <a:pt x="24018" y="0"/>
                          </a:lnTo>
                          <a:lnTo>
                            <a:pt x="13877" y="0"/>
                          </a:lnTo>
                          <a:lnTo>
                            <a:pt x="13877" y="0"/>
                          </a:lnTo>
                          <a:lnTo>
                            <a:pt x="3770" y="0"/>
                          </a:lnTo>
                          <a:lnTo>
                            <a:pt x="1" y="5738"/>
                          </a:lnTo>
                          <a:lnTo>
                            <a:pt x="1" y="17212"/>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42" name="Google Shape;42;p47"/>
                    <p:cNvSpPr/>
                    <p:nvPr/>
                  </p:nvSpPr>
                  <p:spPr>
                    <a:xfrm flipH="1">
                      <a:off x="2364493" y="1652635"/>
                      <a:ext cx="576408" cy="431746"/>
                    </a:xfrm>
                    <a:custGeom>
                      <a:avLst/>
                      <a:gdLst/>
                      <a:ahLst/>
                      <a:cxnLst/>
                      <a:rect l="l" t="t" r="r" b="b"/>
                      <a:pathLst>
                        <a:path w="32358" h="24785" extrusionOk="0">
                          <a:moveTo>
                            <a:pt x="32357" y="24785"/>
                          </a:moveTo>
                          <a:lnTo>
                            <a:pt x="1" y="24785"/>
                          </a:lnTo>
                          <a:lnTo>
                            <a:pt x="1" y="10308"/>
                          </a:lnTo>
                          <a:cubicBezTo>
                            <a:pt x="1" y="4603"/>
                            <a:pt x="4638" y="0"/>
                            <a:pt x="10342" y="0"/>
                          </a:cubicBezTo>
                          <a:lnTo>
                            <a:pt x="22050" y="0"/>
                          </a:lnTo>
                          <a:cubicBezTo>
                            <a:pt x="27754" y="0"/>
                            <a:pt x="32357" y="4603"/>
                            <a:pt x="32357" y="10308"/>
                          </a:cubicBezTo>
                          <a:lnTo>
                            <a:pt x="32357" y="24785"/>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nvGrpSpPr>
                    <p:cNvPr id="43" name="Google Shape;43;p47"/>
                    <p:cNvGrpSpPr/>
                    <p:nvPr/>
                  </p:nvGrpSpPr>
                  <p:grpSpPr>
                    <a:xfrm flipH="1">
                      <a:off x="2365776" y="2607516"/>
                      <a:ext cx="593635" cy="330320"/>
                      <a:chOff x="4982311" y="5560895"/>
                      <a:chExt cx="247738" cy="140954"/>
                    </a:xfrm>
                  </p:grpSpPr>
                  <p:sp>
                    <p:nvSpPr>
                      <p:cNvPr id="44" name="Google Shape;44;p47"/>
                      <p:cNvSpPr/>
                      <p:nvPr/>
                    </p:nvSpPr>
                    <p:spPr>
                      <a:xfrm>
                        <a:off x="5053027" y="5560895"/>
                        <a:ext cx="106305" cy="140954"/>
                      </a:xfrm>
                      <a:custGeom>
                        <a:avLst/>
                        <a:gdLst/>
                        <a:ahLst/>
                        <a:cxnLst/>
                        <a:rect l="l" t="t" r="r" b="b"/>
                        <a:pathLst>
                          <a:path w="7873" h="10441" extrusionOk="0">
                            <a:moveTo>
                              <a:pt x="3102" y="4904"/>
                            </a:moveTo>
                            <a:cubicBezTo>
                              <a:pt x="1334" y="5437"/>
                              <a:pt x="0" y="7572"/>
                              <a:pt x="0" y="10141"/>
                            </a:cubicBezTo>
                            <a:cubicBezTo>
                              <a:pt x="0" y="10241"/>
                              <a:pt x="0" y="10341"/>
                              <a:pt x="0" y="10441"/>
                            </a:cubicBezTo>
                            <a:lnTo>
                              <a:pt x="7872" y="10441"/>
                            </a:lnTo>
                            <a:cubicBezTo>
                              <a:pt x="7872" y="10341"/>
                              <a:pt x="7872" y="10241"/>
                              <a:pt x="7872" y="10141"/>
                            </a:cubicBezTo>
                            <a:cubicBezTo>
                              <a:pt x="7872" y="7572"/>
                              <a:pt x="6538" y="5437"/>
                              <a:pt x="4770" y="4904"/>
                            </a:cubicBezTo>
                            <a:cubicBezTo>
                              <a:pt x="5771" y="4570"/>
                              <a:pt x="6505" y="3636"/>
                              <a:pt x="6505" y="2535"/>
                            </a:cubicBezTo>
                            <a:cubicBezTo>
                              <a:pt x="6505" y="1134"/>
                              <a:pt x="5371" y="0"/>
                              <a:pt x="3936" y="0"/>
                            </a:cubicBezTo>
                            <a:cubicBezTo>
                              <a:pt x="2502" y="0"/>
                              <a:pt x="1334" y="1134"/>
                              <a:pt x="1334" y="2535"/>
                            </a:cubicBezTo>
                            <a:cubicBezTo>
                              <a:pt x="1368" y="3636"/>
                              <a:pt x="2102" y="4570"/>
                              <a:pt x="3102" y="4904"/>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45" name="Google Shape;45;p47"/>
                      <p:cNvSpPr/>
                      <p:nvPr/>
                    </p:nvSpPr>
                    <p:spPr>
                      <a:xfrm>
                        <a:off x="4982311" y="5572142"/>
                        <a:ext cx="77923" cy="118449"/>
                      </a:xfrm>
                      <a:custGeom>
                        <a:avLst/>
                        <a:gdLst/>
                        <a:ahLst/>
                        <a:cxnLst/>
                        <a:rect l="l" t="t" r="r" b="b"/>
                        <a:pathLst>
                          <a:path w="5771" h="8774" extrusionOk="0">
                            <a:moveTo>
                              <a:pt x="2602" y="4137"/>
                            </a:moveTo>
                            <a:cubicBezTo>
                              <a:pt x="1101" y="4571"/>
                              <a:pt x="0" y="6372"/>
                              <a:pt x="0" y="8540"/>
                            </a:cubicBezTo>
                            <a:cubicBezTo>
                              <a:pt x="0" y="8607"/>
                              <a:pt x="0" y="8707"/>
                              <a:pt x="0" y="8774"/>
                            </a:cubicBezTo>
                            <a:lnTo>
                              <a:pt x="4737" y="8774"/>
                            </a:lnTo>
                            <a:cubicBezTo>
                              <a:pt x="4803" y="7673"/>
                              <a:pt x="5104" y="6606"/>
                              <a:pt x="5671" y="5672"/>
                            </a:cubicBezTo>
                            <a:lnTo>
                              <a:pt x="5771" y="5505"/>
                            </a:lnTo>
                            <a:cubicBezTo>
                              <a:pt x="5304" y="4838"/>
                              <a:pt x="4703" y="4337"/>
                              <a:pt x="4003" y="4137"/>
                            </a:cubicBezTo>
                            <a:cubicBezTo>
                              <a:pt x="4870" y="3837"/>
                              <a:pt x="5471" y="3070"/>
                              <a:pt x="5471" y="2136"/>
                            </a:cubicBezTo>
                            <a:cubicBezTo>
                              <a:pt x="5471" y="935"/>
                              <a:pt x="4503" y="1"/>
                              <a:pt x="3302" y="1"/>
                            </a:cubicBezTo>
                            <a:cubicBezTo>
                              <a:pt x="2102" y="1"/>
                              <a:pt x="1134" y="935"/>
                              <a:pt x="1134" y="2136"/>
                            </a:cubicBezTo>
                            <a:cubicBezTo>
                              <a:pt x="1134" y="3036"/>
                              <a:pt x="1735" y="3837"/>
                              <a:pt x="2602" y="4137"/>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46" name="Google Shape;46;p47"/>
                      <p:cNvSpPr/>
                      <p:nvPr/>
                    </p:nvSpPr>
                    <p:spPr>
                      <a:xfrm>
                        <a:off x="5152113" y="5572142"/>
                        <a:ext cx="77936" cy="118449"/>
                      </a:xfrm>
                      <a:custGeom>
                        <a:avLst/>
                        <a:gdLst/>
                        <a:ahLst/>
                        <a:cxnLst/>
                        <a:rect l="l" t="t" r="r" b="b"/>
                        <a:pathLst>
                          <a:path w="5772" h="8774" extrusionOk="0">
                            <a:moveTo>
                              <a:pt x="1769" y="4137"/>
                            </a:moveTo>
                            <a:cubicBezTo>
                              <a:pt x="1068" y="4337"/>
                              <a:pt x="468" y="4838"/>
                              <a:pt x="1" y="5505"/>
                            </a:cubicBezTo>
                            <a:lnTo>
                              <a:pt x="101" y="5672"/>
                            </a:lnTo>
                            <a:cubicBezTo>
                              <a:pt x="668" y="6606"/>
                              <a:pt x="968" y="7673"/>
                              <a:pt x="1035" y="8774"/>
                            </a:cubicBezTo>
                            <a:lnTo>
                              <a:pt x="5771" y="8774"/>
                            </a:lnTo>
                            <a:cubicBezTo>
                              <a:pt x="5771" y="8707"/>
                              <a:pt x="5771" y="8607"/>
                              <a:pt x="5771" y="8540"/>
                            </a:cubicBezTo>
                            <a:cubicBezTo>
                              <a:pt x="5771" y="6372"/>
                              <a:pt x="4671" y="4571"/>
                              <a:pt x="3170" y="4137"/>
                            </a:cubicBezTo>
                            <a:cubicBezTo>
                              <a:pt x="4037" y="3837"/>
                              <a:pt x="4637" y="3070"/>
                              <a:pt x="4637" y="2136"/>
                            </a:cubicBezTo>
                            <a:cubicBezTo>
                              <a:pt x="4637" y="935"/>
                              <a:pt x="3670" y="1"/>
                              <a:pt x="2469" y="1"/>
                            </a:cubicBezTo>
                            <a:cubicBezTo>
                              <a:pt x="1268" y="1"/>
                              <a:pt x="301" y="935"/>
                              <a:pt x="301" y="2136"/>
                            </a:cubicBezTo>
                            <a:cubicBezTo>
                              <a:pt x="301" y="3036"/>
                              <a:pt x="901" y="3837"/>
                              <a:pt x="1769" y="4137"/>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grpSp>
              <p:grpSp>
                <p:nvGrpSpPr>
                  <p:cNvPr id="76" name="Grupo 75">
                    <a:extLst>
                      <a:ext uri="{FF2B5EF4-FFF2-40B4-BE49-F238E27FC236}">
                        <ns2:creationId id="{68430AA9-969E-B49C-1E01-7021AE3D77D9}"/>
                      </a:ext>
                    </a:extLst>
                  </p:cNvPr>
                  <p:cNvGrpSpPr/>
                  <p:nvPr userDrawn="1"/>
                </p:nvGrpSpPr>
                <p:grpSpPr>
                  <a:xfrm>
                    <a:off x="1409182" y="-19665"/>
                    <a:ext cx="1097444" cy="4918981"/>
                    <a:chOff x="1409182" y="-19665"/>
                    <a:chExt cx="1097444" cy="4918981"/>
                  </a:xfrm>
                </p:grpSpPr>
                <p:sp>
                  <p:nvSpPr>
                    <p:cNvPr id="48" name="Google Shape;48;p47"/>
                    <p:cNvSpPr/>
                    <p:nvPr/>
                  </p:nvSpPr>
                  <p:spPr>
                    <a:xfrm flipH="1">
                      <a:off x="1929447" y="-19665"/>
                      <a:ext cx="56729" cy="3375768"/>
                    </a:xfrm>
                    <a:custGeom>
                      <a:avLst/>
                      <a:gdLst/>
                      <a:ahLst/>
                      <a:cxnLst/>
                      <a:rect l="l" t="t" r="r" b="b"/>
                      <a:pathLst>
                        <a:path w="2902" h="181064" extrusionOk="0">
                          <a:moveTo>
                            <a:pt x="0" y="0"/>
                          </a:moveTo>
                          <a:lnTo>
                            <a:pt x="0" y="181063"/>
                          </a:lnTo>
                          <a:lnTo>
                            <a:pt x="2902" y="181063"/>
                          </a:lnTo>
                          <a:lnTo>
                            <a:pt x="2902" y="0"/>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49" name="Google Shape;49;p47"/>
                    <p:cNvSpPr/>
                    <p:nvPr/>
                  </p:nvSpPr>
                  <p:spPr>
                    <a:xfrm flipH="1">
                      <a:off x="1409182" y="3737705"/>
                      <a:ext cx="1097444" cy="1161611"/>
                    </a:xfrm>
                    <a:custGeom>
                      <a:avLst/>
                      <a:gdLst/>
                      <a:ahLst/>
                      <a:cxnLst/>
                      <a:rect l="l" t="t" r="r" b="b"/>
                      <a:pathLst>
                        <a:path w="56140" h="66315" extrusionOk="0">
                          <a:moveTo>
                            <a:pt x="3970" y="25219"/>
                          </a:moveTo>
                          <a:cubicBezTo>
                            <a:pt x="1468" y="29288"/>
                            <a:pt x="0" y="34025"/>
                            <a:pt x="0" y="39095"/>
                          </a:cubicBezTo>
                          <a:cubicBezTo>
                            <a:pt x="0" y="54139"/>
                            <a:pt x="12576" y="66315"/>
                            <a:pt x="28087" y="66315"/>
                          </a:cubicBezTo>
                          <a:cubicBezTo>
                            <a:pt x="43598" y="66315"/>
                            <a:pt x="56140" y="54139"/>
                            <a:pt x="56140" y="39095"/>
                          </a:cubicBezTo>
                          <a:cubicBezTo>
                            <a:pt x="56140" y="34025"/>
                            <a:pt x="54706" y="29288"/>
                            <a:pt x="52204" y="25219"/>
                          </a:cubicBezTo>
                          <a:lnTo>
                            <a:pt x="52304" y="25219"/>
                          </a:lnTo>
                          <a:cubicBezTo>
                            <a:pt x="40796" y="7906"/>
                            <a:pt x="41963" y="0"/>
                            <a:pt x="41963" y="0"/>
                          </a:cubicBezTo>
                          <a:lnTo>
                            <a:pt x="28087" y="0"/>
                          </a:lnTo>
                          <a:lnTo>
                            <a:pt x="14177" y="0"/>
                          </a:lnTo>
                          <a:cubicBezTo>
                            <a:pt x="14177" y="0"/>
                            <a:pt x="15378" y="7906"/>
                            <a:pt x="3870" y="25219"/>
                          </a:cubicBezTo>
                          <a:close/>
                        </a:path>
                      </a:pathLst>
                    </a:custGeom>
                    <a:solidFill>
                      <a:srgbClr val="9688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50" name="Google Shape;50;p47"/>
                    <p:cNvSpPr/>
                    <p:nvPr/>
                  </p:nvSpPr>
                  <p:spPr>
                    <a:xfrm flipH="1">
                      <a:off x="1686252" y="3435561"/>
                      <a:ext cx="543209" cy="302108"/>
                    </a:xfrm>
                    <a:custGeom>
                      <a:avLst/>
                      <a:gdLst/>
                      <a:ahLst/>
                      <a:cxnLst/>
                      <a:rect l="l" t="t" r="r" b="b"/>
                      <a:pathLst>
                        <a:path w="27788" h="17247" extrusionOk="0">
                          <a:moveTo>
                            <a:pt x="13911" y="17246"/>
                          </a:moveTo>
                          <a:lnTo>
                            <a:pt x="13911" y="17246"/>
                          </a:lnTo>
                          <a:lnTo>
                            <a:pt x="27787" y="17246"/>
                          </a:lnTo>
                          <a:lnTo>
                            <a:pt x="27787" y="5738"/>
                          </a:lnTo>
                          <a:lnTo>
                            <a:pt x="24018" y="1"/>
                          </a:lnTo>
                          <a:lnTo>
                            <a:pt x="13911" y="1"/>
                          </a:lnTo>
                          <a:lnTo>
                            <a:pt x="13911" y="1"/>
                          </a:lnTo>
                          <a:lnTo>
                            <a:pt x="3770" y="1"/>
                          </a:lnTo>
                          <a:lnTo>
                            <a:pt x="1" y="5738"/>
                          </a:lnTo>
                          <a:lnTo>
                            <a:pt x="1" y="17246"/>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51" name="Google Shape;51;p47"/>
                    <p:cNvSpPr/>
                    <p:nvPr/>
                  </p:nvSpPr>
                  <p:spPr>
                    <a:xfrm flipH="1">
                      <a:off x="1641279" y="3265499"/>
                      <a:ext cx="632526" cy="434166"/>
                    </a:xfrm>
                    <a:custGeom>
                      <a:avLst/>
                      <a:gdLst/>
                      <a:ahLst/>
                      <a:cxnLst/>
                      <a:rect l="l" t="t" r="r" b="b"/>
                      <a:pathLst>
                        <a:path w="32357" h="24786" extrusionOk="0">
                          <a:moveTo>
                            <a:pt x="32357" y="24785"/>
                          </a:moveTo>
                          <a:lnTo>
                            <a:pt x="1" y="24785"/>
                          </a:lnTo>
                          <a:lnTo>
                            <a:pt x="1" y="10342"/>
                          </a:lnTo>
                          <a:cubicBezTo>
                            <a:pt x="1" y="4604"/>
                            <a:pt x="4604" y="1"/>
                            <a:pt x="10308" y="1"/>
                          </a:cubicBezTo>
                          <a:lnTo>
                            <a:pt x="22016" y="1"/>
                          </a:lnTo>
                          <a:cubicBezTo>
                            <a:pt x="27720" y="1"/>
                            <a:pt x="32357" y="4604"/>
                            <a:pt x="32357" y="10342"/>
                          </a:cubicBez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nvGrpSpPr>
                    <p:cNvPr id="52" name="Google Shape;52;p47"/>
                    <p:cNvGrpSpPr/>
                    <p:nvPr/>
                  </p:nvGrpSpPr>
                  <p:grpSpPr>
                    <a:xfrm flipH="1">
                      <a:off x="1733284" y="4107325"/>
                      <a:ext cx="426276" cy="556462"/>
                      <a:chOff x="4421084" y="5282716"/>
                      <a:chExt cx="162108" cy="236138"/>
                    </a:xfrm>
                  </p:grpSpPr>
                  <p:sp>
                    <p:nvSpPr>
                      <p:cNvPr id="53" name="Google Shape;53;p47"/>
                      <p:cNvSpPr/>
                      <p:nvPr/>
                    </p:nvSpPr>
                    <p:spPr>
                      <a:xfrm>
                        <a:off x="4470861" y="5466511"/>
                        <a:ext cx="61273" cy="15974"/>
                      </a:xfrm>
                      <a:custGeom>
                        <a:avLst/>
                        <a:gdLst/>
                        <a:ahLst/>
                        <a:cxnLst/>
                        <a:rect l="l" t="t" r="r" b="b"/>
                        <a:pathLst>
                          <a:path w="3203" h="835" extrusionOk="0">
                            <a:moveTo>
                              <a:pt x="3169" y="301"/>
                            </a:moveTo>
                            <a:cubicBezTo>
                              <a:pt x="3203" y="468"/>
                              <a:pt x="3103" y="668"/>
                              <a:pt x="2903" y="701"/>
                            </a:cubicBezTo>
                            <a:cubicBezTo>
                              <a:pt x="2035" y="835"/>
                              <a:pt x="1168" y="835"/>
                              <a:pt x="334" y="701"/>
                            </a:cubicBezTo>
                            <a:cubicBezTo>
                              <a:pt x="134" y="668"/>
                              <a:pt x="0" y="468"/>
                              <a:pt x="34" y="301"/>
                            </a:cubicBezTo>
                            <a:cubicBezTo>
                              <a:pt x="101" y="134"/>
                              <a:pt x="267" y="1"/>
                              <a:pt x="434" y="34"/>
                            </a:cubicBezTo>
                            <a:cubicBezTo>
                              <a:pt x="1235" y="167"/>
                              <a:pt x="2002" y="167"/>
                              <a:pt x="2769" y="34"/>
                            </a:cubicBezTo>
                            <a:cubicBezTo>
                              <a:pt x="2969" y="1"/>
                              <a:pt x="3136" y="134"/>
                              <a:pt x="3169" y="30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54" name="Google Shape;54;p47"/>
                      <p:cNvSpPr/>
                      <p:nvPr/>
                    </p:nvSpPr>
                    <p:spPr>
                      <a:xfrm>
                        <a:off x="4470230" y="5481185"/>
                        <a:ext cx="61273" cy="15974"/>
                      </a:xfrm>
                      <a:custGeom>
                        <a:avLst/>
                        <a:gdLst/>
                        <a:ahLst/>
                        <a:cxnLst/>
                        <a:rect l="l" t="t" r="r" b="b"/>
                        <a:pathLst>
                          <a:path w="3203" h="835" extrusionOk="0">
                            <a:moveTo>
                              <a:pt x="3169" y="301"/>
                            </a:moveTo>
                            <a:cubicBezTo>
                              <a:pt x="3202" y="468"/>
                              <a:pt x="3069" y="668"/>
                              <a:pt x="2869" y="701"/>
                            </a:cubicBezTo>
                            <a:cubicBezTo>
                              <a:pt x="2035" y="835"/>
                              <a:pt x="1168" y="835"/>
                              <a:pt x="334" y="701"/>
                            </a:cubicBezTo>
                            <a:cubicBezTo>
                              <a:pt x="134" y="668"/>
                              <a:pt x="0" y="468"/>
                              <a:pt x="33" y="301"/>
                            </a:cubicBezTo>
                            <a:cubicBezTo>
                              <a:pt x="67" y="134"/>
                              <a:pt x="267" y="1"/>
                              <a:pt x="434" y="34"/>
                            </a:cubicBezTo>
                            <a:cubicBezTo>
                              <a:pt x="1201" y="168"/>
                              <a:pt x="2002" y="168"/>
                              <a:pt x="2769" y="34"/>
                            </a:cubicBezTo>
                            <a:cubicBezTo>
                              <a:pt x="2936" y="1"/>
                              <a:pt x="3102" y="134"/>
                              <a:pt x="3169" y="30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55" name="Google Shape;55;p47"/>
                      <p:cNvSpPr/>
                      <p:nvPr/>
                    </p:nvSpPr>
                    <p:spPr>
                      <a:xfrm>
                        <a:off x="4470230" y="5495878"/>
                        <a:ext cx="61273" cy="15954"/>
                      </a:xfrm>
                      <a:custGeom>
                        <a:avLst/>
                        <a:gdLst/>
                        <a:ahLst/>
                        <a:cxnLst/>
                        <a:rect l="l" t="t" r="r" b="b"/>
                        <a:pathLst>
                          <a:path w="3203" h="834" extrusionOk="0">
                            <a:moveTo>
                              <a:pt x="3169" y="300"/>
                            </a:moveTo>
                            <a:cubicBezTo>
                              <a:pt x="3202" y="467"/>
                              <a:pt x="3069" y="667"/>
                              <a:pt x="2869" y="701"/>
                            </a:cubicBezTo>
                            <a:cubicBezTo>
                              <a:pt x="2035" y="834"/>
                              <a:pt x="1168" y="834"/>
                              <a:pt x="334" y="701"/>
                            </a:cubicBezTo>
                            <a:cubicBezTo>
                              <a:pt x="134" y="667"/>
                              <a:pt x="0" y="467"/>
                              <a:pt x="33" y="300"/>
                            </a:cubicBezTo>
                            <a:cubicBezTo>
                              <a:pt x="67" y="134"/>
                              <a:pt x="267" y="0"/>
                              <a:pt x="434" y="33"/>
                            </a:cubicBezTo>
                            <a:cubicBezTo>
                              <a:pt x="1201" y="167"/>
                              <a:pt x="2002" y="167"/>
                              <a:pt x="2769" y="33"/>
                            </a:cubicBezTo>
                            <a:cubicBezTo>
                              <a:pt x="2936" y="0"/>
                              <a:pt x="3102" y="134"/>
                              <a:pt x="3169" y="30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56" name="Google Shape;56;p47"/>
                      <p:cNvSpPr/>
                      <p:nvPr/>
                    </p:nvSpPr>
                    <p:spPr>
                      <a:xfrm>
                        <a:off x="4482990" y="5507988"/>
                        <a:ext cx="35104" cy="10866"/>
                      </a:xfrm>
                      <a:custGeom>
                        <a:avLst/>
                        <a:gdLst/>
                        <a:ahLst/>
                        <a:cxnLst/>
                        <a:rect l="l" t="t" r="r" b="b"/>
                        <a:pathLst>
                          <a:path w="1835" h="568" extrusionOk="0">
                            <a:moveTo>
                              <a:pt x="1835" y="201"/>
                            </a:moveTo>
                            <a:cubicBezTo>
                              <a:pt x="1835" y="334"/>
                              <a:pt x="1768" y="468"/>
                              <a:pt x="1668" y="468"/>
                            </a:cubicBezTo>
                            <a:cubicBezTo>
                              <a:pt x="1168" y="568"/>
                              <a:pt x="667" y="568"/>
                              <a:pt x="200" y="468"/>
                            </a:cubicBezTo>
                            <a:cubicBezTo>
                              <a:pt x="100" y="468"/>
                              <a:pt x="0" y="334"/>
                              <a:pt x="34" y="201"/>
                            </a:cubicBezTo>
                            <a:cubicBezTo>
                              <a:pt x="67" y="101"/>
                              <a:pt x="167" y="1"/>
                              <a:pt x="267" y="34"/>
                            </a:cubicBezTo>
                            <a:cubicBezTo>
                              <a:pt x="701" y="134"/>
                              <a:pt x="1168" y="134"/>
                              <a:pt x="1601" y="34"/>
                            </a:cubicBezTo>
                            <a:cubicBezTo>
                              <a:pt x="1701" y="1"/>
                              <a:pt x="1802" y="101"/>
                              <a:pt x="1835" y="20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57" name="Google Shape;57;p47"/>
                      <p:cNvSpPr/>
                      <p:nvPr/>
                    </p:nvSpPr>
                    <p:spPr>
                      <a:xfrm>
                        <a:off x="4421084" y="5282716"/>
                        <a:ext cx="162108" cy="185714"/>
                      </a:xfrm>
                      <a:custGeom>
                        <a:avLst/>
                        <a:gdLst/>
                        <a:ahLst/>
                        <a:cxnLst/>
                        <a:rect l="l" t="t" r="r" b="b"/>
                        <a:pathLst>
                          <a:path w="8474" h="9708" extrusionOk="0">
                            <a:moveTo>
                              <a:pt x="4237" y="1"/>
                            </a:moveTo>
                            <a:cubicBezTo>
                              <a:pt x="1902" y="1"/>
                              <a:pt x="1" y="1869"/>
                              <a:pt x="1" y="4204"/>
                            </a:cubicBezTo>
                            <a:cubicBezTo>
                              <a:pt x="1" y="5938"/>
                              <a:pt x="1869" y="7840"/>
                              <a:pt x="2536" y="9307"/>
                            </a:cubicBezTo>
                            <a:cubicBezTo>
                              <a:pt x="2669" y="9608"/>
                              <a:pt x="5771" y="9708"/>
                              <a:pt x="5938" y="9307"/>
                            </a:cubicBezTo>
                            <a:cubicBezTo>
                              <a:pt x="6338" y="8273"/>
                              <a:pt x="8473" y="5938"/>
                              <a:pt x="8473" y="4204"/>
                            </a:cubicBezTo>
                            <a:cubicBezTo>
                              <a:pt x="8473" y="1869"/>
                              <a:pt x="6572" y="1"/>
                              <a:pt x="4237" y="1"/>
                            </a:cubicBezTo>
                            <a:close/>
                            <a:moveTo>
                              <a:pt x="7172" y="3703"/>
                            </a:moveTo>
                            <a:lnTo>
                              <a:pt x="7172" y="3703"/>
                            </a:lnTo>
                            <a:cubicBezTo>
                              <a:pt x="6972" y="2836"/>
                              <a:pt x="6472" y="2202"/>
                              <a:pt x="5905" y="1802"/>
                            </a:cubicBezTo>
                            <a:cubicBezTo>
                              <a:pt x="5771" y="1735"/>
                              <a:pt x="5705" y="1535"/>
                              <a:pt x="5771" y="1402"/>
                            </a:cubicBezTo>
                            <a:cubicBezTo>
                              <a:pt x="5838" y="1235"/>
                              <a:pt x="6005" y="1168"/>
                              <a:pt x="6172" y="1268"/>
                            </a:cubicBezTo>
                            <a:cubicBezTo>
                              <a:pt x="6872" y="1669"/>
                              <a:pt x="7473" y="2369"/>
                              <a:pt x="7739" y="3336"/>
                            </a:cubicBezTo>
                            <a:cubicBezTo>
                              <a:pt x="7806" y="3570"/>
                              <a:pt x="7706" y="3837"/>
                              <a:pt x="7539" y="3937"/>
                            </a:cubicBezTo>
                            <a:cubicBezTo>
                              <a:pt x="7373" y="4004"/>
                              <a:pt x="7206" y="3904"/>
                              <a:pt x="7172" y="3703"/>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grpSp>
              <p:grpSp>
                <p:nvGrpSpPr>
                  <p:cNvPr id="75" name="Grupo 74">
                    <a:extLst>
                      <a:ext uri="{FF2B5EF4-FFF2-40B4-BE49-F238E27FC236}">
                        <ns2:creationId id="{5502EE12-F1AA-52B5-F2D6-9E9780236EE6}"/>
                      </a:ext>
                    </a:extLst>
                  </p:cNvPr>
                  <p:cNvGrpSpPr/>
                  <p:nvPr userDrawn="1"/>
                </p:nvGrpSpPr>
                <p:grpSpPr>
                  <a:xfrm>
                    <a:off x="519448" y="-6500"/>
                    <a:ext cx="1078000" cy="3309431"/>
                    <a:chOff x="519448" y="-6500"/>
                    <a:chExt cx="1078000" cy="3309431"/>
                  </a:xfrm>
                </p:grpSpPr>
                <p:sp>
                  <p:nvSpPr>
                    <p:cNvPr id="59" name="Google Shape;59;p47"/>
                    <p:cNvSpPr/>
                    <p:nvPr/>
                  </p:nvSpPr>
                  <p:spPr>
                    <a:xfrm flipH="1">
                      <a:off x="1030823" y="-6500"/>
                      <a:ext cx="55709" cy="1786100"/>
                    </a:xfrm>
                    <a:custGeom>
                      <a:avLst/>
                      <a:gdLst/>
                      <a:ahLst/>
                      <a:cxnLst/>
                      <a:rect l="l" t="t" r="r" b="b"/>
                      <a:pathLst>
                        <a:path w="2903" h="101440" extrusionOk="0">
                          <a:moveTo>
                            <a:pt x="0" y="0"/>
                          </a:moveTo>
                          <a:lnTo>
                            <a:pt x="0" y="101440"/>
                          </a:lnTo>
                          <a:lnTo>
                            <a:pt x="2902" y="101440"/>
                          </a:lnTo>
                          <a:lnTo>
                            <a:pt x="2902" y="0"/>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60" name="Google Shape;60;p47"/>
                    <p:cNvSpPr/>
                    <p:nvPr/>
                  </p:nvSpPr>
                  <p:spPr>
                    <a:xfrm flipH="1">
                      <a:off x="519448" y="2134712"/>
                      <a:ext cx="1078000" cy="1168219"/>
                    </a:xfrm>
                    <a:custGeom>
                      <a:avLst/>
                      <a:gdLst/>
                      <a:ahLst/>
                      <a:cxnLst/>
                      <a:rect l="l" t="t" r="r" b="b"/>
                      <a:pathLst>
                        <a:path w="56174" h="66348" extrusionOk="0">
                          <a:moveTo>
                            <a:pt x="3970" y="25252"/>
                          </a:moveTo>
                          <a:cubicBezTo>
                            <a:pt x="1468" y="29321"/>
                            <a:pt x="0" y="34058"/>
                            <a:pt x="0" y="39128"/>
                          </a:cubicBezTo>
                          <a:cubicBezTo>
                            <a:pt x="0" y="54172"/>
                            <a:pt x="12576" y="66348"/>
                            <a:pt x="28087" y="66348"/>
                          </a:cubicBezTo>
                          <a:cubicBezTo>
                            <a:pt x="43598" y="66348"/>
                            <a:pt x="56174" y="54172"/>
                            <a:pt x="56174" y="39128"/>
                          </a:cubicBezTo>
                          <a:cubicBezTo>
                            <a:pt x="56174" y="34058"/>
                            <a:pt x="54706" y="29321"/>
                            <a:pt x="52204" y="25252"/>
                          </a:cubicBezTo>
                          <a:lnTo>
                            <a:pt x="52304" y="25252"/>
                          </a:lnTo>
                          <a:cubicBezTo>
                            <a:pt x="40796" y="7939"/>
                            <a:pt x="41964" y="0"/>
                            <a:pt x="41964" y="0"/>
                          </a:cubicBezTo>
                          <a:lnTo>
                            <a:pt x="28087" y="0"/>
                          </a:lnTo>
                          <a:lnTo>
                            <a:pt x="14177" y="0"/>
                          </a:lnTo>
                          <a:cubicBezTo>
                            <a:pt x="14177" y="0"/>
                            <a:pt x="15378" y="7939"/>
                            <a:pt x="3870" y="25252"/>
                          </a:cubicBezTo>
                          <a:close/>
                        </a:path>
                      </a:pathLst>
                    </a:custGeom>
                    <a:solidFill>
                      <a:srgbClr val="EFD2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61" name="Google Shape;61;p47"/>
                    <p:cNvSpPr/>
                    <p:nvPr/>
                  </p:nvSpPr>
                  <p:spPr>
                    <a:xfrm flipH="1">
                      <a:off x="792096" y="1831582"/>
                      <a:ext cx="533243" cy="303095"/>
                    </a:xfrm>
                    <a:custGeom>
                      <a:avLst/>
                      <a:gdLst/>
                      <a:ahLst/>
                      <a:cxnLst/>
                      <a:rect l="l" t="t" r="r" b="b"/>
                      <a:pathLst>
                        <a:path w="27787" h="17214" extrusionOk="0">
                          <a:moveTo>
                            <a:pt x="13910" y="17213"/>
                          </a:moveTo>
                          <a:lnTo>
                            <a:pt x="13910" y="17213"/>
                          </a:lnTo>
                          <a:lnTo>
                            <a:pt x="27787" y="17213"/>
                          </a:lnTo>
                          <a:lnTo>
                            <a:pt x="27787" y="5738"/>
                          </a:lnTo>
                          <a:lnTo>
                            <a:pt x="24017" y="1"/>
                          </a:lnTo>
                          <a:lnTo>
                            <a:pt x="13910" y="1"/>
                          </a:lnTo>
                          <a:lnTo>
                            <a:pt x="13910" y="1"/>
                          </a:lnTo>
                          <a:lnTo>
                            <a:pt x="3770" y="1"/>
                          </a:lnTo>
                          <a:lnTo>
                            <a:pt x="0" y="5738"/>
                          </a:lnTo>
                          <a:lnTo>
                            <a:pt x="0" y="17213"/>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62" name="Google Shape;62;p47"/>
                    <p:cNvSpPr/>
                    <p:nvPr/>
                  </p:nvSpPr>
                  <p:spPr>
                    <a:xfrm flipH="1">
                      <a:off x="747928" y="1660055"/>
                      <a:ext cx="620962" cy="437000"/>
                    </a:xfrm>
                    <a:custGeom>
                      <a:avLst/>
                      <a:gdLst/>
                      <a:ahLst/>
                      <a:cxnLst/>
                      <a:rect l="l" t="t" r="r" b="b"/>
                      <a:pathLst>
                        <a:path w="32358" h="24819" extrusionOk="0">
                          <a:moveTo>
                            <a:pt x="32357" y="24818"/>
                          </a:moveTo>
                          <a:lnTo>
                            <a:pt x="1" y="24818"/>
                          </a:lnTo>
                          <a:lnTo>
                            <a:pt x="1" y="10341"/>
                          </a:lnTo>
                          <a:cubicBezTo>
                            <a:pt x="1" y="4637"/>
                            <a:pt x="4638" y="1"/>
                            <a:pt x="10342" y="1"/>
                          </a:cubicBezTo>
                          <a:lnTo>
                            <a:pt x="22017" y="1"/>
                          </a:lnTo>
                          <a:cubicBezTo>
                            <a:pt x="27721" y="1"/>
                            <a:pt x="32357" y="4637"/>
                            <a:pt x="32357" y="10341"/>
                          </a:cubicBezTo>
                          <a:lnTo>
                            <a:pt x="32357" y="24818"/>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nvGrpSpPr>
                    <p:cNvPr id="63" name="Google Shape;63;p47"/>
                    <p:cNvGrpSpPr/>
                    <p:nvPr/>
                  </p:nvGrpSpPr>
                  <p:grpSpPr>
                    <a:xfrm flipH="1">
                      <a:off x="835265" y="2525624"/>
                      <a:ext cx="467867" cy="437787"/>
                      <a:chOff x="5646013" y="5370038"/>
                      <a:chExt cx="181243" cy="184819"/>
                    </a:xfrm>
                  </p:grpSpPr>
                  <p:sp>
                    <p:nvSpPr>
                      <p:cNvPr id="64" name="Google Shape;64;p47"/>
                      <p:cNvSpPr/>
                      <p:nvPr/>
                    </p:nvSpPr>
                    <p:spPr>
                      <a:xfrm>
                        <a:off x="5646013" y="5370038"/>
                        <a:ext cx="149914" cy="184819"/>
                      </a:xfrm>
                      <a:custGeom>
                        <a:avLst/>
                        <a:gdLst/>
                        <a:ahLst/>
                        <a:cxnLst/>
                        <a:rect l="l" t="t" r="r" b="b"/>
                        <a:pathLst>
                          <a:path w="9741" h="12009" extrusionOk="0">
                            <a:moveTo>
                              <a:pt x="9407" y="5838"/>
                            </a:moveTo>
                            <a:cubicBezTo>
                              <a:pt x="9007" y="5871"/>
                              <a:pt x="8407" y="5871"/>
                              <a:pt x="7973" y="5771"/>
                            </a:cubicBezTo>
                            <a:cubicBezTo>
                              <a:pt x="7206" y="5571"/>
                              <a:pt x="5972" y="3803"/>
                              <a:pt x="5438" y="3036"/>
                            </a:cubicBezTo>
                            <a:cubicBezTo>
                              <a:pt x="4904" y="2302"/>
                              <a:pt x="5138" y="434"/>
                              <a:pt x="5004" y="334"/>
                            </a:cubicBezTo>
                            <a:cubicBezTo>
                              <a:pt x="4904" y="234"/>
                              <a:pt x="4704" y="0"/>
                              <a:pt x="4237" y="234"/>
                            </a:cubicBezTo>
                            <a:cubicBezTo>
                              <a:pt x="3803" y="434"/>
                              <a:pt x="3303" y="1134"/>
                              <a:pt x="3336" y="2235"/>
                            </a:cubicBezTo>
                            <a:cubicBezTo>
                              <a:pt x="3370" y="3336"/>
                              <a:pt x="3803" y="4370"/>
                              <a:pt x="3770" y="4904"/>
                            </a:cubicBezTo>
                            <a:cubicBezTo>
                              <a:pt x="3770" y="5438"/>
                              <a:pt x="3203" y="5504"/>
                              <a:pt x="2369" y="5738"/>
                            </a:cubicBezTo>
                            <a:cubicBezTo>
                              <a:pt x="1502" y="5971"/>
                              <a:pt x="668" y="6171"/>
                              <a:pt x="334" y="6672"/>
                            </a:cubicBezTo>
                            <a:cubicBezTo>
                              <a:pt x="1" y="7172"/>
                              <a:pt x="668" y="7973"/>
                              <a:pt x="768" y="8073"/>
                            </a:cubicBezTo>
                            <a:cubicBezTo>
                              <a:pt x="868" y="8173"/>
                              <a:pt x="601" y="8273"/>
                              <a:pt x="801" y="8907"/>
                            </a:cubicBezTo>
                            <a:cubicBezTo>
                              <a:pt x="968" y="9540"/>
                              <a:pt x="1502" y="9674"/>
                              <a:pt x="1502" y="9674"/>
                            </a:cubicBezTo>
                            <a:cubicBezTo>
                              <a:pt x="1502" y="9674"/>
                              <a:pt x="1402" y="10108"/>
                              <a:pt x="1635" y="10508"/>
                            </a:cubicBezTo>
                            <a:cubicBezTo>
                              <a:pt x="1835" y="10875"/>
                              <a:pt x="2369" y="11008"/>
                              <a:pt x="2369" y="11008"/>
                            </a:cubicBezTo>
                            <a:cubicBezTo>
                              <a:pt x="2369" y="11008"/>
                              <a:pt x="2269" y="11575"/>
                              <a:pt x="2669" y="11809"/>
                            </a:cubicBezTo>
                            <a:cubicBezTo>
                              <a:pt x="3103" y="12009"/>
                              <a:pt x="5204" y="11976"/>
                              <a:pt x="5972" y="11575"/>
                            </a:cubicBezTo>
                            <a:cubicBezTo>
                              <a:pt x="6739" y="11208"/>
                              <a:pt x="7473" y="10541"/>
                              <a:pt x="8107" y="10408"/>
                            </a:cubicBezTo>
                            <a:cubicBezTo>
                              <a:pt x="8507" y="10341"/>
                              <a:pt x="9241" y="10341"/>
                              <a:pt x="9741" y="10341"/>
                            </a:cubicBezTo>
                            <a:cubicBezTo>
                              <a:pt x="9708" y="10308"/>
                              <a:pt x="9708" y="10274"/>
                              <a:pt x="9708" y="10241"/>
                            </a:cubicBezTo>
                            <a:lnTo>
                              <a:pt x="9407" y="5871"/>
                            </a:lnTo>
                            <a:cubicBezTo>
                              <a:pt x="9407" y="5871"/>
                              <a:pt x="9407" y="5838"/>
                              <a:pt x="9407" y="5838"/>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65" name="Google Shape;65;p47"/>
                      <p:cNvSpPr/>
                      <p:nvPr/>
                    </p:nvSpPr>
                    <p:spPr>
                      <a:xfrm>
                        <a:off x="5794383" y="5453211"/>
                        <a:ext cx="32873" cy="79074"/>
                      </a:xfrm>
                      <a:custGeom>
                        <a:avLst/>
                        <a:gdLst/>
                        <a:ahLst/>
                        <a:cxnLst/>
                        <a:rect l="l" t="t" r="r" b="b"/>
                        <a:pathLst>
                          <a:path w="2136" h="5138" extrusionOk="0">
                            <a:moveTo>
                              <a:pt x="1469" y="0"/>
                            </a:moveTo>
                            <a:lnTo>
                              <a:pt x="335" y="100"/>
                            </a:lnTo>
                            <a:cubicBezTo>
                              <a:pt x="168" y="100"/>
                              <a:pt x="1" y="267"/>
                              <a:pt x="34" y="434"/>
                            </a:cubicBezTo>
                            <a:lnTo>
                              <a:pt x="335" y="4804"/>
                            </a:lnTo>
                            <a:cubicBezTo>
                              <a:pt x="335" y="5004"/>
                              <a:pt x="501" y="5137"/>
                              <a:pt x="668" y="5104"/>
                            </a:cubicBezTo>
                            <a:lnTo>
                              <a:pt x="1802" y="5037"/>
                            </a:lnTo>
                            <a:cubicBezTo>
                              <a:pt x="1969" y="5037"/>
                              <a:pt x="2136" y="4870"/>
                              <a:pt x="2102" y="4670"/>
                            </a:cubicBezTo>
                            <a:lnTo>
                              <a:pt x="1802" y="334"/>
                            </a:lnTo>
                            <a:cubicBezTo>
                              <a:pt x="1802" y="134"/>
                              <a:pt x="1635" y="0"/>
                              <a:pt x="1469"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grpSp>
              <p:grpSp>
                <p:nvGrpSpPr>
                  <p:cNvPr id="82" name="Grupo 81">
                    <a:extLst>
                      <a:ext uri="{FF2B5EF4-FFF2-40B4-BE49-F238E27FC236}">
                        <ns2:creationId id="{75F81D91-57EA-7CD4-76C4-C2E056786758}"/>
                      </a:ext>
                    </a:extLst>
                  </p:cNvPr>
                  <p:cNvGrpSpPr/>
                  <p:nvPr userDrawn="1"/>
                </p:nvGrpSpPr>
                <p:grpSpPr>
                  <a:xfrm>
                    <a:off x="4030308" y="-10073"/>
                    <a:ext cx="6771360" cy="5033423"/>
                    <a:chOff x="4030308" y="-10073"/>
                    <a:chExt cx="6771360" cy="5033423"/>
                  </a:xfrm>
                </p:grpSpPr>
                <p:sp>
                  <p:nvSpPr>
                    <p:cNvPr id="67" name="Google Shape;162;p4">
                      <a:extLst>
                        <a:ext uri="{FF2B5EF4-FFF2-40B4-BE49-F238E27FC236}">
                          <ns2:creationId id="{8C053564-E291-7036-9849-E3D5EAAB9F97}"/>
                        </a:ext>
                      </a:extLst>
                    </p:cNvPr>
                    <p:cNvSpPr txBox="1"/>
                    <p:nvPr/>
                  </p:nvSpPr>
                  <p:spPr>
                    <a:xfrm flipH="1">
                      <a:off x="6916074" y="3296693"/>
                      <a:ext cx="3860800" cy="498400"/>
                    </a:xfrm>
                    <a:prstGeom prst="rect">
                      <a:avLst/>
                    </a:prstGeom>
                    <a:solidFill>
                      <a:srgbClr val="D8D8D8"/>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81F5C"/>
                        </a:buClr>
                        <a:buSzPts val="1867"/>
                        <a:buFont typeface="Arial"/>
                        <a:buNone/>
                      </a:pPr>
                      <a:r>
                        <a:rPr lang="es-ES" sz="1867" b="0" i="0" u="none" strike="noStrike" cap="none">
                          <a:solidFill>
                            <a:srgbClr val="081F5C"/>
                          </a:solidFill>
                          <a:latin typeface="Arial"/>
                          <a:ea typeface="Arial"/>
                          <a:cs typeface="Arial"/>
                          <a:sym typeface="Arial"/>
                        </a:rPr>
                        <a:t>Metodología y ficha técnica</a:t>
                      </a:r>
                      <a:endParaRPr/>
                    </a:p>
                  </p:txBody>
                </p:sp>
                <p:sp>
                  <p:nvSpPr>
                    <p:cNvPr id="68" name="Google Shape;163;p4">
                      <a:extLst>
                        <a:ext uri="{FF2B5EF4-FFF2-40B4-BE49-F238E27FC236}">
                          <ns2:creationId id="{BAA31CF6-DA67-A9AD-C346-F155E1114D4A}"/>
                        </a:ext>
                      </a:extLst>
                    </p:cNvPr>
                    <p:cNvSpPr txBox="1"/>
                    <p:nvPr/>
                  </p:nvSpPr>
                  <p:spPr>
                    <a:xfrm flipH="1">
                      <a:off x="6375894" y="3297217"/>
                      <a:ext cx="446800" cy="498400"/>
                    </a:xfrm>
                    <a:prstGeom prst="rect">
                      <a:avLst/>
                    </a:prstGeom>
                    <a:solidFill>
                      <a:srgbClr val="CA5651"/>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FFFFFF"/>
                        </a:buClr>
                        <a:buSzPts val="2000"/>
                        <a:buFont typeface="Arial"/>
                        <a:buNone/>
                      </a:pPr>
                      <a:r>
                        <a:rPr lang="es-ES" sz="2000" b="1" i="0" u="none" strike="noStrike" cap="none">
                          <a:solidFill>
                            <a:srgbClr val="FFFFFF"/>
                          </a:solidFill>
                          <a:latin typeface="Arial"/>
                          <a:ea typeface="Arial"/>
                          <a:cs typeface="Arial"/>
                          <a:sym typeface="Arial"/>
                        </a:rPr>
                        <a:t>2</a:t>
                      </a:r>
                      <a:endParaRPr sz="2000" b="1" i="0" u="none" strike="noStrike" cap="none">
                        <a:solidFill>
                          <a:srgbClr val="FFFFFF"/>
                        </a:solidFill>
                        <a:latin typeface="Arial"/>
                        <a:ea typeface="Arial"/>
                        <a:cs typeface="Arial"/>
                        <a:sym typeface="Arial"/>
                      </a:endParaRPr>
                    </a:p>
                  </p:txBody>
                </p:sp>
                <p:sp>
                  <p:nvSpPr>
                    <p:cNvPr id="69" name="Google Shape;164;p4">
                      <a:extLst>
                        <a:ext uri="{FF2B5EF4-FFF2-40B4-BE49-F238E27FC236}">
                          <ns2:creationId id="{925F0D0F-F8C0-6958-4120-B4EC17533519}"/>
                        </a:ext>
                      </a:extLst>
                    </p:cNvPr>
                    <p:cNvSpPr txBox="1"/>
                    <p:nvPr/>
                  </p:nvSpPr>
                  <p:spPr>
                    <a:xfrm flipH="1">
                      <a:off x="6925200" y="3912458"/>
                      <a:ext cx="3860800" cy="498400"/>
                    </a:xfrm>
                    <a:prstGeom prst="rect">
                      <a:avLst/>
                    </a:prstGeom>
                    <a:solidFill>
                      <a:srgbClr val="D8D8D8"/>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81F5C"/>
                        </a:buClr>
                        <a:buSzPts val="1867"/>
                        <a:buFont typeface="Arial"/>
                        <a:buNone/>
                      </a:pPr>
                      <a:r>
                        <a:rPr lang="es-ES" sz="1867" b="0" i="0" u="none" strike="noStrike" cap="none">
                          <a:solidFill>
                            <a:srgbClr val="081F5C"/>
                          </a:solidFill>
                          <a:latin typeface="Arial"/>
                          <a:ea typeface="Arial"/>
                          <a:cs typeface="Arial"/>
                          <a:sym typeface="Arial"/>
                        </a:rPr>
                        <a:t>Principales resultados</a:t>
                      </a:r>
                      <a:endParaRPr/>
                    </a:p>
                  </p:txBody>
                </p:sp>
                <p:sp>
                  <p:nvSpPr>
                    <p:cNvPr id="70" name="Google Shape;165;p4">
                      <a:extLst>
                        <a:ext uri="{FF2B5EF4-FFF2-40B4-BE49-F238E27FC236}">
                          <ns2:creationId id="{13620749-211E-E705-DB7B-40035A9C9C41}"/>
                        </a:ext>
                      </a:extLst>
                    </p:cNvPr>
                    <p:cNvSpPr txBox="1"/>
                    <p:nvPr/>
                  </p:nvSpPr>
                  <p:spPr>
                    <a:xfrm flipH="1">
                      <a:off x="6368366" y="3917347"/>
                      <a:ext cx="446800" cy="498400"/>
                    </a:xfrm>
                    <a:prstGeom prst="rect">
                      <a:avLst/>
                    </a:prstGeom>
                    <a:solidFill>
                      <a:srgbClr val="CA5651"/>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FFFFFF"/>
                        </a:buClr>
                        <a:buSzPts val="2000"/>
                        <a:buFont typeface="Arial"/>
                        <a:buNone/>
                      </a:pPr>
                      <a:r>
                        <a:rPr lang="es-ES" sz="2000" b="1" i="0" u="none" strike="noStrike" cap="none">
                          <a:solidFill>
                            <a:srgbClr val="FFFFFF"/>
                          </a:solidFill>
                          <a:latin typeface="Arial"/>
                          <a:ea typeface="Arial"/>
                          <a:cs typeface="Arial"/>
                          <a:sym typeface="Arial"/>
                        </a:rPr>
                        <a:t>3</a:t>
                      </a:r>
                      <a:endParaRPr sz="2000" b="1" i="0" u="none" strike="noStrike" cap="none">
                        <a:solidFill>
                          <a:srgbClr val="FFFFFF"/>
                        </a:solidFill>
                        <a:latin typeface="Arial"/>
                        <a:ea typeface="Arial"/>
                        <a:cs typeface="Arial"/>
                        <a:sym typeface="Arial"/>
                      </a:endParaRPr>
                    </a:p>
                  </p:txBody>
                </p:sp>
                <p:sp>
                  <p:nvSpPr>
                    <p:cNvPr id="71" name="Google Shape;166;p4">
                      <a:extLst>
                        <a:ext uri="{FF2B5EF4-FFF2-40B4-BE49-F238E27FC236}">
                          <ns2:creationId id="{2D300DB7-733E-CB48-25EF-CAA6E364E71D}"/>
                        </a:ext>
                      </a:extLst>
                    </p:cNvPr>
                    <p:cNvSpPr txBox="1"/>
                    <p:nvPr/>
                  </p:nvSpPr>
                  <p:spPr>
                    <a:xfrm flipH="1">
                      <a:off x="6940868" y="4522986"/>
                      <a:ext cx="3860800" cy="498400"/>
                    </a:xfrm>
                    <a:prstGeom prst="rect">
                      <a:avLst/>
                    </a:prstGeom>
                    <a:solidFill>
                      <a:srgbClr val="D8D8D8"/>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81F5C"/>
                        </a:buClr>
                        <a:buSzPts val="1867"/>
                        <a:buFont typeface="Arial"/>
                        <a:buNone/>
                      </a:pPr>
                      <a:r>
                        <a:rPr lang="es-ES" sz="1867" b="0" i="0" u="none" strike="noStrike" cap="none">
                          <a:solidFill>
                            <a:srgbClr val="081F5C"/>
                          </a:solidFill>
                          <a:latin typeface="Arial"/>
                          <a:ea typeface="Arial"/>
                          <a:cs typeface="Arial"/>
                          <a:sym typeface="Arial"/>
                        </a:rPr>
                        <a:t>Conclusiones</a:t>
                      </a:r>
                      <a:endParaRPr sz="1867" b="0" i="0" u="none" strike="noStrike" cap="none">
                        <a:solidFill>
                          <a:srgbClr val="081F5C"/>
                        </a:solidFill>
                        <a:latin typeface="Arial"/>
                        <a:ea typeface="Arial"/>
                        <a:cs typeface="Arial"/>
                        <a:sym typeface="Arial"/>
                      </a:endParaRPr>
                    </a:p>
                  </p:txBody>
                </p:sp>
                <p:sp>
                  <p:nvSpPr>
                    <p:cNvPr id="72" name="Google Shape;167;p4">
                      <a:extLst>
                        <a:ext uri="{FF2B5EF4-FFF2-40B4-BE49-F238E27FC236}">
                          <ns2:creationId id="{367D4370-DE9A-7F18-B999-D2DCB824E429}"/>
                        </a:ext>
                      </a:extLst>
                    </p:cNvPr>
                    <p:cNvSpPr txBox="1"/>
                    <p:nvPr/>
                  </p:nvSpPr>
                  <p:spPr>
                    <a:xfrm flipH="1">
                      <a:off x="6357152" y="4524950"/>
                      <a:ext cx="469200" cy="498400"/>
                    </a:xfrm>
                    <a:prstGeom prst="rect">
                      <a:avLst/>
                    </a:prstGeom>
                    <a:solidFill>
                      <a:srgbClr val="CA5651"/>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FFFFFF"/>
                        </a:buClr>
                        <a:buSzPts val="2000"/>
                        <a:buFont typeface="Arial"/>
                        <a:buNone/>
                      </a:pPr>
                      <a:r>
                        <a:rPr lang="es-ES" sz="2000" b="1" i="0" u="none" strike="noStrike" cap="none">
                          <a:solidFill>
                            <a:srgbClr val="FFFFFF"/>
                          </a:solidFill>
                          <a:latin typeface="Arial"/>
                          <a:ea typeface="Arial"/>
                          <a:cs typeface="Arial"/>
                          <a:sym typeface="Arial"/>
                        </a:rPr>
                        <a:t>4</a:t>
                      </a:r>
                      <a:endParaRPr sz="2000" b="1" i="0" u="none" strike="noStrike" cap="none">
                        <a:solidFill>
                          <a:srgbClr val="FFFFFF"/>
                        </a:solidFill>
                        <a:latin typeface="Arial"/>
                        <a:ea typeface="Arial"/>
                        <a:cs typeface="Arial"/>
                        <a:sym typeface="Arial"/>
                      </a:endParaRPr>
                    </a:p>
                  </p:txBody>
                </p:sp>
                <p:grpSp>
                  <p:nvGrpSpPr>
                    <p:cNvPr id="81" name="Grupo 80">
                      <a:extLst>
                        <a:ext uri="{FF2B5EF4-FFF2-40B4-BE49-F238E27FC236}">
                          <ns2:creationId id="{C639CC98-357F-6D21-C80A-5E483FD61429}"/>
                        </a:ext>
                      </a:extLst>
                    </p:cNvPr>
                    <p:cNvGrpSpPr/>
                    <p:nvPr userDrawn="1"/>
                  </p:nvGrpSpPr>
                  <p:grpSpPr>
                    <a:xfrm>
                      <a:off x="4030308" y="-10073"/>
                      <a:ext cx="6746566" cy="3631109"/>
                      <a:chOff x="4030308" y="-10073"/>
                      <a:chExt cx="6746566" cy="3631109"/>
                    </a:xfrm>
                  </p:grpSpPr>
                  <p:sp>
                    <p:nvSpPr>
                      <p:cNvPr id="22" name="Google Shape;161;p4">
                        <a:extLst>
                          <a:ext uri="{FF2B5EF4-FFF2-40B4-BE49-F238E27FC236}">
                            <ns2:creationId id="{5D3A8B80-3C98-7987-D2A1-3DEBB8BD3851}"/>
                          </a:ext>
                        </a:extLst>
                      </p:cNvPr>
                      <p:cNvSpPr txBox="1"/>
                      <p:nvPr/>
                    </p:nvSpPr>
                    <p:spPr>
                      <a:xfrm flipH="1">
                        <a:off x="6916174" y="2675189"/>
                        <a:ext cx="3860700" cy="498300"/>
                      </a:xfrm>
                      <a:prstGeom prst="rect">
                        <a:avLst/>
                      </a:prstGeom>
                      <a:solidFill>
                        <a:srgbClr val="D8D8D8"/>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600"/>
                          <a:buFont typeface="Arial"/>
                          <a:buNone/>
                        </a:pP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81F5C"/>
                          </a:buClr>
                          <a:buSzPts val="1867"/>
                          <a:buFont typeface="Arial"/>
                          <a:buNone/>
                        </a:pPr>
                        <a:r>
                          <a:rPr lang="es-ES" sz="1867" b="0" i="0" u="none" strike="noStrike" cap="none" dirty="0">
                            <a:solidFill>
                              <a:srgbClr val="081F5C"/>
                            </a:solidFill>
                            <a:latin typeface="Arial"/>
                            <a:ea typeface="Arial"/>
                            <a:cs typeface="Arial"/>
                            <a:sym typeface="Arial"/>
                          </a:rPr>
                          <a:t>Objetivo del estudio</a:t>
                        </a:r>
                        <a:endParaRPr dirty="0"/>
                      </a:p>
                      <a:p>
                        <a:pPr marL="0" marR="0" lvl="0" indent="0" algn="l" rtl="0">
                          <a:lnSpc>
                            <a:spcPct val="115000"/>
                          </a:lnSpc>
                          <a:spcBef>
                            <a:spcPts val="0"/>
                          </a:spcBef>
                          <a:spcAft>
                            <a:spcPts val="0"/>
                          </a:spcAft>
                          <a:buClr>
                            <a:schemeClr val="dk1"/>
                          </a:buClr>
                          <a:buSzPts val="1600"/>
                          <a:buFont typeface="Arial"/>
                          <a:buNone/>
                        </a:pPr>
                        <a:endParaRPr sz="1600" b="0" i="0" u="none" strike="noStrike" cap="none" dirty="0">
                          <a:solidFill>
                            <a:srgbClr val="000000"/>
                          </a:solidFill>
                          <a:latin typeface="Arial"/>
                          <a:ea typeface="Arial"/>
                          <a:cs typeface="Arial"/>
                          <a:sym typeface="Arial"/>
                        </a:endParaRPr>
                      </a:p>
                    </p:txBody>
                  </p:sp>
                  <p:grpSp>
                    <p:nvGrpSpPr>
                      <p:cNvPr id="80" name="Grupo 79">
                        <a:extLst>
                          <a:ext uri="{FF2B5EF4-FFF2-40B4-BE49-F238E27FC236}">
                            <ns2:creationId id="{5D13158C-D07C-3379-A7BD-71B1BE8EC342}"/>
                          </a:ext>
                        </a:extLst>
                      </p:cNvPr>
                      <p:cNvGrpSpPr/>
                      <p:nvPr userDrawn="1"/>
                    </p:nvGrpSpPr>
                    <p:grpSpPr>
                      <a:xfrm>
                        <a:off x="4030308" y="-10073"/>
                        <a:ext cx="2783258" cy="3631109"/>
                        <a:chOff x="4030308" y="-10073"/>
                        <a:chExt cx="2783258" cy="3631109"/>
                      </a:xfrm>
                    </p:grpSpPr>
                    <p:grpSp>
                      <p:nvGrpSpPr>
                        <p:cNvPr id="79" name="Grupo 78">
                          <a:extLst>
                            <a:ext uri="{FF2B5EF4-FFF2-40B4-BE49-F238E27FC236}">
                              <ns2:creationId id="{AC0525B5-4474-C729-3271-78E63E434CFD}"/>
                            </a:ext>
                          </a:extLst>
                        </p:cNvPr>
                        <p:cNvGrpSpPr/>
                        <p:nvPr userDrawn="1"/>
                      </p:nvGrpSpPr>
                      <p:grpSpPr>
                        <a:xfrm>
                          <a:off x="4030308" y="-10073"/>
                          <a:ext cx="1108793" cy="3631109"/>
                          <a:chOff x="4030308" y="-10073"/>
                          <a:chExt cx="1108793" cy="3631109"/>
                        </a:xfrm>
                      </p:grpSpPr>
                      <p:sp>
                        <p:nvSpPr>
                          <p:cNvPr id="25" name="Google Shape;25;p47"/>
                          <p:cNvSpPr/>
                          <p:nvPr/>
                        </p:nvSpPr>
                        <p:spPr>
                          <a:xfrm flipH="1">
                            <a:off x="4556302" y="-10073"/>
                            <a:ext cx="56629" cy="2104854"/>
                          </a:xfrm>
                          <a:custGeom>
                            <a:avLst/>
                            <a:gdLst/>
                            <a:ahLst/>
                            <a:cxnLst/>
                            <a:rect l="l" t="t" r="r" b="b"/>
                            <a:pathLst>
                              <a:path w="2869" h="101407" extrusionOk="0">
                                <a:moveTo>
                                  <a:pt x="0" y="0"/>
                                </a:moveTo>
                                <a:lnTo>
                                  <a:pt x="0" y="101406"/>
                                </a:lnTo>
                                <a:lnTo>
                                  <a:pt x="2869" y="101406"/>
                                </a:lnTo>
                                <a:lnTo>
                                  <a:pt x="2869" y="0"/>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26" name="Google Shape;26;p47"/>
                          <p:cNvSpPr/>
                          <p:nvPr/>
                        </p:nvSpPr>
                        <p:spPr>
                          <a:xfrm flipH="1">
                            <a:off x="4030308" y="2451075"/>
                            <a:ext cx="1108793" cy="1169961"/>
                          </a:xfrm>
                          <a:custGeom>
                            <a:avLst/>
                            <a:gdLst/>
                            <a:ahLst/>
                            <a:cxnLst/>
                            <a:rect l="l" t="t" r="r" b="b"/>
                            <a:pathLst>
                              <a:path w="56175" h="66348" extrusionOk="0">
                                <a:moveTo>
                                  <a:pt x="3970" y="25218"/>
                                </a:moveTo>
                                <a:cubicBezTo>
                                  <a:pt x="1469" y="29288"/>
                                  <a:pt x="1" y="34025"/>
                                  <a:pt x="1" y="39128"/>
                                </a:cubicBezTo>
                                <a:cubicBezTo>
                                  <a:pt x="1" y="54139"/>
                                  <a:pt x="12576" y="66348"/>
                                  <a:pt x="28088" y="66348"/>
                                </a:cubicBezTo>
                                <a:cubicBezTo>
                                  <a:pt x="43599" y="66348"/>
                                  <a:pt x="56174" y="54139"/>
                                  <a:pt x="56174" y="39128"/>
                                </a:cubicBezTo>
                                <a:cubicBezTo>
                                  <a:pt x="56174" y="34025"/>
                                  <a:pt x="54707" y="29288"/>
                                  <a:pt x="52205" y="25218"/>
                                </a:cubicBezTo>
                                <a:lnTo>
                                  <a:pt x="52305" y="25218"/>
                                </a:lnTo>
                                <a:cubicBezTo>
                                  <a:pt x="40797" y="7906"/>
                                  <a:pt x="41997" y="0"/>
                                  <a:pt x="41997" y="0"/>
                                </a:cubicBezTo>
                                <a:lnTo>
                                  <a:pt x="28088" y="0"/>
                                </a:lnTo>
                                <a:lnTo>
                                  <a:pt x="14178" y="0"/>
                                </a:lnTo>
                                <a:cubicBezTo>
                                  <a:pt x="14178" y="0"/>
                                  <a:pt x="15378" y="7906"/>
                                  <a:pt x="3870" y="25218"/>
                                </a:cubicBezTo>
                                <a:close/>
                              </a:path>
                            </a:pathLst>
                          </a:custGeom>
                          <a:solidFill>
                            <a:srgbClr val="85BB8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27" name="Google Shape;27;p47"/>
                          <p:cNvSpPr/>
                          <p:nvPr/>
                        </p:nvSpPr>
                        <p:spPr>
                          <a:xfrm flipH="1">
                            <a:off x="4310760" y="2146910"/>
                            <a:ext cx="548466" cy="304129"/>
                          </a:xfrm>
                          <a:custGeom>
                            <a:avLst/>
                            <a:gdLst/>
                            <a:ahLst/>
                            <a:cxnLst/>
                            <a:rect l="l" t="t" r="r" b="b"/>
                            <a:pathLst>
                              <a:path w="27787" h="17247" extrusionOk="0">
                                <a:moveTo>
                                  <a:pt x="13911" y="17246"/>
                                </a:moveTo>
                                <a:lnTo>
                                  <a:pt x="13911" y="17246"/>
                                </a:lnTo>
                                <a:lnTo>
                                  <a:pt x="27787" y="17246"/>
                                </a:lnTo>
                                <a:lnTo>
                                  <a:pt x="27787" y="5738"/>
                                </a:lnTo>
                                <a:lnTo>
                                  <a:pt x="24051" y="1"/>
                                </a:lnTo>
                                <a:lnTo>
                                  <a:pt x="13911" y="1"/>
                                </a:lnTo>
                                <a:lnTo>
                                  <a:pt x="13911" y="1"/>
                                </a:lnTo>
                                <a:lnTo>
                                  <a:pt x="3770" y="1"/>
                                </a:lnTo>
                                <a:lnTo>
                                  <a:pt x="1" y="5738"/>
                                </a:lnTo>
                                <a:lnTo>
                                  <a:pt x="1" y="17246"/>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28" name="Google Shape;28;p47"/>
                          <p:cNvSpPr/>
                          <p:nvPr/>
                        </p:nvSpPr>
                        <p:spPr>
                          <a:xfrm flipH="1">
                            <a:off x="4265330" y="1975710"/>
                            <a:ext cx="638669" cy="437052"/>
                          </a:xfrm>
                          <a:custGeom>
                            <a:avLst/>
                            <a:gdLst/>
                            <a:ahLst/>
                            <a:cxnLst/>
                            <a:rect l="l" t="t" r="r" b="b"/>
                            <a:pathLst>
                              <a:path w="32357" h="24785" extrusionOk="0">
                                <a:moveTo>
                                  <a:pt x="32357" y="24785"/>
                                </a:moveTo>
                                <a:lnTo>
                                  <a:pt x="0" y="24785"/>
                                </a:lnTo>
                                <a:lnTo>
                                  <a:pt x="0" y="10341"/>
                                </a:lnTo>
                                <a:cubicBezTo>
                                  <a:pt x="0" y="4637"/>
                                  <a:pt x="4637" y="1"/>
                                  <a:pt x="10341" y="1"/>
                                </a:cubicBezTo>
                                <a:lnTo>
                                  <a:pt x="22016" y="1"/>
                                </a:lnTo>
                                <a:cubicBezTo>
                                  <a:pt x="27720" y="1"/>
                                  <a:pt x="32357" y="4637"/>
                                  <a:pt x="32357" y="10341"/>
                                </a:cubicBezTo>
                                <a:lnTo>
                                  <a:pt x="32357" y="24785"/>
                                </a:lnTo>
                                <a:close/>
                              </a:path>
                            </a:pathLst>
                          </a:custGeom>
                          <a:solidFill>
                            <a:srgbClr val="071C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nvGrpSpPr>
                          <p:cNvPr id="29" name="Google Shape;29;p47"/>
                          <p:cNvGrpSpPr/>
                          <p:nvPr/>
                        </p:nvGrpSpPr>
                        <p:grpSpPr>
                          <a:xfrm flipH="1">
                            <a:off x="4286109" y="2852846"/>
                            <a:ext cx="608576" cy="456656"/>
                            <a:chOff x="3155126" y="5507486"/>
                            <a:chExt cx="229208" cy="192497"/>
                          </a:xfrm>
                        </p:grpSpPr>
                        <p:sp>
                          <p:nvSpPr>
                            <p:cNvPr id="30" name="Google Shape;30;p47"/>
                            <p:cNvSpPr/>
                            <p:nvPr/>
                          </p:nvSpPr>
                          <p:spPr>
                            <a:xfrm>
                              <a:off x="3155126" y="5556264"/>
                              <a:ext cx="143704" cy="143719"/>
                            </a:xfrm>
                            <a:custGeom>
                              <a:avLst/>
                              <a:gdLst/>
                              <a:ahLst/>
                              <a:cxnLst/>
                              <a:rect l="l" t="t" r="r" b="b"/>
                              <a:pathLst>
                                <a:path w="9140" h="9141" extrusionOk="0">
                                  <a:moveTo>
                                    <a:pt x="4570" y="3102"/>
                                  </a:moveTo>
                                  <a:cubicBezTo>
                                    <a:pt x="5371" y="3102"/>
                                    <a:pt x="6038" y="3770"/>
                                    <a:pt x="6038" y="4570"/>
                                  </a:cubicBezTo>
                                  <a:cubicBezTo>
                                    <a:pt x="6038" y="5404"/>
                                    <a:pt x="5371" y="6038"/>
                                    <a:pt x="4570" y="6038"/>
                                  </a:cubicBezTo>
                                  <a:cubicBezTo>
                                    <a:pt x="3736" y="6038"/>
                                    <a:pt x="3102" y="5404"/>
                                    <a:pt x="3102" y="4570"/>
                                  </a:cubicBezTo>
                                  <a:cubicBezTo>
                                    <a:pt x="3102" y="3770"/>
                                    <a:pt x="3736" y="3102"/>
                                    <a:pt x="4570" y="3102"/>
                                  </a:cubicBezTo>
                                  <a:close/>
                                  <a:moveTo>
                                    <a:pt x="6738" y="7305"/>
                                  </a:moveTo>
                                  <a:cubicBezTo>
                                    <a:pt x="6938" y="7139"/>
                                    <a:pt x="7105" y="6972"/>
                                    <a:pt x="7272" y="6772"/>
                                  </a:cubicBezTo>
                                  <a:lnTo>
                                    <a:pt x="8373" y="7105"/>
                                  </a:lnTo>
                                  <a:cubicBezTo>
                                    <a:pt x="8473" y="6939"/>
                                    <a:pt x="8573" y="6772"/>
                                    <a:pt x="8640" y="6605"/>
                                  </a:cubicBezTo>
                                  <a:lnTo>
                                    <a:pt x="7806" y="5838"/>
                                  </a:lnTo>
                                  <a:cubicBezTo>
                                    <a:pt x="7906" y="5604"/>
                                    <a:pt x="7972" y="5371"/>
                                    <a:pt x="8006" y="5104"/>
                                  </a:cubicBezTo>
                                  <a:lnTo>
                                    <a:pt x="9107" y="4870"/>
                                  </a:lnTo>
                                  <a:cubicBezTo>
                                    <a:pt x="9107" y="4770"/>
                                    <a:pt x="9140" y="4670"/>
                                    <a:pt x="9140" y="4570"/>
                                  </a:cubicBezTo>
                                  <a:cubicBezTo>
                                    <a:pt x="9140" y="4503"/>
                                    <a:pt x="9107" y="4403"/>
                                    <a:pt x="9107" y="4303"/>
                                  </a:cubicBezTo>
                                  <a:lnTo>
                                    <a:pt x="8006" y="4036"/>
                                  </a:lnTo>
                                  <a:cubicBezTo>
                                    <a:pt x="7972" y="3803"/>
                                    <a:pt x="7906" y="3536"/>
                                    <a:pt x="7806" y="3336"/>
                                  </a:cubicBezTo>
                                  <a:lnTo>
                                    <a:pt x="8640" y="2535"/>
                                  </a:lnTo>
                                  <a:cubicBezTo>
                                    <a:pt x="8573" y="2369"/>
                                    <a:pt x="8473" y="2202"/>
                                    <a:pt x="8373" y="2068"/>
                                  </a:cubicBezTo>
                                  <a:lnTo>
                                    <a:pt x="7272" y="2402"/>
                                  </a:lnTo>
                                  <a:cubicBezTo>
                                    <a:pt x="7105" y="2202"/>
                                    <a:pt x="6938" y="2002"/>
                                    <a:pt x="6738" y="1868"/>
                                  </a:cubicBezTo>
                                  <a:lnTo>
                                    <a:pt x="7072" y="767"/>
                                  </a:lnTo>
                                  <a:cubicBezTo>
                                    <a:pt x="6938" y="667"/>
                                    <a:pt x="6772" y="567"/>
                                    <a:pt x="6605" y="501"/>
                                  </a:cubicBezTo>
                                  <a:lnTo>
                                    <a:pt x="5804" y="1335"/>
                                  </a:lnTo>
                                  <a:cubicBezTo>
                                    <a:pt x="5571" y="1234"/>
                                    <a:pt x="5337" y="1168"/>
                                    <a:pt x="5104" y="1134"/>
                                  </a:cubicBezTo>
                                  <a:lnTo>
                                    <a:pt x="4837" y="34"/>
                                  </a:lnTo>
                                  <a:cubicBezTo>
                                    <a:pt x="4737" y="0"/>
                                    <a:pt x="4637" y="0"/>
                                    <a:pt x="4570" y="0"/>
                                  </a:cubicBezTo>
                                  <a:cubicBezTo>
                                    <a:pt x="4470" y="0"/>
                                    <a:pt x="4370" y="0"/>
                                    <a:pt x="4270" y="34"/>
                                  </a:cubicBezTo>
                                  <a:lnTo>
                                    <a:pt x="4003" y="1134"/>
                                  </a:lnTo>
                                  <a:cubicBezTo>
                                    <a:pt x="3769" y="1168"/>
                                    <a:pt x="3536" y="1234"/>
                                    <a:pt x="3302" y="1335"/>
                                  </a:cubicBezTo>
                                  <a:lnTo>
                                    <a:pt x="2502" y="501"/>
                                  </a:lnTo>
                                  <a:cubicBezTo>
                                    <a:pt x="2335" y="567"/>
                                    <a:pt x="2202" y="667"/>
                                    <a:pt x="2035" y="767"/>
                                  </a:cubicBezTo>
                                  <a:lnTo>
                                    <a:pt x="2368" y="1868"/>
                                  </a:lnTo>
                                  <a:cubicBezTo>
                                    <a:pt x="2168" y="2035"/>
                                    <a:pt x="2001" y="2202"/>
                                    <a:pt x="1835" y="2402"/>
                                  </a:cubicBezTo>
                                  <a:lnTo>
                                    <a:pt x="734" y="2068"/>
                                  </a:lnTo>
                                  <a:cubicBezTo>
                                    <a:pt x="634" y="2202"/>
                                    <a:pt x="567" y="2369"/>
                                    <a:pt x="467" y="2535"/>
                                  </a:cubicBezTo>
                                  <a:lnTo>
                                    <a:pt x="1301" y="3336"/>
                                  </a:lnTo>
                                  <a:cubicBezTo>
                                    <a:pt x="1201" y="3536"/>
                                    <a:pt x="1134" y="3803"/>
                                    <a:pt x="1101" y="4036"/>
                                  </a:cubicBezTo>
                                  <a:lnTo>
                                    <a:pt x="0" y="4303"/>
                                  </a:lnTo>
                                  <a:cubicBezTo>
                                    <a:pt x="0" y="4403"/>
                                    <a:pt x="0" y="4470"/>
                                    <a:pt x="0" y="4570"/>
                                  </a:cubicBezTo>
                                  <a:cubicBezTo>
                                    <a:pt x="0" y="4670"/>
                                    <a:pt x="0" y="4770"/>
                                    <a:pt x="0" y="4870"/>
                                  </a:cubicBezTo>
                                  <a:lnTo>
                                    <a:pt x="1101" y="5104"/>
                                  </a:lnTo>
                                  <a:cubicBezTo>
                                    <a:pt x="1134" y="5371"/>
                                    <a:pt x="1201" y="5604"/>
                                    <a:pt x="1301" y="5838"/>
                                  </a:cubicBezTo>
                                  <a:lnTo>
                                    <a:pt x="467" y="6605"/>
                                  </a:lnTo>
                                  <a:cubicBezTo>
                                    <a:pt x="567" y="6772"/>
                                    <a:pt x="634" y="6939"/>
                                    <a:pt x="734" y="7105"/>
                                  </a:cubicBezTo>
                                  <a:lnTo>
                                    <a:pt x="1835" y="6772"/>
                                  </a:lnTo>
                                  <a:cubicBezTo>
                                    <a:pt x="2001" y="6972"/>
                                    <a:pt x="2168" y="7139"/>
                                    <a:pt x="2368" y="7305"/>
                                  </a:cubicBezTo>
                                  <a:lnTo>
                                    <a:pt x="2035" y="8406"/>
                                  </a:lnTo>
                                  <a:cubicBezTo>
                                    <a:pt x="2202" y="8506"/>
                                    <a:pt x="2368" y="8573"/>
                                    <a:pt x="2502" y="8673"/>
                                  </a:cubicBezTo>
                                  <a:lnTo>
                                    <a:pt x="3302" y="7839"/>
                                  </a:lnTo>
                                  <a:cubicBezTo>
                                    <a:pt x="3536" y="7939"/>
                                    <a:pt x="3769" y="8006"/>
                                    <a:pt x="4003" y="8039"/>
                                  </a:cubicBezTo>
                                  <a:lnTo>
                                    <a:pt x="4270" y="9140"/>
                                  </a:lnTo>
                                  <a:cubicBezTo>
                                    <a:pt x="4370" y="9140"/>
                                    <a:pt x="4470" y="9140"/>
                                    <a:pt x="4570" y="9140"/>
                                  </a:cubicBezTo>
                                  <a:cubicBezTo>
                                    <a:pt x="4637" y="9140"/>
                                    <a:pt x="4737" y="9140"/>
                                    <a:pt x="4837" y="9140"/>
                                  </a:cubicBezTo>
                                  <a:lnTo>
                                    <a:pt x="5104" y="8039"/>
                                  </a:lnTo>
                                  <a:cubicBezTo>
                                    <a:pt x="5337" y="8006"/>
                                    <a:pt x="5571" y="7939"/>
                                    <a:pt x="5804" y="7839"/>
                                  </a:cubicBezTo>
                                  <a:lnTo>
                                    <a:pt x="6605" y="8673"/>
                                  </a:lnTo>
                                  <a:cubicBezTo>
                                    <a:pt x="6772" y="8573"/>
                                    <a:pt x="6938" y="8506"/>
                                    <a:pt x="7072" y="8406"/>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sp>
                          <p:nvSpPr>
                            <p:cNvPr id="31" name="Google Shape;31;p47"/>
                            <p:cNvSpPr/>
                            <p:nvPr/>
                          </p:nvSpPr>
                          <p:spPr>
                            <a:xfrm>
                              <a:off x="3272091" y="5507486"/>
                              <a:ext cx="112243" cy="112243"/>
                            </a:xfrm>
                            <a:custGeom>
                              <a:avLst/>
                              <a:gdLst/>
                              <a:ahLst/>
                              <a:cxnLst/>
                              <a:rect l="l" t="t" r="r" b="b"/>
                              <a:pathLst>
                                <a:path w="7139" h="7139" extrusionOk="0">
                                  <a:moveTo>
                                    <a:pt x="3803" y="2435"/>
                                  </a:moveTo>
                                  <a:cubicBezTo>
                                    <a:pt x="4404" y="2569"/>
                                    <a:pt x="4837" y="3169"/>
                                    <a:pt x="4704" y="3803"/>
                                  </a:cubicBezTo>
                                  <a:cubicBezTo>
                                    <a:pt x="4604" y="4437"/>
                                    <a:pt x="4004" y="4837"/>
                                    <a:pt x="3370" y="4737"/>
                                  </a:cubicBezTo>
                                  <a:cubicBezTo>
                                    <a:pt x="2736" y="4603"/>
                                    <a:pt x="2336" y="4003"/>
                                    <a:pt x="2436" y="3369"/>
                                  </a:cubicBezTo>
                                  <a:cubicBezTo>
                                    <a:pt x="2569" y="2735"/>
                                    <a:pt x="3170" y="2335"/>
                                    <a:pt x="3803" y="2435"/>
                                  </a:cubicBezTo>
                                  <a:close/>
                                  <a:moveTo>
                                    <a:pt x="4871" y="6004"/>
                                  </a:moveTo>
                                  <a:cubicBezTo>
                                    <a:pt x="5071" y="5904"/>
                                    <a:pt x="5204" y="5804"/>
                                    <a:pt x="5371" y="5671"/>
                                  </a:cubicBezTo>
                                  <a:lnTo>
                                    <a:pt x="6172" y="6104"/>
                                  </a:lnTo>
                                  <a:cubicBezTo>
                                    <a:pt x="6272" y="5971"/>
                                    <a:pt x="6372" y="5871"/>
                                    <a:pt x="6439" y="5771"/>
                                  </a:cubicBezTo>
                                  <a:lnTo>
                                    <a:pt x="5905" y="5037"/>
                                  </a:lnTo>
                                  <a:cubicBezTo>
                                    <a:pt x="6038" y="4870"/>
                                    <a:pt x="6105" y="4703"/>
                                    <a:pt x="6172" y="4503"/>
                                  </a:cubicBezTo>
                                  <a:lnTo>
                                    <a:pt x="7072" y="4470"/>
                                  </a:lnTo>
                                  <a:cubicBezTo>
                                    <a:pt x="7072" y="4370"/>
                                    <a:pt x="7106" y="4303"/>
                                    <a:pt x="7106" y="4236"/>
                                  </a:cubicBezTo>
                                  <a:cubicBezTo>
                                    <a:pt x="7139" y="4170"/>
                                    <a:pt x="7139" y="4103"/>
                                    <a:pt x="7139" y="4036"/>
                                  </a:cubicBezTo>
                                  <a:lnTo>
                                    <a:pt x="6339" y="3669"/>
                                  </a:lnTo>
                                  <a:cubicBezTo>
                                    <a:pt x="6339" y="3469"/>
                                    <a:pt x="6305" y="3269"/>
                                    <a:pt x="6272" y="3069"/>
                                  </a:cubicBezTo>
                                  <a:lnTo>
                                    <a:pt x="7039" y="2602"/>
                                  </a:lnTo>
                                  <a:cubicBezTo>
                                    <a:pt x="7006" y="2435"/>
                                    <a:pt x="6939" y="2302"/>
                                    <a:pt x="6906" y="2168"/>
                                  </a:cubicBezTo>
                                  <a:lnTo>
                                    <a:pt x="6005" y="2268"/>
                                  </a:lnTo>
                                  <a:cubicBezTo>
                                    <a:pt x="5905" y="2102"/>
                                    <a:pt x="5805" y="1935"/>
                                    <a:pt x="5671" y="1801"/>
                                  </a:cubicBezTo>
                                  <a:lnTo>
                                    <a:pt x="6072" y="1001"/>
                                  </a:lnTo>
                                  <a:cubicBezTo>
                                    <a:pt x="5972" y="901"/>
                                    <a:pt x="5872" y="801"/>
                                    <a:pt x="5738" y="701"/>
                                  </a:cubicBezTo>
                                  <a:lnTo>
                                    <a:pt x="5004" y="1234"/>
                                  </a:lnTo>
                                  <a:cubicBezTo>
                                    <a:pt x="4837" y="1134"/>
                                    <a:pt x="4671" y="1034"/>
                                    <a:pt x="4471" y="967"/>
                                  </a:cubicBezTo>
                                  <a:lnTo>
                                    <a:pt x="4437" y="67"/>
                                  </a:lnTo>
                                  <a:cubicBezTo>
                                    <a:pt x="4370" y="67"/>
                                    <a:pt x="4304" y="33"/>
                                    <a:pt x="4237" y="33"/>
                                  </a:cubicBezTo>
                                  <a:cubicBezTo>
                                    <a:pt x="4170" y="33"/>
                                    <a:pt x="4070" y="0"/>
                                    <a:pt x="4004" y="0"/>
                                  </a:cubicBezTo>
                                  <a:lnTo>
                                    <a:pt x="3637" y="834"/>
                                  </a:lnTo>
                                  <a:cubicBezTo>
                                    <a:pt x="3436" y="801"/>
                                    <a:pt x="3270" y="834"/>
                                    <a:pt x="3070" y="867"/>
                                  </a:cubicBezTo>
                                  <a:lnTo>
                                    <a:pt x="2569" y="100"/>
                                  </a:lnTo>
                                  <a:cubicBezTo>
                                    <a:pt x="2436" y="167"/>
                                    <a:pt x="2302" y="200"/>
                                    <a:pt x="2169" y="267"/>
                                  </a:cubicBezTo>
                                  <a:lnTo>
                                    <a:pt x="2269" y="1134"/>
                                  </a:lnTo>
                                  <a:cubicBezTo>
                                    <a:pt x="2102" y="1234"/>
                                    <a:pt x="1935" y="1368"/>
                                    <a:pt x="1769" y="1468"/>
                                  </a:cubicBezTo>
                                  <a:lnTo>
                                    <a:pt x="968" y="1067"/>
                                  </a:lnTo>
                                  <a:cubicBezTo>
                                    <a:pt x="868" y="1168"/>
                                    <a:pt x="768" y="1301"/>
                                    <a:pt x="701" y="1401"/>
                                  </a:cubicBezTo>
                                  <a:lnTo>
                                    <a:pt x="1235" y="2135"/>
                                  </a:lnTo>
                                  <a:cubicBezTo>
                                    <a:pt x="1101" y="2302"/>
                                    <a:pt x="1035" y="2468"/>
                                    <a:pt x="968" y="2669"/>
                                  </a:cubicBezTo>
                                  <a:lnTo>
                                    <a:pt x="67" y="2702"/>
                                  </a:lnTo>
                                  <a:cubicBezTo>
                                    <a:pt x="67" y="2769"/>
                                    <a:pt x="34" y="2835"/>
                                    <a:pt x="34" y="2902"/>
                                  </a:cubicBezTo>
                                  <a:cubicBezTo>
                                    <a:pt x="1" y="2969"/>
                                    <a:pt x="1" y="3069"/>
                                    <a:pt x="1" y="3136"/>
                                  </a:cubicBezTo>
                                  <a:lnTo>
                                    <a:pt x="801" y="3503"/>
                                  </a:lnTo>
                                  <a:cubicBezTo>
                                    <a:pt x="801" y="3703"/>
                                    <a:pt x="835" y="3903"/>
                                    <a:pt x="868" y="4070"/>
                                  </a:cubicBezTo>
                                  <a:lnTo>
                                    <a:pt x="101" y="4570"/>
                                  </a:lnTo>
                                  <a:cubicBezTo>
                                    <a:pt x="134" y="4703"/>
                                    <a:pt x="201" y="4837"/>
                                    <a:pt x="234" y="4970"/>
                                  </a:cubicBezTo>
                                  <a:lnTo>
                                    <a:pt x="1135" y="4870"/>
                                  </a:lnTo>
                                  <a:cubicBezTo>
                                    <a:pt x="1235" y="5070"/>
                                    <a:pt x="1335" y="5204"/>
                                    <a:pt x="1468" y="5371"/>
                                  </a:cubicBezTo>
                                  <a:lnTo>
                                    <a:pt x="1068" y="6171"/>
                                  </a:lnTo>
                                  <a:cubicBezTo>
                                    <a:pt x="1168" y="6271"/>
                                    <a:pt x="1268" y="6371"/>
                                    <a:pt x="1402" y="6471"/>
                                  </a:cubicBezTo>
                                  <a:lnTo>
                                    <a:pt x="2136" y="5938"/>
                                  </a:lnTo>
                                  <a:cubicBezTo>
                                    <a:pt x="2302" y="6038"/>
                                    <a:pt x="2469" y="6104"/>
                                    <a:pt x="2669" y="6171"/>
                                  </a:cubicBezTo>
                                  <a:lnTo>
                                    <a:pt x="2703" y="7072"/>
                                  </a:lnTo>
                                  <a:cubicBezTo>
                                    <a:pt x="2769" y="7105"/>
                                    <a:pt x="2836" y="7105"/>
                                    <a:pt x="2903" y="7138"/>
                                  </a:cubicBezTo>
                                  <a:cubicBezTo>
                                    <a:pt x="2969" y="7138"/>
                                    <a:pt x="3070" y="7138"/>
                                    <a:pt x="3136" y="7138"/>
                                  </a:cubicBezTo>
                                  <a:lnTo>
                                    <a:pt x="3503" y="6338"/>
                                  </a:lnTo>
                                  <a:cubicBezTo>
                                    <a:pt x="3703" y="6338"/>
                                    <a:pt x="3870" y="6338"/>
                                    <a:pt x="4070" y="6305"/>
                                  </a:cubicBezTo>
                                  <a:lnTo>
                                    <a:pt x="4571" y="7038"/>
                                  </a:lnTo>
                                  <a:cubicBezTo>
                                    <a:pt x="4704" y="7005"/>
                                    <a:pt x="4837" y="6972"/>
                                    <a:pt x="4971" y="6905"/>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67"/>
                                <a:buFont typeface="Arial"/>
                                <a:buNone/>
                              </a:pPr>
                              <a:endParaRPr sz="1867" b="0" i="0" u="none" strike="noStrike" cap="none">
                                <a:solidFill>
                                  <a:srgbClr val="000000"/>
                                </a:solidFill>
                                <a:latin typeface="Calibri"/>
                                <a:ea typeface="Calibri"/>
                                <a:cs typeface="Calibri"/>
                                <a:sym typeface="Calibri"/>
                              </a:endParaRPr>
                            </a:p>
                          </p:txBody>
                        </p:sp>
                      </p:grpSp>
                    </p:grpSp>
                    <p:sp>
                      <p:nvSpPr>
                        <p:cNvPr id="73" name="Google Shape;168;p4">
                          <a:extLst>
                            <a:ext uri="{FF2B5EF4-FFF2-40B4-BE49-F238E27FC236}">
                              <ns2:creationId id="{42D39793-A0E3-06ED-A437-DB70F67EAEC2}"/>
                            </a:ext>
                          </a:extLst>
                        </p:cNvPr>
                        <p:cNvSpPr txBox="1"/>
                        <p:nvPr/>
                      </p:nvSpPr>
                      <p:spPr>
                        <a:xfrm flipH="1">
                          <a:off x="6366766" y="2668005"/>
                          <a:ext cx="446800" cy="496000"/>
                        </a:xfrm>
                        <a:prstGeom prst="rect">
                          <a:avLst/>
                        </a:prstGeom>
                        <a:solidFill>
                          <a:srgbClr val="CA5651"/>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FFFFFF"/>
                            </a:buClr>
                            <a:buSzPts val="2000"/>
                            <a:buFont typeface="Arial"/>
                            <a:buNone/>
                          </a:pPr>
                          <a:r>
                            <a:rPr lang="es-ES" sz="2000" b="1" i="0" u="none" strike="noStrike" cap="none" dirty="0">
                              <a:solidFill>
                                <a:srgbClr val="FFFFFF"/>
                              </a:solidFill>
                              <a:latin typeface="Arial"/>
                              <a:ea typeface="Arial"/>
                              <a:cs typeface="Arial"/>
                              <a:sym typeface="Arial"/>
                            </a:rPr>
                            <a:t>1</a:t>
                          </a:r>
                          <a:endParaRPr sz="2000" b="1" i="0" u="none" strike="noStrike" cap="none" dirty="0">
                            <a:solidFill>
                              <a:srgbClr val="FFFFFF"/>
                            </a:solidFill>
                            <a:latin typeface="Arial"/>
                            <a:ea typeface="Arial"/>
                            <a:cs typeface="Arial"/>
                            <a:sym typeface="Arial"/>
                          </a:endParaRPr>
                        </a:p>
                      </p:txBody>
                    </p:sp>
                  </p:grpSp>
                </p:grpSp>
              </p:grpSp>
            </p:grpSp>
          </p:grpSp>
          <p:pic>
            <p:nvPicPr>
              <p:cNvPr id="66" name="Google Shape;66;p47"/>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grpSp>
        <p:sp>
          <p:nvSpPr>
            <p:cNvPr id="87" name="Rectángulo 86">
              <a:extLst>
                <a:ext uri="{FF2B5EF4-FFF2-40B4-BE49-F238E27FC236}">
                  <ns2:creationId id="{44F8ED50-9949-206B-8011-088F0FCF9B7F}"/>
                </a:ext>
              </a:extLst>
            </p:cNvPr>
            <p:cNvSpPr/>
            <p:nvPr userDrawn="1"/>
          </p:nvSpPr>
          <p:spPr>
            <a:xfrm>
              <a:off x="6357148" y="1686560"/>
              <a:ext cx="4077171" cy="711200"/>
            </a:xfrm>
            <a:prstGeom prst="rect">
              <a:avLst/>
            </a:prstGeom>
            <a:noFill/>
            <a:ln>
              <a:noFill/>
            </a:ln>
          </p:spPr>
          <p:txBody>
            <a:bodyPr spcFirstLastPara="1" wrap="square" lIns="91425" tIns="45700" rIns="91425" bIns="45700" anchor="ctr" anchorCtr="0">
              <a:noAutofit/>
            </a:bodyPr>
            <a:lstStyle/>
            <a:p>
              <a:pPr marL="0" lvl="0" indent="0" eaLnBrk="1" hangingPunct="1">
                <a:lnSpc>
                  <a:spcPct val="90000"/>
                </a:lnSpc>
                <a:buClr>
                  <a:srgbClr val="081F5C"/>
                </a:buClr>
                <a:buSzPct val="100000"/>
                <a:buNone/>
              </a:pPr>
              <a:r>
                <a:rPr lang="es-PE" sz="3600" b="1" dirty="0">
                  <a:solidFill>
                    <a:srgbClr val="081F5C"/>
                  </a:solidFill>
                  <a:latin typeface="Arial"/>
                  <a:cs typeface="Arial"/>
                </a:rPr>
                <a:t>ÍNDICE</a:t>
              </a:r>
            </a:p>
          </p:txBody>
        </p:sp>
      </p:grpSp>
    </p:spTree>
    <p:extLst>
      <p:ext uri="{BB962C8B-B14F-4D97-AF65-F5344CB8AC3E}">
        <p14:creationId val="2515642923"/>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16.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Objetivos_Secciones">
    <p:spTree>
      <p:nvGrpSpPr>
        <p:cNvPr id="1" name=""/>
        <p:cNvGrpSpPr/>
        <p:nvPr/>
      </p:nvGrpSpPr>
      <p:grpSpPr>
        <a:xfrm>
          <a:off x="0" y="0"/>
          <a:ext cx="0" cy="0"/>
          <a:chOff x="0" y="0"/>
          <a:chExt cx="0" cy="0"/>
        </a:xfrm>
      </p:grpSpPr>
      <p:sp>
        <p:nvSpPr>
          <p:cNvPr id="2" name="Título 1">
            <a:extLst>
              <a:ext uri="{FF2B5EF4-FFF2-40B4-BE49-F238E27FC236}">
                <ns2:creationId id="{F3496E21-1CC1-1562-B8EF-F13A853214C5}"/>
              </a:ext>
            </a:extLst>
          </p:cNvPr>
          <p:cNvSpPr>
            <a:spLocks noGrp="1"/>
          </p:cNvSpPr>
          <p:nvPr>
            <p:ph type="title"/>
          </p:nvPr>
        </p:nvSpPr>
        <p:spPr>
          <a:xfrm flipH="1">
            <a:off x="188427" y="2039831"/>
            <a:ext cx="688445" cy="4152762"/>
          </a:xfrm>
        </p:spPr>
        <p:txBody>
          <a:bodyPr vert="vert" anchor="ctr">
            <a:normAutofit/>
          </a:bodyPr>
          <a:lstStyle>
            <a:lvl1pPr>
              <a:defRPr sz="2400" b="1">
                <a:latin typeface="Arial"/>
                <a:solidFill>
                  <a:srgbClr val="CA5651"/>
                </a:solidFill>
              </a:defRPr>
            </a:lvl1pPr>
          </a:lstStyle>
          <a:p>
            <a:endParaRPr lang="es-PE" dirty="0" sz="2400" b="1">
              <a:latin typeface="Arial"/>
              <a:solidFill>
                <a:srgbClr val="CA5651"/>
              </a:solidFill>
            </a:endParaRPr>
          </a:p>
        </p:txBody>
      </p:sp>
      <p:sp>
        <p:nvSpPr>
          <p:cNvPr id="3" name="Marcador de contenido 2">
            <a:extLst>
              <a:ext uri="{FF2B5EF4-FFF2-40B4-BE49-F238E27FC236}">
                <ns2:creationId id="{42B474CF-1676-A4EF-9FE6-8FD3FDBC9F9D}"/>
              </a:ext>
            </a:extLst>
          </p:cNvPr>
          <p:cNvSpPr>
            <a:spLocks noGrp="1"/>
          </p:cNvSpPr>
          <p:nvPr>
            <p:ph idx="1"/>
          </p:nvPr>
        </p:nvSpPr>
        <p:spPr>
          <a:xfrm>
            <a:off x="1579450" y="1894058"/>
            <a:ext cx="1712520" cy="1730120"/>
          </a:xfrm>
        </p:spPr>
        <p:txBody>
          <a:bodyPr>
            <a:noAutofit/>
          </a:bodyPr>
          <a:lstStyle>
            <a:lvl1pPr algn="ctr">
              <a:defRPr sz="1400"/>
            </a:lvl1pPr>
            <a:lvl2pPr algn="ctr">
              <a:defRPr sz="1200"/>
            </a:lvl2pPr>
            <a:lvl3pPr algn="ctr">
              <a:defRPr sz="1100"/>
            </a:lvl3pPr>
            <a:lvl4pPr algn="ctr">
              <a:defRPr sz="1050"/>
            </a:lvl4pPr>
            <a:lvl5pPr algn="ctr">
              <a:defRPr sz="1050"/>
            </a:lvl5pPr>
            <a:lvl6pPr>
              <a:defRPr sz="2000"/>
            </a:lvl6pPr>
            <a:lvl7pPr>
              <a:defRPr sz="2000"/>
            </a:lvl7pPr>
            <a:lvl8pPr>
              <a:defRPr sz="2000"/>
            </a:lvl8pPr>
            <a:lvl9pPr>
              <a:defRPr sz="2000"/>
            </a:lvl9p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endParaRPr lang="es-PE" dirty="0"/>
          </a:p>
        </p:txBody>
      </p:sp>
      <p:sp>
        <p:nvSpPr>
          <p:cNvPr id="5" name="Marcador de fecha 4">
            <a:extLst>
              <a:ext uri="{FF2B5EF4-FFF2-40B4-BE49-F238E27FC236}">
                <ns2:creationId id="{85802C2C-2392-652E-671F-B5DE27A596DB}"/>
              </a:ext>
            </a:extLst>
          </p:cNvPr>
          <p:cNvSpPr>
            <a:spLocks noGrp="1"/>
          </p:cNvSpPr>
          <p:nvPr>
            <p:ph type="dt" sz="half" idx="10"/>
          </p:nvPr>
        </p:nvSpPr>
        <p:spPr/>
        <p:txBody>
          <a:bodyPr/>
          <a:lstStyle/>
          <a:p>
            <a:fld id="{744CB4CB-0240-FB4C-81F1-218533927016}" type="datetimeFigureOut">
              <a:rPr lang="es-PE" smtClean="0"/>
              <a:t>17/04/26</a:t>
            </a:fld>
            <a:endParaRPr lang="es-PE"/>
          </a:p>
        </p:txBody>
      </p:sp>
      <p:sp>
        <p:nvSpPr>
          <p:cNvPr id="6" name="Marcador de pie de página 5">
            <a:extLst>
              <a:ext uri="{FF2B5EF4-FFF2-40B4-BE49-F238E27FC236}">
                <ns2:creationId id="{D124750E-54F6-9473-05C9-240E1231DA9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ns2:creationId id="{83D48AE0-5959-BCF9-366A-905A170F7C10}"/>
              </a:ext>
            </a:extLst>
          </p:cNvPr>
          <p:cNvSpPr>
            <a:spLocks noGrp="1"/>
          </p:cNvSpPr>
          <p:nvPr>
            <p:ph type="sldNum" sz="quarter" idx="12"/>
          </p:nvPr>
        </p:nvSpPr>
        <p:spPr/>
        <p:txBody>
          <a:bodyPr/>
          <a:lstStyle/>
          <a:p>
            <a:fld id="{FD4050D1-9692-1B4E-8937-2D8254AE23DD}" type="slidenum">
              <a:rPr lang="es-PE" smtClean="0"/>
              <a:t>‹#›</a:t>
            </a:fld>
            <a:endParaRPr lang="es-PE"/>
          </a:p>
        </p:txBody>
      </p:sp>
      <p:pic>
        <p:nvPicPr>
          <p:cNvPr id="32" name="Google Shape;66;p47">
            <a:extLst>
              <a:ext uri="{FF2B5EF4-FFF2-40B4-BE49-F238E27FC236}">
                <ns2:creationId id="{F63067B3-DFE3-B1BF-80C5-536AAE2A10CA}"/>
              </a:ext>
            </a:extLst>
          </p:cNvPr>
          <p:cNvPicPr preferRelativeResize="0"/>
          <p:nvPr userDrawn="1"/>
        </p:nvPicPr>
        <p:blipFill rotWithShape="1">
          <a:blip r:embed="rId2">
            <a:alphaModFix/>
          </a:blip>
          <a:srcRect t="29471" b="26643"/>
          <a:stretch/>
        </p:blipFill>
        <p:spPr>
          <a:xfrm>
            <a:off x="10088216" y="158826"/>
            <a:ext cx="1927827" cy="846037"/>
          </a:xfrm>
          <a:prstGeom prst="rect">
            <a:avLst/>
          </a:prstGeom>
          <a:noFill/>
          <a:ln>
            <a:noFill/>
          </a:ln>
        </p:spPr>
      </p:pic>
      <p:cxnSp>
        <p:nvCxnSpPr>
          <p:cNvPr id="16" name="Google Shape;72;p48">
            <a:extLst>
              <a:ext uri="{FF2B5EF4-FFF2-40B4-BE49-F238E27FC236}">
                <ns2:creationId id="{75249170-6132-C248-A55A-C653C9BA7545}"/>
              </a:ext>
            </a:extLst>
          </p:cNvPr>
          <p:cNvCxnSpPr/>
          <p:nvPr userDrawn="1"/>
        </p:nvCxnSpPr>
        <p:spPr>
          <a:xfrm>
            <a:off x="1" y="1973179"/>
            <a:ext cx="546871" cy="0"/>
          </a:xfrm>
          <a:prstGeom prst="straightConnector1">
            <a:avLst/>
          </a:prstGeom>
          <a:noFill/>
          <a:ln w="38100" cap="flat" cmpd="sng">
            <a:solidFill>
              <a:srgbClr val="CA5651"/>
            </a:solidFill>
            <a:prstDash val="dot"/>
            <a:miter lim="800000"/>
            <a:headEnd type="none" w="sm" len="sm"/>
            <a:tailEnd type="none" w="sm" len="sm"/>
          </a:ln>
        </p:spPr>
      </p:cxnSp>
      <p:cxnSp>
        <p:nvCxnSpPr>
          <p:cNvPr id="17" name="Google Shape;73;p48">
            <a:extLst>
              <a:ext uri="{FF2B5EF4-FFF2-40B4-BE49-F238E27FC236}">
                <ns2:creationId id="{07FF0BA0-0FAB-E2CC-A14D-E3FCA236548A}"/>
              </a:ext>
            </a:extLst>
          </p:cNvPr>
          <p:cNvCxnSpPr/>
          <p:nvPr userDrawn="1"/>
        </p:nvCxnSpPr>
        <p:spPr>
          <a:xfrm>
            <a:off x="1078187" y="2470066"/>
            <a:ext cx="0" cy="1421565"/>
          </a:xfrm>
          <a:prstGeom prst="straightConnector1">
            <a:avLst/>
          </a:prstGeom>
          <a:noFill/>
          <a:ln w="38100" cap="flat" cmpd="sng">
            <a:solidFill>
              <a:srgbClr val="CA5651"/>
            </a:solidFill>
            <a:prstDash val="dot"/>
            <a:miter lim="800000"/>
            <a:headEnd type="none" w="sm" len="sm"/>
            <a:tailEnd type="none" w="sm" len="sm"/>
          </a:ln>
        </p:spPr>
      </p:cxnSp>
      <p:sp>
        <p:nvSpPr>
          <p:cNvPr id="18" name="Google Shape;74;p48">
            <a:extLst>
              <a:ext uri="{FF2B5EF4-FFF2-40B4-BE49-F238E27FC236}">
                <ns2:creationId id="{D16943E3-BE7E-2557-CD49-E965872D3141}"/>
              </a:ext>
            </a:extLst>
          </p:cNvPr>
          <p:cNvSpPr/>
          <p:nvPr userDrawn="1"/>
        </p:nvSpPr>
        <p:spPr>
          <a:xfrm>
            <a:off x="123133" y="1978203"/>
            <a:ext cx="955055" cy="927957"/>
          </a:xfrm>
          <a:prstGeom prst="arc">
            <a:avLst>
              <a:gd name="adj1" fmla="val 16200000"/>
              <a:gd name="adj2" fmla="val 0"/>
            </a:avLst>
          </a:prstGeom>
          <a:noFill/>
          <a:ln w="38100" cap="flat" cmpd="sng">
            <a:solidFill>
              <a:srgbClr val="CA565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 name="Google Shape;75;p48">
            <a:extLst>
              <a:ext uri="{FF2B5EF4-FFF2-40B4-BE49-F238E27FC236}">
                <ns2:creationId id="{19C29BE4-E3A8-9C44-4DD5-BBE0888F6762}"/>
              </a:ext>
            </a:extLst>
          </p:cNvPr>
          <p:cNvSpPr/>
          <p:nvPr userDrawn="1"/>
        </p:nvSpPr>
        <p:spPr>
          <a:xfrm rot="10800000">
            <a:off x="1083730" y="3452335"/>
            <a:ext cx="955055" cy="927957"/>
          </a:xfrm>
          <a:prstGeom prst="arc">
            <a:avLst>
              <a:gd name="adj1" fmla="val 16200000"/>
              <a:gd name="adj2" fmla="val 0"/>
            </a:avLst>
          </a:prstGeom>
          <a:noFill/>
          <a:ln w="38100" cap="flat" cmpd="sng">
            <a:solidFill>
              <a:srgbClr val="CA565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20" name="Google Shape;76;p48">
            <a:extLst>
              <a:ext uri="{FF2B5EF4-FFF2-40B4-BE49-F238E27FC236}">
                <ns2:creationId id="{02DC3559-CE35-33AC-E48D-2320876FDC8E}"/>
              </a:ext>
            </a:extLst>
          </p:cNvPr>
          <p:cNvCxnSpPr/>
          <p:nvPr userDrawn="1"/>
        </p:nvCxnSpPr>
        <p:spPr>
          <a:xfrm>
            <a:off x="1602826" y="4380291"/>
            <a:ext cx="10589175" cy="0"/>
          </a:xfrm>
          <a:prstGeom prst="straightConnector1">
            <a:avLst/>
          </a:prstGeom>
          <a:noFill/>
          <a:ln w="38100" cap="flat" cmpd="sng">
            <a:solidFill>
              <a:srgbClr val="CA5651"/>
            </a:solidFill>
            <a:prstDash val="dot"/>
            <a:miter lim="800000"/>
            <a:headEnd type="none" w="sm" len="sm"/>
            <a:tailEnd type="none" w="sm" len="sm"/>
          </a:ln>
        </p:spPr>
      </p:cxnSp>
      <p:sp>
        <p:nvSpPr>
          <p:cNvPr id="12" name="Marcador de texto 11">
            <a:extLst>
              <a:ext uri="{FF2B5EF4-FFF2-40B4-BE49-F238E27FC236}">
                <ns2:creationId id="{19C0EB30-EE04-65A5-B77F-F1F99FE302AC}"/>
              </a:ext>
            </a:extLst>
          </p:cNvPr>
          <p:cNvSpPr>
            <a:spLocks noGrp="1"/>
          </p:cNvSpPr>
          <p:nvPr>
            <p:ph type="body" sz="quarter" idx="16"/>
          </p:nvPr>
        </p:nvSpPr>
        <p:spPr>
          <a:xfrm>
            <a:off x="3561719" y="1716723"/>
            <a:ext cx="7792081" cy="2093912"/>
          </a:xfrm>
        </p:spPr>
        <p:txBody>
          <a:bodyPr wrap="square" anchor="ctr">
            <a:noAutofit/>
          </a:bodyPr>
          <a:lstStyle>
            <a:lvl1pPr algn="just">
              <a:defRPr sz="2000" b="0">
                <a:solidFill>
                  <a:srgbClr val="081F5C"/>
                </a:solidFill>
              </a:defRPr>
            </a:lvl1pPr>
            <a:lvl2pPr algn="just">
              <a:defRPr sz="2000" b="0">
                <a:solidFill>
                  <a:srgbClr val="081F5C"/>
                </a:solidFill>
              </a:defRPr>
            </a:lvl2pPr>
            <a:lvl3pPr algn="just">
              <a:defRPr sz="2000" b="0">
                <a:solidFill>
                  <a:srgbClr val="081F5C"/>
                </a:solidFill>
              </a:defRPr>
            </a:lvl3pPr>
            <a:lvl4pPr algn="just">
              <a:defRPr sz="2000" b="0">
                <a:solidFill>
                  <a:srgbClr val="081F5C"/>
                </a:solidFill>
              </a:defRPr>
            </a:lvl4pPr>
            <a:lvl5pPr algn="just">
              <a:defRPr sz="2000" b="0">
                <a:solidFill>
                  <a:srgbClr val="081F5C"/>
                </a:solidFill>
              </a:defRPr>
            </a:lvl5pPr>
          </a:lstStyle>
          <a:p>
            <a:pPr lvl="0"/>
            <a:r>
              <a:rPr lang="es-MX" dirty="0"/>
              <a:t>Haga clic para modificar los estilos de texto del patrón</a:t>
            </a:r>
          </a:p>
        </p:txBody>
      </p:sp>
    </p:spTree>
    <p:extLst>
      <p:ext uri="{BB962C8B-B14F-4D97-AF65-F5344CB8AC3E}">
        <p14:creationId val="3946334935"/>
      </p:ext>
    </p:extLst>
  </p:cSld>
  <p:clrMapOvr>
    <a:masterClrMapping/>
  </p:clrMapOvr>
</p:sldLayout>
</file>

<file path=ppt/slideLayouts/slideLayout17.xml><?xml version="1.0" encoding="utf-8"?>
<p:sldLayout xmlns:a="http://schemas.openxmlformats.org/drawingml/2006/main" xmlns:p="http://schemas.openxmlformats.org/presentationml/2006/main" xmlns:p14="http://schemas.microsoft.com/office/powerpoint/2010/main" matchingName="diseño contenido 3" preserve="1">
  <p:cSld name="General Objective">
    <p:spTree>
      <p:nvGrpSpPr>
        <p:cNvPr id="1" name="Shape 67"/>
        <p:cNvGrpSpPr/>
        <p:nvPr/>
      </p:nvGrpSpPr>
      <p:grpSpPr>
        <a:xfrm>
          <a:off x="0" y="0"/>
          <a:ext cx="0" cy="0"/>
          <a:chOff x="0" y="0"/>
          <a:chExt cx="0" cy="0"/>
        </a:xfrm>
      </p:grpSpPr>
      <p:sp>
        <p:nvSpPr>
          <p:cNvPr id="68" name="Google Shape;68;p48"/>
          <p:cNvSpPr txBox="1">
            <a:spLocks noGrp="1"/>
          </p:cNvSpPr>
          <p:nvPr>
            <p:ph type="dt" idx="10"/>
          </p:nvPr>
        </p:nvSpPr>
        <p:spPr>
          <a:xfrm>
            <a:off x="9178312"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69" name="Google Shape;69;p48"/>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70" name="Google Shape;70;p48"/>
          <p:cNvSpPr txBox="1">
            <a:spLocks noGrp="1"/>
          </p:cNvSpPr>
          <p:nvPr>
            <p:ph type="sldNum" idx="12"/>
          </p:nvPr>
        </p:nvSpPr>
        <p:spPr>
          <a:xfrm>
            <a:off x="332429" y="6356351"/>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ES"/>
              <a:t>‹#›</a:t>
            </a:fld>
            <a:endParaRPr/>
          </a:p>
        </p:txBody>
      </p:sp>
      <p:sp>
        <p:nvSpPr>
          <p:cNvPr id="71" name="Google Shape;71;p48"/>
          <p:cNvSpPr txBox="1">
            <a:spLocks noGrp="1"/>
          </p:cNvSpPr>
          <p:nvPr>
            <p:ph type="body" idx="1"/>
          </p:nvPr>
        </p:nvSpPr>
        <p:spPr>
          <a:xfrm>
            <a:off x="3224465" y="1973179"/>
            <a:ext cx="7908759" cy="217293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None/>
              <a:defRPr sz="1400" b="0">
                <a:latin typeface="Arial"/>
                <a:solidFill>
                  <a:srgbClr val="081F5C"/>
                </a:solidFill>
              </a:defRPr>
            </a:lvl1pPr>
            <a:lvl2pPr marL="914400" lvl="1" indent="-342900" algn="l">
              <a:lnSpc>
                <a:spcPct val="90000"/>
              </a:lnSpc>
              <a:spcBef>
                <a:spcPts val="500"/>
              </a:spcBef>
              <a:spcAft>
                <a:spcPts val="0"/>
              </a:spcAft>
              <a:buClr>
                <a:schemeClr val="dk1"/>
              </a:buClr>
              <a:buSzPts val="1800"/>
              <a:buChar char="•"/>
              <a:defRPr sz="1400" b="0">
                <a:latin typeface="Arial"/>
                <a:solidFill>
                  <a:srgbClr val="081F5C"/>
                </a:solidFill>
              </a:defRPr>
            </a:lvl2pPr>
            <a:lvl3pPr marL="1371600" lvl="2" indent="-342900" algn="l">
              <a:lnSpc>
                <a:spcPct val="90000"/>
              </a:lnSpc>
              <a:spcBef>
                <a:spcPts val="500"/>
              </a:spcBef>
              <a:spcAft>
                <a:spcPts val="0"/>
              </a:spcAft>
              <a:buClr>
                <a:schemeClr val="dk1"/>
              </a:buClr>
              <a:buSzPts val="1800"/>
              <a:buChar char="•"/>
              <a:defRPr sz="1400" b="0">
                <a:latin typeface="Arial"/>
                <a:solidFill>
                  <a:srgbClr val="081F5C"/>
                </a:solidFill>
              </a:defRPr>
            </a:lvl3pPr>
            <a:lvl4pPr marL="1828800" lvl="3" indent="-342900" algn="l">
              <a:lnSpc>
                <a:spcPct val="90000"/>
              </a:lnSpc>
              <a:spcBef>
                <a:spcPts val="500"/>
              </a:spcBef>
              <a:spcAft>
                <a:spcPts val="0"/>
              </a:spcAft>
              <a:buClr>
                <a:schemeClr val="dk1"/>
              </a:buClr>
              <a:buSzPts val="1800"/>
              <a:buChar char="•"/>
              <a:defRPr sz="1400" b="0">
                <a:latin typeface="Arial"/>
                <a:solidFill>
                  <a:srgbClr val="081F5C"/>
                </a:solidFill>
              </a:defRPr>
            </a:lvl4pPr>
            <a:lvl5pPr marL="2286000" lvl="4" indent="-342900" algn="l">
              <a:lnSpc>
                <a:spcPct val="90000"/>
              </a:lnSpc>
              <a:spcBef>
                <a:spcPts val="500"/>
              </a:spcBef>
              <a:spcAft>
                <a:spcPts val="0"/>
              </a:spcAft>
              <a:buClr>
                <a:schemeClr val="dk1"/>
              </a:buClr>
              <a:buSzPts val="1800"/>
              <a:buChar char="•"/>
              <a:defRPr sz="1400" b="0">
                <a:latin typeface="Arial"/>
                <a:solidFill>
                  <a:srgbClr val="081F5C"/>
                </a:solidFill>
              </a:defRPr>
            </a:lvl5pPr>
            <a:lvl6pPr marL="2743200" lvl="5" indent="-342900" algn="l">
              <a:lnSpc>
                <a:spcPct val="90000"/>
              </a:lnSpc>
              <a:spcBef>
                <a:spcPts val="500"/>
              </a:spcBef>
              <a:spcAft>
                <a:spcPts val="0"/>
              </a:spcAft>
              <a:buClr>
                <a:schemeClr val="dk1"/>
              </a:buClr>
              <a:buSzPts val="1800"/>
              <a:buChar char="•"/>
              <a:defRPr sz="1400" b="0">
                <a:latin typeface="Arial"/>
                <a:solidFill>
                  <a:srgbClr val="081F5C"/>
                </a:solidFill>
              </a:defRPr>
            </a:lvl6pPr>
            <a:lvl7pPr marL="3200400" lvl="6" indent="-342900" algn="l">
              <a:lnSpc>
                <a:spcPct val="90000"/>
              </a:lnSpc>
              <a:spcBef>
                <a:spcPts val="500"/>
              </a:spcBef>
              <a:spcAft>
                <a:spcPts val="0"/>
              </a:spcAft>
              <a:buClr>
                <a:schemeClr val="dk1"/>
              </a:buClr>
              <a:buSzPts val="1800"/>
              <a:buChar char="•"/>
              <a:defRPr sz="1400" b="0">
                <a:latin typeface="Arial"/>
                <a:solidFill>
                  <a:srgbClr val="081F5C"/>
                </a:solidFill>
              </a:defRPr>
            </a:lvl7pPr>
            <a:lvl8pPr marL="3657600" lvl="7" indent="-342900" algn="l">
              <a:lnSpc>
                <a:spcPct val="90000"/>
              </a:lnSpc>
              <a:spcBef>
                <a:spcPts val="500"/>
              </a:spcBef>
              <a:spcAft>
                <a:spcPts val="0"/>
              </a:spcAft>
              <a:buClr>
                <a:schemeClr val="dk1"/>
              </a:buClr>
              <a:buSzPts val="1800"/>
              <a:buChar char="•"/>
              <a:defRPr sz="1400" b="0">
                <a:latin typeface="Arial"/>
                <a:solidFill>
                  <a:srgbClr val="081F5C"/>
                </a:solidFill>
              </a:defRPr>
            </a:lvl8pPr>
            <a:lvl9pPr marL="4114800" lvl="8" indent="-342900" algn="l">
              <a:lnSpc>
                <a:spcPct val="90000"/>
              </a:lnSpc>
              <a:spcBef>
                <a:spcPts val="500"/>
              </a:spcBef>
              <a:spcAft>
                <a:spcPts val="0"/>
              </a:spcAft>
              <a:buClr>
                <a:schemeClr val="dk1"/>
              </a:buClr>
              <a:buSzPts val="1800"/>
              <a:buChar char="•"/>
              <a:defRPr sz="1400" b="0">
                <a:latin typeface="Arial"/>
                <a:solidFill>
                  <a:srgbClr val="081F5C"/>
                </a:solidFill>
              </a:defRPr>
            </a:lvl9pPr>
          </a:lstStyle>
          <a:p>
            <a:pPr lvl="0" algn="just">
              <a:lnSpc>
                <a:spcPct val="100000"/>
              </a:lnSpc>
            </a:pPr>
            <a:r>
              <a:rPr lang="es-MX" sz="1400" b="0">
                <a:latin typeface="Arial"/>
                <a:solidFill>
                  <a:srgbClr val="081F5C"/>
                </a:solidFill>
              </a:rPr>
              <a:t>Haga clic para modificar los estilos de texto del patrón</a:t>
            </a:r>
          </a:p>
        </p:txBody>
      </p:sp>
      <p:cxnSp>
        <p:nvCxnSpPr>
          <p:cNvPr id="72" name="Google Shape;72;p48"/>
          <p:cNvCxnSpPr/>
          <p:nvPr/>
        </p:nvCxnSpPr>
        <p:spPr>
          <a:xfrm>
            <a:off x="1" y="1973179"/>
            <a:ext cx="546871" cy="0"/>
          </a:xfrm>
          <a:prstGeom prst="straightConnector1">
            <a:avLst/>
          </a:prstGeom>
          <a:noFill/>
          <a:ln w="38100" cap="flat" cmpd="sng">
            <a:solidFill>
              <a:srgbClr val="CA5651"/>
            </a:solidFill>
            <a:prstDash val="dot"/>
            <a:miter lim="800000"/>
            <a:headEnd type="none" w="sm" len="sm"/>
            <a:tailEnd type="none" w="sm" len="sm"/>
          </a:ln>
        </p:spPr>
      </p:cxnSp>
      <p:cxnSp>
        <p:nvCxnSpPr>
          <p:cNvPr id="73" name="Google Shape;73;p48"/>
          <p:cNvCxnSpPr/>
          <p:nvPr/>
        </p:nvCxnSpPr>
        <p:spPr>
          <a:xfrm>
            <a:off x="1078187" y="2470066"/>
            <a:ext cx="0" cy="1421565"/>
          </a:xfrm>
          <a:prstGeom prst="straightConnector1">
            <a:avLst/>
          </a:prstGeom>
          <a:noFill/>
          <a:ln w="38100" cap="flat" cmpd="sng">
            <a:solidFill>
              <a:srgbClr val="CA5651"/>
            </a:solidFill>
            <a:prstDash val="dot"/>
            <a:miter lim="800000"/>
            <a:headEnd type="none" w="sm" len="sm"/>
            <a:tailEnd type="none" w="sm" len="sm"/>
          </a:ln>
        </p:spPr>
      </p:cxnSp>
      <p:sp>
        <p:nvSpPr>
          <p:cNvPr id="74" name="Google Shape;74;p48"/>
          <p:cNvSpPr/>
          <p:nvPr/>
        </p:nvSpPr>
        <p:spPr>
          <a:xfrm>
            <a:off x="123133" y="1978203"/>
            <a:ext cx="955055" cy="927957"/>
          </a:xfrm>
          <a:prstGeom prst="arc">
            <a:avLst>
              <a:gd name="adj1" fmla="val 16200000"/>
              <a:gd name="adj2" fmla="val 0"/>
            </a:avLst>
          </a:prstGeom>
          <a:noFill/>
          <a:ln w="38100" cap="flat" cmpd="sng">
            <a:solidFill>
              <a:srgbClr val="CA565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5" name="Google Shape;75;p48"/>
          <p:cNvSpPr/>
          <p:nvPr/>
        </p:nvSpPr>
        <p:spPr>
          <a:xfrm rot="10800000">
            <a:off x="1083730" y="3452335"/>
            <a:ext cx="955055" cy="927957"/>
          </a:xfrm>
          <a:prstGeom prst="arc">
            <a:avLst>
              <a:gd name="adj1" fmla="val 16200000"/>
              <a:gd name="adj2" fmla="val 0"/>
            </a:avLst>
          </a:prstGeom>
          <a:noFill/>
          <a:ln w="38100" cap="flat" cmpd="sng">
            <a:solidFill>
              <a:srgbClr val="CA565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76" name="Google Shape;76;p48"/>
          <p:cNvCxnSpPr/>
          <p:nvPr/>
        </p:nvCxnSpPr>
        <p:spPr>
          <a:xfrm>
            <a:off x="1602826" y="4380291"/>
            <a:ext cx="10589175" cy="0"/>
          </a:xfrm>
          <a:prstGeom prst="straightConnector1">
            <a:avLst/>
          </a:prstGeom>
          <a:noFill/>
          <a:ln w="38100" cap="flat" cmpd="sng">
            <a:solidFill>
              <a:srgbClr val="CA5651"/>
            </a:solidFill>
            <a:prstDash val="dot"/>
            <a:miter lim="800000"/>
            <a:headEnd type="none" w="sm" len="sm"/>
            <a:tailEnd type="none" w="sm" len="sm"/>
          </a:ln>
        </p:spPr>
      </p:cxnSp>
      <p:cxnSp>
        <p:nvCxnSpPr>
          <p:cNvPr id="77" name="Google Shape;77;p48"/>
          <p:cNvCxnSpPr/>
          <p:nvPr/>
        </p:nvCxnSpPr>
        <p:spPr>
          <a:xfrm>
            <a:off x="0" y="6324266"/>
            <a:ext cx="749901" cy="19295"/>
          </a:xfrm>
          <a:prstGeom prst="straightConnector1">
            <a:avLst/>
          </a:prstGeom>
          <a:noFill/>
          <a:ln w="25400" cap="flat" cmpd="sng">
            <a:solidFill>
              <a:srgbClr val="7594CC"/>
            </a:solidFill>
            <a:prstDash val="dot"/>
            <a:miter lim="800000"/>
            <a:headEnd type="none" w="sm" len="sm"/>
            <a:tailEnd type="none" w="sm" len="sm"/>
          </a:ln>
        </p:spPr>
      </p:cxnSp>
      <p:sp>
        <p:nvSpPr>
          <p:cNvPr id="78" name="Google Shape;78;p48"/>
          <p:cNvSpPr txBox="1">
            <a:spLocks noGrp="1"/>
          </p:cNvSpPr>
          <p:nvPr>
            <p:ph type="title"/>
          </p:nvPr>
        </p:nvSpPr>
        <p:spPr>
          <a:xfrm rot="-5400000">
            <a:off x="-2054354" y="4995992"/>
            <a:ext cx="5230631" cy="457064"/>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dk1"/>
              </a:buClr>
              <a:buSzPts val="2500"/>
              <a:buFont typeface="Calibri"/>
              <a:buNone/>
              <a:defRPr sz="2400" u="none" b="1">
                <a:latin typeface="Arial"/>
                <a:solidFill>
                  <a:srgbClr val="CA5651"/>
                </a:solidFil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sz="2400" b="1">
              <a:latin typeface="Arial"/>
              <a:solidFill>
                <a:srgbClr val="CA5651"/>
              </a:solidFill>
            </a:endParaRPr>
          </a:p>
        </p:txBody>
      </p:sp>
      <p:sp>
        <p:nvSpPr>
          <p:cNvPr id="79" name="Google Shape;79;p48"/>
          <p:cNvSpPr txBox="1">
            <a:spLocks noGrp="1"/>
          </p:cNvSpPr>
          <p:nvPr>
            <p:ph type="body" idx="2"/>
          </p:nvPr>
        </p:nvSpPr>
        <p:spPr>
          <a:xfrm>
            <a:off x="939250" y="462990"/>
            <a:ext cx="8733879" cy="88231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666666"/>
              </a:buClr>
              <a:buSzPts val="3000"/>
              <a:buNone/>
              <a:defRPr sz="1400" b="0">
                <a:solidFill>
                  <a:srgbClr val="081F5C"/>
                </a:solidFill>
                <a:latin typeface="Arial"/>
              </a:defRPr>
            </a:lvl1pPr>
            <a:lvl2pPr marL="914400" lvl="1" indent="-342900" algn="l">
              <a:lnSpc>
                <a:spcPct val="90000"/>
              </a:lnSpc>
              <a:spcBef>
                <a:spcPts val="500"/>
              </a:spcBef>
              <a:spcAft>
                <a:spcPts val="0"/>
              </a:spcAft>
              <a:buClr>
                <a:schemeClr val="dk1"/>
              </a:buClr>
              <a:buSzPts val="1800"/>
              <a:buChar char="•"/>
              <a:defRPr sz="1400" b="0">
                <a:latin typeface="Arial"/>
                <a:solidFill>
                  <a:srgbClr val="081F5C"/>
                </a:solidFill>
              </a:defRPr>
            </a:lvl2pPr>
            <a:lvl3pPr marL="1371600" lvl="2" indent="-342900" algn="l">
              <a:lnSpc>
                <a:spcPct val="90000"/>
              </a:lnSpc>
              <a:spcBef>
                <a:spcPts val="500"/>
              </a:spcBef>
              <a:spcAft>
                <a:spcPts val="0"/>
              </a:spcAft>
              <a:buClr>
                <a:schemeClr val="dk1"/>
              </a:buClr>
              <a:buSzPts val="1800"/>
              <a:buChar char="•"/>
              <a:defRPr sz="1400" b="0">
                <a:latin typeface="Arial"/>
                <a:solidFill>
                  <a:srgbClr val="081F5C"/>
                </a:solidFill>
              </a:defRPr>
            </a:lvl3pPr>
            <a:lvl4pPr marL="1828800" lvl="3" indent="-342900" algn="l">
              <a:lnSpc>
                <a:spcPct val="90000"/>
              </a:lnSpc>
              <a:spcBef>
                <a:spcPts val="500"/>
              </a:spcBef>
              <a:spcAft>
                <a:spcPts val="0"/>
              </a:spcAft>
              <a:buClr>
                <a:schemeClr val="dk1"/>
              </a:buClr>
              <a:buSzPts val="1800"/>
              <a:buChar char="•"/>
              <a:defRPr sz="1400" b="0">
                <a:latin typeface="Arial"/>
                <a:solidFill>
                  <a:srgbClr val="081F5C"/>
                </a:solidFill>
              </a:defRPr>
            </a:lvl4pPr>
            <a:lvl5pPr marL="2286000" lvl="4" indent="-342900" algn="l">
              <a:lnSpc>
                <a:spcPct val="90000"/>
              </a:lnSpc>
              <a:spcBef>
                <a:spcPts val="500"/>
              </a:spcBef>
              <a:spcAft>
                <a:spcPts val="0"/>
              </a:spcAft>
              <a:buClr>
                <a:schemeClr val="dk1"/>
              </a:buClr>
              <a:buSzPts val="1800"/>
              <a:buChar char="•"/>
              <a:defRPr sz="1400" b="0">
                <a:latin typeface="Arial"/>
                <a:solidFill>
                  <a:srgbClr val="081F5C"/>
                </a:solidFill>
              </a:defRPr>
            </a:lvl5pPr>
            <a:lvl6pPr marL="2743200" lvl="5" indent="-342900" algn="l">
              <a:lnSpc>
                <a:spcPct val="90000"/>
              </a:lnSpc>
              <a:spcBef>
                <a:spcPts val="500"/>
              </a:spcBef>
              <a:spcAft>
                <a:spcPts val="0"/>
              </a:spcAft>
              <a:buClr>
                <a:schemeClr val="dk1"/>
              </a:buClr>
              <a:buSzPts val="1800"/>
              <a:buChar char="•"/>
              <a:defRPr sz="1400" b="0">
                <a:latin typeface="Arial"/>
                <a:solidFill>
                  <a:srgbClr val="081F5C"/>
                </a:solidFill>
              </a:defRPr>
            </a:lvl6pPr>
            <a:lvl7pPr marL="3200400" lvl="6" indent="-342900" algn="l">
              <a:lnSpc>
                <a:spcPct val="90000"/>
              </a:lnSpc>
              <a:spcBef>
                <a:spcPts val="500"/>
              </a:spcBef>
              <a:spcAft>
                <a:spcPts val="0"/>
              </a:spcAft>
              <a:buClr>
                <a:schemeClr val="dk1"/>
              </a:buClr>
              <a:buSzPts val="1800"/>
              <a:buChar char="•"/>
              <a:defRPr sz="1400" b="0">
                <a:latin typeface="Arial"/>
                <a:solidFill>
                  <a:srgbClr val="081F5C"/>
                </a:solidFill>
              </a:defRPr>
            </a:lvl7pPr>
            <a:lvl8pPr marL="3657600" lvl="7" indent="-342900" algn="l">
              <a:lnSpc>
                <a:spcPct val="90000"/>
              </a:lnSpc>
              <a:spcBef>
                <a:spcPts val="500"/>
              </a:spcBef>
              <a:spcAft>
                <a:spcPts val="0"/>
              </a:spcAft>
              <a:buClr>
                <a:schemeClr val="dk1"/>
              </a:buClr>
              <a:buSzPts val="1800"/>
              <a:buChar char="•"/>
              <a:defRPr sz="1400" b="0">
                <a:latin typeface="Arial"/>
                <a:solidFill>
                  <a:srgbClr val="081F5C"/>
                </a:solidFill>
              </a:defRPr>
            </a:lvl8pPr>
            <a:lvl9pPr marL="4114800" lvl="8" indent="-342900" algn="l">
              <a:lnSpc>
                <a:spcPct val="90000"/>
              </a:lnSpc>
              <a:spcBef>
                <a:spcPts val="500"/>
              </a:spcBef>
              <a:spcAft>
                <a:spcPts val="0"/>
              </a:spcAft>
              <a:buClr>
                <a:schemeClr val="dk1"/>
              </a:buClr>
              <a:buSzPts val="1800"/>
              <a:buChar char="•"/>
              <a:defRPr sz="1400" b="0">
                <a:latin typeface="Arial"/>
                <a:solidFill>
                  <a:srgbClr val="081F5C"/>
                </a:solidFill>
              </a:defRPr>
            </a:lvl9pPr>
          </a:lstStyle>
          <a:p>
            <a:pPr lvl="0" algn="just">
              <a:lnSpc>
                <a:spcPct val="100000"/>
              </a:lnSpc>
            </a:pPr>
            <a:r>
              <a:rPr lang="es-MX" sz="1400" b="0">
                <a:latin typeface="Arial"/>
                <a:solidFill>
                  <a:srgbClr val="081F5C"/>
                </a:solidFill>
              </a:rPr>
              <a:t>Haga clic para modificar los estilos de texto del patrón</a:t>
            </a:r>
          </a:p>
        </p:txBody>
      </p:sp>
    </p:spTree>
    <p:extLst>
      <p:ext uri="{BB962C8B-B14F-4D97-AF65-F5344CB8AC3E}">
        <p14:creationId val="2275540259"/>
      </p:ext>
    </p:extLst>
  </p:cSld>
  <p:clrMapOvr>
    <a:masterClrMapping/>
  </p:clrMapOvr>
</p:sldLayout>
</file>

<file path=ppt/slideLayouts/slideLayout18.xml><?xml version="1.0" encoding="utf-8"?>
<p:sldLayout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reserve="1" userDrawn="1">
  <p:cSld name="Comparison">
    <p:spTree>
      <p:nvGrpSpPr>
        <p:cNvPr id="1" name=""/>
        <p:cNvGrpSpPr/>
        <p:nvPr/>
      </p:nvGrpSpPr>
      <p:grpSpPr>
        <a:xfrm>
          <a:off x="0" y="0"/>
          <a:ext cx="0" cy="0"/>
          <a:chOff x="0" y="0"/>
          <a:chExt cx="0" cy="0"/>
        </a:xfrm>
      </p:grpSpPr>
      <p:pic>
        <p:nvPicPr>
          <p:cNvPr id="21" name="Google Shape;83;p50">
            <a:extLst>
              <a:ext uri="{FF2B5EF4-FFF2-40B4-BE49-F238E27FC236}">
                <ns2:creationId id="{68C69994-8571-CF4D-63D7-22A19CC07C6D}"/>
              </a:ext>
            </a:extLst>
          </p:cNvPr>
          <p:cNvPicPr preferRelativeResize="0"/>
          <p:nvPr userDrawn="1"/>
        </p:nvPicPr>
        <p:blipFill rotWithShape="1">
          <a:blip r:embed="rId2">
            <a:alphaModFix/>
          </a:blip>
          <a:srcRect t="29471" b="26643"/>
          <a:stretch/>
        </p:blipFill>
        <p:spPr>
          <a:xfrm>
            <a:off x="10088216" y="158826"/>
            <a:ext cx="1927827" cy="846037"/>
          </a:xfrm>
          <a:prstGeom prst="rect">
            <a:avLst/>
          </a:prstGeom>
          <a:noFill/>
          <a:ln>
            <a:noFill/>
          </a:ln>
        </p:spPr>
      </p:pic>
      <p:sp>
        <p:nvSpPr>
          <p:cNvPr id="7" name="Picture Placeholder 6">
            <a:extLst>
              <a:ext uri="{FF2B5EF4-FFF2-40B4-BE49-F238E27FC236}">
                <ns2:creationId id="{61DE5BAB-AAF2-6FE6-0DA4-29396849529B}"/>
              </a:ext>
            </a:extLst>
          </p:cNvPr>
          <p:cNvSpPr>
            <a:spLocks noGrp="1"/>
          </p:cNvSpPr>
          <p:nvPr>
            <p:ph type="pic" sz="quarter" idx="10"/>
          </p:nvPr>
        </p:nvSpPr>
        <p:spPr>
          <a:xfrm>
            <a:off x="0" y="0"/>
            <a:ext cx="12192000" cy="6858000"/>
          </a:xfrm>
        </p:spPr>
        <p:txBody>
          <a:bodyPr/>
          <a:lstStyle/>
          <a:p>
            <a:endParaRPr lang="en-PE"/>
          </a:p>
        </p:txBody>
      </p:sp>
    </p:spTree>
    <p:extLst>
      <p:ext uri="{BB962C8B-B14F-4D97-AF65-F5344CB8AC3E}">
        <p14:creationId val="2321386189"/>
      </p:ext>
    </p:extLst>
  </p:cSld>
  <p:clrMapOvr>
    <a:masterClrMapping/>
  </p:clrMapOvr>
</p:sldLayout>
</file>

<file path=ppt/slideLayouts/slideLayout19.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userDrawn="1">
  <p:cSld name="poblacion_2">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2" name="Place holder 1">
            <a:extLst>
              <a:ext uri="{FF2B5EF4-FFF2-40B4-BE49-F238E27FC236}">
                <ns3:creationId id="{2D673E48-04D3-F5BF-45EB-9E91DBD21B82}"/>
              </a:ext>
            </a:extLst>
          </p:cNvPr>
          <p:cNvSpPr>
            <a:spLocks noGrp="1"/>
          </p:cNvSpPr>
          <p:nvPr>
            <p:ph sz="half" idx="10"/>
          </p:nvPr>
        </p:nvSpPr>
        <p:spPr>
          <a:xfrm>
            <a:off x="355599" y="1300480"/>
            <a:ext cx="4643783" cy="4876483"/>
          </a:xfrm>
        </p:spPr>
        <p:txBody>
          <a:bodyPr/>
          <a:lstStyle>
            <a:lvl1pPr>
              <a:defRPr>
                <a:solidFill>
                  <a:srgbClr val="F2F2F2"/>
                </a:solidFill>
              </a:defRPr>
            </a:lvl1pPr>
            <a:lvl2pPr>
              <a:defRPr>
                <a:solidFill>
                  <a:srgbClr val="F2F2F2"/>
                </a:solidFill>
              </a:defRPr>
            </a:lvl2pPr>
            <a:lvl3pPr>
              <a:defRPr>
                <a:solidFill>
                  <a:srgbClr val="F2F2F2"/>
                </a:solidFill>
              </a:defRPr>
            </a:lvl3pPr>
            <a:lvl4pPr>
              <a:defRPr>
                <a:solidFill>
                  <a:srgbClr val="F2F2F2"/>
                </a:solidFill>
              </a:defRPr>
            </a:lvl4pPr>
            <a:lvl5pPr>
              <a:defRPr>
                <a:solidFill>
                  <a:srgbClr val="F2F2F2"/>
                </a:solidFill>
              </a:defRPr>
            </a:lvl5p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endParaRPr lang="es-PE" dirty="0"/>
          </a:p>
        </p:txBody>
      </p:sp>
      <p:sp>
        <p:nvSpPr>
          <p:cNvPr id="5" name="Place holder 2">
            <a:extLst>
              <a:ext uri="{FF2B5EF4-FFF2-40B4-BE49-F238E27FC236}">
                <ns3:creationId id="{79837775-7BC6-2849-10D0-C24A5339D1C6}"/>
              </a:ext>
            </a:extLst>
          </p:cNvPr>
          <p:cNvSpPr>
            <a:spLocks noGrp="1"/>
          </p:cNvSpPr>
          <p:nvPr>
            <p:ph sz="half" idx="11"/>
          </p:nvPr>
        </p:nvSpPr>
        <p:spPr>
          <a:xfrm>
            <a:off x="7192617" y="1300480"/>
            <a:ext cx="4643783" cy="4876483"/>
          </a:xfrm>
        </p:spPr>
        <p:txBody>
          <a:bodyPr/>
          <a:lstStyle>
            <a:lvl1pPr>
              <a:defRPr>
                <a:solidFill>
                  <a:srgbClr val="F2F2F2"/>
                </a:solidFill>
              </a:defRPr>
            </a:lvl1pPr>
            <a:lvl2pPr>
              <a:defRPr>
                <a:solidFill>
                  <a:srgbClr val="F2F2F2"/>
                </a:solidFill>
              </a:defRPr>
            </a:lvl2pPr>
            <a:lvl3pPr>
              <a:defRPr>
                <a:solidFill>
                  <a:srgbClr val="F2F2F2"/>
                </a:solidFill>
              </a:defRPr>
            </a:lvl3pPr>
            <a:lvl4pPr>
              <a:defRPr>
                <a:solidFill>
                  <a:srgbClr val="F2F2F2"/>
                </a:solidFill>
              </a:defRPr>
            </a:lvl4pPr>
            <a:lvl5pPr>
              <a:defRPr>
                <a:solidFill>
                  <a:srgbClr val="F2F2F2"/>
                </a:solidFill>
              </a:defRPr>
            </a:lvl5p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endParaRPr lang="es-PE" dirty="0"/>
          </a:p>
        </p:txBody>
      </p:sp>
      <p:sp>
        <p:nvSpPr>
          <p:cNvPr id="7" name="Content Placeholder 5">
            <a:extLst>
              <a:ext uri="{FF2B5EF4-FFF2-40B4-BE49-F238E27FC236}">
                <ns3:creationId id="{83AD1074-19AE-D0A2-2BA6-5761413F4BAC}"/>
              </a:ext>
            </a:extLst>
          </p:cNvPr>
          <p:cNvSpPr>
            <a:spLocks noGrp="1"/>
          </p:cNvSpPr>
          <p:nvPr>
            <p:ph sz="quarter" idx="15"/>
          </p:nvPr>
        </p:nvSpPr>
        <p:spPr>
          <a:xfrm>
            <a:off x="5281701" y="2885037"/>
            <a:ext cx="1737928" cy="173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059164739"/>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0.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poblacion_4">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461962" y="1212850"/>
            <a:ext cx="4726263" cy="2345359"/>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461465" y="3754437"/>
            <a:ext cx="4726786" cy="2345359"/>
          </a:xfrm>
        </p:spPr>
        <p:txBody>
          <a:bodyPr/>
          <a:lstStyle/>
          <a:p>
            <a:endParaRPr lang="en-PE" dirty="0"/>
          </a:p>
        </p:txBody>
      </p:sp>
      <p:sp>
        <p:nvSpPr>
          <p:cNvPr id="8" name="Picture Placeholder 5">
            <a:extLst>
              <a:ext uri="{FF2B5EF4-FFF2-40B4-BE49-F238E27FC236}">
                <ns3:creationId id="{358A77CA-4946-E677-D51B-A8CE149E91B8}"/>
              </a:ext>
            </a:extLst>
          </p:cNvPr>
          <p:cNvSpPr>
            <a:spLocks noGrp="1"/>
          </p:cNvSpPr>
          <p:nvPr>
            <p:ph type="pic" sz="quarter" idx="12"/>
          </p:nvPr>
        </p:nvSpPr>
        <p:spPr>
          <a:xfrm>
            <a:off x="7113105" y="1223574"/>
            <a:ext cx="4726263" cy="2345360"/>
          </a:xfrm>
        </p:spPr>
        <p:txBody>
          <a:bodyPr/>
          <a:lstStyle/>
          <a:p>
            <a:endParaRPr lang="en-PE" dirty="0"/>
          </a:p>
          <a:p>
            <a:endParaRPr lang="en-PE" dirty="0"/>
          </a:p>
        </p:txBody>
      </p:sp>
      <p:sp>
        <p:nvSpPr>
          <p:cNvPr id="9" name="Picture Placeholder 5">
            <a:extLst>
              <a:ext uri="{FF2B5EF4-FFF2-40B4-BE49-F238E27FC236}">
                <ns3:creationId id="{BCB5FD43-B8F1-2FB4-7780-90EF06D911E6}"/>
              </a:ext>
            </a:extLst>
          </p:cNvPr>
          <p:cNvSpPr>
            <a:spLocks noGrp="1"/>
          </p:cNvSpPr>
          <p:nvPr>
            <p:ph type="pic" sz="quarter" idx="13"/>
          </p:nvPr>
        </p:nvSpPr>
        <p:spPr>
          <a:xfrm>
            <a:off x="7113105" y="3756429"/>
            <a:ext cx="4726264" cy="2345359"/>
          </a:xfrm>
        </p:spPr>
        <p:txBody>
          <a:bodyPr/>
          <a:lstStyle/>
          <a:p>
            <a:endParaRPr lang="en-PE"/>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5" name="Content Placeholder 5">
            <a:extLst>
              <a:ext uri="{FF2B5EF4-FFF2-40B4-BE49-F238E27FC236}">
                <ns3:creationId id="{90549C15-2749-16D6-FCA5-952FD115553E}"/>
              </a:ext>
            </a:extLst>
          </p:cNvPr>
          <p:cNvSpPr>
            <a:spLocks noGrp="1"/>
          </p:cNvSpPr>
          <p:nvPr>
            <p:ph sz="quarter" idx="15"/>
          </p:nvPr>
        </p:nvSpPr>
        <p:spPr>
          <a:xfrm>
            <a:off x="5281701" y="2885037"/>
            <a:ext cx="1737928" cy="173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1.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poblacion_5">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noChangeAspect="1"/>
          </p:cNvSpPr>
          <p:nvPr>
            <p:ph type="pic" sz="quarter" idx="10"/>
          </p:nvPr>
        </p:nvSpPr>
        <p:spPr>
          <a:xfrm>
            <a:off x="461464" y="1461329"/>
            <a:ext cx="3650620" cy="1872000"/>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noChangeAspect="1"/>
          </p:cNvSpPr>
          <p:nvPr>
            <p:ph type="pic" sz="quarter" idx="11"/>
          </p:nvPr>
        </p:nvSpPr>
        <p:spPr>
          <a:xfrm>
            <a:off x="1414524" y="4211584"/>
            <a:ext cx="3650619" cy="1872000"/>
          </a:xfrm>
        </p:spPr>
        <p:txBody>
          <a:bodyPr/>
          <a:lstStyle/>
          <a:p>
            <a:endParaRPr lang="en-PE" dirty="0"/>
          </a:p>
        </p:txBody>
      </p:sp>
      <p:sp>
        <p:nvSpPr>
          <p:cNvPr id="8" name="Picture Placeholder 5">
            <a:extLst>
              <a:ext uri="{FF2B5EF4-FFF2-40B4-BE49-F238E27FC236}">
                <ns3:creationId id="{358A77CA-4946-E677-D51B-A8CE149E91B8}"/>
              </a:ext>
            </a:extLst>
          </p:cNvPr>
          <p:cNvSpPr>
            <a:spLocks noGrp="1" noChangeAspect="1"/>
          </p:cNvSpPr>
          <p:nvPr>
            <p:ph type="pic" sz="quarter" idx="12"/>
          </p:nvPr>
        </p:nvSpPr>
        <p:spPr>
          <a:xfrm>
            <a:off x="8079916" y="1461329"/>
            <a:ext cx="3594360" cy="1872000"/>
          </a:xfrm>
        </p:spPr>
        <p:txBody>
          <a:bodyPr/>
          <a:lstStyle/>
          <a:p>
            <a:endParaRPr lang="en-PE" dirty="0"/>
          </a:p>
          <a:p>
            <a:endParaRPr lang="en-PE" dirty="0"/>
          </a:p>
        </p:txBody>
      </p:sp>
      <p:sp>
        <p:nvSpPr>
          <p:cNvPr id="9" name="Picture Placeholder 5">
            <a:extLst>
              <a:ext uri="{FF2B5EF4-FFF2-40B4-BE49-F238E27FC236}">
                <ns3:creationId id="{BCB5FD43-B8F1-2FB4-7780-90EF06D911E6}"/>
              </a:ext>
            </a:extLst>
          </p:cNvPr>
          <p:cNvSpPr>
            <a:spLocks noGrp="1" noChangeAspect="1"/>
          </p:cNvSpPr>
          <p:nvPr>
            <p:ph type="pic" sz="quarter" idx="13"/>
          </p:nvPr>
        </p:nvSpPr>
        <p:spPr>
          <a:xfrm>
            <a:off x="7126857" y="4201698"/>
            <a:ext cx="3594362" cy="1872000"/>
          </a:xfrm>
        </p:spPr>
        <p:txBody>
          <a:bodyPr/>
          <a:lstStyle/>
          <a:p>
            <a:endParaRPr lang="en-PE"/>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5">
            <a:extLst>
              <a:ext uri="{FF2B5EF4-FFF2-40B4-BE49-F238E27FC236}">
                <ns3:creationId id="{FF13B1B5-6F5F-20EC-604A-862023AA30E4}"/>
              </a:ext>
            </a:extLst>
          </p:cNvPr>
          <p:cNvSpPr>
            <a:spLocks noGrp="1" noChangeAspect="1"/>
          </p:cNvSpPr>
          <p:nvPr>
            <p:ph type="pic" sz="quarter" idx="15"/>
          </p:nvPr>
        </p:nvSpPr>
        <p:spPr>
          <a:xfrm>
            <a:off x="4298820" y="1184305"/>
            <a:ext cx="3594360" cy="1872000"/>
          </a:xfrm>
        </p:spPr>
        <p:txBody>
          <a:bodyPr/>
          <a:lstStyle/>
          <a:p>
            <a:endParaRPr lang="en-PE" dirty="0"/>
          </a:p>
          <a:p>
            <a:endParaRPr lang="en-PE" dirty="0"/>
          </a:p>
        </p:txBody>
      </p:sp>
      <p:sp>
        <p:nvSpPr>
          <p:cNvPr id="5" name="Content Placeholder 5">
            <a:extLst>
              <a:ext uri="{FF2B5EF4-FFF2-40B4-BE49-F238E27FC236}">
                <ns3:creationId id="{9BEDF34F-2A23-8AB4-5FA9-9E69BEAAC3CF}"/>
              </a:ext>
            </a:extLst>
          </p:cNvPr>
          <p:cNvSpPr>
            <a:spLocks noGrp="1"/>
          </p:cNvSpPr>
          <p:nvPr>
            <p:ph sz="quarter" idx="16"/>
          </p:nvPr>
        </p:nvSpPr>
        <p:spPr>
          <a:xfrm>
            <a:off x="5227036" y="3153394"/>
            <a:ext cx="1737928" cy="173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3365683856"/>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2.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poblacion_6">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noChangeAspect="1"/>
          </p:cNvSpPr>
          <p:nvPr>
            <p:ph type="pic" sz="quarter" idx="10"/>
          </p:nvPr>
        </p:nvSpPr>
        <p:spPr>
          <a:xfrm>
            <a:off x="461464" y="1461329"/>
            <a:ext cx="3650620" cy="1872000"/>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noChangeAspect="1"/>
          </p:cNvSpPr>
          <p:nvPr>
            <p:ph type="pic" sz="quarter" idx="11"/>
          </p:nvPr>
        </p:nvSpPr>
        <p:spPr>
          <a:xfrm>
            <a:off x="461465" y="4201698"/>
            <a:ext cx="3650619" cy="1872000"/>
          </a:xfrm>
        </p:spPr>
        <p:txBody>
          <a:bodyPr/>
          <a:lstStyle/>
          <a:p>
            <a:endParaRPr lang="en-PE" dirty="0"/>
          </a:p>
        </p:txBody>
      </p:sp>
      <p:sp>
        <p:nvSpPr>
          <p:cNvPr id="8" name="Picture Placeholder 5">
            <a:extLst>
              <a:ext uri="{FF2B5EF4-FFF2-40B4-BE49-F238E27FC236}">
                <ns3:creationId id="{358A77CA-4946-E677-D51B-A8CE149E91B8}"/>
              </a:ext>
            </a:extLst>
          </p:cNvPr>
          <p:cNvSpPr>
            <a:spLocks noGrp="1" noChangeAspect="1"/>
          </p:cNvSpPr>
          <p:nvPr>
            <p:ph type="pic" sz="quarter" idx="12"/>
          </p:nvPr>
        </p:nvSpPr>
        <p:spPr>
          <a:xfrm>
            <a:off x="8079916" y="1461329"/>
            <a:ext cx="3594360" cy="1872000"/>
          </a:xfrm>
        </p:spPr>
        <p:txBody>
          <a:bodyPr/>
          <a:lstStyle/>
          <a:p>
            <a:endParaRPr lang="en-PE" dirty="0"/>
          </a:p>
          <a:p>
            <a:endParaRPr lang="en-PE" dirty="0"/>
          </a:p>
        </p:txBody>
      </p:sp>
      <p:sp>
        <p:nvSpPr>
          <p:cNvPr id="9" name="Picture Placeholder 5">
            <a:extLst>
              <a:ext uri="{FF2B5EF4-FFF2-40B4-BE49-F238E27FC236}">
                <ns3:creationId id="{BCB5FD43-B8F1-2FB4-7780-90EF06D911E6}"/>
              </a:ext>
            </a:extLst>
          </p:cNvPr>
          <p:cNvSpPr>
            <a:spLocks noGrp="1" noChangeAspect="1"/>
          </p:cNvSpPr>
          <p:nvPr>
            <p:ph type="pic" sz="quarter" idx="13"/>
          </p:nvPr>
        </p:nvSpPr>
        <p:spPr>
          <a:xfrm>
            <a:off x="8079915" y="4199144"/>
            <a:ext cx="3594362" cy="1872000"/>
          </a:xfrm>
        </p:spPr>
        <p:txBody>
          <a:bodyPr/>
          <a:lstStyle/>
          <a:p>
            <a:endParaRPr lang="en-PE"/>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5">
            <a:extLst>
              <a:ext uri="{FF2B5EF4-FFF2-40B4-BE49-F238E27FC236}">
                <ns3:creationId id="{FF13B1B5-6F5F-20EC-604A-862023AA30E4}"/>
              </a:ext>
            </a:extLst>
          </p:cNvPr>
          <p:cNvSpPr>
            <a:spLocks noGrp="1" noChangeAspect="1"/>
          </p:cNvSpPr>
          <p:nvPr>
            <p:ph type="pic" sz="quarter" idx="15"/>
          </p:nvPr>
        </p:nvSpPr>
        <p:spPr>
          <a:xfrm>
            <a:off x="4298820" y="1184305"/>
            <a:ext cx="3594360" cy="1872000"/>
          </a:xfrm>
        </p:spPr>
        <p:txBody>
          <a:bodyPr/>
          <a:lstStyle/>
          <a:p>
            <a:endParaRPr lang="en-PE" dirty="0"/>
          </a:p>
          <a:p>
            <a:endParaRPr lang="en-PE" dirty="0"/>
          </a:p>
        </p:txBody>
      </p:sp>
      <p:sp>
        <p:nvSpPr>
          <p:cNvPr id="5" name="Picture Placeholder 5">
            <a:extLst>
              <a:ext uri="{FF2B5EF4-FFF2-40B4-BE49-F238E27FC236}">
                <ns3:creationId id="{A7FD9B9D-2056-3C8B-7D67-BE465E5460ED}"/>
              </a:ext>
            </a:extLst>
          </p:cNvPr>
          <p:cNvSpPr>
            <a:spLocks noGrp="1" noChangeAspect="1"/>
          </p:cNvSpPr>
          <p:nvPr>
            <p:ph type="pic" sz="quarter" idx="16"/>
          </p:nvPr>
        </p:nvSpPr>
        <p:spPr>
          <a:xfrm>
            <a:off x="4298819" y="4435107"/>
            <a:ext cx="3594360" cy="1872000"/>
          </a:xfrm>
        </p:spPr>
        <p:txBody>
          <a:bodyPr/>
          <a:lstStyle/>
          <a:p>
            <a:endParaRPr lang="en-PE" dirty="0"/>
          </a:p>
          <a:p>
            <a:endParaRPr lang="en-PE" dirty="0"/>
          </a:p>
        </p:txBody>
      </p:sp>
      <p:sp>
        <p:nvSpPr>
          <p:cNvPr id="10" name="Content Placeholder 5">
            <a:extLst>
              <a:ext uri="{FF2B5EF4-FFF2-40B4-BE49-F238E27FC236}">
                <ns3:creationId id="{B8FEC6FD-D71E-66DB-2E66-38C3CF383E38}"/>
              </a:ext>
            </a:extLst>
          </p:cNvPr>
          <p:cNvSpPr>
            <a:spLocks noGrp="1"/>
          </p:cNvSpPr>
          <p:nvPr>
            <p:ph sz="quarter" idx="17"/>
          </p:nvPr>
        </p:nvSpPr>
        <p:spPr>
          <a:xfrm>
            <a:off x="5516217" y="3082608"/>
            <a:ext cx="1386773" cy="13874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4015789953"/>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3.xml><?xml version="1.0" encoding="utf-8"?>
<p:sldLayout xmlns:a="http://schemas.openxmlformats.org/drawingml/2006/main" xmlns:ns2="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Título y objetos" preserve="1" userDrawn="1">
  <p:cSld name="Title and Content">
    <p:bg>
      <p:bgPr>
        <a:solidFill>
          <a:srgbClr val="F2F2F2"/>
        </a:solidFill>
        <a:effectLst/>
      </p:bgPr>
    </p:bg>
    <p:spTree>
      <p:nvGrpSpPr>
        <p:cNvPr id="1" name="Shape 80"/>
        <p:cNvGrpSpPr/>
        <p:nvPr/>
      </p:nvGrpSpPr>
      <p:grpSpPr>
        <a:xfrm>
          <a:off x="0" y="0"/>
          <a:ext cx="0" cy="0"/>
          <a:chOff x="0" y="0"/>
          <a:chExt cx="0" cy="0"/>
        </a:xfrm>
      </p:grpSpPr>
      <p:sp>
        <p:nvSpPr>
          <p:cNvPr id="3" name="Marcador de contenido 2">
            <a:extLst>
              <a:ext uri="{FF2B5EF4-FFF2-40B4-BE49-F238E27FC236}">
                <ns2:creationId id="{7CE752F9-9952-5C4B-CCA0-CF40BD420B8F}"/>
              </a:ext>
            </a:extLst>
          </p:cNvPr>
          <p:cNvSpPr>
            <a:spLocks noGrp="1"/>
          </p:cNvSpPr>
          <p:nvPr>
            <p:ph sz="quarter" idx="13"/>
          </p:nvPr>
        </p:nvSpPr>
        <p:spPr>
          <a:xfrm>
            <a:off x="461464" y="1341783"/>
            <a:ext cx="11358562" cy="2555271"/>
          </a:xfrm>
          <a:prstGeom prst="rect">
            <a:avLst/>
          </a:prstGeom>
        </p:spPr>
        <p:txBody>
          <a:bodyPr>
            <a:normAutofit/>
          </a:bodyPr>
          <a:lstStyle>
            <a:lvl1pPr marL="9525" marR="0" indent="0" rtl="0" eaLnBrk="1" hangingPunct="1">
              <a:lnSpc>
                <a:spcPct val="100000"/>
              </a:lnSpc>
              <a:spcBef>
                <a:spcPts val="0"/>
              </a:spcBef>
              <a:spcAft>
                <a:spcPts val="0"/>
              </a:spcAft>
              <a:buClr>
                <a:srgbClr val="000000"/>
              </a:buClr>
              <a:buFont typeface="Arial"/>
              <a:buNone/>
              <a:tabLst/>
              <a:defRPr lang="es-MX" sz="1400" b="0" i="0" u="none" strike="noStrike" cap="none" dirty="0" smtClean="0">
                <a:solidFill>
                  <a:srgbClr val="081F5C"/>
                </a:solidFill>
                <a:latin typeface="Arial"/>
                <a:ea typeface="Arial"/>
                <a:cs typeface="Arial"/>
                <a:sym typeface="Arial"/>
              </a:defRPr>
            </a:lvl1pPr>
            <a:lvl2pPr marL="9525" marR="0" indent="0" algn="ctr" rtl="0" eaLnBrk="1" hangingPunct="1">
              <a:lnSpc>
                <a:spcPct val="100000"/>
              </a:lnSpc>
              <a:spcBef>
                <a:spcPts val="0"/>
              </a:spcBef>
              <a:spcAft>
                <a:spcPts val="0"/>
              </a:spcAft>
              <a:buClr>
                <a:srgbClr val="000000"/>
              </a:buClr>
              <a:buFont typeface="Arial"/>
              <a:buNone/>
              <a:tabLst/>
              <a:defRPr lang="es-MX" sz="1400" b="0" i="1" u="none" strike="noStrike" cap="none" dirty="0" smtClean="0">
                <a:solidFill>
                  <a:srgbClr val="081F5C"/>
                </a:solidFill>
                <a:latin typeface="Arial"/>
                <a:ea typeface="Arial"/>
                <a:cs typeface="Arial"/>
                <a:sym typeface="Arial"/>
              </a:defRPr>
            </a:lvl2pPr>
            <a:lvl3pPr marL="9525" marR="0" indent="0" algn="ctr" rtl="0" eaLnBrk="1" hangingPunct="1">
              <a:lnSpc>
                <a:spcPct val="100000"/>
              </a:lnSpc>
              <a:spcBef>
                <a:spcPts val="0"/>
              </a:spcBef>
              <a:spcAft>
                <a:spcPts val="0"/>
              </a:spcAft>
              <a:buClr>
                <a:srgbClr val="000000"/>
              </a:buClr>
              <a:buFont typeface="Arial"/>
              <a:buNone/>
              <a:tabLst/>
              <a:defRPr lang="es-MX" sz="1400" b="0" i="1" u="none" strike="noStrike" cap="none" dirty="0" smtClean="0">
                <a:solidFill>
                  <a:srgbClr val="081F5C"/>
                </a:solidFill>
                <a:latin typeface="Arial"/>
                <a:ea typeface="Arial"/>
                <a:cs typeface="Arial"/>
                <a:sym typeface="Arial"/>
              </a:defRPr>
            </a:lvl3pPr>
            <a:lvl4pPr marL="9525" marR="0" indent="0" algn="ctr" rtl="0" eaLnBrk="1" hangingPunct="1">
              <a:lnSpc>
                <a:spcPct val="100000"/>
              </a:lnSpc>
              <a:spcBef>
                <a:spcPts val="0"/>
              </a:spcBef>
              <a:spcAft>
                <a:spcPts val="0"/>
              </a:spcAft>
              <a:buClr>
                <a:srgbClr val="000000"/>
              </a:buClr>
              <a:buFont typeface="Arial"/>
              <a:buNone/>
              <a:tabLst/>
              <a:defRPr lang="es-MX" sz="1400" b="0" i="1" u="none" strike="noStrike" cap="none" dirty="0" smtClean="0">
                <a:solidFill>
                  <a:srgbClr val="081F5C"/>
                </a:solidFill>
                <a:latin typeface="Arial"/>
                <a:ea typeface="Arial"/>
                <a:cs typeface="Arial"/>
                <a:sym typeface="Arial"/>
              </a:defRPr>
            </a:lvl4pPr>
            <a:lvl5pPr marL="9525" marR="0" indent="0" algn="ctr" rtl="0" eaLnBrk="1" hangingPunct="1">
              <a:lnSpc>
                <a:spcPct val="100000"/>
              </a:lnSpc>
              <a:spcBef>
                <a:spcPts val="0"/>
              </a:spcBef>
              <a:spcAft>
                <a:spcPts val="0"/>
              </a:spcAft>
              <a:buClr>
                <a:srgbClr val="000000"/>
              </a:buClr>
              <a:buFont typeface="Arial"/>
              <a:buNone/>
              <a:tabLst/>
              <a:defRPr lang="es-PE" sz="1400" b="0" i="1" u="none" strike="noStrike" cap="none" dirty="0">
                <a:solidFill>
                  <a:srgbClr val="081F5C"/>
                </a:solidFill>
                <a:latin typeface="Arial"/>
                <a:ea typeface="Arial"/>
                <a:cs typeface="Arial"/>
                <a:sym typeface="Arial"/>
              </a:defRPr>
            </a:lvl5pPr>
          </a:lstStyle>
          <a:p>
            <a:pPr lvl="0" algn="just">
              <a:lnSpc>
                <a:spcPct val="100000"/>
              </a:lnSpc>
            </a:pPr>
            <a:r>
              <a:rPr lang="es-MX" dirty="0" sz="1400" b="0">
                <a:latin typeface="Arial"/>
                <a:solidFill>
                  <a:srgbClr val="081F5C"/>
                </a:solidFill>
              </a:rPr>
              <a:t>Haga clic para modificar los estilos de texto del patrón</a:t>
            </a:r>
          </a:p>
          <a:p>
            <a:pPr lvl="1" algn="just">
              <a:lnSpc>
                <a:spcPct val="100000"/>
              </a:lnSpc>
            </a:pPr>
            <a:r>
              <a:rPr lang="es-MX" dirty="0" sz="1400" b="0">
                <a:latin typeface="Arial"/>
                <a:solidFill>
                  <a:srgbClr val="081F5C"/>
                </a:solidFill>
              </a:rPr>
              <a:t>Segundo nivel</a:t>
            </a:r>
          </a:p>
          <a:p>
            <a:pPr lvl="2" algn="just">
              <a:lnSpc>
                <a:spcPct val="100000"/>
              </a:lnSpc>
            </a:pPr>
            <a:r>
              <a:rPr lang="es-MX" dirty="0" sz="1400" b="0">
                <a:latin typeface="Arial"/>
                <a:solidFill>
                  <a:srgbClr val="081F5C"/>
                </a:solidFill>
              </a:rPr>
              <a:t>Tercer nivel</a:t>
            </a:r>
          </a:p>
          <a:p>
            <a:pPr lvl="3" algn="just">
              <a:lnSpc>
                <a:spcPct val="100000"/>
              </a:lnSpc>
            </a:pPr>
            <a:r>
              <a:rPr lang="es-MX" dirty="0" sz="1400" b="0">
                <a:latin typeface="Arial"/>
                <a:solidFill>
                  <a:srgbClr val="081F5C"/>
                </a:solidFill>
              </a:rPr>
              <a:t>Cuarto nivel</a:t>
            </a:r>
          </a:p>
          <a:p>
            <a:pPr lvl="4" algn="just">
              <a:lnSpc>
                <a:spcPct val="100000"/>
              </a:lnSpc>
            </a:pPr>
            <a:r>
              <a:rPr lang="es-MX" dirty="0" sz="1400" b="0">
                <a:latin typeface="Arial"/>
                <a:solidFill>
                  <a:srgbClr val="081F5C"/>
                </a:solidFill>
              </a:rPr>
              <a:t>Quinto nivel</a:t>
            </a:r>
            <a:endParaRPr lang="es-PE" dirty="0" sz="1400" b="0">
              <a:latin typeface="Arial"/>
              <a:solidFill>
                <a:srgbClr val="081F5C"/>
              </a:solidFill>
            </a:endParaRPr>
          </a:p>
        </p:txBody>
      </p:sp>
      <p:sp>
        <p:nvSpPr>
          <p:cNvPr id="81" name="Google Shape;81;p50"/>
          <p:cNvSpPr txBox="1">
            <a:spLocks noGrp="1"/>
          </p:cNvSpPr>
          <p:nvPr>
            <p:ph type="title"/>
          </p:nvPr>
        </p:nvSpPr>
        <p:spPr>
          <a:xfrm>
            <a:off x="461464" y="206188"/>
            <a:ext cx="9626752" cy="66659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dirty="0" sz="2400" b="1">
                <a:latin typeface="Arial"/>
                <a:solidFill>
                  <a:srgbClr val="CA5651"/>
                </a:solidFill>
              </a:rPr>
              <a:t>Haz clic para modificar el estilo de título del patrón</a:t>
            </a:r>
            <a:endParaRPr dirty="0" sz="2400" b="1">
              <a:latin typeface="Arial"/>
              <a:solidFill>
                <a:srgbClr val="CA5651"/>
              </a:solidFill>
            </a:endParaRPr>
          </a:p>
        </p:txBody>
      </p:sp>
      <p:pic>
        <p:nvPicPr>
          <p:cNvPr id="83" name="Google Shape;83;p50"/>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Tree>
    <p:extLst>
      <p:ext uri="{BB962C8B-B14F-4D97-AF65-F5344CB8AC3E}">
        <p14:creationId val="1735362092"/>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4.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ubicacion1" preserve="1" userDrawn="1">
  <p:cSld name="1_ubicacion1">
    <p:spTree>
      <p:nvGrpSpPr>
        <p:cNvPr id="1" name="Shape 143"/>
        <p:cNvGrpSpPr/>
        <p:nvPr/>
      </p:nvGrpSpPr>
      <p:grpSpPr>
        <a:xfrm>
          <a:off x="0" y="0"/>
          <a:ext cx="0" cy="0"/>
          <a:chOff x="0" y="0"/>
          <a:chExt cx="0" cy="0"/>
        </a:xfrm>
      </p:grpSpPr>
      <p:sp>
        <p:nvSpPr>
          <p:cNvPr id="144" name="Google Shape;144;g2dfba5f8fc8_0_987"/>
          <p:cNvSpPr txBox="1">
            <a:spLocks noGrp="1"/>
          </p:cNvSpPr>
          <p:nvPr>
            <p:ph type="body" idx="1"/>
          </p:nvPr>
        </p:nvSpPr>
        <p:spPr>
          <a:xfrm>
            <a:off x="0" y="6492875"/>
            <a:ext cx="6492900" cy="365100"/>
          </a:xfrm>
          <a:prstGeom prst="rect">
            <a:avLst/>
          </a:prstGeom>
          <a:noFill/>
          <a:ln>
            <a:noFill/>
          </a:ln>
        </p:spPr>
        <p:txBody>
          <a:bodyPr spcFirstLastPara="1" wrap="square" lIns="68575" tIns="34275" rIns="68575" bIns="34275" anchor="ctr" anchorCtr="0">
            <a:normAutofit/>
          </a:bodyPr>
          <a:lstStyle>
            <a:lvl1pPr marL="457200" lvl="0" indent="-228600" algn="l" rtl="0">
              <a:lnSpc>
                <a:spcPct val="90000"/>
              </a:lnSpc>
              <a:spcBef>
                <a:spcPts val="0"/>
              </a:spcBef>
              <a:spcAft>
                <a:spcPts val="0"/>
              </a:spcAft>
              <a:buSzPts val="2100"/>
              <a:buNone/>
              <a:defRPr sz="1100" b="1" i="0" u="none" strike="noStrike" cap="none">
                <a:solidFill>
                  <a:srgbClr val="171616"/>
                </a:solidFill>
                <a:latin typeface="Calibri"/>
                <a:ea typeface="Calibri"/>
                <a:cs typeface="Calibri"/>
                <a:sym typeface="Calibri"/>
              </a:defRPr>
            </a:lvl1pPr>
            <a:lvl2pPr marL="914400" lvl="1" indent="-349250" algn="l" rtl="0">
              <a:lnSpc>
                <a:spcPct val="90000"/>
              </a:lnSpc>
              <a:spcBef>
                <a:spcPts val="500"/>
              </a:spcBef>
              <a:spcAft>
                <a:spcPts val="0"/>
              </a:spcAft>
              <a:buSzPts val="1900"/>
              <a:buChar char="•"/>
              <a:defRPr/>
            </a:lvl2pPr>
            <a:lvl3pPr marL="1371600" lvl="2" indent="-323850" algn="l" rtl="0">
              <a:lnSpc>
                <a:spcPct val="90000"/>
              </a:lnSpc>
              <a:spcBef>
                <a:spcPts val="500"/>
              </a:spcBef>
              <a:spcAft>
                <a:spcPts val="0"/>
              </a:spcAft>
              <a:buSzPts val="1500"/>
              <a:buChar char="•"/>
              <a:defRPr/>
            </a:lvl3pPr>
            <a:lvl4pPr marL="1828800" lvl="3" indent="-323850" algn="l" rtl="0">
              <a:lnSpc>
                <a:spcPct val="90000"/>
              </a:lnSpc>
              <a:spcBef>
                <a:spcPts val="500"/>
              </a:spcBef>
              <a:spcAft>
                <a:spcPts val="0"/>
              </a:spcAft>
              <a:buSzPts val="1500"/>
              <a:buChar char="•"/>
              <a:defRPr/>
            </a:lvl4pPr>
            <a:lvl5pPr marL="2286000" lvl="4" indent="-323850" algn="l" rtl="0">
              <a:lnSpc>
                <a:spcPct val="90000"/>
              </a:lnSpc>
              <a:spcBef>
                <a:spcPts val="500"/>
              </a:spcBef>
              <a:spcAft>
                <a:spcPts val="0"/>
              </a:spcAft>
              <a:buSzPts val="1500"/>
              <a:buChar char="•"/>
              <a:defRPr/>
            </a:lvl5pPr>
            <a:lvl6pPr marL="2743200" lvl="5" indent="-323850" algn="l" rtl="0">
              <a:lnSpc>
                <a:spcPct val="90000"/>
              </a:lnSpc>
              <a:spcBef>
                <a:spcPts val="500"/>
              </a:spcBef>
              <a:spcAft>
                <a:spcPts val="0"/>
              </a:spcAft>
              <a:buSzPts val="1500"/>
              <a:buChar char="•"/>
              <a:defRPr/>
            </a:lvl6pPr>
            <a:lvl7pPr marL="3200400" lvl="6" indent="-323850" algn="l" rtl="0">
              <a:lnSpc>
                <a:spcPct val="90000"/>
              </a:lnSpc>
              <a:spcBef>
                <a:spcPts val="500"/>
              </a:spcBef>
              <a:spcAft>
                <a:spcPts val="0"/>
              </a:spcAft>
              <a:buSzPts val="1500"/>
              <a:buChar char="•"/>
              <a:defRPr/>
            </a:lvl7pPr>
            <a:lvl8pPr marL="3657600" lvl="7" indent="-323850" algn="l" rtl="0">
              <a:lnSpc>
                <a:spcPct val="90000"/>
              </a:lnSpc>
              <a:spcBef>
                <a:spcPts val="500"/>
              </a:spcBef>
              <a:spcAft>
                <a:spcPts val="0"/>
              </a:spcAft>
              <a:buSzPts val="1500"/>
              <a:buChar char="•"/>
              <a:defRPr/>
            </a:lvl8pPr>
            <a:lvl9pPr marL="4114800" lvl="8" indent="-323850" algn="l" rtl="0">
              <a:lnSpc>
                <a:spcPct val="90000"/>
              </a:lnSpc>
              <a:spcBef>
                <a:spcPts val="500"/>
              </a:spcBef>
              <a:spcAft>
                <a:spcPts val="0"/>
              </a:spcAft>
              <a:buSzPts val="1500"/>
              <a:buChar char="•"/>
              <a:defRPr/>
            </a:lvl9pPr>
          </a:lstStyle>
          <a:p>
            <a:pPr lvl="0"/>
            <a:r>
              <a:rPr lang="es-MX"/>
              <a:t>Haga clic para modificar los estilos de texto del patrón</a:t>
            </a:r>
          </a:p>
        </p:txBody>
      </p:sp>
      <p:sp>
        <p:nvSpPr>
          <p:cNvPr id="145" name="Google Shape;145;g2dfba5f8fc8_0_987"/>
          <p:cNvSpPr txBox="1">
            <a:spLocks noGrp="1"/>
          </p:cNvSpPr>
          <p:nvPr>
            <p:ph type="body" idx="2"/>
          </p:nvPr>
        </p:nvSpPr>
        <p:spPr>
          <a:xfrm>
            <a:off x="2067597" y="1690688"/>
            <a:ext cx="8056800" cy="47919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1100"/>
              </a:spcBef>
              <a:spcAft>
                <a:spcPts val="0"/>
              </a:spcAft>
              <a:buSzPts val="2100"/>
              <a:buChar char="•"/>
              <a:defRPr/>
            </a:lvl1pPr>
            <a:lvl2pPr marL="914400" lvl="1" indent="-349250" algn="l" rtl="0">
              <a:lnSpc>
                <a:spcPct val="90000"/>
              </a:lnSpc>
              <a:spcBef>
                <a:spcPts val="500"/>
              </a:spcBef>
              <a:spcAft>
                <a:spcPts val="0"/>
              </a:spcAft>
              <a:buSzPts val="1900"/>
              <a:buChar char="•"/>
              <a:defRPr/>
            </a:lvl2pPr>
            <a:lvl3pPr marL="1371600" lvl="2" indent="-323850" algn="l" rtl="0">
              <a:lnSpc>
                <a:spcPct val="90000"/>
              </a:lnSpc>
              <a:spcBef>
                <a:spcPts val="500"/>
              </a:spcBef>
              <a:spcAft>
                <a:spcPts val="0"/>
              </a:spcAft>
              <a:buSzPts val="1500"/>
              <a:buChar char="•"/>
              <a:defRPr/>
            </a:lvl3pPr>
            <a:lvl4pPr marL="1828800" lvl="3" indent="-323850" algn="l" rtl="0">
              <a:lnSpc>
                <a:spcPct val="90000"/>
              </a:lnSpc>
              <a:spcBef>
                <a:spcPts val="500"/>
              </a:spcBef>
              <a:spcAft>
                <a:spcPts val="0"/>
              </a:spcAft>
              <a:buSzPts val="1500"/>
              <a:buChar char="•"/>
              <a:defRPr/>
            </a:lvl4pPr>
            <a:lvl5pPr marL="2286000" lvl="4" indent="-323850" algn="l" rtl="0">
              <a:lnSpc>
                <a:spcPct val="90000"/>
              </a:lnSpc>
              <a:spcBef>
                <a:spcPts val="500"/>
              </a:spcBef>
              <a:spcAft>
                <a:spcPts val="0"/>
              </a:spcAft>
              <a:buSzPts val="1500"/>
              <a:buChar char="•"/>
              <a:defRPr/>
            </a:lvl5pPr>
            <a:lvl6pPr marL="2743200" lvl="5" indent="-323850" algn="l" rtl="0">
              <a:lnSpc>
                <a:spcPct val="90000"/>
              </a:lnSpc>
              <a:spcBef>
                <a:spcPts val="500"/>
              </a:spcBef>
              <a:spcAft>
                <a:spcPts val="0"/>
              </a:spcAft>
              <a:buSzPts val="1500"/>
              <a:buChar char="•"/>
              <a:defRPr/>
            </a:lvl6pPr>
            <a:lvl7pPr marL="3200400" lvl="6" indent="-323850" algn="l" rtl="0">
              <a:lnSpc>
                <a:spcPct val="90000"/>
              </a:lnSpc>
              <a:spcBef>
                <a:spcPts val="500"/>
              </a:spcBef>
              <a:spcAft>
                <a:spcPts val="0"/>
              </a:spcAft>
              <a:buSzPts val="1500"/>
              <a:buChar char="•"/>
              <a:defRPr/>
            </a:lvl7pPr>
            <a:lvl8pPr marL="3657600" lvl="7" indent="-323850" algn="l" rtl="0">
              <a:lnSpc>
                <a:spcPct val="90000"/>
              </a:lnSpc>
              <a:spcBef>
                <a:spcPts val="500"/>
              </a:spcBef>
              <a:spcAft>
                <a:spcPts val="0"/>
              </a:spcAft>
              <a:buSzPts val="1500"/>
              <a:buChar char="•"/>
              <a:defRPr/>
            </a:lvl8pPr>
            <a:lvl9pPr marL="4114800" lvl="8" indent="-323850" algn="l" rtl="0">
              <a:lnSpc>
                <a:spcPct val="90000"/>
              </a:lnSpc>
              <a:spcBef>
                <a:spcPts val="500"/>
              </a:spcBef>
              <a:spcAft>
                <a:spcPts val="0"/>
              </a:spcAft>
              <a:buSzPts val="1500"/>
              <a:buChar char="•"/>
              <a:defRPr/>
            </a:lvl9pPr>
          </a:lstStyle>
          <a:p>
            <a:pPr lvl="0"/>
            <a:r>
              <a:rPr lang="es-MX"/>
              <a:t>Haga clic para modificar los estilos de texto del patrón</a:t>
            </a:r>
          </a:p>
        </p:txBody>
      </p:sp>
      <p:pic>
        <p:nvPicPr>
          <p:cNvPr id="147" name="Google Shape;147;g2dfba5f8fc8_0_987" descr="Logotipo&#10;&#10;Descripción generada automáticamente"/>
          <p:cNvPicPr preferRelativeResize="0"/>
          <p:nvPr/>
        </p:nvPicPr>
        <p:blipFill rotWithShape="1">
          <a:blip r:embed="rId2">
            <a:alphaModFix/>
          </a:blip>
          <a:srcRect/>
          <a:stretch/>
        </p:blipFill>
        <p:spPr>
          <a:xfrm>
            <a:off x="10040653" y="92628"/>
            <a:ext cx="1697139" cy="954641"/>
          </a:xfrm>
          <a:prstGeom prst="rect">
            <a:avLst/>
          </a:prstGeom>
          <a:noFill/>
          <a:ln>
            <a:noFill/>
          </a:ln>
        </p:spPr>
      </p:pic>
      <p:sp>
        <p:nvSpPr>
          <p:cNvPr id="7" name="Título 6">
            <a:extLst>
              <a:ext uri="{FF2B5EF4-FFF2-40B4-BE49-F238E27FC236}">
                <ns3:creationId id="{F48C24AF-2D41-9463-C6C1-CF976E6FC072}"/>
              </a:ext>
            </a:extLst>
          </p:cNvPr>
          <p:cNvSpPr>
            <a:spLocks noGrp="1"/>
          </p:cNvSpPr>
          <p:nvPr>
            <p:ph type="title"/>
          </p:nvPr>
        </p:nvSpPr>
        <p:spPr/>
        <p:txBody>
          <a:bodyPr/>
          <a:lstStyle/>
          <a:p>
            <a:r>
              <a:rPr lang="es-MX" sz="2400" b="1">
                <a:latin typeface="Arial"/>
                <a:solidFill>
                  <a:srgbClr val="CA5651"/>
                </a:solidFill>
              </a:rPr>
              <a:t>Haz clic para modificar el estilo de título del patrón</a:t>
            </a:r>
            <a:endParaRPr lang="es-PE" sz="2400" b="1">
              <a:latin typeface="Arial"/>
              <a:solidFill>
                <a:srgbClr val="CA5651"/>
              </a:solidFill>
            </a:endParaRPr>
          </a:p>
        </p:txBody>
      </p:sp>
    </p:spTree>
    <p:extLst>
      <p:ext uri="{BB962C8B-B14F-4D97-AF65-F5344CB8AC3E}">
        <p14:creationId val="304183648"/>
      </p:ext>
    </p:extLst>
  </p:cSld>
  <p:clrMapOvr>
    <a:masterClrMapping/>
  </p:clrMapOvr>
  <p:extLst>
    <p:ext uri="{DCECCB84-F9BA-43D5-87BE-67443E8EF086}">
      <p15:sldGuideLst>
        <p15:guide id="1" orient="horz" pos="2160" userDrawn="1">
          <p15:clr>
            <a:srgbClr val="E4A34C"/>
          </p15:clr>
        </p15:guide>
        <p15:guide id="2" pos="3840" userDrawn="1">
          <p15:clr>
            <a:srgbClr val="E4A34C"/>
          </p15:clr>
        </p15:guide>
      </p15:sldGuideLst>
    </p:ext>
  </p:extLst>
</p:sldLayout>
</file>

<file path=ppt/slideLayouts/slideLayout25.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poblacion_3">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461962" y="1212850"/>
            <a:ext cx="4726263" cy="2345359"/>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461465" y="3754437"/>
            <a:ext cx="4726786" cy="2345359"/>
          </a:xfrm>
        </p:spPr>
        <p:txBody>
          <a:bodyPr/>
          <a:lstStyle/>
          <a:p>
            <a:endParaRPr lang="en-PE" dirty="0"/>
          </a:p>
        </p:txBody>
      </p:sp>
      <p:sp>
        <p:nvSpPr>
          <p:cNvPr id="8" name="Picture Placeholder 5">
            <a:extLst>
              <a:ext uri="{FF2B5EF4-FFF2-40B4-BE49-F238E27FC236}">
                <ns3:creationId id="{358A77CA-4946-E677-D51B-A8CE149E91B8}"/>
              </a:ext>
            </a:extLst>
          </p:cNvPr>
          <p:cNvSpPr>
            <a:spLocks noGrp="1"/>
          </p:cNvSpPr>
          <p:nvPr>
            <p:ph type="pic" sz="quarter" idx="12"/>
          </p:nvPr>
        </p:nvSpPr>
        <p:spPr>
          <a:xfrm>
            <a:off x="7113105" y="1212494"/>
            <a:ext cx="4726263" cy="4887468"/>
          </a:xfrm>
        </p:spPr>
        <p:txBody>
          <a:bodyPr/>
          <a:lstStyle/>
          <a:p>
            <a:endParaRPr lang="en-PE" dirty="0"/>
          </a:p>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5" name="Content Placeholder 5">
            <a:extLst>
              <a:ext uri="{FF2B5EF4-FFF2-40B4-BE49-F238E27FC236}">
                <ns3:creationId id="{90549C15-2749-16D6-FCA5-952FD115553E}"/>
              </a:ext>
            </a:extLst>
          </p:cNvPr>
          <p:cNvSpPr>
            <a:spLocks noGrp="1"/>
          </p:cNvSpPr>
          <p:nvPr>
            <p:ph sz="quarter" idx="15"/>
          </p:nvPr>
        </p:nvSpPr>
        <p:spPr>
          <a:xfrm>
            <a:off x="5281701" y="2885037"/>
            <a:ext cx="1737928" cy="173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6.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graficos_3_2mas1">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461772" y="1212494"/>
            <a:ext cx="4726534" cy="2345436"/>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461772" y="3754526"/>
            <a:ext cx="4726534" cy="2345436"/>
          </a:xfrm>
        </p:spPr>
        <p:txBody>
          <a:bodyPr/>
          <a:lstStyle/>
          <a:p>
            <a:endParaRPr lang="en-PE" dirty="0"/>
          </a:p>
        </p:txBody>
      </p:sp>
      <p:sp>
        <p:nvSpPr>
          <p:cNvPr id="8" name="Picture Placeholder 5">
            <a:extLst>
              <a:ext uri="{FF2B5EF4-FFF2-40B4-BE49-F238E27FC236}">
                <ns3:creationId id="{358A77CA-4946-E677-D51B-A8CE149E91B8}"/>
              </a:ext>
            </a:extLst>
          </p:cNvPr>
          <p:cNvSpPr>
            <a:spLocks noGrp="1"/>
          </p:cNvSpPr>
          <p:nvPr>
            <p:ph type="pic" sz="quarter" idx="12"/>
          </p:nvPr>
        </p:nvSpPr>
        <p:spPr>
          <a:xfrm>
            <a:off x="7113118" y="1212494"/>
            <a:ext cx="4726534" cy="4887468"/>
          </a:xfrm>
        </p:spPr>
        <p:txBody>
          <a:bodyPr/>
          <a:lstStyle/>
          <a:p>
            <a:endParaRPr lang="en-PE" dirty="0"/>
          </a:p>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7.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graficos_3_1mas2">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461772" y="1212494"/>
            <a:ext cx="4726534" cy="4887468"/>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7113118" y="1212494"/>
            <a:ext cx="4726534" cy="2345436"/>
          </a:xfrm>
        </p:spPr>
        <p:txBody>
          <a:bodyPr/>
          <a:lstStyle/>
          <a:p>
            <a:endParaRPr lang="en-PE" dirty="0"/>
          </a:p>
        </p:txBody>
      </p:sp>
      <p:sp>
        <p:nvSpPr>
          <p:cNvPr id="8" name="Picture Placeholder 5">
            <a:extLst>
              <a:ext uri="{FF2B5EF4-FFF2-40B4-BE49-F238E27FC236}">
                <ns3:creationId id="{358A77CA-4946-E677-D51B-A8CE149E91B8}"/>
              </a:ext>
            </a:extLst>
          </p:cNvPr>
          <p:cNvSpPr>
            <a:spLocks noGrp="1"/>
          </p:cNvSpPr>
          <p:nvPr>
            <p:ph type="pic" sz="quarter" idx="12"/>
          </p:nvPr>
        </p:nvSpPr>
        <p:spPr>
          <a:xfrm>
            <a:off x="7113118" y="3754526"/>
            <a:ext cx="4726534" cy="2345436"/>
          </a:xfrm>
        </p:spPr>
        <p:txBody>
          <a:bodyPr/>
          <a:lstStyle/>
          <a:p>
            <a:endParaRPr lang="en-PE" dirty="0"/>
          </a:p>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8.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graficos_3_fila">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461772" y="1212494"/>
            <a:ext cx="3611880" cy="4887468"/>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4302252" y="1212494"/>
            <a:ext cx="3611880" cy="4887468"/>
          </a:xfrm>
        </p:spPr>
        <p:txBody>
          <a:bodyPr/>
          <a:lstStyle/>
          <a:p>
            <a:endParaRPr lang="en-PE" dirty="0"/>
          </a:p>
        </p:txBody>
      </p:sp>
      <p:sp>
        <p:nvSpPr>
          <p:cNvPr id="8" name="Picture Placeholder 5">
            <a:extLst>
              <a:ext uri="{FF2B5EF4-FFF2-40B4-BE49-F238E27FC236}">
                <ns3:creationId id="{358A77CA-4946-E677-D51B-A8CE149E91B8}"/>
              </a:ext>
            </a:extLst>
          </p:cNvPr>
          <p:cNvSpPr>
            <a:spLocks noGrp="1"/>
          </p:cNvSpPr>
          <p:nvPr>
            <p:ph type="pic" sz="quarter" idx="12"/>
          </p:nvPr>
        </p:nvSpPr>
        <p:spPr>
          <a:xfrm>
            <a:off x="8142732" y="1212494"/>
            <a:ext cx="3611880" cy="4887468"/>
          </a:xfrm>
        </p:spPr>
        <p:txBody>
          <a:bodyPr/>
          <a:lstStyle/>
          <a:p>
            <a:endParaRPr lang="en-PE" dirty="0"/>
          </a:p>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29.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graficos_3_1arriba">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461772" y="1212494"/>
            <a:ext cx="11377879" cy="2345436"/>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461772" y="3754526"/>
            <a:ext cx="5577840" cy="2345436"/>
          </a:xfrm>
        </p:spPr>
        <p:txBody>
          <a:bodyPr/>
          <a:lstStyle/>
          <a:p>
            <a:endParaRPr lang="en-PE" dirty="0"/>
          </a:p>
        </p:txBody>
      </p:sp>
      <p:sp>
        <p:nvSpPr>
          <p:cNvPr id="8" name="Picture Placeholder 5">
            <a:extLst>
              <a:ext uri="{FF2B5EF4-FFF2-40B4-BE49-F238E27FC236}">
                <ns3:creationId id="{358A77CA-4946-E677-D51B-A8CE149E91B8}"/>
              </a:ext>
            </a:extLst>
          </p:cNvPr>
          <p:cNvSpPr>
            <a:spLocks noGrp="1"/>
          </p:cNvSpPr>
          <p:nvPr>
            <p:ph type="pic" sz="quarter" idx="12"/>
          </p:nvPr>
        </p:nvSpPr>
        <p:spPr>
          <a:xfrm>
            <a:off x="6268212" y="3754526"/>
            <a:ext cx="5577840" cy="2345436"/>
          </a:xfrm>
        </p:spPr>
        <p:txBody>
          <a:bodyPr/>
          <a:lstStyle/>
          <a:p>
            <a:endParaRPr lang="en-PE" dirty="0"/>
          </a:p>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30.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graficos_2_vertical">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1559052" y="1212494"/>
            <a:ext cx="9189720" cy="2345436"/>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1559052" y="3754526"/>
            <a:ext cx="9189720" cy="2345436"/>
          </a:xfrm>
        </p:spPr>
        <p:txBody>
          <a:bodyPr/>
          <a:lstStyle/>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31.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graficos_2_asimetrico">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461772" y="1212494"/>
            <a:ext cx="6949440" cy="4887468"/>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7731252" y="1920240"/>
            <a:ext cx="4114800" cy="3474720"/>
          </a:xfrm>
        </p:spPr>
        <p:txBody>
          <a:bodyPr/>
          <a:lstStyle/>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32.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poblacion_3_tira">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2011680" y="1212494"/>
            <a:ext cx="9802368" cy="1417320"/>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2011680" y="2926080"/>
            <a:ext cx="9802368" cy="1417320"/>
          </a:xfrm>
        </p:spPr>
        <p:txBody>
          <a:bodyPr/>
          <a:lstStyle/>
          <a:p>
            <a:endParaRPr lang="en-PE" dirty="0"/>
          </a:p>
        </p:txBody>
      </p:sp>
      <p:sp>
        <p:nvSpPr>
          <p:cNvPr id="8" name="Picture Placeholder 5">
            <a:extLst>
              <a:ext uri="{FF2B5EF4-FFF2-40B4-BE49-F238E27FC236}">
                <ns3:creationId id="{358A77CA-4946-E677-D51B-A8CE149E91B8}"/>
              </a:ext>
            </a:extLst>
          </p:cNvPr>
          <p:cNvSpPr>
            <a:spLocks noGrp="1"/>
          </p:cNvSpPr>
          <p:nvPr>
            <p:ph type="pic" sz="quarter" idx="12"/>
          </p:nvPr>
        </p:nvSpPr>
        <p:spPr>
          <a:xfrm>
            <a:off x="2011680" y="4663440"/>
            <a:ext cx="9802368" cy="1417320"/>
          </a:xfrm>
        </p:spPr>
        <p:txBody>
          <a:bodyPr/>
          <a:lstStyle/>
          <a:p>
            <a:endParaRPr lang="en-PE" dirty="0"/>
          </a:p>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5" name="Content Placeholder 5">
            <a:extLst>
              <a:ext uri="{FF2B5EF4-FFF2-40B4-BE49-F238E27FC236}">
                <ns3:creationId id="{90549C15-2749-16D6-FCA5-952FD115553E}"/>
              </a:ext>
            </a:extLst>
          </p:cNvPr>
          <p:cNvSpPr>
            <a:spLocks noGrp="1"/>
          </p:cNvSpPr>
          <p:nvPr>
            <p:ph sz="quarter" idx="15"/>
          </p:nvPr>
        </p:nvSpPr>
        <p:spPr>
          <a:xfrm>
            <a:off x="502920" y="2834640"/>
            <a:ext cx="1234440" cy="1234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33.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poblacion_3_corona">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p:cNvSpPr>
          <p:nvPr>
            <p:ph type="pic" sz="quarter" idx="10"/>
          </p:nvPr>
        </p:nvSpPr>
        <p:spPr>
          <a:xfrm>
            <a:off x="461772" y="1212494"/>
            <a:ext cx="4206240" cy="2011680"/>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p:cNvSpPr>
          <p:nvPr>
            <p:ph type="pic" sz="quarter" idx="11"/>
          </p:nvPr>
        </p:nvSpPr>
        <p:spPr>
          <a:xfrm>
            <a:off x="7607808" y="1212494"/>
            <a:ext cx="4206240" cy="2011680"/>
          </a:xfrm>
        </p:spPr>
        <p:txBody>
          <a:bodyPr/>
          <a:lstStyle/>
          <a:p>
            <a:endParaRPr lang="en-PE" dirty="0"/>
          </a:p>
        </p:txBody>
      </p:sp>
      <p:sp>
        <p:nvSpPr>
          <p:cNvPr id="8" name="Picture Placeholder 5">
            <a:extLst>
              <a:ext uri="{FF2B5EF4-FFF2-40B4-BE49-F238E27FC236}">
                <ns3:creationId id="{358A77CA-4946-E677-D51B-A8CE149E91B8}"/>
              </a:ext>
            </a:extLst>
          </p:cNvPr>
          <p:cNvSpPr>
            <a:spLocks noGrp="1"/>
          </p:cNvSpPr>
          <p:nvPr>
            <p:ph type="pic" sz="quarter" idx="12"/>
          </p:nvPr>
        </p:nvSpPr>
        <p:spPr>
          <a:xfrm>
            <a:off x="2926080" y="4617720"/>
            <a:ext cx="6400800" cy="1463040"/>
          </a:xfrm>
        </p:spPr>
        <p:txBody>
          <a:bodyPr/>
          <a:lstStyle/>
          <a:p>
            <a:endParaRPr lang="en-PE" dirty="0"/>
          </a:p>
          <a:p>
            <a:endParaRPr lang="en-PE" dirty="0"/>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15" name="Content Placeholder 5">
            <a:extLst>
              <a:ext uri="{FF2B5EF4-FFF2-40B4-BE49-F238E27FC236}">
                <ns3:creationId id="{90549C15-2749-16D6-FCA5-952FD115553E}"/>
              </a:ext>
            </a:extLst>
          </p:cNvPr>
          <p:cNvSpPr>
            <a:spLocks noGrp="1"/>
          </p:cNvSpPr>
          <p:nvPr>
            <p:ph sz="quarter" idx="15"/>
          </p:nvPr>
        </p:nvSpPr>
        <p:spPr>
          <a:xfrm>
            <a:off x="5285232" y="2889504"/>
            <a:ext cx="1737360" cy="1737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1490820941"/>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34.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poblacion_3_cifras">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noChangeAspect="1"/>
          </p:cNvSpPr>
          <p:nvPr>
            <p:ph type="pic" sz="quarter" idx="10"/>
          </p:nvPr>
        </p:nvSpPr>
        <p:spPr>
          <a:xfrm>
            <a:off x="502920" y="3017520"/>
            <a:ext cx="1417320" cy="777240"/>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noChangeAspect="1"/>
          </p:cNvSpPr>
          <p:nvPr>
            <p:ph type="pic" sz="quarter" idx="11"/>
          </p:nvPr>
        </p:nvSpPr>
        <p:spPr>
          <a:xfrm>
            <a:off x="502920" y="3977640"/>
            <a:ext cx="1417320" cy="777240"/>
          </a:xfrm>
        </p:spPr>
        <p:txBody>
          <a:bodyPr/>
          <a:lstStyle/>
          <a:p>
            <a:endParaRPr lang="en-PE" dirty="0"/>
          </a:p>
        </p:txBody>
      </p:sp>
      <p:sp>
        <p:nvSpPr>
          <p:cNvPr id="8" name="Picture Placeholder 5">
            <a:extLst>
              <a:ext uri="{FF2B5EF4-FFF2-40B4-BE49-F238E27FC236}">
                <ns3:creationId id="{358A77CA-4946-E677-D51B-A8CE149E91B8}"/>
              </a:ext>
            </a:extLst>
          </p:cNvPr>
          <p:cNvSpPr>
            <a:spLocks noGrp="1" noChangeAspect="1"/>
          </p:cNvSpPr>
          <p:nvPr>
            <p:ph type="pic" sz="quarter" idx="12"/>
          </p:nvPr>
        </p:nvSpPr>
        <p:spPr>
          <a:xfrm>
            <a:off x="2240280" y="1212494"/>
            <a:ext cx="4160520" cy="2286000"/>
          </a:xfrm>
        </p:spPr>
        <p:txBody>
          <a:bodyPr/>
          <a:lstStyle/>
          <a:p>
            <a:endParaRPr lang="en-PE" dirty="0"/>
          </a:p>
          <a:p>
            <a:endParaRPr lang="en-PE" dirty="0"/>
          </a:p>
        </p:txBody>
      </p:sp>
      <p:sp>
        <p:nvSpPr>
          <p:cNvPr id="9" name="Picture Placeholder 5">
            <a:extLst>
              <a:ext uri="{FF2B5EF4-FFF2-40B4-BE49-F238E27FC236}">
                <ns3:creationId id="{BCB5FD43-B8F1-2FB4-7780-90EF06D911E6}"/>
              </a:ext>
            </a:extLst>
          </p:cNvPr>
          <p:cNvSpPr>
            <a:spLocks noGrp="1" noChangeAspect="1"/>
          </p:cNvSpPr>
          <p:nvPr>
            <p:ph type="pic" sz="quarter" idx="13"/>
          </p:nvPr>
        </p:nvSpPr>
        <p:spPr>
          <a:xfrm>
            <a:off x="2240280" y="3749040"/>
            <a:ext cx="4160520" cy="2286000"/>
          </a:xfrm>
        </p:spPr>
        <p:txBody>
          <a:bodyPr/>
          <a:lstStyle/>
          <a:p>
            <a:endParaRPr lang="en-PE"/>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5">
            <a:extLst>
              <a:ext uri="{FF2B5EF4-FFF2-40B4-BE49-F238E27FC236}">
                <ns3:creationId id="{FF13B1B5-6F5F-20EC-604A-862023AA30E4}"/>
              </a:ext>
            </a:extLst>
          </p:cNvPr>
          <p:cNvSpPr>
            <a:spLocks noGrp="1" noChangeAspect="1"/>
          </p:cNvSpPr>
          <p:nvPr>
            <p:ph type="pic" sz="quarter" idx="15"/>
          </p:nvPr>
        </p:nvSpPr>
        <p:spPr>
          <a:xfrm>
            <a:off x="6812280" y="1212494"/>
            <a:ext cx="5001768" cy="4887468"/>
          </a:xfrm>
        </p:spPr>
        <p:txBody>
          <a:bodyPr/>
          <a:lstStyle/>
          <a:p>
            <a:endParaRPr lang="en-PE" dirty="0"/>
          </a:p>
          <a:p>
            <a:endParaRPr lang="en-PE" dirty="0"/>
          </a:p>
        </p:txBody>
      </p:sp>
      <p:sp>
        <p:nvSpPr>
          <p:cNvPr id="10" name="Content Placeholder 5">
            <a:extLst>
              <a:ext uri="{FF2B5EF4-FFF2-40B4-BE49-F238E27FC236}">
                <ns3:creationId id="{B8FEC6FD-D71E-66DB-2E66-38C3CF383E38}"/>
              </a:ext>
            </a:extLst>
          </p:cNvPr>
          <p:cNvSpPr>
            <a:spLocks noGrp="1"/>
          </p:cNvSpPr>
          <p:nvPr>
            <p:ph sz="quarter" idx="17"/>
          </p:nvPr>
        </p:nvSpPr>
        <p:spPr>
          <a:xfrm>
            <a:off x="502920" y="1280160"/>
            <a:ext cx="1417320" cy="14173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Tree>
    <p:extLst>
      <p:ext uri="{BB962C8B-B14F-4D97-AF65-F5344CB8AC3E}">
        <p14:creationId val="4015789953"/>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Layouts/slideLayout35.xml><?xml version="1.0" encoding="utf-8"?>
<p:sldLayout xmlns:a="http://schemas.openxmlformats.org/drawingml/2006/main" xmlns:ns3="http://schemas.microsoft.com/office/drawing/2014/main" xmlns:p="http://schemas.openxmlformats.org/presentationml/2006/main" xmlns:p14="http://schemas.microsoft.com/office/powerpoint/2010/main" xmlns:p15="http://schemas.microsoft.com/office/powerpoint/2012/main" xmlns:r="http://schemas.openxmlformats.org/officeDocument/2006/relationships" matchingName="Dos objetos" preserve="1" userDrawn="1">
  <p:cSld name="cifras_y_graficos">
    <p:spTree>
      <p:nvGrpSpPr>
        <p:cNvPr id="1" name="Shape 84"/>
        <p:cNvGrpSpPr/>
        <p:nvPr/>
      </p:nvGrpSpPr>
      <p:grpSpPr>
        <a:xfrm>
          <a:off x="0" y="0"/>
          <a:ext cx="0" cy="0"/>
          <a:chOff x="0" y="0"/>
          <a:chExt cx="0" cy="0"/>
        </a:xfrm>
      </p:grpSpPr>
      <p:pic>
        <p:nvPicPr>
          <p:cNvPr id="87" name="Google Shape;87;p51"/>
          <p:cNvPicPr preferRelativeResize="0"/>
          <p:nvPr/>
        </p:nvPicPr>
        <p:blipFill rotWithShape="1">
          <a:blip r:embed="rId2">
            <a:alphaModFix/>
          </a:blip>
          <a:srcRect t="29471" b="26643"/>
          <a:stretch/>
        </p:blipFill>
        <p:spPr>
          <a:xfrm>
            <a:off x="10088216" y="158826"/>
            <a:ext cx="1927827" cy="846037"/>
          </a:xfrm>
          <a:prstGeom prst="rect">
            <a:avLst/>
          </a:prstGeom>
          <a:noFill/>
          <a:ln>
            <a:noFill/>
          </a:ln>
        </p:spPr>
      </p:pic>
      <p:sp>
        <p:nvSpPr>
          <p:cNvPr id="88" name="Google Shape;88;p51"/>
          <p:cNvSpPr txBox="1">
            <a:spLocks noGrp="1"/>
          </p:cNvSpPr>
          <p:nvPr>
            <p:ph type="title"/>
          </p:nvPr>
        </p:nvSpPr>
        <p:spPr>
          <a:xfrm>
            <a:off x="461464" y="338268"/>
            <a:ext cx="9626752" cy="6665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A5651"/>
              </a:buClr>
              <a:buSzPts val="2400"/>
              <a:buFont typeface="Arial"/>
              <a:buNone/>
              <a:defRPr sz="2400" b="1" cap="none">
                <a:solidFill>
                  <a:srgbClr val="CA5651"/>
                </a:solidFill>
                <a:latin typeface="Arial"/>
                <a:ea typeface="Arial"/>
                <a:cs typeface="Arial"/>
                <a:sym typeface="Arial"/>
              </a:defRPr>
            </a:lvl1pPr>
            <a:lvl2pPr lvl="1" algn="l">
              <a:lnSpc>
                <a:spcPct val="100000"/>
              </a:lnSpc>
              <a:spcBef>
                <a:spcPts val="0"/>
              </a:spcBef>
              <a:spcAft>
                <a:spcPts val="0"/>
              </a:spcAft>
              <a:buSzPts val="1400"/>
              <a:buNone/>
              <a:defRPr sz="2400" b="1">
                <a:latin typeface="Arial"/>
                <a:solidFill>
                  <a:srgbClr val="CA5651"/>
                </a:solidFill>
              </a:defRPr>
            </a:lvl2pPr>
            <a:lvl3pPr lvl="2" algn="l">
              <a:lnSpc>
                <a:spcPct val="100000"/>
              </a:lnSpc>
              <a:spcBef>
                <a:spcPts val="0"/>
              </a:spcBef>
              <a:spcAft>
                <a:spcPts val="0"/>
              </a:spcAft>
              <a:buSzPts val="1400"/>
              <a:buNone/>
              <a:defRPr sz="2400" b="1">
                <a:latin typeface="Arial"/>
                <a:solidFill>
                  <a:srgbClr val="CA5651"/>
                </a:solidFill>
              </a:defRPr>
            </a:lvl3pPr>
            <a:lvl4pPr lvl="3" algn="l">
              <a:lnSpc>
                <a:spcPct val="100000"/>
              </a:lnSpc>
              <a:spcBef>
                <a:spcPts val="0"/>
              </a:spcBef>
              <a:spcAft>
                <a:spcPts val="0"/>
              </a:spcAft>
              <a:buSzPts val="1400"/>
              <a:buNone/>
              <a:defRPr sz="2400" b="1">
                <a:latin typeface="Arial"/>
                <a:solidFill>
                  <a:srgbClr val="CA5651"/>
                </a:solidFill>
              </a:defRPr>
            </a:lvl4pPr>
            <a:lvl5pPr lvl="4" algn="l">
              <a:lnSpc>
                <a:spcPct val="100000"/>
              </a:lnSpc>
              <a:spcBef>
                <a:spcPts val="0"/>
              </a:spcBef>
              <a:spcAft>
                <a:spcPts val="0"/>
              </a:spcAft>
              <a:buSzPts val="1400"/>
              <a:buNone/>
              <a:defRPr sz="2400" b="1">
                <a:latin typeface="Arial"/>
                <a:solidFill>
                  <a:srgbClr val="CA5651"/>
                </a:solidFill>
              </a:defRPr>
            </a:lvl5pPr>
            <a:lvl6pPr lvl="5" algn="l">
              <a:lnSpc>
                <a:spcPct val="100000"/>
              </a:lnSpc>
              <a:spcBef>
                <a:spcPts val="0"/>
              </a:spcBef>
              <a:spcAft>
                <a:spcPts val="0"/>
              </a:spcAft>
              <a:buSzPts val="1400"/>
              <a:buNone/>
              <a:defRPr sz="2400" b="1">
                <a:latin typeface="Arial"/>
                <a:solidFill>
                  <a:srgbClr val="CA5651"/>
                </a:solidFill>
              </a:defRPr>
            </a:lvl6pPr>
            <a:lvl7pPr lvl="6" algn="l">
              <a:lnSpc>
                <a:spcPct val="100000"/>
              </a:lnSpc>
              <a:spcBef>
                <a:spcPts val="0"/>
              </a:spcBef>
              <a:spcAft>
                <a:spcPts val="0"/>
              </a:spcAft>
              <a:buSzPts val="1400"/>
              <a:buNone/>
              <a:defRPr sz="2400" b="1">
                <a:latin typeface="Arial"/>
                <a:solidFill>
                  <a:srgbClr val="CA5651"/>
                </a:solidFill>
              </a:defRPr>
            </a:lvl7pPr>
            <a:lvl8pPr lvl="7" algn="l">
              <a:lnSpc>
                <a:spcPct val="100000"/>
              </a:lnSpc>
              <a:spcBef>
                <a:spcPts val="0"/>
              </a:spcBef>
              <a:spcAft>
                <a:spcPts val="0"/>
              </a:spcAft>
              <a:buSzPts val="1400"/>
              <a:buNone/>
              <a:defRPr sz="2400" b="1">
                <a:latin typeface="Arial"/>
                <a:solidFill>
                  <a:srgbClr val="CA5651"/>
                </a:solidFill>
              </a:defRPr>
            </a:lvl8pPr>
            <a:lvl9pPr lvl="8" algn="l">
              <a:lnSpc>
                <a:spcPct val="100000"/>
              </a:lnSpc>
              <a:spcBef>
                <a:spcPts val="0"/>
              </a:spcBef>
              <a:spcAft>
                <a:spcPts val="0"/>
              </a:spcAft>
              <a:buSzPts val="1400"/>
              <a:buNone/>
              <a:defRPr sz="2400" b="1">
                <a:latin typeface="Arial"/>
                <a:solidFill>
                  <a:srgbClr val="CA5651"/>
                </a:solidFill>
              </a:defRPr>
            </a:lvl9pPr>
          </a:lstStyle>
          <a:p>
            <a:r>
              <a:rPr lang="es-MX" sz="2400" b="1">
                <a:latin typeface="Arial"/>
                <a:solidFill>
                  <a:srgbClr val="CA5651"/>
                </a:solidFill>
              </a:rPr>
              <a:t>Haz clic para modificar el estilo de título del patrón</a:t>
            </a:r>
            <a:endParaRPr dirty="0" sz="2400" b="1">
              <a:latin typeface="Arial"/>
              <a:solidFill>
                <a:srgbClr val="CA5651"/>
              </a:solidFill>
            </a:endParaRPr>
          </a:p>
        </p:txBody>
      </p:sp>
      <p:sp>
        <p:nvSpPr>
          <p:cNvPr id="6" name="Picture Placeholder 5">
            <a:extLst>
              <a:ext uri="{FF2B5EF4-FFF2-40B4-BE49-F238E27FC236}">
                <ns3:creationId id="{EB977788-EA90-94F5-A207-15EBBD7FEAB5}"/>
              </a:ext>
            </a:extLst>
          </p:cNvPr>
          <p:cNvSpPr>
            <a:spLocks noGrp="1" noChangeAspect="1"/>
          </p:cNvSpPr>
          <p:nvPr>
            <p:ph type="pic" sz="quarter" idx="10"/>
          </p:nvPr>
        </p:nvSpPr>
        <p:spPr>
          <a:xfrm>
            <a:off x="461772" y="1212494"/>
            <a:ext cx="3611880" cy="1051560"/>
          </a:xfrm>
        </p:spPr>
        <p:txBody>
          <a:bodyPr/>
          <a:lstStyle/>
          <a:p>
            <a:endParaRPr lang="en-PE" dirty="0"/>
          </a:p>
          <a:p>
            <a:endParaRPr lang="en-PE" dirty="0"/>
          </a:p>
        </p:txBody>
      </p:sp>
      <p:sp>
        <p:nvSpPr>
          <p:cNvPr id="7" name="Picture Placeholder 5">
            <a:extLst>
              <a:ext uri="{FF2B5EF4-FFF2-40B4-BE49-F238E27FC236}">
                <ns3:creationId id="{0519FE1F-4FD7-A2A0-81FB-8DCD6F26C4FB}"/>
              </a:ext>
            </a:extLst>
          </p:cNvPr>
          <p:cNvSpPr>
            <a:spLocks noGrp="1" noChangeAspect="1"/>
          </p:cNvSpPr>
          <p:nvPr>
            <p:ph type="pic" sz="quarter" idx="11"/>
          </p:nvPr>
        </p:nvSpPr>
        <p:spPr>
          <a:xfrm>
            <a:off x="4343400" y="1212494"/>
            <a:ext cx="3611880" cy="1051560"/>
          </a:xfrm>
        </p:spPr>
        <p:txBody>
          <a:bodyPr/>
          <a:lstStyle/>
          <a:p>
            <a:endParaRPr lang="en-PE" dirty="0"/>
          </a:p>
        </p:txBody>
      </p:sp>
      <p:sp>
        <p:nvSpPr>
          <p:cNvPr id="8" name="Picture Placeholder 5">
            <a:extLst>
              <a:ext uri="{FF2B5EF4-FFF2-40B4-BE49-F238E27FC236}">
                <ns3:creationId id="{358A77CA-4946-E677-D51B-A8CE149E91B8}"/>
              </a:ext>
            </a:extLst>
          </p:cNvPr>
          <p:cNvSpPr>
            <a:spLocks noGrp="1" noChangeAspect="1"/>
          </p:cNvSpPr>
          <p:nvPr>
            <p:ph type="pic" sz="quarter" idx="12"/>
          </p:nvPr>
        </p:nvSpPr>
        <p:spPr>
          <a:xfrm>
            <a:off x="8183880" y="1212494"/>
            <a:ext cx="3611880" cy="1051560"/>
          </a:xfrm>
        </p:spPr>
        <p:txBody>
          <a:bodyPr/>
          <a:lstStyle/>
          <a:p>
            <a:endParaRPr lang="en-PE" dirty="0"/>
          </a:p>
          <a:p>
            <a:endParaRPr lang="en-PE" dirty="0"/>
          </a:p>
        </p:txBody>
      </p:sp>
      <p:sp>
        <p:nvSpPr>
          <p:cNvPr id="9" name="Picture Placeholder 5">
            <a:extLst>
              <a:ext uri="{FF2B5EF4-FFF2-40B4-BE49-F238E27FC236}">
                <ns3:creationId id="{BCB5FD43-B8F1-2FB4-7780-90EF06D911E6}"/>
              </a:ext>
            </a:extLst>
          </p:cNvPr>
          <p:cNvSpPr>
            <a:spLocks noGrp="1" noChangeAspect="1"/>
          </p:cNvSpPr>
          <p:nvPr>
            <p:ph type="pic" sz="quarter" idx="13"/>
          </p:nvPr>
        </p:nvSpPr>
        <p:spPr>
          <a:xfrm>
            <a:off x="461772" y="2606040"/>
            <a:ext cx="5577840" cy="3474720"/>
          </a:xfrm>
        </p:spPr>
        <p:txBody>
          <a:bodyPr/>
          <a:lstStyle/>
          <a:p>
            <a:endParaRPr lang="en-PE"/>
          </a:p>
        </p:txBody>
      </p:sp>
      <p:sp>
        <p:nvSpPr>
          <p:cNvPr id="2" name="Text Placeholder 9">
            <a:extLst>
              <a:ext uri="{FF2B5EF4-FFF2-40B4-BE49-F238E27FC236}">
                <ns3:creationId id="{0C929747-7B86-54B8-A590-1398C659B7EC}"/>
              </a:ext>
            </a:extLst>
          </p:cNvPr>
          <p:cNvSpPr>
            <a:spLocks noGrp="1"/>
          </p:cNvSpPr>
          <p:nvPr>
            <p:ph type="body" sz="quarter" idx="14"/>
          </p:nvPr>
        </p:nvSpPr>
        <p:spPr>
          <a:xfrm>
            <a:off x="461464" y="6320500"/>
            <a:ext cx="4503738" cy="398463"/>
          </a:xfrm>
        </p:spPr>
        <p:txBody>
          <a:bodyPr>
            <a:noAutofit/>
          </a:bodyPr>
          <a:lstStyle>
            <a:lvl1pPr>
              <a:defRPr sz="1100"/>
            </a:lvl1pPr>
            <a:lvl2pPr>
              <a:defRPr sz="10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E" dirty="0"/>
          </a:p>
        </p:txBody>
      </p:sp>
      <p:sp>
        <p:nvSpPr>
          <p:cNvPr id="3" name="Picture Placeholder 5">
            <a:extLst>
              <a:ext uri="{FF2B5EF4-FFF2-40B4-BE49-F238E27FC236}">
                <ns3:creationId id="{FF13B1B5-6F5F-20EC-604A-862023AA30E4}"/>
              </a:ext>
            </a:extLst>
          </p:cNvPr>
          <p:cNvSpPr>
            <a:spLocks noGrp="1" noChangeAspect="1"/>
          </p:cNvSpPr>
          <p:nvPr>
            <p:ph type="pic" sz="quarter" idx="15"/>
          </p:nvPr>
        </p:nvSpPr>
        <p:spPr>
          <a:xfrm>
            <a:off x="6263640" y="2606040"/>
            <a:ext cx="5577840" cy="3474720"/>
          </a:xfrm>
        </p:spPr>
        <p:txBody>
          <a:bodyPr/>
          <a:lstStyle/>
          <a:p>
            <a:endParaRPr lang="en-PE" dirty="0"/>
          </a:p>
          <a:p>
            <a:endParaRPr lang="en-PE" dirty="0"/>
          </a:p>
        </p:txBody>
      </p:sp>
    </p:spTree>
    <p:extLst>
      <p:ext uri="{BB962C8B-B14F-4D97-AF65-F5344CB8AC3E}">
        <p14:creationId val="4015789953"/>
      </p:ext>
    </p:extLst>
  </p:cSld>
  <p:clrMapOvr>
    <a:masterClrMapping/>
  </p:clrMapOvr>
  <p:extLst>
    <p:ext uri="{DCECCB84-F9BA-43D5-87BE-67443E8EF086}">
      <p15:sldGuideLst>
        <p15:guide id="1" orient="horz" pos="4088">
          <p15:clr>
            <a:srgbClr val="E4A34C"/>
          </p15:clr>
        </p15:guide>
        <p15:guide id="2" pos="7446">
          <p15:clr>
            <a:srgbClr val="E4A34C"/>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s>
</file>

<file path=ppt/slideMasters/slideMaster1.xml><?xml version="1.0" encoding="utf-8"?>
<p:sldMaster xmlns:a="http://schemas.openxmlformats.org/drawingml/2006/main" xmlns:p="http://schemas.openxmlformats.org/presentationml/2006/main" xmlns:p14="http://schemas.microsoft.com/office/powerpoint/2010/main" xmlns:p15="http://schemas.microsoft.com/office/powerpoint/2012/main" xmlns:r="http://schemas.openxmlformats.org/officeDocument/2006/relationships">
  <p:cSld>
    <p:bg>
      <p:bgPr>
        <a:solidFill>
          <a:srgbClr val="F2F2F2"/>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lnSpc>
                <a:spcPct val="90000"/>
              </a:lnSpc>
              <a:buClr>
                <a:srgbClr val="CA5651"/>
              </a:buClr>
              <a:buSzPts val="2400"/>
              <a:buNone/>
            </a:pPr>
            <a:endParaRPr/>
          </a:p>
        </p:txBody>
      </p:sp>
      <p:sp>
        <p:nvSpPr>
          <p:cNvPr id="11" name="Google Shape;11;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9525" lvl="0" indent="0">
              <a:lnSpc>
                <a:spcPct val="90000"/>
              </a:lnSpc>
              <a:spcBef>
                <a:spcPts val="1000"/>
              </a:spcBef>
              <a:buClr>
                <a:schemeClr val="dk1"/>
              </a:buClr>
              <a:buSzPts val="2800"/>
              <a:buNone/>
              <a:tabLst/>
            </a:pPr>
            <a:endParaRPr/>
          </a:p>
        </p:txBody>
      </p:sp>
      <p:sp>
        <p:nvSpPr>
          <p:cNvPr id="12" name="Google Shape;1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fld id="{75C70C58-02E6-BE4A-9320-917330A400ED}" type="datetimeFigureOut">
              <a:rPr lang="es-PE" smtClean="0"/>
              <a:t>17/04/26</a:t>
            </a:fld>
            <a:endParaRPr lang="es-PE"/>
          </a:p>
        </p:txBody>
      </p:sp>
      <p:sp>
        <p:nvSpPr>
          <p:cNvPr id="13" name="Google Shape;1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lang="es-PE" dirty="0"/>
          </a:p>
        </p:txBody>
      </p:sp>
      <p:sp>
        <p:nvSpPr>
          <p:cNvPr id="14" name="Google Shape;1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5DA0E84B-05E2-5549-AA3B-1A103B19CAF7}" type="slidenum">
              <a:rPr lang="es-PE" smtClean="0"/>
              <a:t>‹#›</a:t>
            </a:fld>
            <a:endParaRPr lang="es-PE"/>
          </a:p>
        </p:txBody>
      </p:sp>
    </p:spTree>
    <p:extLst>
      <p:ext uri="{BB962C8B-B14F-4D97-AF65-F5344CB8AC3E}">
        <p14:creationId val="2406847821"/>
      </p:ext>
    </p:extLst>
  </p:cSld>
  <p:clrMap bg1="lt1" tx1="dk1" bg2="dk2" tx2="lt2" accent1="accent1" accent2="accent2" accent3="accent3" accent4="accent4" accent5="accent5" accent6="accent6" hlink="hlink" folHlink="folHlink"/>
  <p:sldLayoutIdLst>
    <p:sldLayoutId id="2147483696" r:id="rId1"/>
    <p:sldLayoutId id="2147483713" r:id="rId2"/>
    <p:sldLayoutId id="2147483714" r:id="rId3"/>
    <p:sldLayoutId id="2147483715" r:id="rId4"/>
    <p:sldLayoutId id="2147483717" r:id="rId5"/>
    <p:sldLayoutId id="2147483716" r:id="rId6"/>
    <p:sldLayoutId id="2147483725" r:id="rId7"/>
    <p:sldLayoutId id="2147483726" r:id="rId8"/>
    <p:sldLayoutId id="2147483727" r:id="rId9"/>
    <p:sldLayoutId id="2147483719" r:id="rId10"/>
    <p:sldLayoutId id="2147483720" r:id="rId11"/>
    <p:sldLayoutId id="2147483724" r:id="rId12"/>
    <p:sldLayoutId id="2147483723" r:id="rId13"/>
    <p:sldLayoutId id="2147483694" r:id="rId14"/>
    <p:sldLayoutId id="2147483692" r:id="rId15"/>
    <p:sldLayoutId id="2147483712" r:id="rId16"/>
    <p:sldLayoutId id="2147483693" r:id="rId17"/>
    <p:sldLayoutId id="2147483702" r:id="rId18"/>
    <p:sldLayoutId id="2147483682" r:id="rId19"/>
    <p:sldLayoutId id="2147483718" r:id="rId20"/>
    <p:sldLayoutId id="2147483721" r:id="rId21"/>
    <p:sldLayoutId id="2147483722" r:id="rId22"/>
    <p:sldLayoutId id="2147483688" r:id="rId23"/>
    <p:sldLayoutId id="2147483703" r:id="rId24"/>
    <p:sldLayoutId id="2147483625" r:id="rId26"/>
    <p:sldLayoutId id="2147483736" r:id="rId27"/>
    <p:sldLayoutId id="214748373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2400" b="1" i="0" u="none" strike="noStrike" cap="none">
          <a:solidFill>
            <a:srgbClr val="CA565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just" rtl="0" eaLnBrk="1" hangingPunct="1">
        <a:lnSpc>
          <a:spcPct val="100000"/>
        </a:lnSpc>
        <a:spcBef>
          <a:spcPts val="0"/>
        </a:spcBef>
        <a:spcAft>
          <a:spcPts val="0"/>
        </a:spcAft>
        <a:buClr>
          <a:srgbClr val="000000"/>
        </a:buClr>
        <a:buFont typeface="Arial"/>
        <a:defRPr sz="1400" b="0" i="0" u="none" strike="noStrike" cap="none">
          <a:solidFill>
            <a:srgbClr val="081F5C"/>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200" b="0" i="0" u="none" strike="noStrike" cap="none">
          <a:solidFill>
            <a:srgbClr val="081F5C"/>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200" b="0" i="0" u="none" strike="noStrike" cap="none">
          <a:solidFill>
            <a:srgbClr val="081F5C"/>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200" b="0" i="0" u="none" strike="noStrike" cap="none">
          <a:solidFill>
            <a:srgbClr val="081F5C"/>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200" b="0" i="0" u="none" strike="noStrike" cap="none">
          <a:solidFill>
            <a:srgbClr val="081F5C"/>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200" b="0" i="0" u="none" strike="noStrike" cap="none">
          <a:solidFill>
            <a:srgbClr val="081F5C"/>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200" b="0" i="0" u="none" strike="noStrike" cap="none">
          <a:solidFill>
            <a:srgbClr val="081F5C"/>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200" b="0" i="0" u="none" strike="noStrike" cap="none">
          <a:solidFill>
            <a:srgbClr val="081F5C"/>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200" b="0" i="0" u="none" strike="noStrike" cap="none">
          <a:solidFill>
            <a:srgbClr val="081F5C"/>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100" b="0" i="0" u="none" strike="noStrike" cap="none">
          <a:solidFill>
            <a:srgbClr val="081F5C"/>
          </a:solidFill>
          <a:latin typeface="Arial"/>
          <a:ea typeface="Arial"/>
          <a:cs typeface="Arial"/>
          <a:sym typeface="Arial"/>
        </a:defRPr>
      </a:lvl9pPr>
    </p:otherStyle>
  </p:txStyles>
  <p:extLst>
    <p:ext uri="{27BBF7A9-308A-43DC-89C8-2F10F3537804}">
      <p15:sldGuideLst>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c6b990c23aa882f0743c251e4247f7b9005e764a.png"/>
<Relationship Id="rId3" Type="http://schemas.openxmlformats.org/officeDocument/2006/relationships/image" Target="../media/2a0120ca44dbc19f779396d35bea56d85381b6c4.svg"/>
<Relationship Id="rId4" Type="http://schemas.openxmlformats.org/officeDocument/2006/relationships/image" Target="../media/ba95aa4f9c48b283a6b1ff2a90deab5c5a86ee1e.png"/>
<Relationship Id="rId5" Type="http://schemas.openxmlformats.org/officeDocument/2006/relationships/image" Target="../media/c8ad3a16a2c054d6ce0e4cec94dd5f05a92e961f.png"/>
<Relationship Id="rId6" Type="http://schemas.openxmlformats.org/officeDocument/2006/relationships/image" Target="../media/7b2dedfea5b61cdf3116b5d470072045bd9d94d2.png"/>
<Relationship Id="rId7" Type="http://schemas.openxmlformats.org/officeDocument/2006/relationships/image" Target="../media/e43af9f11fbe0de26fbfdbe48e98a69f0bf97309.png"/>
<Relationship Id="rId8" Type="http://schemas.openxmlformats.org/officeDocument/2006/relationships/image" Target="../media/30bb71f80f956d46b4e2ef79ef0a33fda0ca5ebd.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23.xml"/>
<Relationship Id="rId2" Type="http://schemas.openxmlformats.org/officeDocument/2006/relationships/image" Target="../media/9097d45e0191d24c87b2a345ae87fc803e43ded8.png"/>
<Relationship Id="rId3" Type="http://schemas.openxmlformats.org/officeDocument/2006/relationships/image" Target="../media/e2ae65b62d52b709ea1eb60733d749aa7cbfbdd7.sv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23.xml"/>
<Relationship Id="rId2" Type="http://schemas.openxmlformats.org/officeDocument/2006/relationships/image" Target="../media/ecde09f8b35c90c7d134669d1fe1fd6ca7f680f8.png"/>
<Relationship Id="rId3" Type="http://schemas.openxmlformats.org/officeDocument/2006/relationships/image" Target="../media/0d107263b214d3799dbc331691e40f787a17f105.sv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image" Target="../media/a1052284bb65e13e43811a80b3c173dcca9feec0.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23.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23.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9.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0.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6.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8.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2.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3.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9.xml"/>
<Relationship Id="rId2" Type="http://schemas.openxmlformats.org/officeDocument/2006/relationships/image" Target="../media/a1052284bb65e13e43811a80b3c173dcca9feec0.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32.xml"/>
<Relationship Id="rId2" Type="http://schemas.openxmlformats.org/officeDocument/2006/relationships/image" Target="../media/a1052284bb65e13e43811a80b3c173dcca9feec0.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33.xml"/>
<Relationship Id="rId2" Type="http://schemas.openxmlformats.org/officeDocument/2006/relationships/image" Target="../media/a1052284bb65e13e43811a80b3c173dcca9feec0.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34.xml"/>
<Relationship Id="rId2" Type="http://schemas.openxmlformats.org/officeDocument/2006/relationships/image" Target="../media/a1052284bb65e13e43811a80b3c173dcca9feec0.png"/>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35.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26.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2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28.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29.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30.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31.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25.xml"/>
<Relationship Id="rId2" Type="http://schemas.openxmlformats.org/officeDocument/2006/relationships/image" Target="../media/a1052284bb65e13e43811a80b3c173dcca9feec0.png"/>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20.xml"/>
<Relationship Id="rId2" Type="http://schemas.openxmlformats.org/officeDocument/2006/relationships/image" Target="../media/a1052284bb65e13e43811a80b3c173dcca9feec0.png"/>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21.xml"/>
<Relationship Id="rId2" Type="http://schemas.openxmlformats.org/officeDocument/2006/relationships/image" Target="../media/a1052284bb65e13e43811a80b3c173dcca9feec0.png"/>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22.xml"/>
<Relationship Id="rId2" Type="http://schemas.openxmlformats.org/officeDocument/2006/relationships/image" Target="../media/a1052284bb65e13e43811a80b3c173dcca9feec0.png"/>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2;p46"/>
          <p:cNvSpPr>
            <a:spLocks noGrp="1"/>
          </p:cNvSpPr>
          <p:nvPr>            </p:nvPr>
        </p:nvSpPr>
        <p:spPr>
          <a:xfrm>
            <a:off x="2290316" y="3692009"/>
            <a:ext cx="9360000" cy="1845190"/>
          </a:xfrm>
          <a:prstGeom prst="rect">
            <a:avLst/>
          </a:prstGeom>
        </p:spPr>
        <p:txBody>
          <a:bodyPr/>
          <a:lstStyle/>
          <a:p>
            <a:pPr algn="l" marL="0" marR="0">
              <a:lnSpc>
                <a:spcPct val="100000"/>
              </a:lnSpc>
              <a:spcBef>
                <a:spcPts val="0"/>
              </a:spcBef>
              <a:spcAft>
                <a:spcPts val="0"/>
              </a:spcAft>
              <a:buNone/>
            </a:pPr>
            <a:r>
              <a:rPr cap="none" sz="3120" i="0" b="1" u="none" strike="noStrike">
                <a:solidFill>
                  <a:srgbClr val="081F5C">
                    <a:alpha val="100000"/>
                  </a:srgbClr>
                </a:solidFill>
                <a:latin typeface="Arial"/>
                <a:ea typeface="Arial"/>
                <a:cs typeface="Arial"/>
                <a:sym typeface="Arial"/>
              </a:rPr>
              <a:t>TIPOS DE LÁMINA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6;p45"/>
          <p:cNvSpPr>
            <a:spLocks noGrp="1"/>
          </p:cNvSpPr>
          <p:nvPr>            </p:nvPr>
        </p:nvSpPr>
        <p:spPr>
          <a:xfrm>
            <a:off x="768107" y="2607185"/>
            <a:ext cx="10666542" cy="1026110"/>
          </a:xfrm>
          <a:prstGeom prst="rect">
            <a:avLst/>
          </a:prstGeom>
        </p:spPr>
        <p:txBody>
          <a:bodyPr/>
          <a:lstStyle/>
          <a:p>
            <a:pPr algn="ctr"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CATÁLOGO DEL MOTOR PPT</a:t>
            </a:r>
          </a:p>
        </p:txBody>
      </p:sp>
      <p:sp>
        <p:nvSpPr>
          <p:cNvPr id="3" name="Google Shape;17;p45"/>
          <p:cNvSpPr>
            <a:spLocks noGrp="1"/>
          </p:cNvSpPr>
          <p:nvPr>            </p:nvPr>
        </p:nvSpPr>
        <p:spPr>
          <a:xfrm>
            <a:off x="757350" y="3822192"/>
            <a:ext cx="10677299" cy="384048"/>
          </a:xfrm>
          <a:prstGeom prst="rect">
            <a:avLst/>
          </a:prstGeom>
        </p:spPr>
        <p:txBody>
          <a:bodyPr/>
          <a:lstStyle/>
          <a:p>
            <a:pPr algn="ctr" marL="0" marR="0">
              <a:lnSpc>
                <a:spcPct val="100000"/>
              </a:lnSpc>
              <a:spcBef>
                <a:spcPts val="0"/>
              </a:spcBef>
              <a:spcAft>
                <a:spcPts val="0"/>
              </a:spcAft>
              <a:buNone/>
            </a:pPr>
            <a:r>
              <a:rPr cap="none" sz="1600" i="0" b="1" u="none" strike="noStrike">
                <a:solidFill>
                  <a:srgbClr val="081F5C">
                    <a:alpha val="100000"/>
                  </a:srgbClr>
                </a:solidFill>
                <a:latin typeface="Arial"/>
                <a:ea typeface="Arial"/>
                <a:cs typeface="Arial"/>
                <a:sym typeface="Arial"/>
              </a:rPr>
              <a:t>Láminas y gráficos (p_slide_portada)</a:t>
            </a:r>
          </a:p>
        </p:txBody>
      </p:sp>
      <p:sp>
        <p:nvSpPr>
          <p:cNvPr id="4" name="Marcador de fecha 7"/>
          <p:cNvSpPr>
            <a:spLocks noGrp="1"/>
          </p:cNvSpPr>
          <p:nvPr>            </p:nvPr>
        </p:nvSpPr>
        <p:spPr>
          <a:xfrm>
            <a:off x="8413979" y="5028077"/>
            <a:ext cx="2795705" cy="365125"/>
          </a:xfrm>
          <a:prstGeom prst="rect">
            <a:avLst/>
          </a:prstGeom>
        </p:spPr>
        <p:txBody>
          <a:bodyPr/>
          <a:lstStyle/>
          <a:p>
            <a:r>
              <a:rPr/>
              <a:t>Octubre 2026</a:t>
            </a:r>
          </a:p>
        </p:txBody>
      </p:sp>
      <p:sp>
        <p:nvSpPr>
          <p:cNvPr id="5" name="Text Placeholder 3"/>
          <p:cNvSpPr>
            <a:spLocks noGrp="1"/>
          </p:cNvSpPr>
          <p:nvPr>            </p:nvPr>
        </p:nvSpPr>
        <p:spPr>
          <a:xfrm>
            <a:off x="3727223" y="5937419"/>
            <a:ext cx="4734748" cy="515937"/>
          </a:xfrm>
          <a:prstGeom prst="rect">
            <a:avLst/>
          </a:prstGeom>
        </p:spPr>
        <p:txBody>
          <a:bodyPr/>
          <a:lstStyle/>
          <a:p>
            <a:r>
              <a:rPr/>
              <a:t>Datos: proyecto de referencia acrconta_mazo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ndice right content cover" descr="Indice right content cover"/>
          <p:cNvPicPr>
            <a:picLocks noGrp="1"/>
          </p:cNvPicPr>
          <p:nvPr>            </p:nvPr>
        </p:nvPicPr>
        <p:blipFill>
          <a:blip r:embed="rId2">
            <a:extLst>
              <a:ext uri="{96DAC541-7B7A-43D3-8B79-37D633B846F1}">
                <asvg:svgBlip xmlns:asvg="http://schemas.microsoft.com/office/drawing/2016/SVG/main" r:embed="rId3"/>
              </a:ext>
            </a:extLst>
          </a:blip>
          <a:stretch>
            <a:fillRect/>
          </a:stretch>
        </p:blipFill>
        <p:spPr>
          <a:xfrm>
            <a:off x="5870448" y="1417320"/>
            <a:ext cx="5358384" cy="3858768"/>
          </a:xfrm>
          <a:prstGeom prst="rect">
            <a:avLst/>
          </a:prstGeom>
        </p:spPr>
      </p:pic>
      <p:pic>
        <p:nvPicPr>
          <p:cNvPr id="3" name="Indice bulb icon 1" descr="Indice icon 1"/>
          <p:cNvPicPr>
            <a:picLocks noGrp="1"/>
          </p:cNvPicPr>
          <p:nvPr>            </p:nvPr>
        </p:nvPicPr>
        <p:blipFill>
          <a:blip r:embed="rId4"/>
          <a:stretch>
            <a:fillRect/>
          </a:stretch>
        </p:blipFill>
        <p:spPr>
          <a:xfrm>
            <a:off x="666000" y="2404800"/>
            <a:ext cx="784800" cy="784800"/>
          </a:xfrm>
          <a:prstGeom prst="rect">
            <a:avLst/>
          </a:prstGeom>
        </p:spPr>
      </p:pic>
      <p:pic>
        <p:nvPicPr>
          <p:cNvPr id="4" name="Indice bulb icon 2" descr="Indice icon 2"/>
          <p:cNvPicPr>
            <a:picLocks noGrp="1"/>
          </p:cNvPicPr>
          <p:nvPr>            </p:nvPr>
        </p:nvPicPr>
        <p:blipFill>
          <a:blip r:embed="rId5"/>
          <a:stretch>
            <a:fillRect/>
          </a:stretch>
        </p:blipFill>
        <p:spPr>
          <a:xfrm>
            <a:off x="2260800" y="2404800"/>
            <a:ext cx="784800" cy="784800"/>
          </a:xfrm>
          <a:prstGeom prst="rect">
            <a:avLst/>
          </a:prstGeom>
        </p:spPr>
      </p:pic>
      <p:pic>
        <p:nvPicPr>
          <p:cNvPr id="5" name="Indice bulb icon 3" descr="Indice icon 3"/>
          <p:cNvPicPr>
            <a:picLocks noGrp="1"/>
          </p:cNvPicPr>
          <p:nvPr>            </p:nvPr>
        </p:nvPicPr>
        <p:blipFill>
          <a:blip r:embed="rId6"/>
          <a:stretch>
            <a:fillRect/>
          </a:stretch>
        </p:blipFill>
        <p:spPr>
          <a:xfrm>
            <a:off x="4186800" y="2707200"/>
            <a:ext cx="784800" cy="784800"/>
          </a:xfrm>
          <a:prstGeom prst="rect">
            <a:avLst/>
          </a:prstGeom>
        </p:spPr>
      </p:pic>
      <p:pic>
        <p:nvPicPr>
          <p:cNvPr id="6" name="Indice bulb icon 4" descr="Indice icon 4"/>
          <p:cNvPicPr>
            <a:picLocks noGrp="1"/>
          </p:cNvPicPr>
          <p:nvPr>            </p:nvPr>
        </p:nvPicPr>
        <p:blipFill>
          <a:blip r:embed="rId7"/>
          <a:stretch>
            <a:fillRect/>
          </a:stretch>
        </p:blipFill>
        <p:spPr>
          <a:xfrm>
            <a:off x="1555200" y="3985200"/>
            <a:ext cx="784800" cy="784800"/>
          </a:xfrm>
          <a:prstGeom prst="rect">
            <a:avLst/>
          </a:prstGeom>
        </p:spPr>
      </p:pic>
      <p:pic>
        <p:nvPicPr>
          <p:cNvPr id="7" name="Indice bulb icon 5" descr="Indice icon 5"/>
          <p:cNvPicPr>
            <a:picLocks noGrp="1"/>
          </p:cNvPicPr>
          <p:nvPr>            </p:nvPr>
        </p:nvPicPr>
        <p:blipFill>
          <a:blip r:embed="rId8"/>
          <a:stretch>
            <a:fillRect/>
          </a:stretch>
        </p:blipFill>
        <p:spPr>
          <a:xfrm>
            <a:off x="3121200" y="4161600"/>
            <a:ext cx="784800" cy="784800"/>
          </a:xfrm>
          <a:prstGeom prst="rect">
            <a:avLst/>
          </a:prstGeom>
        </p:spPr>
      </p:pic>
      <p:sp>
        <p:nvSpPr>
          <p:cNvPr id="8" name=""/>
          <p:cNvSpPr>
            <a:spLocks noGrp="1"/>
          </p:cNvSpPr>
          <p:nvPr>            </p:nvPr>
        </p:nvSpPr>
        <p:spPr>
          <a:xfrm>
            <a:off x="6016752" y="1207008"/>
            <a:ext cx="4663440" cy="566928"/>
          </a:xfrm>
          <a:prstGeom prst="rect">
            <a:avLst/>
          </a:prstGeom>
        </p:spPr>
        <p:txBody>
          <a:bodyPr/>
          <a:lstStyle/>
          <a:p>
            <a:pPr algn="ctr" marL="0" marR="0">
              <a:lnSpc>
                <a:spcPct val="100000"/>
              </a:lnSpc>
              <a:spcBef>
                <a:spcPts val="0"/>
              </a:spcBef>
              <a:spcAft>
                <a:spcPts val="0"/>
              </a:spcAft>
              <a:buNone/>
            </a:pPr>
            <a:r>
              <a:rPr cap="none" sz="2800" i="0" b="1" u="none" strike="noStrike">
                <a:solidFill>
                  <a:srgbClr val="081F5C">
                    <a:alpha val="100000"/>
                  </a:srgbClr>
                </a:solidFill>
                <a:latin typeface="Arial"/>
                <a:ea typeface="Arial"/>
                <a:cs typeface="Arial"/>
                <a:sym typeface="Arial"/>
              </a:rPr>
              <a:t>ÍNDICE (P_SLIDE_INDICE)</a:t>
            </a:r>
          </a:p>
        </p:txBody>
      </p:sp>
      <p:graphicFrame>
        <p:nvGraphicFramePr>
          <p:cNvPr id="9" name=""/>
          <p:cNvGraphicFramePr>
            <a:graphicFrameLocks noGrp="true"/>
          </p:cNvGraphicFramePr>
          <p:nvPr/>
        </p:nvGraphicFramePr>
        <p:xfrm rot="0">
          <a:off x="5998464" y="1956816"/>
          <a:ext cx="4773168" cy="3154680"/>
        </p:xfrm>
        <a:graphic>
          <a:graphicData uri="http://schemas.openxmlformats.org/drawingml/2006/table">
            <a:tbl>
              <a:tblPr/>
              <a:tblGrid>
                <a:gridCol w="502920"/>
                <a:gridCol w="4270248"/>
              </a:tblGrid>
              <a:tr h="616306">
                <a:tc>
                  <a:txBody>
                    <a:bodyPr/>
                    <a:lstStyle/>
                    <a:p>
                      <a:pPr algn="ctr" marL="88900" marR="88900">
                        <a:lnSpc>
                          <a:spcPct val="100000"/>
                        </a:lnSpc>
                        <a:spcBef>
                          <a:spcPts val="200"/>
                        </a:spcBef>
                        <a:spcAft>
                          <a:spcPts val="200"/>
                        </a:spcAft>
                        <a:buNone/>
                      </a:pPr>
                      <a:r>
                        <a:rPr cap="none" sz="1600" i="0" b="1" u="none" strike="noStrike">
                          <a:solidFill>
                            <a:srgbClr val="FFFFFF">
                              <a:alpha val="100000"/>
                            </a:srgbClr>
                          </a:solidFill>
                          <a:latin typeface="Arial"/>
                          <a:ea typeface="Arial"/>
                          <a:cs typeface="Arial"/>
                          <a:sym typeface="Arial"/>
                        </a:rPr>
                        <a:t>1</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119380">
                      <a:solidFill>
                        <a:srgbClr val="F2F2F2">
                          <a:alpha val="100000"/>
                        </a:srgbClr>
                      </a:solidFill>
                      <a:prstDash val="solid"/>
                    </a:lnB>
                    <a:solidFill>
                      <a:srgbClr val="D8504F">
                        <a:alpha val="100000"/>
                      </a:srgbClr>
                    </a:solidFill>
                  </a:tcPr>
                </a:tc>
                <a:tc>
                  <a:txBody>
                    <a:bodyPr/>
                    <a:lstStyle/>
                    <a:p>
                      <a:pPr algn="l" marL="88900" marR="88900">
                        <a:lnSpc>
                          <a:spcPct val="100000"/>
                        </a:lnSpc>
                        <a:spcBef>
                          <a:spcPts val="200"/>
                        </a:spcBef>
                        <a:spcAft>
                          <a:spcPts val="200"/>
                        </a:spcAft>
                        <a:buNone/>
                      </a:pPr>
                      <a:r>
                        <a:rPr cap="none" sz="1600" i="0" b="1" u="none" strike="noStrike">
                          <a:solidFill>
                            <a:srgbClr val="081F5C">
                              <a:alpha val="100000"/>
                            </a:srgbClr>
                          </a:solidFill>
                          <a:latin typeface="Arial"/>
                          <a:ea typeface="Arial"/>
                          <a:cs typeface="Arial"/>
                          <a:sym typeface="Arial"/>
                        </a:rPr>
                        <a:t>Perfil del encuestado</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119380">
                      <a:solidFill>
                        <a:srgbClr val="F2F2F2">
                          <a:alpha val="100000"/>
                        </a:srgbClr>
                      </a:solidFill>
                      <a:prstDash val="solid"/>
                    </a:lnB>
                    <a:solidFill>
                      <a:srgbClr val="E7E7E7">
                        <a:alpha val="100000"/>
                      </a:srgbClr>
                    </a:solidFill>
                  </a:tcPr>
                </a:tc>
              </a:tr>
              <a:tr h="616306">
                <a:tc>
                  <a:txBody>
                    <a:bodyPr/>
                    <a:lstStyle/>
                    <a:p>
                      <a:pPr algn="ctr" marL="88900" marR="88900">
                        <a:lnSpc>
                          <a:spcPct val="100000"/>
                        </a:lnSpc>
                        <a:spcBef>
                          <a:spcPts val="200"/>
                        </a:spcBef>
                        <a:spcAft>
                          <a:spcPts val="200"/>
                        </a:spcAft>
                        <a:buNone/>
                      </a:pPr>
                      <a:r>
                        <a:rPr cap="none" sz="1600" i="0" b="1" u="none" strike="noStrike">
                          <a:solidFill>
                            <a:srgbClr val="FFFFFF">
                              <a:alpha val="100000"/>
                            </a:srgbClr>
                          </a:solidFill>
                          <a:latin typeface="Arial"/>
                          <a:ea typeface="Arial"/>
                          <a:cs typeface="Arial"/>
                          <a:sym typeface="Arial"/>
                        </a:rPr>
                        <a:t>2</a:t>
                      </a:r>
                    </a:p>
                  </a:txBody>
                  <a:tcPr anchor="ctr" marB="25400" marT="25400" marR="0" marL="0">
                    <a:lnL algn="ctr" cmpd="sng" cap="flat" w="0">
                      <a:noFill/>
                      <a:prstDash val="solid"/>
                    </a:lnL>
                    <a:lnR algn="ctr" cmpd="sng" cap="flat" w="0">
                      <a:noFill/>
                      <a:prstDash val="solid"/>
                    </a:lnR>
                    <a:lnT algn="ctr" cmpd="sng" cap="flat" w="119380">
                      <a:solidFill>
                        <a:srgbClr val="F2F2F2">
                          <a:alpha val="100000"/>
                        </a:srgbClr>
                      </a:solidFill>
                      <a:prstDash val="solid"/>
                    </a:lnT>
                    <a:lnB algn="ctr" cmpd="sng" cap="flat" w="119380">
                      <a:solidFill>
                        <a:srgbClr val="F2F2F2">
                          <a:alpha val="100000"/>
                        </a:srgbClr>
                      </a:solidFill>
                      <a:prstDash val="solid"/>
                    </a:lnB>
                    <a:solidFill>
                      <a:srgbClr val="D8504F">
                        <a:alpha val="100000"/>
                      </a:srgbClr>
                    </a:solidFill>
                  </a:tcPr>
                </a:tc>
                <a:tc>
                  <a:txBody>
                    <a:bodyPr/>
                    <a:lstStyle/>
                    <a:p>
                      <a:pPr algn="l" marL="88900" marR="88900">
                        <a:lnSpc>
                          <a:spcPct val="100000"/>
                        </a:lnSpc>
                        <a:spcBef>
                          <a:spcPts val="200"/>
                        </a:spcBef>
                        <a:spcAft>
                          <a:spcPts val="200"/>
                        </a:spcAft>
                        <a:buNone/>
                      </a:pPr>
                      <a:r>
                        <a:rPr cap="none" sz="1600" i="0" b="1" u="none" strike="noStrike">
                          <a:solidFill>
                            <a:srgbClr val="081F5C">
                              <a:alpha val="100000"/>
                            </a:srgbClr>
                          </a:solidFill>
                          <a:latin typeface="Arial"/>
                          <a:ea typeface="Arial"/>
                          <a:cs typeface="Arial"/>
                          <a:sym typeface="Arial"/>
                        </a:rPr>
                        <a:t>Misión y propósitos</a:t>
                      </a:r>
                    </a:p>
                  </a:txBody>
                  <a:tcPr anchor="ctr" marB="25400" marT="25400" marR="0" marL="0">
                    <a:lnL algn="ctr" cmpd="sng" cap="flat" w="0">
                      <a:noFill/>
                      <a:prstDash val="solid"/>
                    </a:lnL>
                    <a:lnR algn="ctr" cmpd="sng" cap="flat" w="0">
                      <a:noFill/>
                      <a:prstDash val="solid"/>
                    </a:lnR>
                    <a:lnT algn="ctr" cmpd="sng" cap="flat" w="119380">
                      <a:solidFill>
                        <a:srgbClr val="F2F2F2">
                          <a:alpha val="100000"/>
                        </a:srgbClr>
                      </a:solidFill>
                      <a:prstDash val="solid"/>
                    </a:lnT>
                    <a:lnB algn="ctr" cmpd="sng" cap="flat" w="119380">
                      <a:solidFill>
                        <a:srgbClr val="F2F2F2">
                          <a:alpha val="100000"/>
                        </a:srgbClr>
                      </a:solidFill>
                      <a:prstDash val="solid"/>
                    </a:lnB>
                    <a:solidFill>
                      <a:srgbClr val="E7E7E7">
                        <a:alpha val="100000"/>
                      </a:srgbClr>
                    </a:solidFill>
                  </a:tcPr>
                </a:tc>
              </a:tr>
              <a:tr h="616306">
                <a:tc>
                  <a:txBody>
                    <a:bodyPr/>
                    <a:lstStyle/>
                    <a:p>
                      <a:pPr algn="ctr" marL="88900" marR="88900">
                        <a:lnSpc>
                          <a:spcPct val="100000"/>
                        </a:lnSpc>
                        <a:spcBef>
                          <a:spcPts val="200"/>
                        </a:spcBef>
                        <a:spcAft>
                          <a:spcPts val="200"/>
                        </a:spcAft>
                        <a:buNone/>
                      </a:pPr>
                      <a:r>
                        <a:rPr cap="none" sz="1600" i="0" b="1" u="none" strike="noStrike">
                          <a:solidFill>
                            <a:srgbClr val="FFFFFF">
                              <a:alpha val="100000"/>
                            </a:srgbClr>
                          </a:solidFill>
                          <a:latin typeface="Arial"/>
                          <a:ea typeface="Arial"/>
                          <a:cs typeface="Arial"/>
                          <a:sym typeface="Arial"/>
                        </a:rPr>
                        <a:t>3</a:t>
                      </a:r>
                    </a:p>
                  </a:txBody>
                  <a:tcPr anchor="ctr" marB="25400" marT="25400" marR="0" marL="0">
                    <a:lnL algn="ctr" cmpd="sng" cap="flat" w="0">
                      <a:noFill/>
                      <a:prstDash val="solid"/>
                    </a:lnL>
                    <a:lnR algn="ctr" cmpd="sng" cap="flat" w="0">
                      <a:noFill/>
                      <a:prstDash val="solid"/>
                    </a:lnR>
                    <a:lnT algn="ctr" cmpd="sng" cap="flat" w="119380">
                      <a:solidFill>
                        <a:srgbClr val="F2F2F2">
                          <a:alpha val="100000"/>
                        </a:srgbClr>
                      </a:solidFill>
                      <a:prstDash val="solid"/>
                    </a:lnT>
                    <a:lnB algn="ctr" cmpd="sng" cap="flat" w="119380">
                      <a:solidFill>
                        <a:srgbClr val="F2F2F2">
                          <a:alpha val="100000"/>
                        </a:srgbClr>
                      </a:solidFill>
                      <a:prstDash val="solid"/>
                    </a:lnB>
                    <a:solidFill>
                      <a:srgbClr val="D8504F">
                        <a:alpha val="100000"/>
                      </a:srgbClr>
                    </a:solidFill>
                  </a:tcPr>
                </a:tc>
                <a:tc>
                  <a:txBody>
                    <a:bodyPr/>
                    <a:lstStyle/>
                    <a:p>
                      <a:pPr algn="l" marL="88900" marR="88900">
                        <a:lnSpc>
                          <a:spcPct val="100000"/>
                        </a:lnSpc>
                        <a:spcBef>
                          <a:spcPts val="200"/>
                        </a:spcBef>
                        <a:spcAft>
                          <a:spcPts val="200"/>
                        </a:spcAft>
                        <a:buNone/>
                      </a:pPr>
                      <a:r>
                        <a:rPr cap="none" sz="1600" i="0" b="1" u="none" strike="noStrike">
                          <a:solidFill>
                            <a:srgbClr val="081F5C">
                              <a:alpha val="100000"/>
                            </a:srgbClr>
                          </a:solidFill>
                          <a:latin typeface="Arial"/>
                          <a:ea typeface="Arial"/>
                          <a:cs typeface="Arial"/>
                          <a:sym typeface="Arial"/>
                        </a:rPr>
                        <a:t>Docentes</a:t>
                      </a:r>
                    </a:p>
                  </a:txBody>
                  <a:tcPr anchor="ctr" marB="25400" marT="25400" marR="0" marL="0">
                    <a:lnL algn="ctr" cmpd="sng" cap="flat" w="0">
                      <a:noFill/>
                      <a:prstDash val="solid"/>
                    </a:lnL>
                    <a:lnR algn="ctr" cmpd="sng" cap="flat" w="0">
                      <a:noFill/>
                      <a:prstDash val="solid"/>
                    </a:lnR>
                    <a:lnT algn="ctr" cmpd="sng" cap="flat" w="119380">
                      <a:solidFill>
                        <a:srgbClr val="F2F2F2">
                          <a:alpha val="100000"/>
                        </a:srgbClr>
                      </a:solidFill>
                      <a:prstDash val="solid"/>
                    </a:lnT>
                    <a:lnB algn="ctr" cmpd="sng" cap="flat" w="119380">
                      <a:solidFill>
                        <a:srgbClr val="F2F2F2">
                          <a:alpha val="100000"/>
                        </a:srgbClr>
                      </a:solidFill>
                      <a:prstDash val="solid"/>
                    </a:lnB>
                    <a:solidFill>
                      <a:srgbClr val="E7E7E7">
                        <a:alpha val="100000"/>
                      </a:srgbClr>
                    </a:solidFill>
                  </a:tcPr>
                </a:tc>
              </a:tr>
              <a:tr h="616306">
                <a:tc>
                  <a:txBody>
                    <a:bodyPr/>
                    <a:lstStyle/>
                    <a:p>
                      <a:pPr algn="ctr" marL="88900" marR="88900">
                        <a:lnSpc>
                          <a:spcPct val="100000"/>
                        </a:lnSpc>
                        <a:spcBef>
                          <a:spcPts val="200"/>
                        </a:spcBef>
                        <a:spcAft>
                          <a:spcPts val="200"/>
                        </a:spcAft>
                        <a:buNone/>
                      </a:pPr>
                      <a:r>
                        <a:rPr cap="none" sz="1600" i="0" b="1" u="none" strike="noStrike">
                          <a:solidFill>
                            <a:srgbClr val="FFFFFF">
                              <a:alpha val="100000"/>
                            </a:srgbClr>
                          </a:solidFill>
                          <a:latin typeface="Arial"/>
                          <a:ea typeface="Arial"/>
                          <a:cs typeface="Arial"/>
                          <a:sym typeface="Arial"/>
                        </a:rPr>
                        <a:t>4</a:t>
                      </a:r>
                    </a:p>
                  </a:txBody>
                  <a:tcPr anchor="ctr" marB="25400" marT="25400" marR="0" marL="0">
                    <a:lnL algn="ctr" cmpd="sng" cap="flat" w="0">
                      <a:noFill/>
                      <a:prstDash val="solid"/>
                    </a:lnL>
                    <a:lnR algn="ctr" cmpd="sng" cap="flat" w="0">
                      <a:noFill/>
                      <a:prstDash val="solid"/>
                    </a:lnR>
                    <a:lnT algn="ctr" cmpd="sng" cap="flat" w="119380">
                      <a:solidFill>
                        <a:srgbClr val="F2F2F2">
                          <a:alpha val="100000"/>
                        </a:srgbClr>
                      </a:solidFill>
                      <a:prstDash val="solid"/>
                    </a:lnT>
                    <a:lnB algn="ctr" cmpd="sng" cap="flat" w="119380">
                      <a:solidFill>
                        <a:srgbClr val="F2F2F2">
                          <a:alpha val="100000"/>
                        </a:srgbClr>
                      </a:solidFill>
                      <a:prstDash val="solid"/>
                    </a:lnB>
                    <a:solidFill>
                      <a:srgbClr val="D8504F">
                        <a:alpha val="100000"/>
                      </a:srgbClr>
                    </a:solidFill>
                  </a:tcPr>
                </a:tc>
                <a:tc>
                  <a:txBody>
                    <a:bodyPr/>
                    <a:lstStyle/>
                    <a:p>
                      <a:pPr algn="l" marL="88900" marR="88900">
                        <a:lnSpc>
                          <a:spcPct val="100000"/>
                        </a:lnSpc>
                        <a:spcBef>
                          <a:spcPts val="200"/>
                        </a:spcBef>
                        <a:spcAft>
                          <a:spcPts val="200"/>
                        </a:spcAft>
                        <a:buNone/>
                      </a:pPr>
                      <a:r>
                        <a:rPr cap="none" sz="1600" i="0" b="1" u="none" strike="noStrike">
                          <a:solidFill>
                            <a:srgbClr val="081F5C">
                              <a:alpha val="100000"/>
                            </a:srgbClr>
                          </a:solidFill>
                          <a:latin typeface="Arial"/>
                          <a:ea typeface="Arial"/>
                          <a:cs typeface="Arial"/>
                          <a:sym typeface="Arial"/>
                        </a:rPr>
                        <a:t>Plan de estudios</a:t>
                      </a:r>
                    </a:p>
                  </a:txBody>
                  <a:tcPr anchor="ctr" marB="25400" marT="25400" marR="0" marL="0">
                    <a:lnL algn="ctr" cmpd="sng" cap="flat" w="0">
                      <a:noFill/>
                      <a:prstDash val="solid"/>
                    </a:lnL>
                    <a:lnR algn="ctr" cmpd="sng" cap="flat" w="0">
                      <a:noFill/>
                      <a:prstDash val="solid"/>
                    </a:lnR>
                    <a:lnT algn="ctr" cmpd="sng" cap="flat" w="119380">
                      <a:solidFill>
                        <a:srgbClr val="F2F2F2">
                          <a:alpha val="100000"/>
                        </a:srgbClr>
                      </a:solidFill>
                      <a:prstDash val="solid"/>
                    </a:lnT>
                    <a:lnB algn="ctr" cmpd="sng" cap="flat" w="119380">
                      <a:solidFill>
                        <a:srgbClr val="F2F2F2">
                          <a:alpha val="100000"/>
                        </a:srgbClr>
                      </a:solidFill>
                      <a:prstDash val="solid"/>
                    </a:lnB>
                    <a:solidFill>
                      <a:srgbClr val="E7E7E7">
                        <a:alpha val="100000"/>
                      </a:srgbClr>
                    </a:solidFill>
                  </a:tcPr>
                </a:tc>
              </a:tr>
              <a:tr h="616306">
                <a:tc>
                  <a:txBody>
                    <a:bodyPr/>
                    <a:lstStyle/>
                    <a:p>
                      <a:pPr algn="ctr" marL="88900" marR="88900">
                        <a:lnSpc>
                          <a:spcPct val="100000"/>
                        </a:lnSpc>
                        <a:spcBef>
                          <a:spcPts val="200"/>
                        </a:spcBef>
                        <a:spcAft>
                          <a:spcPts val="200"/>
                        </a:spcAft>
                        <a:buNone/>
                      </a:pPr>
                      <a:r>
                        <a:rPr cap="none" sz="1600" i="0" b="1" u="none" strike="noStrike">
                          <a:solidFill>
                            <a:srgbClr val="FFFFFF">
                              <a:alpha val="100000"/>
                            </a:srgbClr>
                          </a:solidFill>
                          <a:latin typeface="Arial"/>
                          <a:ea typeface="Arial"/>
                          <a:cs typeface="Arial"/>
                          <a:sym typeface="Arial"/>
                        </a:rPr>
                        <a:t>5</a:t>
                      </a:r>
                    </a:p>
                  </a:txBody>
                  <a:tcPr anchor="ctr" marB="25400" marT="25400" marR="0" marL="0">
                    <a:lnL algn="ctr" cmpd="sng" cap="flat" w="0">
                      <a:noFill/>
                      <a:prstDash val="solid"/>
                    </a:lnL>
                    <a:lnR algn="ctr" cmpd="sng" cap="flat" w="0">
                      <a:noFill/>
                      <a:prstDash val="solid"/>
                    </a:lnR>
                    <a:lnT algn="ctr" cmpd="sng" cap="flat" w="119380">
                      <a:solidFill>
                        <a:srgbClr val="F2F2F2">
                          <a:alpha val="100000"/>
                        </a:srgbClr>
                      </a:solidFill>
                      <a:prstDash val="solid"/>
                    </a:lnT>
                    <a:lnB algn="ctr" cmpd="sng" cap="flat" w="0">
                      <a:noFill/>
                      <a:prstDash val="solid"/>
                    </a:lnB>
                    <a:solidFill>
                      <a:srgbClr val="D8504F">
                        <a:alpha val="100000"/>
                      </a:srgbClr>
                    </a:solidFill>
                  </a:tcPr>
                </a:tc>
                <a:tc>
                  <a:txBody>
                    <a:bodyPr/>
                    <a:lstStyle/>
                    <a:p>
                      <a:pPr algn="l" marL="88900" marR="88900">
                        <a:lnSpc>
                          <a:spcPct val="100000"/>
                        </a:lnSpc>
                        <a:spcBef>
                          <a:spcPts val="200"/>
                        </a:spcBef>
                        <a:spcAft>
                          <a:spcPts val="200"/>
                        </a:spcAft>
                        <a:buNone/>
                      </a:pPr>
                      <a:r>
                        <a:rPr cap="none" sz="1600" i="0" b="1" u="none" strike="noStrike">
                          <a:solidFill>
                            <a:srgbClr val="081F5C">
                              <a:alpha val="100000"/>
                            </a:srgbClr>
                          </a:solidFill>
                          <a:latin typeface="Arial"/>
                          <a:ea typeface="Arial"/>
                          <a:cs typeface="Arial"/>
                          <a:sym typeface="Arial"/>
                        </a:rPr>
                        <a:t>Competencias del perfil de egreso</a:t>
                      </a:r>
                    </a:p>
                  </a:txBody>
                  <a:tcPr anchor="ctr" marB="25400" marT="25400" marR="0" marL="0">
                    <a:lnL algn="ctr" cmpd="sng" cap="flat" w="0">
                      <a:noFill/>
                      <a:prstDash val="solid"/>
                    </a:lnL>
                    <a:lnR algn="ctr" cmpd="sng" cap="flat" w="0">
                      <a:noFill/>
                      <a:prstDash val="solid"/>
                    </a:lnR>
                    <a:lnT algn="ctr" cmpd="sng" cap="flat" w="119380">
                      <a:solidFill>
                        <a:srgbClr val="F2F2F2">
                          <a:alpha val="100000"/>
                        </a:srgbClr>
                      </a:solidFill>
                      <a:prstDash val="solid"/>
                    </a:lnT>
                    <a:lnB algn="ctr" cmpd="sng" cap="flat" w="0">
                      <a:noFill/>
                      <a:prstDash val="solid"/>
                    </a:lnB>
                    <a:solidFill>
                      <a:srgbClr val="E7E7E7">
                        <a:alpha val="100000"/>
                      </a:srgb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Two Box title"/>
          <p:cNvSpPr>
            <a:spLocks noGrp="1"/>
          </p:cNvSpPr>
          <p:nvPr>            </p:nvPr>
        </p:nvSpPr>
        <p:spPr>
          <a:xfrm>
            <a:off x="566928" y="530352"/>
            <a:ext cx="9509760" cy="438912"/>
          </a:xfrm>
          <a:prstGeom prst="rect">
            <a:avLst/>
          </a:prstGeom>
        </p:spPr>
        <p:txBody>
          <a:bodyPr/>
          <a:lstStyle/>
          <a:p>
            <a:pPr algn="l" marL="0" marR="0">
              <a:lnSpc>
                <a:spcPct val="100000"/>
              </a:lnSpc>
              <a:spcBef>
                <a:spcPts val="0"/>
              </a:spcBef>
              <a:spcAft>
                <a:spcPts val="0"/>
              </a:spcAft>
              <a:buNone/>
            </a:pPr>
            <a:r>
              <a:rPr cap="none" sz="2400" i="0" b="1" u="none" strike="noStrike">
                <a:solidFill>
                  <a:srgbClr val="D8504F">
                    <a:alpha val="100000"/>
                  </a:srgbClr>
                </a:solidFill>
                <a:latin typeface="Arial"/>
                <a:ea typeface="Arial"/>
                <a:cs typeface="Arial"/>
                <a:sym typeface="Arial"/>
              </a:rPr>
              <a:t>TOP TWO BOX (P_SLIDE_TOP_TWO_BOX)</a:t>
            </a:r>
          </a:p>
        </p:txBody>
      </p:sp>
      <p:sp>
        <p:nvSpPr>
          <p:cNvPr id="3" name="Top Two Box text"/>
          <p:cNvSpPr>
            <a:spLocks noGrp="1"/>
          </p:cNvSpPr>
          <p:nvPr>            </p:nvPr>
        </p:nvSpPr>
        <p:spPr>
          <a:xfrm>
            <a:off x="566928" y="1133856"/>
            <a:ext cx="10972800" cy="868680"/>
          </a:xfrm>
          <a:prstGeom prst="rect">
            <a:avLst/>
          </a:prstGeom>
        </p:spPr>
        <p:txBody>
          <a:bodyPr/>
          <a:lstStyle/>
          <a:p>
            <a:pPr algn="just" marL="0" marR="0">
              <a:lnSpc>
                <a:spcPct val="105000"/>
              </a:lnSpc>
              <a:spcBef>
                <a:spcPts val="0"/>
              </a:spcBef>
              <a:spcAft>
                <a:spcPts val="0"/>
              </a:spcAft>
              <a:buNone/>
            </a:pPr>
            <a:r>
              <a:rPr cap="none" sz="1480" i="0" b="0" u="none" strike="noStrike">
                <a:solidFill>
                  <a:srgbClr val="081F5C">
                    <a:alpha val="100000"/>
                  </a:srgbClr>
                </a:solidFill>
                <a:latin typeface="Arial"/>
                <a:ea typeface="Arial"/>
                <a:cs typeface="Arial"/>
                <a:sym typeface="Arial"/>
              </a:rPr>
              <a:t>Con el fin de hacer la lectura de datos de forma más amigable, se plantea la suma de los dos valores superiores de la escala, comúnmente llamada top two box. Esta suma permite comparar de manera más rápida y eficiente los datos entre categorías o con mediciones de otros años.</a:t>
            </a:r>
          </a:p>
        </p:txBody>
      </p:sp>
      <p:pic>
        <p:nvPicPr>
          <p:cNvPr id="4" name="Top Two Box diagram" descr="Top Two Box"/>
          <p:cNvPicPr>
            <a:picLocks noGrp="1"/>
          </p:cNvPicPr>
          <p:nvPr>            </p:nvPr>
        </p:nvPicPr>
        <p:blipFill>
          <a:blip r:embed="rId2">
            <a:extLst>
              <a:ext uri="{96DAC541-7B7A-43D3-8B79-37D633B846F1}">
                <asvg:svgBlip xmlns:asvg="http://schemas.microsoft.com/office/drawing/2016/SVG/main" r:embed="rId3"/>
              </a:ext>
            </a:extLst>
          </a:blip>
          <a:stretch>
            <a:fillRect/>
          </a:stretch>
        </p:blipFill>
        <p:spPr>
          <a:xfrm>
            <a:off x="1858694" y="2139696"/>
            <a:ext cx="8124092" cy="42245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dondeo title"/>
          <p:cNvSpPr>
            <a:spLocks noGrp="1"/>
          </p:cNvSpPr>
          <p:nvPr>            </p:nvPr>
        </p:nvSpPr>
        <p:spPr>
          <a:xfrm>
            <a:off x="566928" y="530352"/>
            <a:ext cx="9509760" cy="438912"/>
          </a:xfrm>
          <a:prstGeom prst="rect">
            <a:avLst/>
          </a:prstGeom>
        </p:spPr>
        <p:txBody>
          <a:bodyPr/>
          <a:lstStyle/>
          <a:p>
            <a:pPr algn="l" marL="0" marR="0">
              <a:lnSpc>
                <a:spcPct val="100000"/>
              </a:lnSpc>
              <a:spcBef>
                <a:spcPts val="0"/>
              </a:spcBef>
              <a:spcAft>
                <a:spcPts val="0"/>
              </a:spcAft>
              <a:buNone/>
            </a:pPr>
            <a:r>
              <a:rPr cap="none" sz="2400" i="0" b="1" u="none" strike="noStrike">
                <a:solidFill>
                  <a:srgbClr val="D8504F">
                    <a:alpha val="100000"/>
                  </a:srgbClr>
                </a:solidFill>
                <a:latin typeface="Arial"/>
                <a:ea typeface="Arial"/>
                <a:cs typeface="Arial"/>
                <a:sym typeface="Arial"/>
              </a:rPr>
              <a:t>CÓMO SE REDONDEAN LAS CIFRAS (P_SLIDE_REDONDEO)</a:t>
            </a:r>
          </a:p>
        </p:txBody>
      </p:sp>
      <p:sp>
        <p:nvSpPr>
          <p:cNvPr id="3" name="Redondeo text"/>
          <p:cNvSpPr>
            <a:spLocks noGrp="1"/>
          </p:cNvSpPr>
          <p:nvPr>            </p:nvPr>
        </p:nvSpPr>
        <p:spPr>
          <a:xfrm>
            <a:off x="566928" y="1133856"/>
            <a:ext cx="10972800" cy="868680"/>
          </a:xfrm>
          <a:prstGeom prst="rect">
            <a:avLst/>
          </a:prstGeom>
        </p:spPr>
        <p:txBody>
          <a:bodyPr/>
          <a:lstStyle/>
          <a:p>
            <a:pPr algn="l" marL="0" marR="0">
              <a:lnSpc>
                <a:spcPct val="115000"/>
              </a:lnSpc>
              <a:spcBef>
                <a:spcPts val="0"/>
              </a:spcBef>
              <a:spcAft>
                <a:spcPts val="0"/>
              </a:spcAft>
              <a:buNone/>
            </a:pPr>
            <a:r>
              <a:rPr cap="none" sz="1300" i="0" b="0" u="none" strike="noStrike">
                <a:solidFill>
                  <a:srgbClr val="081F5C">
                    <a:alpha val="100000"/>
                  </a:srgbClr>
                </a:solidFill>
                <a:latin typeface="Arial"/>
                <a:ea typeface="Arial"/>
                <a:cs typeface="Arial"/>
                <a:sym typeface="Arial"/>
              </a:rPr>
              <a:t>Una cifra con decimales hay que redondearla para escribirla, y no existe forma de hacerlo que conserve a la vez el valor exacto de cada categoría y una suma de 100 %. El informe declara cuál de las dos conserva.</a:t>
            </a:r>
          </a:p>
        </p:txBody>
      </p:sp>
      <p:pic>
        <p:nvPicPr>
          <p:cNvPr id="4" name="Redondeo diagram" descr="Comparación de los dos métodos de redondeo"/>
          <p:cNvPicPr>
            <a:picLocks noGrp="1"/>
          </p:cNvPicPr>
          <p:nvPr>            </p:nvPr>
        </p:nvPicPr>
        <p:blipFill>
          <a:blip r:embed="rId2">
            <a:extLst>
              <a:ext uri="{96DAC541-7B7A-43D3-8B79-37D633B846F1}">
                <asvg:svgBlip xmlns:asvg="http://schemas.microsoft.com/office/drawing/2016/SVG/main" r:embed="rId3"/>
              </a:ext>
            </a:extLst>
          </a:blip>
          <a:stretch>
            <a:fillRect/>
          </a:stretch>
        </p:blipFill>
        <p:spPr>
          <a:xfrm>
            <a:off x="1858694" y="2139696"/>
            <a:ext cx="8124092" cy="42245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2;p46"/>
          <p:cNvSpPr>
            <a:spLocks noGrp="1"/>
          </p:cNvSpPr>
          <p:nvPr>            </p:nvPr>
        </p:nvSpPr>
        <p:spPr>
          <a:xfrm>
            <a:off x="2290316" y="3692009"/>
            <a:ext cx="9360000" cy="1845190"/>
          </a:xfrm>
          <a:prstGeom prst="rect">
            <a:avLst/>
          </a:prstGeom>
        </p:spPr>
        <p:txBody>
          <a:bodyPr/>
          <a:lstStyle/>
          <a:p>
            <a:pPr algn="l" marL="0" marR="0">
              <a:lnSpc>
                <a:spcPct val="100000"/>
              </a:lnSpc>
              <a:spcBef>
                <a:spcPts val="0"/>
              </a:spcBef>
              <a:spcAft>
                <a:spcPts val="0"/>
              </a:spcAft>
              <a:buNone/>
            </a:pPr>
            <a:r>
              <a:rPr cap="none" sz="3120" i="0" b="1" u="none" strike="noStrike">
                <a:solidFill>
                  <a:srgbClr val="081F5C">
                    <a:alpha val="100000"/>
                  </a:srgbClr>
                </a:solidFill>
                <a:latin typeface="Arial"/>
                <a:ea typeface="Arial"/>
                <a:cs typeface="Arial"/>
                <a:sym typeface="Arial"/>
              </a:rPr>
              <a:t>SECCIÓN (p_slide_seccion)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nvPr>
        </p:nvSpPr>
        <p:spPr>
          <a:xfrm>
            <a:off x="188427" y="2039831"/>
            <a:ext cx="688445" cy="4152762"/>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OBJETIVO</a:t>
            </a:r>
          </a:p>
        </p:txBody>
      </p:sp>
      <p:sp>
        <p:nvSpPr>
          <p:cNvPr id="3" name="prosecnur:objetivo_icono:text"/>
          <p:cNvSpPr>
            <a:spLocks noGrp="1"/>
          </p:cNvSpPr>
          <p:nvPr>            </p:nvPr>
        </p:nvSpPr>
        <p:spPr>
          <a:xfrm>
            <a:off x="3561719" y="1716723"/>
            <a:ext cx="7792081" cy="2093912"/>
          </a:xfrm>
          <a:prstGeom prst="rect">
            <a:avLst/>
          </a:prstGeom>
        </p:spPr>
        <p:txBody>
          <a:bodyPr/>
          <a:lstStyle/>
          <a:p>
            <a:pPr algn="l" marL="0" marR="0">
              <a:lnSpc>
                <a:spcPct val="100000"/>
              </a:lnSpc>
              <a:spcBef>
                <a:spcPts val="0"/>
              </a:spcBef>
              <a:spcAft>
                <a:spcPts val="0"/>
              </a:spcAft>
              <a:buNone/>
            </a:pPr>
            <a:r>
              <a:rPr cap="none" sz="2000" i="0" b="0" u="none" strike="noStrike">
                <a:solidFill>
                  <a:srgbClr val="081F5C">
                    <a:alpha val="100000"/>
                  </a:srgbClr>
                </a:solidFill>
                <a:latin typeface="Arial"/>
                <a:ea typeface="Arial"/>
                <a:cs typeface="Arial"/>
                <a:sym typeface="Arial"/>
              </a:rPr>
              <a:t>Lámina p_slide_objetivo_icono. Conocer la percepción de docentes, estudiantes, egresados y administrativos sobre el servicio educativo de la Facultad de Ciencias Contables.</a:t>
            </a:r>
          </a:p>
        </p:txBody>
      </p:sp>
      <p:grpSp xmlns:pic="http://schemas.openxmlformats.org/drawingml/2006/picture">
        <p:nvGrpSpPr>
          <p:cNvPr id="4" name="prosecnur:objetivo_icono:icon"/>
          <p:cNvGrpSpPr/>
          <p:nvPr/>
        </p:nvGrpSpPr>
        <p:grpSpPr>
          <a:xfrm rot="-0">
            <a:off x="1579450" y="1894058"/>
            <a:ext cx="1712520" cy="1730120"/>
            <a:chOff x="1579450" y="1894058"/>
            <a:chExt cx="1712520" cy="1730120"/>
          </a:xfrm>
        </p:grpSpPr>
        <p:sp>
          <p:nvSpPr>
            <p:cNvPr id="5" name="rc3"/>
            <p:cNvSpPr/>
            <p:nvPr/>
          </p:nvSpPr>
          <p:spPr>
            <a:xfrm>
              <a:off x="1579450" y="1894058"/>
              <a:ext cx="1712520" cy="1730120"/>
            </a:xfrm>
            <a:prstGeom prst="rect">
              <a:avLst/>
            </a:prstGeom>
          </p:spPr>
          <p:txBody>
            <a:bodyPr/>
            <a:lstStyle/>
            <a:p/>
          </p:txBody>
        </p:sp>
        <p:sp>
          <p:nvSpPr>
            <p:cNvPr id="6" name="rc4"/>
            <p:cNvSpPr/>
            <p:nvPr/>
          </p:nvSpPr>
          <p:spPr>
            <a:xfrm>
              <a:off x="1579450" y="1894058"/>
              <a:ext cx="1712520" cy="1730120"/>
            </a:xfrm>
            <a:prstGeom prst="rect">
              <a:avLst/>
            </a:prstGeom>
          </p:spPr>
          <p:txBody>
            <a:bodyPr/>
            <a:lstStyle/>
            <a:p/>
          </p:txBody>
        </p:sp>
        <p:pic>
          <p:nvPicPr>
            <p:cNvPr id="7" name="pic5"/>
            <p:cNvPicPr/>
            <p:nvPr/>
          </p:nvPicPr>
          <p:blipFill>
            <a:blip r:embed="rId2" cstate="print"/>
            <a:stretch>
              <a:fillRect/>
            </a:stretch>
          </p:blipFill>
          <p:spPr>
            <a:xfrm>
              <a:off x="1579450" y="1902857"/>
              <a:ext cx="1712520" cy="1712520"/>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secnur:text_slide:title"/>
          <p:cNvSpPr>
            <a:spLocks noGrp="1"/>
          </p:cNvSpPr>
          <p:nvPr>            </p:nvPr>
        </p:nvSpPr>
        <p:spPr>
          <a:xfrm>
            <a:off x="461464" y="338328"/>
            <a:ext cx="9626752" cy="53445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TEXTO (p_slide_texto)</a:t>
            </a:r>
          </a:p>
        </p:txBody>
      </p:sp>
      <p:sp>
        <p:nvSpPr>
          <p:cNvPr id="3" name="prosecnur:text_slide:text"/>
          <p:cNvSpPr>
            <a:spLocks noGrp="1"/>
          </p:cNvSpPr>
          <p:nvPr>            </p:nvPr>
        </p:nvSpPr>
        <p:spPr>
          <a:xfrm>
            <a:off x="461464" y="1341783"/>
            <a:ext cx="11358562" cy="2555271"/>
          </a:xfrm>
          <a:prstGeom prst="rect">
            <a:avLst/>
          </a:prstGeom>
        </p:spPr>
        <p:txBody>
          <a:bodyPr/>
          <a:lstStyle/>
          <a:p>
            <a:pPr algn="l" marL="0" marR="0">
              <a:lnSpc>
                <a:spcPct val="100000"/>
              </a:lnSpc>
              <a:spcBef>
                <a:spcPts val="0"/>
              </a:spcBef>
              <a:spcAft>
                <a:spcPts val="0"/>
              </a:spcAft>
              <a:buNone/>
            </a:pPr>
            <a:r>
              <a:rPr cap="none" sz="1600" i="0" b="0" u="none" strike="noStrike">
                <a:solidFill>
                  <a:srgbClr val="081F5C">
                    <a:alpha val="100000"/>
                  </a:srgbClr>
                </a:solidFill>
                <a:latin typeface="Arial"/>
                <a:ea typeface="Arial"/>
                <a:cs typeface="Arial"/>
                <a:sym typeface="Arial"/>
              </a:rPr>
              <a:t>• Primer punto del texto corrido.</a:t>
            </a:r>
          </a:p>
          <a:p>
            <a:pPr algn="l" marL="0" marR="0">
              <a:lnSpc>
                <a:spcPct val="100000"/>
              </a:lnSpc>
              <a:spcBef>
                <a:spcPts val="0"/>
              </a:spcBef>
              <a:spcAft>
                <a:spcPts val="0"/>
              </a:spcAft>
              <a:buNone/>
            </a:pPr>
            <a:r>
              <a:rPr cap="none" sz="1600" i="0" b="0" u="none" strike="noStrike">
                <a:solidFill>
                  <a:srgbClr val="081F5C">
                    <a:alpha val="100000"/>
                  </a:srgbClr>
                </a:solidFill>
                <a:latin typeface="Arial"/>
                <a:ea typeface="Arial"/>
                <a:cs typeface="Arial"/>
                <a:sym typeface="Arial"/>
              </a:rPr>
              <a:t>• Segundo punto con un hallazgo.</a:t>
            </a:r>
          </a:p>
          <a:p>
            <a:pPr algn="l" marL="0" marR="0">
              <a:lnSpc>
                <a:spcPct val="100000"/>
              </a:lnSpc>
              <a:spcBef>
                <a:spcPts val="0"/>
              </a:spcBef>
              <a:spcAft>
                <a:spcPts val="0"/>
              </a:spcAft>
              <a:buNone/>
            </a:pPr>
            <a:r>
              <a:rPr cap="none" sz="1600" i="0" b="0" u="none" strike="noStrike">
                <a:solidFill>
                  <a:srgbClr val="081F5C">
                    <a:alpha val="100000"/>
                  </a:srgbClr>
                </a:solidFill>
                <a:latin typeface="Arial"/>
                <a:ea typeface="Arial"/>
                <a:cs typeface="Arial"/>
                <a:sym typeface="Arial"/>
              </a:rPr>
              <a:t>• Tercer punto con la recomendación.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66928" y="640080"/>
            <a:ext cx="10881360" cy="502920"/>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FICHA TÉCNICA (p_slide_tabla_tecnica)</a:t>
            </a:r>
          </a:p>
        </p:txBody>
      </p:sp>
      <p:graphicFrame>
        <p:nvGraphicFramePr>
          <p:cNvPr id="3" name=""/>
          <p:cNvGraphicFramePr>
            <a:graphicFrameLocks noGrp="true"/>
          </p:cNvGraphicFramePr>
          <p:nvPr/>
        </p:nvGraphicFramePr>
        <p:xfrm rot="0">
          <a:off x="457200" y="1325880"/>
          <a:ext cx="11247120" cy="5074920"/>
        </p:xfrm>
        <a:graphic>
          <a:graphicData uri="http://schemas.openxmlformats.org/drawingml/2006/table">
            <a:tbl>
              <a:tblPr/>
              <a:tblGrid>
                <a:gridCol w="2249424"/>
                <a:gridCol w="8997696"/>
              </a:tblGrid>
              <a:tr h="1268730">
                <a:tc>
                  <a:txBody>
                    <a:bodyPr/>
                    <a:lstStyle/>
                    <a:p>
                      <a:pPr algn="ctr" marL="101600" marR="101600">
                        <a:lnSpc>
                          <a:spcPct val="100000"/>
                        </a:lnSpc>
                        <a:spcBef>
                          <a:spcPts val="500"/>
                        </a:spcBef>
                        <a:spcAft>
                          <a:spcPts val="500"/>
                        </a:spcAft>
                        <a:buNone/>
                      </a:pPr>
                      <a:r>
                        <a:rPr cap="none" sz="1400" i="0" b="1" u="none" strike="noStrike">
                          <a:solidFill>
                            <a:srgbClr val="081F5C">
                              <a:alpha val="100000"/>
                            </a:srgbClr>
                          </a:solidFill>
                          <a:latin typeface="Arial"/>
                          <a:ea typeface="Arial"/>
                          <a:cs typeface="Arial"/>
                          <a:sym typeface="Arial"/>
                        </a:rPr>
                        <a:t>Universo</a:t>
                      </a:r>
                    </a:p>
                  </a:txBody>
                  <a:tcPr anchor="ctr" marB="63500" marT="635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D8D8D8">
                        <a:alpha val="100000"/>
                      </a:srgbClr>
                    </a:solidFill>
                  </a:tcPr>
                </a:tc>
                <a:tc>
                  <a:txBody>
                    <a:bodyPr/>
                    <a:lstStyle/>
                    <a:p>
                      <a:pPr algn="l" marL="101600" marR="101600">
                        <a:lnSpc>
                          <a:spcPct val="100000"/>
                        </a:lnSpc>
                        <a:spcBef>
                          <a:spcPts val="500"/>
                        </a:spcBef>
                        <a:spcAft>
                          <a:spcPts val="500"/>
                        </a:spcAft>
                        <a:buNone/>
                      </a:pPr>
                      <a:r>
                        <a:rPr cap="none" sz="1400" i="0" b="0" u="none" strike="noStrike">
                          <a:solidFill>
                            <a:srgbClr val="081F5C">
                              <a:alpha val="100000"/>
                            </a:srgbClr>
                          </a:solidFill>
                          <a:latin typeface="Arial"/>
                          <a:ea typeface="Arial"/>
                          <a:cs typeface="Arial"/>
                          <a:sym typeface="Arial"/>
                        </a:rPr>
                        <a:t>Docentes, estudiantes, egresados y administrativos</a:t>
                      </a:r>
                    </a:p>
                  </a:txBody>
                  <a:tcPr anchor="ctr" marB="63500" marT="635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r h="1268730">
                <a:tc>
                  <a:txBody>
                    <a:bodyPr/>
                    <a:lstStyle/>
                    <a:p>
                      <a:pPr algn="ctr" marL="101600" marR="101600">
                        <a:lnSpc>
                          <a:spcPct val="100000"/>
                        </a:lnSpc>
                        <a:spcBef>
                          <a:spcPts val="500"/>
                        </a:spcBef>
                        <a:spcAft>
                          <a:spcPts val="500"/>
                        </a:spcAft>
                        <a:buNone/>
                      </a:pPr>
                      <a:r>
                        <a:rPr cap="none" sz="1400" i="0" b="1" u="none" strike="noStrike">
                          <a:solidFill>
                            <a:srgbClr val="081F5C">
                              <a:alpha val="100000"/>
                            </a:srgbClr>
                          </a:solidFill>
                          <a:latin typeface="Arial"/>
                          <a:ea typeface="Arial"/>
                          <a:cs typeface="Arial"/>
                          <a:sym typeface="Arial"/>
                        </a:rPr>
                        <a:t>Técnica</a:t>
                      </a:r>
                    </a:p>
                  </a:txBody>
                  <a:tcPr anchor="ctr" marB="63500" marT="635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D8D8D8">
                        <a:alpha val="100000"/>
                      </a:srgbClr>
                    </a:solidFill>
                  </a:tcPr>
                </a:tc>
                <a:tc>
                  <a:txBody>
                    <a:bodyPr/>
                    <a:lstStyle/>
                    <a:p>
                      <a:pPr algn="l" marL="101600" marR="101600">
                        <a:lnSpc>
                          <a:spcPct val="100000"/>
                        </a:lnSpc>
                        <a:spcBef>
                          <a:spcPts val="500"/>
                        </a:spcBef>
                        <a:spcAft>
                          <a:spcPts val="500"/>
                        </a:spcAft>
                        <a:buNone/>
                      </a:pPr>
                      <a:r>
                        <a:rPr cap="none" sz="1400" i="0" b="0" u="none" strike="noStrike">
                          <a:solidFill>
                            <a:srgbClr val="081F5C">
                              <a:alpha val="100000"/>
                            </a:srgbClr>
                          </a:solidFill>
                          <a:latin typeface="Arial"/>
                          <a:ea typeface="Arial"/>
                          <a:cs typeface="Arial"/>
                          <a:sym typeface="Arial"/>
                        </a:rPr>
                        <a:t>Encuesta online autoadministrada</a:t>
                      </a:r>
                    </a:p>
                  </a:txBody>
                  <a:tcPr anchor="ctr" marB="63500" marT="635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r h="1268730">
                <a:tc>
                  <a:txBody>
                    <a:bodyPr/>
                    <a:lstStyle/>
                    <a:p>
                      <a:pPr algn="ctr" marL="101600" marR="101600">
                        <a:lnSpc>
                          <a:spcPct val="100000"/>
                        </a:lnSpc>
                        <a:spcBef>
                          <a:spcPts val="500"/>
                        </a:spcBef>
                        <a:spcAft>
                          <a:spcPts val="500"/>
                        </a:spcAft>
                        <a:buNone/>
                      </a:pPr>
                      <a:r>
                        <a:rPr cap="none" sz="1400" i="0" b="1" u="none" strike="noStrike">
                          <a:solidFill>
                            <a:srgbClr val="081F5C">
                              <a:alpha val="100000"/>
                            </a:srgbClr>
                          </a:solidFill>
                          <a:latin typeface="Arial"/>
                          <a:ea typeface="Arial"/>
                          <a:cs typeface="Arial"/>
                          <a:sym typeface="Arial"/>
                        </a:rPr>
                        <a:t>Muestra</a:t>
                      </a:r>
                    </a:p>
                  </a:txBody>
                  <a:tcPr anchor="ctr" marB="63500" marT="635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D8D8D8">
                        <a:alpha val="100000"/>
                      </a:srgbClr>
                    </a:solidFill>
                  </a:tcPr>
                </a:tc>
                <a:tc>
                  <a:txBody>
                    <a:bodyPr/>
                    <a:lstStyle/>
                    <a:p>
                      <a:pPr algn="l" marL="101600" marR="101600">
                        <a:lnSpc>
                          <a:spcPct val="100000"/>
                        </a:lnSpc>
                        <a:spcBef>
                          <a:spcPts val="500"/>
                        </a:spcBef>
                        <a:spcAft>
                          <a:spcPts val="500"/>
                        </a:spcAft>
                        <a:buNone/>
                      </a:pPr>
                      <a:r>
                        <a:rPr cap="none" sz="1400" i="0" b="0" u="none" strike="noStrike">
                          <a:solidFill>
                            <a:srgbClr val="081F5C">
                              <a:alpha val="100000"/>
                            </a:srgbClr>
                          </a:solidFill>
                          <a:latin typeface="Arial"/>
                          <a:ea typeface="Arial"/>
                          <a:cs typeface="Arial"/>
                          <a:sym typeface="Arial"/>
                        </a:rPr>
                        <a:t>52 docentes, 172 estudiantes, 178 egresados, 15 administrativos</a:t>
                      </a:r>
                    </a:p>
                  </a:txBody>
                  <a:tcPr anchor="ctr" marB="63500" marT="635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r h="1268730">
                <a:tc>
                  <a:txBody>
                    <a:bodyPr/>
                    <a:lstStyle/>
                    <a:p>
                      <a:pPr algn="ctr" marL="101600" marR="101600">
                        <a:lnSpc>
                          <a:spcPct val="100000"/>
                        </a:lnSpc>
                        <a:spcBef>
                          <a:spcPts val="500"/>
                        </a:spcBef>
                        <a:spcAft>
                          <a:spcPts val="500"/>
                        </a:spcAft>
                        <a:buNone/>
                      </a:pPr>
                      <a:r>
                        <a:rPr cap="none" sz="1400" i="0" b="1" u="none" strike="noStrike">
                          <a:solidFill>
                            <a:srgbClr val="081F5C">
                              <a:alpha val="100000"/>
                            </a:srgbClr>
                          </a:solidFill>
                          <a:latin typeface="Arial"/>
                          <a:ea typeface="Arial"/>
                          <a:cs typeface="Arial"/>
                          <a:sym typeface="Arial"/>
                        </a:rPr>
                        <a:t>Trabajo de campo</a:t>
                      </a:r>
                    </a:p>
                  </a:txBody>
                  <a:tcPr anchor="ctr" marB="63500" marT="635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D8D8D8">
                        <a:alpha val="100000"/>
                      </a:srgbClr>
                    </a:solidFill>
                  </a:tcPr>
                </a:tc>
                <a:tc>
                  <a:txBody>
                    <a:bodyPr/>
                    <a:lstStyle/>
                    <a:p>
                      <a:pPr algn="l" marL="101600" marR="101600">
                        <a:lnSpc>
                          <a:spcPct val="100000"/>
                        </a:lnSpc>
                        <a:spcBef>
                          <a:spcPts val="500"/>
                        </a:spcBef>
                        <a:spcAft>
                          <a:spcPts val="500"/>
                        </a:spcAft>
                        <a:buNone/>
                      </a:pPr>
                      <a:r>
                        <a:rPr cap="none" sz="1400" i="0" b="0" u="none" strike="noStrike">
                          <a:solidFill>
                            <a:srgbClr val="081F5C">
                              <a:alpha val="100000"/>
                            </a:srgbClr>
                          </a:solidFill>
                          <a:latin typeface="Arial"/>
                          <a:ea typeface="Arial"/>
                          <a:cs typeface="Arial"/>
                          <a:sym typeface="Arial"/>
                        </a:rPr>
                        <a:t>2026</a:t>
                      </a:r>
                    </a:p>
                  </a:txBody>
                  <a:tcPr anchor="ctr" marB="63500" marT="635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1 GRÁFICO (P_SLIDE_1_GRAFICO)</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780775"/>
              <a:ext cx="9085095" cy="1803196"/>
            </a:xfrm>
            <a:prstGeom prst="rect">
              <a:avLst/>
            </a:prstGeom>
          </p:spPr>
          <p:txBody>
            <a:bodyPr/>
            <a:lstStyle/>
            <a:p/>
          </p:txBody>
        </p:sp>
        <p:sp>
          <p:nvSpPr>
            <p:cNvPr id="5" name="rc4"/>
            <p:cNvSpPr/>
            <p:nvPr/>
          </p:nvSpPr>
          <p:spPr>
            <a:xfrm>
              <a:off x="545245" y="1780775"/>
              <a:ext cx="8806739" cy="1803196"/>
            </a:xfrm>
            <a:prstGeom prst="rect">
              <a:avLst/>
            </a:prstGeom>
          </p:spPr>
          <p:txBody>
            <a:bodyPr/>
            <a:lstStyle/>
            <a:p/>
          </p:txBody>
        </p:sp>
        <p:sp>
          <p:nvSpPr>
            <p:cNvPr id="6" name="rc5"/>
            <p:cNvSpPr/>
            <p:nvPr/>
          </p:nvSpPr>
          <p:spPr>
            <a:xfrm>
              <a:off x="545245" y="2254114"/>
              <a:ext cx="153605" cy="856518"/>
            </a:xfrm>
            <a:prstGeom prst="rect">
              <a:avLst/>
            </a:prstGeom>
            <a:solidFill>
              <a:srgbClr val="CA5651">
                <a:alpha val="100000"/>
              </a:srgbClr>
            </a:solidFill>
          </p:spPr>
          <p:txBody>
            <a:bodyPr/>
            <a:lstStyle/>
            <a:p/>
          </p:txBody>
        </p:sp>
        <p:sp>
          <p:nvSpPr>
            <p:cNvPr id="7" name="rc6"/>
            <p:cNvSpPr/>
            <p:nvPr/>
          </p:nvSpPr>
          <p:spPr>
            <a:xfrm>
              <a:off x="698851" y="2254114"/>
              <a:ext cx="102403" cy="856518"/>
            </a:xfrm>
            <a:prstGeom prst="rect">
              <a:avLst/>
            </a:prstGeom>
            <a:solidFill>
              <a:srgbClr val="FFD965">
                <a:alpha val="100000"/>
              </a:srgbClr>
            </a:solidFill>
          </p:spPr>
          <p:txBody>
            <a:bodyPr/>
            <a:lstStyle/>
            <a:p/>
          </p:txBody>
        </p:sp>
        <p:sp>
          <p:nvSpPr>
            <p:cNvPr id="8" name="rc7"/>
            <p:cNvSpPr/>
            <p:nvPr/>
          </p:nvSpPr>
          <p:spPr>
            <a:xfrm>
              <a:off x="801255" y="2254114"/>
              <a:ext cx="3635340" cy="856518"/>
            </a:xfrm>
            <a:prstGeom prst="rect">
              <a:avLst/>
            </a:prstGeom>
            <a:solidFill>
              <a:srgbClr val="ADD493">
                <a:alpha val="100000"/>
              </a:srgbClr>
            </a:solidFill>
          </p:spPr>
          <p:txBody>
            <a:bodyPr/>
            <a:lstStyle/>
            <a:p/>
          </p:txBody>
        </p:sp>
        <p:sp>
          <p:nvSpPr>
            <p:cNvPr id="9" name="rc8"/>
            <p:cNvSpPr/>
            <p:nvPr/>
          </p:nvSpPr>
          <p:spPr>
            <a:xfrm>
              <a:off x="4436596" y="2254114"/>
              <a:ext cx="4710581" cy="856518"/>
            </a:xfrm>
            <a:prstGeom prst="rect">
              <a:avLst/>
            </a:prstGeom>
            <a:solidFill>
              <a:srgbClr val="70AD47">
                <a:alpha val="100000"/>
              </a:srgbClr>
            </a:solidFill>
          </p:spPr>
          <p:txBody>
            <a:bodyPr/>
            <a:lstStyle/>
            <a:p/>
          </p:txBody>
        </p:sp>
        <p:sp>
          <p:nvSpPr>
            <p:cNvPr id="10" name="rc9"/>
            <p:cNvSpPr/>
            <p:nvPr/>
          </p:nvSpPr>
          <p:spPr>
            <a:xfrm>
              <a:off x="9147177" y="2254114"/>
              <a:ext cx="204807" cy="856518"/>
            </a:xfrm>
            <a:prstGeom prst="rect">
              <a:avLst/>
            </a:prstGeom>
            <a:solidFill>
              <a:srgbClr val="BFBFBF">
                <a:alpha val="100000"/>
              </a:srgbClr>
            </a:solidFill>
          </p:spPr>
          <p:txBody>
            <a:bodyPr/>
            <a:lstStyle/>
            <a:p/>
          </p:txBody>
        </p:sp>
        <p:sp>
          <p:nvSpPr>
            <p:cNvPr id="11" name="tx10"/>
            <p:cNvSpPr/>
            <p:nvPr/>
          </p:nvSpPr>
          <p:spPr>
            <a:xfrm>
              <a:off x="736134" y="2601648"/>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a:t>
              </a:r>
            </a:p>
          </p:txBody>
        </p:sp>
        <p:sp>
          <p:nvSpPr>
            <p:cNvPr id="12" name="tx11"/>
            <p:cNvSpPr/>
            <p:nvPr/>
          </p:nvSpPr>
          <p:spPr>
            <a:xfrm>
              <a:off x="1498445" y="2601648"/>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a:t>
              </a:r>
            </a:p>
          </p:txBody>
        </p:sp>
        <p:sp>
          <p:nvSpPr>
            <p:cNvPr id="13" name="tx12"/>
            <p:cNvSpPr/>
            <p:nvPr/>
          </p:nvSpPr>
          <p:spPr>
            <a:xfrm>
              <a:off x="2416421" y="260164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41%</a:t>
              </a:r>
            </a:p>
          </p:txBody>
        </p:sp>
        <p:sp>
          <p:nvSpPr>
            <p:cNvPr id="14" name="tx13"/>
            <p:cNvSpPr/>
            <p:nvPr/>
          </p:nvSpPr>
          <p:spPr>
            <a:xfrm>
              <a:off x="6589382" y="260164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53%</a:t>
              </a:r>
            </a:p>
          </p:txBody>
        </p:sp>
        <p:sp>
          <p:nvSpPr>
            <p:cNvPr id="15" name="tx14"/>
            <p:cNvSpPr/>
            <p:nvPr/>
          </p:nvSpPr>
          <p:spPr>
            <a:xfrm>
              <a:off x="8868629" y="2601648"/>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16" name="rc15"/>
            <p:cNvSpPr/>
            <p:nvPr/>
          </p:nvSpPr>
          <p:spPr>
            <a:xfrm>
              <a:off x="317500" y="3724552"/>
              <a:ext cx="221759" cy="221760"/>
            </a:xfrm>
            <a:prstGeom prst="rect">
              <a:avLst/>
            </a:prstGeom>
            <a:solidFill>
              <a:srgbClr val="CA5651">
                <a:alpha val="100000"/>
              </a:srgbClr>
            </a:solidFill>
          </p:spPr>
          <p:txBody>
            <a:bodyPr/>
            <a:lstStyle/>
            <a:p/>
          </p:txBody>
        </p:sp>
        <p:sp>
          <p:nvSpPr>
            <p:cNvPr id="17" name="tx16"/>
            <p:cNvSpPr/>
            <p:nvPr/>
          </p:nvSpPr>
          <p:spPr>
            <a:xfrm>
              <a:off x="621631" y="3760323"/>
              <a:ext cx="2574528"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Totalmente en desacuerdo</a:t>
              </a:r>
            </a:p>
          </p:txBody>
        </p:sp>
        <p:sp>
          <p:nvSpPr>
            <p:cNvPr id="18" name="rc17"/>
            <p:cNvSpPr/>
            <p:nvPr/>
          </p:nvSpPr>
          <p:spPr>
            <a:xfrm>
              <a:off x="3455020" y="3724552"/>
              <a:ext cx="221760" cy="221760"/>
            </a:xfrm>
            <a:prstGeom prst="rect">
              <a:avLst/>
            </a:prstGeom>
            <a:solidFill>
              <a:srgbClr val="FFD965">
                <a:alpha val="100000"/>
              </a:srgbClr>
            </a:solidFill>
          </p:spPr>
          <p:txBody>
            <a:bodyPr/>
            <a:lstStyle/>
            <a:p/>
          </p:txBody>
        </p:sp>
        <p:sp>
          <p:nvSpPr>
            <p:cNvPr id="19" name="tx18"/>
            <p:cNvSpPr/>
            <p:nvPr/>
          </p:nvSpPr>
          <p:spPr>
            <a:xfrm>
              <a:off x="3759151" y="3760323"/>
              <a:ext cx="1456729"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En desacuerdo</a:t>
              </a:r>
            </a:p>
          </p:txBody>
        </p:sp>
        <p:sp>
          <p:nvSpPr>
            <p:cNvPr id="20" name="rc19"/>
            <p:cNvSpPr/>
            <p:nvPr/>
          </p:nvSpPr>
          <p:spPr>
            <a:xfrm>
              <a:off x="5430236" y="3724552"/>
              <a:ext cx="221760" cy="221760"/>
            </a:xfrm>
            <a:prstGeom prst="rect">
              <a:avLst/>
            </a:prstGeom>
            <a:solidFill>
              <a:srgbClr val="ADD493">
                <a:alpha val="100000"/>
              </a:srgbClr>
            </a:solidFill>
          </p:spPr>
          <p:txBody>
            <a:bodyPr/>
            <a:lstStyle/>
            <a:p/>
          </p:txBody>
        </p:sp>
        <p:sp>
          <p:nvSpPr>
            <p:cNvPr id="21" name="tx20"/>
            <p:cNvSpPr/>
            <p:nvPr/>
          </p:nvSpPr>
          <p:spPr>
            <a:xfrm>
              <a:off x="5734368" y="3760323"/>
              <a:ext cx="1106685"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acuerdo</a:t>
              </a:r>
            </a:p>
          </p:txBody>
        </p:sp>
        <p:sp>
          <p:nvSpPr>
            <p:cNvPr id="22" name="rc21"/>
            <p:cNvSpPr/>
            <p:nvPr/>
          </p:nvSpPr>
          <p:spPr>
            <a:xfrm>
              <a:off x="7088460" y="3724552"/>
              <a:ext cx="221760" cy="221760"/>
            </a:xfrm>
            <a:prstGeom prst="rect">
              <a:avLst/>
            </a:prstGeom>
            <a:solidFill>
              <a:srgbClr val="70AD47">
                <a:alpha val="100000"/>
              </a:srgbClr>
            </a:solidFill>
          </p:spPr>
          <p:txBody>
            <a:bodyPr/>
            <a:lstStyle/>
            <a:p/>
          </p:txBody>
        </p:sp>
        <p:sp>
          <p:nvSpPr>
            <p:cNvPr id="23" name="tx22"/>
            <p:cNvSpPr/>
            <p:nvPr/>
          </p:nvSpPr>
          <p:spPr>
            <a:xfrm>
              <a:off x="7392592" y="3760323"/>
              <a:ext cx="2224385"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Totalmente de acuerdo</a:t>
              </a:r>
            </a:p>
          </p:txBody>
        </p:sp>
        <p:sp>
          <p:nvSpPr>
            <p:cNvPr id="24" name="rc23"/>
            <p:cNvSpPr/>
            <p:nvPr/>
          </p:nvSpPr>
          <p:spPr>
            <a:xfrm>
              <a:off x="9908989" y="3724552"/>
              <a:ext cx="221760" cy="221760"/>
            </a:xfrm>
            <a:prstGeom prst="rect">
              <a:avLst/>
            </a:prstGeom>
            <a:solidFill>
              <a:srgbClr val="BFBFBF">
                <a:alpha val="100000"/>
              </a:srgbClr>
            </a:solidFill>
          </p:spPr>
          <p:txBody>
            <a:bodyPr/>
            <a:lstStyle/>
            <a:p/>
          </p:txBody>
        </p:sp>
        <p:sp>
          <p:nvSpPr>
            <p:cNvPr id="25" name="tx24"/>
            <p:cNvSpPr/>
            <p:nvPr/>
          </p:nvSpPr>
          <p:spPr>
            <a:xfrm>
              <a:off x="10213120" y="3757644"/>
              <a:ext cx="722510"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SIN INF</a:t>
              </a:r>
            </a:p>
          </p:txBody>
        </p:sp>
      </p:grpSp>
      <p:sp>
        <p:nvSpPr>
          <p:cNvPr id="26"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estudiantes de Ciencias Contables PUCP.</a:t>
            </a:r>
          </a:p>
        </p:txBody>
      </p:sp>
      <p:sp>
        <p:nvSpPr>
          <p:cNvPr id="27"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626771"/>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1 GRÁFICO NARRATIVO (P_SLIDE_1_GRAFICO_NARRATIVO)</a:t>
            </a:r>
          </a:p>
        </p:txBody>
      </p:sp>
      <p:sp>
        <p:nvSpPr>
          <p:cNvPr id="3" name="prosecnur:slide_1_narrativo:text"/>
          <p:cNvSpPr>
            <a:spLocks noGrp="1"/>
          </p:cNvSpPr>
          <p:nvPr>            </p:nvPr>
        </p:nvSpPr>
        <p:spPr>
          <a:xfrm>
            <a:off x="502920" y="1005840"/>
            <a:ext cx="11064240" cy="347472"/>
          </a:xfrm>
          <a:prstGeom prst="rect">
            <a:avLst/>
          </a:prstGeom>
        </p:spPr>
        <p:txBody>
          <a:bodyPr/>
          <a:lstStyle/>
          <a:p>
            <a:pPr algn="just"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Texto de ejemplo de la lámina: resume el hallazgo principal y orienta la lectura del gráfico.</a:t>
            </a:r>
          </a:p>
        </p:txBody>
      </p:sp>
      <p:grpSp xmlns:pic="http://schemas.openxmlformats.org/drawingml/2006/picture">
        <p:nvGrpSpPr>
          <p:cNvPr id="4" name="prosecnur:slide_1_narrativo:plot"/>
          <p:cNvGrpSpPr/>
          <p:nvPr/>
        </p:nvGrpSpPr>
        <p:grpSpPr>
          <a:xfrm rot="-0">
            <a:off x="317501" y="1116000"/>
            <a:ext cx="11658045" cy="4500000"/>
            <a:chOff x="317501" y="1116000"/>
            <a:chExt cx="11658045" cy="4500000"/>
          </a:xfrm>
        </p:grpSpPr>
        <p:sp>
          <p:nvSpPr>
            <p:cNvPr id="5" name="rc3"/>
            <p:cNvSpPr/>
            <p:nvPr/>
          </p:nvSpPr>
          <p:spPr>
            <a:xfrm>
              <a:off x="317501" y="1674732"/>
              <a:ext cx="9257859" cy="1803196"/>
            </a:xfrm>
            <a:prstGeom prst="rect">
              <a:avLst/>
            </a:prstGeom>
          </p:spPr>
          <p:txBody>
            <a:bodyPr/>
            <a:lstStyle/>
            <a:p/>
          </p:txBody>
        </p:sp>
        <p:sp>
          <p:nvSpPr>
            <p:cNvPr id="6" name="rc4"/>
            <p:cNvSpPr/>
            <p:nvPr/>
          </p:nvSpPr>
          <p:spPr>
            <a:xfrm>
              <a:off x="545246" y="1674732"/>
              <a:ext cx="8979503" cy="1803196"/>
            </a:xfrm>
            <a:prstGeom prst="rect">
              <a:avLst/>
            </a:prstGeom>
          </p:spPr>
          <p:txBody>
            <a:bodyPr/>
            <a:lstStyle/>
            <a:p/>
          </p:txBody>
        </p:sp>
        <p:sp>
          <p:nvSpPr>
            <p:cNvPr id="7" name="rc5"/>
            <p:cNvSpPr/>
            <p:nvPr/>
          </p:nvSpPr>
          <p:spPr>
            <a:xfrm>
              <a:off x="545246" y="2148071"/>
              <a:ext cx="156619" cy="856518"/>
            </a:xfrm>
            <a:prstGeom prst="rect">
              <a:avLst/>
            </a:prstGeom>
            <a:solidFill>
              <a:srgbClr val="CA5651">
                <a:alpha val="100000"/>
              </a:srgbClr>
            </a:solidFill>
          </p:spPr>
          <p:txBody>
            <a:bodyPr/>
            <a:lstStyle/>
            <a:p/>
          </p:txBody>
        </p:sp>
        <p:sp>
          <p:nvSpPr>
            <p:cNvPr id="8" name="rc6"/>
            <p:cNvSpPr/>
            <p:nvPr/>
          </p:nvSpPr>
          <p:spPr>
            <a:xfrm>
              <a:off x="701866" y="2148071"/>
              <a:ext cx="104412" cy="856518"/>
            </a:xfrm>
            <a:prstGeom prst="rect">
              <a:avLst/>
            </a:prstGeom>
            <a:solidFill>
              <a:srgbClr val="FFD965">
                <a:alpha val="100000"/>
              </a:srgbClr>
            </a:solidFill>
          </p:spPr>
          <p:txBody>
            <a:bodyPr/>
            <a:lstStyle/>
            <a:p/>
          </p:txBody>
        </p:sp>
        <p:sp>
          <p:nvSpPr>
            <p:cNvPr id="9" name="rc7"/>
            <p:cNvSpPr/>
            <p:nvPr/>
          </p:nvSpPr>
          <p:spPr>
            <a:xfrm>
              <a:off x="806279" y="2148071"/>
              <a:ext cx="3706655" cy="856518"/>
            </a:xfrm>
            <a:prstGeom prst="rect">
              <a:avLst/>
            </a:prstGeom>
            <a:solidFill>
              <a:srgbClr val="ADD493">
                <a:alpha val="100000"/>
              </a:srgbClr>
            </a:solidFill>
          </p:spPr>
          <p:txBody>
            <a:bodyPr/>
            <a:lstStyle/>
            <a:p/>
          </p:txBody>
        </p:sp>
        <p:sp>
          <p:nvSpPr>
            <p:cNvPr id="10" name="rc8"/>
            <p:cNvSpPr/>
            <p:nvPr/>
          </p:nvSpPr>
          <p:spPr>
            <a:xfrm>
              <a:off x="4512934" y="2148071"/>
              <a:ext cx="4802990" cy="856518"/>
            </a:xfrm>
            <a:prstGeom prst="rect">
              <a:avLst/>
            </a:prstGeom>
            <a:solidFill>
              <a:srgbClr val="70AD47">
                <a:alpha val="100000"/>
              </a:srgbClr>
            </a:solidFill>
          </p:spPr>
          <p:txBody>
            <a:bodyPr/>
            <a:lstStyle/>
            <a:p/>
          </p:txBody>
        </p:sp>
        <p:sp>
          <p:nvSpPr>
            <p:cNvPr id="11" name="rc9"/>
            <p:cNvSpPr/>
            <p:nvPr/>
          </p:nvSpPr>
          <p:spPr>
            <a:xfrm>
              <a:off x="9315924" y="2148071"/>
              <a:ext cx="208825" cy="856518"/>
            </a:xfrm>
            <a:prstGeom prst="rect">
              <a:avLst/>
            </a:prstGeom>
            <a:solidFill>
              <a:srgbClr val="BFBFBF">
                <a:alpha val="100000"/>
              </a:srgbClr>
            </a:solidFill>
          </p:spPr>
          <p:txBody>
            <a:bodyPr/>
            <a:lstStyle/>
            <a:p/>
          </p:txBody>
        </p:sp>
        <p:sp>
          <p:nvSpPr>
            <p:cNvPr id="12" name="tx10"/>
            <p:cNvSpPr/>
            <p:nvPr/>
          </p:nvSpPr>
          <p:spPr>
            <a:xfrm>
              <a:off x="742748" y="2495605"/>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a:t>
              </a:r>
            </a:p>
          </p:txBody>
        </p:sp>
        <p:sp>
          <p:nvSpPr>
            <p:cNvPr id="13" name="tx11"/>
            <p:cNvSpPr/>
            <p:nvPr/>
          </p:nvSpPr>
          <p:spPr>
            <a:xfrm>
              <a:off x="1520014" y="2495605"/>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a:t>
              </a:r>
            </a:p>
          </p:txBody>
        </p:sp>
        <p:sp>
          <p:nvSpPr>
            <p:cNvPr id="14" name="tx12"/>
            <p:cNvSpPr/>
            <p:nvPr/>
          </p:nvSpPr>
          <p:spPr>
            <a:xfrm>
              <a:off x="2457102" y="249560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41%</a:t>
              </a:r>
            </a:p>
          </p:txBody>
        </p:sp>
        <p:sp>
          <p:nvSpPr>
            <p:cNvPr id="15" name="tx13"/>
            <p:cNvSpPr/>
            <p:nvPr/>
          </p:nvSpPr>
          <p:spPr>
            <a:xfrm>
              <a:off x="6711925" y="249560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53%</a:t>
              </a:r>
            </a:p>
          </p:txBody>
        </p:sp>
        <p:sp>
          <p:nvSpPr>
            <p:cNvPr id="16" name="tx14"/>
            <p:cNvSpPr/>
            <p:nvPr/>
          </p:nvSpPr>
          <p:spPr>
            <a:xfrm>
              <a:off x="9034780" y="2495605"/>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17" name="rc15"/>
            <p:cNvSpPr/>
            <p:nvPr/>
          </p:nvSpPr>
          <p:spPr>
            <a:xfrm>
              <a:off x="317501" y="3630389"/>
              <a:ext cx="198000" cy="198000"/>
            </a:xfrm>
            <a:prstGeom prst="rect">
              <a:avLst/>
            </a:prstGeom>
            <a:solidFill>
              <a:srgbClr val="CA5651">
                <a:alpha val="100000"/>
              </a:srgbClr>
            </a:solidFill>
          </p:spPr>
          <p:txBody>
            <a:bodyPr/>
            <a:lstStyle/>
            <a:p/>
          </p:txBody>
        </p:sp>
        <p:sp>
          <p:nvSpPr>
            <p:cNvPr id="18" name="tx16"/>
            <p:cNvSpPr/>
            <p:nvPr/>
          </p:nvSpPr>
          <p:spPr>
            <a:xfrm>
              <a:off x="599438" y="3654280"/>
              <a:ext cx="2574528"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Totalmente en desacuerdo</a:t>
              </a:r>
            </a:p>
          </p:txBody>
        </p:sp>
        <p:sp>
          <p:nvSpPr>
            <p:cNvPr id="19" name="rc17"/>
            <p:cNvSpPr/>
            <p:nvPr/>
          </p:nvSpPr>
          <p:spPr>
            <a:xfrm>
              <a:off x="3438484" y="3630389"/>
              <a:ext cx="197999" cy="198000"/>
            </a:xfrm>
            <a:prstGeom prst="rect">
              <a:avLst/>
            </a:prstGeom>
            <a:solidFill>
              <a:srgbClr val="FFD965">
                <a:alpha val="100000"/>
              </a:srgbClr>
            </a:solidFill>
          </p:spPr>
          <p:txBody>
            <a:bodyPr/>
            <a:lstStyle/>
            <a:p/>
          </p:txBody>
        </p:sp>
        <p:sp>
          <p:nvSpPr>
            <p:cNvPr id="20" name="tx18"/>
            <p:cNvSpPr/>
            <p:nvPr/>
          </p:nvSpPr>
          <p:spPr>
            <a:xfrm>
              <a:off x="3720422" y="3654280"/>
              <a:ext cx="1456729"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En desacuerdo</a:t>
              </a:r>
            </a:p>
          </p:txBody>
        </p:sp>
        <p:sp>
          <p:nvSpPr>
            <p:cNvPr id="21" name="rc19"/>
            <p:cNvSpPr/>
            <p:nvPr/>
          </p:nvSpPr>
          <p:spPr>
            <a:xfrm>
              <a:off x="5397163" y="3630389"/>
              <a:ext cx="197999" cy="198000"/>
            </a:xfrm>
            <a:prstGeom prst="rect">
              <a:avLst/>
            </a:prstGeom>
            <a:solidFill>
              <a:srgbClr val="ADD493">
                <a:alpha val="100000"/>
              </a:srgbClr>
            </a:solidFill>
          </p:spPr>
          <p:txBody>
            <a:bodyPr/>
            <a:lstStyle/>
            <a:p/>
          </p:txBody>
        </p:sp>
        <p:sp>
          <p:nvSpPr>
            <p:cNvPr id="22" name="tx20"/>
            <p:cNvSpPr/>
            <p:nvPr/>
          </p:nvSpPr>
          <p:spPr>
            <a:xfrm>
              <a:off x="5679101" y="3654280"/>
              <a:ext cx="1106685"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acuerdo</a:t>
              </a:r>
            </a:p>
          </p:txBody>
        </p:sp>
        <p:sp>
          <p:nvSpPr>
            <p:cNvPr id="23" name="rc21"/>
            <p:cNvSpPr/>
            <p:nvPr/>
          </p:nvSpPr>
          <p:spPr>
            <a:xfrm>
              <a:off x="7038850" y="3630389"/>
              <a:ext cx="197999" cy="198000"/>
            </a:xfrm>
            <a:prstGeom prst="rect">
              <a:avLst/>
            </a:prstGeom>
            <a:solidFill>
              <a:srgbClr val="70AD47">
                <a:alpha val="100000"/>
              </a:srgbClr>
            </a:solidFill>
          </p:spPr>
          <p:txBody>
            <a:bodyPr/>
            <a:lstStyle/>
            <a:p/>
          </p:txBody>
        </p:sp>
        <p:sp>
          <p:nvSpPr>
            <p:cNvPr id="24" name="tx22"/>
            <p:cNvSpPr/>
            <p:nvPr/>
          </p:nvSpPr>
          <p:spPr>
            <a:xfrm>
              <a:off x="7320788" y="3654280"/>
              <a:ext cx="2224385"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Totalmente de acuerdo</a:t>
              </a:r>
            </a:p>
          </p:txBody>
        </p:sp>
        <p:sp>
          <p:nvSpPr>
            <p:cNvPr id="25" name="rc23"/>
            <p:cNvSpPr/>
            <p:nvPr/>
          </p:nvSpPr>
          <p:spPr>
            <a:xfrm>
              <a:off x="9842841" y="3630389"/>
              <a:ext cx="197999" cy="198000"/>
            </a:xfrm>
            <a:prstGeom prst="rect">
              <a:avLst/>
            </a:prstGeom>
            <a:solidFill>
              <a:srgbClr val="BFBFBF">
                <a:alpha val="100000"/>
              </a:srgbClr>
            </a:solidFill>
          </p:spPr>
          <p:txBody>
            <a:bodyPr/>
            <a:lstStyle/>
            <a:p/>
          </p:txBody>
        </p:sp>
        <p:sp>
          <p:nvSpPr>
            <p:cNvPr id="26" name="tx24"/>
            <p:cNvSpPr/>
            <p:nvPr/>
          </p:nvSpPr>
          <p:spPr>
            <a:xfrm>
              <a:off x="10124779" y="3651601"/>
              <a:ext cx="722510"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SIN INF</a:t>
              </a:r>
            </a:p>
          </p:txBody>
        </p:sp>
      </p:grpSp>
      <p:sp>
        <p:nvSpPr>
          <p:cNvPr id="27" name="prosecnur:slide_1_narrativo:base"/>
          <p:cNvSpPr>
            <a:spLocks noGrp="1"/>
          </p:cNvSpPr>
          <p:nvPr>            </p:nvPr>
        </p:nvSpPr>
        <p:spPr>
          <a:xfrm>
            <a:off x="457200" y="6437376"/>
            <a:ext cx="5852160" cy="228600"/>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626771"/>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GRÁFICO + TEXTO DERECHA (P_SLIDE_GRAFICO_TEXTO_DERECHA)</a:t>
            </a:r>
          </a:p>
        </p:txBody>
      </p:sp>
      <p:grpSp xmlns:pic="http://schemas.openxmlformats.org/drawingml/2006/picture">
        <p:nvGrpSpPr>
          <p:cNvPr id="3" name="Picture Placeholder 7"/>
          <p:cNvGrpSpPr/>
          <p:nvPr/>
        </p:nvGrpSpPr>
        <p:grpSpPr>
          <a:xfrm>
            <a:off x="317501" y="1103243"/>
            <a:ext cx="5584687" cy="5128593"/>
            <a:chOff x="317501" y="1103243"/>
            <a:chExt cx="5584687" cy="5128593"/>
          </a:xfrm>
        </p:grpSpPr>
        <p:sp>
          <p:nvSpPr>
            <p:cNvPr id="4" name="tx3"/>
            <p:cNvSpPr/>
            <p:nvPr/>
          </p:nvSpPr>
          <p:spPr>
            <a:xfrm>
              <a:off x="2861450" y="1272067"/>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5" name="rc4"/>
            <p:cNvSpPr/>
            <p:nvPr/>
          </p:nvSpPr>
          <p:spPr>
            <a:xfrm>
              <a:off x="2579299" y="1787527"/>
              <a:ext cx="3322888" cy="4203462"/>
            </a:xfrm>
            <a:prstGeom prst="rect">
              <a:avLst/>
            </a:prstGeom>
          </p:spPr>
          <p:txBody>
            <a:bodyPr/>
            <a:lstStyle/>
            <a:p/>
          </p:txBody>
        </p:sp>
        <p:sp>
          <p:nvSpPr>
            <p:cNvPr id="6" name="rc5"/>
            <p:cNvSpPr/>
            <p:nvPr/>
          </p:nvSpPr>
          <p:spPr>
            <a:xfrm>
              <a:off x="2579299" y="1787527"/>
              <a:ext cx="3322888" cy="4203462"/>
            </a:xfrm>
            <a:prstGeom prst="rect">
              <a:avLst/>
            </a:prstGeom>
          </p:spPr>
          <p:txBody>
            <a:bodyPr/>
            <a:lstStyle/>
            <a:p/>
          </p:txBody>
        </p:sp>
        <p:sp>
          <p:nvSpPr>
            <p:cNvPr id="7" name="rc6"/>
            <p:cNvSpPr/>
            <p:nvPr/>
          </p:nvSpPr>
          <p:spPr>
            <a:xfrm>
              <a:off x="2579299" y="1903752"/>
              <a:ext cx="425020" cy="581123"/>
            </a:xfrm>
            <a:prstGeom prst="rect">
              <a:avLst/>
            </a:prstGeom>
            <a:solidFill>
              <a:srgbClr val="081F5C">
                <a:alpha val="100000"/>
              </a:srgbClr>
            </a:solidFill>
          </p:spPr>
          <p:txBody>
            <a:bodyPr/>
            <a:lstStyle/>
            <a:p/>
          </p:txBody>
        </p:sp>
        <p:sp>
          <p:nvSpPr>
            <p:cNvPr id="8" name="rc7"/>
            <p:cNvSpPr/>
            <p:nvPr/>
          </p:nvSpPr>
          <p:spPr>
            <a:xfrm>
              <a:off x="2579299" y="2581730"/>
              <a:ext cx="367063" cy="581123"/>
            </a:xfrm>
            <a:prstGeom prst="rect">
              <a:avLst/>
            </a:prstGeom>
            <a:solidFill>
              <a:srgbClr val="081F5C">
                <a:alpha val="100000"/>
              </a:srgbClr>
            </a:solidFill>
          </p:spPr>
          <p:txBody>
            <a:bodyPr/>
            <a:lstStyle/>
            <a:p/>
          </p:txBody>
        </p:sp>
        <p:sp>
          <p:nvSpPr>
            <p:cNvPr id="9" name="rc8"/>
            <p:cNvSpPr/>
            <p:nvPr/>
          </p:nvSpPr>
          <p:spPr>
            <a:xfrm>
              <a:off x="2579299" y="3259708"/>
              <a:ext cx="656850" cy="581123"/>
            </a:xfrm>
            <a:prstGeom prst="rect">
              <a:avLst/>
            </a:prstGeom>
            <a:solidFill>
              <a:srgbClr val="081F5C">
                <a:alpha val="100000"/>
              </a:srgbClr>
            </a:solidFill>
          </p:spPr>
          <p:txBody>
            <a:bodyPr/>
            <a:lstStyle/>
            <a:p/>
          </p:txBody>
        </p:sp>
        <p:sp>
          <p:nvSpPr>
            <p:cNvPr id="10" name="rc9"/>
            <p:cNvSpPr/>
            <p:nvPr/>
          </p:nvSpPr>
          <p:spPr>
            <a:xfrm>
              <a:off x="2579299" y="3937686"/>
              <a:ext cx="618211" cy="581123"/>
            </a:xfrm>
            <a:prstGeom prst="rect">
              <a:avLst/>
            </a:prstGeom>
            <a:solidFill>
              <a:srgbClr val="081F5C">
                <a:alpha val="100000"/>
              </a:srgbClr>
            </a:solidFill>
          </p:spPr>
          <p:txBody>
            <a:bodyPr/>
            <a:lstStyle/>
            <a:p/>
          </p:txBody>
        </p:sp>
        <p:sp>
          <p:nvSpPr>
            <p:cNvPr id="11" name="rc10"/>
            <p:cNvSpPr/>
            <p:nvPr/>
          </p:nvSpPr>
          <p:spPr>
            <a:xfrm>
              <a:off x="2579299" y="4615663"/>
              <a:ext cx="695488" cy="581123"/>
            </a:xfrm>
            <a:prstGeom prst="rect">
              <a:avLst/>
            </a:prstGeom>
            <a:solidFill>
              <a:srgbClr val="081F5C">
                <a:alpha val="100000"/>
              </a:srgbClr>
            </a:solidFill>
          </p:spPr>
          <p:txBody>
            <a:bodyPr/>
            <a:lstStyle/>
            <a:p/>
          </p:txBody>
        </p:sp>
        <p:sp>
          <p:nvSpPr>
            <p:cNvPr id="12" name="rc11"/>
            <p:cNvSpPr/>
            <p:nvPr/>
          </p:nvSpPr>
          <p:spPr>
            <a:xfrm>
              <a:off x="2579299" y="5293641"/>
              <a:ext cx="560254" cy="581123"/>
            </a:xfrm>
            <a:prstGeom prst="rect">
              <a:avLst/>
            </a:prstGeom>
            <a:solidFill>
              <a:srgbClr val="081F5C">
                <a:alpha val="100000"/>
              </a:srgbClr>
            </a:solidFill>
          </p:spPr>
          <p:txBody>
            <a:bodyPr/>
            <a:lstStyle/>
            <a:p/>
          </p:txBody>
        </p:sp>
        <p:sp>
          <p:nvSpPr>
            <p:cNvPr id="13" name="tx12"/>
            <p:cNvSpPr/>
            <p:nvPr/>
          </p:nvSpPr>
          <p:spPr>
            <a:xfrm>
              <a:off x="3054163" y="211358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14" name="tx13"/>
            <p:cNvSpPr/>
            <p:nvPr/>
          </p:nvSpPr>
          <p:spPr>
            <a:xfrm>
              <a:off x="2996205" y="279156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15" name="tx14"/>
            <p:cNvSpPr/>
            <p:nvPr/>
          </p:nvSpPr>
          <p:spPr>
            <a:xfrm>
              <a:off x="2705220" y="346954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16" name="tx15"/>
            <p:cNvSpPr/>
            <p:nvPr/>
          </p:nvSpPr>
          <p:spPr>
            <a:xfrm>
              <a:off x="2685900" y="414752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17" name="tx16"/>
            <p:cNvSpPr/>
            <p:nvPr/>
          </p:nvSpPr>
          <p:spPr>
            <a:xfrm>
              <a:off x="2724539" y="482550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18" name="tx17"/>
            <p:cNvSpPr/>
            <p:nvPr/>
          </p:nvSpPr>
          <p:spPr>
            <a:xfrm>
              <a:off x="2656922" y="550347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19" name="tx18"/>
            <p:cNvSpPr/>
            <p:nvPr/>
          </p:nvSpPr>
          <p:spPr>
            <a:xfrm>
              <a:off x="1120532" y="5563112"/>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20" name="tx19"/>
            <p:cNvSpPr/>
            <p:nvPr/>
          </p:nvSpPr>
          <p:spPr>
            <a:xfrm>
              <a:off x="1109419" y="4865016"/>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21" name="tx20"/>
            <p:cNvSpPr/>
            <p:nvPr/>
          </p:nvSpPr>
          <p:spPr>
            <a:xfrm>
              <a:off x="1165676" y="4161859"/>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22" name="tx21"/>
            <p:cNvSpPr/>
            <p:nvPr/>
          </p:nvSpPr>
          <p:spPr>
            <a:xfrm>
              <a:off x="1052964" y="3423678"/>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23" name="tx22"/>
            <p:cNvSpPr/>
            <p:nvPr/>
          </p:nvSpPr>
          <p:spPr>
            <a:xfrm>
              <a:off x="1301209" y="2760605"/>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24" name="tx23"/>
            <p:cNvSpPr/>
            <p:nvPr/>
          </p:nvSpPr>
          <p:spPr>
            <a:xfrm>
              <a:off x="1200006" y="2048023"/>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grpSp>
      <p:sp>
        <p:nvSpPr>
          <p:cNvPr id="25" name="prosecnur:text_r:text"/>
          <p:cNvSpPr>
            <a:spLocks noGrp="1"/>
          </p:cNvSpPr>
          <p:nvPr>            </p:nvPr>
        </p:nvSpPr>
        <p:spPr>
          <a:xfrm>
            <a:off x="6173926" y="1103313"/>
            <a:ext cx="5584687" cy="5129212"/>
          </a:xfrm>
          <a:prstGeom prst="rect">
            <a:avLst/>
          </a:prstGeom>
        </p:spPr>
        <p:txBody>
          <a:bodyPr/>
          <a:lstStyle/>
          <a:p>
            <a:pPr algn="just"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Texto de ejemplo de la lámina: resume el hallazgo principal y orienta la lectura del gráfico.</a:t>
            </a:r>
          </a:p>
        </p:txBody>
      </p:sp>
      <p:sp>
        <p:nvSpPr>
          <p:cNvPr id="26" name="prosecnur:text_r:base"/>
          <p:cNvSpPr>
            <a:spLocks noGrp="1"/>
          </p:cNvSpPr>
          <p:nvPr>            </p:nvPr>
        </p:nvSpPr>
        <p:spPr>
          <a:xfrm>
            <a:off x="457200" y="6437376"/>
            <a:ext cx="5852160" cy="228600"/>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27" name="prosecnur:text_r:footer"/>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626771"/>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GRÁFICO + TEXTO IZQUIERDA (P_SLIDE_GRAFICO_TEXTO_IZQUIERDA)</a:t>
            </a:r>
          </a:p>
        </p:txBody>
      </p:sp>
      <p:sp>
        <p:nvSpPr>
          <p:cNvPr id="3" name="prosecnur:text_l:text"/>
          <p:cNvSpPr>
            <a:spLocks noGrp="1"/>
          </p:cNvSpPr>
          <p:nvPr>            </p:nvPr>
        </p:nvSpPr>
        <p:spPr>
          <a:xfrm>
            <a:off x="317500" y="1088181"/>
            <a:ext cx="5584687" cy="5129212"/>
          </a:xfrm>
          <a:prstGeom prst="rect">
            <a:avLst/>
          </a:prstGeom>
        </p:spPr>
        <p:txBody>
          <a:bodyPr/>
          <a:lstStyle/>
          <a:p>
            <a:pPr algn="just"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Texto de ejemplo de la lámina: resume el hallazgo principal y orienta la lectura del gráfico.</a:t>
            </a:r>
          </a:p>
        </p:txBody>
      </p:sp>
      <p:grpSp xmlns:pic="http://schemas.openxmlformats.org/drawingml/2006/picture">
        <p:nvGrpSpPr>
          <p:cNvPr id="4" name="Picture Placeholder 7"/>
          <p:cNvGrpSpPr/>
          <p:nvPr/>
        </p:nvGrpSpPr>
        <p:grpSpPr>
          <a:xfrm>
            <a:off x="6173304" y="1088800"/>
            <a:ext cx="5584687" cy="5128593"/>
            <a:chOff x="6173304" y="1088800"/>
            <a:chExt cx="5584687" cy="5128593"/>
          </a:xfrm>
        </p:grpSpPr>
        <p:sp>
          <p:nvSpPr>
            <p:cNvPr id="5" name="tx3"/>
            <p:cNvSpPr/>
            <p:nvPr/>
          </p:nvSpPr>
          <p:spPr>
            <a:xfrm>
              <a:off x="8717253" y="1257624"/>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6" name="rc4"/>
            <p:cNvSpPr/>
            <p:nvPr/>
          </p:nvSpPr>
          <p:spPr>
            <a:xfrm>
              <a:off x="8435102" y="1773084"/>
              <a:ext cx="3322888" cy="4203462"/>
            </a:xfrm>
            <a:prstGeom prst="rect">
              <a:avLst/>
            </a:prstGeom>
          </p:spPr>
          <p:txBody>
            <a:bodyPr/>
            <a:lstStyle/>
            <a:p/>
          </p:txBody>
        </p:sp>
        <p:sp>
          <p:nvSpPr>
            <p:cNvPr id="7" name="rc5"/>
            <p:cNvSpPr/>
            <p:nvPr/>
          </p:nvSpPr>
          <p:spPr>
            <a:xfrm>
              <a:off x="8435102" y="1773084"/>
              <a:ext cx="3322888" cy="4203462"/>
            </a:xfrm>
            <a:prstGeom prst="rect">
              <a:avLst/>
            </a:prstGeom>
          </p:spPr>
          <p:txBody>
            <a:bodyPr/>
            <a:lstStyle/>
            <a:p/>
          </p:txBody>
        </p:sp>
        <p:sp>
          <p:nvSpPr>
            <p:cNvPr id="8" name="rc6"/>
            <p:cNvSpPr/>
            <p:nvPr/>
          </p:nvSpPr>
          <p:spPr>
            <a:xfrm>
              <a:off x="8435102" y="1889309"/>
              <a:ext cx="425020" cy="581123"/>
            </a:xfrm>
            <a:prstGeom prst="rect">
              <a:avLst/>
            </a:prstGeom>
            <a:solidFill>
              <a:srgbClr val="081F5C">
                <a:alpha val="100000"/>
              </a:srgbClr>
            </a:solidFill>
          </p:spPr>
          <p:txBody>
            <a:bodyPr/>
            <a:lstStyle/>
            <a:p/>
          </p:txBody>
        </p:sp>
        <p:sp>
          <p:nvSpPr>
            <p:cNvPr id="9" name="rc7"/>
            <p:cNvSpPr/>
            <p:nvPr/>
          </p:nvSpPr>
          <p:spPr>
            <a:xfrm>
              <a:off x="8435102" y="2567287"/>
              <a:ext cx="367063" cy="581123"/>
            </a:xfrm>
            <a:prstGeom prst="rect">
              <a:avLst/>
            </a:prstGeom>
            <a:solidFill>
              <a:srgbClr val="081F5C">
                <a:alpha val="100000"/>
              </a:srgbClr>
            </a:solidFill>
          </p:spPr>
          <p:txBody>
            <a:bodyPr/>
            <a:lstStyle/>
            <a:p/>
          </p:txBody>
        </p:sp>
        <p:sp>
          <p:nvSpPr>
            <p:cNvPr id="10" name="rc8"/>
            <p:cNvSpPr/>
            <p:nvPr/>
          </p:nvSpPr>
          <p:spPr>
            <a:xfrm>
              <a:off x="8435102" y="3245265"/>
              <a:ext cx="656850" cy="581123"/>
            </a:xfrm>
            <a:prstGeom prst="rect">
              <a:avLst/>
            </a:prstGeom>
            <a:solidFill>
              <a:srgbClr val="081F5C">
                <a:alpha val="100000"/>
              </a:srgbClr>
            </a:solidFill>
          </p:spPr>
          <p:txBody>
            <a:bodyPr/>
            <a:lstStyle/>
            <a:p/>
          </p:txBody>
        </p:sp>
        <p:sp>
          <p:nvSpPr>
            <p:cNvPr id="11" name="rc9"/>
            <p:cNvSpPr/>
            <p:nvPr/>
          </p:nvSpPr>
          <p:spPr>
            <a:xfrm>
              <a:off x="8435102" y="3923243"/>
              <a:ext cx="618211" cy="581123"/>
            </a:xfrm>
            <a:prstGeom prst="rect">
              <a:avLst/>
            </a:prstGeom>
            <a:solidFill>
              <a:srgbClr val="081F5C">
                <a:alpha val="100000"/>
              </a:srgbClr>
            </a:solidFill>
          </p:spPr>
          <p:txBody>
            <a:bodyPr/>
            <a:lstStyle/>
            <a:p/>
          </p:txBody>
        </p:sp>
        <p:sp>
          <p:nvSpPr>
            <p:cNvPr id="12" name="rc10"/>
            <p:cNvSpPr/>
            <p:nvPr/>
          </p:nvSpPr>
          <p:spPr>
            <a:xfrm>
              <a:off x="8435102" y="4601220"/>
              <a:ext cx="695488" cy="581123"/>
            </a:xfrm>
            <a:prstGeom prst="rect">
              <a:avLst/>
            </a:prstGeom>
            <a:solidFill>
              <a:srgbClr val="081F5C">
                <a:alpha val="100000"/>
              </a:srgbClr>
            </a:solidFill>
          </p:spPr>
          <p:txBody>
            <a:bodyPr/>
            <a:lstStyle/>
            <a:p/>
          </p:txBody>
        </p:sp>
        <p:sp>
          <p:nvSpPr>
            <p:cNvPr id="13" name="rc11"/>
            <p:cNvSpPr/>
            <p:nvPr/>
          </p:nvSpPr>
          <p:spPr>
            <a:xfrm>
              <a:off x="8435102" y="5279198"/>
              <a:ext cx="560254" cy="581123"/>
            </a:xfrm>
            <a:prstGeom prst="rect">
              <a:avLst/>
            </a:prstGeom>
            <a:solidFill>
              <a:srgbClr val="081F5C">
                <a:alpha val="100000"/>
              </a:srgbClr>
            </a:solidFill>
          </p:spPr>
          <p:txBody>
            <a:bodyPr/>
            <a:lstStyle/>
            <a:p/>
          </p:txBody>
        </p:sp>
        <p:sp>
          <p:nvSpPr>
            <p:cNvPr id="14" name="tx12"/>
            <p:cNvSpPr/>
            <p:nvPr/>
          </p:nvSpPr>
          <p:spPr>
            <a:xfrm>
              <a:off x="8909966" y="209914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15" name="tx13"/>
            <p:cNvSpPr/>
            <p:nvPr/>
          </p:nvSpPr>
          <p:spPr>
            <a:xfrm>
              <a:off x="8852008" y="277712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16" name="tx14"/>
            <p:cNvSpPr/>
            <p:nvPr/>
          </p:nvSpPr>
          <p:spPr>
            <a:xfrm>
              <a:off x="8561023" y="345510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17" name="tx15"/>
            <p:cNvSpPr/>
            <p:nvPr/>
          </p:nvSpPr>
          <p:spPr>
            <a:xfrm>
              <a:off x="8541703" y="413307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18" name="tx16"/>
            <p:cNvSpPr/>
            <p:nvPr/>
          </p:nvSpPr>
          <p:spPr>
            <a:xfrm>
              <a:off x="8580342" y="481105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19" name="tx17"/>
            <p:cNvSpPr/>
            <p:nvPr/>
          </p:nvSpPr>
          <p:spPr>
            <a:xfrm>
              <a:off x="8512725" y="548903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20" name="tx18"/>
            <p:cNvSpPr/>
            <p:nvPr/>
          </p:nvSpPr>
          <p:spPr>
            <a:xfrm>
              <a:off x="6976335" y="5548669"/>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21" name="tx19"/>
            <p:cNvSpPr/>
            <p:nvPr/>
          </p:nvSpPr>
          <p:spPr>
            <a:xfrm>
              <a:off x="6965222" y="4850573"/>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22" name="tx20"/>
            <p:cNvSpPr/>
            <p:nvPr/>
          </p:nvSpPr>
          <p:spPr>
            <a:xfrm>
              <a:off x="7021479" y="4147416"/>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23" name="tx21"/>
            <p:cNvSpPr/>
            <p:nvPr/>
          </p:nvSpPr>
          <p:spPr>
            <a:xfrm>
              <a:off x="6908767" y="3409235"/>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24" name="tx22"/>
            <p:cNvSpPr/>
            <p:nvPr/>
          </p:nvSpPr>
          <p:spPr>
            <a:xfrm>
              <a:off x="7157012" y="2746162"/>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25" name="tx23"/>
            <p:cNvSpPr/>
            <p:nvPr/>
          </p:nvSpPr>
          <p:spPr>
            <a:xfrm>
              <a:off x="7055809" y="2033580"/>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grpSp>
      <p:sp>
        <p:nvSpPr>
          <p:cNvPr id="26" name="prosecnur:text_l:base"/>
          <p:cNvSpPr>
            <a:spLocks noGrp="1"/>
          </p:cNvSpPr>
          <p:nvPr>            </p:nvPr>
        </p:nvSpPr>
        <p:spPr>
          <a:xfrm>
            <a:off x="457200" y="6437376"/>
            <a:ext cx="5852160" cy="228600"/>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27" name="prosecnur:text_l:footer"/>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626771"/>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2 GRÁFICOS (P_SLIDE_2_GRAFICOS)</a:t>
            </a:r>
          </a:p>
        </p:txBody>
      </p:sp>
      <p:grpSp xmlns:pic="http://schemas.openxmlformats.org/drawingml/2006/picture">
        <p:nvGrpSpPr>
          <p:cNvPr id="3" name="Picture Placeholder 7"/>
          <p:cNvGrpSpPr/>
          <p:nvPr/>
        </p:nvGrpSpPr>
        <p:grpSpPr>
          <a:xfrm>
            <a:off x="317501" y="1103243"/>
            <a:ext cx="5584687" cy="5128593"/>
            <a:chOff x="317501" y="1103243"/>
            <a:chExt cx="5584687" cy="5128593"/>
          </a:xfrm>
        </p:grpSpPr>
        <p:sp>
          <p:nvSpPr>
            <p:cNvPr id="4" name="tx3"/>
            <p:cNvSpPr/>
            <p:nvPr/>
          </p:nvSpPr>
          <p:spPr>
            <a:xfrm>
              <a:off x="2754145" y="1553254"/>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5" name="rc4"/>
            <p:cNvSpPr/>
            <p:nvPr/>
          </p:nvSpPr>
          <p:spPr>
            <a:xfrm>
              <a:off x="2579299" y="2568066"/>
              <a:ext cx="3322888" cy="3148200"/>
            </a:xfrm>
            <a:prstGeom prst="rect">
              <a:avLst/>
            </a:prstGeom>
          </p:spPr>
          <p:txBody>
            <a:bodyPr/>
            <a:lstStyle/>
            <a:p/>
          </p:txBody>
        </p:sp>
        <p:sp>
          <p:nvSpPr>
            <p:cNvPr id="6" name="rc5"/>
            <p:cNvSpPr/>
            <p:nvPr/>
          </p:nvSpPr>
          <p:spPr>
            <a:xfrm>
              <a:off x="2579299" y="2568066"/>
              <a:ext cx="3322888" cy="3148200"/>
            </a:xfrm>
            <a:prstGeom prst="rect">
              <a:avLst/>
            </a:prstGeom>
          </p:spPr>
          <p:txBody>
            <a:bodyPr/>
            <a:lstStyle/>
            <a:p/>
          </p:txBody>
        </p:sp>
        <p:sp>
          <p:nvSpPr>
            <p:cNvPr id="7" name="rc6"/>
            <p:cNvSpPr/>
            <p:nvPr/>
          </p:nvSpPr>
          <p:spPr>
            <a:xfrm>
              <a:off x="2579299" y="2983056"/>
              <a:ext cx="1719401" cy="887220"/>
            </a:xfrm>
            <a:prstGeom prst="rect">
              <a:avLst/>
            </a:prstGeom>
            <a:solidFill>
              <a:srgbClr val="081F5C">
                <a:alpha val="100000"/>
              </a:srgbClr>
            </a:solidFill>
          </p:spPr>
          <p:txBody>
            <a:bodyPr/>
            <a:lstStyle/>
            <a:p/>
          </p:txBody>
        </p:sp>
        <p:sp>
          <p:nvSpPr>
            <p:cNvPr id="8" name="rc7"/>
            <p:cNvSpPr/>
            <p:nvPr/>
          </p:nvSpPr>
          <p:spPr>
            <a:xfrm>
              <a:off x="2579299" y="4414056"/>
              <a:ext cx="1603487" cy="887220"/>
            </a:xfrm>
            <a:prstGeom prst="rect">
              <a:avLst/>
            </a:prstGeom>
            <a:solidFill>
              <a:srgbClr val="081F5C">
                <a:alpha val="100000"/>
              </a:srgbClr>
            </a:solidFill>
          </p:spPr>
          <p:txBody>
            <a:bodyPr/>
            <a:lstStyle/>
            <a:p/>
          </p:txBody>
        </p:sp>
        <p:sp>
          <p:nvSpPr>
            <p:cNvPr id="9" name="tx8"/>
            <p:cNvSpPr/>
            <p:nvPr/>
          </p:nvSpPr>
          <p:spPr>
            <a:xfrm>
              <a:off x="3236495" y="334594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0" name="tx9"/>
            <p:cNvSpPr/>
            <p:nvPr/>
          </p:nvSpPr>
          <p:spPr>
            <a:xfrm>
              <a:off x="3178538" y="477694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1" name="tx10"/>
            <p:cNvSpPr/>
            <p:nvPr/>
          </p:nvSpPr>
          <p:spPr>
            <a:xfrm>
              <a:off x="1414418" y="4854108"/>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2" name="tx11"/>
            <p:cNvSpPr/>
            <p:nvPr/>
          </p:nvSpPr>
          <p:spPr>
            <a:xfrm>
              <a:off x="1380485" y="3280007"/>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grpSp>
      <p:grpSp xmlns:pic="http://schemas.openxmlformats.org/drawingml/2006/picture">
        <p:nvGrpSpPr>
          <p:cNvPr id="13" name="Picture Placeholder 7"/>
          <p:cNvGrpSpPr/>
          <p:nvPr/>
        </p:nvGrpSpPr>
        <p:grpSpPr>
          <a:xfrm>
            <a:off x="6390860" y="1073427"/>
            <a:ext cx="5584687" cy="5128593"/>
            <a:chOff x="6390860" y="1073427"/>
            <a:chExt cx="5584687" cy="5128593"/>
          </a:xfrm>
        </p:grpSpPr>
        <p:sp>
          <p:nvSpPr>
            <p:cNvPr id="14" name="tx3"/>
            <p:cNvSpPr/>
            <p:nvPr/>
          </p:nvSpPr>
          <p:spPr>
            <a:xfrm>
              <a:off x="8934809" y="1242251"/>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15" name="rc4"/>
            <p:cNvSpPr/>
            <p:nvPr/>
          </p:nvSpPr>
          <p:spPr>
            <a:xfrm>
              <a:off x="8652658" y="1757711"/>
              <a:ext cx="3322888" cy="4203462"/>
            </a:xfrm>
            <a:prstGeom prst="rect">
              <a:avLst/>
            </a:prstGeom>
          </p:spPr>
          <p:txBody>
            <a:bodyPr/>
            <a:lstStyle/>
            <a:p/>
          </p:txBody>
        </p:sp>
        <p:sp>
          <p:nvSpPr>
            <p:cNvPr id="16" name="rc5"/>
            <p:cNvSpPr/>
            <p:nvPr/>
          </p:nvSpPr>
          <p:spPr>
            <a:xfrm>
              <a:off x="8652658" y="1757711"/>
              <a:ext cx="3322888" cy="4203462"/>
            </a:xfrm>
            <a:prstGeom prst="rect">
              <a:avLst/>
            </a:prstGeom>
          </p:spPr>
          <p:txBody>
            <a:bodyPr/>
            <a:lstStyle/>
            <a:p/>
          </p:txBody>
        </p:sp>
        <p:sp>
          <p:nvSpPr>
            <p:cNvPr id="17" name="rc6"/>
            <p:cNvSpPr/>
            <p:nvPr/>
          </p:nvSpPr>
          <p:spPr>
            <a:xfrm>
              <a:off x="8652658" y="1873936"/>
              <a:ext cx="425020" cy="581123"/>
            </a:xfrm>
            <a:prstGeom prst="rect">
              <a:avLst/>
            </a:prstGeom>
            <a:solidFill>
              <a:srgbClr val="081F5C">
                <a:alpha val="100000"/>
              </a:srgbClr>
            </a:solidFill>
          </p:spPr>
          <p:txBody>
            <a:bodyPr/>
            <a:lstStyle/>
            <a:p/>
          </p:txBody>
        </p:sp>
        <p:sp>
          <p:nvSpPr>
            <p:cNvPr id="18" name="rc7"/>
            <p:cNvSpPr/>
            <p:nvPr/>
          </p:nvSpPr>
          <p:spPr>
            <a:xfrm>
              <a:off x="8652658" y="2551914"/>
              <a:ext cx="367063" cy="581123"/>
            </a:xfrm>
            <a:prstGeom prst="rect">
              <a:avLst/>
            </a:prstGeom>
            <a:solidFill>
              <a:srgbClr val="081F5C">
                <a:alpha val="100000"/>
              </a:srgbClr>
            </a:solidFill>
          </p:spPr>
          <p:txBody>
            <a:bodyPr/>
            <a:lstStyle/>
            <a:p/>
          </p:txBody>
        </p:sp>
        <p:sp>
          <p:nvSpPr>
            <p:cNvPr id="19" name="rc8"/>
            <p:cNvSpPr/>
            <p:nvPr/>
          </p:nvSpPr>
          <p:spPr>
            <a:xfrm>
              <a:off x="8652658" y="3229892"/>
              <a:ext cx="656850" cy="581123"/>
            </a:xfrm>
            <a:prstGeom prst="rect">
              <a:avLst/>
            </a:prstGeom>
            <a:solidFill>
              <a:srgbClr val="081F5C">
                <a:alpha val="100000"/>
              </a:srgbClr>
            </a:solidFill>
          </p:spPr>
          <p:txBody>
            <a:bodyPr/>
            <a:lstStyle/>
            <a:p/>
          </p:txBody>
        </p:sp>
        <p:sp>
          <p:nvSpPr>
            <p:cNvPr id="20" name="rc9"/>
            <p:cNvSpPr/>
            <p:nvPr/>
          </p:nvSpPr>
          <p:spPr>
            <a:xfrm>
              <a:off x="8652658" y="3907870"/>
              <a:ext cx="618211" cy="581123"/>
            </a:xfrm>
            <a:prstGeom prst="rect">
              <a:avLst/>
            </a:prstGeom>
            <a:solidFill>
              <a:srgbClr val="081F5C">
                <a:alpha val="100000"/>
              </a:srgbClr>
            </a:solidFill>
          </p:spPr>
          <p:txBody>
            <a:bodyPr/>
            <a:lstStyle/>
            <a:p/>
          </p:txBody>
        </p:sp>
        <p:sp>
          <p:nvSpPr>
            <p:cNvPr id="21" name="rc10"/>
            <p:cNvSpPr/>
            <p:nvPr/>
          </p:nvSpPr>
          <p:spPr>
            <a:xfrm>
              <a:off x="8652658" y="4585847"/>
              <a:ext cx="695488" cy="581123"/>
            </a:xfrm>
            <a:prstGeom prst="rect">
              <a:avLst/>
            </a:prstGeom>
            <a:solidFill>
              <a:srgbClr val="081F5C">
                <a:alpha val="100000"/>
              </a:srgbClr>
            </a:solidFill>
          </p:spPr>
          <p:txBody>
            <a:bodyPr/>
            <a:lstStyle/>
            <a:p/>
          </p:txBody>
        </p:sp>
        <p:sp>
          <p:nvSpPr>
            <p:cNvPr id="22" name="rc11"/>
            <p:cNvSpPr/>
            <p:nvPr/>
          </p:nvSpPr>
          <p:spPr>
            <a:xfrm>
              <a:off x="8652658" y="5263825"/>
              <a:ext cx="560254" cy="581123"/>
            </a:xfrm>
            <a:prstGeom prst="rect">
              <a:avLst/>
            </a:prstGeom>
            <a:solidFill>
              <a:srgbClr val="081F5C">
                <a:alpha val="100000"/>
              </a:srgbClr>
            </a:solidFill>
          </p:spPr>
          <p:txBody>
            <a:bodyPr/>
            <a:lstStyle/>
            <a:p/>
          </p:txBody>
        </p:sp>
        <p:sp>
          <p:nvSpPr>
            <p:cNvPr id="23" name="tx12"/>
            <p:cNvSpPr/>
            <p:nvPr/>
          </p:nvSpPr>
          <p:spPr>
            <a:xfrm>
              <a:off x="9127522" y="208377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24" name="tx13"/>
            <p:cNvSpPr/>
            <p:nvPr/>
          </p:nvSpPr>
          <p:spPr>
            <a:xfrm>
              <a:off x="9069564" y="276175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25" name="tx14"/>
            <p:cNvSpPr/>
            <p:nvPr/>
          </p:nvSpPr>
          <p:spPr>
            <a:xfrm>
              <a:off x="8778579" y="343972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6" name="tx15"/>
            <p:cNvSpPr/>
            <p:nvPr/>
          </p:nvSpPr>
          <p:spPr>
            <a:xfrm>
              <a:off x="8759259" y="411770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7" name="tx16"/>
            <p:cNvSpPr/>
            <p:nvPr/>
          </p:nvSpPr>
          <p:spPr>
            <a:xfrm>
              <a:off x="8797898" y="479568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28" name="tx17"/>
            <p:cNvSpPr/>
            <p:nvPr/>
          </p:nvSpPr>
          <p:spPr>
            <a:xfrm>
              <a:off x="8730281" y="547366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29" name="tx18"/>
            <p:cNvSpPr/>
            <p:nvPr/>
          </p:nvSpPr>
          <p:spPr>
            <a:xfrm>
              <a:off x="7193891" y="5533296"/>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30" name="tx19"/>
            <p:cNvSpPr/>
            <p:nvPr/>
          </p:nvSpPr>
          <p:spPr>
            <a:xfrm>
              <a:off x="7182778" y="4835200"/>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31" name="tx20"/>
            <p:cNvSpPr/>
            <p:nvPr/>
          </p:nvSpPr>
          <p:spPr>
            <a:xfrm>
              <a:off x="7239035" y="4132043"/>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32" name="tx21"/>
            <p:cNvSpPr/>
            <p:nvPr/>
          </p:nvSpPr>
          <p:spPr>
            <a:xfrm>
              <a:off x="7126323" y="3393862"/>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33" name="tx22"/>
            <p:cNvSpPr/>
            <p:nvPr/>
          </p:nvSpPr>
          <p:spPr>
            <a:xfrm>
              <a:off x="7374568" y="2730789"/>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34" name="tx23"/>
            <p:cNvSpPr/>
            <p:nvPr/>
          </p:nvSpPr>
          <p:spPr>
            <a:xfrm>
              <a:off x="7273365" y="2018207"/>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grpSp>
      <p:sp>
        <p:nvSpPr>
          <p:cNvPr id="35" name="prosecnur:slide_2:base"/>
          <p:cNvSpPr>
            <a:spLocks noGrp="1"/>
          </p:cNvSpPr>
          <p:nvPr>            </p:nvPr>
        </p:nvSpPr>
        <p:spPr>
          <a:xfrm>
            <a:off x="457200" y="6437376"/>
            <a:ext cx="5852160" cy="228600"/>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36" name="prosecnur:slide_2:right_tex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626771"/>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2 GRÁFICOS NARRATIVO (P_SLIDE_2_GRAFICOS_NARRATIVO)</a:t>
            </a:r>
          </a:p>
        </p:txBody>
      </p:sp>
      <p:sp>
        <p:nvSpPr>
          <p:cNvPr id="3" name="prosecnur:slide_2_narrativo:text"/>
          <p:cNvSpPr>
            <a:spLocks noGrp="1"/>
          </p:cNvSpPr>
          <p:nvPr>            </p:nvPr>
        </p:nvSpPr>
        <p:spPr>
          <a:xfrm>
            <a:off x="502920" y="1005840"/>
            <a:ext cx="11064240" cy="347472"/>
          </a:xfrm>
          <a:prstGeom prst="rect">
            <a:avLst/>
          </a:prstGeom>
        </p:spPr>
        <p:txBody>
          <a:bodyPr/>
          <a:lstStyle/>
          <a:p>
            <a:pPr algn="just"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Texto de ejemplo de la lámina: resume el hallazgo principal y orienta la lectura del gráfico.</a:t>
            </a:r>
          </a:p>
        </p:txBody>
      </p:sp>
      <p:grpSp xmlns:pic="http://schemas.openxmlformats.org/drawingml/2006/picture">
        <p:nvGrpSpPr>
          <p:cNvPr id="4" name="prosecnur:slide_2_narrativo:left"/>
          <p:cNvGrpSpPr/>
          <p:nvPr/>
        </p:nvGrpSpPr>
        <p:grpSpPr>
          <a:xfrm rot="-0">
            <a:off x="502920" y="1444752"/>
            <a:ext cx="5440680" cy="4700016"/>
            <a:chOff x="502920" y="1444752"/>
            <a:chExt cx="5440680" cy="4700016"/>
          </a:xfrm>
        </p:grpSpPr>
        <p:sp>
          <p:nvSpPr>
            <p:cNvPr id="5" name="tx3"/>
            <p:cNvSpPr/>
            <p:nvPr/>
          </p:nvSpPr>
          <p:spPr>
            <a:xfrm>
              <a:off x="2867560" y="1850666"/>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6" name="rc4"/>
            <p:cNvSpPr/>
            <p:nvPr/>
          </p:nvSpPr>
          <p:spPr>
            <a:xfrm>
              <a:off x="2706395" y="2787165"/>
              <a:ext cx="3237204" cy="2885117"/>
            </a:xfrm>
            <a:prstGeom prst="rect">
              <a:avLst/>
            </a:prstGeom>
          </p:spPr>
          <p:txBody>
            <a:bodyPr/>
            <a:lstStyle/>
            <a:p/>
          </p:txBody>
        </p:sp>
        <p:sp>
          <p:nvSpPr>
            <p:cNvPr id="7" name="rc5"/>
            <p:cNvSpPr/>
            <p:nvPr/>
          </p:nvSpPr>
          <p:spPr>
            <a:xfrm>
              <a:off x="2706395" y="2787165"/>
              <a:ext cx="3237204" cy="2885117"/>
            </a:xfrm>
            <a:prstGeom prst="rect">
              <a:avLst/>
            </a:prstGeom>
          </p:spPr>
          <p:txBody>
            <a:bodyPr/>
            <a:lstStyle/>
            <a:p/>
          </p:txBody>
        </p:sp>
        <p:sp>
          <p:nvSpPr>
            <p:cNvPr id="8" name="rc6"/>
            <p:cNvSpPr/>
            <p:nvPr/>
          </p:nvSpPr>
          <p:spPr>
            <a:xfrm>
              <a:off x="2706395" y="3167476"/>
              <a:ext cx="1675065" cy="813078"/>
            </a:xfrm>
            <a:prstGeom prst="rect">
              <a:avLst/>
            </a:prstGeom>
            <a:solidFill>
              <a:srgbClr val="081F5C">
                <a:alpha val="100000"/>
              </a:srgbClr>
            </a:solidFill>
          </p:spPr>
          <p:txBody>
            <a:bodyPr/>
            <a:lstStyle/>
            <a:p/>
          </p:txBody>
        </p:sp>
        <p:sp>
          <p:nvSpPr>
            <p:cNvPr id="9" name="rc7"/>
            <p:cNvSpPr/>
            <p:nvPr/>
          </p:nvSpPr>
          <p:spPr>
            <a:xfrm>
              <a:off x="2706395" y="4478893"/>
              <a:ext cx="1562139" cy="813078"/>
            </a:xfrm>
            <a:prstGeom prst="rect">
              <a:avLst/>
            </a:prstGeom>
            <a:solidFill>
              <a:srgbClr val="081F5C">
                <a:alpha val="100000"/>
              </a:srgbClr>
            </a:solidFill>
          </p:spPr>
          <p:txBody>
            <a:bodyPr/>
            <a:lstStyle/>
            <a:p/>
          </p:txBody>
        </p:sp>
        <p:sp>
          <p:nvSpPr>
            <p:cNvPr id="10" name="tx8"/>
            <p:cNvSpPr/>
            <p:nvPr/>
          </p:nvSpPr>
          <p:spPr>
            <a:xfrm>
              <a:off x="3341423" y="349329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1" name="tx9"/>
            <p:cNvSpPr/>
            <p:nvPr/>
          </p:nvSpPr>
          <p:spPr>
            <a:xfrm>
              <a:off x="3284960" y="480470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2" name="tx10"/>
            <p:cNvSpPr/>
            <p:nvPr/>
          </p:nvSpPr>
          <p:spPr>
            <a:xfrm>
              <a:off x="1546806" y="4875894"/>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3" name="tx11"/>
            <p:cNvSpPr/>
            <p:nvPr/>
          </p:nvSpPr>
          <p:spPr>
            <a:xfrm>
              <a:off x="1512873" y="3433336"/>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grpSp>
      <p:grpSp xmlns:pic="http://schemas.openxmlformats.org/drawingml/2006/picture">
        <p:nvGrpSpPr>
          <p:cNvPr id="14" name="prosecnur:slide_2_narrativo:right"/>
          <p:cNvGrpSpPr/>
          <p:nvPr/>
        </p:nvGrpSpPr>
        <p:grpSpPr>
          <a:xfrm rot="-0">
            <a:off x="6446520" y="1444752"/>
            <a:ext cx="5440680" cy="4700016"/>
            <a:chOff x="6446520" y="1444752"/>
            <a:chExt cx="5440680" cy="4700016"/>
          </a:xfrm>
        </p:grpSpPr>
        <p:sp>
          <p:nvSpPr>
            <p:cNvPr id="15" name="tx3"/>
            <p:cNvSpPr/>
            <p:nvPr/>
          </p:nvSpPr>
          <p:spPr>
            <a:xfrm>
              <a:off x="8918465" y="1592976"/>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16" name="rc4"/>
            <p:cNvSpPr/>
            <p:nvPr/>
          </p:nvSpPr>
          <p:spPr>
            <a:xfrm>
              <a:off x="8649995" y="2071853"/>
              <a:ext cx="3237204" cy="3852195"/>
            </a:xfrm>
            <a:prstGeom prst="rect">
              <a:avLst/>
            </a:prstGeom>
          </p:spPr>
          <p:txBody>
            <a:bodyPr/>
            <a:lstStyle/>
            <a:p/>
          </p:txBody>
        </p:sp>
        <p:sp>
          <p:nvSpPr>
            <p:cNvPr id="17" name="rc5"/>
            <p:cNvSpPr/>
            <p:nvPr/>
          </p:nvSpPr>
          <p:spPr>
            <a:xfrm>
              <a:off x="8649995" y="2071853"/>
              <a:ext cx="3237204" cy="3852195"/>
            </a:xfrm>
            <a:prstGeom prst="rect">
              <a:avLst/>
            </a:prstGeom>
          </p:spPr>
          <p:txBody>
            <a:bodyPr/>
            <a:lstStyle/>
            <a:p/>
          </p:txBody>
        </p:sp>
        <p:sp>
          <p:nvSpPr>
            <p:cNvPr id="18" name="rc6"/>
            <p:cNvSpPr/>
            <p:nvPr/>
          </p:nvSpPr>
          <p:spPr>
            <a:xfrm>
              <a:off x="8649995" y="2178365"/>
              <a:ext cx="414061" cy="532561"/>
            </a:xfrm>
            <a:prstGeom prst="rect">
              <a:avLst/>
            </a:prstGeom>
            <a:solidFill>
              <a:srgbClr val="081F5C">
                <a:alpha val="100000"/>
              </a:srgbClr>
            </a:solidFill>
          </p:spPr>
          <p:txBody>
            <a:bodyPr/>
            <a:lstStyle/>
            <a:p/>
          </p:txBody>
        </p:sp>
        <p:sp>
          <p:nvSpPr>
            <p:cNvPr id="19" name="rc7"/>
            <p:cNvSpPr/>
            <p:nvPr/>
          </p:nvSpPr>
          <p:spPr>
            <a:xfrm>
              <a:off x="8649995" y="2799687"/>
              <a:ext cx="357598" cy="532561"/>
            </a:xfrm>
            <a:prstGeom prst="rect">
              <a:avLst/>
            </a:prstGeom>
            <a:solidFill>
              <a:srgbClr val="081F5C">
                <a:alpha val="100000"/>
              </a:srgbClr>
            </a:solidFill>
          </p:spPr>
          <p:txBody>
            <a:bodyPr/>
            <a:lstStyle/>
            <a:p/>
          </p:txBody>
        </p:sp>
        <p:sp>
          <p:nvSpPr>
            <p:cNvPr id="20" name="rc8"/>
            <p:cNvSpPr/>
            <p:nvPr/>
          </p:nvSpPr>
          <p:spPr>
            <a:xfrm>
              <a:off x="8649995" y="3421009"/>
              <a:ext cx="639912" cy="532561"/>
            </a:xfrm>
            <a:prstGeom prst="rect">
              <a:avLst/>
            </a:prstGeom>
            <a:solidFill>
              <a:srgbClr val="081F5C">
                <a:alpha val="100000"/>
              </a:srgbClr>
            </a:solidFill>
          </p:spPr>
          <p:txBody>
            <a:bodyPr/>
            <a:lstStyle/>
            <a:p/>
          </p:txBody>
        </p:sp>
        <p:sp>
          <p:nvSpPr>
            <p:cNvPr id="21" name="rc9"/>
            <p:cNvSpPr/>
            <p:nvPr/>
          </p:nvSpPr>
          <p:spPr>
            <a:xfrm>
              <a:off x="8649995" y="4042331"/>
              <a:ext cx="602270" cy="532561"/>
            </a:xfrm>
            <a:prstGeom prst="rect">
              <a:avLst/>
            </a:prstGeom>
            <a:solidFill>
              <a:srgbClr val="081F5C">
                <a:alpha val="100000"/>
              </a:srgbClr>
            </a:solidFill>
          </p:spPr>
          <p:txBody>
            <a:bodyPr/>
            <a:lstStyle/>
            <a:p/>
          </p:txBody>
        </p:sp>
        <p:sp>
          <p:nvSpPr>
            <p:cNvPr id="22" name="rc10"/>
            <p:cNvSpPr/>
            <p:nvPr/>
          </p:nvSpPr>
          <p:spPr>
            <a:xfrm>
              <a:off x="8649995" y="4663653"/>
              <a:ext cx="677554" cy="532561"/>
            </a:xfrm>
            <a:prstGeom prst="rect">
              <a:avLst/>
            </a:prstGeom>
            <a:solidFill>
              <a:srgbClr val="081F5C">
                <a:alpha val="100000"/>
              </a:srgbClr>
            </a:solidFill>
          </p:spPr>
          <p:txBody>
            <a:bodyPr/>
            <a:lstStyle/>
            <a:p/>
          </p:txBody>
        </p:sp>
        <p:sp>
          <p:nvSpPr>
            <p:cNvPr id="23" name="rc11"/>
            <p:cNvSpPr/>
            <p:nvPr/>
          </p:nvSpPr>
          <p:spPr>
            <a:xfrm>
              <a:off x="8649995" y="5284975"/>
              <a:ext cx="545807" cy="532561"/>
            </a:xfrm>
            <a:prstGeom prst="rect">
              <a:avLst/>
            </a:prstGeom>
            <a:solidFill>
              <a:srgbClr val="081F5C">
                <a:alpha val="100000"/>
              </a:srgbClr>
            </a:solidFill>
          </p:spPr>
          <p:txBody>
            <a:bodyPr/>
            <a:lstStyle/>
            <a:p/>
          </p:txBody>
        </p:sp>
        <p:sp>
          <p:nvSpPr>
            <p:cNvPr id="24" name="tx12"/>
            <p:cNvSpPr/>
            <p:nvPr/>
          </p:nvSpPr>
          <p:spPr>
            <a:xfrm>
              <a:off x="9112614" y="236392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25" name="tx13"/>
            <p:cNvSpPr/>
            <p:nvPr/>
          </p:nvSpPr>
          <p:spPr>
            <a:xfrm>
              <a:off x="9056151" y="298524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26" name="tx14"/>
            <p:cNvSpPr/>
            <p:nvPr/>
          </p:nvSpPr>
          <p:spPr>
            <a:xfrm>
              <a:off x="8767447" y="360656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7" name="tx15"/>
            <p:cNvSpPr/>
            <p:nvPr/>
          </p:nvSpPr>
          <p:spPr>
            <a:xfrm>
              <a:off x="8748626" y="422788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8" name="tx16"/>
            <p:cNvSpPr/>
            <p:nvPr/>
          </p:nvSpPr>
          <p:spPr>
            <a:xfrm>
              <a:off x="8786268" y="484920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29" name="tx17"/>
            <p:cNvSpPr/>
            <p:nvPr/>
          </p:nvSpPr>
          <p:spPr>
            <a:xfrm>
              <a:off x="8720395" y="547053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30" name="tx18"/>
            <p:cNvSpPr/>
            <p:nvPr/>
          </p:nvSpPr>
          <p:spPr>
            <a:xfrm>
              <a:off x="7196520" y="5525443"/>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31" name="tx19"/>
            <p:cNvSpPr/>
            <p:nvPr/>
          </p:nvSpPr>
          <p:spPr>
            <a:xfrm>
              <a:off x="7185408" y="4885891"/>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32" name="tx20"/>
            <p:cNvSpPr/>
            <p:nvPr/>
          </p:nvSpPr>
          <p:spPr>
            <a:xfrm>
              <a:off x="7241665" y="4241279"/>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33" name="tx21"/>
            <p:cNvSpPr/>
            <p:nvPr/>
          </p:nvSpPr>
          <p:spPr>
            <a:xfrm>
              <a:off x="7128952" y="3561642"/>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34" name="tx22"/>
            <p:cNvSpPr/>
            <p:nvPr/>
          </p:nvSpPr>
          <p:spPr>
            <a:xfrm>
              <a:off x="7377198" y="2957114"/>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35" name="tx23"/>
            <p:cNvSpPr/>
            <p:nvPr/>
          </p:nvSpPr>
          <p:spPr>
            <a:xfrm>
              <a:off x="7275994" y="2303076"/>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grpSp>
      <p:sp>
        <p:nvSpPr>
          <p:cNvPr id="36" name="prosecnur:slide_2_narrativo:base"/>
          <p:cNvSpPr>
            <a:spLocks noGrp="1"/>
          </p:cNvSpPr>
          <p:nvPr>            </p:nvPr>
        </p:nvSpPr>
        <p:spPr>
          <a:xfrm>
            <a:off x="457200" y="6437376"/>
            <a:ext cx="5852160" cy="228600"/>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37" name="prosecnur:slide_2_narrativo:footer"/>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626771"/>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2 GRÁFICOS + TEXTO IZQUIERDA (P_SLIDE_2_GRAFICOS_TEXTO_IZQUIERDA)</a:t>
            </a:r>
          </a:p>
        </p:txBody>
      </p:sp>
      <p:sp>
        <p:nvSpPr>
          <p:cNvPr id="3" name="prosecnur:text_l2:text"/>
          <p:cNvSpPr>
            <a:spLocks noGrp="1"/>
          </p:cNvSpPr>
          <p:nvPr>            </p:nvPr>
        </p:nvSpPr>
        <p:spPr>
          <a:xfrm>
            <a:off x="317500" y="1088181"/>
            <a:ext cx="5584687" cy="5129212"/>
          </a:xfrm>
          <a:prstGeom prst="rect">
            <a:avLst/>
          </a:prstGeom>
        </p:spPr>
        <p:txBody>
          <a:bodyPr/>
          <a:lstStyle/>
          <a:p>
            <a:pPr algn="just"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Texto de ejemplo de la lámina: resume el hallazgo principal y orienta la lectura del gráfico.</a:t>
            </a:r>
          </a:p>
        </p:txBody>
      </p:sp>
      <p:grpSp xmlns:pic="http://schemas.openxmlformats.org/drawingml/2006/picture">
        <p:nvGrpSpPr>
          <p:cNvPr id="4" name="Picture Placeholder 7"/>
          <p:cNvGrpSpPr/>
          <p:nvPr/>
        </p:nvGrpSpPr>
        <p:grpSpPr>
          <a:xfrm>
            <a:off x="6173304" y="1088800"/>
            <a:ext cx="5584687" cy="2458800"/>
            <a:chOff x="6173304" y="1088800"/>
            <a:chExt cx="5584687" cy="2458800"/>
          </a:xfrm>
        </p:grpSpPr>
        <p:sp>
          <p:nvSpPr>
            <p:cNvPr id="5" name="tx3"/>
            <p:cNvSpPr/>
            <p:nvPr/>
          </p:nvSpPr>
          <p:spPr>
            <a:xfrm>
              <a:off x="8609948" y="1264106"/>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6" name="rc4"/>
            <p:cNvSpPr/>
            <p:nvPr/>
          </p:nvSpPr>
          <p:spPr>
            <a:xfrm>
              <a:off x="8435102" y="1791079"/>
              <a:ext cx="3322888" cy="1509341"/>
            </a:xfrm>
            <a:prstGeom prst="rect">
              <a:avLst/>
            </a:prstGeom>
          </p:spPr>
          <p:txBody>
            <a:bodyPr/>
            <a:lstStyle/>
            <a:p/>
          </p:txBody>
        </p:sp>
        <p:sp>
          <p:nvSpPr>
            <p:cNvPr id="7" name="rc5"/>
            <p:cNvSpPr/>
            <p:nvPr/>
          </p:nvSpPr>
          <p:spPr>
            <a:xfrm>
              <a:off x="8435102" y="1791079"/>
              <a:ext cx="3322888" cy="1509341"/>
            </a:xfrm>
            <a:prstGeom prst="rect">
              <a:avLst/>
            </a:prstGeom>
          </p:spPr>
          <p:txBody>
            <a:bodyPr/>
            <a:lstStyle/>
            <a:p/>
          </p:txBody>
        </p:sp>
        <p:sp>
          <p:nvSpPr>
            <p:cNvPr id="8" name="rc6"/>
            <p:cNvSpPr/>
            <p:nvPr/>
          </p:nvSpPr>
          <p:spPr>
            <a:xfrm>
              <a:off x="8435102" y="1990038"/>
              <a:ext cx="1719401" cy="425359"/>
            </a:xfrm>
            <a:prstGeom prst="rect">
              <a:avLst/>
            </a:prstGeom>
            <a:solidFill>
              <a:srgbClr val="081F5C">
                <a:alpha val="100000"/>
              </a:srgbClr>
            </a:solidFill>
          </p:spPr>
          <p:txBody>
            <a:bodyPr/>
            <a:lstStyle/>
            <a:p/>
          </p:txBody>
        </p:sp>
        <p:sp>
          <p:nvSpPr>
            <p:cNvPr id="9" name="rc7"/>
            <p:cNvSpPr/>
            <p:nvPr/>
          </p:nvSpPr>
          <p:spPr>
            <a:xfrm>
              <a:off x="8435102" y="2676102"/>
              <a:ext cx="1603487" cy="425359"/>
            </a:xfrm>
            <a:prstGeom prst="rect">
              <a:avLst/>
            </a:prstGeom>
            <a:solidFill>
              <a:srgbClr val="081F5C">
                <a:alpha val="100000"/>
              </a:srgbClr>
            </a:solidFill>
          </p:spPr>
          <p:txBody>
            <a:bodyPr/>
            <a:lstStyle/>
            <a:p/>
          </p:txBody>
        </p:sp>
        <p:sp>
          <p:nvSpPr>
            <p:cNvPr id="10" name="tx8"/>
            <p:cNvSpPr/>
            <p:nvPr/>
          </p:nvSpPr>
          <p:spPr>
            <a:xfrm>
              <a:off x="9092298" y="212199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1" name="tx9"/>
            <p:cNvSpPr/>
            <p:nvPr/>
          </p:nvSpPr>
          <p:spPr>
            <a:xfrm>
              <a:off x="9034341" y="280805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2" name="tx10"/>
            <p:cNvSpPr/>
            <p:nvPr/>
          </p:nvSpPr>
          <p:spPr>
            <a:xfrm>
              <a:off x="7270221" y="2847976"/>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3" name="tx11"/>
            <p:cNvSpPr/>
            <p:nvPr/>
          </p:nvSpPr>
          <p:spPr>
            <a:xfrm>
              <a:off x="7236288" y="2093306"/>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grpSp>
      <p:grpSp xmlns:pic="http://schemas.openxmlformats.org/drawingml/2006/picture">
        <p:nvGrpSpPr>
          <p:cNvPr id="14" name="Picture Placeholder 7"/>
          <p:cNvGrpSpPr/>
          <p:nvPr/>
        </p:nvGrpSpPr>
        <p:grpSpPr>
          <a:xfrm>
            <a:off x="6173303" y="3758593"/>
            <a:ext cx="5584687" cy="2458800"/>
            <a:chOff x="6173303" y="3758593"/>
            <a:chExt cx="5584687" cy="2458800"/>
          </a:xfrm>
        </p:grpSpPr>
        <p:sp>
          <p:nvSpPr>
            <p:cNvPr id="15" name="tx3"/>
            <p:cNvSpPr/>
            <p:nvPr/>
          </p:nvSpPr>
          <p:spPr>
            <a:xfrm>
              <a:off x="8237430" y="3785712"/>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16" name="rc4"/>
            <p:cNvSpPr/>
            <p:nvPr/>
          </p:nvSpPr>
          <p:spPr>
            <a:xfrm>
              <a:off x="8435101" y="4154459"/>
              <a:ext cx="3322888" cy="1923601"/>
            </a:xfrm>
            <a:prstGeom prst="rect">
              <a:avLst/>
            </a:prstGeom>
          </p:spPr>
          <p:txBody>
            <a:bodyPr/>
            <a:lstStyle/>
            <a:p/>
          </p:txBody>
        </p:sp>
        <p:sp>
          <p:nvSpPr>
            <p:cNvPr id="17" name="rc5"/>
            <p:cNvSpPr/>
            <p:nvPr/>
          </p:nvSpPr>
          <p:spPr>
            <a:xfrm>
              <a:off x="8435101" y="4154459"/>
              <a:ext cx="3322888" cy="1923601"/>
            </a:xfrm>
            <a:prstGeom prst="rect">
              <a:avLst/>
            </a:prstGeom>
          </p:spPr>
          <p:txBody>
            <a:bodyPr/>
            <a:lstStyle/>
            <a:p/>
          </p:txBody>
        </p:sp>
        <p:sp>
          <p:nvSpPr>
            <p:cNvPr id="18" name="rc6"/>
            <p:cNvSpPr/>
            <p:nvPr/>
          </p:nvSpPr>
          <p:spPr>
            <a:xfrm>
              <a:off x="8435101" y="4298402"/>
              <a:ext cx="1429614" cy="261714"/>
            </a:xfrm>
            <a:prstGeom prst="rect">
              <a:avLst/>
            </a:prstGeom>
            <a:solidFill>
              <a:srgbClr val="081F5C">
                <a:alpha val="100000"/>
              </a:srgbClr>
            </a:solidFill>
          </p:spPr>
          <p:txBody>
            <a:bodyPr/>
            <a:lstStyle/>
            <a:p/>
          </p:txBody>
        </p:sp>
        <p:sp>
          <p:nvSpPr>
            <p:cNvPr id="19" name="rc7"/>
            <p:cNvSpPr/>
            <p:nvPr/>
          </p:nvSpPr>
          <p:spPr>
            <a:xfrm>
              <a:off x="8435101" y="4756403"/>
              <a:ext cx="1545529" cy="261714"/>
            </a:xfrm>
            <a:prstGeom prst="rect">
              <a:avLst/>
            </a:prstGeom>
            <a:solidFill>
              <a:srgbClr val="081F5C">
                <a:alpha val="100000"/>
              </a:srgbClr>
            </a:solidFill>
          </p:spPr>
          <p:txBody>
            <a:bodyPr/>
            <a:lstStyle/>
            <a:p/>
          </p:txBody>
        </p:sp>
        <p:sp>
          <p:nvSpPr>
            <p:cNvPr id="20" name="rc8"/>
            <p:cNvSpPr/>
            <p:nvPr/>
          </p:nvSpPr>
          <p:spPr>
            <a:xfrm>
              <a:off x="8435101" y="5214403"/>
              <a:ext cx="270467" cy="261714"/>
            </a:xfrm>
            <a:prstGeom prst="rect">
              <a:avLst/>
            </a:prstGeom>
            <a:solidFill>
              <a:srgbClr val="081F5C">
                <a:alpha val="100000"/>
              </a:srgbClr>
            </a:solidFill>
          </p:spPr>
          <p:txBody>
            <a:bodyPr/>
            <a:lstStyle/>
            <a:p/>
          </p:txBody>
        </p:sp>
        <p:sp>
          <p:nvSpPr>
            <p:cNvPr id="21" name="rc9"/>
            <p:cNvSpPr/>
            <p:nvPr/>
          </p:nvSpPr>
          <p:spPr>
            <a:xfrm>
              <a:off x="8435101" y="5672403"/>
              <a:ext cx="77276" cy="261714"/>
            </a:xfrm>
            <a:prstGeom prst="rect">
              <a:avLst/>
            </a:prstGeom>
            <a:solidFill>
              <a:srgbClr val="081F5C">
                <a:alpha val="100000"/>
              </a:srgbClr>
            </a:solidFill>
          </p:spPr>
          <p:txBody>
            <a:bodyPr/>
            <a:lstStyle/>
            <a:p/>
          </p:txBody>
        </p:sp>
        <p:sp>
          <p:nvSpPr>
            <p:cNvPr id="22" name="tx10"/>
            <p:cNvSpPr/>
            <p:nvPr/>
          </p:nvSpPr>
          <p:spPr>
            <a:xfrm>
              <a:off x="8947404" y="434853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23" name="tx11"/>
            <p:cNvSpPr/>
            <p:nvPr/>
          </p:nvSpPr>
          <p:spPr>
            <a:xfrm>
              <a:off x="9005361" y="480653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24" name="tx12"/>
            <p:cNvSpPr/>
            <p:nvPr/>
          </p:nvSpPr>
          <p:spPr>
            <a:xfrm>
              <a:off x="8755412" y="5264535"/>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25" name="tx13"/>
            <p:cNvSpPr/>
            <p:nvPr/>
          </p:nvSpPr>
          <p:spPr>
            <a:xfrm>
              <a:off x="8562221" y="5722535"/>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26" name="tx14"/>
            <p:cNvSpPr/>
            <p:nvPr/>
          </p:nvSpPr>
          <p:spPr>
            <a:xfrm>
              <a:off x="6524293" y="5759922"/>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27" name="tx15"/>
            <p:cNvSpPr/>
            <p:nvPr/>
          </p:nvSpPr>
          <p:spPr>
            <a:xfrm>
              <a:off x="6704971" y="5280907"/>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28" name="tx16"/>
            <p:cNvSpPr/>
            <p:nvPr/>
          </p:nvSpPr>
          <p:spPr>
            <a:xfrm>
              <a:off x="6704971" y="4800007"/>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29" name="tx17"/>
            <p:cNvSpPr/>
            <p:nvPr/>
          </p:nvSpPr>
          <p:spPr>
            <a:xfrm>
              <a:off x="6704971" y="4319007"/>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grpSp>
      <p:sp>
        <p:nvSpPr>
          <p:cNvPr id="30" name="prosecnur:text_l2:base"/>
          <p:cNvSpPr>
            <a:spLocks noGrp="1"/>
          </p:cNvSpPr>
          <p:nvPr>            </p:nvPr>
        </p:nvSpPr>
        <p:spPr>
          <a:xfrm>
            <a:off x="457200" y="6437376"/>
            <a:ext cx="5852160" cy="228600"/>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31" name="prosecnur:text_l2:footer"/>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626771"/>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2 GRÁFICOS + TEXTO DERECHA (P_SLIDE_2_GRAFICOS_TEXTO_DERECHA)</a:t>
            </a:r>
          </a:p>
        </p:txBody>
      </p:sp>
      <p:grpSp xmlns:pic="http://schemas.openxmlformats.org/drawingml/2006/picture">
        <p:nvGrpSpPr>
          <p:cNvPr id="3" name="Picture Placeholder 7"/>
          <p:cNvGrpSpPr/>
          <p:nvPr/>
        </p:nvGrpSpPr>
        <p:grpSpPr>
          <a:xfrm>
            <a:off x="317501" y="1103243"/>
            <a:ext cx="5584687" cy="2455279"/>
            <a:chOff x="317501" y="1103243"/>
            <a:chExt cx="5584687" cy="2455279"/>
          </a:xfrm>
        </p:grpSpPr>
        <p:sp>
          <p:nvSpPr>
            <p:cNvPr id="4" name="tx3"/>
            <p:cNvSpPr/>
            <p:nvPr/>
          </p:nvSpPr>
          <p:spPr>
            <a:xfrm>
              <a:off x="2754145" y="1278187"/>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5" name="rc4"/>
            <p:cNvSpPr/>
            <p:nvPr/>
          </p:nvSpPr>
          <p:spPr>
            <a:xfrm>
              <a:off x="2579299" y="1804517"/>
              <a:ext cx="3322888" cy="1507179"/>
            </a:xfrm>
            <a:prstGeom prst="rect">
              <a:avLst/>
            </a:prstGeom>
          </p:spPr>
          <p:txBody>
            <a:bodyPr/>
            <a:lstStyle/>
            <a:p/>
          </p:txBody>
        </p:sp>
        <p:sp>
          <p:nvSpPr>
            <p:cNvPr id="6" name="rc5"/>
            <p:cNvSpPr/>
            <p:nvPr/>
          </p:nvSpPr>
          <p:spPr>
            <a:xfrm>
              <a:off x="2579299" y="1804517"/>
              <a:ext cx="3322888" cy="1507179"/>
            </a:xfrm>
            <a:prstGeom prst="rect">
              <a:avLst/>
            </a:prstGeom>
          </p:spPr>
          <p:txBody>
            <a:bodyPr/>
            <a:lstStyle/>
            <a:p/>
          </p:txBody>
        </p:sp>
        <p:sp>
          <p:nvSpPr>
            <p:cNvPr id="7" name="rc6"/>
            <p:cNvSpPr/>
            <p:nvPr/>
          </p:nvSpPr>
          <p:spPr>
            <a:xfrm>
              <a:off x="2579299" y="2003190"/>
              <a:ext cx="1719401" cy="424750"/>
            </a:xfrm>
            <a:prstGeom prst="rect">
              <a:avLst/>
            </a:prstGeom>
            <a:solidFill>
              <a:srgbClr val="081F5C">
                <a:alpha val="100000"/>
              </a:srgbClr>
            </a:solidFill>
          </p:spPr>
          <p:txBody>
            <a:bodyPr/>
            <a:lstStyle/>
            <a:p/>
          </p:txBody>
        </p:sp>
        <p:sp>
          <p:nvSpPr>
            <p:cNvPr id="8" name="rc7"/>
            <p:cNvSpPr/>
            <p:nvPr/>
          </p:nvSpPr>
          <p:spPr>
            <a:xfrm>
              <a:off x="2579299" y="2688272"/>
              <a:ext cx="1603487" cy="424750"/>
            </a:xfrm>
            <a:prstGeom prst="rect">
              <a:avLst/>
            </a:prstGeom>
            <a:solidFill>
              <a:srgbClr val="081F5C">
                <a:alpha val="100000"/>
              </a:srgbClr>
            </a:solidFill>
          </p:spPr>
          <p:txBody>
            <a:bodyPr/>
            <a:lstStyle/>
            <a:p/>
          </p:txBody>
        </p:sp>
        <p:sp>
          <p:nvSpPr>
            <p:cNvPr id="9" name="tx8"/>
            <p:cNvSpPr/>
            <p:nvPr/>
          </p:nvSpPr>
          <p:spPr>
            <a:xfrm>
              <a:off x="3236495" y="213484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0" name="tx9"/>
            <p:cNvSpPr/>
            <p:nvPr/>
          </p:nvSpPr>
          <p:spPr>
            <a:xfrm>
              <a:off x="3178538" y="281992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1" name="tx10"/>
            <p:cNvSpPr/>
            <p:nvPr/>
          </p:nvSpPr>
          <p:spPr>
            <a:xfrm>
              <a:off x="1414418" y="2859793"/>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2" name="tx11"/>
            <p:cNvSpPr/>
            <p:nvPr/>
          </p:nvSpPr>
          <p:spPr>
            <a:xfrm>
              <a:off x="1380485" y="2106203"/>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grpSp>
      <p:grpSp xmlns:pic="http://schemas.openxmlformats.org/drawingml/2006/picture">
        <p:nvGrpSpPr>
          <p:cNvPr id="13" name="Picture Placeholder 7"/>
          <p:cNvGrpSpPr/>
          <p:nvPr/>
        </p:nvGrpSpPr>
        <p:grpSpPr>
          <a:xfrm>
            <a:off x="317501" y="3747052"/>
            <a:ext cx="5584687" cy="2455279"/>
            <a:chOff x="317501" y="3747052"/>
            <a:chExt cx="5584687" cy="2455279"/>
          </a:xfrm>
        </p:grpSpPr>
        <p:sp>
          <p:nvSpPr>
            <p:cNvPr id="14" name="tx3"/>
            <p:cNvSpPr/>
            <p:nvPr/>
          </p:nvSpPr>
          <p:spPr>
            <a:xfrm>
              <a:off x="2381628" y="3773967"/>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15" name="rc4"/>
            <p:cNvSpPr/>
            <p:nvPr/>
          </p:nvSpPr>
          <p:spPr>
            <a:xfrm>
              <a:off x="2579299" y="4142351"/>
              <a:ext cx="3322888" cy="1920846"/>
            </a:xfrm>
            <a:prstGeom prst="rect">
              <a:avLst/>
            </a:prstGeom>
          </p:spPr>
          <p:txBody>
            <a:bodyPr/>
            <a:lstStyle/>
            <a:p/>
          </p:txBody>
        </p:sp>
        <p:sp>
          <p:nvSpPr>
            <p:cNvPr id="16" name="rc5"/>
            <p:cNvSpPr/>
            <p:nvPr/>
          </p:nvSpPr>
          <p:spPr>
            <a:xfrm>
              <a:off x="2579299" y="4142351"/>
              <a:ext cx="3322888" cy="1920846"/>
            </a:xfrm>
            <a:prstGeom prst="rect">
              <a:avLst/>
            </a:prstGeom>
          </p:spPr>
          <p:txBody>
            <a:bodyPr/>
            <a:lstStyle/>
            <a:p/>
          </p:txBody>
        </p:sp>
        <p:sp>
          <p:nvSpPr>
            <p:cNvPr id="17" name="rc6"/>
            <p:cNvSpPr/>
            <p:nvPr/>
          </p:nvSpPr>
          <p:spPr>
            <a:xfrm>
              <a:off x="2579299" y="4286088"/>
              <a:ext cx="1429614" cy="261339"/>
            </a:xfrm>
            <a:prstGeom prst="rect">
              <a:avLst/>
            </a:prstGeom>
            <a:solidFill>
              <a:srgbClr val="081F5C">
                <a:alpha val="100000"/>
              </a:srgbClr>
            </a:solidFill>
          </p:spPr>
          <p:txBody>
            <a:bodyPr/>
            <a:lstStyle/>
            <a:p/>
          </p:txBody>
        </p:sp>
        <p:sp>
          <p:nvSpPr>
            <p:cNvPr id="18" name="rc7"/>
            <p:cNvSpPr/>
            <p:nvPr/>
          </p:nvSpPr>
          <p:spPr>
            <a:xfrm>
              <a:off x="2579299" y="4743433"/>
              <a:ext cx="1545529" cy="261339"/>
            </a:xfrm>
            <a:prstGeom prst="rect">
              <a:avLst/>
            </a:prstGeom>
            <a:solidFill>
              <a:srgbClr val="081F5C">
                <a:alpha val="100000"/>
              </a:srgbClr>
            </a:solidFill>
          </p:spPr>
          <p:txBody>
            <a:bodyPr/>
            <a:lstStyle/>
            <a:p/>
          </p:txBody>
        </p:sp>
        <p:sp>
          <p:nvSpPr>
            <p:cNvPr id="19" name="rc8"/>
            <p:cNvSpPr/>
            <p:nvPr/>
          </p:nvSpPr>
          <p:spPr>
            <a:xfrm>
              <a:off x="2579299" y="5200777"/>
              <a:ext cx="270467" cy="261339"/>
            </a:xfrm>
            <a:prstGeom prst="rect">
              <a:avLst/>
            </a:prstGeom>
            <a:solidFill>
              <a:srgbClr val="081F5C">
                <a:alpha val="100000"/>
              </a:srgbClr>
            </a:solidFill>
          </p:spPr>
          <p:txBody>
            <a:bodyPr/>
            <a:lstStyle/>
            <a:p/>
          </p:txBody>
        </p:sp>
        <p:sp>
          <p:nvSpPr>
            <p:cNvPr id="20" name="rc9"/>
            <p:cNvSpPr/>
            <p:nvPr/>
          </p:nvSpPr>
          <p:spPr>
            <a:xfrm>
              <a:off x="2579299" y="5658122"/>
              <a:ext cx="77276" cy="261339"/>
            </a:xfrm>
            <a:prstGeom prst="rect">
              <a:avLst/>
            </a:prstGeom>
            <a:solidFill>
              <a:srgbClr val="081F5C">
                <a:alpha val="100000"/>
              </a:srgbClr>
            </a:solidFill>
          </p:spPr>
          <p:txBody>
            <a:bodyPr/>
            <a:lstStyle/>
            <a:p/>
          </p:txBody>
        </p:sp>
        <p:sp>
          <p:nvSpPr>
            <p:cNvPr id="21" name="tx10"/>
            <p:cNvSpPr/>
            <p:nvPr/>
          </p:nvSpPr>
          <p:spPr>
            <a:xfrm>
              <a:off x="3091602" y="433603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22" name="tx11"/>
            <p:cNvSpPr/>
            <p:nvPr/>
          </p:nvSpPr>
          <p:spPr>
            <a:xfrm>
              <a:off x="3149559" y="479337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23" name="tx12"/>
            <p:cNvSpPr/>
            <p:nvPr/>
          </p:nvSpPr>
          <p:spPr>
            <a:xfrm>
              <a:off x="2899610" y="5250722"/>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24" name="tx13"/>
            <p:cNvSpPr/>
            <p:nvPr/>
          </p:nvSpPr>
          <p:spPr>
            <a:xfrm>
              <a:off x="2706419" y="5708066"/>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25" name="tx14"/>
            <p:cNvSpPr/>
            <p:nvPr/>
          </p:nvSpPr>
          <p:spPr>
            <a:xfrm>
              <a:off x="668491" y="5745404"/>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26" name="tx15"/>
            <p:cNvSpPr/>
            <p:nvPr/>
          </p:nvSpPr>
          <p:spPr>
            <a:xfrm>
              <a:off x="849169" y="5267077"/>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27" name="tx16"/>
            <p:cNvSpPr/>
            <p:nvPr/>
          </p:nvSpPr>
          <p:spPr>
            <a:xfrm>
              <a:off x="849169" y="4786866"/>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28" name="tx17"/>
            <p:cNvSpPr/>
            <p:nvPr/>
          </p:nvSpPr>
          <p:spPr>
            <a:xfrm>
              <a:off x="849169" y="4306555"/>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grpSp>
      <p:sp>
        <p:nvSpPr>
          <p:cNvPr id="29" name="prosecnur:text_r2:text"/>
          <p:cNvSpPr>
            <a:spLocks noGrp="1"/>
          </p:cNvSpPr>
          <p:nvPr>            </p:nvPr>
        </p:nvSpPr>
        <p:spPr>
          <a:xfrm>
            <a:off x="6173926" y="1103313"/>
            <a:ext cx="5584687" cy="5129212"/>
          </a:xfrm>
          <a:prstGeom prst="rect">
            <a:avLst/>
          </a:prstGeom>
        </p:spPr>
        <p:txBody>
          <a:bodyPr/>
          <a:lstStyle/>
          <a:p>
            <a:pPr algn="just"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Texto de ejemplo de la lámina: resume el hallazgo principal y orienta la lectura del gráfico.</a:t>
            </a:r>
          </a:p>
        </p:txBody>
      </p:sp>
      <p:sp>
        <p:nvSpPr>
          <p:cNvPr id="30" name="prosecnur:text_r2:base"/>
          <p:cNvSpPr>
            <a:spLocks noGrp="1"/>
          </p:cNvSpPr>
          <p:nvPr>            </p:nvPr>
        </p:nvSpPr>
        <p:spPr>
          <a:xfrm>
            <a:off x="457200" y="6437376"/>
            <a:ext cx="5852160" cy="228600"/>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31" name="prosecnur:text_r2:footer"/>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626771"/>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4 GRÁFICOS (P_SLIDE_4_GRAFICOS)</a:t>
            </a:r>
          </a:p>
        </p:txBody>
      </p:sp>
      <p:grpSp xmlns:pic="http://schemas.openxmlformats.org/drawingml/2006/picture">
        <p:nvGrpSpPr>
          <p:cNvPr id="3" name="Picture Placeholder 7"/>
          <p:cNvGrpSpPr/>
          <p:nvPr/>
        </p:nvGrpSpPr>
        <p:grpSpPr>
          <a:xfrm>
            <a:off x="317501" y="1103243"/>
            <a:ext cx="5584687" cy="2415522"/>
            <a:chOff x="317501" y="1103243"/>
            <a:chExt cx="5584687" cy="2415522"/>
          </a:xfrm>
        </p:grpSpPr>
        <p:sp>
          <p:nvSpPr>
            <p:cNvPr id="4" name="tx3"/>
            <p:cNvSpPr/>
            <p:nvPr/>
          </p:nvSpPr>
          <p:spPr>
            <a:xfrm>
              <a:off x="2754145" y="1274096"/>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5" name="rc4"/>
            <p:cNvSpPr/>
            <p:nvPr/>
          </p:nvSpPr>
          <p:spPr>
            <a:xfrm>
              <a:off x="2579299" y="1793161"/>
              <a:ext cx="3322888" cy="1482774"/>
            </a:xfrm>
            <a:prstGeom prst="rect">
              <a:avLst/>
            </a:prstGeom>
          </p:spPr>
          <p:txBody>
            <a:bodyPr/>
            <a:lstStyle/>
            <a:p/>
          </p:txBody>
        </p:sp>
        <p:sp>
          <p:nvSpPr>
            <p:cNvPr id="6" name="rc5"/>
            <p:cNvSpPr/>
            <p:nvPr/>
          </p:nvSpPr>
          <p:spPr>
            <a:xfrm>
              <a:off x="2579299" y="1793161"/>
              <a:ext cx="3322888" cy="1482774"/>
            </a:xfrm>
            <a:prstGeom prst="rect">
              <a:avLst/>
            </a:prstGeom>
          </p:spPr>
          <p:txBody>
            <a:bodyPr/>
            <a:lstStyle/>
            <a:p/>
          </p:txBody>
        </p:sp>
        <p:sp>
          <p:nvSpPr>
            <p:cNvPr id="7" name="rc6"/>
            <p:cNvSpPr/>
            <p:nvPr/>
          </p:nvSpPr>
          <p:spPr>
            <a:xfrm>
              <a:off x="2579299" y="1988618"/>
              <a:ext cx="1719401" cy="417872"/>
            </a:xfrm>
            <a:prstGeom prst="rect">
              <a:avLst/>
            </a:prstGeom>
            <a:solidFill>
              <a:srgbClr val="081F5C">
                <a:alpha val="100000"/>
              </a:srgbClr>
            </a:solidFill>
          </p:spPr>
          <p:txBody>
            <a:bodyPr/>
            <a:lstStyle/>
            <a:p/>
          </p:txBody>
        </p:sp>
        <p:sp>
          <p:nvSpPr>
            <p:cNvPr id="8" name="rc7"/>
            <p:cNvSpPr/>
            <p:nvPr/>
          </p:nvSpPr>
          <p:spPr>
            <a:xfrm>
              <a:off x="2579299" y="2662606"/>
              <a:ext cx="1603487" cy="417872"/>
            </a:xfrm>
            <a:prstGeom prst="rect">
              <a:avLst/>
            </a:prstGeom>
            <a:solidFill>
              <a:srgbClr val="081F5C">
                <a:alpha val="100000"/>
              </a:srgbClr>
            </a:solidFill>
          </p:spPr>
          <p:txBody>
            <a:bodyPr/>
            <a:lstStyle/>
            <a:p/>
          </p:txBody>
        </p:sp>
        <p:sp>
          <p:nvSpPr>
            <p:cNvPr id="9" name="tx8"/>
            <p:cNvSpPr/>
            <p:nvPr/>
          </p:nvSpPr>
          <p:spPr>
            <a:xfrm>
              <a:off x="3236495" y="211682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0" name="tx9"/>
            <p:cNvSpPr/>
            <p:nvPr/>
          </p:nvSpPr>
          <p:spPr>
            <a:xfrm>
              <a:off x="3178538" y="279081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1" name="tx10"/>
            <p:cNvSpPr/>
            <p:nvPr/>
          </p:nvSpPr>
          <p:spPr>
            <a:xfrm>
              <a:off x="1414418" y="2830134"/>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2" name="tx11"/>
            <p:cNvSpPr/>
            <p:nvPr/>
          </p:nvSpPr>
          <p:spPr>
            <a:xfrm>
              <a:off x="1380485" y="2088746"/>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grpSp>
      <p:grpSp xmlns:pic="http://schemas.openxmlformats.org/drawingml/2006/picture">
        <p:nvGrpSpPr>
          <p:cNvPr id="13" name="Picture Placeholder 7"/>
          <p:cNvGrpSpPr/>
          <p:nvPr/>
        </p:nvGrpSpPr>
        <p:grpSpPr>
          <a:xfrm>
            <a:off x="6390860" y="1073427"/>
            <a:ext cx="5584687" cy="2415522"/>
            <a:chOff x="6390860" y="1073427"/>
            <a:chExt cx="5584687" cy="2415522"/>
          </a:xfrm>
        </p:grpSpPr>
        <p:sp>
          <p:nvSpPr>
            <p:cNvPr id="14" name="tx3"/>
            <p:cNvSpPr/>
            <p:nvPr/>
          </p:nvSpPr>
          <p:spPr>
            <a:xfrm>
              <a:off x="8934809" y="1111843"/>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15" name="rc4"/>
            <p:cNvSpPr/>
            <p:nvPr/>
          </p:nvSpPr>
          <p:spPr>
            <a:xfrm>
              <a:off x="8652658" y="1395719"/>
              <a:ext cx="3322888" cy="1979793"/>
            </a:xfrm>
            <a:prstGeom prst="rect">
              <a:avLst/>
            </a:prstGeom>
          </p:spPr>
          <p:txBody>
            <a:bodyPr/>
            <a:lstStyle/>
            <a:p/>
          </p:txBody>
        </p:sp>
        <p:sp>
          <p:nvSpPr>
            <p:cNvPr id="16" name="rc5"/>
            <p:cNvSpPr/>
            <p:nvPr/>
          </p:nvSpPr>
          <p:spPr>
            <a:xfrm>
              <a:off x="8652658" y="1395719"/>
              <a:ext cx="3322888" cy="1979793"/>
            </a:xfrm>
            <a:prstGeom prst="rect">
              <a:avLst/>
            </a:prstGeom>
          </p:spPr>
          <p:txBody>
            <a:bodyPr/>
            <a:lstStyle/>
            <a:p/>
          </p:txBody>
        </p:sp>
        <p:sp>
          <p:nvSpPr>
            <p:cNvPr id="17" name="rc6"/>
            <p:cNvSpPr/>
            <p:nvPr/>
          </p:nvSpPr>
          <p:spPr>
            <a:xfrm>
              <a:off x="8652658" y="1450459"/>
              <a:ext cx="425020" cy="273704"/>
            </a:xfrm>
            <a:prstGeom prst="rect">
              <a:avLst/>
            </a:prstGeom>
            <a:solidFill>
              <a:srgbClr val="081F5C">
                <a:alpha val="100000"/>
              </a:srgbClr>
            </a:solidFill>
          </p:spPr>
          <p:txBody>
            <a:bodyPr/>
            <a:lstStyle/>
            <a:p/>
          </p:txBody>
        </p:sp>
        <p:sp>
          <p:nvSpPr>
            <p:cNvPr id="18" name="rc7"/>
            <p:cNvSpPr/>
            <p:nvPr/>
          </p:nvSpPr>
          <p:spPr>
            <a:xfrm>
              <a:off x="8652658" y="1769781"/>
              <a:ext cx="367063" cy="273704"/>
            </a:xfrm>
            <a:prstGeom prst="rect">
              <a:avLst/>
            </a:prstGeom>
            <a:solidFill>
              <a:srgbClr val="081F5C">
                <a:alpha val="100000"/>
              </a:srgbClr>
            </a:solidFill>
          </p:spPr>
          <p:txBody>
            <a:bodyPr/>
            <a:lstStyle/>
            <a:p/>
          </p:txBody>
        </p:sp>
        <p:sp>
          <p:nvSpPr>
            <p:cNvPr id="19" name="rc8"/>
            <p:cNvSpPr/>
            <p:nvPr/>
          </p:nvSpPr>
          <p:spPr>
            <a:xfrm>
              <a:off x="8652658" y="2089103"/>
              <a:ext cx="656850" cy="273704"/>
            </a:xfrm>
            <a:prstGeom prst="rect">
              <a:avLst/>
            </a:prstGeom>
            <a:solidFill>
              <a:srgbClr val="081F5C">
                <a:alpha val="100000"/>
              </a:srgbClr>
            </a:solidFill>
          </p:spPr>
          <p:txBody>
            <a:bodyPr/>
            <a:lstStyle/>
            <a:p/>
          </p:txBody>
        </p:sp>
        <p:sp>
          <p:nvSpPr>
            <p:cNvPr id="20" name="rc9"/>
            <p:cNvSpPr/>
            <p:nvPr/>
          </p:nvSpPr>
          <p:spPr>
            <a:xfrm>
              <a:off x="8652658" y="2408424"/>
              <a:ext cx="618211" cy="273704"/>
            </a:xfrm>
            <a:prstGeom prst="rect">
              <a:avLst/>
            </a:prstGeom>
            <a:solidFill>
              <a:srgbClr val="081F5C">
                <a:alpha val="100000"/>
              </a:srgbClr>
            </a:solidFill>
          </p:spPr>
          <p:txBody>
            <a:bodyPr/>
            <a:lstStyle/>
            <a:p/>
          </p:txBody>
        </p:sp>
        <p:sp>
          <p:nvSpPr>
            <p:cNvPr id="21" name="rc10"/>
            <p:cNvSpPr/>
            <p:nvPr/>
          </p:nvSpPr>
          <p:spPr>
            <a:xfrm>
              <a:off x="8652658" y="2727746"/>
              <a:ext cx="695488" cy="273704"/>
            </a:xfrm>
            <a:prstGeom prst="rect">
              <a:avLst/>
            </a:prstGeom>
            <a:solidFill>
              <a:srgbClr val="081F5C">
                <a:alpha val="100000"/>
              </a:srgbClr>
            </a:solidFill>
          </p:spPr>
          <p:txBody>
            <a:bodyPr/>
            <a:lstStyle/>
            <a:p/>
          </p:txBody>
        </p:sp>
        <p:sp>
          <p:nvSpPr>
            <p:cNvPr id="22" name="rc11"/>
            <p:cNvSpPr/>
            <p:nvPr/>
          </p:nvSpPr>
          <p:spPr>
            <a:xfrm>
              <a:off x="8652658" y="3047067"/>
              <a:ext cx="560254" cy="273704"/>
            </a:xfrm>
            <a:prstGeom prst="rect">
              <a:avLst/>
            </a:prstGeom>
            <a:solidFill>
              <a:srgbClr val="081F5C">
                <a:alpha val="100000"/>
              </a:srgbClr>
            </a:solidFill>
          </p:spPr>
          <p:txBody>
            <a:bodyPr/>
            <a:lstStyle/>
            <a:p/>
          </p:txBody>
        </p:sp>
        <p:sp>
          <p:nvSpPr>
            <p:cNvPr id="23" name="tx12"/>
            <p:cNvSpPr/>
            <p:nvPr/>
          </p:nvSpPr>
          <p:spPr>
            <a:xfrm>
              <a:off x="9127522" y="150658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24" name="tx13"/>
            <p:cNvSpPr/>
            <p:nvPr/>
          </p:nvSpPr>
          <p:spPr>
            <a:xfrm>
              <a:off x="9069564" y="182590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25" name="tx14"/>
            <p:cNvSpPr/>
            <p:nvPr/>
          </p:nvSpPr>
          <p:spPr>
            <a:xfrm>
              <a:off x="8778579" y="214523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6" name="tx15"/>
            <p:cNvSpPr/>
            <p:nvPr/>
          </p:nvSpPr>
          <p:spPr>
            <a:xfrm>
              <a:off x="8759259" y="246455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7" name="tx16"/>
            <p:cNvSpPr/>
            <p:nvPr/>
          </p:nvSpPr>
          <p:spPr>
            <a:xfrm>
              <a:off x="8797898" y="278387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28" name="tx17"/>
            <p:cNvSpPr/>
            <p:nvPr/>
          </p:nvSpPr>
          <p:spPr>
            <a:xfrm>
              <a:off x="8730281" y="310319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29" name="tx18"/>
            <p:cNvSpPr/>
            <p:nvPr/>
          </p:nvSpPr>
          <p:spPr>
            <a:xfrm>
              <a:off x="7193891" y="3132940"/>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30" name="tx19"/>
            <p:cNvSpPr/>
            <p:nvPr/>
          </p:nvSpPr>
          <p:spPr>
            <a:xfrm>
              <a:off x="7182778" y="2805455"/>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31" name="tx20"/>
            <p:cNvSpPr/>
            <p:nvPr/>
          </p:nvSpPr>
          <p:spPr>
            <a:xfrm>
              <a:off x="7239035" y="2472910"/>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32" name="tx21"/>
            <p:cNvSpPr/>
            <p:nvPr/>
          </p:nvSpPr>
          <p:spPr>
            <a:xfrm>
              <a:off x="7126323" y="2105340"/>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33" name="tx22"/>
            <p:cNvSpPr/>
            <p:nvPr/>
          </p:nvSpPr>
          <p:spPr>
            <a:xfrm>
              <a:off x="7374568" y="1812879"/>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34" name="tx23"/>
            <p:cNvSpPr/>
            <p:nvPr/>
          </p:nvSpPr>
          <p:spPr>
            <a:xfrm>
              <a:off x="7273365" y="1470908"/>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grpSp>
      <p:grpSp xmlns:pic="http://schemas.openxmlformats.org/drawingml/2006/picture">
        <p:nvGrpSpPr>
          <p:cNvPr id="35" name="Picture Placeholder 7"/>
          <p:cNvGrpSpPr/>
          <p:nvPr/>
        </p:nvGrpSpPr>
        <p:grpSpPr>
          <a:xfrm>
            <a:off x="317501" y="3786810"/>
            <a:ext cx="5584687" cy="2415522"/>
            <a:chOff x="317501" y="3786810"/>
            <a:chExt cx="5584687" cy="2415522"/>
          </a:xfrm>
        </p:grpSpPr>
        <p:sp>
          <p:nvSpPr>
            <p:cNvPr id="36" name="tx3"/>
            <p:cNvSpPr/>
            <p:nvPr/>
          </p:nvSpPr>
          <p:spPr>
            <a:xfrm>
              <a:off x="2381628" y="3811419"/>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37" name="rc4"/>
            <p:cNvSpPr/>
            <p:nvPr/>
          </p:nvSpPr>
          <p:spPr>
            <a:xfrm>
              <a:off x="2579299" y="4175709"/>
              <a:ext cx="3322888" cy="1889743"/>
            </a:xfrm>
            <a:prstGeom prst="rect">
              <a:avLst/>
            </a:prstGeom>
          </p:spPr>
          <p:txBody>
            <a:bodyPr/>
            <a:lstStyle/>
            <a:p/>
          </p:txBody>
        </p:sp>
        <p:sp>
          <p:nvSpPr>
            <p:cNvPr id="38" name="rc5"/>
            <p:cNvSpPr/>
            <p:nvPr/>
          </p:nvSpPr>
          <p:spPr>
            <a:xfrm>
              <a:off x="2579299" y="4175709"/>
              <a:ext cx="3322888" cy="1889743"/>
            </a:xfrm>
            <a:prstGeom prst="rect">
              <a:avLst/>
            </a:prstGeom>
          </p:spPr>
          <p:txBody>
            <a:bodyPr/>
            <a:lstStyle/>
            <a:p/>
          </p:txBody>
        </p:sp>
        <p:sp>
          <p:nvSpPr>
            <p:cNvPr id="39" name="rc6"/>
            <p:cNvSpPr/>
            <p:nvPr/>
          </p:nvSpPr>
          <p:spPr>
            <a:xfrm>
              <a:off x="2579299" y="4317118"/>
              <a:ext cx="1429614" cy="257107"/>
            </a:xfrm>
            <a:prstGeom prst="rect">
              <a:avLst/>
            </a:prstGeom>
            <a:solidFill>
              <a:srgbClr val="081F5C">
                <a:alpha val="100000"/>
              </a:srgbClr>
            </a:solidFill>
          </p:spPr>
          <p:txBody>
            <a:bodyPr/>
            <a:lstStyle/>
            <a:p/>
          </p:txBody>
        </p:sp>
        <p:sp>
          <p:nvSpPr>
            <p:cNvPr id="40" name="rc7"/>
            <p:cNvSpPr/>
            <p:nvPr/>
          </p:nvSpPr>
          <p:spPr>
            <a:xfrm>
              <a:off x="2579299" y="4767057"/>
              <a:ext cx="1545529" cy="257107"/>
            </a:xfrm>
            <a:prstGeom prst="rect">
              <a:avLst/>
            </a:prstGeom>
            <a:solidFill>
              <a:srgbClr val="081F5C">
                <a:alpha val="100000"/>
              </a:srgbClr>
            </a:solidFill>
          </p:spPr>
          <p:txBody>
            <a:bodyPr/>
            <a:lstStyle/>
            <a:p/>
          </p:txBody>
        </p:sp>
        <p:sp>
          <p:nvSpPr>
            <p:cNvPr id="41" name="rc8"/>
            <p:cNvSpPr/>
            <p:nvPr/>
          </p:nvSpPr>
          <p:spPr>
            <a:xfrm>
              <a:off x="2579299" y="5216996"/>
              <a:ext cx="270467" cy="257107"/>
            </a:xfrm>
            <a:prstGeom prst="rect">
              <a:avLst/>
            </a:prstGeom>
            <a:solidFill>
              <a:srgbClr val="081F5C">
                <a:alpha val="100000"/>
              </a:srgbClr>
            </a:solidFill>
          </p:spPr>
          <p:txBody>
            <a:bodyPr/>
            <a:lstStyle/>
            <a:p/>
          </p:txBody>
        </p:sp>
        <p:sp>
          <p:nvSpPr>
            <p:cNvPr id="42" name="rc9"/>
            <p:cNvSpPr/>
            <p:nvPr/>
          </p:nvSpPr>
          <p:spPr>
            <a:xfrm>
              <a:off x="2579299" y="5666935"/>
              <a:ext cx="77276" cy="257107"/>
            </a:xfrm>
            <a:prstGeom prst="rect">
              <a:avLst/>
            </a:prstGeom>
            <a:solidFill>
              <a:srgbClr val="081F5C">
                <a:alpha val="100000"/>
              </a:srgbClr>
            </a:solidFill>
          </p:spPr>
          <p:txBody>
            <a:bodyPr/>
            <a:lstStyle/>
            <a:p/>
          </p:txBody>
        </p:sp>
        <p:sp>
          <p:nvSpPr>
            <p:cNvPr id="43" name="tx10"/>
            <p:cNvSpPr/>
            <p:nvPr/>
          </p:nvSpPr>
          <p:spPr>
            <a:xfrm>
              <a:off x="3091602" y="436494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44" name="tx11"/>
            <p:cNvSpPr/>
            <p:nvPr/>
          </p:nvSpPr>
          <p:spPr>
            <a:xfrm>
              <a:off x="3149559" y="481488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45" name="tx12"/>
            <p:cNvSpPr/>
            <p:nvPr/>
          </p:nvSpPr>
          <p:spPr>
            <a:xfrm>
              <a:off x="2899610" y="5264825"/>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46" name="tx13"/>
            <p:cNvSpPr/>
            <p:nvPr/>
          </p:nvSpPr>
          <p:spPr>
            <a:xfrm>
              <a:off x="2706419" y="5714764"/>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47" name="tx14"/>
            <p:cNvSpPr/>
            <p:nvPr/>
          </p:nvSpPr>
          <p:spPr>
            <a:xfrm>
              <a:off x="668491" y="5751546"/>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48" name="tx15"/>
            <p:cNvSpPr/>
            <p:nvPr/>
          </p:nvSpPr>
          <p:spPr>
            <a:xfrm>
              <a:off x="849169" y="5280995"/>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49" name="tx16"/>
            <p:cNvSpPr/>
            <p:nvPr/>
          </p:nvSpPr>
          <p:spPr>
            <a:xfrm>
              <a:off x="849169" y="4808559"/>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50" name="tx17"/>
            <p:cNvSpPr/>
            <p:nvPr/>
          </p:nvSpPr>
          <p:spPr>
            <a:xfrm>
              <a:off x="849169" y="4336024"/>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grpSp>
      <p:grpSp xmlns:pic="http://schemas.openxmlformats.org/drawingml/2006/picture">
        <p:nvGrpSpPr>
          <p:cNvPr id="51" name="Picture Placeholder 7"/>
          <p:cNvGrpSpPr/>
          <p:nvPr/>
        </p:nvGrpSpPr>
        <p:grpSpPr>
          <a:xfrm>
            <a:off x="6390860" y="3756994"/>
            <a:ext cx="5584687" cy="2415522"/>
            <a:chOff x="6390860" y="3756994"/>
            <a:chExt cx="5584687" cy="2415522"/>
          </a:xfrm>
        </p:grpSpPr>
        <p:sp>
          <p:nvSpPr>
            <p:cNvPr id="52" name="tx3"/>
            <p:cNvSpPr/>
            <p:nvPr/>
          </p:nvSpPr>
          <p:spPr>
            <a:xfrm>
              <a:off x="8268704" y="3927947"/>
              <a:ext cx="1828998"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Título universitario</a:t>
              </a:r>
            </a:p>
          </p:txBody>
        </p:sp>
        <p:sp>
          <p:nvSpPr>
            <p:cNvPr id="53" name="rc4"/>
            <p:cNvSpPr/>
            <p:nvPr/>
          </p:nvSpPr>
          <p:spPr>
            <a:xfrm>
              <a:off x="8652658" y="4446912"/>
              <a:ext cx="3322888" cy="1482774"/>
            </a:xfrm>
            <a:prstGeom prst="rect">
              <a:avLst/>
            </a:prstGeom>
          </p:spPr>
          <p:txBody>
            <a:bodyPr/>
            <a:lstStyle/>
            <a:p/>
          </p:txBody>
        </p:sp>
        <p:sp>
          <p:nvSpPr>
            <p:cNvPr id="54" name="rc5"/>
            <p:cNvSpPr/>
            <p:nvPr/>
          </p:nvSpPr>
          <p:spPr>
            <a:xfrm>
              <a:off x="8652658" y="4446912"/>
              <a:ext cx="3322888" cy="1482774"/>
            </a:xfrm>
            <a:prstGeom prst="rect">
              <a:avLst/>
            </a:prstGeom>
          </p:spPr>
          <p:txBody>
            <a:bodyPr/>
            <a:lstStyle/>
            <a:p/>
          </p:txBody>
        </p:sp>
        <p:sp>
          <p:nvSpPr>
            <p:cNvPr id="55" name="rc6"/>
            <p:cNvSpPr/>
            <p:nvPr/>
          </p:nvSpPr>
          <p:spPr>
            <a:xfrm>
              <a:off x="8652658" y="4642369"/>
              <a:ext cx="1045403" cy="417872"/>
            </a:xfrm>
            <a:prstGeom prst="rect">
              <a:avLst/>
            </a:prstGeom>
            <a:solidFill>
              <a:srgbClr val="081F5C">
                <a:alpha val="100000"/>
              </a:srgbClr>
            </a:solidFill>
          </p:spPr>
          <p:txBody>
            <a:bodyPr/>
            <a:lstStyle/>
            <a:p/>
          </p:txBody>
        </p:sp>
        <p:sp>
          <p:nvSpPr>
            <p:cNvPr id="56" name="rc7"/>
            <p:cNvSpPr/>
            <p:nvPr/>
          </p:nvSpPr>
          <p:spPr>
            <a:xfrm>
              <a:off x="8652658" y="5316357"/>
              <a:ext cx="2277485" cy="417872"/>
            </a:xfrm>
            <a:prstGeom prst="rect">
              <a:avLst/>
            </a:prstGeom>
            <a:solidFill>
              <a:srgbClr val="081F5C">
                <a:alpha val="100000"/>
              </a:srgbClr>
            </a:solidFill>
          </p:spPr>
          <p:txBody>
            <a:bodyPr/>
            <a:lstStyle/>
            <a:p/>
          </p:txBody>
        </p:sp>
        <p:sp>
          <p:nvSpPr>
            <p:cNvPr id="57" name="tx8"/>
            <p:cNvSpPr/>
            <p:nvPr/>
          </p:nvSpPr>
          <p:spPr>
            <a:xfrm>
              <a:off x="8972855" y="477058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31%</a:t>
              </a:r>
            </a:p>
          </p:txBody>
        </p:sp>
        <p:sp>
          <p:nvSpPr>
            <p:cNvPr id="58" name="tx9"/>
            <p:cNvSpPr/>
            <p:nvPr/>
          </p:nvSpPr>
          <p:spPr>
            <a:xfrm>
              <a:off x="9588896" y="544456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69%</a:t>
              </a:r>
            </a:p>
          </p:txBody>
        </p:sp>
        <p:sp>
          <p:nvSpPr>
            <p:cNvPr id="59" name="tx10"/>
            <p:cNvSpPr/>
            <p:nvPr/>
          </p:nvSpPr>
          <p:spPr>
            <a:xfrm>
              <a:off x="8176553" y="5483885"/>
              <a:ext cx="270867"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a:t>
              </a:r>
            </a:p>
          </p:txBody>
        </p:sp>
        <p:sp>
          <p:nvSpPr>
            <p:cNvPr id="60" name="tx11"/>
            <p:cNvSpPr/>
            <p:nvPr/>
          </p:nvSpPr>
          <p:spPr>
            <a:xfrm>
              <a:off x="8255432" y="4739818"/>
              <a:ext cx="191988"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Sí</a:t>
              </a:r>
            </a:p>
          </p:txBody>
        </p:sp>
      </p:grpSp>
      <p:sp>
        <p:nvSpPr>
          <p:cNvPr id="61" name="prosecnur:paneles_4:base"/>
          <p:cNvSpPr>
            <a:spLocks noGrp="1"/>
          </p:cNvSpPr>
          <p:nvPr>            </p:nvPr>
        </p:nvSpPr>
        <p:spPr>
          <a:xfrm>
            <a:off x="457200" y="6437376"/>
            <a:ext cx="5852160" cy="228600"/>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 y 178 egresados</a:t>
            </a:r>
          </a:p>
        </p:txBody>
      </p:sp>
      <p:sp>
        <p:nvSpPr>
          <p:cNvPr id="62" name="prosecnur:paneles_4:footer"/>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2 GRÁFICOS POBLACIÓN (P_SLIDE_2_GRAFICOS_POBLACION)</a:t>
            </a:r>
          </a:p>
        </p:txBody>
      </p:sp>
      <p:sp>
        <p:nvSpPr>
          <p:cNvPr id="3" name="prosecnur:poblacion_2:text"/>
          <p:cNvSpPr>
            <a:spLocks noGrp="1"/>
          </p:cNvSpPr>
          <p:nvPr>            </p:nvPr>
        </p:nvSpPr>
        <p:spPr>
          <a:xfrm>
            <a:off x="502920" y="1005840"/>
            <a:ext cx="11064240" cy="347472"/>
          </a:xfrm>
          <a:prstGeom prst="rect">
            <a:avLst/>
          </a:prstGeom>
        </p:spPr>
        <p:txBody>
          <a:bodyPr/>
          <a:lstStyle/>
          <a:p>
            <a:r>
              <a:rPr/>
              <a:t> </a:t>
            </a:r>
          </a:p>
        </p:txBody>
      </p:sp>
      <p:grpSp xmlns:pic="http://schemas.openxmlformats.org/drawingml/2006/picture">
        <p:nvGrpSpPr>
          <p:cNvPr id="4" name="prosecnur:poblacion_2:left"/>
          <p:cNvGrpSpPr/>
          <p:nvPr/>
        </p:nvGrpSpPr>
        <p:grpSpPr>
          <a:xfrm rot="-0">
            <a:off x="457200" y="1481328"/>
            <a:ext cx="4709160" cy="4617720"/>
            <a:chOff x="457200" y="1481328"/>
            <a:chExt cx="4709160" cy="4617720"/>
          </a:xfrm>
        </p:grpSpPr>
        <p:sp>
          <p:nvSpPr>
            <p:cNvPr id="5" name="tx3"/>
            <p:cNvSpPr/>
            <p:nvPr/>
          </p:nvSpPr>
          <p:spPr>
            <a:xfrm>
              <a:off x="2500543" y="1553729"/>
              <a:ext cx="622473" cy="131613"/>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Género</a:t>
              </a:r>
            </a:p>
          </p:txBody>
        </p:sp>
        <p:sp>
          <p:nvSpPr>
            <p:cNvPr id="6" name="rc4"/>
            <p:cNvSpPr/>
            <p:nvPr/>
          </p:nvSpPr>
          <p:spPr>
            <a:xfrm>
              <a:off x="872337" y="1850745"/>
              <a:ext cx="3878884" cy="3878884"/>
            </a:xfrm>
            <a:prstGeom prst="rect">
              <a:avLst/>
            </a:prstGeom>
          </p:spPr>
          <p:txBody>
            <a:bodyPr/>
            <a:lstStyle/>
            <a:p/>
          </p:txBody>
        </p:sp>
        <p:sp>
          <p:nvSpPr>
            <p:cNvPr id="7" name="rc5"/>
            <p:cNvSpPr/>
            <p:nvPr/>
          </p:nvSpPr>
          <p:spPr>
            <a:xfrm>
              <a:off x="872337" y="1850745"/>
              <a:ext cx="3878884" cy="3878884"/>
            </a:xfrm>
            <a:prstGeom prst="rect">
              <a:avLst/>
            </a:prstGeom>
          </p:spPr>
          <p:txBody>
            <a:bodyPr/>
            <a:lstStyle/>
            <a:p/>
          </p:txBody>
        </p:sp>
        <p:sp>
          <p:nvSpPr>
            <p:cNvPr id="8" name="pg6"/>
            <p:cNvSpPr/>
            <p:nvPr/>
          </p:nvSpPr>
          <p:spPr>
            <a:xfrm>
              <a:off x="2811779" y="2238634"/>
              <a:ext cx="1551543" cy="3093800"/>
            </a:xfrm>
            <a:custGeom>
              <a:avLst/>
              <a:pathLst>
                <a:path w="1551543" h="3093800">
                  <a:moveTo>
                    <a:pt x="0" y="1551553"/>
                  </a:moveTo>
                  <a:lnTo>
                    <a:pt x="5851" y="1604734"/>
                  </a:lnTo>
                  <a:lnTo>
                    <a:pt x="11703" y="1657915"/>
                  </a:lnTo>
                  <a:lnTo>
                    <a:pt x="17554" y="1711096"/>
                  </a:lnTo>
                  <a:lnTo>
                    <a:pt x="23406" y="1764277"/>
                  </a:lnTo>
                  <a:lnTo>
                    <a:pt x="29257" y="1817458"/>
                  </a:lnTo>
                  <a:lnTo>
                    <a:pt x="35109" y="1870639"/>
                  </a:lnTo>
                  <a:lnTo>
                    <a:pt x="40960" y="1923820"/>
                  </a:lnTo>
                  <a:lnTo>
                    <a:pt x="46812" y="1977001"/>
                  </a:lnTo>
                  <a:lnTo>
                    <a:pt x="52664" y="2030182"/>
                  </a:lnTo>
                  <a:lnTo>
                    <a:pt x="58515" y="2083362"/>
                  </a:lnTo>
                  <a:lnTo>
                    <a:pt x="64367" y="2136543"/>
                  </a:lnTo>
                  <a:lnTo>
                    <a:pt x="70218" y="2189724"/>
                  </a:lnTo>
                  <a:lnTo>
                    <a:pt x="76070" y="2242905"/>
                  </a:lnTo>
                  <a:lnTo>
                    <a:pt x="81921" y="2296086"/>
                  </a:lnTo>
                  <a:lnTo>
                    <a:pt x="87773" y="2349267"/>
                  </a:lnTo>
                  <a:lnTo>
                    <a:pt x="93625" y="2402448"/>
                  </a:lnTo>
                  <a:lnTo>
                    <a:pt x="99476" y="2455629"/>
                  </a:lnTo>
                  <a:lnTo>
                    <a:pt x="105328" y="2508810"/>
                  </a:lnTo>
                  <a:lnTo>
                    <a:pt x="111179" y="2561991"/>
                  </a:lnTo>
                  <a:lnTo>
                    <a:pt x="117031" y="2615171"/>
                  </a:lnTo>
                  <a:lnTo>
                    <a:pt x="122882" y="2668352"/>
                  </a:lnTo>
                  <a:lnTo>
                    <a:pt x="128734" y="2721533"/>
                  </a:lnTo>
                  <a:lnTo>
                    <a:pt x="134585" y="2774714"/>
                  </a:lnTo>
                  <a:lnTo>
                    <a:pt x="140437" y="2827895"/>
                  </a:lnTo>
                  <a:lnTo>
                    <a:pt x="146289" y="2881076"/>
                  </a:lnTo>
                  <a:lnTo>
                    <a:pt x="152140" y="2934257"/>
                  </a:lnTo>
                  <a:lnTo>
                    <a:pt x="157992" y="2987438"/>
                  </a:lnTo>
                  <a:lnTo>
                    <a:pt x="163843" y="3040619"/>
                  </a:lnTo>
                  <a:lnTo>
                    <a:pt x="169695" y="3093800"/>
                  </a:lnTo>
                  <a:lnTo>
                    <a:pt x="222127" y="3087125"/>
                  </a:lnTo>
                  <a:lnTo>
                    <a:pt x="274301" y="3078668"/>
                  </a:lnTo>
                  <a:lnTo>
                    <a:pt x="326156" y="3068439"/>
                  </a:lnTo>
                  <a:lnTo>
                    <a:pt x="377633" y="3056450"/>
                  </a:lnTo>
                  <a:lnTo>
                    <a:pt x="428672" y="3042714"/>
                  </a:lnTo>
                  <a:lnTo>
                    <a:pt x="479214" y="3027248"/>
                  </a:lnTo>
                  <a:lnTo>
                    <a:pt x="529199" y="3010069"/>
                  </a:lnTo>
                  <a:lnTo>
                    <a:pt x="578570" y="2991198"/>
                  </a:lnTo>
                  <a:lnTo>
                    <a:pt x="627270" y="2970656"/>
                  </a:lnTo>
                  <a:lnTo>
                    <a:pt x="675242" y="2948467"/>
                  </a:lnTo>
                  <a:lnTo>
                    <a:pt x="722430" y="2924657"/>
                  </a:lnTo>
                  <a:lnTo>
                    <a:pt x="768780" y="2899254"/>
                  </a:lnTo>
                  <a:lnTo>
                    <a:pt x="814238" y="2872286"/>
                  </a:lnTo>
                  <a:lnTo>
                    <a:pt x="858751" y="2843786"/>
                  </a:lnTo>
                  <a:lnTo>
                    <a:pt x="902267" y="2813787"/>
                  </a:lnTo>
                  <a:lnTo>
                    <a:pt x="944736" y="2782322"/>
                  </a:lnTo>
                  <a:lnTo>
                    <a:pt x="986109" y="2749430"/>
                  </a:lnTo>
                  <a:lnTo>
                    <a:pt x="1026338" y="2715147"/>
                  </a:lnTo>
                  <a:lnTo>
                    <a:pt x="1065375" y="2679514"/>
                  </a:lnTo>
                  <a:lnTo>
                    <a:pt x="1103176" y="2642572"/>
                  </a:lnTo>
                  <a:lnTo>
                    <a:pt x="1139697" y="2604364"/>
                  </a:lnTo>
                  <a:lnTo>
                    <a:pt x="1174895" y="2564934"/>
                  </a:lnTo>
                  <a:lnTo>
                    <a:pt x="1208730" y="2524328"/>
                  </a:lnTo>
                  <a:lnTo>
                    <a:pt x="1241162" y="2482593"/>
                  </a:lnTo>
                  <a:lnTo>
                    <a:pt x="1272154" y="2439777"/>
                  </a:lnTo>
                  <a:lnTo>
                    <a:pt x="1301670" y="2395931"/>
                  </a:lnTo>
                  <a:lnTo>
                    <a:pt x="1329675" y="2351105"/>
                  </a:lnTo>
                  <a:lnTo>
                    <a:pt x="1356137" y="2305352"/>
                  </a:lnTo>
                  <a:lnTo>
                    <a:pt x="1381025" y="2258723"/>
                  </a:lnTo>
                  <a:lnTo>
                    <a:pt x="1404310" y="2211274"/>
                  </a:lnTo>
                  <a:lnTo>
                    <a:pt x="1425966" y="2163059"/>
                  </a:lnTo>
                  <a:lnTo>
                    <a:pt x="1445967" y="2114135"/>
                  </a:lnTo>
                  <a:lnTo>
                    <a:pt x="1464290" y="2064557"/>
                  </a:lnTo>
                  <a:lnTo>
                    <a:pt x="1480914" y="2014385"/>
                  </a:lnTo>
                  <a:lnTo>
                    <a:pt x="1495819" y="1963675"/>
                  </a:lnTo>
                  <a:lnTo>
                    <a:pt x="1508988" y="1912487"/>
                  </a:lnTo>
                  <a:lnTo>
                    <a:pt x="1520406" y="1860880"/>
                  </a:lnTo>
                  <a:lnTo>
                    <a:pt x="1530060" y="1808914"/>
                  </a:lnTo>
                  <a:lnTo>
                    <a:pt x="1537938" y="1756650"/>
                  </a:lnTo>
                  <a:lnTo>
                    <a:pt x="1544031" y="1704147"/>
                  </a:lnTo>
                  <a:lnTo>
                    <a:pt x="1548333" y="1651468"/>
                  </a:lnTo>
                  <a:lnTo>
                    <a:pt x="1550838" y="1598672"/>
                  </a:lnTo>
                  <a:lnTo>
                    <a:pt x="1551543" y="1545822"/>
                  </a:lnTo>
                  <a:lnTo>
                    <a:pt x="1550447" y="1492978"/>
                  </a:lnTo>
                  <a:lnTo>
                    <a:pt x="1547553" y="1440203"/>
                  </a:lnTo>
                  <a:lnTo>
                    <a:pt x="1542862" y="1387556"/>
                  </a:lnTo>
                  <a:lnTo>
                    <a:pt x="1536381" y="1335100"/>
                  </a:lnTo>
                  <a:lnTo>
                    <a:pt x="1528117" y="1282895"/>
                  </a:lnTo>
                  <a:lnTo>
                    <a:pt x="1518079" y="1231002"/>
                  </a:lnTo>
                  <a:lnTo>
                    <a:pt x="1506280" y="1179481"/>
                  </a:lnTo>
                  <a:lnTo>
                    <a:pt x="1492733" y="1128392"/>
                  </a:lnTo>
                  <a:lnTo>
                    <a:pt x="1477454" y="1077794"/>
                  </a:lnTo>
                  <a:lnTo>
                    <a:pt x="1460460" y="1027745"/>
                  </a:lnTo>
                  <a:lnTo>
                    <a:pt x="1441771" y="978305"/>
                  </a:lnTo>
                  <a:lnTo>
                    <a:pt x="1421409" y="929529"/>
                  </a:lnTo>
                  <a:lnTo>
                    <a:pt x="1399398" y="881476"/>
                  </a:lnTo>
                  <a:lnTo>
                    <a:pt x="1375762" y="834200"/>
                  </a:lnTo>
                  <a:lnTo>
                    <a:pt x="1350530" y="787757"/>
                  </a:lnTo>
                  <a:lnTo>
                    <a:pt x="1323731" y="742199"/>
                  </a:lnTo>
                  <a:lnTo>
                    <a:pt x="1295396" y="697582"/>
                  </a:lnTo>
                  <a:lnTo>
                    <a:pt x="1265557" y="653955"/>
                  </a:lnTo>
                  <a:lnTo>
                    <a:pt x="1234250" y="611370"/>
                  </a:lnTo>
                  <a:lnTo>
                    <a:pt x="1201510" y="569876"/>
                  </a:lnTo>
                  <a:lnTo>
                    <a:pt x="1167376" y="529521"/>
                  </a:lnTo>
                  <a:lnTo>
                    <a:pt x="1131888" y="490352"/>
                  </a:lnTo>
                  <a:lnTo>
                    <a:pt x="1095086" y="452415"/>
                  </a:lnTo>
                  <a:lnTo>
                    <a:pt x="1057013" y="415753"/>
                  </a:lnTo>
                  <a:lnTo>
                    <a:pt x="1017713" y="380409"/>
                  </a:lnTo>
                  <a:lnTo>
                    <a:pt x="977232" y="346424"/>
                  </a:lnTo>
                  <a:lnTo>
                    <a:pt x="935617" y="313838"/>
                  </a:lnTo>
                  <a:lnTo>
                    <a:pt x="892917" y="282689"/>
                  </a:lnTo>
                  <a:lnTo>
                    <a:pt x="849180" y="253011"/>
                  </a:lnTo>
                  <a:lnTo>
                    <a:pt x="804458" y="224841"/>
                  </a:lnTo>
                  <a:lnTo>
                    <a:pt x="758802" y="198210"/>
                  </a:lnTo>
                  <a:lnTo>
                    <a:pt x="712266" y="173150"/>
                  </a:lnTo>
                  <a:lnTo>
                    <a:pt x="664903" y="149689"/>
                  </a:lnTo>
                  <a:lnTo>
                    <a:pt x="616769" y="127856"/>
                  </a:lnTo>
                  <a:lnTo>
                    <a:pt x="567918" y="107674"/>
                  </a:lnTo>
                  <a:lnTo>
                    <a:pt x="518409" y="89168"/>
                  </a:lnTo>
                  <a:lnTo>
                    <a:pt x="468298" y="72359"/>
                  </a:lnTo>
                  <a:lnTo>
                    <a:pt x="417644" y="57267"/>
                  </a:lnTo>
                  <a:lnTo>
                    <a:pt x="366505" y="43908"/>
                  </a:lnTo>
                  <a:lnTo>
                    <a:pt x="314940" y="32300"/>
                  </a:lnTo>
                  <a:lnTo>
                    <a:pt x="263011" y="22454"/>
                  </a:lnTo>
                  <a:lnTo>
                    <a:pt x="210776" y="14383"/>
                  </a:lnTo>
                  <a:lnTo>
                    <a:pt x="158296" y="8096"/>
                  </a:lnTo>
                  <a:lnTo>
                    <a:pt x="105633" y="3600"/>
                  </a:lnTo>
                  <a:lnTo>
                    <a:pt x="52847" y="900"/>
                  </a:lnTo>
                  <a:lnTo>
                    <a:pt x="0" y="0"/>
                  </a:lnTo>
                  <a:lnTo>
                    <a:pt x="0" y="53501"/>
                  </a:lnTo>
                  <a:lnTo>
                    <a:pt x="0" y="107003"/>
                  </a:lnTo>
                  <a:lnTo>
                    <a:pt x="0" y="160505"/>
                  </a:lnTo>
                  <a:lnTo>
                    <a:pt x="0" y="214007"/>
                  </a:lnTo>
                  <a:lnTo>
                    <a:pt x="0" y="267509"/>
                  </a:lnTo>
                  <a:lnTo>
                    <a:pt x="0" y="321011"/>
                  </a:lnTo>
                  <a:lnTo>
                    <a:pt x="0" y="374513"/>
                  </a:lnTo>
                  <a:lnTo>
                    <a:pt x="0" y="428014"/>
                  </a:lnTo>
                  <a:lnTo>
                    <a:pt x="0" y="481516"/>
                  </a:lnTo>
                  <a:lnTo>
                    <a:pt x="0" y="535018"/>
                  </a:lnTo>
                  <a:lnTo>
                    <a:pt x="0" y="588520"/>
                  </a:lnTo>
                  <a:lnTo>
                    <a:pt x="0" y="642022"/>
                  </a:lnTo>
                  <a:lnTo>
                    <a:pt x="0" y="695524"/>
                  </a:lnTo>
                  <a:lnTo>
                    <a:pt x="0" y="749026"/>
                  </a:lnTo>
                  <a:lnTo>
                    <a:pt x="0" y="802527"/>
                  </a:lnTo>
                  <a:lnTo>
                    <a:pt x="0" y="856029"/>
                  </a:lnTo>
                  <a:lnTo>
                    <a:pt x="0" y="909531"/>
                  </a:lnTo>
                  <a:lnTo>
                    <a:pt x="0" y="963033"/>
                  </a:lnTo>
                  <a:lnTo>
                    <a:pt x="0" y="1016535"/>
                  </a:lnTo>
                  <a:lnTo>
                    <a:pt x="0" y="1070037"/>
                  </a:lnTo>
                  <a:lnTo>
                    <a:pt x="0" y="1123539"/>
                  </a:lnTo>
                  <a:lnTo>
                    <a:pt x="0" y="1177040"/>
                  </a:lnTo>
                  <a:lnTo>
                    <a:pt x="0" y="1230542"/>
                  </a:lnTo>
                  <a:lnTo>
                    <a:pt x="0" y="1284044"/>
                  </a:lnTo>
                  <a:lnTo>
                    <a:pt x="0" y="1337546"/>
                  </a:lnTo>
                  <a:lnTo>
                    <a:pt x="0" y="1391048"/>
                  </a:lnTo>
                  <a:lnTo>
                    <a:pt x="0" y="1444550"/>
                  </a:lnTo>
                  <a:lnTo>
                    <a:pt x="0" y="1498052"/>
                  </a:lnTo>
                  <a:close/>
                </a:path>
              </a:pathLst>
            </a:custGeom>
            <a:solidFill>
              <a:srgbClr val="0B4F8C">
                <a:alpha val="100000"/>
              </a:srgbClr>
            </a:solidFill>
          </p:spPr>
          <p:txBody>
            <a:bodyPr/>
            <a:lstStyle/>
            <a:p/>
          </p:txBody>
        </p:sp>
        <p:sp>
          <p:nvSpPr>
            <p:cNvPr id="9" name="pg7"/>
            <p:cNvSpPr/>
            <p:nvPr/>
          </p:nvSpPr>
          <p:spPr>
            <a:xfrm>
              <a:off x="1260355" y="2238634"/>
              <a:ext cx="1721119" cy="3103058"/>
            </a:xfrm>
            <a:custGeom>
              <a:avLst/>
              <a:pathLst>
                <a:path w="1721119" h="3103058">
                  <a:moveTo>
                    <a:pt x="1551424" y="1551553"/>
                  </a:moveTo>
                  <a:lnTo>
                    <a:pt x="1551424" y="1498052"/>
                  </a:lnTo>
                  <a:lnTo>
                    <a:pt x="1551424" y="1444550"/>
                  </a:lnTo>
                  <a:lnTo>
                    <a:pt x="1551424" y="1391048"/>
                  </a:lnTo>
                  <a:lnTo>
                    <a:pt x="1551424" y="1337546"/>
                  </a:lnTo>
                  <a:lnTo>
                    <a:pt x="1551424" y="1284044"/>
                  </a:lnTo>
                  <a:lnTo>
                    <a:pt x="1551424" y="1230542"/>
                  </a:lnTo>
                  <a:lnTo>
                    <a:pt x="1551424" y="1177040"/>
                  </a:lnTo>
                  <a:lnTo>
                    <a:pt x="1551424" y="1123539"/>
                  </a:lnTo>
                  <a:lnTo>
                    <a:pt x="1551424" y="1070037"/>
                  </a:lnTo>
                  <a:lnTo>
                    <a:pt x="1551424" y="1016535"/>
                  </a:lnTo>
                  <a:lnTo>
                    <a:pt x="1551424" y="963033"/>
                  </a:lnTo>
                  <a:lnTo>
                    <a:pt x="1551424" y="909531"/>
                  </a:lnTo>
                  <a:lnTo>
                    <a:pt x="1551424" y="856029"/>
                  </a:lnTo>
                  <a:lnTo>
                    <a:pt x="1551424" y="802527"/>
                  </a:lnTo>
                  <a:lnTo>
                    <a:pt x="1551424" y="749026"/>
                  </a:lnTo>
                  <a:lnTo>
                    <a:pt x="1551424" y="695524"/>
                  </a:lnTo>
                  <a:lnTo>
                    <a:pt x="1551424" y="642022"/>
                  </a:lnTo>
                  <a:lnTo>
                    <a:pt x="1551424" y="588520"/>
                  </a:lnTo>
                  <a:lnTo>
                    <a:pt x="1551424" y="535018"/>
                  </a:lnTo>
                  <a:lnTo>
                    <a:pt x="1551424" y="481516"/>
                  </a:lnTo>
                  <a:lnTo>
                    <a:pt x="1551424" y="428014"/>
                  </a:lnTo>
                  <a:lnTo>
                    <a:pt x="1551424" y="374513"/>
                  </a:lnTo>
                  <a:lnTo>
                    <a:pt x="1551424" y="321011"/>
                  </a:lnTo>
                  <a:lnTo>
                    <a:pt x="1551424" y="267509"/>
                  </a:lnTo>
                  <a:lnTo>
                    <a:pt x="1551424" y="214007"/>
                  </a:lnTo>
                  <a:lnTo>
                    <a:pt x="1551424" y="160505"/>
                  </a:lnTo>
                  <a:lnTo>
                    <a:pt x="1551424" y="107003"/>
                  </a:lnTo>
                  <a:lnTo>
                    <a:pt x="1551424" y="53501"/>
                  </a:lnTo>
                  <a:lnTo>
                    <a:pt x="1551424" y="0"/>
                  </a:lnTo>
                  <a:lnTo>
                    <a:pt x="1498888" y="889"/>
                  </a:lnTo>
                  <a:lnTo>
                    <a:pt x="1446413" y="3557"/>
                  </a:lnTo>
                  <a:lnTo>
                    <a:pt x="1394058" y="8001"/>
                  </a:lnTo>
                  <a:lnTo>
                    <a:pt x="1341883" y="14214"/>
                  </a:lnTo>
                  <a:lnTo>
                    <a:pt x="1289949" y="22191"/>
                  </a:lnTo>
                  <a:lnTo>
                    <a:pt x="1238315" y="31921"/>
                  </a:lnTo>
                  <a:lnTo>
                    <a:pt x="1187039" y="43394"/>
                  </a:lnTo>
                  <a:lnTo>
                    <a:pt x="1136182" y="56597"/>
                  </a:lnTo>
                  <a:lnTo>
                    <a:pt x="1085801" y="71515"/>
                  </a:lnTo>
                  <a:lnTo>
                    <a:pt x="1035954" y="88129"/>
                  </a:lnTo>
                  <a:lnTo>
                    <a:pt x="986698" y="106422"/>
                  </a:lnTo>
                  <a:lnTo>
                    <a:pt x="938089" y="126372"/>
                  </a:lnTo>
                  <a:lnTo>
                    <a:pt x="890184" y="147957"/>
                  </a:lnTo>
                  <a:lnTo>
                    <a:pt x="843038" y="171152"/>
                  </a:lnTo>
                  <a:lnTo>
                    <a:pt x="796704" y="195929"/>
                  </a:lnTo>
                  <a:lnTo>
                    <a:pt x="751235" y="222261"/>
                  </a:lnTo>
                  <a:lnTo>
                    <a:pt x="706684" y="250118"/>
                  </a:lnTo>
                  <a:lnTo>
                    <a:pt x="663102" y="279467"/>
                  </a:lnTo>
                  <a:lnTo>
                    <a:pt x="620538" y="310275"/>
                  </a:lnTo>
                  <a:lnTo>
                    <a:pt x="579042" y="342507"/>
                  </a:lnTo>
                  <a:lnTo>
                    <a:pt x="538661" y="376125"/>
                  </a:lnTo>
                  <a:lnTo>
                    <a:pt x="499442" y="411091"/>
                  </a:lnTo>
                  <a:lnTo>
                    <a:pt x="461429" y="447365"/>
                  </a:lnTo>
                  <a:lnTo>
                    <a:pt x="424666" y="484905"/>
                  </a:lnTo>
                  <a:lnTo>
                    <a:pt x="389196" y="523669"/>
                  </a:lnTo>
                  <a:lnTo>
                    <a:pt x="355058" y="563612"/>
                  </a:lnTo>
                  <a:lnTo>
                    <a:pt x="322292" y="604687"/>
                  </a:lnTo>
                  <a:lnTo>
                    <a:pt x="290936" y="646848"/>
                  </a:lnTo>
                  <a:lnTo>
                    <a:pt x="261026" y="690047"/>
                  </a:lnTo>
                  <a:lnTo>
                    <a:pt x="232595" y="734234"/>
                  </a:lnTo>
                  <a:lnTo>
                    <a:pt x="205677" y="779358"/>
                  </a:lnTo>
                  <a:lnTo>
                    <a:pt x="180302" y="825368"/>
                  </a:lnTo>
                  <a:lnTo>
                    <a:pt x="156500" y="872211"/>
                  </a:lnTo>
                  <a:lnTo>
                    <a:pt x="134297" y="919832"/>
                  </a:lnTo>
                  <a:lnTo>
                    <a:pt x="113719" y="968179"/>
                  </a:lnTo>
                  <a:lnTo>
                    <a:pt x="94791" y="1017194"/>
                  </a:lnTo>
                  <a:lnTo>
                    <a:pt x="77533" y="1066822"/>
                  </a:lnTo>
                  <a:lnTo>
                    <a:pt x="61965" y="1117006"/>
                  </a:lnTo>
                  <a:lnTo>
                    <a:pt x="48105" y="1167688"/>
                  </a:lnTo>
                  <a:lnTo>
                    <a:pt x="35969" y="1218811"/>
                  </a:lnTo>
                  <a:lnTo>
                    <a:pt x="25572" y="1270315"/>
                  </a:lnTo>
                  <a:lnTo>
                    <a:pt x="16924" y="1322141"/>
                  </a:lnTo>
                  <a:lnTo>
                    <a:pt x="10036" y="1374231"/>
                  </a:lnTo>
                  <a:lnTo>
                    <a:pt x="4915" y="1426524"/>
                  </a:lnTo>
                  <a:lnTo>
                    <a:pt x="1569" y="1478961"/>
                  </a:lnTo>
                  <a:lnTo>
                    <a:pt x="0" y="1531480"/>
                  </a:lnTo>
                  <a:lnTo>
                    <a:pt x="209" y="1584023"/>
                  </a:lnTo>
                  <a:lnTo>
                    <a:pt x="2198" y="1636529"/>
                  </a:lnTo>
                  <a:lnTo>
                    <a:pt x="5964" y="1688937"/>
                  </a:lnTo>
                  <a:lnTo>
                    <a:pt x="11502" y="1741187"/>
                  </a:lnTo>
                  <a:lnTo>
                    <a:pt x="18806" y="1793220"/>
                  </a:lnTo>
                  <a:lnTo>
                    <a:pt x="27868" y="1844976"/>
                  </a:lnTo>
                  <a:lnTo>
                    <a:pt x="38677" y="1896395"/>
                  </a:lnTo>
                  <a:lnTo>
                    <a:pt x="51220" y="1947419"/>
                  </a:lnTo>
                  <a:lnTo>
                    <a:pt x="65485" y="1997989"/>
                  </a:lnTo>
                  <a:lnTo>
                    <a:pt x="81453" y="2048047"/>
                  </a:lnTo>
                  <a:lnTo>
                    <a:pt x="99107" y="2097536"/>
                  </a:lnTo>
                  <a:lnTo>
                    <a:pt x="118427" y="2146398"/>
                  </a:lnTo>
                  <a:lnTo>
                    <a:pt x="139390" y="2194578"/>
                  </a:lnTo>
                  <a:lnTo>
                    <a:pt x="161973" y="2242021"/>
                  </a:lnTo>
                  <a:lnTo>
                    <a:pt x="186149" y="2288672"/>
                  </a:lnTo>
                  <a:lnTo>
                    <a:pt x="211890" y="2334478"/>
                  </a:lnTo>
                  <a:lnTo>
                    <a:pt x="239168" y="2379385"/>
                  </a:lnTo>
                  <a:lnTo>
                    <a:pt x="267951" y="2423344"/>
                  </a:lnTo>
                  <a:lnTo>
                    <a:pt x="298206" y="2466302"/>
                  </a:lnTo>
                  <a:lnTo>
                    <a:pt x="329898" y="2508211"/>
                  </a:lnTo>
                  <a:lnTo>
                    <a:pt x="362991" y="2549024"/>
                  </a:lnTo>
                  <a:lnTo>
                    <a:pt x="397447" y="2588692"/>
                  </a:lnTo>
                  <a:lnTo>
                    <a:pt x="433226" y="2627171"/>
                  </a:lnTo>
                  <a:lnTo>
                    <a:pt x="470288" y="2664417"/>
                  </a:lnTo>
                  <a:lnTo>
                    <a:pt x="508589" y="2700386"/>
                  </a:lnTo>
                  <a:lnTo>
                    <a:pt x="548086" y="2735037"/>
                  </a:lnTo>
                  <a:lnTo>
                    <a:pt x="588735" y="2768332"/>
                  </a:lnTo>
                  <a:lnTo>
                    <a:pt x="630487" y="2800231"/>
                  </a:lnTo>
                  <a:lnTo>
                    <a:pt x="673295" y="2830698"/>
                  </a:lnTo>
                  <a:lnTo>
                    <a:pt x="717110" y="2859698"/>
                  </a:lnTo>
                  <a:lnTo>
                    <a:pt x="761883" y="2887197"/>
                  </a:lnTo>
                  <a:lnTo>
                    <a:pt x="807560" y="2913165"/>
                  </a:lnTo>
                  <a:lnTo>
                    <a:pt x="854091" y="2937572"/>
                  </a:lnTo>
                  <a:lnTo>
                    <a:pt x="901422" y="2960389"/>
                  </a:lnTo>
                  <a:lnTo>
                    <a:pt x="949497" y="2981590"/>
                  </a:lnTo>
                  <a:lnTo>
                    <a:pt x="998264" y="3001151"/>
                  </a:lnTo>
                  <a:lnTo>
                    <a:pt x="1047664" y="3019050"/>
                  </a:lnTo>
                  <a:lnTo>
                    <a:pt x="1097643" y="3035266"/>
                  </a:lnTo>
                  <a:lnTo>
                    <a:pt x="1148141" y="3049780"/>
                  </a:lnTo>
                  <a:lnTo>
                    <a:pt x="1199103" y="3062576"/>
                  </a:lnTo>
                  <a:lnTo>
                    <a:pt x="1250468" y="3073639"/>
                  </a:lnTo>
                  <a:lnTo>
                    <a:pt x="1302178" y="3082957"/>
                  </a:lnTo>
                  <a:lnTo>
                    <a:pt x="1354174" y="3090518"/>
                  </a:lnTo>
                  <a:lnTo>
                    <a:pt x="1406397" y="3096315"/>
                  </a:lnTo>
                  <a:lnTo>
                    <a:pt x="1458786" y="3100339"/>
                  </a:lnTo>
                  <a:lnTo>
                    <a:pt x="1511281" y="3102588"/>
                  </a:lnTo>
                  <a:lnTo>
                    <a:pt x="1563822" y="3103058"/>
                  </a:lnTo>
                  <a:lnTo>
                    <a:pt x="1616349" y="3101748"/>
                  </a:lnTo>
                  <a:lnTo>
                    <a:pt x="1668801" y="3098661"/>
                  </a:lnTo>
                  <a:lnTo>
                    <a:pt x="1721119" y="3093800"/>
                  </a:lnTo>
                  <a:lnTo>
                    <a:pt x="1715267" y="3040619"/>
                  </a:lnTo>
                  <a:lnTo>
                    <a:pt x="1709416" y="2987438"/>
                  </a:lnTo>
                  <a:lnTo>
                    <a:pt x="1703564" y="2934257"/>
                  </a:lnTo>
                  <a:lnTo>
                    <a:pt x="1697713" y="2881076"/>
                  </a:lnTo>
                  <a:lnTo>
                    <a:pt x="1691861" y="2827895"/>
                  </a:lnTo>
                  <a:lnTo>
                    <a:pt x="1686010" y="2774714"/>
                  </a:lnTo>
                  <a:lnTo>
                    <a:pt x="1680158" y="2721533"/>
                  </a:lnTo>
                  <a:lnTo>
                    <a:pt x="1674306" y="2668352"/>
                  </a:lnTo>
                  <a:lnTo>
                    <a:pt x="1668455" y="2615171"/>
                  </a:lnTo>
                  <a:lnTo>
                    <a:pt x="1662603" y="2561991"/>
                  </a:lnTo>
                  <a:lnTo>
                    <a:pt x="1656752" y="2508810"/>
                  </a:lnTo>
                  <a:lnTo>
                    <a:pt x="1650900" y="2455629"/>
                  </a:lnTo>
                  <a:lnTo>
                    <a:pt x="1645049" y="2402448"/>
                  </a:lnTo>
                  <a:lnTo>
                    <a:pt x="1639197" y="2349267"/>
                  </a:lnTo>
                  <a:lnTo>
                    <a:pt x="1633345" y="2296086"/>
                  </a:lnTo>
                  <a:lnTo>
                    <a:pt x="1627494" y="2242905"/>
                  </a:lnTo>
                  <a:lnTo>
                    <a:pt x="1621642" y="2189724"/>
                  </a:lnTo>
                  <a:lnTo>
                    <a:pt x="1615791" y="2136543"/>
                  </a:lnTo>
                  <a:lnTo>
                    <a:pt x="1609939" y="2083362"/>
                  </a:lnTo>
                  <a:lnTo>
                    <a:pt x="1604088" y="2030182"/>
                  </a:lnTo>
                  <a:lnTo>
                    <a:pt x="1598236" y="1977001"/>
                  </a:lnTo>
                  <a:lnTo>
                    <a:pt x="1592385" y="1923820"/>
                  </a:lnTo>
                  <a:lnTo>
                    <a:pt x="1586533" y="1870639"/>
                  </a:lnTo>
                  <a:lnTo>
                    <a:pt x="1580681" y="1817458"/>
                  </a:lnTo>
                  <a:lnTo>
                    <a:pt x="1574830" y="1764277"/>
                  </a:lnTo>
                  <a:lnTo>
                    <a:pt x="1568978" y="1711096"/>
                  </a:lnTo>
                  <a:lnTo>
                    <a:pt x="1563127" y="1657915"/>
                  </a:lnTo>
                  <a:lnTo>
                    <a:pt x="1557275" y="1604734"/>
                  </a:lnTo>
                  <a:close/>
                </a:path>
              </a:pathLst>
            </a:custGeom>
            <a:solidFill>
              <a:srgbClr val="2A9D8F">
                <a:alpha val="100000"/>
              </a:srgbClr>
            </a:solidFill>
          </p:spPr>
          <p:txBody>
            <a:bodyPr/>
            <a:lstStyle/>
            <a:p/>
          </p:txBody>
        </p:sp>
        <p:sp>
          <p:nvSpPr>
            <p:cNvPr id="10" name="tx8"/>
            <p:cNvSpPr/>
            <p:nvPr/>
          </p:nvSpPr>
          <p:spPr>
            <a:xfrm>
              <a:off x="3457849" y="3684501"/>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48% (83)</a:t>
              </a:r>
            </a:p>
          </p:txBody>
        </p:sp>
        <p:sp>
          <p:nvSpPr>
            <p:cNvPr id="11" name="tx9"/>
            <p:cNvSpPr/>
            <p:nvPr/>
          </p:nvSpPr>
          <p:spPr>
            <a:xfrm>
              <a:off x="1753702" y="3777974"/>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52% (89)</a:t>
              </a:r>
            </a:p>
          </p:txBody>
        </p:sp>
        <p:sp>
          <p:nvSpPr>
            <p:cNvPr id="12" name="rc10"/>
            <p:cNvSpPr/>
            <p:nvPr/>
          </p:nvSpPr>
          <p:spPr>
            <a:xfrm>
              <a:off x="1897696" y="5833339"/>
              <a:ext cx="161999" cy="161999"/>
            </a:xfrm>
            <a:prstGeom prst="rect">
              <a:avLst/>
            </a:prstGeom>
          </p:spPr>
          <p:txBody>
            <a:bodyPr/>
            <a:lstStyle/>
            <a:p/>
          </p:txBody>
        </p:sp>
        <p:sp>
          <p:nvSpPr>
            <p:cNvPr id="13" name="rc11"/>
            <p:cNvSpPr/>
            <p:nvPr/>
          </p:nvSpPr>
          <p:spPr>
            <a:xfrm>
              <a:off x="1906696" y="5842339"/>
              <a:ext cx="144000" cy="144000"/>
            </a:xfrm>
            <a:prstGeom prst="rect">
              <a:avLst/>
            </a:prstGeom>
            <a:solidFill>
              <a:srgbClr val="2A9D8F">
                <a:alpha val="100000"/>
              </a:srgbClr>
            </a:solidFill>
          </p:spPr>
          <p:txBody>
            <a:bodyPr/>
            <a:lstStyle/>
            <a:p/>
          </p:txBody>
        </p:sp>
        <p:sp>
          <p:nvSpPr>
            <p:cNvPr id="14" name="rc12"/>
            <p:cNvSpPr/>
            <p:nvPr/>
          </p:nvSpPr>
          <p:spPr>
            <a:xfrm>
              <a:off x="2884674" y="5833339"/>
              <a:ext cx="161999" cy="161999"/>
            </a:xfrm>
            <a:prstGeom prst="rect">
              <a:avLst/>
            </a:prstGeom>
          </p:spPr>
          <p:txBody>
            <a:bodyPr/>
            <a:lstStyle/>
            <a:p/>
          </p:txBody>
        </p:sp>
        <p:sp>
          <p:nvSpPr>
            <p:cNvPr id="15" name="rc13"/>
            <p:cNvSpPr/>
            <p:nvPr/>
          </p:nvSpPr>
          <p:spPr>
            <a:xfrm>
              <a:off x="2893674" y="5842339"/>
              <a:ext cx="144000" cy="144000"/>
            </a:xfrm>
            <a:prstGeom prst="rect">
              <a:avLst/>
            </a:prstGeom>
            <a:solidFill>
              <a:srgbClr val="0B4F8C">
                <a:alpha val="100000"/>
              </a:srgbClr>
            </a:solidFill>
          </p:spPr>
          <p:txBody>
            <a:bodyPr/>
            <a:lstStyle/>
            <a:p/>
          </p:txBody>
        </p:sp>
        <p:sp>
          <p:nvSpPr>
            <p:cNvPr id="16" name="tx14"/>
            <p:cNvSpPr/>
            <p:nvPr/>
          </p:nvSpPr>
          <p:spPr>
            <a:xfrm>
              <a:off x="2129285" y="5858007"/>
              <a:ext cx="745182"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Masculino</a:t>
              </a:r>
            </a:p>
          </p:txBody>
        </p:sp>
        <p:sp>
          <p:nvSpPr>
            <p:cNvPr id="17" name="tx15"/>
            <p:cNvSpPr/>
            <p:nvPr/>
          </p:nvSpPr>
          <p:spPr>
            <a:xfrm>
              <a:off x="3116263" y="5858007"/>
              <a:ext cx="719732"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Femenino</a:t>
              </a:r>
            </a:p>
          </p:txBody>
        </p:sp>
        <p:sp>
          <p:nvSpPr>
            <p:cNvPr id="18" name="tx16"/>
            <p:cNvSpPr/>
            <p:nvPr/>
          </p:nvSpPr>
          <p:spPr>
            <a:xfrm>
              <a:off x="551383" y="5999556"/>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respuestas</a:t>
              </a:r>
            </a:p>
          </p:txBody>
        </p:sp>
      </p:grpSp>
      <p:grpSp xmlns:pic="http://schemas.openxmlformats.org/drawingml/2006/picture">
        <p:nvGrpSpPr>
          <p:cNvPr id="19" name="prosecnur:poblacion_2:right"/>
          <p:cNvGrpSpPr/>
          <p:nvPr/>
        </p:nvGrpSpPr>
        <p:grpSpPr>
          <a:xfrm rot="-0">
            <a:off x="7022592" y="1481328"/>
            <a:ext cx="4709160" cy="4617720"/>
            <a:chOff x="7022592" y="1481328"/>
            <a:chExt cx="4709160" cy="4617720"/>
          </a:xfrm>
        </p:grpSpPr>
        <p:sp>
          <p:nvSpPr>
            <p:cNvPr id="20" name="tx3"/>
            <p:cNvSpPr/>
            <p:nvPr/>
          </p:nvSpPr>
          <p:spPr>
            <a:xfrm>
              <a:off x="8648955" y="1633803"/>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21" name="rc4"/>
            <p:cNvSpPr/>
            <p:nvPr/>
          </p:nvSpPr>
          <p:spPr>
            <a:xfrm>
              <a:off x="8929801" y="2225165"/>
              <a:ext cx="2801950" cy="3658277"/>
            </a:xfrm>
            <a:prstGeom prst="rect">
              <a:avLst/>
            </a:prstGeom>
          </p:spPr>
          <p:txBody>
            <a:bodyPr/>
            <a:lstStyle/>
            <a:p/>
          </p:txBody>
        </p:sp>
        <p:sp>
          <p:nvSpPr>
            <p:cNvPr id="22" name="rc5"/>
            <p:cNvSpPr/>
            <p:nvPr/>
          </p:nvSpPr>
          <p:spPr>
            <a:xfrm>
              <a:off x="8929801" y="2225165"/>
              <a:ext cx="2801950" cy="3658277"/>
            </a:xfrm>
            <a:prstGeom prst="rect">
              <a:avLst/>
            </a:prstGeom>
          </p:spPr>
          <p:txBody>
            <a:bodyPr/>
            <a:lstStyle/>
            <a:p/>
          </p:txBody>
        </p:sp>
        <p:sp>
          <p:nvSpPr>
            <p:cNvPr id="23" name="rc6"/>
            <p:cNvSpPr/>
            <p:nvPr/>
          </p:nvSpPr>
          <p:spPr>
            <a:xfrm>
              <a:off x="8929801" y="2498913"/>
              <a:ext cx="1205490" cy="497724"/>
            </a:xfrm>
            <a:prstGeom prst="rect">
              <a:avLst/>
            </a:prstGeom>
            <a:solidFill>
              <a:srgbClr val="081F5C">
                <a:alpha val="100000"/>
              </a:srgbClr>
            </a:solidFill>
          </p:spPr>
          <p:txBody>
            <a:bodyPr/>
            <a:lstStyle/>
            <a:p/>
          </p:txBody>
        </p:sp>
        <p:sp>
          <p:nvSpPr>
            <p:cNvPr id="24" name="rc7"/>
            <p:cNvSpPr/>
            <p:nvPr/>
          </p:nvSpPr>
          <p:spPr>
            <a:xfrm>
              <a:off x="8929801" y="3369932"/>
              <a:ext cx="1303232" cy="497724"/>
            </a:xfrm>
            <a:prstGeom prst="rect">
              <a:avLst/>
            </a:prstGeom>
            <a:solidFill>
              <a:srgbClr val="081F5C">
                <a:alpha val="100000"/>
              </a:srgbClr>
            </a:solidFill>
          </p:spPr>
          <p:txBody>
            <a:bodyPr/>
            <a:lstStyle/>
            <a:p/>
          </p:txBody>
        </p:sp>
        <p:sp>
          <p:nvSpPr>
            <p:cNvPr id="25" name="rc8"/>
            <p:cNvSpPr/>
            <p:nvPr/>
          </p:nvSpPr>
          <p:spPr>
            <a:xfrm>
              <a:off x="8929801" y="4240950"/>
              <a:ext cx="228065" cy="497724"/>
            </a:xfrm>
            <a:prstGeom prst="rect">
              <a:avLst/>
            </a:prstGeom>
            <a:solidFill>
              <a:srgbClr val="081F5C">
                <a:alpha val="100000"/>
              </a:srgbClr>
            </a:solidFill>
          </p:spPr>
          <p:txBody>
            <a:bodyPr/>
            <a:lstStyle/>
            <a:p/>
          </p:txBody>
        </p:sp>
        <p:sp>
          <p:nvSpPr>
            <p:cNvPr id="26" name="rc9"/>
            <p:cNvSpPr/>
            <p:nvPr/>
          </p:nvSpPr>
          <p:spPr>
            <a:xfrm>
              <a:off x="8929801" y="5111969"/>
              <a:ext cx="65161" cy="497724"/>
            </a:xfrm>
            <a:prstGeom prst="rect">
              <a:avLst/>
            </a:prstGeom>
            <a:solidFill>
              <a:srgbClr val="081F5C">
                <a:alpha val="100000"/>
              </a:srgbClr>
            </a:solidFill>
          </p:spPr>
          <p:txBody>
            <a:bodyPr/>
            <a:lstStyle/>
            <a:p/>
          </p:txBody>
        </p:sp>
        <p:sp>
          <p:nvSpPr>
            <p:cNvPr id="27" name="tx10"/>
            <p:cNvSpPr/>
            <p:nvPr/>
          </p:nvSpPr>
          <p:spPr>
            <a:xfrm>
              <a:off x="9330042" y="266705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28" name="tx11"/>
            <p:cNvSpPr/>
            <p:nvPr/>
          </p:nvSpPr>
          <p:spPr>
            <a:xfrm>
              <a:off x="9378913" y="353806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29" name="tx12"/>
            <p:cNvSpPr/>
            <p:nvPr/>
          </p:nvSpPr>
          <p:spPr>
            <a:xfrm>
              <a:off x="9199896" y="4409088"/>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30" name="tx13"/>
            <p:cNvSpPr/>
            <p:nvPr/>
          </p:nvSpPr>
          <p:spPr>
            <a:xfrm>
              <a:off x="9036992" y="5280106"/>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31" name="tx14"/>
            <p:cNvSpPr/>
            <p:nvPr/>
          </p:nvSpPr>
          <p:spPr>
            <a:xfrm>
              <a:off x="7051169" y="5348470"/>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32" name="tx15"/>
            <p:cNvSpPr/>
            <p:nvPr/>
          </p:nvSpPr>
          <p:spPr>
            <a:xfrm>
              <a:off x="7231847" y="4435785"/>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33" name="tx16"/>
            <p:cNvSpPr/>
            <p:nvPr/>
          </p:nvSpPr>
          <p:spPr>
            <a:xfrm>
              <a:off x="7231847" y="3521216"/>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34" name="tx17"/>
            <p:cNvSpPr/>
            <p:nvPr/>
          </p:nvSpPr>
          <p:spPr>
            <a:xfrm>
              <a:off x="7231847" y="2606547"/>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sp>
          <p:nvSpPr>
            <p:cNvPr id="35" name="tx18"/>
            <p:cNvSpPr/>
            <p:nvPr/>
          </p:nvSpPr>
          <p:spPr>
            <a:xfrm>
              <a:off x="9915733" y="5957345"/>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6" name="prosecnur:poblacion_2:icon"/>
          <p:cNvGrpSpPr/>
          <p:nvPr/>
        </p:nvGrpSpPr>
        <p:grpSpPr>
          <a:xfrm rot="-0">
            <a:off x="5281701" y="2885037"/>
            <a:ext cx="1737928" cy="1738800"/>
            <a:chOff x="5281701" y="2885037"/>
            <a:chExt cx="1737928" cy="1738800"/>
          </a:xfrm>
        </p:grpSpPr>
        <p:sp>
          <p:nvSpPr>
            <p:cNvPr id="37" name="rc3"/>
            <p:cNvSpPr/>
            <p:nvPr/>
          </p:nvSpPr>
          <p:spPr>
            <a:xfrm>
              <a:off x="5281701" y="2885037"/>
              <a:ext cx="1737928" cy="1738800"/>
            </a:xfrm>
            <a:prstGeom prst="rect">
              <a:avLst/>
            </a:prstGeom>
          </p:spPr>
          <p:txBody>
            <a:bodyPr/>
            <a:lstStyle/>
            <a:p/>
          </p:txBody>
        </p:sp>
        <p:sp>
          <p:nvSpPr>
            <p:cNvPr id="38" name="rc4"/>
            <p:cNvSpPr/>
            <p:nvPr/>
          </p:nvSpPr>
          <p:spPr>
            <a:xfrm>
              <a:off x="5281701" y="2885037"/>
              <a:ext cx="1737928" cy="1738800"/>
            </a:xfrm>
            <a:prstGeom prst="rect">
              <a:avLst/>
            </a:prstGeom>
          </p:spPr>
          <p:txBody>
            <a:bodyPr/>
            <a:lstStyle/>
            <a:p/>
          </p:txBody>
        </p:sp>
        <p:pic>
          <p:nvPicPr>
            <p:cNvPr id="39" name="pic5"/>
            <p:cNvPicPr/>
            <p:nvPr/>
          </p:nvPicPr>
          <p:blipFill>
            <a:blip r:embed="rId2" cstate="print"/>
            <a:stretch>
              <a:fillRect/>
            </a:stretch>
          </p:blipFill>
          <p:spPr>
            <a:xfrm>
              <a:off x="5281701" y="2885473"/>
              <a:ext cx="1737928" cy="1737928"/>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3 GRÁFICOS POBLACIÓN TIRA (P_SLIDE_3_GRAFICOS_POBLACION_TIRA)</a:t>
            </a:r>
          </a:p>
        </p:txBody>
      </p:sp>
      <p:grpSp xmlns:pic="http://schemas.openxmlformats.org/drawingml/2006/picture">
        <p:nvGrpSpPr>
          <p:cNvPr id="3" name="Picture Placeholder 5"/>
          <p:cNvGrpSpPr/>
          <p:nvPr/>
        </p:nvGrpSpPr>
        <p:grpSpPr>
          <a:xfrm>
            <a:off x="2011680" y="1212494"/>
            <a:ext cx="9802368" cy="1417320"/>
            <a:chOff x="2011680" y="1212494"/>
            <a:chExt cx="9802368" cy="1417320"/>
          </a:xfrm>
        </p:grpSpPr>
        <p:sp>
          <p:nvSpPr>
            <p:cNvPr id="4" name="tx3"/>
            <p:cNvSpPr/>
            <p:nvPr/>
          </p:nvSpPr>
          <p:spPr>
            <a:xfrm>
              <a:off x="6557164" y="1283272"/>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5" name="rc4"/>
            <p:cNvSpPr/>
            <p:nvPr/>
          </p:nvSpPr>
          <p:spPr>
            <a:xfrm>
              <a:off x="5981639" y="1624618"/>
              <a:ext cx="5832408" cy="885738"/>
            </a:xfrm>
            <a:prstGeom prst="rect">
              <a:avLst/>
            </a:prstGeom>
          </p:spPr>
          <p:txBody>
            <a:bodyPr/>
            <a:lstStyle/>
            <a:p/>
          </p:txBody>
        </p:sp>
        <p:sp>
          <p:nvSpPr>
            <p:cNvPr id="6" name="rc5"/>
            <p:cNvSpPr/>
            <p:nvPr/>
          </p:nvSpPr>
          <p:spPr>
            <a:xfrm>
              <a:off x="5981639" y="1624618"/>
              <a:ext cx="5832408" cy="885738"/>
            </a:xfrm>
            <a:prstGeom prst="rect">
              <a:avLst/>
            </a:prstGeom>
          </p:spPr>
          <p:txBody>
            <a:bodyPr/>
            <a:lstStyle/>
            <a:p/>
          </p:txBody>
        </p:sp>
        <p:sp>
          <p:nvSpPr>
            <p:cNvPr id="7" name="rc6"/>
            <p:cNvSpPr/>
            <p:nvPr/>
          </p:nvSpPr>
          <p:spPr>
            <a:xfrm>
              <a:off x="5981639" y="1741375"/>
              <a:ext cx="3017932" cy="249617"/>
            </a:xfrm>
            <a:prstGeom prst="rect">
              <a:avLst/>
            </a:prstGeom>
            <a:solidFill>
              <a:srgbClr val="081F5C">
                <a:alpha val="100000"/>
              </a:srgbClr>
            </a:solidFill>
          </p:spPr>
          <p:txBody>
            <a:bodyPr/>
            <a:lstStyle/>
            <a:p/>
          </p:txBody>
        </p:sp>
        <p:sp>
          <p:nvSpPr>
            <p:cNvPr id="8" name="rc7"/>
            <p:cNvSpPr/>
            <p:nvPr/>
          </p:nvSpPr>
          <p:spPr>
            <a:xfrm>
              <a:off x="5981639" y="2143983"/>
              <a:ext cx="2814476" cy="249617"/>
            </a:xfrm>
            <a:prstGeom prst="rect">
              <a:avLst/>
            </a:prstGeom>
            <a:solidFill>
              <a:srgbClr val="081F5C">
                <a:alpha val="100000"/>
              </a:srgbClr>
            </a:solidFill>
          </p:spPr>
          <p:txBody>
            <a:bodyPr/>
            <a:lstStyle/>
            <a:p/>
          </p:txBody>
        </p:sp>
        <p:sp>
          <p:nvSpPr>
            <p:cNvPr id="9" name="tx8"/>
            <p:cNvSpPr/>
            <p:nvPr/>
          </p:nvSpPr>
          <p:spPr>
            <a:xfrm>
              <a:off x="7288101" y="178545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0" name="tx9"/>
            <p:cNvSpPr/>
            <p:nvPr/>
          </p:nvSpPr>
          <p:spPr>
            <a:xfrm>
              <a:off x="7186373" y="218806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1" name="tx10"/>
            <p:cNvSpPr/>
            <p:nvPr/>
          </p:nvSpPr>
          <p:spPr>
            <a:xfrm>
              <a:off x="4661758" y="2213814"/>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2" name="tx11"/>
            <p:cNvSpPr/>
            <p:nvPr/>
          </p:nvSpPr>
          <p:spPr>
            <a:xfrm>
              <a:off x="4627825" y="1770944"/>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13" name="tx12"/>
            <p:cNvSpPr/>
            <p:nvPr/>
          </p:nvSpPr>
          <p:spPr>
            <a:xfrm>
              <a:off x="9936911" y="2521763"/>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14" name="Picture Placeholder 5"/>
          <p:cNvGrpSpPr/>
          <p:nvPr/>
        </p:nvGrpSpPr>
        <p:grpSpPr>
          <a:xfrm>
            <a:off x="2011680" y="2926080"/>
            <a:ext cx="9802368" cy="1417320"/>
            <a:chOff x="2011680" y="2926080"/>
            <a:chExt cx="9802368" cy="1417320"/>
          </a:xfrm>
        </p:grpSpPr>
        <p:sp>
          <p:nvSpPr>
            <p:cNvPr id="15" name="tx3"/>
            <p:cNvSpPr/>
            <p:nvPr/>
          </p:nvSpPr>
          <p:spPr>
            <a:xfrm>
              <a:off x="6184647" y="2892836"/>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16" name="rc4"/>
            <p:cNvSpPr/>
            <p:nvPr/>
          </p:nvSpPr>
          <p:spPr>
            <a:xfrm>
              <a:off x="5981639" y="3154386"/>
              <a:ext cx="5832408" cy="1122837"/>
            </a:xfrm>
            <a:prstGeom prst="rect">
              <a:avLst/>
            </a:prstGeom>
          </p:spPr>
          <p:txBody>
            <a:bodyPr/>
            <a:lstStyle/>
            <a:p/>
          </p:txBody>
        </p:sp>
        <p:sp>
          <p:nvSpPr>
            <p:cNvPr id="17" name="rc5"/>
            <p:cNvSpPr/>
            <p:nvPr/>
          </p:nvSpPr>
          <p:spPr>
            <a:xfrm>
              <a:off x="5981639" y="3154386"/>
              <a:ext cx="5832408" cy="1122837"/>
            </a:xfrm>
            <a:prstGeom prst="rect">
              <a:avLst/>
            </a:prstGeom>
          </p:spPr>
          <p:txBody>
            <a:bodyPr/>
            <a:lstStyle/>
            <a:p/>
          </p:txBody>
        </p:sp>
        <p:sp>
          <p:nvSpPr>
            <p:cNvPr id="18" name="rc6"/>
            <p:cNvSpPr/>
            <p:nvPr/>
          </p:nvSpPr>
          <p:spPr>
            <a:xfrm>
              <a:off x="5981639" y="3238408"/>
              <a:ext cx="2509292" cy="152767"/>
            </a:xfrm>
            <a:prstGeom prst="rect">
              <a:avLst/>
            </a:prstGeom>
            <a:solidFill>
              <a:srgbClr val="081F5C">
                <a:alpha val="100000"/>
              </a:srgbClr>
            </a:solidFill>
          </p:spPr>
          <p:txBody>
            <a:bodyPr/>
            <a:lstStyle/>
            <a:p/>
          </p:txBody>
        </p:sp>
        <p:sp>
          <p:nvSpPr>
            <p:cNvPr id="19" name="rc7"/>
            <p:cNvSpPr/>
            <p:nvPr/>
          </p:nvSpPr>
          <p:spPr>
            <a:xfrm>
              <a:off x="5981639" y="3505750"/>
              <a:ext cx="2712748" cy="152767"/>
            </a:xfrm>
            <a:prstGeom prst="rect">
              <a:avLst/>
            </a:prstGeom>
            <a:solidFill>
              <a:srgbClr val="081F5C">
                <a:alpha val="100000"/>
              </a:srgbClr>
            </a:solidFill>
          </p:spPr>
          <p:txBody>
            <a:bodyPr/>
            <a:lstStyle/>
            <a:p/>
          </p:txBody>
        </p:sp>
        <p:sp>
          <p:nvSpPr>
            <p:cNvPr id="20" name="rc8"/>
            <p:cNvSpPr/>
            <p:nvPr/>
          </p:nvSpPr>
          <p:spPr>
            <a:xfrm>
              <a:off x="5981639" y="3773092"/>
              <a:ext cx="474730" cy="152767"/>
            </a:xfrm>
            <a:prstGeom prst="rect">
              <a:avLst/>
            </a:prstGeom>
            <a:solidFill>
              <a:srgbClr val="081F5C">
                <a:alpha val="100000"/>
              </a:srgbClr>
            </a:solidFill>
          </p:spPr>
          <p:txBody>
            <a:bodyPr/>
            <a:lstStyle/>
            <a:p/>
          </p:txBody>
        </p:sp>
        <p:sp>
          <p:nvSpPr>
            <p:cNvPr id="21" name="rc9"/>
            <p:cNvSpPr/>
            <p:nvPr/>
          </p:nvSpPr>
          <p:spPr>
            <a:xfrm>
              <a:off x="5981639" y="4040435"/>
              <a:ext cx="135637" cy="152767"/>
            </a:xfrm>
            <a:prstGeom prst="rect">
              <a:avLst/>
            </a:prstGeom>
            <a:solidFill>
              <a:srgbClr val="081F5C">
                <a:alpha val="100000"/>
              </a:srgbClr>
            </a:solidFill>
          </p:spPr>
          <p:txBody>
            <a:bodyPr/>
            <a:lstStyle/>
            <a:p/>
          </p:txBody>
        </p:sp>
        <p:sp>
          <p:nvSpPr>
            <p:cNvPr id="22" name="tx10"/>
            <p:cNvSpPr/>
            <p:nvPr/>
          </p:nvSpPr>
          <p:spPr>
            <a:xfrm>
              <a:off x="7033780" y="323406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23" name="tx11"/>
            <p:cNvSpPr/>
            <p:nvPr/>
          </p:nvSpPr>
          <p:spPr>
            <a:xfrm>
              <a:off x="7135509" y="350140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24" name="tx12"/>
            <p:cNvSpPr/>
            <p:nvPr/>
          </p:nvSpPr>
          <p:spPr>
            <a:xfrm>
              <a:off x="6543856" y="3768751"/>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25" name="tx13"/>
            <p:cNvSpPr/>
            <p:nvPr/>
          </p:nvSpPr>
          <p:spPr>
            <a:xfrm>
              <a:off x="6204762" y="4036093"/>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26" name="tx14"/>
            <p:cNvSpPr/>
            <p:nvPr/>
          </p:nvSpPr>
          <p:spPr>
            <a:xfrm>
              <a:off x="3915831" y="4059181"/>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27" name="tx15"/>
            <p:cNvSpPr/>
            <p:nvPr/>
          </p:nvSpPr>
          <p:spPr>
            <a:xfrm>
              <a:off x="4096509" y="3780356"/>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28" name="tx16"/>
            <p:cNvSpPr/>
            <p:nvPr/>
          </p:nvSpPr>
          <p:spPr>
            <a:xfrm>
              <a:off x="4096509" y="3499647"/>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29" name="tx17"/>
            <p:cNvSpPr/>
            <p:nvPr/>
          </p:nvSpPr>
          <p:spPr>
            <a:xfrm>
              <a:off x="4096509" y="3218838"/>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sp>
          <p:nvSpPr>
            <p:cNvPr id="30" name="tx18"/>
            <p:cNvSpPr/>
            <p:nvPr/>
          </p:nvSpPr>
          <p:spPr>
            <a:xfrm>
              <a:off x="9936911" y="4253997"/>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1" name="Picture Placeholder 5"/>
          <p:cNvGrpSpPr/>
          <p:nvPr/>
        </p:nvGrpSpPr>
        <p:grpSpPr>
          <a:xfrm>
            <a:off x="2011680" y="4663440"/>
            <a:ext cx="9802368" cy="1417320"/>
            <a:chOff x="2011680" y="4663440"/>
            <a:chExt cx="9802368" cy="1417320"/>
          </a:xfrm>
        </p:grpSpPr>
        <p:sp>
          <p:nvSpPr>
            <p:cNvPr id="32" name="tx3"/>
            <p:cNvSpPr/>
            <p:nvPr/>
          </p:nvSpPr>
          <p:spPr>
            <a:xfrm>
              <a:off x="6664469" y="4654446"/>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33" name="rc4"/>
            <p:cNvSpPr/>
            <p:nvPr/>
          </p:nvSpPr>
          <p:spPr>
            <a:xfrm>
              <a:off x="5981639" y="4854126"/>
              <a:ext cx="5832408" cy="1171361"/>
            </a:xfrm>
            <a:prstGeom prst="rect">
              <a:avLst/>
            </a:prstGeom>
          </p:spPr>
          <p:txBody>
            <a:bodyPr/>
            <a:lstStyle/>
            <a:p/>
          </p:txBody>
        </p:sp>
        <p:sp>
          <p:nvSpPr>
            <p:cNvPr id="34" name="rc5"/>
            <p:cNvSpPr/>
            <p:nvPr/>
          </p:nvSpPr>
          <p:spPr>
            <a:xfrm>
              <a:off x="5981639" y="4854126"/>
              <a:ext cx="5832408" cy="1171361"/>
            </a:xfrm>
            <a:prstGeom prst="rect">
              <a:avLst/>
            </a:prstGeom>
          </p:spPr>
          <p:txBody>
            <a:bodyPr/>
            <a:lstStyle/>
            <a:p/>
          </p:txBody>
        </p:sp>
        <p:sp>
          <p:nvSpPr>
            <p:cNvPr id="35" name="rc6"/>
            <p:cNvSpPr/>
            <p:nvPr/>
          </p:nvSpPr>
          <p:spPr>
            <a:xfrm>
              <a:off x="5981639" y="4886514"/>
              <a:ext cx="746005" cy="161939"/>
            </a:xfrm>
            <a:prstGeom prst="rect">
              <a:avLst/>
            </a:prstGeom>
            <a:solidFill>
              <a:srgbClr val="081F5C">
                <a:alpha val="100000"/>
              </a:srgbClr>
            </a:solidFill>
          </p:spPr>
          <p:txBody>
            <a:bodyPr/>
            <a:lstStyle/>
            <a:p/>
          </p:txBody>
        </p:sp>
        <p:sp>
          <p:nvSpPr>
            <p:cNvPr id="36" name="rc7"/>
            <p:cNvSpPr/>
            <p:nvPr/>
          </p:nvSpPr>
          <p:spPr>
            <a:xfrm>
              <a:off x="5981639" y="5075443"/>
              <a:ext cx="644277" cy="161939"/>
            </a:xfrm>
            <a:prstGeom prst="rect">
              <a:avLst/>
            </a:prstGeom>
            <a:solidFill>
              <a:srgbClr val="081F5C">
                <a:alpha val="100000"/>
              </a:srgbClr>
            </a:solidFill>
          </p:spPr>
          <p:txBody>
            <a:bodyPr/>
            <a:lstStyle/>
            <a:p/>
          </p:txBody>
        </p:sp>
        <p:sp>
          <p:nvSpPr>
            <p:cNvPr id="37" name="rc8"/>
            <p:cNvSpPr/>
            <p:nvPr/>
          </p:nvSpPr>
          <p:spPr>
            <a:xfrm>
              <a:off x="5981639" y="5264373"/>
              <a:ext cx="1152918" cy="161939"/>
            </a:xfrm>
            <a:prstGeom prst="rect">
              <a:avLst/>
            </a:prstGeom>
            <a:solidFill>
              <a:srgbClr val="081F5C">
                <a:alpha val="100000"/>
              </a:srgbClr>
            </a:solidFill>
          </p:spPr>
          <p:txBody>
            <a:bodyPr/>
            <a:lstStyle/>
            <a:p/>
          </p:txBody>
        </p:sp>
        <p:sp>
          <p:nvSpPr>
            <p:cNvPr id="38" name="rc9"/>
            <p:cNvSpPr/>
            <p:nvPr/>
          </p:nvSpPr>
          <p:spPr>
            <a:xfrm>
              <a:off x="5981639" y="5453302"/>
              <a:ext cx="1085099" cy="161939"/>
            </a:xfrm>
            <a:prstGeom prst="rect">
              <a:avLst/>
            </a:prstGeom>
            <a:solidFill>
              <a:srgbClr val="081F5C">
                <a:alpha val="100000"/>
              </a:srgbClr>
            </a:solidFill>
          </p:spPr>
          <p:txBody>
            <a:bodyPr/>
            <a:lstStyle/>
            <a:p/>
          </p:txBody>
        </p:sp>
        <p:sp>
          <p:nvSpPr>
            <p:cNvPr id="39" name="rc10"/>
            <p:cNvSpPr/>
            <p:nvPr/>
          </p:nvSpPr>
          <p:spPr>
            <a:xfrm>
              <a:off x="5981639" y="5642231"/>
              <a:ext cx="1220736" cy="161939"/>
            </a:xfrm>
            <a:prstGeom prst="rect">
              <a:avLst/>
            </a:prstGeom>
            <a:solidFill>
              <a:srgbClr val="081F5C">
                <a:alpha val="100000"/>
              </a:srgbClr>
            </a:solidFill>
          </p:spPr>
          <p:txBody>
            <a:bodyPr/>
            <a:lstStyle/>
            <a:p/>
          </p:txBody>
        </p:sp>
        <p:sp>
          <p:nvSpPr>
            <p:cNvPr id="40" name="rc11"/>
            <p:cNvSpPr/>
            <p:nvPr/>
          </p:nvSpPr>
          <p:spPr>
            <a:xfrm>
              <a:off x="5981639" y="5831161"/>
              <a:ext cx="983371" cy="161939"/>
            </a:xfrm>
            <a:prstGeom prst="rect">
              <a:avLst/>
            </a:prstGeom>
            <a:solidFill>
              <a:srgbClr val="081F5C">
                <a:alpha val="100000"/>
              </a:srgbClr>
            </a:solidFill>
          </p:spPr>
          <p:txBody>
            <a:bodyPr/>
            <a:lstStyle/>
            <a:p/>
          </p:txBody>
        </p:sp>
        <p:sp>
          <p:nvSpPr>
            <p:cNvPr id="41" name="tx12"/>
            <p:cNvSpPr/>
            <p:nvPr/>
          </p:nvSpPr>
          <p:spPr>
            <a:xfrm>
              <a:off x="6815130" y="488675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42" name="tx13"/>
            <p:cNvSpPr/>
            <p:nvPr/>
          </p:nvSpPr>
          <p:spPr>
            <a:xfrm>
              <a:off x="6713402" y="507568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43" name="tx14"/>
            <p:cNvSpPr/>
            <p:nvPr/>
          </p:nvSpPr>
          <p:spPr>
            <a:xfrm>
              <a:off x="6355593" y="526461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44" name="tx15"/>
            <p:cNvSpPr/>
            <p:nvPr/>
          </p:nvSpPr>
          <p:spPr>
            <a:xfrm>
              <a:off x="6321684" y="545354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45" name="tx16"/>
            <p:cNvSpPr/>
            <p:nvPr/>
          </p:nvSpPr>
          <p:spPr>
            <a:xfrm>
              <a:off x="6389503" y="564247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46" name="tx17"/>
            <p:cNvSpPr/>
            <p:nvPr/>
          </p:nvSpPr>
          <p:spPr>
            <a:xfrm>
              <a:off x="6270820" y="583140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47" name="tx18"/>
            <p:cNvSpPr/>
            <p:nvPr/>
          </p:nvSpPr>
          <p:spPr>
            <a:xfrm>
              <a:off x="4367872" y="5850285"/>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48" name="tx19"/>
            <p:cNvSpPr/>
            <p:nvPr/>
          </p:nvSpPr>
          <p:spPr>
            <a:xfrm>
              <a:off x="4356759" y="5657539"/>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49" name="tx20"/>
            <p:cNvSpPr/>
            <p:nvPr/>
          </p:nvSpPr>
          <p:spPr>
            <a:xfrm>
              <a:off x="4413016" y="5459732"/>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50" name="tx21"/>
            <p:cNvSpPr/>
            <p:nvPr/>
          </p:nvSpPr>
          <p:spPr>
            <a:xfrm>
              <a:off x="4300304" y="5226901"/>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51" name="tx22"/>
            <p:cNvSpPr/>
            <p:nvPr/>
          </p:nvSpPr>
          <p:spPr>
            <a:xfrm>
              <a:off x="4548549" y="5069179"/>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52" name="tx23"/>
            <p:cNvSpPr/>
            <p:nvPr/>
          </p:nvSpPr>
          <p:spPr>
            <a:xfrm>
              <a:off x="4447346" y="4861947"/>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53" name="tx24"/>
            <p:cNvSpPr/>
            <p:nvPr/>
          </p:nvSpPr>
          <p:spPr>
            <a:xfrm>
              <a:off x="9936911" y="5995174"/>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54" name="Content Placeholder 5"/>
          <p:cNvGrpSpPr/>
          <p:nvPr/>
        </p:nvGrpSpPr>
        <p:grpSpPr>
          <a:xfrm>
            <a:off x="502920" y="2834640"/>
            <a:ext cx="1234440" cy="1234440"/>
            <a:chOff x="502920" y="2834640"/>
            <a:chExt cx="1234440" cy="1234440"/>
          </a:xfrm>
        </p:grpSpPr>
        <p:sp>
          <p:nvSpPr>
            <p:cNvPr id="55" name="rc3"/>
            <p:cNvSpPr/>
            <p:nvPr/>
          </p:nvSpPr>
          <p:spPr>
            <a:xfrm>
              <a:off x="502920" y="2834640"/>
              <a:ext cx="1234440" cy="1234440"/>
            </a:xfrm>
            <a:prstGeom prst="rect">
              <a:avLst/>
            </a:prstGeom>
          </p:spPr>
          <p:txBody>
            <a:bodyPr/>
            <a:lstStyle/>
            <a:p/>
          </p:txBody>
        </p:sp>
        <p:sp>
          <p:nvSpPr>
            <p:cNvPr id="56" name="rc4"/>
            <p:cNvSpPr/>
            <p:nvPr/>
          </p:nvSpPr>
          <p:spPr>
            <a:xfrm>
              <a:off x="502920" y="2834640"/>
              <a:ext cx="1234440" cy="1234440"/>
            </a:xfrm>
            <a:prstGeom prst="rect">
              <a:avLst/>
            </a:prstGeom>
          </p:spPr>
          <p:txBody>
            <a:bodyPr/>
            <a:lstStyle/>
            <a:p/>
          </p:txBody>
        </p:sp>
        <p:pic>
          <p:nvPicPr>
            <p:cNvPr id="57" name="pic5"/>
            <p:cNvPicPr/>
            <p:nvPr/>
          </p:nvPicPr>
          <p:blipFill>
            <a:blip r:embed="rId2" cstate="print"/>
            <a:stretch>
              <a:fillRect/>
            </a:stretch>
          </p:blipFill>
          <p:spPr>
            <a:xfrm>
              <a:off x="502920" y="2834640"/>
              <a:ext cx="1234440" cy="1234440"/>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3 GRÁFICOS POBLACIÓN CORONA (P_SLIDE_3_GRAFICOS_POBLACION_CORONA)</a:t>
            </a:r>
          </a:p>
        </p:txBody>
      </p:sp>
      <p:grpSp xmlns:pic="http://schemas.openxmlformats.org/drawingml/2006/picture">
        <p:nvGrpSpPr>
          <p:cNvPr id="3" name="Picture Placeholder 5"/>
          <p:cNvGrpSpPr/>
          <p:nvPr/>
        </p:nvGrpSpPr>
        <p:grpSpPr>
          <a:xfrm>
            <a:off x="461772" y="1212494"/>
            <a:ext cx="4206240" cy="2011680"/>
            <a:chOff x="461772" y="1212494"/>
            <a:chExt cx="4206240" cy="2011680"/>
          </a:xfrm>
        </p:grpSpPr>
        <p:sp>
          <p:nvSpPr>
            <p:cNvPr id="4" name="tx3"/>
            <p:cNvSpPr/>
            <p:nvPr/>
          </p:nvSpPr>
          <p:spPr>
            <a:xfrm>
              <a:off x="2253655" y="1205671"/>
              <a:ext cx="622473" cy="131613"/>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Género</a:t>
              </a:r>
            </a:p>
          </p:txBody>
        </p:sp>
        <p:sp>
          <p:nvSpPr>
            <p:cNvPr id="5" name="rc4"/>
            <p:cNvSpPr/>
            <p:nvPr/>
          </p:nvSpPr>
          <p:spPr>
            <a:xfrm>
              <a:off x="1719986" y="1373428"/>
              <a:ext cx="1689811" cy="1689811"/>
            </a:xfrm>
            <a:prstGeom prst="rect">
              <a:avLst/>
            </a:prstGeom>
          </p:spPr>
          <p:txBody>
            <a:bodyPr/>
            <a:lstStyle/>
            <a:p/>
          </p:txBody>
        </p:sp>
        <p:sp>
          <p:nvSpPr>
            <p:cNvPr id="6" name="rc5"/>
            <p:cNvSpPr/>
            <p:nvPr/>
          </p:nvSpPr>
          <p:spPr>
            <a:xfrm>
              <a:off x="1719986" y="1373428"/>
              <a:ext cx="1689811" cy="1689811"/>
            </a:xfrm>
            <a:prstGeom prst="rect">
              <a:avLst/>
            </a:prstGeom>
          </p:spPr>
          <p:txBody>
            <a:bodyPr/>
            <a:lstStyle/>
            <a:p/>
          </p:txBody>
        </p:sp>
        <p:sp>
          <p:nvSpPr>
            <p:cNvPr id="7" name="pg6"/>
            <p:cNvSpPr/>
            <p:nvPr/>
          </p:nvSpPr>
          <p:spPr>
            <a:xfrm>
              <a:off x="2564891" y="1542409"/>
              <a:ext cx="675919" cy="1347794"/>
            </a:xfrm>
            <a:custGeom>
              <a:avLst/>
              <a:pathLst>
                <a:path w="675919" h="1347794">
                  <a:moveTo>
                    <a:pt x="0" y="675924"/>
                  </a:moveTo>
                  <a:lnTo>
                    <a:pt x="2549" y="699092"/>
                  </a:lnTo>
                  <a:lnTo>
                    <a:pt x="5098" y="722260"/>
                  </a:lnTo>
                  <a:lnTo>
                    <a:pt x="7647" y="745428"/>
                  </a:lnTo>
                  <a:lnTo>
                    <a:pt x="10196" y="768596"/>
                  </a:lnTo>
                  <a:lnTo>
                    <a:pt x="12745" y="791764"/>
                  </a:lnTo>
                  <a:lnTo>
                    <a:pt x="15295" y="814931"/>
                  </a:lnTo>
                  <a:lnTo>
                    <a:pt x="17844" y="838099"/>
                  </a:lnTo>
                  <a:lnTo>
                    <a:pt x="20393" y="861267"/>
                  </a:lnTo>
                  <a:lnTo>
                    <a:pt x="22942" y="884435"/>
                  </a:lnTo>
                  <a:lnTo>
                    <a:pt x="25491" y="907603"/>
                  </a:lnTo>
                  <a:lnTo>
                    <a:pt x="28041" y="930771"/>
                  </a:lnTo>
                  <a:lnTo>
                    <a:pt x="30590" y="953939"/>
                  </a:lnTo>
                  <a:lnTo>
                    <a:pt x="33139" y="977107"/>
                  </a:lnTo>
                  <a:lnTo>
                    <a:pt x="35688" y="1000275"/>
                  </a:lnTo>
                  <a:lnTo>
                    <a:pt x="38237" y="1023443"/>
                  </a:lnTo>
                  <a:lnTo>
                    <a:pt x="40787" y="1046611"/>
                  </a:lnTo>
                  <a:lnTo>
                    <a:pt x="43336" y="1069779"/>
                  </a:lnTo>
                  <a:lnTo>
                    <a:pt x="45885" y="1092946"/>
                  </a:lnTo>
                  <a:lnTo>
                    <a:pt x="48434" y="1116114"/>
                  </a:lnTo>
                  <a:lnTo>
                    <a:pt x="50983" y="1139282"/>
                  </a:lnTo>
                  <a:lnTo>
                    <a:pt x="53533" y="1162450"/>
                  </a:lnTo>
                  <a:lnTo>
                    <a:pt x="56082" y="1185618"/>
                  </a:lnTo>
                  <a:lnTo>
                    <a:pt x="58631" y="1208786"/>
                  </a:lnTo>
                  <a:lnTo>
                    <a:pt x="61180" y="1231954"/>
                  </a:lnTo>
                  <a:lnTo>
                    <a:pt x="63729" y="1255122"/>
                  </a:lnTo>
                  <a:lnTo>
                    <a:pt x="66279" y="1278290"/>
                  </a:lnTo>
                  <a:lnTo>
                    <a:pt x="68828" y="1301458"/>
                  </a:lnTo>
                  <a:lnTo>
                    <a:pt x="71377" y="1324626"/>
                  </a:lnTo>
                  <a:lnTo>
                    <a:pt x="73926" y="1347794"/>
                  </a:lnTo>
                  <a:lnTo>
                    <a:pt x="96768" y="1344886"/>
                  </a:lnTo>
                  <a:lnTo>
                    <a:pt x="119497" y="1341202"/>
                  </a:lnTo>
                  <a:lnTo>
                    <a:pt x="142088" y="1336745"/>
                  </a:lnTo>
                  <a:lnTo>
                    <a:pt x="164513" y="1331522"/>
                  </a:lnTo>
                  <a:lnTo>
                    <a:pt x="186748" y="1325538"/>
                  </a:lnTo>
                  <a:lnTo>
                    <a:pt x="208766" y="1318801"/>
                  </a:lnTo>
                  <a:lnTo>
                    <a:pt x="230542" y="1311317"/>
                  </a:lnTo>
                  <a:lnTo>
                    <a:pt x="252050" y="1303096"/>
                  </a:lnTo>
                  <a:lnTo>
                    <a:pt x="273266" y="1294147"/>
                  </a:lnTo>
                  <a:lnTo>
                    <a:pt x="294165" y="1284480"/>
                  </a:lnTo>
                  <a:lnTo>
                    <a:pt x="314722" y="1274108"/>
                  </a:lnTo>
                  <a:lnTo>
                    <a:pt x="334914" y="1263041"/>
                  </a:lnTo>
                  <a:lnTo>
                    <a:pt x="354717" y="1251293"/>
                  </a:lnTo>
                  <a:lnTo>
                    <a:pt x="374109" y="1238877"/>
                  </a:lnTo>
                  <a:lnTo>
                    <a:pt x="393067" y="1225808"/>
                  </a:lnTo>
                  <a:lnTo>
                    <a:pt x="411568" y="1212101"/>
                  </a:lnTo>
                  <a:lnTo>
                    <a:pt x="429592" y="1197771"/>
                  </a:lnTo>
                  <a:lnTo>
                    <a:pt x="447117" y="1182836"/>
                  </a:lnTo>
                  <a:lnTo>
                    <a:pt x="464123" y="1167313"/>
                  </a:lnTo>
                  <a:lnTo>
                    <a:pt x="480591" y="1151219"/>
                  </a:lnTo>
                  <a:lnTo>
                    <a:pt x="496501" y="1134574"/>
                  </a:lnTo>
                  <a:lnTo>
                    <a:pt x="511835" y="1117397"/>
                  </a:lnTo>
                  <a:lnTo>
                    <a:pt x="526575" y="1099707"/>
                  </a:lnTo>
                  <a:lnTo>
                    <a:pt x="540704" y="1081525"/>
                  </a:lnTo>
                  <a:lnTo>
                    <a:pt x="554206" y="1062873"/>
                  </a:lnTo>
                  <a:lnTo>
                    <a:pt x="567064" y="1043772"/>
                  </a:lnTo>
                  <a:lnTo>
                    <a:pt x="579264" y="1024244"/>
                  </a:lnTo>
                  <a:lnTo>
                    <a:pt x="590792" y="1004311"/>
                  </a:lnTo>
                  <a:lnTo>
                    <a:pt x="601634" y="983998"/>
                  </a:lnTo>
                  <a:lnTo>
                    <a:pt x="611778" y="963327"/>
                  </a:lnTo>
                  <a:lnTo>
                    <a:pt x="621213" y="942322"/>
                  </a:lnTo>
                  <a:lnTo>
                    <a:pt x="629926" y="921009"/>
                  </a:lnTo>
                  <a:lnTo>
                    <a:pt x="637908" y="899411"/>
                  </a:lnTo>
                  <a:lnTo>
                    <a:pt x="645150" y="877553"/>
                  </a:lnTo>
                  <a:lnTo>
                    <a:pt x="651644" y="855462"/>
                  </a:lnTo>
                  <a:lnTo>
                    <a:pt x="657381" y="833162"/>
                  </a:lnTo>
                  <a:lnTo>
                    <a:pt x="662355" y="810680"/>
                  </a:lnTo>
                  <a:lnTo>
                    <a:pt x="666560" y="788042"/>
                  </a:lnTo>
                  <a:lnTo>
                    <a:pt x="669993" y="765273"/>
                  </a:lnTo>
                  <a:lnTo>
                    <a:pt x="672647" y="742400"/>
                  </a:lnTo>
                  <a:lnTo>
                    <a:pt x="674521" y="719451"/>
                  </a:lnTo>
                  <a:lnTo>
                    <a:pt x="675612" y="696451"/>
                  </a:lnTo>
                  <a:lnTo>
                    <a:pt x="675919" y="673427"/>
                  </a:lnTo>
                  <a:lnTo>
                    <a:pt x="675442" y="650406"/>
                  </a:lnTo>
                  <a:lnTo>
                    <a:pt x="674181" y="627415"/>
                  </a:lnTo>
                  <a:lnTo>
                    <a:pt x="672138" y="604480"/>
                  </a:lnTo>
                  <a:lnTo>
                    <a:pt x="669314" y="581628"/>
                  </a:lnTo>
                  <a:lnTo>
                    <a:pt x="665714" y="558885"/>
                  </a:lnTo>
                  <a:lnTo>
                    <a:pt x="661341" y="536278"/>
                  </a:lnTo>
                  <a:lnTo>
                    <a:pt x="656201" y="513833"/>
                  </a:lnTo>
                  <a:lnTo>
                    <a:pt x="650299" y="491576"/>
                  </a:lnTo>
                  <a:lnTo>
                    <a:pt x="643643" y="469534"/>
                  </a:lnTo>
                  <a:lnTo>
                    <a:pt x="636240" y="447730"/>
                  </a:lnTo>
                  <a:lnTo>
                    <a:pt x="628098" y="426192"/>
                  </a:lnTo>
                  <a:lnTo>
                    <a:pt x="619227" y="404943"/>
                  </a:lnTo>
                  <a:lnTo>
                    <a:pt x="609638" y="384009"/>
                  </a:lnTo>
                  <a:lnTo>
                    <a:pt x="599342" y="363414"/>
                  </a:lnTo>
                  <a:lnTo>
                    <a:pt x="588350" y="343181"/>
                  </a:lnTo>
                  <a:lnTo>
                    <a:pt x="576675" y="323334"/>
                  </a:lnTo>
                  <a:lnTo>
                    <a:pt x="564331" y="303897"/>
                  </a:lnTo>
                  <a:lnTo>
                    <a:pt x="551332" y="284891"/>
                  </a:lnTo>
                  <a:lnTo>
                    <a:pt x="537693" y="266339"/>
                  </a:lnTo>
                  <a:lnTo>
                    <a:pt x="523430" y="248262"/>
                  </a:lnTo>
                  <a:lnTo>
                    <a:pt x="508560" y="230682"/>
                  </a:lnTo>
                  <a:lnTo>
                    <a:pt x="493099" y="213618"/>
                  </a:lnTo>
                  <a:lnTo>
                    <a:pt x="477067" y="197091"/>
                  </a:lnTo>
                  <a:lnTo>
                    <a:pt x="460480" y="181120"/>
                  </a:lnTo>
                  <a:lnTo>
                    <a:pt x="443360" y="165722"/>
                  </a:lnTo>
                  <a:lnTo>
                    <a:pt x="425725" y="150917"/>
                  </a:lnTo>
                  <a:lnTo>
                    <a:pt x="407595" y="136721"/>
                  </a:lnTo>
                  <a:lnTo>
                    <a:pt x="388993" y="123151"/>
                  </a:lnTo>
                  <a:lnTo>
                    <a:pt x="369940" y="110222"/>
                  </a:lnTo>
                  <a:lnTo>
                    <a:pt x="350457" y="97950"/>
                  </a:lnTo>
                  <a:lnTo>
                    <a:pt x="330567" y="86349"/>
                  </a:lnTo>
                  <a:lnTo>
                    <a:pt x="310294" y="75431"/>
                  </a:lnTo>
                  <a:lnTo>
                    <a:pt x="289660" y="65211"/>
                  </a:lnTo>
                  <a:lnTo>
                    <a:pt x="268691" y="55699"/>
                  </a:lnTo>
                  <a:lnTo>
                    <a:pt x="247410" y="46907"/>
                  </a:lnTo>
                  <a:lnTo>
                    <a:pt x="225841" y="38845"/>
                  </a:lnTo>
                  <a:lnTo>
                    <a:pt x="204011" y="31522"/>
                  </a:lnTo>
                  <a:lnTo>
                    <a:pt x="181944" y="24948"/>
                  </a:lnTo>
                  <a:lnTo>
                    <a:pt x="159665" y="19128"/>
                  </a:lnTo>
                  <a:lnTo>
                    <a:pt x="137202" y="14071"/>
                  </a:lnTo>
                  <a:lnTo>
                    <a:pt x="114579" y="9782"/>
                  </a:lnTo>
                  <a:lnTo>
                    <a:pt x="91823" y="6266"/>
                  </a:lnTo>
                  <a:lnTo>
                    <a:pt x="68960" y="3527"/>
                  </a:lnTo>
                  <a:lnTo>
                    <a:pt x="46018" y="1568"/>
                  </a:lnTo>
                  <a:lnTo>
                    <a:pt x="23022" y="392"/>
                  </a:lnTo>
                  <a:lnTo>
                    <a:pt x="0" y="0"/>
                  </a:lnTo>
                  <a:lnTo>
                    <a:pt x="0" y="23307"/>
                  </a:lnTo>
                  <a:lnTo>
                    <a:pt x="0" y="46615"/>
                  </a:lnTo>
                  <a:lnTo>
                    <a:pt x="0" y="69923"/>
                  </a:lnTo>
                  <a:lnTo>
                    <a:pt x="0" y="93230"/>
                  </a:lnTo>
                  <a:lnTo>
                    <a:pt x="0" y="116538"/>
                  </a:lnTo>
                  <a:lnTo>
                    <a:pt x="0" y="139846"/>
                  </a:lnTo>
                  <a:lnTo>
                    <a:pt x="0" y="163154"/>
                  </a:lnTo>
                  <a:lnTo>
                    <a:pt x="0" y="186461"/>
                  </a:lnTo>
                  <a:lnTo>
                    <a:pt x="0" y="209769"/>
                  </a:lnTo>
                  <a:lnTo>
                    <a:pt x="0" y="233077"/>
                  </a:lnTo>
                  <a:lnTo>
                    <a:pt x="0" y="256385"/>
                  </a:lnTo>
                  <a:lnTo>
                    <a:pt x="0" y="279692"/>
                  </a:lnTo>
                  <a:lnTo>
                    <a:pt x="0" y="303000"/>
                  </a:lnTo>
                  <a:lnTo>
                    <a:pt x="0" y="326308"/>
                  </a:lnTo>
                  <a:lnTo>
                    <a:pt x="0" y="349616"/>
                  </a:lnTo>
                  <a:lnTo>
                    <a:pt x="0" y="372923"/>
                  </a:lnTo>
                  <a:lnTo>
                    <a:pt x="0" y="396231"/>
                  </a:lnTo>
                  <a:lnTo>
                    <a:pt x="0" y="419539"/>
                  </a:lnTo>
                  <a:lnTo>
                    <a:pt x="0" y="442847"/>
                  </a:lnTo>
                  <a:lnTo>
                    <a:pt x="0" y="466154"/>
                  </a:lnTo>
                  <a:lnTo>
                    <a:pt x="0" y="489462"/>
                  </a:lnTo>
                  <a:lnTo>
                    <a:pt x="0" y="512770"/>
                  </a:lnTo>
                  <a:lnTo>
                    <a:pt x="0" y="536078"/>
                  </a:lnTo>
                  <a:lnTo>
                    <a:pt x="0" y="559385"/>
                  </a:lnTo>
                  <a:lnTo>
                    <a:pt x="0" y="582693"/>
                  </a:lnTo>
                  <a:lnTo>
                    <a:pt x="0" y="606001"/>
                  </a:lnTo>
                  <a:lnTo>
                    <a:pt x="0" y="629308"/>
                  </a:lnTo>
                  <a:lnTo>
                    <a:pt x="0" y="652616"/>
                  </a:lnTo>
                  <a:close/>
                </a:path>
              </a:pathLst>
            </a:custGeom>
            <a:solidFill>
              <a:srgbClr val="0B4F8C">
                <a:alpha val="100000"/>
              </a:srgbClr>
            </a:solidFill>
          </p:spPr>
          <p:txBody>
            <a:bodyPr/>
            <a:lstStyle/>
            <a:p/>
          </p:txBody>
        </p:sp>
        <p:sp>
          <p:nvSpPr>
            <p:cNvPr id="8" name="pg7"/>
            <p:cNvSpPr/>
            <p:nvPr/>
          </p:nvSpPr>
          <p:spPr>
            <a:xfrm>
              <a:off x="1889024" y="1542409"/>
              <a:ext cx="749794" cy="1351827"/>
            </a:xfrm>
            <a:custGeom>
              <a:avLst/>
              <a:pathLst>
                <a:path w="749794" h="1351827">
                  <a:moveTo>
                    <a:pt x="675867" y="675924"/>
                  </a:moveTo>
                  <a:lnTo>
                    <a:pt x="675867" y="652616"/>
                  </a:lnTo>
                  <a:lnTo>
                    <a:pt x="675867" y="629308"/>
                  </a:lnTo>
                  <a:lnTo>
                    <a:pt x="675867" y="606001"/>
                  </a:lnTo>
                  <a:lnTo>
                    <a:pt x="675867" y="582693"/>
                  </a:lnTo>
                  <a:lnTo>
                    <a:pt x="675867" y="559385"/>
                  </a:lnTo>
                  <a:lnTo>
                    <a:pt x="675867" y="536078"/>
                  </a:lnTo>
                  <a:lnTo>
                    <a:pt x="675867" y="512770"/>
                  </a:lnTo>
                  <a:lnTo>
                    <a:pt x="675867" y="489462"/>
                  </a:lnTo>
                  <a:lnTo>
                    <a:pt x="675867" y="466154"/>
                  </a:lnTo>
                  <a:lnTo>
                    <a:pt x="675867" y="442847"/>
                  </a:lnTo>
                  <a:lnTo>
                    <a:pt x="675867" y="419539"/>
                  </a:lnTo>
                  <a:lnTo>
                    <a:pt x="675867" y="396231"/>
                  </a:lnTo>
                  <a:lnTo>
                    <a:pt x="675867" y="372923"/>
                  </a:lnTo>
                  <a:lnTo>
                    <a:pt x="675867" y="349616"/>
                  </a:lnTo>
                  <a:lnTo>
                    <a:pt x="675867" y="326308"/>
                  </a:lnTo>
                  <a:lnTo>
                    <a:pt x="675867" y="303000"/>
                  </a:lnTo>
                  <a:lnTo>
                    <a:pt x="675867" y="279692"/>
                  </a:lnTo>
                  <a:lnTo>
                    <a:pt x="675867" y="256385"/>
                  </a:lnTo>
                  <a:lnTo>
                    <a:pt x="675867" y="233077"/>
                  </a:lnTo>
                  <a:lnTo>
                    <a:pt x="675867" y="209769"/>
                  </a:lnTo>
                  <a:lnTo>
                    <a:pt x="675867" y="186461"/>
                  </a:lnTo>
                  <a:lnTo>
                    <a:pt x="675867" y="163154"/>
                  </a:lnTo>
                  <a:lnTo>
                    <a:pt x="675867" y="139846"/>
                  </a:lnTo>
                  <a:lnTo>
                    <a:pt x="675867" y="116538"/>
                  </a:lnTo>
                  <a:lnTo>
                    <a:pt x="675867" y="93230"/>
                  </a:lnTo>
                  <a:lnTo>
                    <a:pt x="675867" y="69923"/>
                  </a:lnTo>
                  <a:lnTo>
                    <a:pt x="675867" y="46615"/>
                  </a:lnTo>
                  <a:lnTo>
                    <a:pt x="675867" y="23307"/>
                  </a:lnTo>
                  <a:lnTo>
                    <a:pt x="675867" y="0"/>
                  </a:lnTo>
                  <a:lnTo>
                    <a:pt x="652981" y="387"/>
                  </a:lnTo>
                  <a:lnTo>
                    <a:pt x="630120" y="1549"/>
                  </a:lnTo>
                  <a:lnTo>
                    <a:pt x="607312" y="3485"/>
                  </a:lnTo>
                  <a:lnTo>
                    <a:pt x="584582" y="6192"/>
                  </a:lnTo>
                  <a:lnTo>
                    <a:pt x="561958" y="9667"/>
                  </a:lnTo>
                  <a:lnTo>
                    <a:pt x="539463" y="13906"/>
                  </a:lnTo>
                  <a:lnTo>
                    <a:pt x="517126" y="18904"/>
                  </a:lnTo>
                  <a:lnTo>
                    <a:pt x="494970" y="24656"/>
                  </a:lnTo>
                  <a:lnTo>
                    <a:pt x="473022" y="31155"/>
                  </a:lnTo>
                  <a:lnTo>
                    <a:pt x="451306" y="38393"/>
                  </a:lnTo>
                  <a:lnTo>
                    <a:pt x="429848" y="46362"/>
                  </a:lnTo>
                  <a:lnTo>
                    <a:pt x="408672" y="55053"/>
                  </a:lnTo>
                  <a:lnTo>
                    <a:pt x="387803" y="64456"/>
                  </a:lnTo>
                  <a:lnTo>
                    <a:pt x="367264" y="74561"/>
                  </a:lnTo>
                  <a:lnTo>
                    <a:pt x="347078" y="85355"/>
                  </a:lnTo>
                  <a:lnTo>
                    <a:pt x="327270" y="96826"/>
                  </a:lnTo>
                  <a:lnTo>
                    <a:pt x="307862" y="108962"/>
                  </a:lnTo>
                  <a:lnTo>
                    <a:pt x="288876" y="121748"/>
                  </a:lnTo>
                  <a:lnTo>
                    <a:pt x="270333" y="135169"/>
                  </a:lnTo>
                  <a:lnTo>
                    <a:pt x="252256" y="149211"/>
                  </a:lnTo>
                  <a:lnTo>
                    <a:pt x="234664" y="163856"/>
                  </a:lnTo>
                  <a:lnTo>
                    <a:pt x="217578" y="179089"/>
                  </a:lnTo>
                  <a:lnTo>
                    <a:pt x="201018" y="194891"/>
                  </a:lnTo>
                  <a:lnTo>
                    <a:pt x="185003" y="211246"/>
                  </a:lnTo>
                  <a:lnTo>
                    <a:pt x="169550" y="228133"/>
                  </a:lnTo>
                  <a:lnTo>
                    <a:pt x="154678" y="245533"/>
                  </a:lnTo>
                  <a:lnTo>
                    <a:pt x="140404" y="263428"/>
                  </a:lnTo>
                  <a:lnTo>
                    <a:pt x="126744" y="281795"/>
                  </a:lnTo>
                  <a:lnTo>
                    <a:pt x="113714" y="300614"/>
                  </a:lnTo>
                  <a:lnTo>
                    <a:pt x="101328" y="319864"/>
                  </a:lnTo>
                  <a:lnTo>
                    <a:pt x="89602" y="339522"/>
                  </a:lnTo>
                  <a:lnTo>
                    <a:pt x="78547" y="359566"/>
                  </a:lnTo>
                  <a:lnTo>
                    <a:pt x="68178" y="379973"/>
                  </a:lnTo>
                  <a:lnTo>
                    <a:pt x="58505" y="400719"/>
                  </a:lnTo>
                  <a:lnTo>
                    <a:pt x="49541" y="421780"/>
                  </a:lnTo>
                  <a:lnTo>
                    <a:pt x="41295" y="443134"/>
                  </a:lnTo>
                  <a:lnTo>
                    <a:pt x="33776" y="464754"/>
                  </a:lnTo>
                  <a:lnTo>
                    <a:pt x="26994" y="486616"/>
                  </a:lnTo>
                  <a:lnTo>
                    <a:pt x="20956" y="508695"/>
                  </a:lnTo>
                  <a:lnTo>
                    <a:pt x="15669" y="530967"/>
                  </a:lnTo>
                  <a:lnTo>
                    <a:pt x="11140" y="553404"/>
                  </a:lnTo>
                  <a:lnTo>
                    <a:pt x="7372" y="575982"/>
                  </a:lnTo>
                  <a:lnTo>
                    <a:pt x="4372" y="598675"/>
                  </a:lnTo>
                  <a:lnTo>
                    <a:pt x="2141" y="621456"/>
                  </a:lnTo>
                  <a:lnTo>
                    <a:pt x="683" y="644299"/>
                  </a:lnTo>
                  <a:lnTo>
                    <a:pt x="0" y="667179"/>
                  </a:lnTo>
                  <a:lnTo>
                    <a:pt x="91" y="690069"/>
                  </a:lnTo>
                  <a:lnTo>
                    <a:pt x="957" y="712943"/>
                  </a:lnTo>
                  <a:lnTo>
                    <a:pt x="2598" y="735774"/>
                  </a:lnTo>
                  <a:lnTo>
                    <a:pt x="5010" y="758537"/>
                  </a:lnTo>
                  <a:lnTo>
                    <a:pt x="8192" y="781205"/>
                  </a:lnTo>
                  <a:lnTo>
                    <a:pt x="12140" y="803752"/>
                  </a:lnTo>
                  <a:lnTo>
                    <a:pt x="16849" y="826152"/>
                  </a:lnTo>
                  <a:lnTo>
                    <a:pt x="22314" y="848380"/>
                  </a:lnTo>
                  <a:lnTo>
                    <a:pt x="28528" y="870411"/>
                  </a:lnTo>
                  <a:lnTo>
                    <a:pt x="35484" y="892218"/>
                  </a:lnTo>
                  <a:lnTo>
                    <a:pt x="43175" y="913778"/>
                  </a:lnTo>
                  <a:lnTo>
                    <a:pt x="51592" y="935064"/>
                  </a:lnTo>
                  <a:lnTo>
                    <a:pt x="60724" y="956054"/>
                  </a:lnTo>
                  <a:lnTo>
                    <a:pt x="70562" y="976722"/>
                  </a:lnTo>
                  <a:lnTo>
                    <a:pt x="81094" y="997045"/>
                  </a:lnTo>
                  <a:lnTo>
                    <a:pt x="92308" y="1017000"/>
                  </a:lnTo>
                  <a:lnTo>
                    <a:pt x="104192" y="1036564"/>
                  </a:lnTo>
                  <a:lnTo>
                    <a:pt x="116731" y="1055714"/>
                  </a:lnTo>
                  <a:lnTo>
                    <a:pt x="129911" y="1074428"/>
                  </a:lnTo>
                  <a:lnTo>
                    <a:pt x="143718" y="1092686"/>
                  </a:lnTo>
                  <a:lnTo>
                    <a:pt x="158134" y="1110466"/>
                  </a:lnTo>
                  <a:lnTo>
                    <a:pt x="173145" y="1127747"/>
                  </a:lnTo>
                  <a:lnTo>
                    <a:pt x="188732" y="1144510"/>
                  </a:lnTo>
                  <a:lnTo>
                    <a:pt x="204877" y="1160736"/>
                  </a:lnTo>
                  <a:lnTo>
                    <a:pt x="221563" y="1176405"/>
                  </a:lnTo>
                  <a:lnTo>
                    <a:pt x="238770" y="1191501"/>
                  </a:lnTo>
                  <a:lnTo>
                    <a:pt x="256478" y="1206006"/>
                  </a:lnTo>
                  <a:lnTo>
                    <a:pt x="274667" y="1219902"/>
                  </a:lnTo>
                  <a:lnTo>
                    <a:pt x="293316" y="1233175"/>
                  </a:lnTo>
                  <a:lnTo>
                    <a:pt x="312404" y="1245809"/>
                  </a:lnTo>
                  <a:lnTo>
                    <a:pt x="331909" y="1257789"/>
                  </a:lnTo>
                  <a:lnTo>
                    <a:pt x="351808" y="1269101"/>
                  </a:lnTo>
                  <a:lnTo>
                    <a:pt x="372079" y="1279734"/>
                  </a:lnTo>
                  <a:lnTo>
                    <a:pt x="392698" y="1289674"/>
                  </a:lnTo>
                  <a:lnTo>
                    <a:pt x="413642" y="1298910"/>
                  </a:lnTo>
                  <a:lnTo>
                    <a:pt x="434887" y="1307432"/>
                  </a:lnTo>
                  <a:lnTo>
                    <a:pt x="456408" y="1315229"/>
                  </a:lnTo>
                  <a:lnTo>
                    <a:pt x="478181" y="1322294"/>
                  </a:lnTo>
                  <a:lnTo>
                    <a:pt x="500180" y="1328617"/>
                  </a:lnTo>
                  <a:lnTo>
                    <a:pt x="522381" y="1334191"/>
                  </a:lnTo>
                  <a:lnTo>
                    <a:pt x="544758" y="1339011"/>
                  </a:lnTo>
                  <a:lnTo>
                    <a:pt x="567285" y="1343070"/>
                  </a:lnTo>
                  <a:lnTo>
                    <a:pt x="589937" y="1346364"/>
                  </a:lnTo>
                  <a:lnTo>
                    <a:pt x="612687" y="1348889"/>
                  </a:lnTo>
                  <a:lnTo>
                    <a:pt x="635510" y="1350643"/>
                  </a:lnTo>
                  <a:lnTo>
                    <a:pt x="658379" y="1351622"/>
                  </a:lnTo>
                  <a:lnTo>
                    <a:pt x="681269" y="1351827"/>
                  </a:lnTo>
                  <a:lnTo>
                    <a:pt x="704152" y="1351256"/>
                  </a:lnTo>
                  <a:lnTo>
                    <a:pt x="727002" y="1349911"/>
                  </a:lnTo>
                  <a:lnTo>
                    <a:pt x="749794" y="1347794"/>
                  </a:lnTo>
                  <a:lnTo>
                    <a:pt x="747245" y="1324626"/>
                  </a:lnTo>
                  <a:lnTo>
                    <a:pt x="744696" y="1301458"/>
                  </a:lnTo>
                  <a:lnTo>
                    <a:pt x="742147" y="1278290"/>
                  </a:lnTo>
                  <a:lnTo>
                    <a:pt x="739597" y="1255122"/>
                  </a:lnTo>
                  <a:lnTo>
                    <a:pt x="737048" y="1231954"/>
                  </a:lnTo>
                  <a:lnTo>
                    <a:pt x="734499" y="1208786"/>
                  </a:lnTo>
                  <a:lnTo>
                    <a:pt x="731950" y="1185618"/>
                  </a:lnTo>
                  <a:lnTo>
                    <a:pt x="729401" y="1162450"/>
                  </a:lnTo>
                  <a:lnTo>
                    <a:pt x="726851" y="1139282"/>
                  </a:lnTo>
                  <a:lnTo>
                    <a:pt x="724302" y="1116114"/>
                  </a:lnTo>
                  <a:lnTo>
                    <a:pt x="721753" y="1092946"/>
                  </a:lnTo>
                  <a:lnTo>
                    <a:pt x="719204" y="1069779"/>
                  </a:lnTo>
                  <a:lnTo>
                    <a:pt x="716655" y="1046611"/>
                  </a:lnTo>
                  <a:lnTo>
                    <a:pt x="714105" y="1023443"/>
                  </a:lnTo>
                  <a:lnTo>
                    <a:pt x="711556" y="1000275"/>
                  </a:lnTo>
                  <a:lnTo>
                    <a:pt x="709007" y="977107"/>
                  </a:lnTo>
                  <a:lnTo>
                    <a:pt x="706458" y="953939"/>
                  </a:lnTo>
                  <a:lnTo>
                    <a:pt x="703909" y="930771"/>
                  </a:lnTo>
                  <a:lnTo>
                    <a:pt x="701359" y="907603"/>
                  </a:lnTo>
                  <a:lnTo>
                    <a:pt x="698810" y="884435"/>
                  </a:lnTo>
                  <a:lnTo>
                    <a:pt x="696261" y="861267"/>
                  </a:lnTo>
                  <a:lnTo>
                    <a:pt x="693712" y="838099"/>
                  </a:lnTo>
                  <a:lnTo>
                    <a:pt x="691163" y="814931"/>
                  </a:lnTo>
                  <a:lnTo>
                    <a:pt x="688613" y="791764"/>
                  </a:lnTo>
                  <a:lnTo>
                    <a:pt x="686064" y="768596"/>
                  </a:lnTo>
                  <a:lnTo>
                    <a:pt x="683515" y="745428"/>
                  </a:lnTo>
                  <a:lnTo>
                    <a:pt x="680966" y="722260"/>
                  </a:lnTo>
                  <a:lnTo>
                    <a:pt x="678417" y="699092"/>
                  </a:lnTo>
                  <a:close/>
                </a:path>
              </a:pathLst>
            </a:custGeom>
            <a:solidFill>
              <a:srgbClr val="2A9D8F">
                <a:alpha val="100000"/>
              </a:srgbClr>
            </a:solidFill>
          </p:spPr>
          <p:txBody>
            <a:bodyPr/>
            <a:lstStyle/>
            <a:p/>
          </p:txBody>
        </p:sp>
        <p:sp>
          <p:nvSpPr>
            <p:cNvPr id="9" name="tx8"/>
            <p:cNvSpPr/>
            <p:nvPr/>
          </p:nvSpPr>
          <p:spPr>
            <a:xfrm>
              <a:off x="2730088" y="2139023"/>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48% (83)</a:t>
              </a:r>
            </a:p>
          </p:txBody>
        </p:sp>
        <p:sp>
          <p:nvSpPr>
            <p:cNvPr id="10" name="tx9"/>
            <p:cNvSpPr/>
            <p:nvPr/>
          </p:nvSpPr>
          <p:spPr>
            <a:xfrm>
              <a:off x="1987687" y="2179744"/>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52% (89)</a:t>
              </a:r>
            </a:p>
          </p:txBody>
        </p:sp>
        <p:sp>
          <p:nvSpPr>
            <p:cNvPr id="11" name="rc10"/>
            <p:cNvSpPr/>
            <p:nvPr/>
          </p:nvSpPr>
          <p:spPr>
            <a:xfrm>
              <a:off x="1650808" y="3062706"/>
              <a:ext cx="161999" cy="161467"/>
            </a:xfrm>
            <a:prstGeom prst="rect">
              <a:avLst/>
            </a:prstGeom>
          </p:spPr>
          <p:txBody>
            <a:bodyPr/>
            <a:lstStyle/>
            <a:p/>
          </p:txBody>
        </p:sp>
        <p:sp>
          <p:nvSpPr>
            <p:cNvPr id="12" name="rc11"/>
            <p:cNvSpPr/>
            <p:nvPr/>
          </p:nvSpPr>
          <p:spPr>
            <a:xfrm>
              <a:off x="1659808" y="3071706"/>
              <a:ext cx="143999" cy="143999"/>
            </a:xfrm>
            <a:prstGeom prst="rect">
              <a:avLst/>
            </a:prstGeom>
            <a:solidFill>
              <a:srgbClr val="2A9D8F">
                <a:alpha val="100000"/>
              </a:srgbClr>
            </a:solidFill>
          </p:spPr>
          <p:txBody>
            <a:bodyPr/>
            <a:lstStyle/>
            <a:p/>
          </p:txBody>
        </p:sp>
        <p:sp>
          <p:nvSpPr>
            <p:cNvPr id="13" name="rc12"/>
            <p:cNvSpPr/>
            <p:nvPr/>
          </p:nvSpPr>
          <p:spPr>
            <a:xfrm>
              <a:off x="2637786" y="3062706"/>
              <a:ext cx="161999" cy="161467"/>
            </a:xfrm>
            <a:prstGeom prst="rect">
              <a:avLst/>
            </a:prstGeom>
          </p:spPr>
          <p:txBody>
            <a:bodyPr/>
            <a:lstStyle/>
            <a:p/>
          </p:txBody>
        </p:sp>
        <p:sp>
          <p:nvSpPr>
            <p:cNvPr id="14" name="rc13"/>
            <p:cNvSpPr/>
            <p:nvPr/>
          </p:nvSpPr>
          <p:spPr>
            <a:xfrm>
              <a:off x="2646786" y="3071706"/>
              <a:ext cx="144000" cy="143999"/>
            </a:xfrm>
            <a:prstGeom prst="rect">
              <a:avLst/>
            </a:prstGeom>
            <a:solidFill>
              <a:srgbClr val="0B4F8C">
                <a:alpha val="100000"/>
              </a:srgbClr>
            </a:solidFill>
          </p:spPr>
          <p:txBody>
            <a:bodyPr/>
            <a:lstStyle/>
            <a:p/>
          </p:txBody>
        </p:sp>
        <p:sp>
          <p:nvSpPr>
            <p:cNvPr id="15" name="tx14"/>
            <p:cNvSpPr/>
            <p:nvPr/>
          </p:nvSpPr>
          <p:spPr>
            <a:xfrm>
              <a:off x="1882397" y="3087375"/>
              <a:ext cx="745182"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Masculino</a:t>
              </a:r>
            </a:p>
          </p:txBody>
        </p:sp>
        <p:sp>
          <p:nvSpPr>
            <p:cNvPr id="16" name="tx15"/>
            <p:cNvSpPr/>
            <p:nvPr/>
          </p:nvSpPr>
          <p:spPr>
            <a:xfrm>
              <a:off x="2869375" y="3087375"/>
              <a:ext cx="719732"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Femenino</a:t>
              </a:r>
            </a:p>
          </p:txBody>
        </p:sp>
        <p:sp>
          <p:nvSpPr>
            <p:cNvPr id="17" name="tx16"/>
            <p:cNvSpPr/>
            <p:nvPr/>
          </p:nvSpPr>
          <p:spPr>
            <a:xfrm>
              <a:off x="545896" y="3124682"/>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respuestas</a:t>
              </a:r>
            </a:p>
          </p:txBody>
        </p:sp>
      </p:grpSp>
      <p:grpSp xmlns:pic="http://schemas.openxmlformats.org/drawingml/2006/picture">
        <p:nvGrpSpPr>
          <p:cNvPr id="18" name="Picture Placeholder 5"/>
          <p:cNvGrpSpPr/>
          <p:nvPr/>
        </p:nvGrpSpPr>
        <p:grpSpPr>
          <a:xfrm>
            <a:off x="7607808" y="1212494"/>
            <a:ext cx="4206240" cy="2011680"/>
            <a:chOff x="7607808" y="1212494"/>
            <a:chExt cx="4206240" cy="2011680"/>
          </a:xfrm>
        </p:grpSpPr>
        <p:sp>
          <p:nvSpPr>
            <p:cNvPr id="19" name="tx3"/>
            <p:cNvSpPr/>
            <p:nvPr/>
          </p:nvSpPr>
          <p:spPr>
            <a:xfrm>
              <a:off x="8974898" y="1220960"/>
              <a:ext cx="1472058" cy="131613"/>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Conoce la misión</a:t>
              </a:r>
            </a:p>
          </p:txBody>
        </p:sp>
        <p:sp>
          <p:nvSpPr>
            <p:cNvPr id="20" name="rc4"/>
            <p:cNvSpPr/>
            <p:nvPr/>
          </p:nvSpPr>
          <p:spPr>
            <a:xfrm>
              <a:off x="8174735" y="1413661"/>
              <a:ext cx="1810512" cy="1810512"/>
            </a:xfrm>
            <a:prstGeom prst="rect">
              <a:avLst/>
            </a:prstGeom>
          </p:spPr>
          <p:txBody>
            <a:bodyPr/>
            <a:lstStyle/>
            <a:p/>
          </p:txBody>
        </p:sp>
        <p:sp>
          <p:nvSpPr>
            <p:cNvPr id="21" name="rc5"/>
            <p:cNvSpPr/>
            <p:nvPr/>
          </p:nvSpPr>
          <p:spPr>
            <a:xfrm>
              <a:off x="8174735" y="1413661"/>
              <a:ext cx="1810512" cy="1810512"/>
            </a:xfrm>
            <a:prstGeom prst="rect">
              <a:avLst/>
            </a:prstGeom>
          </p:spPr>
          <p:txBody>
            <a:bodyPr/>
            <a:lstStyle/>
            <a:p/>
          </p:txBody>
        </p:sp>
        <p:sp>
          <p:nvSpPr>
            <p:cNvPr id="22" name="pg6"/>
            <p:cNvSpPr/>
            <p:nvPr/>
          </p:nvSpPr>
          <p:spPr>
            <a:xfrm>
              <a:off x="9079991" y="1594713"/>
              <a:ext cx="87293" cy="292850"/>
            </a:xfrm>
            <a:custGeom>
              <a:avLst/>
              <a:pathLst>
                <a:path w="87293" h="292850">
                  <a:moveTo>
                    <a:pt x="52375" y="292850"/>
                  </a:moveTo>
                  <a:lnTo>
                    <a:pt x="56255" y="260897"/>
                  </a:lnTo>
                  <a:lnTo>
                    <a:pt x="60135" y="228945"/>
                  </a:lnTo>
                  <a:lnTo>
                    <a:pt x="64015" y="196993"/>
                  </a:lnTo>
                  <a:lnTo>
                    <a:pt x="67894" y="165041"/>
                  </a:lnTo>
                  <a:lnTo>
                    <a:pt x="71774" y="133089"/>
                  </a:lnTo>
                  <a:lnTo>
                    <a:pt x="75654" y="101136"/>
                  </a:lnTo>
                  <a:lnTo>
                    <a:pt x="79533" y="69184"/>
                  </a:lnTo>
                  <a:lnTo>
                    <a:pt x="83413" y="37232"/>
                  </a:lnTo>
                  <a:lnTo>
                    <a:pt x="87293" y="5280"/>
                  </a:lnTo>
                  <a:lnTo>
                    <a:pt x="58274" y="2348"/>
                  </a:lnTo>
                  <a:lnTo>
                    <a:pt x="29160" y="587"/>
                  </a:lnTo>
                  <a:lnTo>
                    <a:pt x="0" y="0"/>
                  </a:lnTo>
                  <a:lnTo>
                    <a:pt x="0" y="32186"/>
                  </a:lnTo>
                  <a:lnTo>
                    <a:pt x="0" y="64373"/>
                  </a:lnTo>
                  <a:lnTo>
                    <a:pt x="0" y="96560"/>
                  </a:lnTo>
                  <a:lnTo>
                    <a:pt x="0" y="128747"/>
                  </a:lnTo>
                  <a:lnTo>
                    <a:pt x="0" y="160934"/>
                  </a:lnTo>
                  <a:lnTo>
                    <a:pt x="0" y="193121"/>
                  </a:lnTo>
                  <a:lnTo>
                    <a:pt x="0" y="225308"/>
                  </a:lnTo>
                  <a:lnTo>
                    <a:pt x="0" y="257495"/>
                  </a:lnTo>
                  <a:lnTo>
                    <a:pt x="0" y="289681"/>
                  </a:lnTo>
                  <a:lnTo>
                    <a:pt x="26235" y="290474"/>
                  </a:lnTo>
                  <a:close/>
                </a:path>
              </a:pathLst>
            </a:custGeom>
            <a:solidFill>
              <a:srgbClr val="9DC3E6">
                <a:alpha val="100000"/>
              </a:srgbClr>
            </a:solidFill>
          </p:spPr>
          <p:txBody>
            <a:bodyPr/>
            <a:lstStyle/>
            <a:p/>
          </p:txBody>
        </p:sp>
        <p:sp>
          <p:nvSpPr>
            <p:cNvPr id="23" name="pg7"/>
            <p:cNvSpPr/>
            <p:nvPr/>
          </p:nvSpPr>
          <p:spPr>
            <a:xfrm>
              <a:off x="8355851" y="1594713"/>
              <a:ext cx="1448332" cy="1448390"/>
            </a:xfrm>
            <a:custGeom>
              <a:avLst/>
              <a:pathLst>
                <a:path w="1448332" h="1448390">
                  <a:moveTo>
                    <a:pt x="724140" y="289681"/>
                  </a:moveTo>
                  <a:lnTo>
                    <a:pt x="724140" y="257495"/>
                  </a:lnTo>
                  <a:lnTo>
                    <a:pt x="724140" y="225308"/>
                  </a:lnTo>
                  <a:lnTo>
                    <a:pt x="724140" y="193121"/>
                  </a:lnTo>
                  <a:lnTo>
                    <a:pt x="724140" y="160934"/>
                  </a:lnTo>
                  <a:lnTo>
                    <a:pt x="724140" y="128747"/>
                  </a:lnTo>
                  <a:lnTo>
                    <a:pt x="724140" y="96560"/>
                  </a:lnTo>
                  <a:lnTo>
                    <a:pt x="724140" y="64373"/>
                  </a:lnTo>
                  <a:lnTo>
                    <a:pt x="724140" y="32186"/>
                  </a:lnTo>
                  <a:lnTo>
                    <a:pt x="724140" y="0"/>
                  </a:lnTo>
                  <a:lnTo>
                    <a:pt x="699624" y="415"/>
                  </a:lnTo>
                  <a:lnTo>
                    <a:pt x="675136" y="1659"/>
                  </a:lnTo>
                  <a:lnTo>
                    <a:pt x="650704" y="3732"/>
                  </a:lnTo>
                  <a:lnTo>
                    <a:pt x="626356" y="6631"/>
                  </a:lnTo>
                  <a:lnTo>
                    <a:pt x="602121" y="10353"/>
                  </a:lnTo>
                  <a:lnTo>
                    <a:pt x="578025" y="14893"/>
                  </a:lnTo>
                  <a:lnTo>
                    <a:pt x="554097" y="20246"/>
                  </a:lnTo>
                  <a:lnTo>
                    <a:pt x="530363" y="26406"/>
                  </a:lnTo>
                  <a:lnTo>
                    <a:pt x="506852" y="33365"/>
                  </a:lnTo>
                  <a:lnTo>
                    <a:pt x="483590" y="41117"/>
                  </a:lnTo>
                  <a:lnTo>
                    <a:pt x="460603" y="49652"/>
                  </a:lnTo>
                  <a:lnTo>
                    <a:pt x="437919" y="58960"/>
                  </a:lnTo>
                  <a:lnTo>
                    <a:pt x="415563" y="69031"/>
                  </a:lnTo>
                  <a:lnTo>
                    <a:pt x="393560" y="79852"/>
                  </a:lnTo>
                  <a:lnTo>
                    <a:pt x="371937" y="91413"/>
                  </a:lnTo>
                  <a:lnTo>
                    <a:pt x="350717" y="103698"/>
                  </a:lnTo>
                  <a:lnTo>
                    <a:pt x="329925" y="116695"/>
                  </a:lnTo>
                  <a:lnTo>
                    <a:pt x="309586" y="130389"/>
                  </a:lnTo>
                  <a:lnTo>
                    <a:pt x="289721" y="144763"/>
                  </a:lnTo>
                  <a:lnTo>
                    <a:pt x="270354" y="159801"/>
                  </a:lnTo>
                  <a:lnTo>
                    <a:pt x="251508" y="175487"/>
                  </a:lnTo>
                  <a:lnTo>
                    <a:pt x="233203" y="191801"/>
                  </a:lnTo>
                  <a:lnTo>
                    <a:pt x="215461" y="208726"/>
                  </a:lnTo>
                  <a:lnTo>
                    <a:pt x="198303" y="226241"/>
                  </a:lnTo>
                  <a:lnTo>
                    <a:pt x="181747" y="244328"/>
                  </a:lnTo>
                  <a:lnTo>
                    <a:pt x="165812" y="262964"/>
                  </a:lnTo>
                  <a:lnTo>
                    <a:pt x="150518" y="282129"/>
                  </a:lnTo>
                  <a:lnTo>
                    <a:pt x="135882" y="301801"/>
                  </a:lnTo>
                  <a:lnTo>
                    <a:pt x="121919" y="321958"/>
                  </a:lnTo>
                  <a:lnTo>
                    <a:pt x="108647" y="342575"/>
                  </a:lnTo>
                  <a:lnTo>
                    <a:pt x="96081" y="363630"/>
                  </a:lnTo>
                  <a:lnTo>
                    <a:pt x="84235" y="385098"/>
                  </a:lnTo>
                  <a:lnTo>
                    <a:pt x="73122" y="406955"/>
                  </a:lnTo>
                  <a:lnTo>
                    <a:pt x="62755" y="429175"/>
                  </a:lnTo>
                  <a:lnTo>
                    <a:pt x="53147" y="451734"/>
                  </a:lnTo>
                  <a:lnTo>
                    <a:pt x="44308" y="474605"/>
                  </a:lnTo>
                  <a:lnTo>
                    <a:pt x="36248" y="497762"/>
                  </a:lnTo>
                  <a:lnTo>
                    <a:pt x="28976" y="521179"/>
                  </a:lnTo>
                  <a:lnTo>
                    <a:pt x="22502" y="544828"/>
                  </a:lnTo>
                  <a:lnTo>
                    <a:pt x="16832" y="568684"/>
                  </a:lnTo>
                  <a:lnTo>
                    <a:pt x="11972" y="592717"/>
                  </a:lnTo>
                  <a:lnTo>
                    <a:pt x="7929" y="616901"/>
                  </a:lnTo>
                  <a:lnTo>
                    <a:pt x="4707" y="641208"/>
                  </a:lnTo>
                  <a:lnTo>
                    <a:pt x="2310" y="665611"/>
                  </a:lnTo>
                  <a:lnTo>
                    <a:pt x="740" y="690080"/>
                  </a:lnTo>
                  <a:lnTo>
                    <a:pt x="0" y="714589"/>
                  </a:lnTo>
                  <a:lnTo>
                    <a:pt x="89" y="739108"/>
                  </a:lnTo>
                  <a:lnTo>
                    <a:pt x="1009" y="763611"/>
                  </a:lnTo>
                  <a:lnTo>
                    <a:pt x="2757" y="788068"/>
                  </a:lnTo>
                  <a:lnTo>
                    <a:pt x="5332" y="812452"/>
                  </a:lnTo>
                  <a:lnTo>
                    <a:pt x="8732" y="836735"/>
                  </a:lnTo>
                  <a:lnTo>
                    <a:pt x="12951" y="860889"/>
                  </a:lnTo>
                  <a:lnTo>
                    <a:pt x="17986" y="884886"/>
                  </a:lnTo>
                  <a:lnTo>
                    <a:pt x="23830" y="908699"/>
                  </a:lnTo>
                  <a:lnTo>
                    <a:pt x="30477" y="932301"/>
                  </a:lnTo>
                  <a:lnTo>
                    <a:pt x="37920" y="955664"/>
                  </a:lnTo>
                  <a:lnTo>
                    <a:pt x="46148" y="978762"/>
                  </a:lnTo>
                  <a:lnTo>
                    <a:pt x="55155" y="1001568"/>
                  </a:lnTo>
                  <a:lnTo>
                    <a:pt x="64927" y="1024056"/>
                  </a:lnTo>
                  <a:lnTo>
                    <a:pt x="75456" y="1046200"/>
                  </a:lnTo>
                  <a:lnTo>
                    <a:pt x="86728" y="1067975"/>
                  </a:lnTo>
                  <a:lnTo>
                    <a:pt x="98731" y="1089356"/>
                  </a:lnTo>
                  <a:lnTo>
                    <a:pt x="111451" y="1110318"/>
                  </a:lnTo>
                  <a:lnTo>
                    <a:pt x="124873" y="1130838"/>
                  </a:lnTo>
                  <a:lnTo>
                    <a:pt x="138982" y="1150892"/>
                  </a:lnTo>
                  <a:lnTo>
                    <a:pt x="153762" y="1170456"/>
                  </a:lnTo>
                  <a:lnTo>
                    <a:pt x="169196" y="1189510"/>
                  </a:lnTo>
                  <a:lnTo>
                    <a:pt x="185266" y="1208029"/>
                  </a:lnTo>
                  <a:lnTo>
                    <a:pt x="201953" y="1225994"/>
                  </a:lnTo>
                  <a:lnTo>
                    <a:pt x="219239" y="1243384"/>
                  </a:lnTo>
                  <a:lnTo>
                    <a:pt x="237104" y="1260179"/>
                  </a:lnTo>
                  <a:lnTo>
                    <a:pt x="255528" y="1276359"/>
                  </a:lnTo>
                  <a:lnTo>
                    <a:pt x="274488" y="1291906"/>
                  </a:lnTo>
                  <a:lnTo>
                    <a:pt x="293964" y="1306803"/>
                  </a:lnTo>
                  <a:lnTo>
                    <a:pt x="313933" y="1321031"/>
                  </a:lnTo>
                  <a:lnTo>
                    <a:pt x="334372" y="1334576"/>
                  </a:lnTo>
                  <a:lnTo>
                    <a:pt x="355258" y="1347421"/>
                  </a:lnTo>
                  <a:lnTo>
                    <a:pt x="376567" y="1359551"/>
                  </a:lnTo>
                  <a:lnTo>
                    <a:pt x="398275" y="1370953"/>
                  </a:lnTo>
                  <a:lnTo>
                    <a:pt x="420356" y="1381614"/>
                  </a:lnTo>
                  <a:lnTo>
                    <a:pt x="442785" y="1391521"/>
                  </a:lnTo>
                  <a:lnTo>
                    <a:pt x="465537" y="1400663"/>
                  </a:lnTo>
                  <a:lnTo>
                    <a:pt x="488585" y="1409030"/>
                  </a:lnTo>
                  <a:lnTo>
                    <a:pt x="511903" y="1416612"/>
                  </a:lnTo>
                  <a:lnTo>
                    <a:pt x="535464" y="1423399"/>
                  </a:lnTo>
                  <a:lnTo>
                    <a:pt x="559242" y="1429386"/>
                  </a:lnTo>
                  <a:lnTo>
                    <a:pt x="583209" y="1434564"/>
                  </a:lnTo>
                  <a:lnTo>
                    <a:pt x="607337" y="1438928"/>
                  </a:lnTo>
                  <a:lnTo>
                    <a:pt x="631599" y="1442472"/>
                  </a:lnTo>
                  <a:lnTo>
                    <a:pt x="655968" y="1445193"/>
                  </a:lnTo>
                  <a:lnTo>
                    <a:pt x="680414" y="1447088"/>
                  </a:lnTo>
                  <a:lnTo>
                    <a:pt x="704911" y="1448154"/>
                  </a:lnTo>
                  <a:lnTo>
                    <a:pt x="729429" y="1448390"/>
                  </a:lnTo>
                  <a:lnTo>
                    <a:pt x="753942" y="1447796"/>
                  </a:lnTo>
                  <a:lnTo>
                    <a:pt x="778420" y="1446372"/>
                  </a:lnTo>
                  <a:lnTo>
                    <a:pt x="802836" y="1444121"/>
                  </a:lnTo>
                  <a:lnTo>
                    <a:pt x="827162" y="1441044"/>
                  </a:lnTo>
                  <a:lnTo>
                    <a:pt x="851370" y="1437146"/>
                  </a:lnTo>
                  <a:lnTo>
                    <a:pt x="875432" y="1432430"/>
                  </a:lnTo>
                  <a:lnTo>
                    <a:pt x="899321" y="1426902"/>
                  </a:lnTo>
                  <a:lnTo>
                    <a:pt x="923008" y="1420569"/>
                  </a:lnTo>
                  <a:lnTo>
                    <a:pt x="946468" y="1413438"/>
                  </a:lnTo>
                  <a:lnTo>
                    <a:pt x="969673" y="1405516"/>
                  </a:lnTo>
                  <a:lnTo>
                    <a:pt x="992597" y="1396814"/>
                  </a:lnTo>
                  <a:lnTo>
                    <a:pt x="1015212" y="1387341"/>
                  </a:lnTo>
                  <a:lnTo>
                    <a:pt x="1037494" y="1377107"/>
                  </a:lnTo>
                  <a:lnTo>
                    <a:pt x="1059417" y="1366125"/>
                  </a:lnTo>
                  <a:lnTo>
                    <a:pt x="1080956" y="1354407"/>
                  </a:lnTo>
                  <a:lnTo>
                    <a:pt x="1102085" y="1341967"/>
                  </a:lnTo>
                  <a:lnTo>
                    <a:pt x="1122782" y="1328818"/>
                  </a:lnTo>
                  <a:lnTo>
                    <a:pt x="1143021" y="1314976"/>
                  </a:lnTo>
                  <a:lnTo>
                    <a:pt x="1162780" y="1300458"/>
                  </a:lnTo>
                  <a:lnTo>
                    <a:pt x="1182036" y="1285278"/>
                  </a:lnTo>
                  <a:lnTo>
                    <a:pt x="1200768" y="1269456"/>
                  </a:lnTo>
                  <a:lnTo>
                    <a:pt x="1218953" y="1253008"/>
                  </a:lnTo>
                  <a:lnTo>
                    <a:pt x="1236570" y="1235954"/>
                  </a:lnTo>
                  <a:lnTo>
                    <a:pt x="1253601" y="1218314"/>
                  </a:lnTo>
                  <a:lnTo>
                    <a:pt x="1270024" y="1200107"/>
                  </a:lnTo>
                  <a:lnTo>
                    <a:pt x="1285822" y="1181355"/>
                  </a:lnTo>
                  <a:lnTo>
                    <a:pt x="1300976" y="1162078"/>
                  </a:lnTo>
                  <a:lnTo>
                    <a:pt x="1315468" y="1142300"/>
                  </a:lnTo>
                  <a:lnTo>
                    <a:pt x="1329283" y="1122042"/>
                  </a:lnTo>
                  <a:lnTo>
                    <a:pt x="1342404" y="1101329"/>
                  </a:lnTo>
                  <a:lnTo>
                    <a:pt x="1354816" y="1080183"/>
                  </a:lnTo>
                  <a:lnTo>
                    <a:pt x="1366506" y="1058629"/>
                  </a:lnTo>
                  <a:lnTo>
                    <a:pt x="1377459" y="1036691"/>
                  </a:lnTo>
                  <a:lnTo>
                    <a:pt x="1387663" y="1014395"/>
                  </a:lnTo>
                  <a:lnTo>
                    <a:pt x="1397106" y="991767"/>
                  </a:lnTo>
                  <a:lnTo>
                    <a:pt x="1405778" y="968832"/>
                  </a:lnTo>
                  <a:lnTo>
                    <a:pt x="1413669" y="945617"/>
                  </a:lnTo>
                  <a:lnTo>
                    <a:pt x="1420769" y="922148"/>
                  </a:lnTo>
                  <a:lnTo>
                    <a:pt x="1427070" y="898451"/>
                  </a:lnTo>
                  <a:lnTo>
                    <a:pt x="1432566" y="874555"/>
                  </a:lnTo>
                  <a:lnTo>
                    <a:pt x="1437250" y="850487"/>
                  </a:lnTo>
                  <a:lnTo>
                    <a:pt x="1441116" y="826274"/>
                  </a:lnTo>
                  <a:lnTo>
                    <a:pt x="1444161" y="801944"/>
                  </a:lnTo>
                  <a:lnTo>
                    <a:pt x="1446380" y="777525"/>
                  </a:lnTo>
                  <a:lnTo>
                    <a:pt x="1447771" y="753045"/>
                  </a:lnTo>
                  <a:lnTo>
                    <a:pt x="1448332" y="728531"/>
                  </a:lnTo>
                  <a:lnTo>
                    <a:pt x="1448064" y="704013"/>
                  </a:lnTo>
                  <a:lnTo>
                    <a:pt x="1446965" y="679518"/>
                  </a:lnTo>
                  <a:lnTo>
                    <a:pt x="1445038" y="655074"/>
                  </a:lnTo>
                  <a:lnTo>
                    <a:pt x="1442285" y="630710"/>
                  </a:lnTo>
                  <a:lnTo>
                    <a:pt x="1438708" y="606452"/>
                  </a:lnTo>
                  <a:lnTo>
                    <a:pt x="1434312" y="582330"/>
                  </a:lnTo>
                  <a:lnTo>
                    <a:pt x="1429102" y="558370"/>
                  </a:lnTo>
                  <a:lnTo>
                    <a:pt x="1423084" y="534600"/>
                  </a:lnTo>
                  <a:lnTo>
                    <a:pt x="1416265" y="511048"/>
                  </a:lnTo>
                  <a:lnTo>
                    <a:pt x="1408653" y="487739"/>
                  </a:lnTo>
                  <a:lnTo>
                    <a:pt x="1400255" y="464702"/>
                  </a:lnTo>
                  <a:lnTo>
                    <a:pt x="1391083" y="441963"/>
                  </a:lnTo>
                  <a:lnTo>
                    <a:pt x="1381146" y="419547"/>
                  </a:lnTo>
                  <a:lnTo>
                    <a:pt x="1370456" y="397480"/>
                  </a:lnTo>
                  <a:lnTo>
                    <a:pt x="1359025" y="375788"/>
                  </a:lnTo>
                  <a:lnTo>
                    <a:pt x="1346867" y="354495"/>
                  </a:lnTo>
                  <a:lnTo>
                    <a:pt x="1333994" y="333626"/>
                  </a:lnTo>
                  <a:lnTo>
                    <a:pt x="1320422" y="313205"/>
                  </a:lnTo>
                  <a:lnTo>
                    <a:pt x="1306167" y="293255"/>
                  </a:lnTo>
                  <a:lnTo>
                    <a:pt x="1291245" y="273799"/>
                  </a:lnTo>
                  <a:lnTo>
                    <a:pt x="1275672" y="254859"/>
                  </a:lnTo>
                  <a:lnTo>
                    <a:pt x="1259468" y="236457"/>
                  </a:lnTo>
                  <a:lnTo>
                    <a:pt x="1242649" y="218614"/>
                  </a:lnTo>
                  <a:lnTo>
                    <a:pt x="1225237" y="201351"/>
                  </a:lnTo>
                  <a:lnTo>
                    <a:pt x="1207249" y="184688"/>
                  </a:lnTo>
                  <a:lnTo>
                    <a:pt x="1188708" y="168642"/>
                  </a:lnTo>
                  <a:lnTo>
                    <a:pt x="1169635" y="153234"/>
                  </a:lnTo>
                  <a:lnTo>
                    <a:pt x="1150051" y="138480"/>
                  </a:lnTo>
                  <a:lnTo>
                    <a:pt x="1129978" y="124397"/>
                  </a:lnTo>
                  <a:lnTo>
                    <a:pt x="1109441" y="111003"/>
                  </a:lnTo>
                  <a:lnTo>
                    <a:pt x="1088461" y="98311"/>
                  </a:lnTo>
                  <a:lnTo>
                    <a:pt x="1067064" y="86336"/>
                  </a:lnTo>
                  <a:lnTo>
                    <a:pt x="1045274" y="75093"/>
                  </a:lnTo>
                  <a:lnTo>
                    <a:pt x="1023116" y="64594"/>
                  </a:lnTo>
                  <a:lnTo>
                    <a:pt x="1000615" y="54851"/>
                  </a:lnTo>
                  <a:lnTo>
                    <a:pt x="977797" y="45875"/>
                  </a:lnTo>
                  <a:lnTo>
                    <a:pt x="954689" y="37677"/>
                  </a:lnTo>
                  <a:lnTo>
                    <a:pt x="931316" y="30266"/>
                  </a:lnTo>
                  <a:lnTo>
                    <a:pt x="907705" y="23650"/>
                  </a:lnTo>
                  <a:lnTo>
                    <a:pt x="883885" y="17837"/>
                  </a:lnTo>
                  <a:lnTo>
                    <a:pt x="859881" y="12834"/>
                  </a:lnTo>
                  <a:lnTo>
                    <a:pt x="835721" y="8647"/>
                  </a:lnTo>
                  <a:lnTo>
                    <a:pt x="811434" y="5280"/>
                  </a:lnTo>
                  <a:lnTo>
                    <a:pt x="807554" y="37232"/>
                  </a:lnTo>
                  <a:lnTo>
                    <a:pt x="803674" y="69184"/>
                  </a:lnTo>
                  <a:lnTo>
                    <a:pt x="799795" y="101136"/>
                  </a:lnTo>
                  <a:lnTo>
                    <a:pt x="795915" y="133089"/>
                  </a:lnTo>
                  <a:lnTo>
                    <a:pt x="792035" y="165041"/>
                  </a:lnTo>
                  <a:lnTo>
                    <a:pt x="788156" y="196993"/>
                  </a:lnTo>
                  <a:lnTo>
                    <a:pt x="784276" y="228945"/>
                  </a:lnTo>
                  <a:lnTo>
                    <a:pt x="780396" y="260897"/>
                  </a:lnTo>
                  <a:lnTo>
                    <a:pt x="776516" y="292850"/>
                  </a:lnTo>
                  <a:lnTo>
                    <a:pt x="797880" y="295984"/>
                  </a:lnTo>
                  <a:lnTo>
                    <a:pt x="819061" y="300176"/>
                  </a:lnTo>
                  <a:lnTo>
                    <a:pt x="840008" y="305414"/>
                  </a:lnTo>
                  <a:lnTo>
                    <a:pt x="860668" y="311687"/>
                  </a:lnTo>
                  <a:lnTo>
                    <a:pt x="880992" y="318979"/>
                  </a:lnTo>
                  <a:lnTo>
                    <a:pt x="900928" y="327271"/>
                  </a:lnTo>
                  <a:lnTo>
                    <a:pt x="920428" y="336543"/>
                  </a:lnTo>
                  <a:lnTo>
                    <a:pt x="939443" y="346772"/>
                  </a:lnTo>
                  <a:lnTo>
                    <a:pt x="957927" y="357934"/>
                  </a:lnTo>
                  <a:lnTo>
                    <a:pt x="975833" y="370000"/>
                  </a:lnTo>
                  <a:lnTo>
                    <a:pt x="993118" y="382940"/>
                  </a:lnTo>
                  <a:lnTo>
                    <a:pt x="1009738" y="396723"/>
                  </a:lnTo>
                  <a:lnTo>
                    <a:pt x="1025654" y="411315"/>
                  </a:lnTo>
                  <a:lnTo>
                    <a:pt x="1040824" y="426679"/>
                  </a:lnTo>
                  <a:lnTo>
                    <a:pt x="1055213" y="442778"/>
                  </a:lnTo>
                  <a:lnTo>
                    <a:pt x="1068785" y="459572"/>
                  </a:lnTo>
                  <a:lnTo>
                    <a:pt x="1081505" y="477019"/>
                  </a:lnTo>
                  <a:lnTo>
                    <a:pt x="1093343" y="495076"/>
                  </a:lnTo>
                  <a:lnTo>
                    <a:pt x="1104269" y="513700"/>
                  </a:lnTo>
                  <a:lnTo>
                    <a:pt x="1114257" y="532843"/>
                  </a:lnTo>
                  <a:lnTo>
                    <a:pt x="1123281" y="552459"/>
                  </a:lnTo>
                  <a:lnTo>
                    <a:pt x="1131320" y="572498"/>
                  </a:lnTo>
                  <a:lnTo>
                    <a:pt x="1138354" y="592913"/>
                  </a:lnTo>
                  <a:lnTo>
                    <a:pt x="1144364" y="613651"/>
                  </a:lnTo>
                  <a:lnTo>
                    <a:pt x="1149337" y="634663"/>
                  </a:lnTo>
                  <a:lnTo>
                    <a:pt x="1153261" y="655895"/>
                  </a:lnTo>
                  <a:lnTo>
                    <a:pt x="1156124" y="677297"/>
                  </a:lnTo>
                  <a:lnTo>
                    <a:pt x="1157921" y="698814"/>
                  </a:lnTo>
                  <a:lnTo>
                    <a:pt x="1158647" y="720394"/>
                  </a:lnTo>
                  <a:lnTo>
                    <a:pt x="1158299" y="741983"/>
                  </a:lnTo>
                  <a:lnTo>
                    <a:pt x="1156880" y="763528"/>
                  </a:lnTo>
                  <a:lnTo>
                    <a:pt x="1154393" y="784976"/>
                  </a:lnTo>
                  <a:lnTo>
                    <a:pt x="1150842" y="806275"/>
                  </a:lnTo>
                  <a:lnTo>
                    <a:pt x="1146239" y="827370"/>
                  </a:lnTo>
                  <a:lnTo>
                    <a:pt x="1140593" y="848211"/>
                  </a:lnTo>
                  <a:lnTo>
                    <a:pt x="1133918" y="868745"/>
                  </a:lnTo>
                  <a:lnTo>
                    <a:pt x="1126232" y="888923"/>
                  </a:lnTo>
                  <a:lnTo>
                    <a:pt x="1117553" y="908694"/>
                  </a:lnTo>
                  <a:lnTo>
                    <a:pt x="1107903" y="928009"/>
                  </a:lnTo>
                  <a:lnTo>
                    <a:pt x="1097305" y="946821"/>
                  </a:lnTo>
                  <a:lnTo>
                    <a:pt x="1085786" y="965084"/>
                  </a:lnTo>
                  <a:lnTo>
                    <a:pt x="1073373" y="982752"/>
                  </a:lnTo>
                  <a:lnTo>
                    <a:pt x="1060098" y="999781"/>
                  </a:lnTo>
                  <a:lnTo>
                    <a:pt x="1045994" y="1016130"/>
                  </a:lnTo>
                  <a:lnTo>
                    <a:pt x="1031095" y="1031758"/>
                  </a:lnTo>
                  <a:lnTo>
                    <a:pt x="1015438" y="1046626"/>
                  </a:lnTo>
                  <a:lnTo>
                    <a:pt x="999062" y="1060699"/>
                  </a:lnTo>
                  <a:lnTo>
                    <a:pt x="982007" y="1073940"/>
                  </a:lnTo>
                  <a:lnTo>
                    <a:pt x="964315" y="1086318"/>
                  </a:lnTo>
                  <a:lnTo>
                    <a:pt x="946030" y="1097802"/>
                  </a:lnTo>
                  <a:lnTo>
                    <a:pt x="927197" y="1108363"/>
                  </a:lnTo>
                  <a:lnTo>
                    <a:pt x="907863" y="1117976"/>
                  </a:lnTo>
                  <a:lnTo>
                    <a:pt x="888075" y="1126616"/>
                  </a:lnTo>
                  <a:lnTo>
                    <a:pt x="867883" y="1134263"/>
                  </a:lnTo>
                  <a:lnTo>
                    <a:pt x="847335" y="1140897"/>
                  </a:lnTo>
                  <a:lnTo>
                    <a:pt x="826483" y="1146503"/>
                  </a:lnTo>
                  <a:lnTo>
                    <a:pt x="805379" y="1151065"/>
                  </a:lnTo>
                  <a:lnTo>
                    <a:pt x="784074" y="1154574"/>
                  </a:lnTo>
                  <a:lnTo>
                    <a:pt x="762621" y="1157020"/>
                  </a:lnTo>
                  <a:lnTo>
                    <a:pt x="741073" y="1158397"/>
                  </a:lnTo>
                  <a:lnTo>
                    <a:pt x="719483" y="1158702"/>
                  </a:lnTo>
                  <a:lnTo>
                    <a:pt x="697905" y="1157934"/>
                  </a:lnTo>
                  <a:lnTo>
                    <a:pt x="676391" y="1156096"/>
                  </a:lnTo>
                  <a:lnTo>
                    <a:pt x="654995" y="1153190"/>
                  </a:lnTo>
                  <a:lnTo>
                    <a:pt x="633770" y="1149226"/>
                  </a:lnTo>
                  <a:lnTo>
                    <a:pt x="612769" y="1144212"/>
                  </a:lnTo>
                  <a:lnTo>
                    <a:pt x="592042" y="1138161"/>
                  </a:lnTo>
                  <a:lnTo>
                    <a:pt x="571641" y="1131088"/>
                  </a:lnTo>
                  <a:lnTo>
                    <a:pt x="551617" y="1123010"/>
                  </a:lnTo>
                  <a:lnTo>
                    <a:pt x="532019" y="1113947"/>
                  </a:lnTo>
                  <a:lnTo>
                    <a:pt x="512896" y="1103922"/>
                  </a:lnTo>
                  <a:lnTo>
                    <a:pt x="494293" y="1092960"/>
                  </a:lnTo>
                  <a:lnTo>
                    <a:pt x="476259" y="1081087"/>
                  </a:lnTo>
                  <a:lnTo>
                    <a:pt x="458837" y="1068332"/>
                  </a:lnTo>
                  <a:lnTo>
                    <a:pt x="442069" y="1054728"/>
                  </a:lnTo>
                  <a:lnTo>
                    <a:pt x="425998" y="1040308"/>
                  </a:lnTo>
                  <a:lnTo>
                    <a:pt x="410664" y="1025107"/>
                  </a:lnTo>
                  <a:lnTo>
                    <a:pt x="396103" y="1009163"/>
                  </a:lnTo>
                  <a:lnTo>
                    <a:pt x="382353" y="992516"/>
                  </a:lnTo>
                  <a:lnTo>
                    <a:pt x="369446" y="975206"/>
                  </a:lnTo>
                  <a:lnTo>
                    <a:pt x="357415" y="957276"/>
                  </a:lnTo>
                  <a:lnTo>
                    <a:pt x="346290" y="938771"/>
                  </a:lnTo>
                  <a:lnTo>
                    <a:pt x="336097" y="919736"/>
                  </a:lnTo>
                  <a:lnTo>
                    <a:pt x="326863" y="900218"/>
                  </a:lnTo>
                  <a:lnTo>
                    <a:pt x="318610" y="880266"/>
                  </a:lnTo>
                  <a:lnTo>
                    <a:pt x="311358" y="859928"/>
                  </a:lnTo>
                  <a:lnTo>
                    <a:pt x="305126" y="839255"/>
                  </a:lnTo>
                  <a:lnTo>
                    <a:pt x="299928" y="818298"/>
                  </a:lnTo>
                  <a:lnTo>
                    <a:pt x="295777" y="797109"/>
                  </a:lnTo>
                  <a:lnTo>
                    <a:pt x="292684" y="775739"/>
                  </a:lnTo>
                  <a:lnTo>
                    <a:pt x="290657" y="754243"/>
                  </a:lnTo>
                  <a:lnTo>
                    <a:pt x="289700" y="732672"/>
                  </a:lnTo>
                  <a:lnTo>
                    <a:pt x="289816" y="711080"/>
                  </a:lnTo>
                  <a:lnTo>
                    <a:pt x="291004" y="689521"/>
                  </a:lnTo>
                  <a:lnTo>
                    <a:pt x="293262" y="668047"/>
                  </a:lnTo>
                  <a:lnTo>
                    <a:pt x="296583" y="646712"/>
                  </a:lnTo>
                  <a:lnTo>
                    <a:pt x="300961" y="625569"/>
                  </a:lnTo>
                  <a:lnTo>
                    <a:pt x="306383" y="604669"/>
                  </a:lnTo>
                  <a:lnTo>
                    <a:pt x="312837" y="584064"/>
                  </a:lnTo>
                  <a:lnTo>
                    <a:pt x="320306" y="563805"/>
                  </a:lnTo>
                  <a:lnTo>
                    <a:pt x="328773" y="543942"/>
                  </a:lnTo>
                  <a:lnTo>
                    <a:pt x="338216" y="524524"/>
                  </a:lnTo>
                  <a:lnTo>
                    <a:pt x="348611" y="505600"/>
                  </a:lnTo>
                  <a:lnTo>
                    <a:pt x="359934" y="487215"/>
                  </a:lnTo>
                  <a:lnTo>
                    <a:pt x="372157" y="469415"/>
                  </a:lnTo>
                  <a:lnTo>
                    <a:pt x="385248" y="452245"/>
                  </a:lnTo>
                  <a:lnTo>
                    <a:pt x="399176" y="435746"/>
                  </a:lnTo>
                  <a:lnTo>
                    <a:pt x="413907" y="419959"/>
                  </a:lnTo>
                  <a:lnTo>
                    <a:pt x="429404" y="404923"/>
                  </a:lnTo>
                  <a:lnTo>
                    <a:pt x="445628" y="390676"/>
                  </a:lnTo>
                  <a:lnTo>
                    <a:pt x="462540" y="377253"/>
                  </a:lnTo>
                  <a:lnTo>
                    <a:pt x="480099" y="364686"/>
                  </a:lnTo>
                  <a:lnTo>
                    <a:pt x="498259" y="353006"/>
                  </a:lnTo>
                  <a:lnTo>
                    <a:pt x="516978" y="342244"/>
                  </a:lnTo>
                  <a:lnTo>
                    <a:pt x="536208" y="332424"/>
                  </a:lnTo>
                  <a:lnTo>
                    <a:pt x="555902" y="323572"/>
                  </a:lnTo>
                  <a:lnTo>
                    <a:pt x="576011" y="315710"/>
                  </a:lnTo>
                  <a:lnTo>
                    <a:pt x="596487" y="308856"/>
                  </a:lnTo>
                  <a:lnTo>
                    <a:pt x="617277" y="303027"/>
                  </a:lnTo>
                  <a:lnTo>
                    <a:pt x="638331" y="298238"/>
                  </a:lnTo>
                  <a:lnTo>
                    <a:pt x="659598" y="294502"/>
                  </a:lnTo>
                  <a:lnTo>
                    <a:pt x="681023" y="291826"/>
                  </a:lnTo>
                  <a:lnTo>
                    <a:pt x="702555" y="290218"/>
                  </a:lnTo>
                  <a:close/>
                </a:path>
              </a:pathLst>
            </a:custGeom>
            <a:solidFill>
              <a:srgbClr val="081F5C">
                <a:alpha val="100000"/>
              </a:srgbClr>
            </a:solidFill>
          </p:spPr>
          <p:txBody>
            <a:bodyPr/>
            <a:lstStyle/>
            <a:p/>
          </p:txBody>
        </p:sp>
        <p:sp>
          <p:nvSpPr>
            <p:cNvPr id="24" name="tx8"/>
            <p:cNvSpPr/>
            <p:nvPr/>
          </p:nvSpPr>
          <p:spPr>
            <a:xfrm>
              <a:off x="8966315" y="1667203"/>
              <a:ext cx="299065"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2% (1)</a:t>
              </a:r>
            </a:p>
          </p:txBody>
        </p:sp>
        <p:sp>
          <p:nvSpPr>
            <p:cNvPr id="25" name="tx9"/>
            <p:cNvSpPr/>
            <p:nvPr/>
          </p:nvSpPr>
          <p:spPr>
            <a:xfrm>
              <a:off x="8838132" y="2852732"/>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98% (51)</a:t>
              </a:r>
            </a:p>
          </p:txBody>
        </p:sp>
        <p:sp>
          <p:nvSpPr>
            <p:cNvPr id="26" name="rc10"/>
            <p:cNvSpPr/>
            <p:nvPr/>
          </p:nvSpPr>
          <p:spPr>
            <a:xfrm>
              <a:off x="10992067" y="2056117"/>
              <a:ext cx="172799" cy="172800"/>
            </a:xfrm>
            <a:prstGeom prst="rect">
              <a:avLst/>
            </a:prstGeom>
          </p:spPr>
          <p:txBody>
            <a:bodyPr/>
            <a:lstStyle/>
            <a:p/>
          </p:txBody>
        </p:sp>
        <p:sp>
          <p:nvSpPr>
            <p:cNvPr id="27" name="rc11"/>
            <p:cNvSpPr/>
            <p:nvPr/>
          </p:nvSpPr>
          <p:spPr>
            <a:xfrm>
              <a:off x="11001067" y="2065118"/>
              <a:ext cx="154799" cy="154799"/>
            </a:xfrm>
            <a:prstGeom prst="rect">
              <a:avLst/>
            </a:prstGeom>
            <a:solidFill>
              <a:srgbClr val="081F5C">
                <a:alpha val="100000"/>
              </a:srgbClr>
            </a:solidFill>
          </p:spPr>
          <p:txBody>
            <a:bodyPr/>
            <a:lstStyle/>
            <a:p/>
          </p:txBody>
        </p:sp>
        <p:sp>
          <p:nvSpPr>
            <p:cNvPr id="28" name="rc12"/>
            <p:cNvSpPr/>
            <p:nvPr/>
          </p:nvSpPr>
          <p:spPr>
            <a:xfrm>
              <a:off x="10992067" y="2408918"/>
              <a:ext cx="172799" cy="172799"/>
            </a:xfrm>
            <a:prstGeom prst="rect">
              <a:avLst/>
            </a:prstGeom>
          </p:spPr>
          <p:txBody>
            <a:bodyPr/>
            <a:lstStyle/>
            <a:p/>
          </p:txBody>
        </p:sp>
        <p:sp>
          <p:nvSpPr>
            <p:cNvPr id="29" name="rc13"/>
            <p:cNvSpPr/>
            <p:nvPr/>
          </p:nvSpPr>
          <p:spPr>
            <a:xfrm>
              <a:off x="11001067" y="2417918"/>
              <a:ext cx="154799" cy="154799"/>
            </a:xfrm>
            <a:prstGeom prst="rect">
              <a:avLst/>
            </a:prstGeom>
            <a:solidFill>
              <a:srgbClr val="9DC3E6">
                <a:alpha val="100000"/>
              </a:srgbClr>
            </a:solidFill>
          </p:spPr>
          <p:txBody>
            <a:bodyPr/>
            <a:lstStyle/>
            <a:p/>
          </p:txBody>
        </p:sp>
        <p:sp>
          <p:nvSpPr>
            <p:cNvPr id="30" name="tx14"/>
            <p:cNvSpPr/>
            <p:nvPr/>
          </p:nvSpPr>
          <p:spPr>
            <a:xfrm>
              <a:off x="11234456" y="2091469"/>
              <a:ext cx="125992" cy="98775"/>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Sí</a:t>
              </a:r>
            </a:p>
          </p:txBody>
        </p:sp>
        <p:sp>
          <p:nvSpPr>
            <p:cNvPr id="31" name="tx15"/>
            <p:cNvSpPr/>
            <p:nvPr/>
          </p:nvSpPr>
          <p:spPr>
            <a:xfrm>
              <a:off x="11234456" y="2446027"/>
              <a:ext cx="177756"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No</a:t>
              </a:r>
            </a:p>
          </p:txBody>
        </p:sp>
        <p:sp>
          <p:nvSpPr>
            <p:cNvPr id="32" name="tx16"/>
            <p:cNvSpPr/>
            <p:nvPr/>
          </p:nvSpPr>
          <p:spPr>
            <a:xfrm>
              <a:off x="7691932" y="3124682"/>
              <a:ext cx="1620949"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52 respuestas</a:t>
              </a:r>
            </a:p>
          </p:txBody>
        </p:sp>
      </p:grpSp>
      <p:grpSp xmlns:pic="http://schemas.openxmlformats.org/drawingml/2006/picture">
        <p:nvGrpSpPr>
          <p:cNvPr id="33" name="Picture Placeholder 5"/>
          <p:cNvGrpSpPr/>
          <p:nvPr/>
        </p:nvGrpSpPr>
        <p:grpSpPr>
          <a:xfrm>
            <a:off x="2926080" y="4617720"/>
            <a:ext cx="6400800" cy="1463040"/>
            <a:chOff x="2926080" y="4617720"/>
            <a:chExt cx="6400800" cy="1463040"/>
          </a:xfrm>
        </p:grpSpPr>
        <p:sp>
          <p:nvSpPr>
            <p:cNvPr id="34" name="tx3"/>
            <p:cNvSpPr/>
            <p:nvPr/>
          </p:nvSpPr>
          <p:spPr>
            <a:xfrm>
              <a:off x="5878085" y="4610942"/>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35" name="rc4"/>
            <p:cNvSpPr/>
            <p:nvPr/>
          </p:nvSpPr>
          <p:spPr>
            <a:xfrm>
              <a:off x="5518404" y="4814557"/>
              <a:ext cx="3808475" cy="1209147"/>
            </a:xfrm>
            <a:prstGeom prst="rect">
              <a:avLst/>
            </a:prstGeom>
          </p:spPr>
          <p:txBody>
            <a:bodyPr/>
            <a:lstStyle/>
            <a:p/>
          </p:txBody>
        </p:sp>
        <p:sp>
          <p:nvSpPr>
            <p:cNvPr id="36" name="rc5"/>
            <p:cNvSpPr/>
            <p:nvPr/>
          </p:nvSpPr>
          <p:spPr>
            <a:xfrm>
              <a:off x="5518404" y="4814557"/>
              <a:ext cx="3808475" cy="1209147"/>
            </a:xfrm>
            <a:prstGeom prst="rect">
              <a:avLst/>
            </a:prstGeom>
          </p:spPr>
          <p:txBody>
            <a:bodyPr/>
            <a:lstStyle/>
            <a:p/>
          </p:txBody>
        </p:sp>
        <p:sp>
          <p:nvSpPr>
            <p:cNvPr id="37" name="rc6"/>
            <p:cNvSpPr/>
            <p:nvPr/>
          </p:nvSpPr>
          <p:spPr>
            <a:xfrm>
              <a:off x="5518404" y="4847990"/>
              <a:ext cx="487130" cy="167163"/>
            </a:xfrm>
            <a:prstGeom prst="rect">
              <a:avLst/>
            </a:prstGeom>
            <a:solidFill>
              <a:srgbClr val="081F5C">
                <a:alpha val="100000"/>
              </a:srgbClr>
            </a:solidFill>
          </p:spPr>
          <p:txBody>
            <a:bodyPr/>
            <a:lstStyle/>
            <a:p/>
          </p:txBody>
        </p:sp>
        <p:sp>
          <p:nvSpPr>
            <p:cNvPr id="38" name="rc7"/>
            <p:cNvSpPr/>
            <p:nvPr/>
          </p:nvSpPr>
          <p:spPr>
            <a:xfrm>
              <a:off x="5518404" y="5043014"/>
              <a:ext cx="420703" cy="167163"/>
            </a:xfrm>
            <a:prstGeom prst="rect">
              <a:avLst/>
            </a:prstGeom>
            <a:solidFill>
              <a:srgbClr val="081F5C">
                <a:alpha val="100000"/>
              </a:srgbClr>
            </a:solidFill>
          </p:spPr>
          <p:txBody>
            <a:bodyPr/>
            <a:lstStyle/>
            <a:p/>
          </p:txBody>
        </p:sp>
        <p:sp>
          <p:nvSpPr>
            <p:cNvPr id="39" name="rc8"/>
            <p:cNvSpPr/>
            <p:nvPr/>
          </p:nvSpPr>
          <p:spPr>
            <a:xfrm>
              <a:off x="5518404" y="5238038"/>
              <a:ext cx="752838" cy="167163"/>
            </a:xfrm>
            <a:prstGeom prst="rect">
              <a:avLst/>
            </a:prstGeom>
            <a:solidFill>
              <a:srgbClr val="081F5C">
                <a:alpha val="100000"/>
              </a:srgbClr>
            </a:solidFill>
          </p:spPr>
          <p:txBody>
            <a:bodyPr/>
            <a:lstStyle/>
            <a:p/>
          </p:txBody>
        </p:sp>
        <p:sp>
          <p:nvSpPr>
            <p:cNvPr id="40" name="rc9"/>
            <p:cNvSpPr/>
            <p:nvPr/>
          </p:nvSpPr>
          <p:spPr>
            <a:xfrm>
              <a:off x="5518404" y="5433062"/>
              <a:ext cx="708553" cy="167163"/>
            </a:xfrm>
            <a:prstGeom prst="rect">
              <a:avLst/>
            </a:prstGeom>
            <a:solidFill>
              <a:srgbClr val="081F5C">
                <a:alpha val="100000"/>
              </a:srgbClr>
            </a:solidFill>
          </p:spPr>
          <p:txBody>
            <a:bodyPr/>
            <a:lstStyle/>
            <a:p/>
          </p:txBody>
        </p:sp>
        <p:sp>
          <p:nvSpPr>
            <p:cNvPr id="41" name="rc10"/>
            <p:cNvSpPr/>
            <p:nvPr/>
          </p:nvSpPr>
          <p:spPr>
            <a:xfrm>
              <a:off x="5518404" y="5628085"/>
              <a:ext cx="797122" cy="167163"/>
            </a:xfrm>
            <a:prstGeom prst="rect">
              <a:avLst/>
            </a:prstGeom>
            <a:solidFill>
              <a:srgbClr val="081F5C">
                <a:alpha val="100000"/>
              </a:srgbClr>
            </a:solidFill>
          </p:spPr>
          <p:txBody>
            <a:bodyPr/>
            <a:lstStyle/>
            <a:p/>
          </p:txBody>
        </p:sp>
        <p:sp>
          <p:nvSpPr>
            <p:cNvPr id="42" name="rc11"/>
            <p:cNvSpPr/>
            <p:nvPr/>
          </p:nvSpPr>
          <p:spPr>
            <a:xfrm>
              <a:off x="5518404" y="5823109"/>
              <a:ext cx="642126" cy="167163"/>
            </a:xfrm>
            <a:prstGeom prst="rect">
              <a:avLst/>
            </a:prstGeom>
            <a:solidFill>
              <a:srgbClr val="081F5C">
                <a:alpha val="100000"/>
              </a:srgbClr>
            </a:solidFill>
          </p:spPr>
          <p:txBody>
            <a:bodyPr/>
            <a:lstStyle/>
            <a:p/>
          </p:txBody>
        </p:sp>
        <p:sp>
          <p:nvSpPr>
            <p:cNvPr id="43" name="tx12"/>
            <p:cNvSpPr/>
            <p:nvPr/>
          </p:nvSpPr>
          <p:spPr>
            <a:xfrm>
              <a:off x="6062661" y="485084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44" name="tx13"/>
            <p:cNvSpPr/>
            <p:nvPr/>
          </p:nvSpPr>
          <p:spPr>
            <a:xfrm>
              <a:off x="5996234" y="504587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45" name="tx14"/>
            <p:cNvSpPr/>
            <p:nvPr/>
          </p:nvSpPr>
          <p:spPr>
            <a:xfrm>
              <a:off x="5692318" y="524089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46" name="tx15"/>
            <p:cNvSpPr/>
            <p:nvPr/>
          </p:nvSpPr>
          <p:spPr>
            <a:xfrm>
              <a:off x="5670176" y="543591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47" name="tx16"/>
            <p:cNvSpPr/>
            <p:nvPr/>
          </p:nvSpPr>
          <p:spPr>
            <a:xfrm>
              <a:off x="5714461" y="563094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48" name="tx17"/>
            <p:cNvSpPr/>
            <p:nvPr/>
          </p:nvSpPr>
          <p:spPr>
            <a:xfrm>
              <a:off x="5636963" y="582596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49" name="tx18"/>
            <p:cNvSpPr/>
            <p:nvPr/>
          </p:nvSpPr>
          <p:spPr>
            <a:xfrm>
              <a:off x="4029644" y="5845354"/>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50" name="tx19"/>
            <p:cNvSpPr/>
            <p:nvPr/>
          </p:nvSpPr>
          <p:spPr>
            <a:xfrm>
              <a:off x="4018532" y="5646310"/>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51" name="tx20"/>
            <p:cNvSpPr/>
            <p:nvPr/>
          </p:nvSpPr>
          <p:spPr>
            <a:xfrm>
              <a:off x="4074789" y="5442205"/>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52" name="tx21"/>
            <p:cNvSpPr/>
            <p:nvPr/>
          </p:nvSpPr>
          <p:spPr>
            <a:xfrm>
              <a:off x="3962076" y="5203077"/>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53" name="tx22"/>
            <p:cNvSpPr/>
            <p:nvPr/>
          </p:nvSpPr>
          <p:spPr>
            <a:xfrm>
              <a:off x="4210322" y="5039057"/>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54" name="tx23"/>
            <p:cNvSpPr/>
            <p:nvPr/>
          </p:nvSpPr>
          <p:spPr>
            <a:xfrm>
              <a:off x="4109119" y="4825527"/>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55" name="tx24"/>
            <p:cNvSpPr/>
            <p:nvPr/>
          </p:nvSpPr>
          <p:spPr>
            <a:xfrm>
              <a:off x="7490562" y="5994550"/>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56" name="Content Placeholder 5"/>
          <p:cNvGrpSpPr/>
          <p:nvPr/>
        </p:nvGrpSpPr>
        <p:grpSpPr>
          <a:xfrm>
            <a:off x="5285232" y="2889504"/>
            <a:ext cx="1737360" cy="1737360"/>
            <a:chOff x="5285232" y="2889504"/>
            <a:chExt cx="1737360" cy="1737360"/>
          </a:xfrm>
        </p:grpSpPr>
        <p:sp>
          <p:nvSpPr>
            <p:cNvPr id="57" name="rc3"/>
            <p:cNvSpPr/>
            <p:nvPr/>
          </p:nvSpPr>
          <p:spPr>
            <a:xfrm>
              <a:off x="5285232" y="2889504"/>
              <a:ext cx="1737360" cy="1737359"/>
            </a:xfrm>
            <a:prstGeom prst="rect">
              <a:avLst/>
            </a:prstGeom>
          </p:spPr>
          <p:txBody>
            <a:bodyPr/>
            <a:lstStyle/>
            <a:p/>
          </p:txBody>
        </p:sp>
        <p:sp>
          <p:nvSpPr>
            <p:cNvPr id="58" name="rc4"/>
            <p:cNvSpPr/>
            <p:nvPr/>
          </p:nvSpPr>
          <p:spPr>
            <a:xfrm>
              <a:off x="5285232" y="2889504"/>
              <a:ext cx="1737360" cy="1737359"/>
            </a:xfrm>
            <a:prstGeom prst="rect">
              <a:avLst/>
            </a:prstGeom>
          </p:spPr>
          <p:txBody>
            <a:bodyPr/>
            <a:lstStyle/>
            <a:p/>
          </p:txBody>
        </p:sp>
        <p:pic>
          <p:nvPicPr>
            <p:cNvPr id="59" name="pic5"/>
            <p:cNvPicPr/>
            <p:nvPr/>
          </p:nvPicPr>
          <p:blipFill>
            <a:blip r:embed="rId2" cstate="print"/>
            <a:stretch>
              <a:fillRect/>
            </a:stretch>
          </p:blipFill>
          <p:spPr>
            <a:xfrm>
              <a:off x="5285232" y="2889504"/>
              <a:ext cx="1737360" cy="1737360"/>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3 GRÁFICOS POBLACIÓN CIFRAS (P_SLIDE_3_GRAFICOS_POBLACION_CIFRAS)</a:t>
            </a:r>
          </a:p>
        </p:txBody>
      </p:sp>
      <p:grpSp xmlns:pic="http://schemas.openxmlformats.org/drawingml/2006/picture">
        <p:nvGrpSpPr>
          <p:cNvPr id="3" name="Picture Placeholder 5"/>
          <p:cNvGrpSpPr/>
          <p:nvPr/>
        </p:nvGrpSpPr>
        <p:grpSpPr>
          <a:xfrm>
            <a:off x="2240280" y="1212494"/>
            <a:ext cx="4160520" cy="2286000"/>
            <a:chOff x="2240280" y="1212494"/>
            <a:chExt cx="4160520" cy="2286000"/>
          </a:xfrm>
        </p:grpSpPr>
        <p:sp>
          <p:nvSpPr>
            <p:cNvPr id="4" name="tx3"/>
            <p:cNvSpPr/>
            <p:nvPr/>
          </p:nvSpPr>
          <p:spPr>
            <a:xfrm>
              <a:off x="3964840" y="1374269"/>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5" name="rc4"/>
            <p:cNvSpPr/>
            <p:nvPr/>
          </p:nvSpPr>
          <p:spPr>
            <a:xfrm>
              <a:off x="3925290" y="1877211"/>
              <a:ext cx="2475509" cy="1428611"/>
            </a:xfrm>
            <a:prstGeom prst="rect">
              <a:avLst/>
            </a:prstGeom>
          </p:spPr>
          <p:txBody>
            <a:bodyPr/>
            <a:lstStyle/>
            <a:p/>
          </p:txBody>
        </p:sp>
        <p:sp>
          <p:nvSpPr>
            <p:cNvPr id="6" name="rc5"/>
            <p:cNvSpPr/>
            <p:nvPr/>
          </p:nvSpPr>
          <p:spPr>
            <a:xfrm>
              <a:off x="3925290" y="1877211"/>
              <a:ext cx="2475509" cy="1428611"/>
            </a:xfrm>
            <a:prstGeom prst="rect">
              <a:avLst/>
            </a:prstGeom>
          </p:spPr>
          <p:txBody>
            <a:bodyPr/>
            <a:lstStyle/>
            <a:p/>
          </p:txBody>
        </p:sp>
        <p:sp>
          <p:nvSpPr>
            <p:cNvPr id="7" name="rc6"/>
            <p:cNvSpPr/>
            <p:nvPr/>
          </p:nvSpPr>
          <p:spPr>
            <a:xfrm>
              <a:off x="3925290" y="2065528"/>
              <a:ext cx="1280932" cy="402608"/>
            </a:xfrm>
            <a:prstGeom prst="rect">
              <a:avLst/>
            </a:prstGeom>
            <a:solidFill>
              <a:srgbClr val="081F5C">
                <a:alpha val="100000"/>
              </a:srgbClr>
            </a:solidFill>
          </p:spPr>
          <p:txBody>
            <a:bodyPr/>
            <a:lstStyle/>
            <a:p/>
          </p:txBody>
        </p:sp>
        <p:sp>
          <p:nvSpPr>
            <p:cNvPr id="8" name="rc7"/>
            <p:cNvSpPr/>
            <p:nvPr/>
          </p:nvSpPr>
          <p:spPr>
            <a:xfrm>
              <a:off x="3925290" y="2714896"/>
              <a:ext cx="1194577" cy="402608"/>
            </a:xfrm>
            <a:prstGeom prst="rect">
              <a:avLst/>
            </a:prstGeom>
            <a:solidFill>
              <a:srgbClr val="081F5C">
                <a:alpha val="100000"/>
              </a:srgbClr>
            </a:solidFill>
          </p:spPr>
          <p:txBody>
            <a:bodyPr/>
            <a:lstStyle/>
            <a:p/>
          </p:txBody>
        </p:sp>
        <p:sp>
          <p:nvSpPr>
            <p:cNvPr id="9" name="tx8"/>
            <p:cNvSpPr/>
            <p:nvPr/>
          </p:nvSpPr>
          <p:spPr>
            <a:xfrm>
              <a:off x="4363252" y="218610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0" name="tx9"/>
            <p:cNvSpPr/>
            <p:nvPr/>
          </p:nvSpPr>
          <p:spPr>
            <a:xfrm>
              <a:off x="4320074" y="283547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1" name="tx10"/>
            <p:cNvSpPr/>
            <p:nvPr/>
          </p:nvSpPr>
          <p:spPr>
            <a:xfrm>
              <a:off x="2812747" y="2873560"/>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2" name="tx11"/>
            <p:cNvSpPr/>
            <p:nvPr/>
          </p:nvSpPr>
          <p:spPr>
            <a:xfrm>
              <a:off x="2778814" y="2159255"/>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13" name="tx12"/>
            <p:cNvSpPr/>
            <p:nvPr/>
          </p:nvSpPr>
          <p:spPr>
            <a:xfrm>
              <a:off x="4591365" y="3364818"/>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14" name="Picture Placeholder 5"/>
          <p:cNvGrpSpPr/>
          <p:nvPr/>
        </p:nvGrpSpPr>
        <p:grpSpPr>
          <a:xfrm>
            <a:off x="6812280" y="1212494"/>
            <a:ext cx="5001768" cy="4887468"/>
            <a:chOff x="6812280" y="1212494"/>
            <a:chExt cx="5001768" cy="4887468"/>
          </a:xfrm>
        </p:grpSpPr>
        <p:sp>
          <p:nvSpPr>
            <p:cNvPr id="15" name="tx3"/>
            <p:cNvSpPr/>
            <p:nvPr/>
          </p:nvSpPr>
          <p:spPr>
            <a:xfrm>
              <a:off x="9064769" y="1371691"/>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16" name="rc4"/>
            <p:cNvSpPr/>
            <p:nvPr/>
          </p:nvSpPr>
          <p:spPr>
            <a:xfrm>
              <a:off x="8837996" y="1870055"/>
              <a:ext cx="2976051" cy="4039308"/>
            </a:xfrm>
            <a:prstGeom prst="rect">
              <a:avLst/>
            </a:prstGeom>
          </p:spPr>
          <p:txBody>
            <a:bodyPr/>
            <a:lstStyle/>
            <a:p/>
          </p:txBody>
        </p:sp>
        <p:sp>
          <p:nvSpPr>
            <p:cNvPr id="17" name="rc5"/>
            <p:cNvSpPr/>
            <p:nvPr/>
          </p:nvSpPr>
          <p:spPr>
            <a:xfrm>
              <a:off x="8837996" y="1870055"/>
              <a:ext cx="2976051" cy="4039308"/>
            </a:xfrm>
            <a:prstGeom prst="rect">
              <a:avLst/>
            </a:prstGeom>
          </p:spPr>
          <p:txBody>
            <a:bodyPr/>
            <a:lstStyle/>
            <a:p/>
          </p:txBody>
        </p:sp>
        <p:sp>
          <p:nvSpPr>
            <p:cNvPr id="18" name="rc6"/>
            <p:cNvSpPr/>
            <p:nvPr/>
          </p:nvSpPr>
          <p:spPr>
            <a:xfrm>
              <a:off x="8837996" y="1981741"/>
              <a:ext cx="380657" cy="558429"/>
            </a:xfrm>
            <a:prstGeom prst="rect">
              <a:avLst/>
            </a:prstGeom>
            <a:solidFill>
              <a:srgbClr val="081F5C">
                <a:alpha val="100000"/>
              </a:srgbClr>
            </a:solidFill>
          </p:spPr>
          <p:txBody>
            <a:bodyPr/>
            <a:lstStyle/>
            <a:p/>
          </p:txBody>
        </p:sp>
        <p:sp>
          <p:nvSpPr>
            <p:cNvPr id="19" name="rc7"/>
            <p:cNvSpPr/>
            <p:nvPr/>
          </p:nvSpPr>
          <p:spPr>
            <a:xfrm>
              <a:off x="8837996" y="2633243"/>
              <a:ext cx="328749" cy="558429"/>
            </a:xfrm>
            <a:prstGeom prst="rect">
              <a:avLst/>
            </a:prstGeom>
            <a:solidFill>
              <a:srgbClr val="081F5C">
                <a:alpha val="100000"/>
              </a:srgbClr>
            </a:solidFill>
          </p:spPr>
          <p:txBody>
            <a:bodyPr/>
            <a:lstStyle/>
            <a:p/>
          </p:txBody>
        </p:sp>
        <p:sp>
          <p:nvSpPr>
            <p:cNvPr id="20" name="rc8"/>
            <p:cNvSpPr/>
            <p:nvPr/>
          </p:nvSpPr>
          <p:spPr>
            <a:xfrm>
              <a:off x="8837996" y="3284744"/>
              <a:ext cx="588289" cy="558429"/>
            </a:xfrm>
            <a:prstGeom prst="rect">
              <a:avLst/>
            </a:prstGeom>
            <a:solidFill>
              <a:srgbClr val="081F5C">
                <a:alpha val="100000"/>
              </a:srgbClr>
            </a:solidFill>
          </p:spPr>
          <p:txBody>
            <a:bodyPr/>
            <a:lstStyle/>
            <a:p/>
          </p:txBody>
        </p:sp>
        <p:sp>
          <p:nvSpPr>
            <p:cNvPr id="21" name="rc9"/>
            <p:cNvSpPr/>
            <p:nvPr/>
          </p:nvSpPr>
          <p:spPr>
            <a:xfrm>
              <a:off x="8837996" y="3936245"/>
              <a:ext cx="553684" cy="558429"/>
            </a:xfrm>
            <a:prstGeom prst="rect">
              <a:avLst/>
            </a:prstGeom>
            <a:solidFill>
              <a:srgbClr val="081F5C">
                <a:alpha val="100000"/>
              </a:srgbClr>
            </a:solidFill>
          </p:spPr>
          <p:txBody>
            <a:bodyPr/>
            <a:lstStyle/>
            <a:p/>
          </p:txBody>
        </p:sp>
        <p:sp>
          <p:nvSpPr>
            <p:cNvPr id="22" name="rc10"/>
            <p:cNvSpPr/>
            <p:nvPr/>
          </p:nvSpPr>
          <p:spPr>
            <a:xfrm>
              <a:off x="8837996" y="4587747"/>
              <a:ext cx="622894" cy="558429"/>
            </a:xfrm>
            <a:prstGeom prst="rect">
              <a:avLst/>
            </a:prstGeom>
            <a:solidFill>
              <a:srgbClr val="081F5C">
                <a:alpha val="100000"/>
              </a:srgbClr>
            </a:solidFill>
          </p:spPr>
          <p:txBody>
            <a:bodyPr/>
            <a:lstStyle/>
            <a:p/>
          </p:txBody>
        </p:sp>
        <p:sp>
          <p:nvSpPr>
            <p:cNvPr id="23" name="rc11"/>
            <p:cNvSpPr/>
            <p:nvPr/>
          </p:nvSpPr>
          <p:spPr>
            <a:xfrm>
              <a:off x="8837996" y="5239248"/>
              <a:ext cx="501776" cy="558429"/>
            </a:xfrm>
            <a:prstGeom prst="rect">
              <a:avLst/>
            </a:prstGeom>
            <a:solidFill>
              <a:srgbClr val="081F5C">
                <a:alpha val="100000"/>
              </a:srgbClr>
            </a:solidFill>
          </p:spPr>
          <p:txBody>
            <a:bodyPr/>
            <a:lstStyle/>
            <a:p/>
          </p:txBody>
        </p:sp>
        <p:sp>
          <p:nvSpPr>
            <p:cNvPr id="24" name="tx12"/>
            <p:cNvSpPr/>
            <p:nvPr/>
          </p:nvSpPr>
          <p:spPr>
            <a:xfrm>
              <a:off x="9263294" y="218023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25" name="tx13"/>
            <p:cNvSpPr/>
            <p:nvPr/>
          </p:nvSpPr>
          <p:spPr>
            <a:xfrm>
              <a:off x="9211386" y="283173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26" name="tx14"/>
            <p:cNvSpPr/>
            <p:nvPr/>
          </p:nvSpPr>
          <p:spPr>
            <a:xfrm>
              <a:off x="8929636" y="348323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7" name="tx15"/>
            <p:cNvSpPr/>
            <p:nvPr/>
          </p:nvSpPr>
          <p:spPr>
            <a:xfrm>
              <a:off x="8912333" y="413473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8" name="tx16"/>
            <p:cNvSpPr/>
            <p:nvPr/>
          </p:nvSpPr>
          <p:spPr>
            <a:xfrm>
              <a:off x="8946939" y="478623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29" name="tx17"/>
            <p:cNvSpPr/>
            <p:nvPr/>
          </p:nvSpPr>
          <p:spPr>
            <a:xfrm>
              <a:off x="8886379" y="543773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30" name="tx18"/>
            <p:cNvSpPr/>
            <p:nvPr/>
          </p:nvSpPr>
          <p:spPr>
            <a:xfrm>
              <a:off x="7400651" y="5495166"/>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31" name="tx19"/>
            <p:cNvSpPr/>
            <p:nvPr/>
          </p:nvSpPr>
          <p:spPr>
            <a:xfrm>
              <a:off x="7389538" y="4824428"/>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32" name="tx20"/>
            <p:cNvSpPr/>
            <p:nvPr/>
          </p:nvSpPr>
          <p:spPr>
            <a:xfrm>
              <a:off x="7445795" y="4148630"/>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33" name="tx21"/>
            <p:cNvSpPr/>
            <p:nvPr/>
          </p:nvSpPr>
          <p:spPr>
            <a:xfrm>
              <a:off x="7333083" y="3437808"/>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34" name="tx22"/>
            <p:cNvSpPr/>
            <p:nvPr/>
          </p:nvSpPr>
          <p:spPr>
            <a:xfrm>
              <a:off x="7581328" y="2802095"/>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35" name="tx23"/>
            <p:cNvSpPr/>
            <p:nvPr/>
          </p:nvSpPr>
          <p:spPr>
            <a:xfrm>
              <a:off x="7480125" y="2116871"/>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36" name="tx24"/>
            <p:cNvSpPr/>
            <p:nvPr/>
          </p:nvSpPr>
          <p:spPr>
            <a:xfrm>
              <a:off x="9994518" y="5967011"/>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7" name="Picture Placeholder 5"/>
          <p:cNvGrpSpPr/>
          <p:nvPr/>
        </p:nvGrpSpPr>
        <p:grpSpPr>
          <a:xfrm>
            <a:off x="502920" y="3017520"/>
            <a:ext cx="1417320" cy="777240"/>
            <a:chOff x="502920" y="3017520"/>
            <a:chExt cx="1417320" cy="777240"/>
          </a:xfrm>
        </p:grpSpPr>
        <p:sp>
          <p:nvSpPr>
            <p:cNvPr id="38" name="rc3"/>
            <p:cNvSpPr/>
            <p:nvPr/>
          </p:nvSpPr>
          <p:spPr>
            <a:xfrm>
              <a:off x="502920" y="3111730"/>
              <a:ext cx="1417320" cy="596669"/>
            </a:xfrm>
            <a:prstGeom prst="rect">
              <a:avLst/>
            </a:prstGeom>
          </p:spPr>
          <p:txBody>
            <a:bodyPr/>
            <a:lstStyle/>
            <a:p/>
          </p:txBody>
        </p:sp>
        <p:sp>
          <p:nvSpPr>
            <p:cNvPr id="39" name="rc4"/>
            <p:cNvSpPr/>
            <p:nvPr/>
          </p:nvSpPr>
          <p:spPr>
            <a:xfrm>
              <a:off x="578835" y="3187646"/>
              <a:ext cx="1265489" cy="202994"/>
            </a:xfrm>
            <a:prstGeom prst="rect">
              <a:avLst/>
            </a:prstGeom>
          </p:spPr>
          <p:txBody>
            <a:bodyPr/>
            <a:lstStyle/>
            <a:p/>
          </p:txBody>
        </p:sp>
        <p:sp>
          <p:nvSpPr>
            <p:cNvPr id="40" name="rc5"/>
            <p:cNvSpPr/>
            <p:nvPr/>
          </p:nvSpPr>
          <p:spPr>
            <a:xfrm>
              <a:off x="895207" y="3221984"/>
              <a:ext cx="632744" cy="168655"/>
            </a:xfrm>
            <a:prstGeom prst="rect">
              <a:avLst/>
            </a:prstGeom>
            <a:solidFill>
              <a:srgbClr val="081F5C">
                <a:alpha val="100000"/>
              </a:srgbClr>
            </a:solidFill>
          </p:spPr>
          <p:txBody>
            <a:bodyPr/>
            <a:lstStyle/>
            <a:p/>
          </p:txBody>
        </p:sp>
        <p:sp>
          <p:nvSpPr>
            <p:cNvPr id="41" name="tx6"/>
            <p:cNvSpPr/>
            <p:nvPr/>
          </p:nvSpPr>
          <p:spPr>
            <a:xfrm>
              <a:off x="1028724" y="3208416"/>
              <a:ext cx="365711" cy="165515"/>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22,5</a:t>
              </a:r>
            </a:p>
          </p:txBody>
        </p:sp>
        <p:sp>
          <p:nvSpPr>
            <p:cNvPr id="42" name="tx7"/>
            <p:cNvSpPr/>
            <p:nvPr/>
          </p:nvSpPr>
          <p:spPr>
            <a:xfrm>
              <a:off x="943690" y="3103004"/>
              <a:ext cx="535779" cy="108860"/>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172</a:t>
              </a:r>
            </a:p>
          </p:txBody>
        </p:sp>
        <p:sp>
          <p:nvSpPr>
            <p:cNvPr id="43" name="tx8"/>
            <p:cNvSpPr/>
            <p:nvPr/>
          </p:nvSpPr>
          <p:spPr>
            <a:xfrm>
              <a:off x="658088" y="3420453"/>
              <a:ext cx="1106983" cy="18960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Edad (años)</a:t>
              </a:r>
            </a:p>
          </p:txBody>
        </p:sp>
        <p:sp>
          <p:nvSpPr>
            <p:cNvPr id="44" name="rc9"/>
            <p:cNvSpPr/>
            <p:nvPr/>
          </p:nvSpPr>
          <p:spPr>
            <a:xfrm>
              <a:off x="745136" y="3659717"/>
              <a:ext cx="129272" cy="135042"/>
            </a:xfrm>
            <a:prstGeom prst="rect">
              <a:avLst/>
            </a:prstGeom>
            <a:solidFill>
              <a:srgbClr val="081F5C">
                <a:alpha val="100000"/>
              </a:srgbClr>
            </a:solidFill>
          </p:spPr>
          <p:txBody>
            <a:bodyPr/>
            <a:lstStyle/>
            <a:p/>
          </p:txBody>
        </p:sp>
        <p:sp>
          <p:nvSpPr>
            <p:cNvPr id="45" name="tx10"/>
            <p:cNvSpPr/>
            <p:nvPr/>
          </p:nvSpPr>
          <p:spPr>
            <a:xfrm>
              <a:off x="919730" y="3670065"/>
              <a:ext cx="575865" cy="150713"/>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Media</a:t>
              </a:r>
            </a:p>
          </p:txBody>
        </p:sp>
      </p:grpSp>
      <p:grpSp xmlns:pic="http://schemas.openxmlformats.org/drawingml/2006/picture">
        <p:nvGrpSpPr>
          <p:cNvPr id="46" name="Picture Placeholder 5"/>
          <p:cNvGrpSpPr/>
          <p:nvPr/>
        </p:nvGrpSpPr>
        <p:grpSpPr>
          <a:xfrm>
            <a:off x="2240280" y="3749040"/>
            <a:ext cx="4160520" cy="2286000"/>
            <a:chOff x="2240280" y="3749040"/>
            <a:chExt cx="4160520" cy="2286000"/>
          </a:xfrm>
        </p:grpSpPr>
        <p:sp>
          <p:nvSpPr>
            <p:cNvPr id="47" name="tx3"/>
            <p:cNvSpPr/>
            <p:nvPr/>
          </p:nvSpPr>
          <p:spPr>
            <a:xfrm>
              <a:off x="3592323" y="3766205"/>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48" name="rc4"/>
            <p:cNvSpPr/>
            <p:nvPr/>
          </p:nvSpPr>
          <p:spPr>
            <a:xfrm>
              <a:off x="3925290" y="4117276"/>
              <a:ext cx="2475509" cy="1811028"/>
            </a:xfrm>
            <a:prstGeom prst="rect">
              <a:avLst/>
            </a:prstGeom>
          </p:spPr>
          <p:txBody>
            <a:bodyPr/>
            <a:lstStyle/>
            <a:p/>
          </p:txBody>
        </p:sp>
        <p:sp>
          <p:nvSpPr>
            <p:cNvPr id="49" name="rc5"/>
            <p:cNvSpPr/>
            <p:nvPr/>
          </p:nvSpPr>
          <p:spPr>
            <a:xfrm>
              <a:off x="3925290" y="4117276"/>
              <a:ext cx="2475509" cy="1811028"/>
            </a:xfrm>
            <a:prstGeom prst="rect">
              <a:avLst/>
            </a:prstGeom>
          </p:spPr>
          <p:txBody>
            <a:bodyPr/>
            <a:lstStyle/>
            <a:p/>
          </p:txBody>
        </p:sp>
        <p:sp>
          <p:nvSpPr>
            <p:cNvPr id="50" name="rc6"/>
            <p:cNvSpPr/>
            <p:nvPr/>
          </p:nvSpPr>
          <p:spPr>
            <a:xfrm>
              <a:off x="3925290" y="4252795"/>
              <a:ext cx="1065044" cy="246398"/>
            </a:xfrm>
            <a:prstGeom prst="rect">
              <a:avLst/>
            </a:prstGeom>
            <a:solidFill>
              <a:srgbClr val="081F5C">
                <a:alpha val="100000"/>
              </a:srgbClr>
            </a:solidFill>
          </p:spPr>
          <p:txBody>
            <a:bodyPr/>
            <a:lstStyle/>
            <a:p/>
          </p:txBody>
        </p:sp>
        <p:sp>
          <p:nvSpPr>
            <p:cNvPr id="51" name="rc7"/>
            <p:cNvSpPr/>
            <p:nvPr/>
          </p:nvSpPr>
          <p:spPr>
            <a:xfrm>
              <a:off x="3925290" y="4683992"/>
              <a:ext cx="1151399" cy="246398"/>
            </a:xfrm>
            <a:prstGeom prst="rect">
              <a:avLst/>
            </a:prstGeom>
            <a:solidFill>
              <a:srgbClr val="081F5C">
                <a:alpha val="100000"/>
              </a:srgbClr>
            </a:solidFill>
          </p:spPr>
          <p:txBody>
            <a:bodyPr/>
            <a:lstStyle/>
            <a:p/>
          </p:txBody>
        </p:sp>
        <p:sp>
          <p:nvSpPr>
            <p:cNvPr id="52" name="rc8"/>
            <p:cNvSpPr/>
            <p:nvPr/>
          </p:nvSpPr>
          <p:spPr>
            <a:xfrm>
              <a:off x="3925290" y="5115189"/>
              <a:ext cx="201494" cy="246398"/>
            </a:xfrm>
            <a:prstGeom prst="rect">
              <a:avLst/>
            </a:prstGeom>
            <a:solidFill>
              <a:srgbClr val="081F5C">
                <a:alpha val="100000"/>
              </a:srgbClr>
            </a:solidFill>
          </p:spPr>
          <p:txBody>
            <a:bodyPr/>
            <a:lstStyle/>
            <a:p/>
          </p:txBody>
        </p:sp>
        <p:sp>
          <p:nvSpPr>
            <p:cNvPr id="53" name="rc9"/>
            <p:cNvSpPr/>
            <p:nvPr/>
          </p:nvSpPr>
          <p:spPr>
            <a:xfrm>
              <a:off x="3925290" y="5546387"/>
              <a:ext cx="57569" cy="246398"/>
            </a:xfrm>
            <a:prstGeom prst="rect">
              <a:avLst/>
            </a:prstGeom>
            <a:solidFill>
              <a:srgbClr val="081F5C">
                <a:alpha val="100000"/>
              </a:srgbClr>
            </a:solidFill>
          </p:spPr>
          <p:txBody>
            <a:bodyPr/>
            <a:lstStyle/>
            <a:p/>
          </p:txBody>
        </p:sp>
        <p:sp>
          <p:nvSpPr>
            <p:cNvPr id="54" name="tx10"/>
            <p:cNvSpPr/>
            <p:nvPr/>
          </p:nvSpPr>
          <p:spPr>
            <a:xfrm>
              <a:off x="4255308" y="429526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55" name="tx11"/>
            <p:cNvSpPr/>
            <p:nvPr/>
          </p:nvSpPr>
          <p:spPr>
            <a:xfrm>
              <a:off x="4298486" y="472646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56" name="tx12"/>
            <p:cNvSpPr/>
            <p:nvPr/>
          </p:nvSpPr>
          <p:spPr>
            <a:xfrm>
              <a:off x="4163918" y="5157664"/>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57" name="tx13"/>
            <p:cNvSpPr/>
            <p:nvPr/>
          </p:nvSpPr>
          <p:spPr>
            <a:xfrm>
              <a:off x="4019993" y="5588861"/>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58" name="tx14"/>
            <p:cNvSpPr/>
            <p:nvPr/>
          </p:nvSpPr>
          <p:spPr>
            <a:xfrm>
              <a:off x="2066821" y="5624237"/>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59" name="tx15"/>
            <p:cNvSpPr/>
            <p:nvPr/>
          </p:nvSpPr>
          <p:spPr>
            <a:xfrm>
              <a:off x="2247498" y="5173366"/>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60" name="tx16"/>
            <p:cNvSpPr/>
            <p:nvPr/>
          </p:nvSpPr>
          <p:spPr>
            <a:xfrm>
              <a:off x="2247498" y="4720608"/>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61" name="tx17"/>
            <p:cNvSpPr/>
            <p:nvPr/>
          </p:nvSpPr>
          <p:spPr>
            <a:xfrm>
              <a:off x="2247498" y="4267752"/>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sp>
          <p:nvSpPr>
            <p:cNvPr id="62" name="tx18"/>
            <p:cNvSpPr/>
            <p:nvPr/>
          </p:nvSpPr>
          <p:spPr>
            <a:xfrm>
              <a:off x="4591365" y="5931441"/>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63" name="Picture Placeholder 5"/>
          <p:cNvGrpSpPr/>
          <p:nvPr/>
        </p:nvGrpSpPr>
        <p:grpSpPr>
          <a:xfrm>
            <a:off x="502920" y="3977640"/>
            <a:ext cx="1417320" cy="777240"/>
            <a:chOff x="502920" y="3977640"/>
            <a:chExt cx="1417320" cy="777240"/>
          </a:xfrm>
        </p:grpSpPr>
        <p:sp>
          <p:nvSpPr>
            <p:cNvPr id="64" name="rc3"/>
            <p:cNvSpPr/>
            <p:nvPr/>
          </p:nvSpPr>
          <p:spPr>
            <a:xfrm>
              <a:off x="502920" y="4071850"/>
              <a:ext cx="1417320" cy="596669"/>
            </a:xfrm>
            <a:prstGeom prst="rect">
              <a:avLst/>
            </a:prstGeom>
          </p:spPr>
          <p:txBody>
            <a:bodyPr/>
            <a:lstStyle/>
            <a:p/>
          </p:txBody>
        </p:sp>
        <p:sp>
          <p:nvSpPr>
            <p:cNvPr id="65" name="rc4"/>
            <p:cNvSpPr/>
            <p:nvPr/>
          </p:nvSpPr>
          <p:spPr>
            <a:xfrm>
              <a:off x="578835" y="4147766"/>
              <a:ext cx="1265489" cy="202994"/>
            </a:xfrm>
            <a:prstGeom prst="rect">
              <a:avLst/>
            </a:prstGeom>
          </p:spPr>
          <p:txBody>
            <a:bodyPr/>
            <a:lstStyle/>
            <a:p/>
          </p:txBody>
        </p:sp>
        <p:sp>
          <p:nvSpPr>
            <p:cNvPr id="66" name="rc5"/>
            <p:cNvSpPr/>
            <p:nvPr/>
          </p:nvSpPr>
          <p:spPr>
            <a:xfrm>
              <a:off x="895207" y="4182104"/>
              <a:ext cx="632744" cy="168655"/>
            </a:xfrm>
            <a:prstGeom prst="rect">
              <a:avLst/>
            </a:prstGeom>
            <a:solidFill>
              <a:srgbClr val="081F5C">
                <a:alpha val="100000"/>
              </a:srgbClr>
            </a:solidFill>
          </p:spPr>
          <p:txBody>
            <a:bodyPr/>
            <a:lstStyle/>
            <a:p/>
          </p:txBody>
        </p:sp>
        <p:sp>
          <p:nvSpPr>
            <p:cNvPr id="67" name="tx6"/>
            <p:cNvSpPr/>
            <p:nvPr/>
          </p:nvSpPr>
          <p:spPr>
            <a:xfrm>
              <a:off x="1028724" y="4167893"/>
              <a:ext cx="365711" cy="166157"/>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26,9</a:t>
              </a:r>
            </a:p>
          </p:txBody>
        </p:sp>
        <p:sp>
          <p:nvSpPr>
            <p:cNvPr id="68" name="tx7"/>
            <p:cNvSpPr/>
            <p:nvPr/>
          </p:nvSpPr>
          <p:spPr>
            <a:xfrm>
              <a:off x="943690" y="4060086"/>
              <a:ext cx="535779" cy="111898"/>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178</a:t>
              </a:r>
            </a:p>
          </p:txBody>
        </p:sp>
        <p:sp>
          <p:nvSpPr>
            <p:cNvPr id="69" name="tx8"/>
            <p:cNvSpPr/>
            <p:nvPr/>
          </p:nvSpPr>
          <p:spPr>
            <a:xfrm>
              <a:off x="658088" y="4380573"/>
              <a:ext cx="1106983" cy="18960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Edad (años)</a:t>
              </a:r>
            </a:p>
          </p:txBody>
        </p:sp>
        <p:sp>
          <p:nvSpPr>
            <p:cNvPr id="70" name="rc9"/>
            <p:cNvSpPr/>
            <p:nvPr/>
          </p:nvSpPr>
          <p:spPr>
            <a:xfrm>
              <a:off x="745136" y="4619837"/>
              <a:ext cx="129272" cy="135042"/>
            </a:xfrm>
            <a:prstGeom prst="rect">
              <a:avLst/>
            </a:prstGeom>
            <a:solidFill>
              <a:srgbClr val="081F5C">
                <a:alpha val="100000"/>
              </a:srgbClr>
            </a:solidFill>
          </p:spPr>
          <p:txBody>
            <a:bodyPr/>
            <a:lstStyle/>
            <a:p/>
          </p:txBody>
        </p:sp>
        <p:sp>
          <p:nvSpPr>
            <p:cNvPr id="71" name="tx10"/>
            <p:cNvSpPr/>
            <p:nvPr/>
          </p:nvSpPr>
          <p:spPr>
            <a:xfrm>
              <a:off x="919730" y="4630185"/>
              <a:ext cx="575865" cy="150713"/>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Media</a:t>
              </a:r>
            </a:p>
          </p:txBody>
        </p:sp>
      </p:grpSp>
      <p:grpSp xmlns:pic="http://schemas.openxmlformats.org/drawingml/2006/picture">
        <p:nvGrpSpPr>
          <p:cNvPr id="72" name="Content Placeholder 5"/>
          <p:cNvGrpSpPr/>
          <p:nvPr/>
        </p:nvGrpSpPr>
        <p:grpSpPr>
          <a:xfrm>
            <a:off x="502920" y="1280160"/>
            <a:ext cx="1417320" cy="1417320"/>
            <a:chOff x="502920" y="1280160"/>
            <a:chExt cx="1417320" cy="1417320"/>
          </a:xfrm>
        </p:grpSpPr>
        <p:sp>
          <p:nvSpPr>
            <p:cNvPr id="73" name="rc3"/>
            <p:cNvSpPr/>
            <p:nvPr/>
          </p:nvSpPr>
          <p:spPr>
            <a:xfrm>
              <a:off x="502920" y="1280160"/>
              <a:ext cx="1417320" cy="1417320"/>
            </a:xfrm>
            <a:prstGeom prst="rect">
              <a:avLst/>
            </a:prstGeom>
          </p:spPr>
          <p:txBody>
            <a:bodyPr/>
            <a:lstStyle/>
            <a:p/>
          </p:txBody>
        </p:sp>
        <p:sp>
          <p:nvSpPr>
            <p:cNvPr id="74" name="rc4"/>
            <p:cNvSpPr/>
            <p:nvPr/>
          </p:nvSpPr>
          <p:spPr>
            <a:xfrm>
              <a:off x="502920" y="1280160"/>
              <a:ext cx="1417320" cy="1417320"/>
            </a:xfrm>
            <a:prstGeom prst="rect">
              <a:avLst/>
            </a:prstGeom>
          </p:spPr>
          <p:txBody>
            <a:bodyPr/>
            <a:lstStyle/>
            <a:p/>
          </p:txBody>
        </p:sp>
        <p:pic>
          <p:nvPicPr>
            <p:cNvPr id="75" name="pic5"/>
            <p:cNvPicPr/>
            <p:nvPr/>
          </p:nvPicPr>
          <p:blipFill>
            <a:blip r:embed="rId2" cstate="print"/>
            <a:stretch>
              <a:fillRect/>
            </a:stretch>
          </p:blipFill>
          <p:spPr>
            <a:xfrm>
              <a:off x="502920" y="1280160"/>
              <a:ext cx="1417320" cy="1417320"/>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CIFRAS Y GRÁFICOS (P_SLIDE_CIFRAS_Y_GRAFICOS)</a:t>
            </a:r>
          </a:p>
        </p:txBody>
      </p:sp>
      <p:grpSp xmlns:pic="http://schemas.openxmlformats.org/drawingml/2006/picture">
        <p:nvGrpSpPr>
          <p:cNvPr id="3" name="Picture Placeholder 5"/>
          <p:cNvGrpSpPr/>
          <p:nvPr/>
        </p:nvGrpSpPr>
        <p:grpSpPr>
          <a:xfrm>
            <a:off x="461772" y="1212494"/>
            <a:ext cx="3611880" cy="1051560"/>
            <a:chOff x="461772" y="1212494"/>
            <a:chExt cx="3611880" cy="1051560"/>
          </a:xfrm>
        </p:grpSpPr>
        <p:sp>
          <p:nvSpPr>
            <p:cNvPr id="4" name="rc3"/>
            <p:cNvSpPr/>
            <p:nvPr/>
          </p:nvSpPr>
          <p:spPr>
            <a:xfrm>
              <a:off x="461772" y="1339955"/>
              <a:ext cx="3611880" cy="807258"/>
            </a:xfrm>
            <a:prstGeom prst="rect">
              <a:avLst/>
            </a:prstGeom>
          </p:spPr>
          <p:txBody>
            <a:bodyPr/>
            <a:lstStyle/>
            <a:p/>
          </p:txBody>
        </p:sp>
        <p:sp>
          <p:nvSpPr>
            <p:cNvPr id="5" name="rc4"/>
            <p:cNvSpPr/>
            <p:nvPr/>
          </p:nvSpPr>
          <p:spPr>
            <a:xfrm>
              <a:off x="3997736" y="1415871"/>
              <a:ext cx="0" cy="413583"/>
            </a:xfrm>
            <a:prstGeom prst="rect">
              <a:avLst/>
            </a:prstGeom>
          </p:spPr>
          <p:txBody>
            <a:bodyPr/>
            <a:lstStyle/>
            <a:p/>
          </p:txBody>
        </p:sp>
        <p:sp>
          <p:nvSpPr>
            <p:cNvPr id="6" name="rc5"/>
            <p:cNvSpPr/>
            <p:nvPr/>
          </p:nvSpPr>
          <p:spPr>
            <a:xfrm>
              <a:off x="1402699" y="1485832"/>
              <a:ext cx="1730024" cy="343621"/>
            </a:xfrm>
            <a:prstGeom prst="rect">
              <a:avLst/>
            </a:prstGeom>
            <a:solidFill>
              <a:srgbClr val="081F5C">
                <a:alpha val="100000"/>
              </a:srgbClr>
            </a:solidFill>
          </p:spPr>
          <p:txBody>
            <a:bodyPr/>
            <a:lstStyle/>
            <a:p/>
          </p:txBody>
        </p:sp>
        <p:sp>
          <p:nvSpPr>
            <p:cNvPr id="7" name="tx6"/>
            <p:cNvSpPr/>
            <p:nvPr/>
          </p:nvSpPr>
          <p:spPr>
            <a:xfrm>
              <a:off x="2084856" y="1559747"/>
              <a:ext cx="365711" cy="165515"/>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22,5</a:t>
              </a:r>
            </a:p>
          </p:txBody>
        </p:sp>
        <p:sp>
          <p:nvSpPr>
            <p:cNvPr id="8" name="tx7"/>
            <p:cNvSpPr/>
            <p:nvPr/>
          </p:nvSpPr>
          <p:spPr>
            <a:xfrm>
              <a:off x="1999822" y="1356354"/>
              <a:ext cx="535779" cy="108860"/>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172</a:t>
              </a:r>
            </a:p>
          </p:txBody>
        </p:sp>
        <p:sp>
          <p:nvSpPr>
            <p:cNvPr id="9" name="tx8"/>
            <p:cNvSpPr/>
            <p:nvPr/>
          </p:nvSpPr>
          <p:spPr>
            <a:xfrm>
              <a:off x="1714220" y="1859267"/>
              <a:ext cx="1106983" cy="18960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Edad (años)</a:t>
              </a:r>
            </a:p>
          </p:txBody>
        </p:sp>
        <p:sp>
          <p:nvSpPr>
            <p:cNvPr id="10" name="rc9"/>
            <p:cNvSpPr/>
            <p:nvPr/>
          </p:nvSpPr>
          <p:spPr>
            <a:xfrm>
              <a:off x="1801268" y="2112385"/>
              <a:ext cx="129272" cy="151668"/>
            </a:xfrm>
            <a:prstGeom prst="rect">
              <a:avLst/>
            </a:prstGeom>
            <a:solidFill>
              <a:srgbClr val="081F5C">
                <a:alpha val="100000"/>
              </a:srgbClr>
            </a:solidFill>
          </p:spPr>
          <p:txBody>
            <a:bodyPr/>
            <a:lstStyle/>
            <a:p/>
          </p:txBody>
        </p:sp>
        <p:sp>
          <p:nvSpPr>
            <p:cNvPr id="11" name="tx10"/>
            <p:cNvSpPr/>
            <p:nvPr/>
          </p:nvSpPr>
          <p:spPr>
            <a:xfrm>
              <a:off x="1975862" y="2122734"/>
              <a:ext cx="575865" cy="150713"/>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Media</a:t>
              </a:r>
            </a:p>
          </p:txBody>
        </p:sp>
      </p:grpSp>
      <p:grpSp xmlns:pic="http://schemas.openxmlformats.org/drawingml/2006/picture">
        <p:nvGrpSpPr>
          <p:cNvPr id="12" name="Picture Placeholder 5"/>
          <p:cNvGrpSpPr/>
          <p:nvPr/>
        </p:nvGrpSpPr>
        <p:grpSpPr>
          <a:xfrm>
            <a:off x="4343400" y="1212494"/>
            <a:ext cx="3611880" cy="1051560"/>
            <a:chOff x="4343400" y="1212494"/>
            <a:chExt cx="3611880" cy="1051560"/>
          </a:xfrm>
        </p:grpSpPr>
        <p:sp>
          <p:nvSpPr>
            <p:cNvPr id="13" name="rc3"/>
            <p:cNvSpPr/>
            <p:nvPr/>
          </p:nvSpPr>
          <p:spPr>
            <a:xfrm>
              <a:off x="4343400" y="1339955"/>
              <a:ext cx="3611880" cy="807258"/>
            </a:xfrm>
            <a:prstGeom prst="rect">
              <a:avLst/>
            </a:prstGeom>
          </p:spPr>
          <p:txBody>
            <a:bodyPr/>
            <a:lstStyle/>
            <a:p/>
          </p:txBody>
        </p:sp>
        <p:sp>
          <p:nvSpPr>
            <p:cNvPr id="14" name="rc4"/>
            <p:cNvSpPr/>
            <p:nvPr/>
          </p:nvSpPr>
          <p:spPr>
            <a:xfrm>
              <a:off x="7879364" y="1415871"/>
              <a:ext cx="0" cy="413583"/>
            </a:xfrm>
            <a:prstGeom prst="rect">
              <a:avLst/>
            </a:prstGeom>
          </p:spPr>
          <p:txBody>
            <a:bodyPr/>
            <a:lstStyle/>
            <a:p/>
          </p:txBody>
        </p:sp>
        <p:sp>
          <p:nvSpPr>
            <p:cNvPr id="15" name="rc5"/>
            <p:cNvSpPr/>
            <p:nvPr/>
          </p:nvSpPr>
          <p:spPr>
            <a:xfrm>
              <a:off x="5284327" y="1485832"/>
              <a:ext cx="1730024" cy="343621"/>
            </a:xfrm>
            <a:prstGeom prst="rect">
              <a:avLst/>
            </a:prstGeom>
            <a:solidFill>
              <a:srgbClr val="081F5C">
                <a:alpha val="100000"/>
              </a:srgbClr>
            </a:solidFill>
          </p:spPr>
          <p:txBody>
            <a:bodyPr/>
            <a:lstStyle/>
            <a:p/>
          </p:txBody>
        </p:sp>
        <p:sp>
          <p:nvSpPr>
            <p:cNvPr id="16" name="tx6"/>
            <p:cNvSpPr/>
            <p:nvPr/>
          </p:nvSpPr>
          <p:spPr>
            <a:xfrm>
              <a:off x="5966484" y="1559104"/>
              <a:ext cx="365711" cy="166157"/>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46,9</a:t>
              </a:r>
            </a:p>
          </p:txBody>
        </p:sp>
        <p:sp>
          <p:nvSpPr>
            <p:cNvPr id="17" name="tx7"/>
            <p:cNvSpPr/>
            <p:nvPr/>
          </p:nvSpPr>
          <p:spPr>
            <a:xfrm>
              <a:off x="5923653" y="1353687"/>
              <a:ext cx="451373" cy="111527"/>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52</a:t>
              </a:r>
            </a:p>
          </p:txBody>
        </p:sp>
        <p:sp>
          <p:nvSpPr>
            <p:cNvPr id="18" name="tx8"/>
            <p:cNvSpPr/>
            <p:nvPr/>
          </p:nvSpPr>
          <p:spPr>
            <a:xfrm>
              <a:off x="5595848" y="1859267"/>
              <a:ext cx="1106983" cy="18960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Edad (años)</a:t>
              </a:r>
            </a:p>
          </p:txBody>
        </p:sp>
        <p:sp>
          <p:nvSpPr>
            <p:cNvPr id="19" name="rc9"/>
            <p:cNvSpPr/>
            <p:nvPr/>
          </p:nvSpPr>
          <p:spPr>
            <a:xfrm>
              <a:off x="5682896" y="2112385"/>
              <a:ext cx="129272" cy="151668"/>
            </a:xfrm>
            <a:prstGeom prst="rect">
              <a:avLst/>
            </a:prstGeom>
            <a:solidFill>
              <a:srgbClr val="081F5C">
                <a:alpha val="100000"/>
              </a:srgbClr>
            </a:solidFill>
          </p:spPr>
          <p:txBody>
            <a:bodyPr/>
            <a:lstStyle/>
            <a:p/>
          </p:txBody>
        </p:sp>
        <p:sp>
          <p:nvSpPr>
            <p:cNvPr id="20" name="tx10"/>
            <p:cNvSpPr/>
            <p:nvPr/>
          </p:nvSpPr>
          <p:spPr>
            <a:xfrm>
              <a:off x="5857490" y="2122734"/>
              <a:ext cx="575865" cy="150713"/>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Media</a:t>
              </a:r>
            </a:p>
          </p:txBody>
        </p:sp>
      </p:grpSp>
      <p:grpSp xmlns:pic="http://schemas.openxmlformats.org/drawingml/2006/picture">
        <p:nvGrpSpPr>
          <p:cNvPr id="21" name="Picture Placeholder 5"/>
          <p:cNvGrpSpPr/>
          <p:nvPr/>
        </p:nvGrpSpPr>
        <p:grpSpPr>
          <a:xfrm>
            <a:off x="8183880" y="1212494"/>
            <a:ext cx="3611880" cy="1051560"/>
            <a:chOff x="8183880" y="1212494"/>
            <a:chExt cx="3611880" cy="1051560"/>
          </a:xfrm>
        </p:grpSpPr>
        <p:sp>
          <p:nvSpPr>
            <p:cNvPr id="22" name="rc3"/>
            <p:cNvSpPr/>
            <p:nvPr/>
          </p:nvSpPr>
          <p:spPr>
            <a:xfrm>
              <a:off x="8183880" y="1339955"/>
              <a:ext cx="3611879" cy="807258"/>
            </a:xfrm>
            <a:prstGeom prst="rect">
              <a:avLst/>
            </a:prstGeom>
          </p:spPr>
          <p:txBody>
            <a:bodyPr/>
            <a:lstStyle/>
            <a:p/>
          </p:txBody>
        </p:sp>
        <p:sp>
          <p:nvSpPr>
            <p:cNvPr id="23" name="rc4"/>
            <p:cNvSpPr/>
            <p:nvPr/>
          </p:nvSpPr>
          <p:spPr>
            <a:xfrm>
              <a:off x="11719844" y="1415871"/>
              <a:ext cx="0" cy="413583"/>
            </a:xfrm>
            <a:prstGeom prst="rect">
              <a:avLst/>
            </a:prstGeom>
          </p:spPr>
          <p:txBody>
            <a:bodyPr/>
            <a:lstStyle/>
            <a:p/>
          </p:txBody>
        </p:sp>
        <p:sp>
          <p:nvSpPr>
            <p:cNvPr id="24" name="rc5"/>
            <p:cNvSpPr/>
            <p:nvPr/>
          </p:nvSpPr>
          <p:spPr>
            <a:xfrm>
              <a:off x="9124807" y="1485832"/>
              <a:ext cx="1730024" cy="343621"/>
            </a:xfrm>
            <a:prstGeom prst="rect">
              <a:avLst/>
            </a:prstGeom>
            <a:solidFill>
              <a:srgbClr val="081F5C">
                <a:alpha val="100000"/>
              </a:srgbClr>
            </a:solidFill>
          </p:spPr>
          <p:txBody>
            <a:bodyPr/>
            <a:lstStyle/>
            <a:p/>
          </p:txBody>
        </p:sp>
        <p:sp>
          <p:nvSpPr>
            <p:cNvPr id="25" name="tx6"/>
            <p:cNvSpPr/>
            <p:nvPr/>
          </p:nvSpPr>
          <p:spPr>
            <a:xfrm>
              <a:off x="9806964" y="1559104"/>
              <a:ext cx="365711" cy="166157"/>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26,9</a:t>
              </a:r>
            </a:p>
          </p:txBody>
        </p:sp>
        <p:sp>
          <p:nvSpPr>
            <p:cNvPr id="26" name="tx7"/>
            <p:cNvSpPr/>
            <p:nvPr/>
          </p:nvSpPr>
          <p:spPr>
            <a:xfrm>
              <a:off x="9721930" y="1353316"/>
              <a:ext cx="535779" cy="111898"/>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178</a:t>
              </a:r>
            </a:p>
          </p:txBody>
        </p:sp>
        <p:sp>
          <p:nvSpPr>
            <p:cNvPr id="27" name="tx8"/>
            <p:cNvSpPr/>
            <p:nvPr/>
          </p:nvSpPr>
          <p:spPr>
            <a:xfrm>
              <a:off x="9436328" y="1859267"/>
              <a:ext cx="1106983" cy="18960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Edad (años)</a:t>
              </a:r>
            </a:p>
          </p:txBody>
        </p:sp>
        <p:sp>
          <p:nvSpPr>
            <p:cNvPr id="28" name="rc9"/>
            <p:cNvSpPr/>
            <p:nvPr/>
          </p:nvSpPr>
          <p:spPr>
            <a:xfrm>
              <a:off x="9523376" y="2112385"/>
              <a:ext cx="129272" cy="151668"/>
            </a:xfrm>
            <a:prstGeom prst="rect">
              <a:avLst/>
            </a:prstGeom>
            <a:solidFill>
              <a:srgbClr val="081F5C">
                <a:alpha val="100000"/>
              </a:srgbClr>
            </a:solidFill>
          </p:spPr>
          <p:txBody>
            <a:bodyPr/>
            <a:lstStyle/>
            <a:p/>
          </p:txBody>
        </p:sp>
        <p:sp>
          <p:nvSpPr>
            <p:cNvPr id="29" name="tx10"/>
            <p:cNvSpPr/>
            <p:nvPr/>
          </p:nvSpPr>
          <p:spPr>
            <a:xfrm>
              <a:off x="9697970" y="2122734"/>
              <a:ext cx="575865" cy="150713"/>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Media</a:t>
              </a:r>
            </a:p>
          </p:txBody>
        </p:sp>
      </p:grpSp>
      <p:grpSp xmlns:pic="http://schemas.openxmlformats.org/drawingml/2006/picture">
        <p:nvGrpSpPr>
          <p:cNvPr id="30" name="Picture Placeholder 5"/>
          <p:cNvGrpSpPr/>
          <p:nvPr/>
        </p:nvGrpSpPr>
        <p:grpSpPr>
          <a:xfrm>
            <a:off x="461772" y="2606040"/>
            <a:ext cx="5577840" cy="3474720"/>
            <a:chOff x="461772" y="2606040"/>
            <a:chExt cx="5577840" cy="3474720"/>
          </a:xfrm>
        </p:grpSpPr>
        <p:sp>
          <p:nvSpPr>
            <p:cNvPr id="31" name="tx3"/>
            <p:cNvSpPr/>
            <p:nvPr/>
          </p:nvSpPr>
          <p:spPr>
            <a:xfrm>
              <a:off x="2894992" y="2892335"/>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32" name="rc4"/>
            <p:cNvSpPr/>
            <p:nvPr/>
          </p:nvSpPr>
          <p:spPr>
            <a:xfrm>
              <a:off x="2720797" y="3616410"/>
              <a:ext cx="3318814" cy="2171489"/>
            </a:xfrm>
            <a:prstGeom prst="rect">
              <a:avLst/>
            </a:prstGeom>
          </p:spPr>
          <p:txBody>
            <a:bodyPr/>
            <a:lstStyle/>
            <a:p/>
          </p:txBody>
        </p:sp>
        <p:sp>
          <p:nvSpPr>
            <p:cNvPr id="33" name="rc5"/>
            <p:cNvSpPr/>
            <p:nvPr/>
          </p:nvSpPr>
          <p:spPr>
            <a:xfrm>
              <a:off x="2720797" y="3616410"/>
              <a:ext cx="3318814" cy="2171489"/>
            </a:xfrm>
            <a:prstGeom prst="rect">
              <a:avLst/>
            </a:prstGeom>
          </p:spPr>
          <p:txBody>
            <a:bodyPr/>
            <a:lstStyle/>
            <a:p/>
          </p:txBody>
        </p:sp>
        <p:sp>
          <p:nvSpPr>
            <p:cNvPr id="34" name="rc6"/>
            <p:cNvSpPr/>
            <p:nvPr/>
          </p:nvSpPr>
          <p:spPr>
            <a:xfrm>
              <a:off x="2720797" y="3902651"/>
              <a:ext cx="1717293" cy="611965"/>
            </a:xfrm>
            <a:prstGeom prst="rect">
              <a:avLst/>
            </a:prstGeom>
            <a:solidFill>
              <a:srgbClr val="081F5C">
                <a:alpha val="100000"/>
              </a:srgbClr>
            </a:solidFill>
          </p:spPr>
          <p:txBody>
            <a:bodyPr/>
            <a:lstStyle/>
            <a:p/>
          </p:txBody>
        </p:sp>
        <p:sp>
          <p:nvSpPr>
            <p:cNvPr id="35" name="rc7"/>
            <p:cNvSpPr/>
            <p:nvPr/>
          </p:nvSpPr>
          <p:spPr>
            <a:xfrm>
              <a:off x="2720797" y="4889692"/>
              <a:ext cx="1601521" cy="611965"/>
            </a:xfrm>
            <a:prstGeom prst="rect">
              <a:avLst/>
            </a:prstGeom>
            <a:solidFill>
              <a:srgbClr val="081F5C">
                <a:alpha val="100000"/>
              </a:srgbClr>
            </a:solidFill>
          </p:spPr>
          <p:txBody>
            <a:bodyPr/>
            <a:lstStyle/>
            <a:p/>
          </p:txBody>
        </p:sp>
        <p:sp>
          <p:nvSpPr>
            <p:cNvPr id="36" name="tx8"/>
            <p:cNvSpPr/>
            <p:nvPr/>
          </p:nvSpPr>
          <p:spPr>
            <a:xfrm>
              <a:off x="3376939" y="412790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37" name="tx9"/>
            <p:cNvSpPr/>
            <p:nvPr/>
          </p:nvSpPr>
          <p:spPr>
            <a:xfrm>
              <a:off x="3319053" y="511494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38" name="tx10"/>
            <p:cNvSpPr/>
            <p:nvPr/>
          </p:nvSpPr>
          <p:spPr>
            <a:xfrm>
              <a:off x="1556167" y="5169918"/>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39" name="tx11"/>
            <p:cNvSpPr/>
            <p:nvPr/>
          </p:nvSpPr>
          <p:spPr>
            <a:xfrm>
              <a:off x="1522235" y="4084173"/>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40" name="tx12"/>
            <p:cNvSpPr/>
            <p:nvPr/>
          </p:nvSpPr>
          <p:spPr>
            <a:xfrm>
              <a:off x="4213169" y="5912017"/>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41" name="Picture Placeholder 5"/>
          <p:cNvGrpSpPr/>
          <p:nvPr/>
        </p:nvGrpSpPr>
        <p:grpSpPr>
          <a:xfrm>
            <a:off x="6263640" y="2606040"/>
            <a:ext cx="5577840" cy="3474720"/>
            <a:chOff x="6263640" y="2606040"/>
            <a:chExt cx="5577840" cy="3474720"/>
          </a:xfrm>
        </p:grpSpPr>
        <p:sp>
          <p:nvSpPr>
            <p:cNvPr id="42" name="tx3"/>
            <p:cNvSpPr/>
            <p:nvPr/>
          </p:nvSpPr>
          <p:spPr>
            <a:xfrm>
              <a:off x="8804165" y="2696764"/>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43" name="rc4"/>
            <p:cNvSpPr/>
            <p:nvPr/>
          </p:nvSpPr>
          <p:spPr>
            <a:xfrm>
              <a:off x="8522665" y="3073530"/>
              <a:ext cx="3318814" cy="2871725"/>
            </a:xfrm>
            <a:prstGeom prst="rect">
              <a:avLst/>
            </a:prstGeom>
          </p:spPr>
          <p:txBody>
            <a:bodyPr/>
            <a:lstStyle/>
            <a:p/>
          </p:txBody>
        </p:sp>
        <p:sp>
          <p:nvSpPr>
            <p:cNvPr id="44" name="rc5"/>
            <p:cNvSpPr/>
            <p:nvPr/>
          </p:nvSpPr>
          <p:spPr>
            <a:xfrm>
              <a:off x="8522665" y="3073530"/>
              <a:ext cx="3318814" cy="2871725"/>
            </a:xfrm>
            <a:prstGeom prst="rect">
              <a:avLst/>
            </a:prstGeom>
          </p:spPr>
          <p:txBody>
            <a:bodyPr/>
            <a:lstStyle/>
            <a:p/>
          </p:txBody>
        </p:sp>
        <p:sp>
          <p:nvSpPr>
            <p:cNvPr id="45" name="rc6"/>
            <p:cNvSpPr/>
            <p:nvPr/>
          </p:nvSpPr>
          <p:spPr>
            <a:xfrm>
              <a:off x="8522665" y="3152932"/>
              <a:ext cx="424499" cy="397012"/>
            </a:xfrm>
            <a:prstGeom prst="rect">
              <a:avLst/>
            </a:prstGeom>
            <a:solidFill>
              <a:srgbClr val="081F5C">
                <a:alpha val="100000"/>
              </a:srgbClr>
            </a:solidFill>
          </p:spPr>
          <p:txBody>
            <a:bodyPr/>
            <a:lstStyle/>
            <a:p/>
          </p:txBody>
        </p:sp>
        <p:sp>
          <p:nvSpPr>
            <p:cNvPr id="46" name="rc7"/>
            <p:cNvSpPr/>
            <p:nvPr/>
          </p:nvSpPr>
          <p:spPr>
            <a:xfrm>
              <a:off x="8522665" y="3616114"/>
              <a:ext cx="366613" cy="397012"/>
            </a:xfrm>
            <a:prstGeom prst="rect">
              <a:avLst/>
            </a:prstGeom>
            <a:solidFill>
              <a:srgbClr val="081F5C">
                <a:alpha val="100000"/>
              </a:srgbClr>
            </a:solidFill>
          </p:spPr>
          <p:txBody>
            <a:bodyPr/>
            <a:lstStyle/>
            <a:p/>
          </p:txBody>
        </p:sp>
        <p:sp>
          <p:nvSpPr>
            <p:cNvPr id="47" name="rc8"/>
            <p:cNvSpPr/>
            <p:nvPr/>
          </p:nvSpPr>
          <p:spPr>
            <a:xfrm>
              <a:off x="8522665" y="4079295"/>
              <a:ext cx="656044" cy="397012"/>
            </a:xfrm>
            <a:prstGeom prst="rect">
              <a:avLst/>
            </a:prstGeom>
            <a:solidFill>
              <a:srgbClr val="081F5C">
                <a:alpha val="100000"/>
              </a:srgbClr>
            </a:solidFill>
          </p:spPr>
          <p:txBody>
            <a:bodyPr/>
            <a:lstStyle/>
            <a:p/>
          </p:txBody>
        </p:sp>
        <p:sp>
          <p:nvSpPr>
            <p:cNvPr id="48" name="rc9"/>
            <p:cNvSpPr/>
            <p:nvPr/>
          </p:nvSpPr>
          <p:spPr>
            <a:xfrm>
              <a:off x="8522665" y="4542477"/>
              <a:ext cx="617453" cy="397012"/>
            </a:xfrm>
            <a:prstGeom prst="rect">
              <a:avLst/>
            </a:prstGeom>
            <a:solidFill>
              <a:srgbClr val="081F5C">
                <a:alpha val="100000"/>
              </a:srgbClr>
            </a:solidFill>
          </p:spPr>
          <p:txBody>
            <a:bodyPr/>
            <a:lstStyle/>
            <a:p/>
          </p:txBody>
        </p:sp>
        <p:sp>
          <p:nvSpPr>
            <p:cNvPr id="49" name="rc10"/>
            <p:cNvSpPr/>
            <p:nvPr/>
          </p:nvSpPr>
          <p:spPr>
            <a:xfrm>
              <a:off x="8522665" y="5005658"/>
              <a:ext cx="694635" cy="397012"/>
            </a:xfrm>
            <a:prstGeom prst="rect">
              <a:avLst/>
            </a:prstGeom>
            <a:solidFill>
              <a:srgbClr val="081F5C">
                <a:alpha val="100000"/>
              </a:srgbClr>
            </a:solidFill>
          </p:spPr>
          <p:txBody>
            <a:bodyPr/>
            <a:lstStyle/>
            <a:p/>
          </p:txBody>
        </p:sp>
        <p:sp>
          <p:nvSpPr>
            <p:cNvPr id="50" name="rc11"/>
            <p:cNvSpPr/>
            <p:nvPr/>
          </p:nvSpPr>
          <p:spPr>
            <a:xfrm>
              <a:off x="8522665" y="5468840"/>
              <a:ext cx="559567" cy="397012"/>
            </a:xfrm>
            <a:prstGeom prst="rect">
              <a:avLst/>
            </a:prstGeom>
            <a:solidFill>
              <a:srgbClr val="081F5C">
                <a:alpha val="100000"/>
              </a:srgbClr>
            </a:solidFill>
          </p:spPr>
          <p:txBody>
            <a:bodyPr/>
            <a:lstStyle/>
            <a:p/>
          </p:txBody>
        </p:sp>
        <p:sp>
          <p:nvSpPr>
            <p:cNvPr id="51" name="tx12"/>
            <p:cNvSpPr/>
            <p:nvPr/>
          </p:nvSpPr>
          <p:spPr>
            <a:xfrm>
              <a:off x="8996946" y="327071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52" name="tx13"/>
            <p:cNvSpPr/>
            <p:nvPr/>
          </p:nvSpPr>
          <p:spPr>
            <a:xfrm>
              <a:off x="8939060" y="373389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53" name="tx14"/>
            <p:cNvSpPr/>
            <p:nvPr/>
          </p:nvSpPr>
          <p:spPr>
            <a:xfrm>
              <a:off x="8648183" y="419707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54" name="tx15"/>
            <p:cNvSpPr/>
            <p:nvPr/>
          </p:nvSpPr>
          <p:spPr>
            <a:xfrm>
              <a:off x="8628887" y="466025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55" name="tx16"/>
            <p:cNvSpPr/>
            <p:nvPr/>
          </p:nvSpPr>
          <p:spPr>
            <a:xfrm>
              <a:off x="8667478" y="512344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56" name="tx17"/>
            <p:cNvSpPr/>
            <p:nvPr/>
          </p:nvSpPr>
          <p:spPr>
            <a:xfrm>
              <a:off x="8599944" y="558662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57" name="tx18"/>
            <p:cNvSpPr/>
            <p:nvPr/>
          </p:nvSpPr>
          <p:spPr>
            <a:xfrm>
              <a:off x="7064149" y="5628356"/>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58" name="tx19"/>
            <p:cNvSpPr/>
            <p:nvPr/>
          </p:nvSpPr>
          <p:spPr>
            <a:xfrm>
              <a:off x="7053037" y="5152215"/>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59" name="tx20"/>
            <p:cNvSpPr/>
            <p:nvPr/>
          </p:nvSpPr>
          <p:spPr>
            <a:xfrm>
              <a:off x="7109294" y="4671015"/>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60" name="tx21"/>
            <p:cNvSpPr/>
            <p:nvPr/>
          </p:nvSpPr>
          <p:spPr>
            <a:xfrm>
              <a:off x="6996581" y="4154790"/>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61" name="tx22"/>
            <p:cNvSpPr/>
            <p:nvPr/>
          </p:nvSpPr>
          <p:spPr>
            <a:xfrm>
              <a:off x="7244827" y="3713674"/>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62" name="tx23"/>
            <p:cNvSpPr/>
            <p:nvPr/>
          </p:nvSpPr>
          <p:spPr>
            <a:xfrm>
              <a:off x="7143624" y="3223047"/>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63" name="tx24"/>
            <p:cNvSpPr/>
            <p:nvPr/>
          </p:nvSpPr>
          <p:spPr>
            <a:xfrm>
              <a:off x="10015037" y="5967092"/>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3 GRÁFICOS 2+1 (P_SLIDE_3_GRAFICOS_2MAS1)</a:t>
            </a:r>
          </a:p>
        </p:txBody>
      </p:sp>
      <p:grpSp xmlns:pic="http://schemas.openxmlformats.org/drawingml/2006/picture">
        <p:nvGrpSpPr>
          <p:cNvPr id="3" name="Picture Placeholder 5"/>
          <p:cNvGrpSpPr/>
          <p:nvPr/>
        </p:nvGrpSpPr>
        <p:grpSpPr>
          <a:xfrm>
            <a:off x="461772" y="1212494"/>
            <a:ext cx="4726534" cy="2345436"/>
            <a:chOff x="461772" y="1212494"/>
            <a:chExt cx="4726534" cy="2345436"/>
          </a:xfrm>
        </p:grpSpPr>
        <p:sp>
          <p:nvSpPr>
            <p:cNvPr id="4" name="tx3"/>
            <p:cNvSpPr/>
            <p:nvPr/>
          </p:nvSpPr>
          <p:spPr>
            <a:xfrm>
              <a:off x="2469339" y="1380495"/>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5" name="rc4"/>
            <p:cNvSpPr/>
            <p:nvPr/>
          </p:nvSpPr>
          <p:spPr>
            <a:xfrm>
              <a:off x="2376018" y="1894493"/>
              <a:ext cx="2812287" cy="1465755"/>
            </a:xfrm>
            <a:prstGeom prst="rect">
              <a:avLst/>
            </a:prstGeom>
          </p:spPr>
          <p:txBody>
            <a:bodyPr/>
            <a:lstStyle/>
            <a:p/>
          </p:txBody>
        </p:sp>
        <p:sp>
          <p:nvSpPr>
            <p:cNvPr id="6" name="rc5"/>
            <p:cNvSpPr/>
            <p:nvPr/>
          </p:nvSpPr>
          <p:spPr>
            <a:xfrm>
              <a:off x="2376018" y="1894493"/>
              <a:ext cx="2812287" cy="1465755"/>
            </a:xfrm>
            <a:prstGeom prst="rect">
              <a:avLst/>
            </a:prstGeom>
          </p:spPr>
          <p:txBody>
            <a:bodyPr/>
            <a:lstStyle/>
            <a:p/>
          </p:txBody>
        </p:sp>
        <p:sp>
          <p:nvSpPr>
            <p:cNvPr id="7" name="rc6"/>
            <p:cNvSpPr/>
            <p:nvPr/>
          </p:nvSpPr>
          <p:spPr>
            <a:xfrm>
              <a:off x="2376018" y="2087706"/>
              <a:ext cx="1455195" cy="413076"/>
            </a:xfrm>
            <a:prstGeom prst="rect">
              <a:avLst/>
            </a:prstGeom>
            <a:solidFill>
              <a:srgbClr val="081F5C">
                <a:alpha val="100000"/>
              </a:srgbClr>
            </a:solidFill>
          </p:spPr>
          <p:txBody>
            <a:bodyPr/>
            <a:lstStyle/>
            <a:p/>
          </p:txBody>
        </p:sp>
        <p:sp>
          <p:nvSpPr>
            <p:cNvPr id="8" name="rc7"/>
            <p:cNvSpPr/>
            <p:nvPr/>
          </p:nvSpPr>
          <p:spPr>
            <a:xfrm>
              <a:off x="2376018" y="2753959"/>
              <a:ext cx="1357092" cy="413076"/>
            </a:xfrm>
            <a:prstGeom prst="rect">
              <a:avLst/>
            </a:prstGeom>
            <a:solidFill>
              <a:srgbClr val="081F5C">
                <a:alpha val="100000"/>
              </a:srgbClr>
            </a:solidFill>
          </p:spPr>
          <p:txBody>
            <a:bodyPr/>
            <a:lstStyle/>
            <a:p/>
          </p:txBody>
        </p:sp>
        <p:sp>
          <p:nvSpPr>
            <p:cNvPr id="9" name="tx8"/>
            <p:cNvSpPr/>
            <p:nvPr/>
          </p:nvSpPr>
          <p:spPr>
            <a:xfrm>
              <a:off x="2901111" y="221352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0" name="tx9"/>
            <p:cNvSpPr/>
            <p:nvPr/>
          </p:nvSpPr>
          <p:spPr>
            <a:xfrm>
              <a:off x="2852060" y="287977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1" name="tx10"/>
            <p:cNvSpPr/>
            <p:nvPr/>
          </p:nvSpPr>
          <p:spPr>
            <a:xfrm>
              <a:off x="1242674" y="2918701"/>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2" name="tx11"/>
            <p:cNvSpPr/>
            <p:nvPr/>
          </p:nvSpPr>
          <p:spPr>
            <a:xfrm>
              <a:off x="1208741" y="2185823"/>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13" name="tx12"/>
            <p:cNvSpPr/>
            <p:nvPr/>
          </p:nvSpPr>
          <p:spPr>
            <a:xfrm>
              <a:off x="3372079" y="3422500"/>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14" name="Picture Placeholder 5"/>
          <p:cNvGrpSpPr/>
          <p:nvPr/>
        </p:nvGrpSpPr>
        <p:grpSpPr>
          <a:xfrm>
            <a:off x="7113118" y="1212494"/>
            <a:ext cx="4726534" cy="4887468"/>
            <a:chOff x="7113118" y="1212494"/>
            <a:chExt cx="4726534" cy="4887468"/>
          </a:xfrm>
        </p:grpSpPr>
        <p:sp>
          <p:nvSpPr>
            <p:cNvPr id="15" name="tx3"/>
            <p:cNvSpPr/>
            <p:nvPr/>
          </p:nvSpPr>
          <p:spPr>
            <a:xfrm>
              <a:off x="8748168" y="1380623"/>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16" name="rc4"/>
            <p:cNvSpPr/>
            <p:nvPr/>
          </p:nvSpPr>
          <p:spPr>
            <a:xfrm>
              <a:off x="9027364" y="1999783"/>
              <a:ext cx="2812287" cy="3871979"/>
            </a:xfrm>
            <a:prstGeom prst="rect">
              <a:avLst/>
            </a:prstGeom>
          </p:spPr>
          <p:txBody>
            <a:bodyPr/>
            <a:lstStyle/>
            <a:p/>
          </p:txBody>
        </p:sp>
        <p:sp>
          <p:nvSpPr>
            <p:cNvPr id="17" name="rc5"/>
            <p:cNvSpPr/>
            <p:nvPr/>
          </p:nvSpPr>
          <p:spPr>
            <a:xfrm>
              <a:off x="9027364" y="1999783"/>
              <a:ext cx="2812287" cy="3871979"/>
            </a:xfrm>
            <a:prstGeom prst="rect">
              <a:avLst/>
            </a:prstGeom>
          </p:spPr>
          <p:txBody>
            <a:bodyPr/>
            <a:lstStyle/>
            <a:p/>
          </p:txBody>
        </p:sp>
        <p:sp>
          <p:nvSpPr>
            <p:cNvPr id="18" name="rc6"/>
            <p:cNvSpPr/>
            <p:nvPr/>
          </p:nvSpPr>
          <p:spPr>
            <a:xfrm>
              <a:off x="9027364" y="2289523"/>
              <a:ext cx="1209937" cy="526799"/>
            </a:xfrm>
            <a:prstGeom prst="rect">
              <a:avLst/>
            </a:prstGeom>
            <a:solidFill>
              <a:srgbClr val="081F5C">
                <a:alpha val="100000"/>
              </a:srgbClr>
            </a:solidFill>
          </p:spPr>
          <p:txBody>
            <a:bodyPr/>
            <a:lstStyle/>
            <a:p/>
          </p:txBody>
        </p:sp>
        <p:sp>
          <p:nvSpPr>
            <p:cNvPr id="19" name="rc7"/>
            <p:cNvSpPr/>
            <p:nvPr/>
          </p:nvSpPr>
          <p:spPr>
            <a:xfrm>
              <a:off x="9027364" y="3211422"/>
              <a:ext cx="1308040" cy="526799"/>
            </a:xfrm>
            <a:prstGeom prst="rect">
              <a:avLst/>
            </a:prstGeom>
            <a:solidFill>
              <a:srgbClr val="081F5C">
                <a:alpha val="100000"/>
              </a:srgbClr>
            </a:solidFill>
          </p:spPr>
          <p:txBody>
            <a:bodyPr/>
            <a:lstStyle/>
            <a:p/>
          </p:txBody>
        </p:sp>
        <p:sp>
          <p:nvSpPr>
            <p:cNvPr id="20" name="rc8"/>
            <p:cNvSpPr/>
            <p:nvPr/>
          </p:nvSpPr>
          <p:spPr>
            <a:xfrm>
              <a:off x="9027364" y="4133322"/>
              <a:ext cx="228907" cy="526799"/>
            </a:xfrm>
            <a:prstGeom prst="rect">
              <a:avLst/>
            </a:prstGeom>
            <a:solidFill>
              <a:srgbClr val="081F5C">
                <a:alpha val="100000"/>
              </a:srgbClr>
            </a:solidFill>
          </p:spPr>
          <p:txBody>
            <a:bodyPr/>
            <a:lstStyle/>
            <a:p/>
          </p:txBody>
        </p:sp>
        <p:sp>
          <p:nvSpPr>
            <p:cNvPr id="21" name="rc9"/>
            <p:cNvSpPr/>
            <p:nvPr/>
          </p:nvSpPr>
          <p:spPr>
            <a:xfrm>
              <a:off x="9027364" y="5055222"/>
              <a:ext cx="65402" cy="526799"/>
            </a:xfrm>
            <a:prstGeom prst="rect">
              <a:avLst/>
            </a:prstGeom>
            <a:solidFill>
              <a:srgbClr val="081F5C">
                <a:alpha val="100000"/>
              </a:srgbClr>
            </a:solidFill>
          </p:spPr>
          <p:txBody>
            <a:bodyPr/>
            <a:lstStyle/>
            <a:p/>
          </p:txBody>
        </p:sp>
        <p:sp>
          <p:nvSpPr>
            <p:cNvPr id="22" name="tx10"/>
            <p:cNvSpPr/>
            <p:nvPr/>
          </p:nvSpPr>
          <p:spPr>
            <a:xfrm>
              <a:off x="9429828" y="247219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23" name="tx11"/>
            <p:cNvSpPr/>
            <p:nvPr/>
          </p:nvSpPr>
          <p:spPr>
            <a:xfrm>
              <a:off x="9478880" y="339409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24" name="tx12"/>
            <p:cNvSpPr/>
            <p:nvPr/>
          </p:nvSpPr>
          <p:spPr>
            <a:xfrm>
              <a:off x="9298455" y="4315997"/>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25" name="tx13"/>
            <p:cNvSpPr/>
            <p:nvPr/>
          </p:nvSpPr>
          <p:spPr>
            <a:xfrm>
              <a:off x="9134950" y="5237897"/>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26" name="tx14"/>
            <p:cNvSpPr/>
            <p:nvPr/>
          </p:nvSpPr>
          <p:spPr>
            <a:xfrm>
              <a:off x="7148093" y="5310076"/>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27" name="tx15"/>
            <p:cNvSpPr/>
            <p:nvPr/>
          </p:nvSpPr>
          <p:spPr>
            <a:xfrm>
              <a:off x="7328771" y="4343966"/>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28" name="tx16"/>
            <p:cNvSpPr/>
            <p:nvPr/>
          </p:nvSpPr>
          <p:spPr>
            <a:xfrm>
              <a:off x="7328771" y="3375972"/>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29" name="tx17"/>
            <p:cNvSpPr/>
            <p:nvPr/>
          </p:nvSpPr>
          <p:spPr>
            <a:xfrm>
              <a:off x="7328771" y="2407878"/>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sp>
          <p:nvSpPr>
            <p:cNvPr id="30" name="tx18"/>
            <p:cNvSpPr/>
            <p:nvPr/>
          </p:nvSpPr>
          <p:spPr>
            <a:xfrm>
              <a:off x="10023425" y="5953851"/>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1" name="Picture Placeholder 5"/>
          <p:cNvGrpSpPr/>
          <p:nvPr/>
        </p:nvGrpSpPr>
        <p:grpSpPr>
          <a:xfrm>
            <a:off x="461772" y="3754526"/>
            <a:ext cx="4726534" cy="2345436"/>
            <a:chOff x="461772" y="3754526"/>
            <a:chExt cx="4726534" cy="2345436"/>
          </a:xfrm>
        </p:grpSpPr>
        <p:sp>
          <p:nvSpPr>
            <p:cNvPr id="32" name="tx3"/>
            <p:cNvSpPr/>
            <p:nvPr/>
          </p:nvSpPr>
          <p:spPr>
            <a:xfrm>
              <a:off x="2576644" y="3790516"/>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33" name="rc4"/>
            <p:cNvSpPr/>
            <p:nvPr/>
          </p:nvSpPr>
          <p:spPr>
            <a:xfrm>
              <a:off x="2376018" y="4070081"/>
              <a:ext cx="2812287" cy="1938414"/>
            </a:xfrm>
            <a:prstGeom prst="rect">
              <a:avLst/>
            </a:prstGeom>
          </p:spPr>
          <p:txBody>
            <a:bodyPr/>
            <a:lstStyle/>
            <a:p/>
          </p:txBody>
        </p:sp>
        <p:sp>
          <p:nvSpPr>
            <p:cNvPr id="34" name="rc5"/>
            <p:cNvSpPr/>
            <p:nvPr/>
          </p:nvSpPr>
          <p:spPr>
            <a:xfrm>
              <a:off x="2376018" y="4070081"/>
              <a:ext cx="2812287" cy="1938414"/>
            </a:xfrm>
            <a:prstGeom prst="rect">
              <a:avLst/>
            </a:prstGeom>
          </p:spPr>
          <p:txBody>
            <a:bodyPr/>
            <a:lstStyle/>
            <a:p/>
          </p:txBody>
        </p:sp>
        <p:sp>
          <p:nvSpPr>
            <p:cNvPr id="35" name="rc6"/>
            <p:cNvSpPr/>
            <p:nvPr/>
          </p:nvSpPr>
          <p:spPr>
            <a:xfrm>
              <a:off x="2376018" y="4123678"/>
              <a:ext cx="359711" cy="267983"/>
            </a:xfrm>
            <a:prstGeom prst="rect">
              <a:avLst/>
            </a:prstGeom>
            <a:solidFill>
              <a:srgbClr val="081F5C">
                <a:alpha val="100000"/>
              </a:srgbClr>
            </a:solidFill>
          </p:spPr>
          <p:txBody>
            <a:bodyPr/>
            <a:lstStyle/>
            <a:p/>
          </p:txBody>
        </p:sp>
        <p:sp>
          <p:nvSpPr>
            <p:cNvPr id="36" name="rc7"/>
            <p:cNvSpPr/>
            <p:nvPr/>
          </p:nvSpPr>
          <p:spPr>
            <a:xfrm>
              <a:off x="2376018" y="4436326"/>
              <a:ext cx="310659" cy="267983"/>
            </a:xfrm>
            <a:prstGeom prst="rect">
              <a:avLst/>
            </a:prstGeom>
            <a:solidFill>
              <a:srgbClr val="081F5C">
                <a:alpha val="100000"/>
              </a:srgbClr>
            </a:solidFill>
          </p:spPr>
          <p:txBody>
            <a:bodyPr/>
            <a:lstStyle/>
            <a:p/>
          </p:txBody>
        </p:sp>
        <p:sp>
          <p:nvSpPr>
            <p:cNvPr id="37" name="rc8"/>
            <p:cNvSpPr/>
            <p:nvPr/>
          </p:nvSpPr>
          <p:spPr>
            <a:xfrm>
              <a:off x="2376018" y="4748973"/>
              <a:ext cx="555917" cy="267983"/>
            </a:xfrm>
            <a:prstGeom prst="rect">
              <a:avLst/>
            </a:prstGeom>
            <a:solidFill>
              <a:srgbClr val="081F5C">
                <a:alpha val="100000"/>
              </a:srgbClr>
            </a:solidFill>
          </p:spPr>
          <p:txBody>
            <a:bodyPr/>
            <a:lstStyle/>
            <a:p/>
          </p:txBody>
        </p:sp>
        <p:sp>
          <p:nvSpPr>
            <p:cNvPr id="38" name="rc9"/>
            <p:cNvSpPr/>
            <p:nvPr/>
          </p:nvSpPr>
          <p:spPr>
            <a:xfrm>
              <a:off x="2376018" y="5061621"/>
              <a:ext cx="523216" cy="267983"/>
            </a:xfrm>
            <a:prstGeom prst="rect">
              <a:avLst/>
            </a:prstGeom>
            <a:solidFill>
              <a:srgbClr val="081F5C">
                <a:alpha val="100000"/>
              </a:srgbClr>
            </a:solidFill>
          </p:spPr>
          <p:txBody>
            <a:bodyPr/>
            <a:lstStyle/>
            <a:p/>
          </p:txBody>
        </p:sp>
        <p:sp>
          <p:nvSpPr>
            <p:cNvPr id="39" name="rc10"/>
            <p:cNvSpPr/>
            <p:nvPr/>
          </p:nvSpPr>
          <p:spPr>
            <a:xfrm>
              <a:off x="2376018" y="5374268"/>
              <a:ext cx="588618" cy="267983"/>
            </a:xfrm>
            <a:prstGeom prst="rect">
              <a:avLst/>
            </a:prstGeom>
            <a:solidFill>
              <a:srgbClr val="081F5C">
                <a:alpha val="100000"/>
              </a:srgbClr>
            </a:solidFill>
          </p:spPr>
          <p:txBody>
            <a:bodyPr/>
            <a:lstStyle/>
            <a:p/>
          </p:txBody>
        </p:sp>
        <p:sp>
          <p:nvSpPr>
            <p:cNvPr id="40" name="rc11"/>
            <p:cNvSpPr/>
            <p:nvPr/>
          </p:nvSpPr>
          <p:spPr>
            <a:xfrm>
              <a:off x="2376018" y="5686916"/>
              <a:ext cx="474164" cy="267983"/>
            </a:xfrm>
            <a:prstGeom prst="rect">
              <a:avLst/>
            </a:prstGeom>
            <a:solidFill>
              <a:srgbClr val="081F5C">
                <a:alpha val="100000"/>
              </a:srgbClr>
            </a:solidFill>
          </p:spPr>
          <p:txBody>
            <a:bodyPr/>
            <a:lstStyle/>
            <a:p/>
          </p:txBody>
        </p:sp>
        <p:sp>
          <p:nvSpPr>
            <p:cNvPr id="41" name="tx12"/>
            <p:cNvSpPr/>
            <p:nvPr/>
          </p:nvSpPr>
          <p:spPr>
            <a:xfrm>
              <a:off x="2777913" y="417694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42" name="tx13"/>
            <p:cNvSpPr/>
            <p:nvPr/>
          </p:nvSpPr>
          <p:spPr>
            <a:xfrm>
              <a:off x="2728862" y="448959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43" name="tx14"/>
            <p:cNvSpPr/>
            <p:nvPr/>
          </p:nvSpPr>
          <p:spPr>
            <a:xfrm>
              <a:off x="2451472" y="480224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44" name="tx15"/>
            <p:cNvSpPr/>
            <p:nvPr/>
          </p:nvSpPr>
          <p:spPr>
            <a:xfrm>
              <a:off x="2435122" y="511488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45" name="tx16"/>
            <p:cNvSpPr/>
            <p:nvPr/>
          </p:nvSpPr>
          <p:spPr>
            <a:xfrm>
              <a:off x="2467823" y="542753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46" name="tx17"/>
            <p:cNvSpPr/>
            <p:nvPr/>
          </p:nvSpPr>
          <p:spPr>
            <a:xfrm>
              <a:off x="2410596" y="574018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47" name="tx18"/>
            <p:cNvSpPr/>
            <p:nvPr/>
          </p:nvSpPr>
          <p:spPr>
            <a:xfrm>
              <a:off x="948788" y="5769372"/>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48" name="tx19"/>
            <p:cNvSpPr/>
            <p:nvPr/>
          </p:nvSpPr>
          <p:spPr>
            <a:xfrm>
              <a:off x="937675" y="5448784"/>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49" name="tx20"/>
            <p:cNvSpPr/>
            <p:nvPr/>
          </p:nvSpPr>
          <p:spPr>
            <a:xfrm>
              <a:off x="993932" y="5123135"/>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50" name="tx21"/>
            <p:cNvSpPr/>
            <p:nvPr/>
          </p:nvSpPr>
          <p:spPr>
            <a:xfrm>
              <a:off x="881220" y="4762462"/>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51" name="tx22"/>
            <p:cNvSpPr/>
            <p:nvPr/>
          </p:nvSpPr>
          <p:spPr>
            <a:xfrm>
              <a:off x="1129465" y="4476898"/>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52" name="tx23"/>
            <p:cNvSpPr/>
            <p:nvPr/>
          </p:nvSpPr>
          <p:spPr>
            <a:xfrm>
              <a:off x="1028262" y="4141823"/>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53" name="tx24"/>
            <p:cNvSpPr/>
            <p:nvPr/>
          </p:nvSpPr>
          <p:spPr>
            <a:xfrm>
              <a:off x="3372079" y="6001708"/>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3 GRÁFICOS 1+2 (P_SLIDE_3_GRAFICOS_1MAS2)</a:t>
            </a:r>
          </a:p>
        </p:txBody>
      </p:sp>
      <p:grpSp xmlns:pic="http://schemas.openxmlformats.org/drawingml/2006/picture">
        <p:nvGrpSpPr>
          <p:cNvPr id="3" name="Picture Placeholder 5"/>
          <p:cNvGrpSpPr/>
          <p:nvPr/>
        </p:nvGrpSpPr>
        <p:grpSpPr>
          <a:xfrm>
            <a:off x="461772" y="1212494"/>
            <a:ext cx="4726534" cy="4887468"/>
            <a:chOff x="461772" y="1212494"/>
            <a:chExt cx="4726534" cy="4887468"/>
          </a:xfrm>
        </p:grpSpPr>
        <p:sp>
          <p:nvSpPr>
            <p:cNvPr id="4" name="tx3"/>
            <p:cNvSpPr/>
            <p:nvPr/>
          </p:nvSpPr>
          <p:spPr>
            <a:xfrm>
              <a:off x="2576644" y="1371691"/>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5" name="rc4"/>
            <p:cNvSpPr/>
            <p:nvPr/>
          </p:nvSpPr>
          <p:spPr>
            <a:xfrm>
              <a:off x="2376018" y="1870055"/>
              <a:ext cx="2812287" cy="4039308"/>
            </a:xfrm>
            <a:prstGeom prst="rect">
              <a:avLst/>
            </a:prstGeom>
          </p:spPr>
          <p:txBody>
            <a:bodyPr/>
            <a:lstStyle/>
            <a:p/>
          </p:txBody>
        </p:sp>
        <p:sp>
          <p:nvSpPr>
            <p:cNvPr id="6" name="rc5"/>
            <p:cNvSpPr/>
            <p:nvPr/>
          </p:nvSpPr>
          <p:spPr>
            <a:xfrm>
              <a:off x="2376018" y="1870055"/>
              <a:ext cx="2812287" cy="4039308"/>
            </a:xfrm>
            <a:prstGeom prst="rect">
              <a:avLst/>
            </a:prstGeom>
          </p:spPr>
          <p:txBody>
            <a:bodyPr/>
            <a:lstStyle/>
            <a:p/>
          </p:txBody>
        </p:sp>
        <p:sp>
          <p:nvSpPr>
            <p:cNvPr id="7" name="rc6"/>
            <p:cNvSpPr/>
            <p:nvPr/>
          </p:nvSpPr>
          <p:spPr>
            <a:xfrm>
              <a:off x="2376018" y="1981741"/>
              <a:ext cx="359711" cy="558429"/>
            </a:xfrm>
            <a:prstGeom prst="rect">
              <a:avLst/>
            </a:prstGeom>
            <a:solidFill>
              <a:srgbClr val="081F5C">
                <a:alpha val="100000"/>
              </a:srgbClr>
            </a:solidFill>
          </p:spPr>
          <p:txBody>
            <a:bodyPr/>
            <a:lstStyle/>
            <a:p/>
          </p:txBody>
        </p:sp>
        <p:sp>
          <p:nvSpPr>
            <p:cNvPr id="8" name="rc7"/>
            <p:cNvSpPr/>
            <p:nvPr/>
          </p:nvSpPr>
          <p:spPr>
            <a:xfrm>
              <a:off x="2376018" y="2633243"/>
              <a:ext cx="310659" cy="558429"/>
            </a:xfrm>
            <a:prstGeom prst="rect">
              <a:avLst/>
            </a:prstGeom>
            <a:solidFill>
              <a:srgbClr val="081F5C">
                <a:alpha val="100000"/>
              </a:srgbClr>
            </a:solidFill>
          </p:spPr>
          <p:txBody>
            <a:bodyPr/>
            <a:lstStyle/>
            <a:p/>
          </p:txBody>
        </p:sp>
        <p:sp>
          <p:nvSpPr>
            <p:cNvPr id="9" name="rc8"/>
            <p:cNvSpPr/>
            <p:nvPr/>
          </p:nvSpPr>
          <p:spPr>
            <a:xfrm>
              <a:off x="2376018" y="3284744"/>
              <a:ext cx="555917" cy="558429"/>
            </a:xfrm>
            <a:prstGeom prst="rect">
              <a:avLst/>
            </a:prstGeom>
            <a:solidFill>
              <a:srgbClr val="081F5C">
                <a:alpha val="100000"/>
              </a:srgbClr>
            </a:solidFill>
          </p:spPr>
          <p:txBody>
            <a:bodyPr/>
            <a:lstStyle/>
            <a:p/>
          </p:txBody>
        </p:sp>
        <p:sp>
          <p:nvSpPr>
            <p:cNvPr id="10" name="rc9"/>
            <p:cNvSpPr/>
            <p:nvPr/>
          </p:nvSpPr>
          <p:spPr>
            <a:xfrm>
              <a:off x="2376018" y="3936245"/>
              <a:ext cx="523216" cy="558429"/>
            </a:xfrm>
            <a:prstGeom prst="rect">
              <a:avLst/>
            </a:prstGeom>
            <a:solidFill>
              <a:srgbClr val="081F5C">
                <a:alpha val="100000"/>
              </a:srgbClr>
            </a:solidFill>
          </p:spPr>
          <p:txBody>
            <a:bodyPr/>
            <a:lstStyle/>
            <a:p/>
          </p:txBody>
        </p:sp>
        <p:sp>
          <p:nvSpPr>
            <p:cNvPr id="11" name="rc10"/>
            <p:cNvSpPr/>
            <p:nvPr/>
          </p:nvSpPr>
          <p:spPr>
            <a:xfrm>
              <a:off x="2376018" y="4587747"/>
              <a:ext cx="588618" cy="558429"/>
            </a:xfrm>
            <a:prstGeom prst="rect">
              <a:avLst/>
            </a:prstGeom>
            <a:solidFill>
              <a:srgbClr val="081F5C">
                <a:alpha val="100000"/>
              </a:srgbClr>
            </a:solidFill>
          </p:spPr>
          <p:txBody>
            <a:bodyPr/>
            <a:lstStyle/>
            <a:p/>
          </p:txBody>
        </p:sp>
        <p:sp>
          <p:nvSpPr>
            <p:cNvPr id="12" name="rc11"/>
            <p:cNvSpPr/>
            <p:nvPr/>
          </p:nvSpPr>
          <p:spPr>
            <a:xfrm>
              <a:off x="2376018" y="5239248"/>
              <a:ext cx="474164" cy="558429"/>
            </a:xfrm>
            <a:prstGeom prst="rect">
              <a:avLst/>
            </a:prstGeom>
            <a:solidFill>
              <a:srgbClr val="081F5C">
                <a:alpha val="100000"/>
              </a:srgbClr>
            </a:solidFill>
          </p:spPr>
          <p:txBody>
            <a:bodyPr/>
            <a:lstStyle/>
            <a:p/>
          </p:txBody>
        </p:sp>
        <p:sp>
          <p:nvSpPr>
            <p:cNvPr id="13" name="tx12"/>
            <p:cNvSpPr/>
            <p:nvPr/>
          </p:nvSpPr>
          <p:spPr>
            <a:xfrm>
              <a:off x="2777913" y="218023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14" name="tx13"/>
            <p:cNvSpPr/>
            <p:nvPr/>
          </p:nvSpPr>
          <p:spPr>
            <a:xfrm>
              <a:off x="2728862" y="283173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15" name="tx14"/>
            <p:cNvSpPr/>
            <p:nvPr/>
          </p:nvSpPr>
          <p:spPr>
            <a:xfrm>
              <a:off x="2451472" y="348323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16" name="tx15"/>
            <p:cNvSpPr/>
            <p:nvPr/>
          </p:nvSpPr>
          <p:spPr>
            <a:xfrm>
              <a:off x="2435122" y="413473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17" name="tx16"/>
            <p:cNvSpPr/>
            <p:nvPr/>
          </p:nvSpPr>
          <p:spPr>
            <a:xfrm>
              <a:off x="2467823" y="478623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18" name="tx17"/>
            <p:cNvSpPr/>
            <p:nvPr/>
          </p:nvSpPr>
          <p:spPr>
            <a:xfrm>
              <a:off x="2410596" y="543773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19" name="tx18"/>
            <p:cNvSpPr/>
            <p:nvPr/>
          </p:nvSpPr>
          <p:spPr>
            <a:xfrm>
              <a:off x="948788" y="5495166"/>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20" name="tx19"/>
            <p:cNvSpPr/>
            <p:nvPr/>
          </p:nvSpPr>
          <p:spPr>
            <a:xfrm>
              <a:off x="937675" y="4824428"/>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21" name="tx20"/>
            <p:cNvSpPr/>
            <p:nvPr/>
          </p:nvSpPr>
          <p:spPr>
            <a:xfrm>
              <a:off x="993932" y="4148630"/>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22" name="tx21"/>
            <p:cNvSpPr/>
            <p:nvPr/>
          </p:nvSpPr>
          <p:spPr>
            <a:xfrm>
              <a:off x="881220" y="3437808"/>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23" name="tx22"/>
            <p:cNvSpPr/>
            <p:nvPr/>
          </p:nvSpPr>
          <p:spPr>
            <a:xfrm>
              <a:off x="1129465" y="2802095"/>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24" name="tx23"/>
            <p:cNvSpPr/>
            <p:nvPr/>
          </p:nvSpPr>
          <p:spPr>
            <a:xfrm>
              <a:off x="1028262" y="2116871"/>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25" name="tx24"/>
            <p:cNvSpPr/>
            <p:nvPr/>
          </p:nvSpPr>
          <p:spPr>
            <a:xfrm>
              <a:off x="3372079" y="5967011"/>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26" name="Picture Placeholder 5"/>
          <p:cNvGrpSpPr/>
          <p:nvPr/>
        </p:nvGrpSpPr>
        <p:grpSpPr>
          <a:xfrm>
            <a:off x="7113118" y="1212494"/>
            <a:ext cx="4726534" cy="2345436"/>
            <a:chOff x="7113118" y="1212494"/>
            <a:chExt cx="4726534" cy="2345436"/>
          </a:xfrm>
        </p:grpSpPr>
        <p:sp>
          <p:nvSpPr>
            <p:cNvPr id="27" name="tx3"/>
            <p:cNvSpPr/>
            <p:nvPr/>
          </p:nvSpPr>
          <p:spPr>
            <a:xfrm>
              <a:off x="9120685" y="1380495"/>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28" name="rc4"/>
            <p:cNvSpPr/>
            <p:nvPr/>
          </p:nvSpPr>
          <p:spPr>
            <a:xfrm>
              <a:off x="9027364" y="1894493"/>
              <a:ext cx="2812287" cy="1465755"/>
            </a:xfrm>
            <a:prstGeom prst="rect">
              <a:avLst/>
            </a:prstGeom>
          </p:spPr>
          <p:txBody>
            <a:bodyPr/>
            <a:lstStyle/>
            <a:p/>
          </p:txBody>
        </p:sp>
        <p:sp>
          <p:nvSpPr>
            <p:cNvPr id="29" name="rc5"/>
            <p:cNvSpPr/>
            <p:nvPr/>
          </p:nvSpPr>
          <p:spPr>
            <a:xfrm>
              <a:off x="9027364" y="1894493"/>
              <a:ext cx="2812287" cy="1465755"/>
            </a:xfrm>
            <a:prstGeom prst="rect">
              <a:avLst/>
            </a:prstGeom>
          </p:spPr>
          <p:txBody>
            <a:bodyPr/>
            <a:lstStyle/>
            <a:p/>
          </p:txBody>
        </p:sp>
        <p:sp>
          <p:nvSpPr>
            <p:cNvPr id="30" name="rc6"/>
            <p:cNvSpPr/>
            <p:nvPr/>
          </p:nvSpPr>
          <p:spPr>
            <a:xfrm>
              <a:off x="9027364" y="2087706"/>
              <a:ext cx="1455195" cy="413076"/>
            </a:xfrm>
            <a:prstGeom prst="rect">
              <a:avLst/>
            </a:prstGeom>
            <a:solidFill>
              <a:srgbClr val="081F5C">
                <a:alpha val="100000"/>
              </a:srgbClr>
            </a:solidFill>
          </p:spPr>
          <p:txBody>
            <a:bodyPr/>
            <a:lstStyle/>
            <a:p/>
          </p:txBody>
        </p:sp>
        <p:sp>
          <p:nvSpPr>
            <p:cNvPr id="31" name="rc7"/>
            <p:cNvSpPr/>
            <p:nvPr/>
          </p:nvSpPr>
          <p:spPr>
            <a:xfrm>
              <a:off x="9027364" y="2753959"/>
              <a:ext cx="1357092" cy="413076"/>
            </a:xfrm>
            <a:prstGeom prst="rect">
              <a:avLst/>
            </a:prstGeom>
            <a:solidFill>
              <a:srgbClr val="081F5C">
                <a:alpha val="100000"/>
              </a:srgbClr>
            </a:solidFill>
          </p:spPr>
          <p:txBody>
            <a:bodyPr/>
            <a:lstStyle/>
            <a:p/>
          </p:txBody>
        </p:sp>
        <p:sp>
          <p:nvSpPr>
            <p:cNvPr id="32" name="tx8"/>
            <p:cNvSpPr/>
            <p:nvPr/>
          </p:nvSpPr>
          <p:spPr>
            <a:xfrm>
              <a:off x="9552457" y="221352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33" name="tx9"/>
            <p:cNvSpPr/>
            <p:nvPr/>
          </p:nvSpPr>
          <p:spPr>
            <a:xfrm>
              <a:off x="9503406" y="287977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34" name="tx10"/>
            <p:cNvSpPr/>
            <p:nvPr/>
          </p:nvSpPr>
          <p:spPr>
            <a:xfrm>
              <a:off x="7894020" y="2918701"/>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35" name="tx11"/>
            <p:cNvSpPr/>
            <p:nvPr/>
          </p:nvSpPr>
          <p:spPr>
            <a:xfrm>
              <a:off x="7860087" y="2185823"/>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36" name="tx12"/>
            <p:cNvSpPr/>
            <p:nvPr/>
          </p:nvSpPr>
          <p:spPr>
            <a:xfrm>
              <a:off x="10023425" y="3422500"/>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7" name="Picture Placeholder 5"/>
          <p:cNvGrpSpPr/>
          <p:nvPr/>
        </p:nvGrpSpPr>
        <p:grpSpPr>
          <a:xfrm>
            <a:off x="7113118" y="3754526"/>
            <a:ext cx="4726534" cy="2345436"/>
            <a:chOff x="7113118" y="3754526"/>
            <a:chExt cx="4726534" cy="2345436"/>
          </a:xfrm>
        </p:grpSpPr>
        <p:sp>
          <p:nvSpPr>
            <p:cNvPr id="38" name="tx3"/>
            <p:cNvSpPr/>
            <p:nvPr/>
          </p:nvSpPr>
          <p:spPr>
            <a:xfrm>
              <a:off x="8748168" y="3775140"/>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39" name="rc4"/>
            <p:cNvSpPr/>
            <p:nvPr/>
          </p:nvSpPr>
          <p:spPr>
            <a:xfrm>
              <a:off x="9027364" y="4132336"/>
              <a:ext cx="2812287" cy="1858115"/>
            </a:xfrm>
            <a:prstGeom prst="rect">
              <a:avLst/>
            </a:prstGeom>
          </p:spPr>
          <p:txBody>
            <a:bodyPr/>
            <a:lstStyle/>
            <a:p/>
          </p:txBody>
        </p:sp>
        <p:sp>
          <p:nvSpPr>
            <p:cNvPr id="40" name="rc5"/>
            <p:cNvSpPr/>
            <p:nvPr/>
          </p:nvSpPr>
          <p:spPr>
            <a:xfrm>
              <a:off x="9027364" y="4132336"/>
              <a:ext cx="2812287" cy="1858115"/>
            </a:xfrm>
            <a:prstGeom prst="rect">
              <a:avLst/>
            </a:prstGeom>
          </p:spPr>
          <p:txBody>
            <a:bodyPr/>
            <a:lstStyle/>
            <a:p/>
          </p:txBody>
        </p:sp>
        <p:sp>
          <p:nvSpPr>
            <p:cNvPr id="41" name="rc6"/>
            <p:cNvSpPr/>
            <p:nvPr/>
          </p:nvSpPr>
          <p:spPr>
            <a:xfrm>
              <a:off x="9027364" y="4271379"/>
              <a:ext cx="1209937" cy="252804"/>
            </a:xfrm>
            <a:prstGeom prst="rect">
              <a:avLst/>
            </a:prstGeom>
            <a:solidFill>
              <a:srgbClr val="081F5C">
                <a:alpha val="100000"/>
              </a:srgbClr>
            </a:solidFill>
          </p:spPr>
          <p:txBody>
            <a:bodyPr/>
            <a:lstStyle/>
            <a:p/>
          </p:txBody>
        </p:sp>
        <p:sp>
          <p:nvSpPr>
            <p:cNvPr id="42" name="rc7"/>
            <p:cNvSpPr/>
            <p:nvPr/>
          </p:nvSpPr>
          <p:spPr>
            <a:xfrm>
              <a:off x="9027364" y="4713787"/>
              <a:ext cx="1308040" cy="252804"/>
            </a:xfrm>
            <a:prstGeom prst="rect">
              <a:avLst/>
            </a:prstGeom>
            <a:solidFill>
              <a:srgbClr val="081F5C">
                <a:alpha val="100000"/>
              </a:srgbClr>
            </a:solidFill>
          </p:spPr>
          <p:txBody>
            <a:bodyPr/>
            <a:lstStyle/>
            <a:p/>
          </p:txBody>
        </p:sp>
        <p:sp>
          <p:nvSpPr>
            <p:cNvPr id="43" name="rc8"/>
            <p:cNvSpPr/>
            <p:nvPr/>
          </p:nvSpPr>
          <p:spPr>
            <a:xfrm>
              <a:off x="9027364" y="5156195"/>
              <a:ext cx="228907" cy="252804"/>
            </a:xfrm>
            <a:prstGeom prst="rect">
              <a:avLst/>
            </a:prstGeom>
            <a:solidFill>
              <a:srgbClr val="081F5C">
                <a:alpha val="100000"/>
              </a:srgbClr>
            </a:solidFill>
          </p:spPr>
          <p:txBody>
            <a:bodyPr/>
            <a:lstStyle/>
            <a:p/>
          </p:txBody>
        </p:sp>
        <p:sp>
          <p:nvSpPr>
            <p:cNvPr id="44" name="rc9"/>
            <p:cNvSpPr/>
            <p:nvPr/>
          </p:nvSpPr>
          <p:spPr>
            <a:xfrm>
              <a:off x="9027364" y="5598604"/>
              <a:ext cx="65402" cy="252804"/>
            </a:xfrm>
            <a:prstGeom prst="rect">
              <a:avLst/>
            </a:prstGeom>
            <a:solidFill>
              <a:srgbClr val="081F5C">
                <a:alpha val="100000"/>
              </a:srgbClr>
            </a:solidFill>
          </p:spPr>
          <p:txBody>
            <a:bodyPr/>
            <a:lstStyle/>
            <a:p/>
          </p:txBody>
        </p:sp>
        <p:sp>
          <p:nvSpPr>
            <p:cNvPr id="45" name="tx10"/>
            <p:cNvSpPr/>
            <p:nvPr/>
          </p:nvSpPr>
          <p:spPr>
            <a:xfrm>
              <a:off x="9429828" y="431705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46" name="tx11"/>
            <p:cNvSpPr/>
            <p:nvPr/>
          </p:nvSpPr>
          <p:spPr>
            <a:xfrm>
              <a:off x="9478880" y="475946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47" name="tx12"/>
            <p:cNvSpPr/>
            <p:nvPr/>
          </p:nvSpPr>
          <p:spPr>
            <a:xfrm>
              <a:off x="9298455" y="5201873"/>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48" name="tx13"/>
            <p:cNvSpPr/>
            <p:nvPr/>
          </p:nvSpPr>
          <p:spPr>
            <a:xfrm>
              <a:off x="9134950" y="5644281"/>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49" name="tx14"/>
            <p:cNvSpPr/>
            <p:nvPr/>
          </p:nvSpPr>
          <p:spPr>
            <a:xfrm>
              <a:off x="7148093" y="5680499"/>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50" name="tx15"/>
            <p:cNvSpPr/>
            <p:nvPr/>
          </p:nvSpPr>
          <p:spPr>
            <a:xfrm>
              <a:off x="7328771" y="5217855"/>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51" name="tx16"/>
            <p:cNvSpPr/>
            <p:nvPr/>
          </p:nvSpPr>
          <p:spPr>
            <a:xfrm>
              <a:off x="7328771" y="4753326"/>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52" name="tx17"/>
            <p:cNvSpPr/>
            <p:nvPr/>
          </p:nvSpPr>
          <p:spPr>
            <a:xfrm>
              <a:off x="7328771" y="4288698"/>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sp>
          <p:nvSpPr>
            <p:cNvPr id="53" name="tx18"/>
            <p:cNvSpPr/>
            <p:nvPr/>
          </p:nvSpPr>
          <p:spPr>
            <a:xfrm>
              <a:off x="10023425" y="5995392"/>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3 GRÁFICOS EN FILA (P_SLIDE_3_GRAFICOS_FILA)</a:t>
            </a:r>
          </a:p>
        </p:txBody>
      </p:sp>
      <p:grpSp xmlns:pic="http://schemas.openxmlformats.org/drawingml/2006/picture">
        <p:nvGrpSpPr>
          <p:cNvPr id="3" name="Picture Placeholder 5"/>
          <p:cNvGrpSpPr/>
          <p:nvPr/>
        </p:nvGrpSpPr>
        <p:grpSpPr>
          <a:xfrm>
            <a:off x="461772" y="1212494"/>
            <a:ext cx="3611880" cy="4887468"/>
            <a:chOff x="461772" y="1212494"/>
            <a:chExt cx="3611880" cy="4887468"/>
          </a:xfrm>
        </p:grpSpPr>
        <p:sp>
          <p:nvSpPr>
            <p:cNvPr id="4" name="tx3"/>
            <p:cNvSpPr/>
            <p:nvPr/>
          </p:nvSpPr>
          <p:spPr>
            <a:xfrm>
              <a:off x="1956475" y="1293095"/>
              <a:ext cx="622473" cy="131613"/>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Género</a:t>
              </a:r>
            </a:p>
          </p:txBody>
        </p:sp>
        <p:sp>
          <p:nvSpPr>
            <p:cNvPr id="5" name="rc4"/>
            <p:cNvSpPr/>
            <p:nvPr/>
          </p:nvSpPr>
          <p:spPr>
            <a:xfrm>
              <a:off x="461772" y="1850288"/>
              <a:ext cx="3611880" cy="3611880"/>
            </a:xfrm>
            <a:prstGeom prst="rect">
              <a:avLst/>
            </a:prstGeom>
          </p:spPr>
          <p:txBody>
            <a:bodyPr/>
            <a:lstStyle/>
            <a:p/>
          </p:txBody>
        </p:sp>
        <p:sp>
          <p:nvSpPr>
            <p:cNvPr id="6" name="rc5"/>
            <p:cNvSpPr/>
            <p:nvPr/>
          </p:nvSpPr>
          <p:spPr>
            <a:xfrm>
              <a:off x="461772" y="1850288"/>
              <a:ext cx="3611880" cy="3611880"/>
            </a:xfrm>
            <a:prstGeom prst="rect">
              <a:avLst/>
            </a:prstGeom>
          </p:spPr>
          <p:txBody>
            <a:bodyPr/>
            <a:lstStyle/>
            <a:p/>
          </p:txBody>
        </p:sp>
        <p:sp>
          <p:nvSpPr>
            <p:cNvPr id="7" name="pg6"/>
            <p:cNvSpPr/>
            <p:nvPr/>
          </p:nvSpPr>
          <p:spPr>
            <a:xfrm>
              <a:off x="2267712" y="2211475"/>
              <a:ext cx="1444742" cy="2880836"/>
            </a:xfrm>
            <a:custGeom>
              <a:avLst/>
              <a:pathLst>
                <a:path w="1444742" h="2880836">
                  <a:moveTo>
                    <a:pt x="0" y="1444752"/>
                  </a:moveTo>
                  <a:lnTo>
                    <a:pt x="5448" y="1494272"/>
                  </a:lnTo>
                  <a:lnTo>
                    <a:pt x="10897" y="1543792"/>
                  </a:lnTo>
                  <a:lnTo>
                    <a:pt x="16346" y="1593312"/>
                  </a:lnTo>
                  <a:lnTo>
                    <a:pt x="21795" y="1642832"/>
                  </a:lnTo>
                  <a:lnTo>
                    <a:pt x="27243" y="1692352"/>
                  </a:lnTo>
                  <a:lnTo>
                    <a:pt x="32692" y="1741873"/>
                  </a:lnTo>
                  <a:lnTo>
                    <a:pt x="38141" y="1791393"/>
                  </a:lnTo>
                  <a:lnTo>
                    <a:pt x="43590" y="1840913"/>
                  </a:lnTo>
                  <a:lnTo>
                    <a:pt x="49038" y="1890433"/>
                  </a:lnTo>
                  <a:lnTo>
                    <a:pt x="54487" y="1939953"/>
                  </a:lnTo>
                  <a:lnTo>
                    <a:pt x="59936" y="1989473"/>
                  </a:lnTo>
                  <a:lnTo>
                    <a:pt x="65385" y="2038994"/>
                  </a:lnTo>
                  <a:lnTo>
                    <a:pt x="70833" y="2088514"/>
                  </a:lnTo>
                  <a:lnTo>
                    <a:pt x="76282" y="2138034"/>
                  </a:lnTo>
                  <a:lnTo>
                    <a:pt x="81731" y="2187554"/>
                  </a:lnTo>
                  <a:lnTo>
                    <a:pt x="87180" y="2237074"/>
                  </a:lnTo>
                  <a:lnTo>
                    <a:pt x="92629" y="2286594"/>
                  </a:lnTo>
                  <a:lnTo>
                    <a:pt x="98077" y="2336115"/>
                  </a:lnTo>
                  <a:lnTo>
                    <a:pt x="103526" y="2385635"/>
                  </a:lnTo>
                  <a:lnTo>
                    <a:pt x="108975" y="2435155"/>
                  </a:lnTo>
                  <a:lnTo>
                    <a:pt x="114424" y="2484675"/>
                  </a:lnTo>
                  <a:lnTo>
                    <a:pt x="119872" y="2534195"/>
                  </a:lnTo>
                  <a:lnTo>
                    <a:pt x="125321" y="2583715"/>
                  </a:lnTo>
                  <a:lnTo>
                    <a:pt x="130770" y="2633236"/>
                  </a:lnTo>
                  <a:lnTo>
                    <a:pt x="136219" y="2682756"/>
                  </a:lnTo>
                  <a:lnTo>
                    <a:pt x="141667" y="2732276"/>
                  </a:lnTo>
                  <a:lnTo>
                    <a:pt x="147116" y="2781796"/>
                  </a:lnTo>
                  <a:lnTo>
                    <a:pt x="152565" y="2831316"/>
                  </a:lnTo>
                  <a:lnTo>
                    <a:pt x="158014" y="2880836"/>
                  </a:lnTo>
                  <a:lnTo>
                    <a:pt x="206836" y="2874621"/>
                  </a:lnTo>
                  <a:lnTo>
                    <a:pt x="255419" y="2866746"/>
                  </a:lnTo>
                  <a:lnTo>
                    <a:pt x="303705" y="2857221"/>
                  </a:lnTo>
                  <a:lnTo>
                    <a:pt x="351639" y="2846057"/>
                  </a:lnTo>
                  <a:lnTo>
                    <a:pt x="399164" y="2833267"/>
                  </a:lnTo>
                  <a:lnTo>
                    <a:pt x="446227" y="2818866"/>
                  </a:lnTo>
                  <a:lnTo>
                    <a:pt x="492771" y="2802869"/>
                  </a:lnTo>
                  <a:lnTo>
                    <a:pt x="538744" y="2785297"/>
                  </a:lnTo>
                  <a:lnTo>
                    <a:pt x="584092" y="2766169"/>
                  </a:lnTo>
                  <a:lnTo>
                    <a:pt x="628761" y="2745508"/>
                  </a:lnTo>
                  <a:lnTo>
                    <a:pt x="672701" y="2723337"/>
                  </a:lnTo>
                  <a:lnTo>
                    <a:pt x="715861" y="2699682"/>
                  </a:lnTo>
                  <a:lnTo>
                    <a:pt x="758189" y="2674571"/>
                  </a:lnTo>
                  <a:lnTo>
                    <a:pt x="799638" y="2648033"/>
                  </a:lnTo>
                  <a:lnTo>
                    <a:pt x="840159" y="2620098"/>
                  </a:lnTo>
                  <a:lnTo>
                    <a:pt x="879705" y="2590800"/>
                  </a:lnTo>
                  <a:lnTo>
                    <a:pt x="918230" y="2560171"/>
                  </a:lnTo>
                  <a:lnTo>
                    <a:pt x="955689" y="2528248"/>
                  </a:lnTo>
                  <a:lnTo>
                    <a:pt x="992039" y="2495068"/>
                  </a:lnTo>
                  <a:lnTo>
                    <a:pt x="1027238" y="2460669"/>
                  </a:lnTo>
                  <a:lnTo>
                    <a:pt x="1061245" y="2425091"/>
                  </a:lnTo>
                  <a:lnTo>
                    <a:pt x="1094021" y="2388375"/>
                  </a:lnTo>
                  <a:lnTo>
                    <a:pt x="1125527" y="2350564"/>
                  </a:lnTo>
                  <a:lnTo>
                    <a:pt x="1155726" y="2311702"/>
                  </a:lnTo>
                  <a:lnTo>
                    <a:pt x="1184585" y="2271834"/>
                  </a:lnTo>
                  <a:lnTo>
                    <a:pt x="1212069" y="2231006"/>
                  </a:lnTo>
                  <a:lnTo>
                    <a:pt x="1238146" y="2189266"/>
                  </a:lnTo>
                  <a:lnTo>
                    <a:pt x="1262786" y="2146662"/>
                  </a:lnTo>
                  <a:lnTo>
                    <a:pt x="1285961" y="2103243"/>
                  </a:lnTo>
                  <a:lnTo>
                    <a:pt x="1307644" y="2059060"/>
                  </a:lnTo>
                  <a:lnTo>
                    <a:pt x="1327809" y="2014164"/>
                  </a:lnTo>
                  <a:lnTo>
                    <a:pt x="1346433" y="1968607"/>
                  </a:lnTo>
                  <a:lnTo>
                    <a:pt x="1363495" y="1922443"/>
                  </a:lnTo>
                  <a:lnTo>
                    <a:pt x="1378974" y="1875724"/>
                  </a:lnTo>
                  <a:lnTo>
                    <a:pt x="1392853" y="1828504"/>
                  </a:lnTo>
                  <a:lnTo>
                    <a:pt x="1405116" y="1780840"/>
                  </a:lnTo>
                  <a:lnTo>
                    <a:pt x="1415748" y="1732785"/>
                  </a:lnTo>
                  <a:lnTo>
                    <a:pt x="1424738" y="1684397"/>
                  </a:lnTo>
                  <a:lnTo>
                    <a:pt x="1432073" y="1635730"/>
                  </a:lnTo>
                  <a:lnTo>
                    <a:pt x="1437747" y="1586841"/>
                  </a:lnTo>
                  <a:lnTo>
                    <a:pt x="1441753" y="1537788"/>
                  </a:lnTo>
                  <a:lnTo>
                    <a:pt x="1444085" y="1488627"/>
                  </a:lnTo>
                  <a:lnTo>
                    <a:pt x="1444742" y="1439415"/>
                  </a:lnTo>
                  <a:lnTo>
                    <a:pt x="1443722" y="1390208"/>
                  </a:lnTo>
                  <a:lnTo>
                    <a:pt x="1441026" y="1341066"/>
                  </a:lnTo>
                  <a:lnTo>
                    <a:pt x="1436658" y="1292043"/>
                  </a:lnTo>
                  <a:lnTo>
                    <a:pt x="1430623" y="1243198"/>
                  </a:lnTo>
                  <a:lnTo>
                    <a:pt x="1422928" y="1194587"/>
                  </a:lnTo>
                  <a:lnTo>
                    <a:pt x="1413582" y="1146266"/>
                  </a:lnTo>
                  <a:lnTo>
                    <a:pt x="1402595" y="1098291"/>
                  </a:lnTo>
                  <a:lnTo>
                    <a:pt x="1389980" y="1050719"/>
                  </a:lnTo>
                  <a:lnTo>
                    <a:pt x="1375753" y="1003603"/>
                  </a:lnTo>
                  <a:lnTo>
                    <a:pt x="1359928" y="957000"/>
                  </a:lnTo>
                  <a:lnTo>
                    <a:pt x="1342526" y="910963"/>
                  </a:lnTo>
                  <a:lnTo>
                    <a:pt x="1323566" y="865545"/>
                  </a:lnTo>
                  <a:lnTo>
                    <a:pt x="1303070" y="820799"/>
                  </a:lnTo>
                  <a:lnTo>
                    <a:pt x="1281061" y="776777"/>
                  </a:lnTo>
                  <a:lnTo>
                    <a:pt x="1257566" y="733531"/>
                  </a:lnTo>
                  <a:lnTo>
                    <a:pt x="1232612" y="691110"/>
                  </a:lnTo>
                  <a:lnTo>
                    <a:pt x="1206227" y="649563"/>
                  </a:lnTo>
                  <a:lnTo>
                    <a:pt x="1178442" y="608940"/>
                  </a:lnTo>
                  <a:lnTo>
                    <a:pt x="1149290" y="569286"/>
                  </a:lnTo>
                  <a:lnTo>
                    <a:pt x="1118804" y="530648"/>
                  </a:lnTo>
                  <a:lnTo>
                    <a:pt x="1087019" y="493071"/>
                  </a:lnTo>
                  <a:lnTo>
                    <a:pt x="1053974" y="456598"/>
                  </a:lnTo>
                  <a:lnTo>
                    <a:pt x="1019705" y="421272"/>
                  </a:lnTo>
                  <a:lnTo>
                    <a:pt x="984253" y="387134"/>
                  </a:lnTo>
                  <a:lnTo>
                    <a:pt x="947658" y="354223"/>
                  </a:lnTo>
                  <a:lnTo>
                    <a:pt x="909964" y="322578"/>
                  </a:lnTo>
                  <a:lnTo>
                    <a:pt x="871214" y="292235"/>
                  </a:lnTo>
                  <a:lnTo>
                    <a:pt x="831453" y="263230"/>
                  </a:lnTo>
                  <a:lnTo>
                    <a:pt x="790726" y="235595"/>
                  </a:lnTo>
                  <a:lnTo>
                    <a:pt x="749083" y="209364"/>
                  </a:lnTo>
                  <a:lnTo>
                    <a:pt x="706570" y="184566"/>
                  </a:lnTo>
                  <a:lnTo>
                    <a:pt x="663237" y="161231"/>
                  </a:lnTo>
                  <a:lnTo>
                    <a:pt x="619134" y="139385"/>
                  </a:lnTo>
                  <a:lnTo>
                    <a:pt x="574313" y="119055"/>
                  </a:lnTo>
                  <a:lnTo>
                    <a:pt x="528825" y="100262"/>
                  </a:lnTo>
                  <a:lnTo>
                    <a:pt x="482724" y="83030"/>
                  </a:lnTo>
                  <a:lnTo>
                    <a:pt x="436063" y="67378"/>
                  </a:lnTo>
                  <a:lnTo>
                    <a:pt x="388895" y="53325"/>
                  </a:lnTo>
                  <a:lnTo>
                    <a:pt x="341276" y="40886"/>
                  </a:lnTo>
                  <a:lnTo>
                    <a:pt x="293261" y="30076"/>
                  </a:lnTo>
                  <a:lnTo>
                    <a:pt x="244906" y="20908"/>
                  </a:lnTo>
                  <a:lnTo>
                    <a:pt x="196267" y="13393"/>
                  </a:lnTo>
                  <a:lnTo>
                    <a:pt x="147400" y="7538"/>
                  </a:lnTo>
                  <a:lnTo>
                    <a:pt x="98361" y="3352"/>
                  </a:lnTo>
                  <a:lnTo>
                    <a:pt x="49209" y="838"/>
                  </a:lnTo>
                  <a:lnTo>
                    <a:pt x="0" y="0"/>
                  </a:lnTo>
                  <a:lnTo>
                    <a:pt x="0" y="49819"/>
                  </a:lnTo>
                  <a:lnTo>
                    <a:pt x="0" y="99638"/>
                  </a:lnTo>
                  <a:lnTo>
                    <a:pt x="0" y="149457"/>
                  </a:lnTo>
                  <a:lnTo>
                    <a:pt x="0" y="199276"/>
                  </a:lnTo>
                  <a:lnTo>
                    <a:pt x="0" y="249095"/>
                  </a:lnTo>
                  <a:lnTo>
                    <a:pt x="0" y="298914"/>
                  </a:lnTo>
                  <a:lnTo>
                    <a:pt x="0" y="348733"/>
                  </a:lnTo>
                  <a:lnTo>
                    <a:pt x="0" y="398552"/>
                  </a:lnTo>
                  <a:lnTo>
                    <a:pt x="0" y="448371"/>
                  </a:lnTo>
                  <a:lnTo>
                    <a:pt x="0" y="498190"/>
                  </a:lnTo>
                  <a:lnTo>
                    <a:pt x="0" y="548009"/>
                  </a:lnTo>
                  <a:lnTo>
                    <a:pt x="0" y="597828"/>
                  </a:lnTo>
                  <a:lnTo>
                    <a:pt x="0" y="647647"/>
                  </a:lnTo>
                  <a:lnTo>
                    <a:pt x="0" y="697466"/>
                  </a:lnTo>
                  <a:lnTo>
                    <a:pt x="0" y="747285"/>
                  </a:lnTo>
                  <a:lnTo>
                    <a:pt x="0" y="797104"/>
                  </a:lnTo>
                  <a:lnTo>
                    <a:pt x="0" y="846923"/>
                  </a:lnTo>
                  <a:lnTo>
                    <a:pt x="0" y="896742"/>
                  </a:lnTo>
                  <a:lnTo>
                    <a:pt x="0" y="946561"/>
                  </a:lnTo>
                  <a:lnTo>
                    <a:pt x="0" y="996380"/>
                  </a:lnTo>
                  <a:lnTo>
                    <a:pt x="0" y="1046199"/>
                  </a:lnTo>
                  <a:lnTo>
                    <a:pt x="0" y="1096018"/>
                  </a:lnTo>
                  <a:lnTo>
                    <a:pt x="0" y="1145837"/>
                  </a:lnTo>
                  <a:lnTo>
                    <a:pt x="0" y="1195656"/>
                  </a:lnTo>
                  <a:lnTo>
                    <a:pt x="0" y="1245475"/>
                  </a:lnTo>
                  <a:lnTo>
                    <a:pt x="0" y="1295294"/>
                  </a:lnTo>
                  <a:lnTo>
                    <a:pt x="0" y="1345113"/>
                  </a:lnTo>
                  <a:lnTo>
                    <a:pt x="0" y="1394932"/>
                  </a:lnTo>
                  <a:close/>
                </a:path>
              </a:pathLst>
            </a:custGeom>
            <a:solidFill>
              <a:srgbClr val="0B4F8C">
                <a:alpha val="100000"/>
              </a:srgbClr>
            </a:solidFill>
          </p:spPr>
          <p:txBody>
            <a:bodyPr/>
            <a:lstStyle/>
            <a:p/>
          </p:txBody>
        </p:sp>
        <p:sp>
          <p:nvSpPr>
            <p:cNvPr id="8" name="pg7"/>
            <p:cNvSpPr/>
            <p:nvPr/>
          </p:nvSpPr>
          <p:spPr>
            <a:xfrm>
              <a:off x="823080" y="2211475"/>
              <a:ext cx="1602645" cy="2889457"/>
            </a:xfrm>
            <a:custGeom>
              <a:avLst/>
              <a:pathLst>
                <a:path w="1602645" h="2889457">
                  <a:moveTo>
                    <a:pt x="1444631" y="1444752"/>
                  </a:moveTo>
                  <a:lnTo>
                    <a:pt x="1444631" y="1394932"/>
                  </a:lnTo>
                  <a:lnTo>
                    <a:pt x="1444631" y="1345113"/>
                  </a:lnTo>
                  <a:lnTo>
                    <a:pt x="1444631" y="1295294"/>
                  </a:lnTo>
                  <a:lnTo>
                    <a:pt x="1444631" y="1245475"/>
                  </a:lnTo>
                  <a:lnTo>
                    <a:pt x="1444631" y="1195656"/>
                  </a:lnTo>
                  <a:lnTo>
                    <a:pt x="1444631" y="1145837"/>
                  </a:lnTo>
                  <a:lnTo>
                    <a:pt x="1444631" y="1096018"/>
                  </a:lnTo>
                  <a:lnTo>
                    <a:pt x="1444631" y="1046199"/>
                  </a:lnTo>
                  <a:lnTo>
                    <a:pt x="1444631" y="996380"/>
                  </a:lnTo>
                  <a:lnTo>
                    <a:pt x="1444631" y="946561"/>
                  </a:lnTo>
                  <a:lnTo>
                    <a:pt x="1444631" y="896742"/>
                  </a:lnTo>
                  <a:lnTo>
                    <a:pt x="1444631" y="846923"/>
                  </a:lnTo>
                  <a:lnTo>
                    <a:pt x="1444631" y="797104"/>
                  </a:lnTo>
                  <a:lnTo>
                    <a:pt x="1444631" y="747285"/>
                  </a:lnTo>
                  <a:lnTo>
                    <a:pt x="1444631" y="697466"/>
                  </a:lnTo>
                  <a:lnTo>
                    <a:pt x="1444631" y="647647"/>
                  </a:lnTo>
                  <a:lnTo>
                    <a:pt x="1444631" y="597828"/>
                  </a:lnTo>
                  <a:lnTo>
                    <a:pt x="1444631" y="548009"/>
                  </a:lnTo>
                  <a:lnTo>
                    <a:pt x="1444631" y="498190"/>
                  </a:lnTo>
                  <a:lnTo>
                    <a:pt x="1444631" y="448371"/>
                  </a:lnTo>
                  <a:lnTo>
                    <a:pt x="1444631" y="398552"/>
                  </a:lnTo>
                  <a:lnTo>
                    <a:pt x="1444631" y="348733"/>
                  </a:lnTo>
                  <a:lnTo>
                    <a:pt x="1444631" y="298914"/>
                  </a:lnTo>
                  <a:lnTo>
                    <a:pt x="1444631" y="249095"/>
                  </a:lnTo>
                  <a:lnTo>
                    <a:pt x="1444631" y="199276"/>
                  </a:lnTo>
                  <a:lnTo>
                    <a:pt x="1444631" y="149457"/>
                  </a:lnTo>
                  <a:lnTo>
                    <a:pt x="1444631" y="99638"/>
                  </a:lnTo>
                  <a:lnTo>
                    <a:pt x="1444631" y="49819"/>
                  </a:lnTo>
                  <a:lnTo>
                    <a:pt x="1444631" y="0"/>
                  </a:lnTo>
                  <a:lnTo>
                    <a:pt x="1395711" y="828"/>
                  </a:lnTo>
                  <a:lnTo>
                    <a:pt x="1346848" y="3312"/>
                  </a:lnTo>
                  <a:lnTo>
                    <a:pt x="1298097" y="7450"/>
                  </a:lnTo>
                  <a:lnTo>
                    <a:pt x="1249514" y="13236"/>
                  </a:lnTo>
                  <a:lnTo>
                    <a:pt x="1201155" y="20663"/>
                  </a:lnTo>
                  <a:lnTo>
                    <a:pt x="1153075" y="29724"/>
                  </a:lnTo>
                  <a:lnTo>
                    <a:pt x="1105329" y="40407"/>
                  </a:lnTo>
                  <a:lnTo>
                    <a:pt x="1057972" y="52701"/>
                  </a:lnTo>
                  <a:lnTo>
                    <a:pt x="1011059" y="66592"/>
                  </a:lnTo>
                  <a:lnTo>
                    <a:pt x="964643" y="82063"/>
                  </a:lnTo>
                  <a:lnTo>
                    <a:pt x="918778" y="99097"/>
                  </a:lnTo>
                  <a:lnTo>
                    <a:pt x="873516" y="117674"/>
                  </a:lnTo>
                  <a:lnTo>
                    <a:pt x="828908" y="137772"/>
                  </a:lnTo>
                  <a:lnTo>
                    <a:pt x="785007" y="159370"/>
                  </a:lnTo>
                  <a:lnTo>
                    <a:pt x="741862" y="182442"/>
                  </a:lnTo>
                  <a:lnTo>
                    <a:pt x="699523" y="206962"/>
                  </a:lnTo>
                  <a:lnTo>
                    <a:pt x="658039" y="232901"/>
                  </a:lnTo>
                  <a:lnTo>
                    <a:pt x="617457" y="260230"/>
                  </a:lnTo>
                  <a:lnTo>
                    <a:pt x="577823" y="288917"/>
                  </a:lnTo>
                  <a:lnTo>
                    <a:pt x="539184" y="318930"/>
                  </a:lnTo>
                  <a:lnTo>
                    <a:pt x="501582" y="350234"/>
                  </a:lnTo>
                  <a:lnTo>
                    <a:pt x="465063" y="382793"/>
                  </a:lnTo>
                  <a:lnTo>
                    <a:pt x="429667" y="416570"/>
                  </a:lnTo>
                  <a:lnTo>
                    <a:pt x="395434" y="451527"/>
                  </a:lnTo>
                  <a:lnTo>
                    <a:pt x="362405" y="487622"/>
                  </a:lnTo>
                  <a:lnTo>
                    <a:pt x="330617" y="524815"/>
                  </a:lnTo>
                  <a:lnTo>
                    <a:pt x="300107" y="563063"/>
                  </a:lnTo>
                  <a:lnTo>
                    <a:pt x="270909" y="602322"/>
                  </a:lnTo>
                  <a:lnTo>
                    <a:pt x="243058" y="642547"/>
                  </a:lnTo>
                  <a:lnTo>
                    <a:pt x="216584" y="683693"/>
                  </a:lnTo>
                  <a:lnTo>
                    <a:pt x="191519" y="725711"/>
                  </a:lnTo>
                  <a:lnTo>
                    <a:pt x="167891" y="768553"/>
                  </a:lnTo>
                  <a:lnTo>
                    <a:pt x="145727" y="812172"/>
                  </a:lnTo>
                  <a:lnTo>
                    <a:pt x="125052" y="856515"/>
                  </a:lnTo>
                  <a:lnTo>
                    <a:pt x="105891" y="901534"/>
                  </a:lnTo>
                  <a:lnTo>
                    <a:pt x="88266" y="947175"/>
                  </a:lnTo>
                  <a:lnTo>
                    <a:pt x="72195" y="993387"/>
                  </a:lnTo>
                  <a:lnTo>
                    <a:pt x="57699" y="1040116"/>
                  </a:lnTo>
                  <a:lnTo>
                    <a:pt x="44794" y="1087310"/>
                  </a:lnTo>
                  <a:lnTo>
                    <a:pt x="33493" y="1134913"/>
                  </a:lnTo>
                  <a:lnTo>
                    <a:pt x="23811" y="1182872"/>
                  </a:lnTo>
                  <a:lnTo>
                    <a:pt x="15759" y="1231131"/>
                  </a:lnTo>
                  <a:lnTo>
                    <a:pt x="9345" y="1279635"/>
                  </a:lnTo>
                  <a:lnTo>
                    <a:pt x="4577" y="1328329"/>
                  </a:lnTo>
                  <a:lnTo>
                    <a:pt x="1461" y="1377156"/>
                  </a:lnTo>
                  <a:lnTo>
                    <a:pt x="0" y="1426060"/>
                  </a:lnTo>
                  <a:lnTo>
                    <a:pt x="195" y="1474986"/>
                  </a:lnTo>
                  <a:lnTo>
                    <a:pt x="2047" y="1523877"/>
                  </a:lnTo>
                  <a:lnTo>
                    <a:pt x="5553" y="1572678"/>
                  </a:lnTo>
                  <a:lnTo>
                    <a:pt x="10710" y="1621332"/>
                  </a:lnTo>
                  <a:lnTo>
                    <a:pt x="17511" y="1669783"/>
                  </a:lnTo>
                  <a:lnTo>
                    <a:pt x="25949" y="1717976"/>
                  </a:lnTo>
                  <a:lnTo>
                    <a:pt x="36014" y="1765856"/>
                  </a:lnTo>
                  <a:lnTo>
                    <a:pt x="47695" y="1813368"/>
                  </a:lnTo>
                  <a:lnTo>
                    <a:pt x="60977" y="1860457"/>
                  </a:lnTo>
                  <a:lnTo>
                    <a:pt x="75846" y="1907069"/>
                  </a:lnTo>
                  <a:lnTo>
                    <a:pt x="92285" y="1953151"/>
                  </a:lnTo>
                  <a:lnTo>
                    <a:pt x="110275" y="1998650"/>
                  </a:lnTo>
                  <a:lnTo>
                    <a:pt x="129795" y="2043514"/>
                  </a:lnTo>
                  <a:lnTo>
                    <a:pt x="150823" y="2087691"/>
                  </a:lnTo>
                  <a:lnTo>
                    <a:pt x="173335" y="2131130"/>
                  </a:lnTo>
                  <a:lnTo>
                    <a:pt x="197305" y="2173783"/>
                  </a:lnTo>
                  <a:lnTo>
                    <a:pt x="222705" y="2215599"/>
                  </a:lnTo>
                  <a:lnTo>
                    <a:pt x="249507" y="2256532"/>
                  </a:lnTo>
                  <a:lnTo>
                    <a:pt x="277679" y="2296533"/>
                  </a:lnTo>
                  <a:lnTo>
                    <a:pt x="307189" y="2335558"/>
                  </a:lnTo>
                  <a:lnTo>
                    <a:pt x="338004" y="2373561"/>
                  </a:lnTo>
                  <a:lnTo>
                    <a:pt x="370088" y="2410498"/>
                  </a:lnTo>
                  <a:lnTo>
                    <a:pt x="403405" y="2446329"/>
                  </a:lnTo>
                  <a:lnTo>
                    <a:pt x="437915" y="2481010"/>
                  </a:lnTo>
                  <a:lnTo>
                    <a:pt x="473580" y="2514503"/>
                  </a:lnTo>
                  <a:lnTo>
                    <a:pt x="510359" y="2546770"/>
                  </a:lnTo>
                  <a:lnTo>
                    <a:pt x="548209" y="2577772"/>
                  </a:lnTo>
                  <a:lnTo>
                    <a:pt x="587087" y="2607476"/>
                  </a:lnTo>
                  <a:lnTo>
                    <a:pt x="626948" y="2635845"/>
                  </a:lnTo>
                  <a:lnTo>
                    <a:pt x="667748" y="2662849"/>
                  </a:lnTo>
                  <a:lnTo>
                    <a:pt x="709438" y="2688456"/>
                  </a:lnTo>
                  <a:lnTo>
                    <a:pt x="751971" y="2712636"/>
                  </a:lnTo>
                  <a:lnTo>
                    <a:pt x="795299" y="2735363"/>
                  </a:lnTo>
                  <a:lnTo>
                    <a:pt x="839372" y="2756609"/>
                  </a:lnTo>
                  <a:lnTo>
                    <a:pt x="884138" y="2776351"/>
                  </a:lnTo>
                  <a:lnTo>
                    <a:pt x="929548" y="2794566"/>
                  </a:lnTo>
                  <a:lnTo>
                    <a:pt x="975548" y="2811232"/>
                  </a:lnTo>
                  <a:lnTo>
                    <a:pt x="1022086" y="2826332"/>
                  </a:lnTo>
                  <a:lnTo>
                    <a:pt x="1069108" y="2839847"/>
                  </a:lnTo>
                  <a:lnTo>
                    <a:pt x="1116562" y="2851762"/>
                  </a:lnTo>
                  <a:lnTo>
                    <a:pt x="1164391" y="2862064"/>
                  </a:lnTo>
                  <a:lnTo>
                    <a:pt x="1212542" y="2870740"/>
                  </a:lnTo>
                  <a:lnTo>
                    <a:pt x="1260959" y="2877781"/>
                  </a:lnTo>
                  <a:lnTo>
                    <a:pt x="1309587" y="2883178"/>
                  </a:lnTo>
                  <a:lnTo>
                    <a:pt x="1358370" y="2886926"/>
                  </a:lnTo>
                  <a:lnTo>
                    <a:pt x="1407251" y="2889020"/>
                  </a:lnTo>
                  <a:lnTo>
                    <a:pt x="1456175" y="2889457"/>
                  </a:lnTo>
                  <a:lnTo>
                    <a:pt x="1505087" y="2888238"/>
                  </a:lnTo>
                  <a:lnTo>
                    <a:pt x="1553928" y="2885363"/>
                  </a:lnTo>
                  <a:lnTo>
                    <a:pt x="1602645" y="2880836"/>
                  </a:lnTo>
                  <a:lnTo>
                    <a:pt x="1597196" y="2831316"/>
                  </a:lnTo>
                  <a:lnTo>
                    <a:pt x="1591747" y="2781796"/>
                  </a:lnTo>
                  <a:lnTo>
                    <a:pt x="1586299" y="2732276"/>
                  </a:lnTo>
                  <a:lnTo>
                    <a:pt x="1580850" y="2682756"/>
                  </a:lnTo>
                  <a:lnTo>
                    <a:pt x="1575401" y="2633236"/>
                  </a:lnTo>
                  <a:lnTo>
                    <a:pt x="1569952" y="2583715"/>
                  </a:lnTo>
                  <a:lnTo>
                    <a:pt x="1564503" y="2534195"/>
                  </a:lnTo>
                  <a:lnTo>
                    <a:pt x="1559055" y="2484675"/>
                  </a:lnTo>
                  <a:lnTo>
                    <a:pt x="1553606" y="2435155"/>
                  </a:lnTo>
                  <a:lnTo>
                    <a:pt x="1548157" y="2385635"/>
                  </a:lnTo>
                  <a:lnTo>
                    <a:pt x="1542708" y="2336115"/>
                  </a:lnTo>
                  <a:lnTo>
                    <a:pt x="1537260" y="2286594"/>
                  </a:lnTo>
                  <a:lnTo>
                    <a:pt x="1531811" y="2237074"/>
                  </a:lnTo>
                  <a:lnTo>
                    <a:pt x="1526362" y="2187554"/>
                  </a:lnTo>
                  <a:lnTo>
                    <a:pt x="1520913" y="2138034"/>
                  </a:lnTo>
                  <a:lnTo>
                    <a:pt x="1515465" y="2088514"/>
                  </a:lnTo>
                  <a:lnTo>
                    <a:pt x="1510016" y="2038994"/>
                  </a:lnTo>
                  <a:lnTo>
                    <a:pt x="1504567" y="1989473"/>
                  </a:lnTo>
                  <a:lnTo>
                    <a:pt x="1499118" y="1939953"/>
                  </a:lnTo>
                  <a:lnTo>
                    <a:pt x="1493669" y="1890433"/>
                  </a:lnTo>
                  <a:lnTo>
                    <a:pt x="1488221" y="1840913"/>
                  </a:lnTo>
                  <a:lnTo>
                    <a:pt x="1482772" y="1791393"/>
                  </a:lnTo>
                  <a:lnTo>
                    <a:pt x="1477323" y="1741873"/>
                  </a:lnTo>
                  <a:lnTo>
                    <a:pt x="1471874" y="1692352"/>
                  </a:lnTo>
                  <a:lnTo>
                    <a:pt x="1466426" y="1642832"/>
                  </a:lnTo>
                  <a:lnTo>
                    <a:pt x="1460977" y="1593312"/>
                  </a:lnTo>
                  <a:lnTo>
                    <a:pt x="1455528" y="1543792"/>
                  </a:lnTo>
                  <a:lnTo>
                    <a:pt x="1450079" y="1494272"/>
                  </a:lnTo>
                  <a:close/>
                </a:path>
              </a:pathLst>
            </a:custGeom>
            <a:solidFill>
              <a:srgbClr val="2A9D8F">
                <a:alpha val="100000"/>
              </a:srgbClr>
            </a:solidFill>
          </p:spPr>
          <p:txBody>
            <a:bodyPr/>
            <a:lstStyle/>
            <a:p/>
          </p:txBody>
        </p:sp>
        <p:sp>
          <p:nvSpPr>
            <p:cNvPr id="9" name="tx8"/>
            <p:cNvSpPr/>
            <p:nvPr/>
          </p:nvSpPr>
          <p:spPr>
            <a:xfrm>
              <a:off x="2855129" y="3553758"/>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48% (83)</a:t>
              </a:r>
            </a:p>
          </p:txBody>
        </p:sp>
        <p:sp>
          <p:nvSpPr>
            <p:cNvPr id="10" name="tx9"/>
            <p:cNvSpPr/>
            <p:nvPr/>
          </p:nvSpPr>
          <p:spPr>
            <a:xfrm>
              <a:off x="1268287" y="3640796"/>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52% (89)</a:t>
              </a:r>
            </a:p>
          </p:txBody>
        </p:sp>
        <p:sp>
          <p:nvSpPr>
            <p:cNvPr id="11" name="rc10"/>
            <p:cNvSpPr/>
            <p:nvPr/>
          </p:nvSpPr>
          <p:spPr>
            <a:xfrm>
              <a:off x="1353628" y="5823463"/>
              <a:ext cx="161999" cy="161999"/>
            </a:xfrm>
            <a:prstGeom prst="rect">
              <a:avLst/>
            </a:prstGeom>
          </p:spPr>
          <p:txBody>
            <a:bodyPr/>
            <a:lstStyle/>
            <a:p/>
          </p:txBody>
        </p:sp>
        <p:sp>
          <p:nvSpPr>
            <p:cNvPr id="12" name="rc11"/>
            <p:cNvSpPr/>
            <p:nvPr/>
          </p:nvSpPr>
          <p:spPr>
            <a:xfrm>
              <a:off x="1362628" y="5832463"/>
              <a:ext cx="143999" cy="143999"/>
            </a:xfrm>
            <a:prstGeom prst="rect">
              <a:avLst/>
            </a:prstGeom>
            <a:solidFill>
              <a:srgbClr val="2A9D8F">
                <a:alpha val="100000"/>
              </a:srgbClr>
            </a:solidFill>
          </p:spPr>
          <p:txBody>
            <a:bodyPr/>
            <a:lstStyle/>
            <a:p/>
          </p:txBody>
        </p:sp>
        <p:sp>
          <p:nvSpPr>
            <p:cNvPr id="13" name="rc12"/>
            <p:cNvSpPr/>
            <p:nvPr/>
          </p:nvSpPr>
          <p:spPr>
            <a:xfrm>
              <a:off x="2340606" y="5823463"/>
              <a:ext cx="161999" cy="161999"/>
            </a:xfrm>
            <a:prstGeom prst="rect">
              <a:avLst/>
            </a:prstGeom>
          </p:spPr>
          <p:txBody>
            <a:bodyPr/>
            <a:lstStyle/>
            <a:p/>
          </p:txBody>
        </p:sp>
        <p:sp>
          <p:nvSpPr>
            <p:cNvPr id="14" name="rc13"/>
            <p:cNvSpPr/>
            <p:nvPr/>
          </p:nvSpPr>
          <p:spPr>
            <a:xfrm>
              <a:off x="2349606" y="5832463"/>
              <a:ext cx="143999" cy="143999"/>
            </a:xfrm>
            <a:prstGeom prst="rect">
              <a:avLst/>
            </a:prstGeom>
            <a:solidFill>
              <a:srgbClr val="0B4F8C">
                <a:alpha val="100000"/>
              </a:srgbClr>
            </a:solidFill>
          </p:spPr>
          <p:txBody>
            <a:bodyPr/>
            <a:lstStyle/>
            <a:p/>
          </p:txBody>
        </p:sp>
        <p:sp>
          <p:nvSpPr>
            <p:cNvPr id="15" name="tx14"/>
            <p:cNvSpPr/>
            <p:nvPr/>
          </p:nvSpPr>
          <p:spPr>
            <a:xfrm>
              <a:off x="1585217" y="5848131"/>
              <a:ext cx="745182"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Masculino</a:t>
              </a:r>
            </a:p>
          </p:txBody>
        </p:sp>
        <p:sp>
          <p:nvSpPr>
            <p:cNvPr id="16" name="tx15"/>
            <p:cNvSpPr/>
            <p:nvPr/>
          </p:nvSpPr>
          <p:spPr>
            <a:xfrm>
              <a:off x="2572195" y="5848131"/>
              <a:ext cx="719732"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Femenino</a:t>
              </a:r>
            </a:p>
          </p:txBody>
        </p:sp>
        <p:sp>
          <p:nvSpPr>
            <p:cNvPr id="17" name="tx16"/>
            <p:cNvSpPr/>
            <p:nvPr/>
          </p:nvSpPr>
          <p:spPr>
            <a:xfrm>
              <a:off x="534009" y="6000470"/>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respuestas</a:t>
              </a:r>
            </a:p>
          </p:txBody>
        </p:sp>
      </p:grpSp>
      <p:grpSp xmlns:pic="http://schemas.openxmlformats.org/drawingml/2006/picture">
        <p:nvGrpSpPr>
          <p:cNvPr id="18" name="Picture Placeholder 5"/>
          <p:cNvGrpSpPr/>
          <p:nvPr/>
        </p:nvGrpSpPr>
        <p:grpSpPr>
          <a:xfrm>
            <a:off x="4302252" y="1212494"/>
            <a:ext cx="3611880" cy="4887468"/>
            <a:chOff x="4302252" y="1212494"/>
            <a:chExt cx="3611880" cy="4887468"/>
          </a:xfrm>
        </p:grpSpPr>
        <p:sp>
          <p:nvSpPr>
            <p:cNvPr id="19" name="tx3"/>
            <p:cNvSpPr/>
            <p:nvPr/>
          </p:nvSpPr>
          <p:spPr>
            <a:xfrm>
              <a:off x="5372162" y="1330240"/>
              <a:ext cx="1472058" cy="131613"/>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Conoce la misión</a:t>
              </a:r>
            </a:p>
          </p:txBody>
        </p:sp>
        <p:sp>
          <p:nvSpPr>
            <p:cNvPr id="20" name="rc4"/>
            <p:cNvSpPr/>
            <p:nvPr/>
          </p:nvSpPr>
          <p:spPr>
            <a:xfrm>
              <a:off x="4302252" y="2636443"/>
              <a:ext cx="2528316" cy="2528316"/>
            </a:xfrm>
            <a:prstGeom prst="rect">
              <a:avLst/>
            </a:prstGeom>
          </p:spPr>
          <p:txBody>
            <a:bodyPr/>
            <a:lstStyle/>
            <a:p/>
          </p:txBody>
        </p:sp>
        <p:sp>
          <p:nvSpPr>
            <p:cNvPr id="21" name="rc5"/>
            <p:cNvSpPr/>
            <p:nvPr/>
          </p:nvSpPr>
          <p:spPr>
            <a:xfrm>
              <a:off x="4302252" y="2636443"/>
              <a:ext cx="2528316" cy="2528316"/>
            </a:xfrm>
            <a:prstGeom prst="rect">
              <a:avLst/>
            </a:prstGeom>
          </p:spPr>
          <p:txBody>
            <a:bodyPr/>
            <a:lstStyle/>
            <a:p/>
          </p:txBody>
        </p:sp>
        <p:sp>
          <p:nvSpPr>
            <p:cNvPr id="22" name="pg6"/>
            <p:cNvSpPr/>
            <p:nvPr/>
          </p:nvSpPr>
          <p:spPr>
            <a:xfrm>
              <a:off x="5566410" y="2889275"/>
              <a:ext cx="121901" cy="408954"/>
            </a:xfrm>
            <a:custGeom>
              <a:avLst/>
              <a:pathLst>
                <a:path w="121901" h="408954">
                  <a:moveTo>
                    <a:pt x="73141" y="408954"/>
                  </a:moveTo>
                  <a:lnTo>
                    <a:pt x="78559" y="364334"/>
                  </a:lnTo>
                  <a:lnTo>
                    <a:pt x="83976" y="319714"/>
                  </a:lnTo>
                  <a:lnTo>
                    <a:pt x="89394" y="275094"/>
                  </a:lnTo>
                  <a:lnTo>
                    <a:pt x="94812" y="230474"/>
                  </a:lnTo>
                  <a:lnTo>
                    <a:pt x="100230" y="185854"/>
                  </a:lnTo>
                  <a:lnTo>
                    <a:pt x="105648" y="141234"/>
                  </a:lnTo>
                  <a:lnTo>
                    <a:pt x="111066" y="96613"/>
                  </a:lnTo>
                  <a:lnTo>
                    <a:pt x="116484" y="51993"/>
                  </a:lnTo>
                  <a:lnTo>
                    <a:pt x="121901" y="7373"/>
                  </a:lnTo>
                  <a:lnTo>
                    <a:pt x="81377" y="3279"/>
                  </a:lnTo>
                  <a:lnTo>
                    <a:pt x="40722" y="820"/>
                  </a:lnTo>
                  <a:lnTo>
                    <a:pt x="0" y="0"/>
                  </a:lnTo>
                  <a:lnTo>
                    <a:pt x="0" y="44947"/>
                  </a:lnTo>
                  <a:lnTo>
                    <a:pt x="0" y="89895"/>
                  </a:lnTo>
                  <a:lnTo>
                    <a:pt x="0" y="134843"/>
                  </a:lnTo>
                  <a:lnTo>
                    <a:pt x="0" y="179791"/>
                  </a:lnTo>
                  <a:lnTo>
                    <a:pt x="0" y="224739"/>
                  </a:lnTo>
                  <a:lnTo>
                    <a:pt x="0" y="269687"/>
                  </a:lnTo>
                  <a:lnTo>
                    <a:pt x="0" y="314634"/>
                  </a:lnTo>
                  <a:lnTo>
                    <a:pt x="0" y="359582"/>
                  </a:lnTo>
                  <a:lnTo>
                    <a:pt x="0" y="404530"/>
                  </a:lnTo>
                  <a:lnTo>
                    <a:pt x="36637" y="405637"/>
                  </a:lnTo>
                  <a:close/>
                </a:path>
              </a:pathLst>
            </a:custGeom>
            <a:solidFill>
              <a:srgbClr val="9DC3E6">
                <a:alpha val="100000"/>
              </a:srgbClr>
            </a:solidFill>
          </p:spPr>
          <p:txBody>
            <a:bodyPr/>
            <a:lstStyle/>
            <a:p/>
          </p:txBody>
        </p:sp>
        <p:sp>
          <p:nvSpPr>
            <p:cNvPr id="23" name="pg7"/>
            <p:cNvSpPr/>
            <p:nvPr/>
          </p:nvSpPr>
          <p:spPr>
            <a:xfrm>
              <a:off x="4555172" y="2889275"/>
              <a:ext cx="2022545" cy="2022625"/>
            </a:xfrm>
            <a:custGeom>
              <a:avLst/>
              <a:pathLst>
                <a:path w="2022545" h="2022625">
                  <a:moveTo>
                    <a:pt x="1011237" y="404530"/>
                  </a:moveTo>
                  <a:lnTo>
                    <a:pt x="1011237" y="359582"/>
                  </a:lnTo>
                  <a:lnTo>
                    <a:pt x="1011237" y="314634"/>
                  </a:lnTo>
                  <a:lnTo>
                    <a:pt x="1011237" y="269687"/>
                  </a:lnTo>
                  <a:lnTo>
                    <a:pt x="1011237" y="224739"/>
                  </a:lnTo>
                  <a:lnTo>
                    <a:pt x="1011237" y="179791"/>
                  </a:lnTo>
                  <a:lnTo>
                    <a:pt x="1011237" y="134843"/>
                  </a:lnTo>
                  <a:lnTo>
                    <a:pt x="1011237" y="89895"/>
                  </a:lnTo>
                  <a:lnTo>
                    <a:pt x="1011237" y="44947"/>
                  </a:lnTo>
                  <a:lnTo>
                    <a:pt x="1011237" y="0"/>
                  </a:lnTo>
                  <a:lnTo>
                    <a:pt x="977001" y="579"/>
                  </a:lnTo>
                  <a:lnTo>
                    <a:pt x="942804" y="2317"/>
                  </a:lnTo>
                  <a:lnTo>
                    <a:pt x="908686" y="5212"/>
                  </a:lnTo>
                  <a:lnTo>
                    <a:pt x="874685" y="9261"/>
                  </a:lnTo>
                  <a:lnTo>
                    <a:pt x="840840" y="14458"/>
                  </a:lnTo>
                  <a:lnTo>
                    <a:pt x="807192" y="20797"/>
                  </a:lnTo>
                  <a:lnTo>
                    <a:pt x="773776" y="28273"/>
                  </a:lnTo>
                  <a:lnTo>
                    <a:pt x="740634" y="36875"/>
                  </a:lnTo>
                  <a:lnTo>
                    <a:pt x="707801" y="46594"/>
                  </a:lnTo>
                  <a:lnTo>
                    <a:pt x="675316" y="57419"/>
                  </a:lnTo>
                  <a:lnTo>
                    <a:pt x="643217" y="69337"/>
                  </a:lnTo>
                  <a:lnTo>
                    <a:pt x="611539" y="82336"/>
                  </a:lnTo>
                  <a:lnTo>
                    <a:pt x="580319" y="96399"/>
                  </a:lnTo>
                  <a:lnTo>
                    <a:pt x="549593" y="111511"/>
                  </a:lnTo>
                  <a:lnTo>
                    <a:pt x="519397" y="127655"/>
                  </a:lnTo>
                  <a:lnTo>
                    <a:pt x="489764" y="144811"/>
                  </a:lnTo>
                  <a:lnTo>
                    <a:pt x="460729" y="162961"/>
                  </a:lnTo>
                  <a:lnTo>
                    <a:pt x="432325" y="182084"/>
                  </a:lnTo>
                  <a:lnTo>
                    <a:pt x="404585" y="202157"/>
                  </a:lnTo>
                  <a:lnTo>
                    <a:pt x="377540" y="223157"/>
                  </a:lnTo>
                  <a:lnTo>
                    <a:pt x="351222" y="245061"/>
                  </a:lnTo>
                  <a:lnTo>
                    <a:pt x="325660" y="267844"/>
                  </a:lnTo>
                  <a:lnTo>
                    <a:pt x="300884" y="291478"/>
                  </a:lnTo>
                  <a:lnTo>
                    <a:pt x="276923" y="315938"/>
                  </a:lnTo>
                  <a:lnTo>
                    <a:pt x="253803" y="341195"/>
                  </a:lnTo>
                  <a:lnTo>
                    <a:pt x="231551" y="367220"/>
                  </a:lnTo>
                  <a:lnTo>
                    <a:pt x="210194" y="393984"/>
                  </a:lnTo>
                  <a:lnTo>
                    <a:pt x="189754" y="421455"/>
                  </a:lnTo>
                  <a:lnTo>
                    <a:pt x="170256" y="449603"/>
                  </a:lnTo>
                  <a:lnTo>
                    <a:pt x="151723" y="478394"/>
                  </a:lnTo>
                  <a:lnTo>
                    <a:pt x="134174" y="507796"/>
                  </a:lnTo>
                  <a:lnTo>
                    <a:pt x="117631" y="537776"/>
                  </a:lnTo>
                  <a:lnTo>
                    <a:pt x="102112" y="568298"/>
                  </a:lnTo>
                  <a:lnTo>
                    <a:pt x="87636" y="599328"/>
                  </a:lnTo>
                  <a:lnTo>
                    <a:pt x="74218" y="630831"/>
                  </a:lnTo>
                  <a:lnTo>
                    <a:pt x="61874" y="662769"/>
                  </a:lnTo>
                  <a:lnTo>
                    <a:pt x="50619" y="695108"/>
                  </a:lnTo>
                  <a:lnTo>
                    <a:pt x="40464" y="727808"/>
                  </a:lnTo>
                  <a:lnTo>
                    <a:pt x="31423" y="760834"/>
                  </a:lnTo>
                  <a:lnTo>
                    <a:pt x="23505" y="794147"/>
                  </a:lnTo>
                  <a:lnTo>
                    <a:pt x="16719" y="827709"/>
                  </a:lnTo>
                  <a:lnTo>
                    <a:pt x="11073" y="861481"/>
                  </a:lnTo>
                  <a:lnTo>
                    <a:pt x="6574" y="895425"/>
                  </a:lnTo>
                  <a:lnTo>
                    <a:pt x="3226" y="929502"/>
                  </a:lnTo>
                  <a:lnTo>
                    <a:pt x="1034" y="963672"/>
                  </a:lnTo>
                  <a:lnTo>
                    <a:pt x="0" y="997898"/>
                  </a:lnTo>
                  <a:lnTo>
                    <a:pt x="125" y="1032139"/>
                  </a:lnTo>
                  <a:lnTo>
                    <a:pt x="1409" y="1066355"/>
                  </a:lnTo>
                  <a:lnTo>
                    <a:pt x="3850" y="1100509"/>
                  </a:lnTo>
                  <a:lnTo>
                    <a:pt x="7447" y="1134561"/>
                  </a:lnTo>
                  <a:lnTo>
                    <a:pt x="12194" y="1168471"/>
                  </a:lnTo>
                  <a:lnTo>
                    <a:pt x="18086" y="1202201"/>
                  </a:lnTo>
                  <a:lnTo>
                    <a:pt x="25117" y="1235713"/>
                  </a:lnTo>
                  <a:lnTo>
                    <a:pt x="33279" y="1268967"/>
                  </a:lnTo>
                  <a:lnTo>
                    <a:pt x="42561" y="1301925"/>
                  </a:lnTo>
                  <a:lnTo>
                    <a:pt x="52954" y="1334551"/>
                  </a:lnTo>
                  <a:lnTo>
                    <a:pt x="64445" y="1366806"/>
                  </a:lnTo>
                  <a:lnTo>
                    <a:pt x="77022" y="1398654"/>
                  </a:lnTo>
                  <a:lnTo>
                    <a:pt x="90669" y="1430058"/>
                  </a:lnTo>
                  <a:lnTo>
                    <a:pt x="105372" y="1460981"/>
                  </a:lnTo>
                  <a:lnTo>
                    <a:pt x="121113" y="1491389"/>
                  </a:lnTo>
                  <a:lnTo>
                    <a:pt x="137875" y="1521247"/>
                  </a:lnTo>
                  <a:lnTo>
                    <a:pt x="155637" y="1550521"/>
                  </a:lnTo>
                  <a:lnTo>
                    <a:pt x="174381" y="1579176"/>
                  </a:lnTo>
                  <a:lnTo>
                    <a:pt x="194084" y="1607180"/>
                  </a:lnTo>
                  <a:lnTo>
                    <a:pt x="214723" y="1634501"/>
                  </a:lnTo>
                  <a:lnTo>
                    <a:pt x="236276" y="1661108"/>
                  </a:lnTo>
                  <a:lnTo>
                    <a:pt x="258717" y="1686970"/>
                  </a:lnTo>
                  <a:lnTo>
                    <a:pt x="282021" y="1712058"/>
                  </a:lnTo>
                  <a:lnTo>
                    <a:pt x="306160" y="1736342"/>
                  </a:lnTo>
                  <a:lnTo>
                    <a:pt x="331108" y="1759795"/>
                  </a:lnTo>
                  <a:lnTo>
                    <a:pt x="356836" y="1782390"/>
                  </a:lnTo>
                  <a:lnTo>
                    <a:pt x="383313" y="1804101"/>
                  </a:lnTo>
                  <a:lnTo>
                    <a:pt x="410511" y="1824904"/>
                  </a:lnTo>
                  <a:lnTo>
                    <a:pt x="438397" y="1844774"/>
                  </a:lnTo>
                  <a:lnTo>
                    <a:pt x="466939" y="1863688"/>
                  </a:lnTo>
                  <a:lnTo>
                    <a:pt x="496106" y="1881626"/>
                  </a:lnTo>
                  <a:lnTo>
                    <a:pt x="525863" y="1898565"/>
                  </a:lnTo>
                  <a:lnTo>
                    <a:pt x="556177" y="1914488"/>
                  </a:lnTo>
                  <a:lnTo>
                    <a:pt x="587012" y="1929375"/>
                  </a:lnTo>
                  <a:lnTo>
                    <a:pt x="618334" y="1943210"/>
                  </a:lnTo>
                  <a:lnTo>
                    <a:pt x="650106" y="1955977"/>
                  </a:lnTo>
                  <a:lnTo>
                    <a:pt x="682291" y="1967661"/>
                  </a:lnTo>
                  <a:lnTo>
                    <a:pt x="714854" y="1978248"/>
                  </a:lnTo>
                  <a:lnTo>
                    <a:pt x="747757" y="1987727"/>
                  </a:lnTo>
                  <a:lnTo>
                    <a:pt x="780962" y="1996087"/>
                  </a:lnTo>
                  <a:lnTo>
                    <a:pt x="814431" y="2003318"/>
                  </a:lnTo>
                  <a:lnTo>
                    <a:pt x="848125" y="2009412"/>
                  </a:lnTo>
                  <a:lnTo>
                    <a:pt x="882006" y="2014362"/>
                  </a:lnTo>
                  <a:lnTo>
                    <a:pt x="916036" y="2018161"/>
                  </a:lnTo>
                  <a:lnTo>
                    <a:pt x="950174" y="2020807"/>
                  </a:lnTo>
                  <a:lnTo>
                    <a:pt x="984383" y="2022296"/>
                  </a:lnTo>
                  <a:lnTo>
                    <a:pt x="1018622" y="2022625"/>
                  </a:lnTo>
                  <a:lnTo>
                    <a:pt x="1052853" y="2021796"/>
                  </a:lnTo>
                  <a:lnTo>
                    <a:pt x="1087036" y="2019808"/>
                  </a:lnTo>
                  <a:lnTo>
                    <a:pt x="1121133" y="2016664"/>
                  </a:lnTo>
                  <a:lnTo>
                    <a:pt x="1155103" y="2012367"/>
                  </a:lnTo>
                  <a:lnTo>
                    <a:pt x="1188908" y="2006923"/>
                  </a:lnTo>
                  <a:lnTo>
                    <a:pt x="1222510" y="2000338"/>
                  </a:lnTo>
                  <a:lnTo>
                    <a:pt x="1255870" y="1992619"/>
                  </a:lnTo>
                  <a:lnTo>
                    <a:pt x="1288949" y="1983775"/>
                  </a:lnTo>
                  <a:lnTo>
                    <a:pt x="1321710" y="1973816"/>
                  </a:lnTo>
                  <a:lnTo>
                    <a:pt x="1354115" y="1962754"/>
                  </a:lnTo>
                  <a:lnTo>
                    <a:pt x="1386126" y="1950602"/>
                  </a:lnTo>
                  <a:lnTo>
                    <a:pt x="1417708" y="1937372"/>
                  </a:lnTo>
                  <a:lnTo>
                    <a:pt x="1448825" y="1923081"/>
                  </a:lnTo>
                  <a:lnTo>
                    <a:pt x="1479439" y="1907745"/>
                  </a:lnTo>
                  <a:lnTo>
                    <a:pt x="1509517" y="1891382"/>
                  </a:lnTo>
                  <a:lnTo>
                    <a:pt x="1539023" y="1874009"/>
                  </a:lnTo>
                  <a:lnTo>
                    <a:pt x="1567925" y="1855648"/>
                  </a:lnTo>
                  <a:lnTo>
                    <a:pt x="1596188" y="1836318"/>
                  </a:lnTo>
                  <a:lnTo>
                    <a:pt x="1623781" y="1816043"/>
                  </a:lnTo>
                  <a:lnTo>
                    <a:pt x="1650672" y="1794846"/>
                  </a:lnTo>
                  <a:lnTo>
                    <a:pt x="1676830" y="1772750"/>
                  </a:lnTo>
                  <a:lnTo>
                    <a:pt x="1702224" y="1749782"/>
                  </a:lnTo>
                  <a:lnTo>
                    <a:pt x="1726827" y="1725967"/>
                  </a:lnTo>
                  <a:lnTo>
                    <a:pt x="1750609" y="1701333"/>
                  </a:lnTo>
                  <a:lnTo>
                    <a:pt x="1773544" y="1675907"/>
                  </a:lnTo>
                  <a:lnTo>
                    <a:pt x="1795605" y="1649720"/>
                  </a:lnTo>
                  <a:lnTo>
                    <a:pt x="1816767" y="1622801"/>
                  </a:lnTo>
                  <a:lnTo>
                    <a:pt x="1837005" y="1595182"/>
                  </a:lnTo>
                  <a:lnTo>
                    <a:pt x="1856297" y="1566893"/>
                  </a:lnTo>
                  <a:lnTo>
                    <a:pt x="1874620" y="1537967"/>
                  </a:lnTo>
                  <a:lnTo>
                    <a:pt x="1891953" y="1508437"/>
                  </a:lnTo>
                  <a:lnTo>
                    <a:pt x="1908277" y="1478338"/>
                  </a:lnTo>
                  <a:lnTo>
                    <a:pt x="1923572" y="1447703"/>
                  </a:lnTo>
                  <a:lnTo>
                    <a:pt x="1937822" y="1416568"/>
                  </a:lnTo>
                  <a:lnTo>
                    <a:pt x="1951009" y="1384968"/>
                  </a:lnTo>
                  <a:lnTo>
                    <a:pt x="1963120" y="1352940"/>
                  </a:lnTo>
                  <a:lnTo>
                    <a:pt x="1974138" y="1320521"/>
                  </a:lnTo>
                  <a:lnTo>
                    <a:pt x="1984054" y="1287747"/>
                  </a:lnTo>
                  <a:lnTo>
                    <a:pt x="1992854" y="1254656"/>
                  </a:lnTo>
                  <a:lnTo>
                    <a:pt x="2000528" y="1221286"/>
                  </a:lnTo>
                  <a:lnTo>
                    <a:pt x="2007069" y="1187676"/>
                  </a:lnTo>
                  <a:lnTo>
                    <a:pt x="2012468" y="1153863"/>
                  </a:lnTo>
                  <a:lnTo>
                    <a:pt x="2016720" y="1119887"/>
                  </a:lnTo>
                  <a:lnTo>
                    <a:pt x="2019818" y="1085786"/>
                  </a:lnTo>
                  <a:lnTo>
                    <a:pt x="2021761" y="1051601"/>
                  </a:lnTo>
                  <a:lnTo>
                    <a:pt x="2022545" y="1017369"/>
                  </a:lnTo>
                  <a:lnTo>
                    <a:pt x="2022170" y="983130"/>
                  </a:lnTo>
                  <a:lnTo>
                    <a:pt x="2020636" y="948923"/>
                  </a:lnTo>
                  <a:lnTo>
                    <a:pt x="2017945" y="914788"/>
                  </a:lnTo>
                  <a:lnTo>
                    <a:pt x="2014100" y="880764"/>
                  </a:lnTo>
                  <a:lnTo>
                    <a:pt x="2009105" y="846889"/>
                  </a:lnTo>
                  <a:lnTo>
                    <a:pt x="2002967" y="813203"/>
                  </a:lnTo>
                  <a:lnTo>
                    <a:pt x="1995691" y="779744"/>
                  </a:lnTo>
                  <a:lnTo>
                    <a:pt x="1987287" y="746550"/>
                  </a:lnTo>
                  <a:lnTo>
                    <a:pt x="1977765" y="713660"/>
                  </a:lnTo>
                  <a:lnTo>
                    <a:pt x="1967134" y="681111"/>
                  </a:lnTo>
                  <a:lnTo>
                    <a:pt x="1955407" y="648941"/>
                  </a:lnTo>
                  <a:lnTo>
                    <a:pt x="1942598" y="617186"/>
                  </a:lnTo>
                  <a:lnTo>
                    <a:pt x="1928722" y="585883"/>
                  </a:lnTo>
                  <a:lnTo>
                    <a:pt x="1913794" y="555067"/>
                  </a:lnTo>
                  <a:lnTo>
                    <a:pt x="1897831" y="524775"/>
                  </a:lnTo>
                  <a:lnTo>
                    <a:pt x="1880852" y="495040"/>
                  </a:lnTo>
                  <a:lnTo>
                    <a:pt x="1862876" y="465897"/>
                  </a:lnTo>
                  <a:lnTo>
                    <a:pt x="1843923" y="437380"/>
                  </a:lnTo>
                  <a:lnTo>
                    <a:pt x="1824016" y="409520"/>
                  </a:lnTo>
                  <a:lnTo>
                    <a:pt x="1803178" y="382350"/>
                  </a:lnTo>
                  <a:lnTo>
                    <a:pt x="1781431" y="355901"/>
                  </a:lnTo>
                  <a:lnTo>
                    <a:pt x="1758802" y="330204"/>
                  </a:lnTo>
                  <a:lnTo>
                    <a:pt x="1735316" y="305287"/>
                  </a:lnTo>
                  <a:lnTo>
                    <a:pt x="1711000" y="281180"/>
                  </a:lnTo>
                  <a:lnTo>
                    <a:pt x="1685881" y="257910"/>
                  </a:lnTo>
                  <a:lnTo>
                    <a:pt x="1659989" y="235503"/>
                  </a:lnTo>
                  <a:lnTo>
                    <a:pt x="1633354" y="213986"/>
                  </a:lnTo>
                  <a:lnTo>
                    <a:pt x="1606005" y="193383"/>
                  </a:lnTo>
                  <a:lnTo>
                    <a:pt x="1577975" y="173717"/>
                  </a:lnTo>
                  <a:lnTo>
                    <a:pt x="1549295" y="155011"/>
                  </a:lnTo>
                  <a:lnTo>
                    <a:pt x="1519998" y="137287"/>
                  </a:lnTo>
                  <a:lnTo>
                    <a:pt x="1490118" y="120566"/>
                  </a:lnTo>
                  <a:lnTo>
                    <a:pt x="1459689" y="104865"/>
                  </a:lnTo>
                  <a:lnTo>
                    <a:pt x="1428746" y="90203"/>
                  </a:lnTo>
                  <a:lnTo>
                    <a:pt x="1397324" y="76597"/>
                  </a:lnTo>
                  <a:lnTo>
                    <a:pt x="1365460" y="64063"/>
                  </a:lnTo>
                  <a:lnTo>
                    <a:pt x="1333189" y="52614"/>
                  </a:lnTo>
                  <a:lnTo>
                    <a:pt x="1300550" y="42265"/>
                  </a:lnTo>
                  <a:lnTo>
                    <a:pt x="1267579" y="33026"/>
                  </a:lnTo>
                  <a:lnTo>
                    <a:pt x="1234314" y="24909"/>
                  </a:lnTo>
                  <a:lnTo>
                    <a:pt x="1200793" y="17923"/>
                  </a:lnTo>
                  <a:lnTo>
                    <a:pt x="1167055" y="12075"/>
                  </a:lnTo>
                  <a:lnTo>
                    <a:pt x="1133139" y="7373"/>
                  </a:lnTo>
                  <a:lnTo>
                    <a:pt x="1127721" y="51993"/>
                  </a:lnTo>
                  <a:lnTo>
                    <a:pt x="1122303" y="96613"/>
                  </a:lnTo>
                  <a:lnTo>
                    <a:pt x="1116885" y="141234"/>
                  </a:lnTo>
                  <a:lnTo>
                    <a:pt x="1111467" y="185854"/>
                  </a:lnTo>
                  <a:lnTo>
                    <a:pt x="1106049" y="230474"/>
                  </a:lnTo>
                  <a:lnTo>
                    <a:pt x="1100631" y="275094"/>
                  </a:lnTo>
                  <a:lnTo>
                    <a:pt x="1095214" y="319714"/>
                  </a:lnTo>
                  <a:lnTo>
                    <a:pt x="1089796" y="364334"/>
                  </a:lnTo>
                  <a:lnTo>
                    <a:pt x="1084378" y="408954"/>
                  </a:lnTo>
                  <a:lnTo>
                    <a:pt x="1114211" y="413331"/>
                  </a:lnTo>
                  <a:lnTo>
                    <a:pt x="1143790" y="419185"/>
                  </a:lnTo>
                  <a:lnTo>
                    <a:pt x="1173041" y="426501"/>
                  </a:lnTo>
                  <a:lnTo>
                    <a:pt x="1201893" y="435261"/>
                  </a:lnTo>
                  <a:lnTo>
                    <a:pt x="1230275" y="445443"/>
                  </a:lnTo>
                  <a:lnTo>
                    <a:pt x="1258115" y="457022"/>
                  </a:lnTo>
                  <a:lnTo>
                    <a:pt x="1285346" y="469971"/>
                  </a:lnTo>
                  <a:lnTo>
                    <a:pt x="1311900" y="484256"/>
                  </a:lnTo>
                  <a:lnTo>
                    <a:pt x="1337711" y="499842"/>
                  </a:lnTo>
                  <a:lnTo>
                    <a:pt x="1362716" y="516691"/>
                  </a:lnTo>
                  <a:lnTo>
                    <a:pt x="1386854" y="534762"/>
                  </a:lnTo>
                  <a:lnTo>
                    <a:pt x="1410064" y="554010"/>
                  </a:lnTo>
                  <a:lnTo>
                    <a:pt x="1432289" y="574386"/>
                  </a:lnTo>
                  <a:lnTo>
                    <a:pt x="1453475" y="595842"/>
                  </a:lnTo>
                  <a:lnTo>
                    <a:pt x="1473568" y="618324"/>
                  </a:lnTo>
                  <a:lnTo>
                    <a:pt x="1492520" y="641776"/>
                  </a:lnTo>
                  <a:lnTo>
                    <a:pt x="1510284" y="666140"/>
                  </a:lnTo>
                  <a:lnTo>
                    <a:pt x="1526815" y="691357"/>
                  </a:lnTo>
                  <a:lnTo>
                    <a:pt x="1542073" y="717364"/>
                  </a:lnTo>
                  <a:lnTo>
                    <a:pt x="1556021" y="744097"/>
                  </a:lnTo>
                  <a:lnTo>
                    <a:pt x="1568623" y="771489"/>
                  </a:lnTo>
                  <a:lnTo>
                    <a:pt x="1579849" y="799474"/>
                  </a:lnTo>
                  <a:lnTo>
                    <a:pt x="1589671" y="827982"/>
                  </a:lnTo>
                  <a:lnTo>
                    <a:pt x="1598065" y="856943"/>
                  </a:lnTo>
                  <a:lnTo>
                    <a:pt x="1605009" y="886284"/>
                  </a:lnTo>
                  <a:lnTo>
                    <a:pt x="1610488" y="915935"/>
                  </a:lnTo>
                  <a:lnTo>
                    <a:pt x="1614487" y="945821"/>
                  </a:lnTo>
                  <a:lnTo>
                    <a:pt x="1616996" y="975869"/>
                  </a:lnTo>
                  <a:lnTo>
                    <a:pt x="1618009" y="1006004"/>
                  </a:lnTo>
                  <a:lnTo>
                    <a:pt x="1617524" y="1036153"/>
                  </a:lnTo>
                  <a:lnTo>
                    <a:pt x="1615543" y="1066240"/>
                  </a:lnTo>
                  <a:lnTo>
                    <a:pt x="1612069" y="1096192"/>
                  </a:lnTo>
                  <a:lnTo>
                    <a:pt x="1607111" y="1125934"/>
                  </a:lnTo>
                  <a:lnTo>
                    <a:pt x="1600682" y="1155393"/>
                  </a:lnTo>
                  <a:lnTo>
                    <a:pt x="1592798" y="1184497"/>
                  </a:lnTo>
                  <a:lnTo>
                    <a:pt x="1583477" y="1213172"/>
                  </a:lnTo>
                  <a:lnTo>
                    <a:pt x="1572744" y="1241350"/>
                  </a:lnTo>
                  <a:lnTo>
                    <a:pt x="1560624" y="1268959"/>
                  </a:lnTo>
                  <a:lnTo>
                    <a:pt x="1547147" y="1295932"/>
                  </a:lnTo>
                  <a:lnTo>
                    <a:pt x="1532348" y="1322203"/>
                  </a:lnTo>
                  <a:lnTo>
                    <a:pt x="1516261" y="1347706"/>
                  </a:lnTo>
                  <a:lnTo>
                    <a:pt x="1498928" y="1372378"/>
                  </a:lnTo>
                  <a:lnTo>
                    <a:pt x="1480390" y="1396159"/>
                  </a:lnTo>
                  <a:lnTo>
                    <a:pt x="1460694" y="1418989"/>
                  </a:lnTo>
                  <a:lnTo>
                    <a:pt x="1439888" y="1440813"/>
                  </a:lnTo>
                  <a:lnTo>
                    <a:pt x="1418023" y="1461577"/>
                  </a:lnTo>
                  <a:lnTo>
                    <a:pt x="1395155" y="1481228"/>
                  </a:lnTo>
                  <a:lnTo>
                    <a:pt x="1371338" y="1499720"/>
                  </a:lnTo>
                  <a:lnTo>
                    <a:pt x="1346632" y="1517005"/>
                  </a:lnTo>
                  <a:lnTo>
                    <a:pt x="1321098" y="1533042"/>
                  </a:lnTo>
                  <a:lnTo>
                    <a:pt x="1294798" y="1547790"/>
                  </a:lnTo>
                  <a:lnTo>
                    <a:pt x="1267799" y="1561214"/>
                  </a:lnTo>
                  <a:lnTo>
                    <a:pt x="1240166" y="1573280"/>
                  </a:lnTo>
                  <a:lnTo>
                    <a:pt x="1211968" y="1583959"/>
                  </a:lnTo>
                  <a:lnTo>
                    <a:pt x="1183274" y="1593223"/>
                  </a:lnTo>
                  <a:lnTo>
                    <a:pt x="1154155" y="1601051"/>
                  </a:lnTo>
                  <a:lnTo>
                    <a:pt x="1124683" y="1607422"/>
                  </a:lnTo>
                  <a:lnTo>
                    <a:pt x="1094932" y="1612322"/>
                  </a:lnTo>
                  <a:lnTo>
                    <a:pt x="1064973" y="1615738"/>
                  </a:lnTo>
                  <a:lnTo>
                    <a:pt x="1034882" y="1617661"/>
                  </a:lnTo>
                  <a:lnTo>
                    <a:pt x="1004733" y="1618087"/>
                  </a:lnTo>
                  <a:lnTo>
                    <a:pt x="974599" y="1617015"/>
                  </a:lnTo>
                  <a:lnTo>
                    <a:pt x="944556" y="1614447"/>
                  </a:lnTo>
                  <a:lnTo>
                    <a:pt x="914678" y="1610390"/>
                  </a:lnTo>
                  <a:lnTo>
                    <a:pt x="885038" y="1604854"/>
                  </a:lnTo>
                  <a:lnTo>
                    <a:pt x="855710" y="1597852"/>
                  </a:lnTo>
                  <a:lnTo>
                    <a:pt x="826766" y="1589402"/>
                  </a:lnTo>
                  <a:lnTo>
                    <a:pt x="798277" y="1579524"/>
                  </a:lnTo>
                  <a:lnTo>
                    <a:pt x="770314" y="1568244"/>
                  </a:lnTo>
                  <a:lnTo>
                    <a:pt x="742946" y="1555588"/>
                  </a:lnTo>
                  <a:lnTo>
                    <a:pt x="716241" y="1541589"/>
                  </a:lnTo>
                  <a:lnTo>
                    <a:pt x="690264" y="1526280"/>
                  </a:lnTo>
                  <a:lnTo>
                    <a:pt x="665079" y="1509699"/>
                  </a:lnTo>
                  <a:lnTo>
                    <a:pt x="640749" y="1491888"/>
                  </a:lnTo>
                  <a:lnTo>
                    <a:pt x="617334" y="1472891"/>
                  </a:lnTo>
                  <a:lnTo>
                    <a:pt x="594892" y="1452753"/>
                  </a:lnTo>
                  <a:lnTo>
                    <a:pt x="573478" y="1431526"/>
                  </a:lnTo>
                  <a:lnTo>
                    <a:pt x="553144" y="1409261"/>
                  </a:lnTo>
                  <a:lnTo>
                    <a:pt x="533942" y="1386014"/>
                  </a:lnTo>
                  <a:lnTo>
                    <a:pt x="515918" y="1361841"/>
                  </a:lnTo>
                  <a:lnTo>
                    <a:pt x="499118" y="1336803"/>
                  </a:lnTo>
                  <a:lnTo>
                    <a:pt x="483582" y="1310961"/>
                  </a:lnTo>
                  <a:lnTo>
                    <a:pt x="469348" y="1284379"/>
                  </a:lnTo>
                  <a:lnTo>
                    <a:pt x="456453" y="1257123"/>
                  </a:lnTo>
                  <a:lnTo>
                    <a:pt x="444928" y="1229260"/>
                  </a:lnTo>
                  <a:lnTo>
                    <a:pt x="434801" y="1200859"/>
                  </a:lnTo>
                  <a:lnTo>
                    <a:pt x="426097" y="1171990"/>
                  </a:lnTo>
                  <a:lnTo>
                    <a:pt x="418839" y="1142725"/>
                  </a:lnTo>
                  <a:lnTo>
                    <a:pt x="413043" y="1113135"/>
                  </a:lnTo>
                  <a:lnTo>
                    <a:pt x="408724" y="1083293"/>
                  </a:lnTo>
                  <a:lnTo>
                    <a:pt x="405893" y="1053274"/>
                  </a:lnTo>
                  <a:lnTo>
                    <a:pt x="404556" y="1023151"/>
                  </a:lnTo>
                  <a:lnTo>
                    <a:pt x="404718" y="992999"/>
                  </a:lnTo>
                  <a:lnTo>
                    <a:pt x="406377" y="962892"/>
                  </a:lnTo>
                  <a:lnTo>
                    <a:pt x="409530" y="932905"/>
                  </a:lnTo>
                  <a:lnTo>
                    <a:pt x="414168" y="903111"/>
                  </a:lnTo>
                  <a:lnTo>
                    <a:pt x="420281" y="873585"/>
                  </a:lnTo>
                  <a:lnTo>
                    <a:pt x="427853" y="844399"/>
                  </a:lnTo>
                  <a:lnTo>
                    <a:pt x="436866" y="815625"/>
                  </a:lnTo>
                  <a:lnTo>
                    <a:pt x="447296" y="787334"/>
                  </a:lnTo>
                  <a:lnTo>
                    <a:pt x="459120" y="759596"/>
                  </a:lnTo>
                  <a:lnTo>
                    <a:pt x="472306" y="732480"/>
                  </a:lnTo>
                  <a:lnTo>
                    <a:pt x="486824" y="706052"/>
                  </a:lnTo>
                  <a:lnTo>
                    <a:pt x="502636" y="680379"/>
                  </a:lnTo>
                  <a:lnTo>
                    <a:pt x="519704" y="655522"/>
                  </a:lnTo>
                  <a:lnTo>
                    <a:pt x="537986" y="631544"/>
                  </a:lnTo>
                  <a:lnTo>
                    <a:pt x="557436" y="608503"/>
                  </a:lnTo>
                  <a:lnTo>
                    <a:pt x="578007" y="586458"/>
                  </a:lnTo>
                  <a:lnTo>
                    <a:pt x="599647" y="565461"/>
                  </a:lnTo>
                  <a:lnTo>
                    <a:pt x="622304" y="545566"/>
                  </a:lnTo>
                  <a:lnTo>
                    <a:pt x="645921" y="526820"/>
                  </a:lnTo>
                  <a:lnTo>
                    <a:pt x="670441" y="509271"/>
                  </a:lnTo>
                  <a:lnTo>
                    <a:pt x="695802" y="492961"/>
                  </a:lnTo>
                  <a:lnTo>
                    <a:pt x="721941" y="477932"/>
                  </a:lnTo>
                  <a:lnTo>
                    <a:pt x="748795" y="464219"/>
                  </a:lnTo>
                  <a:lnTo>
                    <a:pt x="776297" y="451858"/>
                  </a:lnTo>
                  <a:lnTo>
                    <a:pt x="804380" y="440878"/>
                  </a:lnTo>
                  <a:lnTo>
                    <a:pt x="832973" y="431306"/>
                  </a:lnTo>
                  <a:lnTo>
                    <a:pt x="862006" y="423167"/>
                  </a:lnTo>
                  <a:lnTo>
                    <a:pt x="891407" y="416480"/>
                  </a:lnTo>
                  <a:lnTo>
                    <a:pt x="921105" y="411261"/>
                  </a:lnTo>
                  <a:lnTo>
                    <a:pt x="951025" y="407525"/>
                  </a:lnTo>
                  <a:lnTo>
                    <a:pt x="981094" y="405279"/>
                  </a:lnTo>
                  <a:close/>
                </a:path>
              </a:pathLst>
            </a:custGeom>
            <a:solidFill>
              <a:srgbClr val="081F5C">
                <a:alpha val="100000"/>
              </a:srgbClr>
            </a:solidFill>
          </p:spPr>
          <p:txBody>
            <a:bodyPr/>
            <a:lstStyle/>
            <a:p/>
          </p:txBody>
        </p:sp>
        <p:sp>
          <p:nvSpPr>
            <p:cNvPr id="24" name="tx8"/>
            <p:cNvSpPr/>
            <p:nvPr/>
          </p:nvSpPr>
          <p:spPr>
            <a:xfrm>
              <a:off x="5466948" y="3013876"/>
              <a:ext cx="299065"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2% (1)</a:t>
              </a:r>
            </a:p>
          </p:txBody>
        </p:sp>
        <p:sp>
          <p:nvSpPr>
            <p:cNvPr id="25" name="tx9"/>
            <p:cNvSpPr/>
            <p:nvPr/>
          </p:nvSpPr>
          <p:spPr>
            <a:xfrm>
              <a:off x="5310334" y="4669425"/>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98% (51)</a:t>
              </a:r>
            </a:p>
          </p:txBody>
        </p:sp>
        <p:sp>
          <p:nvSpPr>
            <p:cNvPr id="26" name="rc10"/>
            <p:cNvSpPr/>
            <p:nvPr/>
          </p:nvSpPr>
          <p:spPr>
            <a:xfrm>
              <a:off x="7181305" y="3637801"/>
              <a:ext cx="172799" cy="172800"/>
            </a:xfrm>
            <a:prstGeom prst="rect">
              <a:avLst/>
            </a:prstGeom>
          </p:spPr>
          <p:txBody>
            <a:bodyPr/>
            <a:lstStyle/>
            <a:p/>
          </p:txBody>
        </p:sp>
        <p:sp>
          <p:nvSpPr>
            <p:cNvPr id="27" name="rc11"/>
            <p:cNvSpPr/>
            <p:nvPr/>
          </p:nvSpPr>
          <p:spPr>
            <a:xfrm>
              <a:off x="7190305" y="3646801"/>
              <a:ext cx="154800" cy="154800"/>
            </a:xfrm>
            <a:prstGeom prst="rect">
              <a:avLst/>
            </a:prstGeom>
            <a:solidFill>
              <a:srgbClr val="081F5C">
                <a:alpha val="100000"/>
              </a:srgbClr>
            </a:solidFill>
          </p:spPr>
          <p:txBody>
            <a:bodyPr/>
            <a:lstStyle/>
            <a:p/>
          </p:txBody>
        </p:sp>
        <p:sp>
          <p:nvSpPr>
            <p:cNvPr id="28" name="rc12"/>
            <p:cNvSpPr/>
            <p:nvPr/>
          </p:nvSpPr>
          <p:spPr>
            <a:xfrm>
              <a:off x="7181305" y="3990601"/>
              <a:ext cx="172799" cy="172800"/>
            </a:xfrm>
            <a:prstGeom prst="rect">
              <a:avLst/>
            </a:prstGeom>
          </p:spPr>
          <p:txBody>
            <a:bodyPr/>
            <a:lstStyle/>
            <a:p/>
          </p:txBody>
        </p:sp>
        <p:sp>
          <p:nvSpPr>
            <p:cNvPr id="29" name="rc13"/>
            <p:cNvSpPr/>
            <p:nvPr/>
          </p:nvSpPr>
          <p:spPr>
            <a:xfrm>
              <a:off x="7190305" y="3999601"/>
              <a:ext cx="154800" cy="154800"/>
            </a:xfrm>
            <a:prstGeom prst="rect">
              <a:avLst/>
            </a:prstGeom>
            <a:solidFill>
              <a:srgbClr val="9DC3E6">
                <a:alpha val="100000"/>
              </a:srgbClr>
            </a:solidFill>
          </p:spPr>
          <p:txBody>
            <a:bodyPr/>
            <a:lstStyle/>
            <a:p/>
          </p:txBody>
        </p:sp>
        <p:sp>
          <p:nvSpPr>
            <p:cNvPr id="30" name="tx14"/>
            <p:cNvSpPr/>
            <p:nvPr/>
          </p:nvSpPr>
          <p:spPr>
            <a:xfrm>
              <a:off x="7423694" y="3673153"/>
              <a:ext cx="125992" cy="98775"/>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Sí</a:t>
              </a:r>
            </a:p>
          </p:txBody>
        </p:sp>
        <p:sp>
          <p:nvSpPr>
            <p:cNvPr id="31" name="tx15"/>
            <p:cNvSpPr/>
            <p:nvPr/>
          </p:nvSpPr>
          <p:spPr>
            <a:xfrm>
              <a:off x="7423694" y="4027711"/>
              <a:ext cx="177756"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No</a:t>
              </a:r>
            </a:p>
          </p:txBody>
        </p:sp>
        <p:sp>
          <p:nvSpPr>
            <p:cNvPr id="32" name="tx16"/>
            <p:cNvSpPr/>
            <p:nvPr/>
          </p:nvSpPr>
          <p:spPr>
            <a:xfrm>
              <a:off x="4374489" y="6000470"/>
              <a:ext cx="1620949"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52 respuestas</a:t>
              </a:r>
            </a:p>
          </p:txBody>
        </p:sp>
      </p:grpSp>
      <p:grpSp xmlns:pic="http://schemas.openxmlformats.org/drawingml/2006/picture">
        <p:nvGrpSpPr>
          <p:cNvPr id="33" name="Picture Placeholder 5"/>
          <p:cNvGrpSpPr/>
          <p:nvPr/>
        </p:nvGrpSpPr>
        <p:grpSpPr>
          <a:xfrm>
            <a:off x="8142732" y="1212494"/>
            <a:ext cx="3611880" cy="4887468"/>
            <a:chOff x="8142732" y="1212494"/>
            <a:chExt cx="3611880" cy="4887468"/>
          </a:xfrm>
        </p:grpSpPr>
        <p:sp>
          <p:nvSpPr>
            <p:cNvPr id="34" name="tx3"/>
            <p:cNvSpPr/>
            <p:nvPr/>
          </p:nvSpPr>
          <p:spPr>
            <a:xfrm>
              <a:off x="9603012" y="1332497"/>
              <a:ext cx="691319" cy="129356"/>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Titulado</a:t>
              </a:r>
            </a:p>
          </p:txBody>
        </p:sp>
        <p:sp>
          <p:nvSpPr>
            <p:cNvPr id="35" name="rc4"/>
            <p:cNvSpPr/>
            <p:nvPr/>
          </p:nvSpPr>
          <p:spPr>
            <a:xfrm>
              <a:off x="8142732" y="2636443"/>
              <a:ext cx="2528316" cy="2528316"/>
            </a:xfrm>
            <a:prstGeom prst="rect">
              <a:avLst/>
            </a:prstGeom>
          </p:spPr>
          <p:txBody>
            <a:bodyPr/>
            <a:lstStyle/>
            <a:p/>
          </p:txBody>
        </p:sp>
        <p:sp>
          <p:nvSpPr>
            <p:cNvPr id="36" name="rc5"/>
            <p:cNvSpPr/>
            <p:nvPr/>
          </p:nvSpPr>
          <p:spPr>
            <a:xfrm>
              <a:off x="8142732" y="2636443"/>
              <a:ext cx="2528316" cy="2528316"/>
            </a:xfrm>
            <a:prstGeom prst="rect">
              <a:avLst/>
            </a:prstGeom>
          </p:spPr>
          <p:txBody>
            <a:bodyPr/>
            <a:lstStyle/>
            <a:p/>
          </p:txBody>
        </p:sp>
        <p:sp>
          <p:nvSpPr>
            <p:cNvPr id="37" name="pg6"/>
            <p:cNvSpPr/>
            <p:nvPr/>
          </p:nvSpPr>
          <p:spPr>
            <a:xfrm>
              <a:off x="9406890" y="2889275"/>
              <a:ext cx="1011321" cy="1410677"/>
            </a:xfrm>
            <a:custGeom>
              <a:avLst/>
              <a:pathLst>
                <a:path w="1011321" h="1410677">
                  <a:moveTo>
                    <a:pt x="557483" y="1250937"/>
                  </a:moveTo>
                  <a:lnTo>
                    <a:pt x="598778" y="1268686"/>
                  </a:lnTo>
                  <a:lnTo>
                    <a:pt x="640073" y="1286435"/>
                  </a:lnTo>
                  <a:lnTo>
                    <a:pt x="681368" y="1304184"/>
                  </a:lnTo>
                  <a:lnTo>
                    <a:pt x="722663" y="1321933"/>
                  </a:lnTo>
                  <a:lnTo>
                    <a:pt x="763958" y="1339682"/>
                  </a:lnTo>
                  <a:lnTo>
                    <a:pt x="805253" y="1357431"/>
                  </a:lnTo>
                  <a:lnTo>
                    <a:pt x="846548" y="1375180"/>
                  </a:lnTo>
                  <a:lnTo>
                    <a:pt x="887844" y="1392928"/>
                  </a:lnTo>
                  <a:lnTo>
                    <a:pt x="929139" y="1410677"/>
                  </a:lnTo>
                  <a:lnTo>
                    <a:pt x="942207" y="1378785"/>
                  </a:lnTo>
                  <a:lnTo>
                    <a:pt x="954181" y="1346466"/>
                  </a:lnTo>
                  <a:lnTo>
                    <a:pt x="965047" y="1313758"/>
                  </a:lnTo>
                  <a:lnTo>
                    <a:pt x="974792" y="1280698"/>
                  </a:lnTo>
                  <a:lnTo>
                    <a:pt x="983404" y="1247326"/>
                  </a:lnTo>
                  <a:lnTo>
                    <a:pt x="990875" y="1213679"/>
                  </a:lnTo>
                  <a:lnTo>
                    <a:pt x="997195" y="1179797"/>
                  </a:lnTo>
                  <a:lnTo>
                    <a:pt x="1002356" y="1145720"/>
                  </a:lnTo>
                  <a:lnTo>
                    <a:pt x="1006354" y="1111487"/>
                  </a:lnTo>
                  <a:lnTo>
                    <a:pt x="1009182" y="1077137"/>
                  </a:lnTo>
                  <a:lnTo>
                    <a:pt x="1010839" y="1042711"/>
                  </a:lnTo>
                  <a:lnTo>
                    <a:pt x="1011321" y="1008248"/>
                  </a:lnTo>
                  <a:lnTo>
                    <a:pt x="1010629" y="973789"/>
                  </a:lnTo>
                  <a:lnTo>
                    <a:pt x="1008763" y="939374"/>
                  </a:lnTo>
                  <a:lnTo>
                    <a:pt x="1005726" y="905042"/>
                  </a:lnTo>
                  <a:lnTo>
                    <a:pt x="1001520" y="870834"/>
                  </a:lnTo>
                  <a:lnTo>
                    <a:pt x="996151" y="836789"/>
                  </a:lnTo>
                  <a:lnTo>
                    <a:pt x="989625" y="802946"/>
                  </a:lnTo>
                  <a:lnTo>
                    <a:pt x="981950" y="769346"/>
                  </a:lnTo>
                  <a:lnTo>
                    <a:pt x="973134" y="736026"/>
                  </a:lnTo>
                  <a:lnTo>
                    <a:pt x="963188" y="703026"/>
                  </a:lnTo>
                  <a:lnTo>
                    <a:pt x="952124" y="670385"/>
                  </a:lnTo>
                  <a:lnTo>
                    <a:pt x="939953" y="638139"/>
                  </a:lnTo>
                  <a:lnTo>
                    <a:pt x="926691" y="606327"/>
                  </a:lnTo>
                  <a:lnTo>
                    <a:pt x="912352" y="574985"/>
                  </a:lnTo>
                  <a:lnTo>
                    <a:pt x="896954" y="544150"/>
                  </a:lnTo>
                  <a:lnTo>
                    <a:pt x="880514" y="513858"/>
                  </a:lnTo>
                  <a:lnTo>
                    <a:pt x="863052" y="484143"/>
                  </a:lnTo>
                  <a:lnTo>
                    <a:pt x="844587" y="455041"/>
                  </a:lnTo>
                  <a:lnTo>
                    <a:pt x="825141" y="426584"/>
                  </a:lnTo>
                  <a:lnTo>
                    <a:pt x="804737" y="398807"/>
                  </a:lnTo>
                  <a:lnTo>
                    <a:pt x="783398" y="371742"/>
                  </a:lnTo>
                  <a:lnTo>
                    <a:pt x="761149" y="345419"/>
                  </a:lnTo>
                  <a:lnTo>
                    <a:pt x="738016" y="319869"/>
                  </a:lnTo>
                  <a:lnTo>
                    <a:pt x="714026" y="295123"/>
                  </a:lnTo>
                  <a:lnTo>
                    <a:pt x="689207" y="271208"/>
                  </a:lnTo>
                  <a:lnTo>
                    <a:pt x="663587" y="248153"/>
                  </a:lnTo>
                  <a:lnTo>
                    <a:pt x="637197" y="225985"/>
                  </a:lnTo>
                  <a:lnTo>
                    <a:pt x="610066" y="204728"/>
                  </a:lnTo>
                  <a:lnTo>
                    <a:pt x="582227" y="184409"/>
                  </a:lnTo>
                  <a:lnTo>
                    <a:pt x="553712" y="165050"/>
                  </a:lnTo>
                  <a:lnTo>
                    <a:pt x="524554" y="146673"/>
                  </a:lnTo>
                  <a:lnTo>
                    <a:pt x="494786" y="129301"/>
                  </a:lnTo>
                  <a:lnTo>
                    <a:pt x="464444" y="112954"/>
                  </a:lnTo>
                  <a:lnTo>
                    <a:pt x="433562" y="97649"/>
                  </a:lnTo>
                  <a:lnTo>
                    <a:pt x="402177" y="83406"/>
                  </a:lnTo>
                  <a:lnTo>
                    <a:pt x="370324" y="70241"/>
                  </a:lnTo>
                  <a:lnTo>
                    <a:pt x="338042" y="58169"/>
                  </a:lnTo>
                  <a:lnTo>
                    <a:pt x="305366" y="47203"/>
                  </a:lnTo>
                  <a:lnTo>
                    <a:pt x="272337" y="37358"/>
                  </a:lnTo>
                  <a:lnTo>
                    <a:pt x="238991" y="28644"/>
                  </a:lnTo>
                  <a:lnTo>
                    <a:pt x="205367" y="21071"/>
                  </a:lnTo>
                  <a:lnTo>
                    <a:pt x="171505" y="14648"/>
                  </a:lnTo>
                  <a:lnTo>
                    <a:pt x="137443" y="9383"/>
                  </a:lnTo>
                  <a:lnTo>
                    <a:pt x="103222" y="5281"/>
                  </a:lnTo>
                  <a:lnTo>
                    <a:pt x="68881" y="2348"/>
                  </a:lnTo>
                  <a:lnTo>
                    <a:pt x="34460" y="587"/>
                  </a:lnTo>
                  <a:lnTo>
                    <a:pt x="0" y="0"/>
                  </a:lnTo>
                  <a:lnTo>
                    <a:pt x="0" y="44947"/>
                  </a:lnTo>
                  <a:lnTo>
                    <a:pt x="0" y="89895"/>
                  </a:lnTo>
                  <a:lnTo>
                    <a:pt x="0" y="134843"/>
                  </a:lnTo>
                  <a:lnTo>
                    <a:pt x="0" y="179791"/>
                  </a:lnTo>
                  <a:lnTo>
                    <a:pt x="0" y="224739"/>
                  </a:lnTo>
                  <a:lnTo>
                    <a:pt x="0" y="269687"/>
                  </a:lnTo>
                  <a:lnTo>
                    <a:pt x="0" y="314634"/>
                  </a:lnTo>
                  <a:lnTo>
                    <a:pt x="0" y="359582"/>
                  </a:lnTo>
                  <a:lnTo>
                    <a:pt x="0" y="404530"/>
                  </a:lnTo>
                  <a:lnTo>
                    <a:pt x="30742" y="405309"/>
                  </a:lnTo>
                  <a:lnTo>
                    <a:pt x="61406" y="407645"/>
                  </a:lnTo>
                  <a:lnTo>
                    <a:pt x="91912" y="411531"/>
                  </a:lnTo>
                  <a:lnTo>
                    <a:pt x="122181" y="416958"/>
                  </a:lnTo>
                  <a:lnTo>
                    <a:pt x="152137" y="423912"/>
                  </a:lnTo>
                  <a:lnTo>
                    <a:pt x="181703" y="432374"/>
                  </a:lnTo>
                  <a:lnTo>
                    <a:pt x="210801" y="442323"/>
                  </a:lnTo>
                  <a:lnTo>
                    <a:pt x="239358" y="453734"/>
                  </a:lnTo>
                  <a:lnTo>
                    <a:pt x="267300" y="466577"/>
                  </a:lnTo>
                  <a:lnTo>
                    <a:pt x="294556" y="480819"/>
                  </a:lnTo>
                  <a:lnTo>
                    <a:pt x="321055" y="496424"/>
                  </a:lnTo>
                  <a:lnTo>
                    <a:pt x="346730" y="513351"/>
                  </a:lnTo>
                  <a:lnTo>
                    <a:pt x="371514" y="531557"/>
                  </a:lnTo>
                  <a:lnTo>
                    <a:pt x="395344" y="550995"/>
                  </a:lnTo>
                  <a:lnTo>
                    <a:pt x="418158" y="571616"/>
                  </a:lnTo>
                  <a:lnTo>
                    <a:pt x="439898" y="593366"/>
                  </a:lnTo>
                  <a:lnTo>
                    <a:pt x="460509" y="616190"/>
                  </a:lnTo>
                  <a:lnTo>
                    <a:pt x="479937" y="640029"/>
                  </a:lnTo>
                  <a:lnTo>
                    <a:pt x="498131" y="664821"/>
                  </a:lnTo>
                  <a:lnTo>
                    <a:pt x="515047" y="690503"/>
                  </a:lnTo>
                  <a:lnTo>
                    <a:pt x="530640" y="717009"/>
                  </a:lnTo>
                  <a:lnTo>
                    <a:pt x="544869" y="744272"/>
                  </a:lnTo>
                  <a:lnTo>
                    <a:pt x="557700" y="772220"/>
                  </a:lnTo>
                  <a:lnTo>
                    <a:pt x="569097" y="800782"/>
                  </a:lnTo>
                  <a:lnTo>
                    <a:pt x="579033" y="829885"/>
                  </a:lnTo>
                  <a:lnTo>
                    <a:pt x="587482" y="859454"/>
                  </a:lnTo>
                  <a:lnTo>
                    <a:pt x="594422" y="889413"/>
                  </a:lnTo>
                  <a:lnTo>
                    <a:pt x="599835" y="919685"/>
                  </a:lnTo>
                  <a:lnTo>
                    <a:pt x="603708" y="950193"/>
                  </a:lnTo>
                  <a:lnTo>
                    <a:pt x="606030" y="980858"/>
                  </a:lnTo>
                  <a:lnTo>
                    <a:pt x="606795" y="1011601"/>
                  </a:lnTo>
                  <a:lnTo>
                    <a:pt x="606002" y="1042343"/>
                  </a:lnTo>
                  <a:lnTo>
                    <a:pt x="603652" y="1073005"/>
                  </a:lnTo>
                  <a:lnTo>
                    <a:pt x="599752" y="1103509"/>
                  </a:lnTo>
                  <a:lnTo>
                    <a:pt x="594312" y="1133777"/>
                  </a:lnTo>
                  <a:lnTo>
                    <a:pt x="587345" y="1163730"/>
                  </a:lnTo>
                  <a:lnTo>
                    <a:pt x="578869" y="1193291"/>
                  </a:lnTo>
                  <a:lnTo>
                    <a:pt x="568907" y="1222385"/>
                  </a:lnTo>
                  <a:close/>
                </a:path>
              </a:pathLst>
            </a:custGeom>
            <a:solidFill>
              <a:srgbClr val="081F5C">
                <a:alpha val="100000"/>
              </a:srgbClr>
            </a:solidFill>
          </p:spPr>
          <p:txBody>
            <a:bodyPr/>
            <a:lstStyle/>
            <a:p/>
          </p:txBody>
        </p:sp>
        <p:sp>
          <p:nvSpPr>
            <p:cNvPr id="38" name="pg7"/>
            <p:cNvSpPr/>
            <p:nvPr/>
          </p:nvSpPr>
          <p:spPr>
            <a:xfrm>
              <a:off x="8395624" y="2889275"/>
              <a:ext cx="1940404" cy="2022580"/>
            </a:xfrm>
            <a:custGeom>
              <a:avLst/>
              <a:pathLst>
                <a:path w="1940404" h="2022580">
                  <a:moveTo>
                    <a:pt x="1011265" y="404530"/>
                  </a:moveTo>
                  <a:lnTo>
                    <a:pt x="1011265" y="359582"/>
                  </a:lnTo>
                  <a:lnTo>
                    <a:pt x="1011265" y="314634"/>
                  </a:lnTo>
                  <a:lnTo>
                    <a:pt x="1011265" y="269687"/>
                  </a:lnTo>
                  <a:lnTo>
                    <a:pt x="1011265" y="224739"/>
                  </a:lnTo>
                  <a:lnTo>
                    <a:pt x="1011265" y="179791"/>
                  </a:lnTo>
                  <a:lnTo>
                    <a:pt x="1011265" y="134843"/>
                  </a:lnTo>
                  <a:lnTo>
                    <a:pt x="1011265" y="89895"/>
                  </a:lnTo>
                  <a:lnTo>
                    <a:pt x="1011265" y="44947"/>
                  </a:lnTo>
                  <a:lnTo>
                    <a:pt x="1011265" y="0"/>
                  </a:lnTo>
                  <a:lnTo>
                    <a:pt x="976978" y="581"/>
                  </a:lnTo>
                  <a:lnTo>
                    <a:pt x="942731" y="2324"/>
                  </a:lnTo>
                  <a:lnTo>
                    <a:pt x="908563" y="5228"/>
                  </a:lnTo>
                  <a:lnTo>
                    <a:pt x="874513" y="9288"/>
                  </a:lnTo>
                  <a:lnTo>
                    <a:pt x="840620" y="14500"/>
                  </a:lnTo>
                  <a:lnTo>
                    <a:pt x="806923" y="20859"/>
                  </a:lnTo>
                  <a:lnTo>
                    <a:pt x="773461" y="28356"/>
                  </a:lnTo>
                  <a:lnTo>
                    <a:pt x="740272" y="36983"/>
                  </a:lnTo>
                  <a:lnTo>
                    <a:pt x="707395" y="46730"/>
                  </a:lnTo>
                  <a:lnTo>
                    <a:pt x="674868" y="57587"/>
                  </a:lnTo>
                  <a:lnTo>
                    <a:pt x="642727" y="69540"/>
                  </a:lnTo>
                  <a:lnTo>
                    <a:pt x="611010" y="82576"/>
                  </a:lnTo>
                  <a:lnTo>
                    <a:pt x="579753" y="96679"/>
                  </a:lnTo>
                  <a:lnTo>
                    <a:pt x="548992" y="111834"/>
                  </a:lnTo>
                  <a:lnTo>
                    <a:pt x="518763" y="128024"/>
                  </a:lnTo>
                  <a:lnTo>
                    <a:pt x="489100" y="145229"/>
                  </a:lnTo>
                  <a:lnTo>
                    <a:pt x="460037" y="163429"/>
                  </a:lnTo>
                  <a:lnTo>
                    <a:pt x="431608" y="182605"/>
                  </a:lnTo>
                  <a:lnTo>
                    <a:pt x="403845" y="202733"/>
                  </a:lnTo>
                  <a:lnTo>
                    <a:pt x="376781" y="223791"/>
                  </a:lnTo>
                  <a:lnTo>
                    <a:pt x="350446" y="245754"/>
                  </a:lnTo>
                  <a:lnTo>
                    <a:pt x="324871" y="268598"/>
                  </a:lnTo>
                  <a:lnTo>
                    <a:pt x="300085" y="292295"/>
                  </a:lnTo>
                  <a:lnTo>
                    <a:pt x="276117" y="316820"/>
                  </a:lnTo>
                  <a:lnTo>
                    <a:pt x="252994" y="342142"/>
                  </a:lnTo>
                  <a:lnTo>
                    <a:pt x="230743" y="368234"/>
                  </a:lnTo>
                  <a:lnTo>
                    <a:pt x="209389" y="395066"/>
                  </a:lnTo>
                  <a:lnTo>
                    <a:pt x="188958" y="422606"/>
                  </a:lnTo>
                  <a:lnTo>
                    <a:pt x="169471" y="450822"/>
                  </a:lnTo>
                  <a:lnTo>
                    <a:pt x="150953" y="479683"/>
                  </a:lnTo>
                  <a:lnTo>
                    <a:pt x="133423" y="509156"/>
                  </a:lnTo>
                  <a:lnTo>
                    <a:pt x="116903" y="539206"/>
                  </a:lnTo>
                  <a:lnTo>
                    <a:pt x="101411" y="569798"/>
                  </a:lnTo>
                  <a:lnTo>
                    <a:pt x="86965" y="600898"/>
                  </a:lnTo>
                  <a:lnTo>
                    <a:pt x="73582" y="632471"/>
                  </a:lnTo>
                  <a:lnTo>
                    <a:pt x="61277" y="664478"/>
                  </a:lnTo>
                  <a:lnTo>
                    <a:pt x="50064" y="696885"/>
                  </a:lnTo>
                  <a:lnTo>
                    <a:pt x="39956" y="729653"/>
                  </a:lnTo>
                  <a:lnTo>
                    <a:pt x="30965" y="762744"/>
                  </a:lnTo>
                  <a:lnTo>
                    <a:pt x="23101" y="796122"/>
                  </a:lnTo>
                  <a:lnTo>
                    <a:pt x="16373" y="829747"/>
                  </a:lnTo>
                  <a:lnTo>
                    <a:pt x="10789" y="863581"/>
                  </a:lnTo>
                  <a:lnTo>
                    <a:pt x="6355" y="897585"/>
                  </a:lnTo>
                  <a:lnTo>
                    <a:pt x="3077" y="931719"/>
                  </a:lnTo>
                  <a:lnTo>
                    <a:pt x="957" y="965945"/>
                  </a:lnTo>
                  <a:lnTo>
                    <a:pt x="0" y="1000223"/>
                  </a:lnTo>
                  <a:lnTo>
                    <a:pt x="204" y="1034514"/>
                  </a:lnTo>
                  <a:lnTo>
                    <a:pt x="1572" y="1068778"/>
                  </a:lnTo>
                  <a:lnTo>
                    <a:pt x="4100" y="1102976"/>
                  </a:lnTo>
                  <a:lnTo>
                    <a:pt x="7786" y="1137069"/>
                  </a:lnTo>
                  <a:lnTo>
                    <a:pt x="12626" y="1171017"/>
                  </a:lnTo>
                  <a:lnTo>
                    <a:pt x="18614" y="1204782"/>
                  </a:lnTo>
                  <a:lnTo>
                    <a:pt x="25743" y="1238324"/>
                  </a:lnTo>
                  <a:lnTo>
                    <a:pt x="34006" y="1271605"/>
                  </a:lnTo>
                  <a:lnTo>
                    <a:pt x="43392" y="1304587"/>
                  </a:lnTo>
                  <a:lnTo>
                    <a:pt x="53890" y="1337232"/>
                  </a:lnTo>
                  <a:lnTo>
                    <a:pt x="65490" y="1369502"/>
                  </a:lnTo>
                  <a:lnTo>
                    <a:pt x="78177" y="1401361"/>
                  </a:lnTo>
                  <a:lnTo>
                    <a:pt x="91936" y="1432771"/>
                  </a:lnTo>
                  <a:lnTo>
                    <a:pt x="106753" y="1463696"/>
                  </a:lnTo>
                  <a:lnTo>
                    <a:pt x="122609" y="1494101"/>
                  </a:lnTo>
                  <a:lnTo>
                    <a:pt x="139487" y="1523951"/>
                  </a:lnTo>
                  <a:lnTo>
                    <a:pt x="157368" y="1553212"/>
                  </a:lnTo>
                  <a:lnTo>
                    <a:pt x="176230" y="1581850"/>
                  </a:lnTo>
                  <a:lnTo>
                    <a:pt x="196052" y="1609832"/>
                  </a:lnTo>
                  <a:lnTo>
                    <a:pt x="216812" y="1637126"/>
                  </a:lnTo>
                  <a:lnTo>
                    <a:pt x="238485" y="1663700"/>
                  </a:lnTo>
                  <a:lnTo>
                    <a:pt x="261046" y="1689524"/>
                  </a:lnTo>
                  <a:lnTo>
                    <a:pt x="284470" y="1714569"/>
                  </a:lnTo>
                  <a:lnTo>
                    <a:pt x="308730" y="1738805"/>
                  </a:lnTo>
                  <a:lnTo>
                    <a:pt x="333797" y="1762204"/>
                  </a:lnTo>
                  <a:lnTo>
                    <a:pt x="359643" y="1784740"/>
                  </a:lnTo>
                  <a:lnTo>
                    <a:pt x="386238" y="1806387"/>
                  </a:lnTo>
                  <a:lnTo>
                    <a:pt x="413552" y="1827120"/>
                  </a:lnTo>
                  <a:lnTo>
                    <a:pt x="441553" y="1846915"/>
                  </a:lnTo>
                  <a:lnTo>
                    <a:pt x="470210" y="1865750"/>
                  </a:lnTo>
                  <a:lnTo>
                    <a:pt x="499488" y="1883602"/>
                  </a:lnTo>
                  <a:lnTo>
                    <a:pt x="529354" y="1900451"/>
                  </a:lnTo>
                  <a:lnTo>
                    <a:pt x="559775" y="1916278"/>
                  </a:lnTo>
                  <a:lnTo>
                    <a:pt x="590715" y="1931064"/>
                  </a:lnTo>
                  <a:lnTo>
                    <a:pt x="622138" y="1944793"/>
                  </a:lnTo>
                  <a:lnTo>
                    <a:pt x="654009" y="1957449"/>
                  </a:lnTo>
                  <a:lnTo>
                    <a:pt x="686290" y="1969017"/>
                  </a:lnTo>
                  <a:lnTo>
                    <a:pt x="718945" y="1979484"/>
                  </a:lnTo>
                  <a:lnTo>
                    <a:pt x="751936" y="1988838"/>
                  </a:lnTo>
                  <a:lnTo>
                    <a:pt x="785225" y="1997068"/>
                  </a:lnTo>
                  <a:lnTo>
                    <a:pt x="818775" y="2004165"/>
                  </a:lnTo>
                  <a:lnTo>
                    <a:pt x="852545" y="2010120"/>
                  </a:lnTo>
                  <a:lnTo>
                    <a:pt x="886498" y="2014927"/>
                  </a:lnTo>
                  <a:lnTo>
                    <a:pt x="920594" y="2018580"/>
                  </a:lnTo>
                  <a:lnTo>
                    <a:pt x="954795" y="2021074"/>
                  </a:lnTo>
                  <a:lnTo>
                    <a:pt x="989061" y="2022409"/>
                  </a:lnTo>
                  <a:lnTo>
                    <a:pt x="1023352" y="2022580"/>
                  </a:lnTo>
                  <a:lnTo>
                    <a:pt x="1057629" y="2021589"/>
                  </a:lnTo>
                  <a:lnTo>
                    <a:pt x="1091853" y="2019436"/>
                  </a:lnTo>
                  <a:lnTo>
                    <a:pt x="1125984" y="2016125"/>
                  </a:lnTo>
                  <a:lnTo>
                    <a:pt x="1159983" y="2011658"/>
                  </a:lnTo>
                  <a:lnTo>
                    <a:pt x="1193812" y="2006041"/>
                  </a:lnTo>
                  <a:lnTo>
                    <a:pt x="1227430" y="1999280"/>
                  </a:lnTo>
                  <a:lnTo>
                    <a:pt x="1260800" y="1991384"/>
                  </a:lnTo>
                  <a:lnTo>
                    <a:pt x="1293883" y="1982360"/>
                  </a:lnTo>
                  <a:lnTo>
                    <a:pt x="1326641" y="1972221"/>
                  </a:lnTo>
                  <a:lnTo>
                    <a:pt x="1359037" y="1960976"/>
                  </a:lnTo>
                  <a:lnTo>
                    <a:pt x="1391032" y="1948640"/>
                  </a:lnTo>
                  <a:lnTo>
                    <a:pt x="1422591" y="1935226"/>
                  </a:lnTo>
                  <a:lnTo>
                    <a:pt x="1453677" y="1920750"/>
                  </a:lnTo>
                  <a:lnTo>
                    <a:pt x="1484255" y="1905228"/>
                  </a:lnTo>
                  <a:lnTo>
                    <a:pt x="1514289" y="1888679"/>
                  </a:lnTo>
                  <a:lnTo>
                    <a:pt x="1543744" y="1871121"/>
                  </a:lnTo>
                  <a:lnTo>
                    <a:pt x="1572587" y="1852574"/>
                  </a:lnTo>
                  <a:lnTo>
                    <a:pt x="1600785" y="1833060"/>
                  </a:lnTo>
                  <a:lnTo>
                    <a:pt x="1628305" y="1812602"/>
                  </a:lnTo>
                  <a:lnTo>
                    <a:pt x="1655116" y="1791222"/>
                  </a:lnTo>
                  <a:lnTo>
                    <a:pt x="1681186" y="1768945"/>
                  </a:lnTo>
                  <a:lnTo>
                    <a:pt x="1706486" y="1745798"/>
                  </a:lnTo>
                  <a:lnTo>
                    <a:pt x="1730987" y="1721806"/>
                  </a:lnTo>
                  <a:lnTo>
                    <a:pt x="1754660" y="1696997"/>
                  </a:lnTo>
                  <a:lnTo>
                    <a:pt x="1777479" y="1671400"/>
                  </a:lnTo>
                  <a:lnTo>
                    <a:pt x="1799417" y="1645043"/>
                  </a:lnTo>
                  <a:lnTo>
                    <a:pt x="1820448" y="1617959"/>
                  </a:lnTo>
                  <a:lnTo>
                    <a:pt x="1840550" y="1590177"/>
                  </a:lnTo>
                  <a:lnTo>
                    <a:pt x="1859697" y="1561729"/>
                  </a:lnTo>
                  <a:lnTo>
                    <a:pt x="1877870" y="1532649"/>
                  </a:lnTo>
                  <a:lnTo>
                    <a:pt x="1895046" y="1502969"/>
                  </a:lnTo>
                  <a:lnTo>
                    <a:pt x="1911206" y="1472724"/>
                  </a:lnTo>
                  <a:lnTo>
                    <a:pt x="1926331" y="1441948"/>
                  </a:lnTo>
                  <a:lnTo>
                    <a:pt x="1940404" y="1410677"/>
                  </a:lnTo>
                  <a:lnTo>
                    <a:pt x="1899109" y="1392928"/>
                  </a:lnTo>
                  <a:lnTo>
                    <a:pt x="1857814" y="1375180"/>
                  </a:lnTo>
                  <a:lnTo>
                    <a:pt x="1816519" y="1357431"/>
                  </a:lnTo>
                  <a:lnTo>
                    <a:pt x="1775224" y="1339682"/>
                  </a:lnTo>
                  <a:lnTo>
                    <a:pt x="1733929" y="1321933"/>
                  </a:lnTo>
                  <a:lnTo>
                    <a:pt x="1692634" y="1304184"/>
                  </a:lnTo>
                  <a:lnTo>
                    <a:pt x="1651339" y="1286435"/>
                  </a:lnTo>
                  <a:lnTo>
                    <a:pt x="1610043" y="1268686"/>
                  </a:lnTo>
                  <a:lnTo>
                    <a:pt x="1568748" y="1250937"/>
                  </a:lnTo>
                  <a:lnTo>
                    <a:pt x="1556056" y="1278541"/>
                  </a:lnTo>
                  <a:lnTo>
                    <a:pt x="1541998" y="1305475"/>
                  </a:lnTo>
                  <a:lnTo>
                    <a:pt x="1526609" y="1331672"/>
                  </a:lnTo>
                  <a:lnTo>
                    <a:pt x="1509929" y="1357065"/>
                  </a:lnTo>
                  <a:lnTo>
                    <a:pt x="1491998" y="1381592"/>
                  </a:lnTo>
                  <a:lnTo>
                    <a:pt x="1472862" y="1405190"/>
                  </a:lnTo>
                  <a:lnTo>
                    <a:pt x="1452569" y="1427802"/>
                  </a:lnTo>
                  <a:lnTo>
                    <a:pt x="1431169" y="1449369"/>
                  </a:lnTo>
                  <a:lnTo>
                    <a:pt x="1408717" y="1469837"/>
                  </a:lnTo>
                  <a:lnTo>
                    <a:pt x="1385269" y="1489157"/>
                  </a:lnTo>
                  <a:lnTo>
                    <a:pt x="1360882" y="1507278"/>
                  </a:lnTo>
                  <a:lnTo>
                    <a:pt x="1335620" y="1524156"/>
                  </a:lnTo>
                  <a:lnTo>
                    <a:pt x="1309544" y="1539749"/>
                  </a:lnTo>
                  <a:lnTo>
                    <a:pt x="1282720" y="1554017"/>
                  </a:lnTo>
                  <a:lnTo>
                    <a:pt x="1255216" y="1566924"/>
                  </a:lnTo>
                  <a:lnTo>
                    <a:pt x="1227100" y="1578438"/>
                  </a:lnTo>
                  <a:lnTo>
                    <a:pt x="1198444" y="1588531"/>
                  </a:lnTo>
                  <a:lnTo>
                    <a:pt x="1169317" y="1597176"/>
                  </a:lnTo>
                  <a:lnTo>
                    <a:pt x="1139795" y="1604353"/>
                  </a:lnTo>
                  <a:lnTo>
                    <a:pt x="1109951" y="1610043"/>
                  </a:lnTo>
                  <a:lnTo>
                    <a:pt x="1079859" y="1614232"/>
                  </a:lnTo>
                  <a:lnTo>
                    <a:pt x="1049595" y="1616910"/>
                  </a:lnTo>
                  <a:lnTo>
                    <a:pt x="1019235" y="1618069"/>
                  </a:lnTo>
                  <a:lnTo>
                    <a:pt x="988855" y="1617708"/>
                  </a:lnTo>
                  <a:lnTo>
                    <a:pt x="958531" y="1615826"/>
                  </a:lnTo>
                  <a:lnTo>
                    <a:pt x="928339" y="1612429"/>
                  </a:lnTo>
                  <a:lnTo>
                    <a:pt x="898356" y="1607524"/>
                  </a:lnTo>
                  <a:lnTo>
                    <a:pt x="868655" y="1601125"/>
                  </a:lnTo>
                  <a:lnTo>
                    <a:pt x="839312" y="1593248"/>
                  </a:lnTo>
                  <a:lnTo>
                    <a:pt x="810400" y="1583912"/>
                  </a:lnTo>
                  <a:lnTo>
                    <a:pt x="781991" y="1573140"/>
                  </a:lnTo>
                  <a:lnTo>
                    <a:pt x="754158" y="1560959"/>
                  </a:lnTo>
                  <a:lnTo>
                    <a:pt x="726968" y="1547401"/>
                  </a:lnTo>
                  <a:lnTo>
                    <a:pt x="700492" y="1532499"/>
                  </a:lnTo>
                  <a:lnTo>
                    <a:pt x="674795" y="1516290"/>
                  </a:lnTo>
                  <a:lnTo>
                    <a:pt x="649941" y="1498816"/>
                  </a:lnTo>
                  <a:lnTo>
                    <a:pt x="625993" y="1480119"/>
                  </a:lnTo>
                  <a:lnTo>
                    <a:pt x="603011" y="1460247"/>
                  </a:lnTo>
                  <a:lnTo>
                    <a:pt x="581052" y="1439249"/>
                  </a:lnTo>
                  <a:lnTo>
                    <a:pt x="560172" y="1417179"/>
                  </a:lnTo>
                  <a:lnTo>
                    <a:pt x="540423" y="1394091"/>
                  </a:lnTo>
                  <a:lnTo>
                    <a:pt x="521854" y="1370044"/>
                  </a:lnTo>
                  <a:lnTo>
                    <a:pt x="504512" y="1345097"/>
                  </a:lnTo>
                  <a:lnTo>
                    <a:pt x="488441" y="1319314"/>
                  </a:lnTo>
                  <a:lnTo>
                    <a:pt x="473680" y="1292758"/>
                  </a:lnTo>
                  <a:lnTo>
                    <a:pt x="460267" y="1265497"/>
                  </a:lnTo>
                  <a:lnTo>
                    <a:pt x="448236" y="1237599"/>
                  </a:lnTo>
                  <a:lnTo>
                    <a:pt x="437616" y="1209133"/>
                  </a:lnTo>
                  <a:lnTo>
                    <a:pt x="428434" y="1180172"/>
                  </a:lnTo>
                  <a:lnTo>
                    <a:pt x="420713" y="1150787"/>
                  </a:lnTo>
                  <a:lnTo>
                    <a:pt x="414472" y="1121053"/>
                  </a:lnTo>
                  <a:lnTo>
                    <a:pt x="409728" y="1091043"/>
                  </a:lnTo>
                  <a:lnTo>
                    <a:pt x="406492" y="1060834"/>
                  </a:lnTo>
                  <a:lnTo>
                    <a:pt x="404772" y="1030500"/>
                  </a:lnTo>
                  <a:lnTo>
                    <a:pt x="404573" y="1000119"/>
                  </a:lnTo>
                  <a:lnTo>
                    <a:pt x="405894" y="969765"/>
                  </a:lnTo>
                  <a:lnTo>
                    <a:pt x="408733" y="939516"/>
                  </a:lnTo>
                  <a:lnTo>
                    <a:pt x="413083" y="909447"/>
                  </a:lnTo>
                  <a:lnTo>
                    <a:pt x="418932" y="879633"/>
                  </a:lnTo>
                  <a:lnTo>
                    <a:pt x="426266" y="850150"/>
                  </a:lnTo>
                  <a:lnTo>
                    <a:pt x="435067" y="821070"/>
                  </a:lnTo>
                  <a:lnTo>
                    <a:pt x="445312" y="792468"/>
                  </a:lnTo>
                  <a:lnTo>
                    <a:pt x="456977" y="764414"/>
                  </a:lnTo>
                  <a:lnTo>
                    <a:pt x="470030" y="736979"/>
                  </a:lnTo>
                  <a:lnTo>
                    <a:pt x="484441" y="710232"/>
                  </a:lnTo>
                  <a:lnTo>
                    <a:pt x="500172" y="684239"/>
                  </a:lnTo>
                  <a:lnTo>
                    <a:pt x="517185" y="659067"/>
                  </a:lnTo>
                  <a:lnTo>
                    <a:pt x="535436" y="634778"/>
                  </a:lnTo>
                  <a:lnTo>
                    <a:pt x="554881" y="611433"/>
                  </a:lnTo>
                  <a:lnTo>
                    <a:pt x="575469" y="589090"/>
                  </a:lnTo>
                  <a:lnTo>
                    <a:pt x="597150" y="567806"/>
                  </a:lnTo>
                  <a:lnTo>
                    <a:pt x="619869" y="547634"/>
                  </a:lnTo>
                  <a:lnTo>
                    <a:pt x="643569" y="528624"/>
                  </a:lnTo>
                  <a:lnTo>
                    <a:pt x="668191" y="510824"/>
                  </a:lnTo>
                  <a:lnTo>
                    <a:pt x="693674" y="494280"/>
                  </a:lnTo>
                  <a:lnTo>
                    <a:pt x="719952" y="479031"/>
                  </a:lnTo>
                  <a:lnTo>
                    <a:pt x="746961" y="465117"/>
                  </a:lnTo>
                  <a:lnTo>
                    <a:pt x="774632" y="452572"/>
                  </a:lnTo>
                  <a:lnTo>
                    <a:pt x="802897" y="441428"/>
                  </a:lnTo>
                  <a:lnTo>
                    <a:pt x="831684" y="431712"/>
                  </a:lnTo>
                  <a:lnTo>
                    <a:pt x="860921" y="423450"/>
                  </a:lnTo>
                  <a:lnTo>
                    <a:pt x="890535" y="416662"/>
                  </a:lnTo>
                  <a:lnTo>
                    <a:pt x="920451" y="411364"/>
                  </a:lnTo>
                  <a:lnTo>
                    <a:pt x="950596" y="407571"/>
                  </a:lnTo>
                  <a:lnTo>
                    <a:pt x="980892" y="405291"/>
                  </a:lnTo>
                  <a:close/>
                </a:path>
              </a:pathLst>
            </a:custGeom>
            <a:solidFill>
              <a:srgbClr val="9DC3E6">
                <a:alpha val="100000"/>
              </a:srgbClr>
            </a:solidFill>
          </p:spPr>
          <p:txBody>
            <a:bodyPr/>
            <a:lstStyle/>
            <a:p/>
          </p:txBody>
        </p:sp>
        <p:sp>
          <p:nvSpPr>
            <p:cNvPr id="39" name="tx8"/>
            <p:cNvSpPr/>
            <p:nvPr/>
          </p:nvSpPr>
          <p:spPr>
            <a:xfrm>
              <a:off x="9893447" y="3385497"/>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31% (56)</a:t>
              </a:r>
            </a:p>
          </p:txBody>
        </p:sp>
        <p:sp>
          <p:nvSpPr>
            <p:cNvPr id="40" name="tx9"/>
            <p:cNvSpPr/>
            <p:nvPr/>
          </p:nvSpPr>
          <p:spPr>
            <a:xfrm>
              <a:off x="8480088" y="4297804"/>
              <a:ext cx="468479"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69% (122)</a:t>
              </a:r>
            </a:p>
          </p:txBody>
        </p:sp>
        <p:sp>
          <p:nvSpPr>
            <p:cNvPr id="41" name="rc10"/>
            <p:cNvSpPr/>
            <p:nvPr/>
          </p:nvSpPr>
          <p:spPr>
            <a:xfrm>
              <a:off x="11021785" y="3637801"/>
              <a:ext cx="172800" cy="172800"/>
            </a:xfrm>
            <a:prstGeom prst="rect">
              <a:avLst/>
            </a:prstGeom>
          </p:spPr>
          <p:txBody>
            <a:bodyPr/>
            <a:lstStyle/>
            <a:p/>
          </p:txBody>
        </p:sp>
        <p:sp>
          <p:nvSpPr>
            <p:cNvPr id="42" name="rc11"/>
            <p:cNvSpPr/>
            <p:nvPr/>
          </p:nvSpPr>
          <p:spPr>
            <a:xfrm>
              <a:off x="11030785" y="3646801"/>
              <a:ext cx="154799" cy="154800"/>
            </a:xfrm>
            <a:prstGeom prst="rect">
              <a:avLst/>
            </a:prstGeom>
            <a:solidFill>
              <a:srgbClr val="9DC3E6">
                <a:alpha val="100000"/>
              </a:srgbClr>
            </a:solidFill>
          </p:spPr>
          <p:txBody>
            <a:bodyPr/>
            <a:lstStyle/>
            <a:p/>
          </p:txBody>
        </p:sp>
        <p:sp>
          <p:nvSpPr>
            <p:cNvPr id="43" name="rc12"/>
            <p:cNvSpPr/>
            <p:nvPr/>
          </p:nvSpPr>
          <p:spPr>
            <a:xfrm>
              <a:off x="11021785" y="3990601"/>
              <a:ext cx="172800" cy="172800"/>
            </a:xfrm>
            <a:prstGeom prst="rect">
              <a:avLst/>
            </a:prstGeom>
          </p:spPr>
          <p:txBody>
            <a:bodyPr/>
            <a:lstStyle/>
            <a:p/>
          </p:txBody>
        </p:sp>
        <p:sp>
          <p:nvSpPr>
            <p:cNvPr id="44" name="rc13"/>
            <p:cNvSpPr/>
            <p:nvPr/>
          </p:nvSpPr>
          <p:spPr>
            <a:xfrm>
              <a:off x="11030785" y="3999601"/>
              <a:ext cx="154799" cy="154800"/>
            </a:xfrm>
            <a:prstGeom prst="rect">
              <a:avLst/>
            </a:prstGeom>
            <a:solidFill>
              <a:srgbClr val="081F5C">
                <a:alpha val="100000"/>
              </a:srgbClr>
            </a:solidFill>
          </p:spPr>
          <p:txBody>
            <a:bodyPr/>
            <a:lstStyle/>
            <a:p/>
          </p:txBody>
        </p:sp>
        <p:sp>
          <p:nvSpPr>
            <p:cNvPr id="45" name="tx14"/>
            <p:cNvSpPr/>
            <p:nvPr/>
          </p:nvSpPr>
          <p:spPr>
            <a:xfrm>
              <a:off x="11264174" y="3674911"/>
              <a:ext cx="177756"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No</a:t>
              </a:r>
            </a:p>
          </p:txBody>
        </p:sp>
        <p:sp>
          <p:nvSpPr>
            <p:cNvPr id="46" name="tx15"/>
            <p:cNvSpPr/>
            <p:nvPr/>
          </p:nvSpPr>
          <p:spPr>
            <a:xfrm>
              <a:off x="11264174" y="4025953"/>
              <a:ext cx="125992" cy="98775"/>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Sí</a:t>
              </a:r>
            </a:p>
          </p:txBody>
        </p:sp>
        <p:sp>
          <p:nvSpPr>
            <p:cNvPr id="47" name="tx16"/>
            <p:cNvSpPr/>
            <p:nvPr/>
          </p:nvSpPr>
          <p:spPr>
            <a:xfrm>
              <a:off x="8214969" y="6000470"/>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178 respuestas</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3 GRÁFICOS 1 ARRIBA (P_SLIDE_3_GRAFICOS_1ARRIBA)</a:t>
            </a:r>
          </a:p>
        </p:txBody>
      </p:sp>
      <p:grpSp xmlns:pic="http://schemas.openxmlformats.org/drawingml/2006/picture">
        <p:nvGrpSpPr>
          <p:cNvPr id="3" name="Picture Placeholder 5"/>
          <p:cNvGrpSpPr/>
          <p:nvPr/>
        </p:nvGrpSpPr>
        <p:grpSpPr>
          <a:xfrm>
            <a:off x="461772" y="1212494"/>
            <a:ext cx="11377879" cy="2345436"/>
            <a:chOff x="461772" y="1212494"/>
            <a:chExt cx="11377879" cy="2345436"/>
          </a:xfrm>
        </p:grpSpPr>
        <p:sp>
          <p:nvSpPr>
            <p:cNvPr id="4" name="rc3"/>
            <p:cNvSpPr/>
            <p:nvPr/>
          </p:nvSpPr>
          <p:spPr>
            <a:xfrm>
              <a:off x="461772" y="1212494"/>
              <a:ext cx="11377879" cy="2345436"/>
            </a:xfrm>
            <a:prstGeom prst="rect">
              <a:avLst/>
            </a:prstGeom>
          </p:spPr>
          <p:txBody>
            <a:bodyPr/>
            <a:lstStyle/>
            <a:p/>
          </p:txBody>
        </p:sp>
        <p:sp>
          <p:nvSpPr>
            <p:cNvPr id="5" name="rc4"/>
            <p:cNvSpPr/>
            <p:nvPr/>
          </p:nvSpPr>
          <p:spPr>
            <a:xfrm>
              <a:off x="765433" y="1653763"/>
              <a:ext cx="10770556" cy="1259104"/>
            </a:xfrm>
            <a:prstGeom prst="rect">
              <a:avLst/>
            </a:prstGeom>
          </p:spPr>
          <p:txBody>
            <a:bodyPr/>
            <a:lstStyle/>
            <a:p/>
          </p:txBody>
        </p:sp>
        <p:sp>
          <p:nvSpPr>
            <p:cNvPr id="6" name="rc5"/>
            <p:cNvSpPr/>
            <p:nvPr/>
          </p:nvSpPr>
          <p:spPr>
            <a:xfrm>
              <a:off x="1147614" y="2709227"/>
              <a:ext cx="1320261" cy="146407"/>
            </a:xfrm>
            <a:prstGeom prst="rect">
              <a:avLst/>
            </a:prstGeom>
            <a:solidFill>
              <a:srgbClr val="0B4F8C">
                <a:alpha val="100000"/>
              </a:srgbClr>
            </a:solidFill>
          </p:spPr>
          <p:txBody>
            <a:bodyPr/>
            <a:lstStyle/>
            <a:p/>
          </p:txBody>
        </p:sp>
        <p:sp>
          <p:nvSpPr>
            <p:cNvPr id="7" name="rc6"/>
            <p:cNvSpPr/>
            <p:nvPr/>
          </p:nvSpPr>
          <p:spPr>
            <a:xfrm>
              <a:off x="2884800" y="2729192"/>
              <a:ext cx="1320261" cy="126442"/>
            </a:xfrm>
            <a:prstGeom prst="rect">
              <a:avLst/>
            </a:prstGeom>
            <a:solidFill>
              <a:srgbClr val="2A9D8F">
                <a:alpha val="100000"/>
              </a:srgbClr>
            </a:solidFill>
          </p:spPr>
          <p:txBody>
            <a:bodyPr/>
            <a:lstStyle/>
            <a:p/>
          </p:txBody>
        </p:sp>
        <p:sp>
          <p:nvSpPr>
            <p:cNvPr id="8" name="rc7"/>
            <p:cNvSpPr/>
            <p:nvPr/>
          </p:nvSpPr>
          <p:spPr>
            <a:xfrm>
              <a:off x="4621987" y="2629369"/>
              <a:ext cx="1320261" cy="226266"/>
            </a:xfrm>
            <a:prstGeom prst="rect">
              <a:avLst/>
            </a:prstGeom>
            <a:solidFill>
              <a:srgbClr val="E9C46A">
                <a:alpha val="100000"/>
              </a:srgbClr>
            </a:solidFill>
          </p:spPr>
          <p:txBody>
            <a:bodyPr/>
            <a:lstStyle/>
            <a:p/>
          </p:txBody>
        </p:sp>
        <p:sp>
          <p:nvSpPr>
            <p:cNvPr id="9" name="rc8"/>
            <p:cNvSpPr/>
            <p:nvPr/>
          </p:nvSpPr>
          <p:spPr>
            <a:xfrm>
              <a:off x="6359173" y="2642679"/>
              <a:ext cx="1320261" cy="212956"/>
            </a:xfrm>
            <a:prstGeom prst="rect">
              <a:avLst/>
            </a:prstGeom>
            <a:solidFill>
              <a:srgbClr val="F4A261">
                <a:alpha val="100000"/>
              </a:srgbClr>
            </a:solidFill>
          </p:spPr>
          <p:txBody>
            <a:bodyPr/>
            <a:lstStyle/>
            <a:p/>
          </p:txBody>
        </p:sp>
        <p:sp>
          <p:nvSpPr>
            <p:cNvPr id="10" name="rc9"/>
            <p:cNvSpPr/>
            <p:nvPr/>
          </p:nvSpPr>
          <p:spPr>
            <a:xfrm>
              <a:off x="8096360" y="2616059"/>
              <a:ext cx="1320261" cy="239575"/>
            </a:xfrm>
            <a:prstGeom prst="rect">
              <a:avLst/>
            </a:prstGeom>
            <a:solidFill>
              <a:srgbClr val="E76F51">
                <a:alpha val="100000"/>
              </a:srgbClr>
            </a:solidFill>
          </p:spPr>
          <p:txBody>
            <a:bodyPr/>
            <a:lstStyle/>
            <a:p/>
          </p:txBody>
        </p:sp>
        <p:sp>
          <p:nvSpPr>
            <p:cNvPr id="11" name="rc10"/>
            <p:cNvSpPr/>
            <p:nvPr/>
          </p:nvSpPr>
          <p:spPr>
            <a:xfrm>
              <a:off x="9833546" y="2662643"/>
              <a:ext cx="1320261" cy="192991"/>
            </a:xfrm>
            <a:prstGeom prst="rect">
              <a:avLst/>
            </a:prstGeom>
            <a:solidFill>
              <a:srgbClr val="7A9E9F">
                <a:alpha val="100000"/>
              </a:srgbClr>
            </a:solidFill>
          </p:spPr>
          <p:txBody>
            <a:bodyPr/>
            <a:lstStyle/>
            <a:p/>
          </p:txBody>
        </p:sp>
        <p:sp>
          <p:nvSpPr>
            <p:cNvPr id="12" name="tx11"/>
            <p:cNvSpPr/>
            <p:nvPr/>
          </p:nvSpPr>
          <p:spPr>
            <a:xfrm>
              <a:off x="1397203" y="2475866"/>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 (22)</a:t>
              </a:r>
            </a:p>
          </p:txBody>
        </p:sp>
        <p:sp>
          <p:nvSpPr>
            <p:cNvPr id="13" name="tx12"/>
            <p:cNvSpPr/>
            <p:nvPr/>
          </p:nvSpPr>
          <p:spPr>
            <a:xfrm>
              <a:off x="3134390" y="2495830"/>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 (19)</a:t>
              </a:r>
            </a:p>
          </p:txBody>
        </p:sp>
        <p:sp>
          <p:nvSpPr>
            <p:cNvPr id="14" name="tx13"/>
            <p:cNvSpPr/>
            <p:nvPr/>
          </p:nvSpPr>
          <p:spPr>
            <a:xfrm>
              <a:off x="4871576" y="2396007"/>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20% (34)</a:t>
              </a:r>
            </a:p>
          </p:txBody>
        </p:sp>
        <p:sp>
          <p:nvSpPr>
            <p:cNvPr id="15" name="tx14"/>
            <p:cNvSpPr/>
            <p:nvPr/>
          </p:nvSpPr>
          <p:spPr>
            <a:xfrm>
              <a:off x="6608763" y="2409317"/>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19% (32)</a:t>
              </a:r>
            </a:p>
          </p:txBody>
        </p:sp>
        <p:sp>
          <p:nvSpPr>
            <p:cNvPr id="16" name="tx15"/>
            <p:cNvSpPr/>
            <p:nvPr/>
          </p:nvSpPr>
          <p:spPr>
            <a:xfrm>
              <a:off x="8345949" y="2382697"/>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21% (36)</a:t>
              </a:r>
            </a:p>
          </p:txBody>
        </p:sp>
        <p:sp>
          <p:nvSpPr>
            <p:cNvPr id="17" name="tx16"/>
            <p:cNvSpPr/>
            <p:nvPr/>
          </p:nvSpPr>
          <p:spPr>
            <a:xfrm>
              <a:off x="10083136" y="2429282"/>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17% (29)</a:t>
              </a:r>
            </a:p>
          </p:txBody>
        </p:sp>
        <p:sp>
          <p:nvSpPr>
            <p:cNvPr id="18" name="tx17"/>
            <p:cNvSpPr/>
            <p:nvPr/>
          </p:nvSpPr>
          <p:spPr>
            <a:xfrm>
              <a:off x="1220717" y="2958431"/>
              <a:ext cx="1174055" cy="162520"/>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Quinto ciclo</a:t>
              </a:r>
            </a:p>
          </p:txBody>
        </p:sp>
        <p:sp>
          <p:nvSpPr>
            <p:cNvPr id="19" name="tx18"/>
            <p:cNvSpPr/>
            <p:nvPr/>
          </p:nvSpPr>
          <p:spPr>
            <a:xfrm>
              <a:off x="3008505" y="2970437"/>
              <a:ext cx="1072852" cy="150514"/>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Sexto ciclo</a:t>
              </a:r>
            </a:p>
          </p:txBody>
        </p:sp>
        <p:sp>
          <p:nvSpPr>
            <p:cNvPr id="20" name="tx19"/>
            <p:cNvSpPr/>
            <p:nvPr/>
          </p:nvSpPr>
          <p:spPr>
            <a:xfrm>
              <a:off x="4621569" y="2932932"/>
              <a:ext cx="1321097" cy="18801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Séptimo ciclo</a:t>
              </a:r>
            </a:p>
          </p:txBody>
        </p:sp>
        <p:sp>
          <p:nvSpPr>
            <p:cNvPr id="21" name="tx20"/>
            <p:cNvSpPr/>
            <p:nvPr/>
          </p:nvSpPr>
          <p:spPr>
            <a:xfrm>
              <a:off x="6415112" y="2970536"/>
              <a:ext cx="1208385" cy="15041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Octavo ciclo</a:t>
              </a:r>
            </a:p>
          </p:txBody>
        </p:sp>
        <p:sp>
          <p:nvSpPr>
            <p:cNvPr id="22" name="tx21"/>
            <p:cNvSpPr/>
            <p:nvPr/>
          </p:nvSpPr>
          <p:spPr>
            <a:xfrm>
              <a:off x="8124170" y="2973116"/>
              <a:ext cx="1264642"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Noveno ciclo</a:t>
              </a:r>
            </a:p>
          </p:txBody>
        </p:sp>
        <p:sp>
          <p:nvSpPr>
            <p:cNvPr id="23" name="tx22"/>
            <p:cNvSpPr/>
            <p:nvPr/>
          </p:nvSpPr>
          <p:spPr>
            <a:xfrm>
              <a:off x="9866912" y="2970635"/>
              <a:ext cx="1253529" cy="150316"/>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Décimo ciclo</a:t>
              </a:r>
            </a:p>
          </p:txBody>
        </p:sp>
        <p:sp>
          <p:nvSpPr>
            <p:cNvPr id="24" name="tx23"/>
            <p:cNvSpPr/>
            <p:nvPr/>
          </p:nvSpPr>
          <p:spPr>
            <a:xfrm>
              <a:off x="5902317" y="1359363"/>
              <a:ext cx="496788" cy="15041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CA5651">
                      <a:alpha val="100000"/>
                    </a:srgbClr>
                  </a:solidFill>
                  <a:latin typeface="Arial"/>
                  <a:cs typeface="Arial"/>
                </a:rPr>
                <a:t>Ciclo</a:t>
              </a:r>
            </a:p>
          </p:txBody>
        </p:sp>
        <p:sp>
          <p:nvSpPr>
            <p:cNvPr id="25" name="tx24"/>
            <p:cNvSpPr/>
            <p:nvPr/>
          </p:nvSpPr>
          <p:spPr>
            <a:xfrm>
              <a:off x="10061847" y="3234202"/>
              <a:ext cx="1474142" cy="139824"/>
            </a:xfrm>
            <a:prstGeom prst="rect">
              <a:avLst/>
            </a:prstGeom>
            <a:noFill/>
          </p:spPr>
          <p:txBody>
            <a:bodyPr lIns="0" rIns="0" tIns="0" bIns="0" anchorCtr="1" anchor="ctr" wrap="none"/>
            <a:lstStyle/>
            <a:p>
              <a:pPr algn="l" marL="0" marR="0" indent="0">
                <a:lnSpc>
                  <a:spcPts val="1200"/>
                </a:lnSpc>
                <a:spcBef>
                  <a:spcPts val="0"/>
                </a:spcBef>
                <a:spcAft>
                  <a:spcPts val="0"/>
                </a:spcAft>
              </a:pPr>
              <a:r>
                <a:rPr sz="1200">
                  <a:solidFill>
                    <a:srgbClr val="081F5C">
                      <a:alpha val="100000"/>
                    </a:srgbClr>
                  </a:solidFill>
                  <a:latin typeface="Arial"/>
                  <a:cs typeface="Arial"/>
                </a:rPr>
                <a:t>Base: 172 respuestas</a:t>
              </a:r>
            </a:p>
          </p:txBody>
        </p:sp>
      </p:grpSp>
      <p:grpSp xmlns:pic="http://schemas.openxmlformats.org/drawingml/2006/picture">
        <p:nvGrpSpPr>
          <p:cNvPr id="26" name="Picture Placeholder 5"/>
          <p:cNvGrpSpPr/>
          <p:nvPr/>
        </p:nvGrpSpPr>
        <p:grpSpPr>
          <a:xfrm>
            <a:off x="461772" y="3754526"/>
            <a:ext cx="5577840" cy="2345436"/>
            <a:chOff x="461772" y="3754526"/>
            <a:chExt cx="5577840" cy="2345436"/>
          </a:xfrm>
        </p:grpSpPr>
        <p:sp>
          <p:nvSpPr>
            <p:cNvPr id="27" name="tx3"/>
            <p:cNvSpPr/>
            <p:nvPr/>
          </p:nvSpPr>
          <p:spPr>
            <a:xfrm>
              <a:off x="2894992" y="3922527"/>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28" name="rc4"/>
            <p:cNvSpPr/>
            <p:nvPr/>
          </p:nvSpPr>
          <p:spPr>
            <a:xfrm>
              <a:off x="2720797" y="4436525"/>
              <a:ext cx="3318814" cy="1465755"/>
            </a:xfrm>
            <a:prstGeom prst="rect">
              <a:avLst/>
            </a:prstGeom>
          </p:spPr>
          <p:txBody>
            <a:bodyPr/>
            <a:lstStyle/>
            <a:p/>
          </p:txBody>
        </p:sp>
        <p:sp>
          <p:nvSpPr>
            <p:cNvPr id="29" name="rc5"/>
            <p:cNvSpPr/>
            <p:nvPr/>
          </p:nvSpPr>
          <p:spPr>
            <a:xfrm>
              <a:off x="2720797" y="4436525"/>
              <a:ext cx="3318814" cy="1465755"/>
            </a:xfrm>
            <a:prstGeom prst="rect">
              <a:avLst/>
            </a:prstGeom>
          </p:spPr>
          <p:txBody>
            <a:bodyPr/>
            <a:lstStyle/>
            <a:p/>
          </p:txBody>
        </p:sp>
        <p:sp>
          <p:nvSpPr>
            <p:cNvPr id="30" name="rc6"/>
            <p:cNvSpPr/>
            <p:nvPr/>
          </p:nvSpPr>
          <p:spPr>
            <a:xfrm>
              <a:off x="2720797" y="4629738"/>
              <a:ext cx="1717293" cy="413076"/>
            </a:xfrm>
            <a:prstGeom prst="rect">
              <a:avLst/>
            </a:prstGeom>
            <a:solidFill>
              <a:srgbClr val="081F5C">
                <a:alpha val="100000"/>
              </a:srgbClr>
            </a:solidFill>
          </p:spPr>
          <p:txBody>
            <a:bodyPr/>
            <a:lstStyle/>
            <a:p/>
          </p:txBody>
        </p:sp>
        <p:sp>
          <p:nvSpPr>
            <p:cNvPr id="31" name="rc7"/>
            <p:cNvSpPr/>
            <p:nvPr/>
          </p:nvSpPr>
          <p:spPr>
            <a:xfrm>
              <a:off x="2720797" y="5295991"/>
              <a:ext cx="1601521" cy="413076"/>
            </a:xfrm>
            <a:prstGeom prst="rect">
              <a:avLst/>
            </a:prstGeom>
            <a:solidFill>
              <a:srgbClr val="081F5C">
                <a:alpha val="100000"/>
              </a:srgbClr>
            </a:solidFill>
          </p:spPr>
          <p:txBody>
            <a:bodyPr/>
            <a:lstStyle/>
            <a:p/>
          </p:txBody>
        </p:sp>
        <p:sp>
          <p:nvSpPr>
            <p:cNvPr id="32" name="tx8"/>
            <p:cNvSpPr/>
            <p:nvPr/>
          </p:nvSpPr>
          <p:spPr>
            <a:xfrm>
              <a:off x="3376939" y="475555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33" name="tx9"/>
            <p:cNvSpPr/>
            <p:nvPr/>
          </p:nvSpPr>
          <p:spPr>
            <a:xfrm>
              <a:off x="3319053" y="542180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34" name="tx10"/>
            <p:cNvSpPr/>
            <p:nvPr/>
          </p:nvSpPr>
          <p:spPr>
            <a:xfrm>
              <a:off x="1556167" y="5460733"/>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35" name="tx11"/>
            <p:cNvSpPr/>
            <p:nvPr/>
          </p:nvSpPr>
          <p:spPr>
            <a:xfrm>
              <a:off x="1522235" y="4727855"/>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36" name="tx12"/>
            <p:cNvSpPr/>
            <p:nvPr/>
          </p:nvSpPr>
          <p:spPr>
            <a:xfrm>
              <a:off x="4213169" y="5964532"/>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7" name="Picture Placeholder 5"/>
          <p:cNvGrpSpPr/>
          <p:nvPr/>
        </p:nvGrpSpPr>
        <p:grpSpPr>
          <a:xfrm>
            <a:off x="6268212" y="3754526"/>
            <a:ext cx="5577840" cy="2345436"/>
            <a:chOff x="6268212" y="3754526"/>
            <a:chExt cx="5577840" cy="2345436"/>
          </a:xfrm>
        </p:grpSpPr>
        <p:sp>
          <p:nvSpPr>
            <p:cNvPr id="38" name="tx3"/>
            <p:cNvSpPr/>
            <p:nvPr/>
          </p:nvSpPr>
          <p:spPr>
            <a:xfrm>
              <a:off x="8328915" y="3775140"/>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39" name="rc4"/>
            <p:cNvSpPr/>
            <p:nvPr/>
          </p:nvSpPr>
          <p:spPr>
            <a:xfrm>
              <a:off x="8527237" y="4132336"/>
              <a:ext cx="3318814" cy="1858115"/>
            </a:xfrm>
            <a:prstGeom prst="rect">
              <a:avLst/>
            </a:prstGeom>
          </p:spPr>
          <p:txBody>
            <a:bodyPr/>
            <a:lstStyle/>
            <a:p/>
          </p:txBody>
        </p:sp>
        <p:sp>
          <p:nvSpPr>
            <p:cNvPr id="40" name="rc5"/>
            <p:cNvSpPr/>
            <p:nvPr/>
          </p:nvSpPr>
          <p:spPr>
            <a:xfrm>
              <a:off x="8527237" y="4132336"/>
              <a:ext cx="3318814" cy="1858115"/>
            </a:xfrm>
            <a:prstGeom prst="rect">
              <a:avLst/>
            </a:prstGeom>
          </p:spPr>
          <p:txBody>
            <a:bodyPr/>
            <a:lstStyle/>
            <a:p/>
          </p:txBody>
        </p:sp>
        <p:sp>
          <p:nvSpPr>
            <p:cNvPr id="41" name="rc6"/>
            <p:cNvSpPr/>
            <p:nvPr/>
          </p:nvSpPr>
          <p:spPr>
            <a:xfrm>
              <a:off x="8527237" y="4271379"/>
              <a:ext cx="1427862" cy="252804"/>
            </a:xfrm>
            <a:prstGeom prst="rect">
              <a:avLst/>
            </a:prstGeom>
            <a:solidFill>
              <a:srgbClr val="081F5C">
                <a:alpha val="100000"/>
              </a:srgbClr>
            </a:solidFill>
          </p:spPr>
          <p:txBody>
            <a:bodyPr/>
            <a:lstStyle/>
            <a:p/>
          </p:txBody>
        </p:sp>
        <p:sp>
          <p:nvSpPr>
            <p:cNvPr id="42" name="rc7"/>
            <p:cNvSpPr/>
            <p:nvPr/>
          </p:nvSpPr>
          <p:spPr>
            <a:xfrm>
              <a:off x="8527237" y="4713787"/>
              <a:ext cx="1543634" cy="252804"/>
            </a:xfrm>
            <a:prstGeom prst="rect">
              <a:avLst/>
            </a:prstGeom>
            <a:solidFill>
              <a:srgbClr val="081F5C">
                <a:alpha val="100000"/>
              </a:srgbClr>
            </a:solidFill>
          </p:spPr>
          <p:txBody>
            <a:bodyPr/>
            <a:lstStyle/>
            <a:p/>
          </p:txBody>
        </p:sp>
        <p:sp>
          <p:nvSpPr>
            <p:cNvPr id="43" name="rc8"/>
            <p:cNvSpPr/>
            <p:nvPr/>
          </p:nvSpPr>
          <p:spPr>
            <a:xfrm>
              <a:off x="8527237" y="5156195"/>
              <a:ext cx="270136" cy="252804"/>
            </a:xfrm>
            <a:prstGeom prst="rect">
              <a:avLst/>
            </a:prstGeom>
            <a:solidFill>
              <a:srgbClr val="081F5C">
                <a:alpha val="100000"/>
              </a:srgbClr>
            </a:solidFill>
          </p:spPr>
          <p:txBody>
            <a:bodyPr/>
            <a:lstStyle/>
            <a:p/>
          </p:txBody>
        </p:sp>
        <p:sp>
          <p:nvSpPr>
            <p:cNvPr id="44" name="rc9"/>
            <p:cNvSpPr/>
            <p:nvPr/>
          </p:nvSpPr>
          <p:spPr>
            <a:xfrm>
              <a:off x="8527237" y="5598604"/>
              <a:ext cx="77181" cy="252804"/>
            </a:xfrm>
            <a:prstGeom prst="rect">
              <a:avLst/>
            </a:prstGeom>
            <a:solidFill>
              <a:srgbClr val="081F5C">
                <a:alpha val="100000"/>
              </a:srgbClr>
            </a:solidFill>
          </p:spPr>
          <p:txBody>
            <a:bodyPr/>
            <a:lstStyle/>
            <a:p/>
          </p:txBody>
        </p:sp>
        <p:sp>
          <p:nvSpPr>
            <p:cNvPr id="45" name="tx10"/>
            <p:cNvSpPr/>
            <p:nvPr/>
          </p:nvSpPr>
          <p:spPr>
            <a:xfrm>
              <a:off x="9038664" y="431705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46" name="tx11"/>
            <p:cNvSpPr/>
            <p:nvPr/>
          </p:nvSpPr>
          <p:spPr>
            <a:xfrm>
              <a:off x="9096550" y="475946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47" name="tx12"/>
            <p:cNvSpPr/>
            <p:nvPr/>
          </p:nvSpPr>
          <p:spPr>
            <a:xfrm>
              <a:off x="8847155" y="5201873"/>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48" name="tx13"/>
            <p:cNvSpPr/>
            <p:nvPr/>
          </p:nvSpPr>
          <p:spPr>
            <a:xfrm>
              <a:off x="8654201" y="5644281"/>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49" name="tx14"/>
            <p:cNvSpPr/>
            <p:nvPr/>
          </p:nvSpPr>
          <p:spPr>
            <a:xfrm>
              <a:off x="6616681" y="5680499"/>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50" name="tx15"/>
            <p:cNvSpPr/>
            <p:nvPr/>
          </p:nvSpPr>
          <p:spPr>
            <a:xfrm>
              <a:off x="6797358" y="5217855"/>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51" name="tx16"/>
            <p:cNvSpPr/>
            <p:nvPr/>
          </p:nvSpPr>
          <p:spPr>
            <a:xfrm>
              <a:off x="6797358" y="4753326"/>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52" name="tx17"/>
            <p:cNvSpPr/>
            <p:nvPr/>
          </p:nvSpPr>
          <p:spPr>
            <a:xfrm>
              <a:off x="6797358" y="4288698"/>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sp>
          <p:nvSpPr>
            <p:cNvPr id="53" name="tx18"/>
            <p:cNvSpPr/>
            <p:nvPr/>
          </p:nvSpPr>
          <p:spPr>
            <a:xfrm>
              <a:off x="10019609" y="5995392"/>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2 GRÁFICOS VERTICAL (P_SLIDE_2_GRAFICOS_VERTICAL)</a:t>
            </a:r>
          </a:p>
        </p:txBody>
      </p:sp>
      <p:grpSp xmlns:pic="http://schemas.openxmlformats.org/drawingml/2006/picture">
        <p:nvGrpSpPr>
          <p:cNvPr id="3" name="Picture Placeholder 5"/>
          <p:cNvGrpSpPr/>
          <p:nvPr/>
        </p:nvGrpSpPr>
        <p:grpSpPr>
          <a:xfrm>
            <a:off x="1559052" y="1212494"/>
            <a:ext cx="9189720" cy="2345436"/>
            <a:chOff x="1559052" y="1212494"/>
            <a:chExt cx="9189720" cy="2345436"/>
          </a:xfrm>
        </p:grpSpPr>
        <p:sp>
          <p:nvSpPr>
            <p:cNvPr id="4" name="rc3"/>
            <p:cNvSpPr/>
            <p:nvPr/>
          </p:nvSpPr>
          <p:spPr>
            <a:xfrm>
              <a:off x="1559052" y="1212494"/>
              <a:ext cx="9189719" cy="2345436"/>
            </a:xfrm>
            <a:prstGeom prst="rect">
              <a:avLst/>
            </a:prstGeom>
          </p:spPr>
          <p:txBody>
            <a:bodyPr/>
            <a:lstStyle/>
            <a:p/>
          </p:txBody>
        </p:sp>
        <p:sp>
          <p:nvSpPr>
            <p:cNvPr id="5" name="rc4"/>
            <p:cNvSpPr/>
            <p:nvPr/>
          </p:nvSpPr>
          <p:spPr>
            <a:xfrm>
              <a:off x="1862713" y="1653763"/>
              <a:ext cx="8582397" cy="1259104"/>
            </a:xfrm>
            <a:prstGeom prst="rect">
              <a:avLst/>
            </a:prstGeom>
          </p:spPr>
          <p:txBody>
            <a:bodyPr/>
            <a:lstStyle/>
            <a:p/>
          </p:txBody>
        </p:sp>
        <p:sp>
          <p:nvSpPr>
            <p:cNvPr id="6" name="rc5"/>
            <p:cNvSpPr/>
            <p:nvPr/>
          </p:nvSpPr>
          <p:spPr>
            <a:xfrm>
              <a:off x="2167249" y="2709227"/>
              <a:ext cx="1052035" cy="146407"/>
            </a:xfrm>
            <a:prstGeom prst="rect">
              <a:avLst/>
            </a:prstGeom>
            <a:solidFill>
              <a:srgbClr val="0B4F8C">
                <a:alpha val="100000"/>
              </a:srgbClr>
            </a:solidFill>
          </p:spPr>
          <p:txBody>
            <a:bodyPr/>
            <a:lstStyle/>
            <a:p/>
          </p:txBody>
        </p:sp>
        <p:sp>
          <p:nvSpPr>
            <p:cNvPr id="7" name="rc6"/>
            <p:cNvSpPr/>
            <p:nvPr/>
          </p:nvSpPr>
          <p:spPr>
            <a:xfrm>
              <a:off x="3551507" y="2729192"/>
              <a:ext cx="1052035" cy="126442"/>
            </a:xfrm>
            <a:prstGeom prst="rect">
              <a:avLst/>
            </a:prstGeom>
            <a:solidFill>
              <a:srgbClr val="2A9D8F">
                <a:alpha val="100000"/>
              </a:srgbClr>
            </a:solidFill>
          </p:spPr>
          <p:txBody>
            <a:bodyPr/>
            <a:lstStyle/>
            <a:p/>
          </p:txBody>
        </p:sp>
        <p:sp>
          <p:nvSpPr>
            <p:cNvPr id="8" name="rc7"/>
            <p:cNvSpPr/>
            <p:nvPr/>
          </p:nvSpPr>
          <p:spPr>
            <a:xfrm>
              <a:off x="4935765" y="2629369"/>
              <a:ext cx="1052035" cy="226266"/>
            </a:xfrm>
            <a:prstGeom prst="rect">
              <a:avLst/>
            </a:prstGeom>
            <a:solidFill>
              <a:srgbClr val="E9C46A">
                <a:alpha val="100000"/>
              </a:srgbClr>
            </a:solidFill>
          </p:spPr>
          <p:txBody>
            <a:bodyPr/>
            <a:lstStyle/>
            <a:p/>
          </p:txBody>
        </p:sp>
        <p:sp>
          <p:nvSpPr>
            <p:cNvPr id="9" name="rc8"/>
            <p:cNvSpPr/>
            <p:nvPr/>
          </p:nvSpPr>
          <p:spPr>
            <a:xfrm>
              <a:off x="6320022" y="2642679"/>
              <a:ext cx="1052035" cy="212956"/>
            </a:xfrm>
            <a:prstGeom prst="rect">
              <a:avLst/>
            </a:prstGeom>
            <a:solidFill>
              <a:srgbClr val="F4A261">
                <a:alpha val="100000"/>
              </a:srgbClr>
            </a:solidFill>
          </p:spPr>
          <p:txBody>
            <a:bodyPr/>
            <a:lstStyle/>
            <a:p/>
          </p:txBody>
        </p:sp>
        <p:sp>
          <p:nvSpPr>
            <p:cNvPr id="10" name="rc9"/>
            <p:cNvSpPr/>
            <p:nvPr/>
          </p:nvSpPr>
          <p:spPr>
            <a:xfrm>
              <a:off x="7704280" y="2616059"/>
              <a:ext cx="1052035" cy="239575"/>
            </a:xfrm>
            <a:prstGeom prst="rect">
              <a:avLst/>
            </a:prstGeom>
            <a:solidFill>
              <a:srgbClr val="E76F51">
                <a:alpha val="100000"/>
              </a:srgbClr>
            </a:solidFill>
          </p:spPr>
          <p:txBody>
            <a:bodyPr/>
            <a:lstStyle/>
            <a:p/>
          </p:txBody>
        </p:sp>
        <p:sp>
          <p:nvSpPr>
            <p:cNvPr id="11" name="rc10"/>
            <p:cNvSpPr/>
            <p:nvPr/>
          </p:nvSpPr>
          <p:spPr>
            <a:xfrm>
              <a:off x="9088538" y="2662643"/>
              <a:ext cx="1052035" cy="192991"/>
            </a:xfrm>
            <a:prstGeom prst="rect">
              <a:avLst/>
            </a:prstGeom>
            <a:solidFill>
              <a:srgbClr val="7A9E9F">
                <a:alpha val="100000"/>
              </a:srgbClr>
            </a:solidFill>
          </p:spPr>
          <p:txBody>
            <a:bodyPr/>
            <a:lstStyle/>
            <a:p/>
          </p:txBody>
        </p:sp>
        <p:sp>
          <p:nvSpPr>
            <p:cNvPr id="12" name="tx11"/>
            <p:cNvSpPr/>
            <p:nvPr/>
          </p:nvSpPr>
          <p:spPr>
            <a:xfrm>
              <a:off x="2282726" y="2475866"/>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 (22)</a:t>
              </a:r>
            </a:p>
          </p:txBody>
        </p:sp>
        <p:sp>
          <p:nvSpPr>
            <p:cNvPr id="13" name="tx12"/>
            <p:cNvSpPr/>
            <p:nvPr/>
          </p:nvSpPr>
          <p:spPr>
            <a:xfrm>
              <a:off x="3666983" y="2495830"/>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 (19)</a:t>
              </a:r>
            </a:p>
          </p:txBody>
        </p:sp>
        <p:sp>
          <p:nvSpPr>
            <p:cNvPr id="14" name="tx13"/>
            <p:cNvSpPr/>
            <p:nvPr/>
          </p:nvSpPr>
          <p:spPr>
            <a:xfrm>
              <a:off x="5051241" y="2396007"/>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20% (34)</a:t>
              </a:r>
            </a:p>
          </p:txBody>
        </p:sp>
        <p:sp>
          <p:nvSpPr>
            <p:cNvPr id="15" name="tx14"/>
            <p:cNvSpPr/>
            <p:nvPr/>
          </p:nvSpPr>
          <p:spPr>
            <a:xfrm>
              <a:off x="6435499" y="2409317"/>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19% (32)</a:t>
              </a:r>
            </a:p>
          </p:txBody>
        </p:sp>
        <p:sp>
          <p:nvSpPr>
            <p:cNvPr id="16" name="tx15"/>
            <p:cNvSpPr/>
            <p:nvPr/>
          </p:nvSpPr>
          <p:spPr>
            <a:xfrm>
              <a:off x="7819756" y="2382697"/>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21% (36)</a:t>
              </a:r>
            </a:p>
          </p:txBody>
        </p:sp>
        <p:sp>
          <p:nvSpPr>
            <p:cNvPr id="17" name="tx16"/>
            <p:cNvSpPr/>
            <p:nvPr/>
          </p:nvSpPr>
          <p:spPr>
            <a:xfrm>
              <a:off x="9204014" y="2429282"/>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17% (29)</a:t>
              </a:r>
            </a:p>
          </p:txBody>
        </p:sp>
        <p:sp>
          <p:nvSpPr>
            <p:cNvPr id="18" name="tx17"/>
            <p:cNvSpPr/>
            <p:nvPr/>
          </p:nvSpPr>
          <p:spPr>
            <a:xfrm>
              <a:off x="2106240" y="2958431"/>
              <a:ext cx="1174055" cy="162520"/>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Quinto ciclo</a:t>
              </a:r>
            </a:p>
          </p:txBody>
        </p:sp>
        <p:sp>
          <p:nvSpPr>
            <p:cNvPr id="19" name="tx18"/>
            <p:cNvSpPr/>
            <p:nvPr/>
          </p:nvSpPr>
          <p:spPr>
            <a:xfrm>
              <a:off x="3541099" y="2970437"/>
              <a:ext cx="1072852" cy="150514"/>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Sexto ciclo</a:t>
              </a:r>
            </a:p>
          </p:txBody>
        </p:sp>
        <p:sp>
          <p:nvSpPr>
            <p:cNvPr id="20" name="tx19"/>
            <p:cNvSpPr/>
            <p:nvPr/>
          </p:nvSpPr>
          <p:spPr>
            <a:xfrm>
              <a:off x="4801234" y="2932932"/>
              <a:ext cx="1321097" cy="18801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Séptimo ciclo</a:t>
              </a:r>
            </a:p>
          </p:txBody>
        </p:sp>
        <p:sp>
          <p:nvSpPr>
            <p:cNvPr id="21" name="tx20"/>
            <p:cNvSpPr/>
            <p:nvPr/>
          </p:nvSpPr>
          <p:spPr>
            <a:xfrm>
              <a:off x="6241848" y="2970536"/>
              <a:ext cx="1208385" cy="15041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Octavo ciclo</a:t>
              </a:r>
            </a:p>
          </p:txBody>
        </p:sp>
        <p:sp>
          <p:nvSpPr>
            <p:cNvPr id="22" name="tx21"/>
            <p:cNvSpPr/>
            <p:nvPr/>
          </p:nvSpPr>
          <p:spPr>
            <a:xfrm>
              <a:off x="7597977" y="2973116"/>
              <a:ext cx="1264642"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Noveno ciclo</a:t>
              </a:r>
            </a:p>
          </p:txBody>
        </p:sp>
        <p:sp>
          <p:nvSpPr>
            <p:cNvPr id="23" name="tx22"/>
            <p:cNvSpPr/>
            <p:nvPr/>
          </p:nvSpPr>
          <p:spPr>
            <a:xfrm>
              <a:off x="8987791" y="2970635"/>
              <a:ext cx="1253529" cy="150316"/>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Décimo ciclo</a:t>
              </a:r>
            </a:p>
          </p:txBody>
        </p:sp>
        <p:sp>
          <p:nvSpPr>
            <p:cNvPr id="24" name="tx23"/>
            <p:cNvSpPr/>
            <p:nvPr/>
          </p:nvSpPr>
          <p:spPr>
            <a:xfrm>
              <a:off x="5905517" y="1359363"/>
              <a:ext cx="496788" cy="15041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CA5651">
                      <a:alpha val="100000"/>
                    </a:srgbClr>
                  </a:solidFill>
                  <a:latin typeface="Arial"/>
                  <a:cs typeface="Arial"/>
                </a:rPr>
                <a:t>Ciclo</a:t>
              </a:r>
            </a:p>
          </p:txBody>
        </p:sp>
        <p:sp>
          <p:nvSpPr>
            <p:cNvPr id="25" name="tx24"/>
            <p:cNvSpPr/>
            <p:nvPr/>
          </p:nvSpPr>
          <p:spPr>
            <a:xfrm>
              <a:off x="8970968" y="3234202"/>
              <a:ext cx="1474142" cy="139824"/>
            </a:xfrm>
            <a:prstGeom prst="rect">
              <a:avLst/>
            </a:prstGeom>
            <a:noFill/>
          </p:spPr>
          <p:txBody>
            <a:bodyPr lIns="0" rIns="0" tIns="0" bIns="0" anchorCtr="1" anchor="ctr" wrap="none"/>
            <a:lstStyle/>
            <a:p>
              <a:pPr algn="l" marL="0" marR="0" indent="0">
                <a:lnSpc>
                  <a:spcPts val="1200"/>
                </a:lnSpc>
                <a:spcBef>
                  <a:spcPts val="0"/>
                </a:spcBef>
                <a:spcAft>
                  <a:spcPts val="0"/>
                </a:spcAft>
              </a:pPr>
              <a:r>
                <a:rPr sz="1200">
                  <a:solidFill>
                    <a:srgbClr val="081F5C">
                      <a:alpha val="100000"/>
                    </a:srgbClr>
                  </a:solidFill>
                  <a:latin typeface="Arial"/>
                  <a:cs typeface="Arial"/>
                </a:rPr>
                <a:t>Base: 172 respuestas</a:t>
              </a:r>
            </a:p>
          </p:txBody>
        </p:sp>
      </p:grpSp>
      <p:grpSp xmlns:pic="http://schemas.openxmlformats.org/drawingml/2006/picture">
        <p:nvGrpSpPr>
          <p:cNvPr id="26" name="Picture Placeholder 5"/>
          <p:cNvGrpSpPr/>
          <p:nvPr/>
        </p:nvGrpSpPr>
        <p:grpSpPr>
          <a:xfrm>
            <a:off x="1559052" y="3754526"/>
            <a:ext cx="9189720" cy="2345436"/>
            <a:chOff x="1559052" y="3754526"/>
            <a:chExt cx="9189720" cy="2345436"/>
          </a:xfrm>
        </p:grpSpPr>
        <p:sp>
          <p:nvSpPr>
            <p:cNvPr id="27" name="rc3"/>
            <p:cNvSpPr/>
            <p:nvPr/>
          </p:nvSpPr>
          <p:spPr>
            <a:xfrm>
              <a:off x="1559052" y="3754526"/>
              <a:ext cx="9189719" cy="2345436"/>
            </a:xfrm>
            <a:prstGeom prst="rect">
              <a:avLst/>
            </a:prstGeom>
          </p:spPr>
          <p:txBody>
            <a:bodyPr/>
            <a:lstStyle/>
            <a:p/>
          </p:txBody>
        </p:sp>
        <p:sp>
          <p:nvSpPr>
            <p:cNvPr id="28" name="rc4"/>
            <p:cNvSpPr/>
            <p:nvPr/>
          </p:nvSpPr>
          <p:spPr>
            <a:xfrm>
              <a:off x="1862713" y="4195795"/>
              <a:ext cx="8582397" cy="1259104"/>
            </a:xfrm>
            <a:prstGeom prst="rect">
              <a:avLst/>
            </a:prstGeom>
          </p:spPr>
          <p:txBody>
            <a:bodyPr/>
            <a:lstStyle/>
            <a:p/>
          </p:txBody>
        </p:sp>
        <p:sp>
          <p:nvSpPr>
            <p:cNvPr id="29" name="rc5"/>
            <p:cNvSpPr/>
            <p:nvPr/>
          </p:nvSpPr>
          <p:spPr>
            <a:xfrm>
              <a:off x="2452753" y="5177544"/>
              <a:ext cx="2038319" cy="220123"/>
            </a:xfrm>
            <a:prstGeom prst="rect">
              <a:avLst/>
            </a:prstGeom>
            <a:solidFill>
              <a:srgbClr val="0B4F8C">
                <a:alpha val="100000"/>
              </a:srgbClr>
            </a:solidFill>
          </p:spPr>
          <p:txBody>
            <a:bodyPr/>
            <a:lstStyle/>
            <a:p/>
          </p:txBody>
        </p:sp>
        <p:sp>
          <p:nvSpPr>
            <p:cNvPr id="30" name="rc6"/>
            <p:cNvSpPr/>
            <p:nvPr/>
          </p:nvSpPr>
          <p:spPr>
            <a:xfrm>
              <a:off x="5134752" y="4561199"/>
              <a:ext cx="2038319" cy="836467"/>
            </a:xfrm>
            <a:prstGeom prst="rect">
              <a:avLst/>
            </a:prstGeom>
            <a:solidFill>
              <a:srgbClr val="2A9D8F">
                <a:alpha val="100000"/>
              </a:srgbClr>
            </a:solidFill>
          </p:spPr>
          <p:txBody>
            <a:bodyPr/>
            <a:lstStyle/>
            <a:p/>
          </p:txBody>
        </p:sp>
        <p:sp>
          <p:nvSpPr>
            <p:cNvPr id="31" name="rc7"/>
            <p:cNvSpPr/>
            <p:nvPr/>
          </p:nvSpPr>
          <p:spPr>
            <a:xfrm>
              <a:off x="7816751" y="5309618"/>
              <a:ext cx="2038319" cy="88049"/>
            </a:xfrm>
            <a:prstGeom prst="rect">
              <a:avLst/>
            </a:prstGeom>
            <a:solidFill>
              <a:srgbClr val="E9C46A">
                <a:alpha val="100000"/>
              </a:srgbClr>
            </a:solidFill>
          </p:spPr>
          <p:txBody>
            <a:bodyPr/>
            <a:lstStyle/>
            <a:p/>
          </p:txBody>
        </p:sp>
        <p:sp>
          <p:nvSpPr>
            <p:cNvPr id="32" name="tx8"/>
            <p:cNvSpPr/>
            <p:nvPr/>
          </p:nvSpPr>
          <p:spPr>
            <a:xfrm>
              <a:off x="3061371" y="4944182"/>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19% (10)</a:t>
              </a:r>
            </a:p>
          </p:txBody>
        </p:sp>
        <p:sp>
          <p:nvSpPr>
            <p:cNvPr id="33" name="tx9"/>
            <p:cNvSpPr/>
            <p:nvPr/>
          </p:nvSpPr>
          <p:spPr>
            <a:xfrm>
              <a:off x="5743370" y="4327837"/>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73% (38)</a:t>
              </a:r>
            </a:p>
          </p:txBody>
        </p:sp>
        <p:sp>
          <p:nvSpPr>
            <p:cNvPr id="34" name="tx10"/>
            <p:cNvSpPr/>
            <p:nvPr/>
          </p:nvSpPr>
          <p:spPr>
            <a:xfrm>
              <a:off x="8537910" y="5076256"/>
              <a:ext cx="596001"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 (4)</a:t>
              </a:r>
            </a:p>
          </p:txBody>
        </p:sp>
        <p:sp>
          <p:nvSpPr>
            <p:cNvPr id="35" name="tx11"/>
            <p:cNvSpPr/>
            <p:nvPr/>
          </p:nvSpPr>
          <p:spPr>
            <a:xfrm>
              <a:off x="3042742" y="5515148"/>
              <a:ext cx="858341"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Bachiller</a:t>
              </a:r>
            </a:p>
          </p:txBody>
        </p:sp>
        <p:sp>
          <p:nvSpPr>
            <p:cNvPr id="36" name="tx12"/>
            <p:cNvSpPr/>
            <p:nvPr/>
          </p:nvSpPr>
          <p:spPr>
            <a:xfrm>
              <a:off x="5736101" y="5472285"/>
              <a:ext cx="835620" cy="190698"/>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Magíster</a:t>
              </a:r>
            </a:p>
          </p:txBody>
        </p:sp>
        <p:sp>
          <p:nvSpPr>
            <p:cNvPr id="37" name="tx13"/>
            <p:cNvSpPr/>
            <p:nvPr/>
          </p:nvSpPr>
          <p:spPr>
            <a:xfrm>
              <a:off x="8508538" y="5515148"/>
              <a:ext cx="654744"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Doctor</a:t>
              </a:r>
            </a:p>
          </p:txBody>
        </p:sp>
        <p:sp>
          <p:nvSpPr>
            <p:cNvPr id="38" name="tx14"/>
            <p:cNvSpPr/>
            <p:nvPr/>
          </p:nvSpPr>
          <p:spPr>
            <a:xfrm>
              <a:off x="4793325" y="3861112"/>
              <a:ext cx="2721173" cy="190698"/>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CA5651">
                      <a:alpha val="100000"/>
                    </a:srgbClr>
                  </a:solidFill>
                  <a:latin typeface="Arial"/>
                  <a:cs typeface="Arial"/>
                </a:rPr>
                <a:t>Grado alcanzado (docentes)</a:t>
              </a:r>
            </a:p>
          </p:txBody>
        </p:sp>
        <p:sp>
          <p:nvSpPr>
            <p:cNvPr id="39" name="tx15"/>
            <p:cNvSpPr/>
            <p:nvPr/>
          </p:nvSpPr>
          <p:spPr>
            <a:xfrm>
              <a:off x="9055725" y="5776234"/>
              <a:ext cx="1389384" cy="139824"/>
            </a:xfrm>
            <a:prstGeom prst="rect">
              <a:avLst/>
            </a:prstGeom>
            <a:noFill/>
          </p:spPr>
          <p:txBody>
            <a:bodyPr lIns="0" rIns="0" tIns="0" bIns="0" anchorCtr="1" anchor="ctr" wrap="none"/>
            <a:lstStyle/>
            <a:p>
              <a:pPr algn="l" marL="0" marR="0" indent="0">
                <a:lnSpc>
                  <a:spcPts val="1200"/>
                </a:lnSpc>
                <a:spcBef>
                  <a:spcPts val="0"/>
                </a:spcBef>
                <a:spcAft>
                  <a:spcPts val="0"/>
                </a:spcAft>
              </a:pPr>
              <a:r>
                <a:rPr sz="1200">
                  <a:solidFill>
                    <a:srgbClr val="081F5C">
                      <a:alpha val="100000"/>
                    </a:srgbClr>
                  </a:solidFill>
                  <a:latin typeface="Arial"/>
                  <a:cs typeface="Arial"/>
                </a:rPr>
                <a:t>Base: 52 respuestas</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2 GRÁFICOS ASIMÉTRICO (P_SLIDE_2_GRAFICOS_ASIMETRICO)</a:t>
            </a:r>
          </a:p>
        </p:txBody>
      </p:sp>
      <p:grpSp xmlns:pic="http://schemas.openxmlformats.org/drawingml/2006/picture">
        <p:nvGrpSpPr>
          <p:cNvPr id="3" name="Picture Placeholder 5"/>
          <p:cNvGrpSpPr/>
          <p:nvPr/>
        </p:nvGrpSpPr>
        <p:grpSpPr>
          <a:xfrm>
            <a:off x="461772" y="1212494"/>
            <a:ext cx="6949440" cy="4887468"/>
            <a:chOff x="461772" y="1212494"/>
            <a:chExt cx="6949440" cy="4887468"/>
          </a:xfrm>
        </p:grpSpPr>
        <p:sp>
          <p:nvSpPr>
            <p:cNvPr id="4" name="tx3"/>
            <p:cNvSpPr/>
            <p:nvPr/>
          </p:nvSpPr>
          <p:spPr>
            <a:xfrm>
              <a:off x="3688097" y="1371691"/>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5" name="rc4"/>
            <p:cNvSpPr/>
            <p:nvPr/>
          </p:nvSpPr>
          <p:spPr>
            <a:xfrm>
              <a:off x="3276295" y="1870055"/>
              <a:ext cx="4134916" cy="4039308"/>
            </a:xfrm>
            <a:prstGeom prst="rect">
              <a:avLst/>
            </a:prstGeom>
          </p:spPr>
          <p:txBody>
            <a:bodyPr/>
            <a:lstStyle/>
            <a:p/>
          </p:txBody>
        </p:sp>
        <p:sp>
          <p:nvSpPr>
            <p:cNvPr id="6" name="rc5"/>
            <p:cNvSpPr/>
            <p:nvPr/>
          </p:nvSpPr>
          <p:spPr>
            <a:xfrm>
              <a:off x="3276295" y="1870055"/>
              <a:ext cx="4134916" cy="4039308"/>
            </a:xfrm>
            <a:prstGeom prst="rect">
              <a:avLst/>
            </a:prstGeom>
          </p:spPr>
          <p:txBody>
            <a:bodyPr/>
            <a:lstStyle/>
            <a:p/>
          </p:txBody>
        </p:sp>
        <p:sp>
          <p:nvSpPr>
            <p:cNvPr id="7" name="rc6"/>
            <p:cNvSpPr/>
            <p:nvPr/>
          </p:nvSpPr>
          <p:spPr>
            <a:xfrm>
              <a:off x="3276295" y="1981741"/>
              <a:ext cx="528884" cy="558429"/>
            </a:xfrm>
            <a:prstGeom prst="rect">
              <a:avLst/>
            </a:prstGeom>
            <a:solidFill>
              <a:srgbClr val="081F5C">
                <a:alpha val="100000"/>
              </a:srgbClr>
            </a:solidFill>
          </p:spPr>
          <p:txBody>
            <a:bodyPr/>
            <a:lstStyle/>
            <a:p/>
          </p:txBody>
        </p:sp>
        <p:sp>
          <p:nvSpPr>
            <p:cNvPr id="8" name="rc7"/>
            <p:cNvSpPr/>
            <p:nvPr/>
          </p:nvSpPr>
          <p:spPr>
            <a:xfrm>
              <a:off x="3276295" y="2633243"/>
              <a:ext cx="456764" cy="558429"/>
            </a:xfrm>
            <a:prstGeom prst="rect">
              <a:avLst/>
            </a:prstGeom>
            <a:solidFill>
              <a:srgbClr val="081F5C">
                <a:alpha val="100000"/>
              </a:srgbClr>
            </a:solidFill>
          </p:spPr>
          <p:txBody>
            <a:bodyPr/>
            <a:lstStyle/>
            <a:p/>
          </p:txBody>
        </p:sp>
        <p:sp>
          <p:nvSpPr>
            <p:cNvPr id="9" name="rc8"/>
            <p:cNvSpPr/>
            <p:nvPr/>
          </p:nvSpPr>
          <p:spPr>
            <a:xfrm>
              <a:off x="3276295" y="3284744"/>
              <a:ext cx="817367" cy="558429"/>
            </a:xfrm>
            <a:prstGeom prst="rect">
              <a:avLst/>
            </a:prstGeom>
            <a:solidFill>
              <a:srgbClr val="081F5C">
                <a:alpha val="100000"/>
              </a:srgbClr>
            </a:solidFill>
          </p:spPr>
          <p:txBody>
            <a:bodyPr/>
            <a:lstStyle/>
            <a:p/>
          </p:txBody>
        </p:sp>
        <p:sp>
          <p:nvSpPr>
            <p:cNvPr id="10" name="rc9"/>
            <p:cNvSpPr/>
            <p:nvPr/>
          </p:nvSpPr>
          <p:spPr>
            <a:xfrm>
              <a:off x="3276295" y="3936245"/>
              <a:ext cx="769286" cy="558429"/>
            </a:xfrm>
            <a:prstGeom prst="rect">
              <a:avLst/>
            </a:prstGeom>
            <a:solidFill>
              <a:srgbClr val="081F5C">
                <a:alpha val="100000"/>
              </a:srgbClr>
            </a:solidFill>
          </p:spPr>
          <p:txBody>
            <a:bodyPr/>
            <a:lstStyle/>
            <a:p/>
          </p:txBody>
        </p:sp>
        <p:sp>
          <p:nvSpPr>
            <p:cNvPr id="11" name="rc10"/>
            <p:cNvSpPr/>
            <p:nvPr/>
          </p:nvSpPr>
          <p:spPr>
            <a:xfrm>
              <a:off x="3276295" y="4587747"/>
              <a:ext cx="865447" cy="558429"/>
            </a:xfrm>
            <a:prstGeom prst="rect">
              <a:avLst/>
            </a:prstGeom>
            <a:solidFill>
              <a:srgbClr val="081F5C">
                <a:alpha val="100000"/>
              </a:srgbClr>
            </a:solidFill>
          </p:spPr>
          <p:txBody>
            <a:bodyPr/>
            <a:lstStyle/>
            <a:p/>
          </p:txBody>
        </p:sp>
        <p:sp>
          <p:nvSpPr>
            <p:cNvPr id="12" name="rc11"/>
            <p:cNvSpPr/>
            <p:nvPr/>
          </p:nvSpPr>
          <p:spPr>
            <a:xfrm>
              <a:off x="3276295" y="5239248"/>
              <a:ext cx="697166" cy="558429"/>
            </a:xfrm>
            <a:prstGeom prst="rect">
              <a:avLst/>
            </a:prstGeom>
            <a:solidFill>
              <a:srgbClr val="081F5C">
                <a:alpha val="100000"/>
              </a:srgbClr>
            </a:solidFill>
          </p:spPr>
          <p:txBody>
            <a:bodyPr/>
            <a:lstStyle/>
            <a:p/>
          </p:txBody>
        </p:sp>
        <p:sp>
          <p:nvSpPr>
            <p:cNvPr id="13" name="tx12"/>
            <p:cNvSpPr/>
            <p:nvPr/>
          </p:nvSpPr>
          <p:spPr>
            <a:xfrm>
              <a:off x="3867203" y="218023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14" name="tx13"/>
            <p:cNvSpPr/>
            <p:nvPr/>
          </p:nvSpPr>
          <p:spPr>
            <a:xfrm>
              <a:off x="3795083" y="283173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15" name="tx14"/>
            <p:cNvSpPr/>
            <p:nvPr/>
          </p:nvSpPr>
          <p:spPr>
            <a:xfrm>
              <a:off x="3482474" y="348323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16" name="tx15"/>
            <p:cNvSpPr/>
            <p:nvPr/>
          </p:nvSpPr>
          <p:spPr>
            <a:xfrm>
              <a:off x="3458434" y="413473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17" name="tx16"/>
            <p:cNvSpPr/>
            <p:nvPr/>
          </p:nvSpPr>
          <p:spPr>
            <a:xfrm>
              <a:off x="3506514" y="478623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18" name="tx17"/>
            <p:cNvSpPr/>
            <p:nvPr/>
          </p:nvSpPr>
          <p:spPr>
            <a:xfrm>
              <a:off x="3422374" y="543773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19" name="tx18"/>
            <p:cNvSpPr/>
            <p:nvPr/>
          </p:nvSpPr>
          <p:spPr>
            <a:xfrm>
              <a:off x="1767373" y="5495166"/>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20" name="tx19"/>
            <p:cNvSpPr/>
            <p:nvPr/>
          </p:nvSpPr>
          <p:spPr>
            <a:xfrm>
              <a:off x="1756261" y="4824428"/>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21" name="tx20"/>
            <p:cNvSpPr/>
            <p:nvPr/>
          </p:nvSpPr>
          <p:spPr>
            <a:xfrm>
              <a:off x="1812518" y="4148630"/>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22" name="tx21"/>
            <p:cNvSpPr/>
            <p:nvPr/>
          </p:nvSpPr>
          <p:spPr>
            <a:xfrm>
              <a:off x="1699805" y="3437808"/>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23" name="tx22"/>
            <p:cNvSpPr/>
            <p:nvPr/>
          </p:nvSpPr>
          <p:spPr>
            <a:xfrm>
              <a:off x="1948050" y="2802095"/>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24" name="tx23"/>
            <p:cNvSpPr/>
            <p:nvPr/>
          </p:nvSpPr>
          <p:spPr>
            <a:xfrm>
              <a:off x="1846847" y="2116871"/>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25" name="tx24"/>
            <p:cNvSpPr/>
            <p:nvPr/>
          </p:nvSpPr>
          <p:spPr>
            <a:xfrm>
              <a:off x="5568310" y="5967011"/>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26" name="Picture Placeholder 5"/>
          <p:cNvGrpSpPr/>
          <p:nvPr/>
        </p:nvGrpSpPr>
        <p:grpSpPr>
          <a:xfrm>
            <a:off x="7731252" y="1920240"/>
            <a:ext cx="4114800" cy="3474720"/>
            <a:chOff x="7731252" y="1920240"/>
            <a:chExt cx="4114800" cy="3474720"/>
          </a:xfrm>
        </p:grpSpPr>
        <p:sp>
          <p:nvSpPr>
            <p:cNvPr id="27" name="tx3"/>
            <p:cNvSpPr/>
            <p:nvPr/>
          </p:nvSpPr>
          <p:spPr>
            <a:xfrm>
              <a:off x="9477415" y="1957894"/>
              <a:ext cx="622473" cy="131613"/>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Género</a:t>
              </a:r>
            </a:p>
          </p:txBody>
        </p:sp>
        <p:sp>
          <p:nvSpPr>
            <p:cNvPr id="28" name="rc4"/>
            <p:cNvSpPr/>
            <p:nvPr/>
          </p:nvSpPr>
          <p:spPr>
            <a:xfrm>
              <a:off x="8329269" y="2198217"/>
              <a:ext cx="2918764" cy="2918764"/>
            </a:xfrm>
            <a:prstGeom prst="rect">
              <a:avLst/>
            </a:prstGeom>
          </p:spPr>
          <p:txBody>
            <a:bodyPr/>
            <a:lstStyle/>
            <a:p/>
          </p:txBody>
        </p:sp>
        <p:sp>
          <p:nvSpPr>
            <p:cNvPr id="29" name="rc5"/>
            <p:cNvSpPr/>
            <p:nvPr/>
          </p:nvSpPr>
          <p:spPr>
            <a:xfrm>
              <a:off x="8329269" y="2198217"/>
              <a:ext cx="2918764" cy="2918764"/>
            </a:xfrm>
            <a:prstGeom prst="rect">
              <a:avLst/>
            </a:prstGeom>
          </p:spPr>
          <p:txBody>
            <a:bodyPr/>
            <a:lstStyle/>
            <a:p/>
          </p:txBody>
        </p:sp>
        <p:sp>
          <p:nvSpPr>
            <p:cNvPr id="30" name="pg6"/>
            <p:cNvSpPr/>
            <p:nvPr/>
          </p:nvSpPr>
          <p:spPr>
            <a:xfrm>
              <a:off x="9788652" y="2490094"/>
              <a:ext cx="1167497" cy="2328007"/>
            </a:xfrm>
            <a:custGeom>
              <a:avLst/>
              <a:pathLst>
                <a:path w="1167497" h="2328007">
                  <a:moveTo>
                    <a:pt x="0" y="1167505"/>
                  </a:moveTo>
                  <a:lnTo>
                    <a:pt x="4403" y="1207523"/>
                  </a:lnTo>
                  <a:lnTo>
                    <a:pt x="8806" y="1247540"/>
                  </a:lnTo>
                  <a:lnTo>
                    <a:pt x="13209" y="1287557"/>
                  </a:lnTo>
                  <a:lnTo>
                    <a:pt x="17612" y="1327575"/>
                  </a:lnTo>
                  <a:lnTo>
                    <a:pt x="22015" y="1367592"/>
                  </a:lnTo>
                  <a:lnTo>
                    <a:pt x="26418" y="1407609"/>
                  </a:lnTo>
                  <a:lnTo>
                    <a:pt x="30822" y="1447627"/>
                  </a:lnTo>
                  <a:lnTo>
                    <a:pt x="35225" y="1487644"/>
                  </a:lnTo>
                  <a:lnTo>
                    <a:pt x="39628" y="1527661"/>
                  </a:lnTo>
                  <a:lnTo>
                    <a:pt x="44031" y="1567679"/>
                  </a:lnTo>
                  <a:lnTo>
                    <a:pt x="48434" y="1607696"/>
                  </a:lnTo>
                  <a:lnTo>
                    <a:pt x="52837" y="1647713"/>
                  </a:lnTo>
                  <a:lnTo>
                    <a:pt x="57241" y="1687730"/>
                  </a:lnTo>
                  <a:lnTo>
                    <a:pt x="61644" y="1727748"/>
                  </a:lnTo>
                  <a:lnTo>
                    <a:pt x="66047" y="1767765"/>
                  </a:lnTo>
                  <a:lnTo>
                    <a:pt x="70450" y="1807782"/>
                  </a:lnTo>
                  <a:lnTo>
                    <a:pt x="74853" y="1847800"/>
                  </a:lnTo>
                  <a:lnTo>
                    <a:pt x="79256" y="1887817"/>
                  </a:lnTo>
                  <a:lnTo>
                    <a:pt x="83659" y="1927834"/>
                  </a:lnTo>
                  <a:lnTo>
                    <a:pt x="88063" y="1967852"/>
                  </a:lnTo>
                  <a:lnTo>
                    <a:pt x="92466" y="2007869"/>
                  </a:lnTo>
                  <a:lnTo>
                    <a:pt x="96869" y="2047886"/>
                  </a:lnTo>
                  <a:lnTo>
                    <a:pt x="101272" y="2087904"/>
                  </a:lnTo>
                  <a:lnTo>
                    <a:pt x="105675" y="2127921"/>
                  </a:lnTo>
                  <a:lnTo>
                    <a:pt x="110078" y="2167938"/>
                  </a:lnTo>
                  <a:lnTo>
                    <a:pt x="114482" y="2207956"/>
                  </a:lnTo>
                  <a:lnTo>
                    <a:pt x="118885" y="2247973"/>
                  </a:lnTo>
                  <a:lnTo>
                    <a:pt x="123288" y="2287990"/>
                  </a:lnTo>
                  <a:lnTo>
                    <a:pt x="127691" y="2328007"/>
                  </a:lnTo>
                  <a:lnTo>
                    <a:pt x="167145" y="2322985"/>
                  </a:lnTo>
                  <a:lnTo>
                    <a:pt x="206404" y="2316621"/>
                  </a:lnTo>
                  <a:lnTo>
                    <a:pt x="245424" y="2308924"/>
                  </a:lnTo>
                  <a:lnTo>
                    <a:pt x="284160" y="2299902"/>
                  </a:lnTo>
                  <a:lnTo>
                    <a:pt x="322565" y="2289567"/>
                  </a:lnTo>
                  <a:lnTo>
                    <a:pt x="360596" y="2277929"/>
                  </a:lnTo>
                  <a:lnTo>
                    <a:pt x="398209" y="2265002"/>
                  </a:lnTo>
                  <a:lnTo>
                    <a:pt x="435360" y="2250802"/>
                  </a:lnTo>
                  <a:lnTo>
                    <a:pt x="472005" y="2235345"/>
                  </a:lnTo>
                  <a:lnTo>
                    <a:pt x="508103" y="2218648"/>
                  </a:lnTo>
                  <a:lnTo>
                    <a:pt x="543611" y="2200732"/>
                  </a:lnTo>
                  <a:lnTo>
                    <a:pt x="578488" y="2181616"/>
                  </a:lnTo>
                  <a:lnTo>
                    <a:pt x="612694" y="2161324"/>
                  </a:lnTo>
                  <a:lnTo>
                    <a:pt x="646189" y="2139879"/>
                  </a:lnTo>
                  <a:lnTo>
                    <a:pt x="678933" y="2117305"/>
                  </a:lnTo>
                  <a:lnTo>
                    <a:pt x="710890" y="2093629"/>
                  </a:lnTo>
                  <a:lnTo>
                    <a:pt x="742023" y="2068878"/>
                  </a:lnTo>
                  <a:lnTo>
                    <a:pt x="772293" y="2043081"/>
                  </a:lnTo>
                  <a:lnTo>
                    <a:pt x="801668" y="2016268"/>
                  </a:lnTo>
                  <a:lnTo>
                    <a:pt x="830113" y="1988470"/>
                  </a:lnTo>
                  <a:lnTo>
                    <a:pt x="857594" y="1959719"/>
                  </a:lnTo>
                  <a:lnTo>
                    <a:pt x="884080" y="1930049"/>
                  </a:lnTo>
                  <a:lnTo>
                    <a:pt x="909539" y="1899494"/>
                  </a:lnTo>
                  <a:lnTo>
                    <a:pt x="933944" y="1868089"/>
                  </a:lnTo>
                  <a:lnTo>
                    <a:pt x="957264" y="1835872"/>
                  </a:lnTo>
                  <a:lnTo>
                    <a:pt x="979474" y="1802879"/>
                  </a:lnTo>
                  <a:lnTo>
                    <a:pt x="1000547" y="1769149"/>
                  </a:lnTo>
                  <a:lnTo>
                    <a:pt x="1020459" y="1734720"/>
                  </a:lnTo>
                  <a:lnTo>
                    <a:pt x="1039187" y="1699633"/>
                  </a:lnTo>
                  <a:lnTo>
                    <a:pt x="1056709" y="1663929"/>
                  </a:lnTo>
                  <a:lnTo>
                    <a:pt x="1073004" y="1627648"/>
                  </a:lnTo>
                  <a:lnTo>
                    <a:pt x="1088054" y="1590834"/>
                  </a:lnTo>
                  <a:lnTo>
                    <a:pt x="1101842" y="1553528"/>
                  </a:lnTo>
                  <a:lnTo>
                    <a:pt x="1114351" y="1515774"/>
                  </a:lnTo>
                  <a:lnTo>
                    <a:pt x="1125567" y="1477617"/>
                  </a:lnTo>
                  <a:lnTo>
                    <a:pt x="1135476" y="1439099"/>
                  </a:lnTo>
                  <a:lnTo>
                    <a:pt x="1144068" y="1400266"/>
                  </a:lnTo>
                  <a:lnTo>
                    <a:pt x="1151332" y="1361163"/>
                  </a:lnTo>
                  <a:lnTo>
                    <a:pt x="1157260" y="1321835"/>
                  </a:lnTo>
                  <a:lnTo>
                    <a:pt x="1161845" y="1282328"/>
                  </a:lnTo>
                  <a:lnTo>
                    <a:pt x="1165082" y="1242688"/>
                  </a:lnTo>
                  <a:lnTo>
                    <a:pt x="1166967" y="1202961"/>
                  </a:lnTo>
                  <a:lnTo>
                    <a:pt x="1167497" y="1163193"/>
                  </a:lnTo>
                  <a:lnTo>
                    <a:pt x="1166673" y="1123429"/>
                  </a:lnTo>
                  <a:lnTo>
                    <a:pt x="1164495" y="1083717"/>
                  </a:lnTo>
                  <a:lnTo>
                    <a:pt x="1160965" y="1044102"/>
                  </a:lnTo>
                  <a:lnTo>
                    <a:pt x="1156088" y="1004630"/>
                  </a:lnTo>
                  <a:lnTo>
                    <a:pt x="1149870" y="965347"/>
                  </a:lnTo>
                  <a:lnTo>
                    <a:pt x="1142317" y="926299"/>
                  </a:lnTo>
                  <a:lnTo>
                    <a:pt x="1133439" y="887530"/>
                  </a:lnTo>
                  <a:lnTo>
                    <a:pt x="1123245" y="849087"/>
                  </a:lnTo>
                  <a:lnTo>
                    <a:pt x="1111747" y="811013"/>
                  </a:lnTo>
                  <a:lnTo>
                    <a:pt x="1098960" y="773353"/>
                  </a:lnTo>
                  <a:lnTo>
                    <a:pt x="1084897" y="736150"/>
                  </a:lnTo>
                  <a:lnTo>
                    <a:pt x="1069575" y="699448"/>
                  </a:lnTo>
                  <a:lnTo>
                    <a:pt x="1053012" y="663289"/>
                  </a:lnTo>
                  <a:lnTo>
                    <a:pt x="1035227" y="627715"/>
                  </a:lnTo>
                  <a:lnTo>
                    <a:pt x="1016241" y="592767"/>
                  </a:lnTo>
                  <a:lnTo>
                    <a:pt x="996075" y="558487"/>
                  </a:lnTo>
                  <a:lnTo>
                    <a:pt x="974753" y="524913"/>
                  </a:lnTo>
                  <a:lnTo>
                    <a:pt x="952300" y="492085"/>
                  </a:lnTo>
                  <a:lnTo>
                    <a:pt x="928742" y="460040"/>
                  </a:lnTo>
                  <a:lnTo>
                    <a:pt x="904107" y="428817"/>
                  </a:lnTo>
                  <a:lnTo>
                    <a:pt x="878422" y="398451"/>
                  </a:lnTo>
                  <a:lnTo>
                    <a:pt x="851717" y="368978"/>
                  </a:lnTo>
                  <a:lnTo>
                    <a:pt x="824025" y="340431"/>
                  </a:lnTo>
                  <a:lnTo>
                    <a:pt x="795376" y="312844"/>
                  </a:lnTo>
                  <a:lnTo>
                    <a:pt x="765804" y="286248"/>
                  </a:lnTo>
                  <a:lnTo>
                    <a:pt x="735343" y="260676"/>
                  </a:lnTo>
                  <a:lnTo>
                    <a:pt x="704029" y="236155"/>
                  </a:lnTo>
                  <a:lnTo>
                    <a:pt x="671898" y="212716"/>
                  </a:lnTo>
                  <a:lnTo>
                    <a:pt x="638987" y="190385"/>
                  </a:lnTo>
                  <a:lnTo>
                    <a:pt x="605335" y="169187"/>
                  </a:lnTo>
                  <a:lnTo>
                    <a:pt x="570980" y="149148"/>
                  </a:lnTo>
                  <a:lnTo>
                    <a:pt x="535962" y="130291"/>
                  </a:lnTo>
                  <a:lnTo>
                    <a:pt x="500323" y="112637"/>
                  </a:lnTo>
                  <a:lnTo>
                    <a:pt x="464103" y="96208"/>
                  </a:lnTo>
                  <a:lnTo>
                    <a:pt x="427344" y="81022"/>
                  </a:lnTo>
                  <a:lnTo>
                    <a:pt x="390090" y="67097"/>
                  </a:lnTo>
                  <a:lnTo>
                    <a:pt x="352383" y="54448"/>
                  </a:lnTo>
                  <a:lnTo>
                    <a:pt x="314267" y="43092"/>
                  </a:lnTo>
                  <a:lnTo>
                    <a:pt x="275786" y="33040"/>
                  </a:lnTo>
                  <a:lnTo>
                    <a:pt x="236985" y="24305"/>
                  </a:lnTo>
                  <a:lnTo>
                    <a:pt x="197909" y="16896"/>
                  </a:lnTo>
                  <a:lnTo>
                    <a:pt x="158603" y="10823"/>
                  </a:lnTo>
                  <a:lnTo>
                    <a:pt x="119114" y="6092"/>
                  </a:lnTo>
                  <a:lnTo>
                    <a:pt x="79486" y="2708"/>
                  </a:lnTo>
                  <a:lnTo>
                    <a:pt x="39766" y="677"/>
                  </a:lnTo>
                  <a:lnTo>
                    <a:pt x="0" y="0"/>
                  </a:lnTo>
                  <a:lnTo>
                    <a:pt x="0" y="40258"/>
                  </a:lnTo>
                  <a:lnTo>
                    <a:pt x="0" y="80517"/>
                  </a:lnTo>
                  <a:lnTo>
                    <a:pt x="0" y="120776"/>
                  </a:lnTo>
                  <a:lnTo>
                    <a:pt x="0" y="161035"/>
                  </a:lnTo>
                  <a:lnTo>
                    <a:pt x="0" y="201294"/>
                  </a:lnTo>
                  <a:lnTo>
                    <a:pt x="0" y="241552"/>
                  </a:lnTo>
                  <a:lnTo>
                    <a:pt x="0" y="281811"/>
                  </a:lnTo>
                  <a:lnTo>
                    <a:pt x="0" y="322070"/>
                  </a:lnTo>
                  <a:lnTo>
                    <a:pt x="0" y="362329"/>
                  </a:lnTo>
                  <a:lnTo>
                    <a:pt x="0" y="402588"/>
                  </a:lnTo>
                  <a:lnTo>
                    <a:pt x="0" y="442847"/>
                  </a:lnTo>
                  <a:lnTo>
                    <a:pt x="0" y="483105"/>
                  </a:lnTo>
                  <a:lnTo>
                    <a:pt x="0" y="523364"/>
                  </a:lnTo>
                  <a:lnTo>
                    <a:pt x="0" y="563623"/>
                  </a:lnTo>
                  <a:lnTo>
                    <a:pt x="0" y="603882"/>
                  </a:lnTo>
                  <a:lnTo>
                    <a:pt x="0" y="644141"/>
                  </a:lnTo>
                  <a:lnTo>
                    <a:pt x="0" y="684400"/>
                  </a:lnTo>
                  <a:lnTo>
                    <a:pt x="0" y="724658"/>
                  </a:lnTo>
                  <a:lnTo>
                    <a:pt x="0" y="764917"/>
                  </a:lnTo>
                  <a:lnTo>
                    <a:pt x="0" y="805176"/>
                  </a:lnTo>
                  <a:lnTo>
                    <a:pt x="0" y="845435"/>
                  </a:lnTo>
                  <a:lnTo>
                    <a:pt x="0" y="885694"/>
                  </a:lnTo>
                  <a:lnTo>
                    <a:pt x="0" y="925952"/>
                  </a:lnTo>
                  <a:lnTo>
                    <a:pt x="0" y="966211"/>
                  </a:lnTo>
                  <a:lnTo>
                    <a:pt x="0" y="1006470"/>
                  </a:lnTo>
                  <a:lnTo>
                    <a:pt x="0" y="1046729"/>
                  </a:lnTo>
                  <a:lnTo>
                    <a:pt x="0" y="1086988"/>
                  </a:lnTo>
                  <a:lnTo>
                    <a:pt x="0" y="1127247"/>
                  </a:lnTo>
                  <a:close/>
                </a:path>
              </a:pathLst>
            </a:custGeom>
            <a:solidFill>
              <a:srgbClr val="0B4F8C">
                <a:alpha val="100000"/>
              </a:srgbClr>
            </a:solidFill>
          </p:spPr>
          <p:txBody>
            <a:bodyPr/>
            <a:lstStyle/>
            <a:p/>
          </p:txBody>
        </p:sp>
        <p:sp>
          <p:nvSpPr>
            <p:cNvPr id="31" name="pg7"/>
            <p:cNvSpPr/>
            <p:nvPr/>
          </p:nvSpPr>
          <p:spPr>
            <a:xfrm>
              <a:off x="8621243" y="2490094"/>
              <a:ext cx="1295099" cy="2334974"/>
            </a:xfrm>
            <a:custGeom>
              <a:avLst/>
              <a:pathLst>
                <a:path w="1295099" h="2334974">
                  <a:moveTo>
                    <a:pt x="1167408" y="1167505"/>
                  </a:moveTo>
                  <a:lnTo>
                    <a:pt x="1167408" y="1127247"/>
                  </a:lnTo>
                  <a:lnTo>
                    <a:pt x="1167408" y="1086988"/>
                  </a:lnTo>
                  <a:lnTo>
                    <a:pt x="1167408" y="1046729"/>
                  </a:lnTo>
                  <a:lnTo>
                    <a:pt x="1167408" y="1006470"/>
                  </a:lnTo>
                  <a:lnTo>
                    <a:pt x="1167408" y="966211"/>
                  </a:lnTo>
                  <a:lnTo>
                    <a:pt x="1167408" y="925952"/>
                  </a:lnTo>
                  <a:lnTo>
                    <a:pt x="1167408" y="885694"/>
                  </a:lnTo>
                  <a:lnTo>
                    <a:pt x="1167408" y="845435"/>
                  </a:lnTo>
                  <a:lnTo>
                    <a:pt x="1167408" y="805176"/>
                  </a:lnTo>
                  <a:lnTo>
                    <a:pt x="1167408" y="764917"/>
                  </a:lnTo>
                  <a:lnTo>
                    <a:pt x="1167408" y="724658"/>
                  </a:lnTo>
                  <a:lnTo>
                    <a:pt x="1167408" y="684400"/>
                  </a:lnTo>
                  <a:lnTo>
                    <a:pt x="1167408" y="644141"/>
                  </a:lnTo>
                  <a:lnTo>
                    <a:pt x="1167408" y="603882"/>
                  </a:lnTo>
                  <a:lnTo>
                    <a:pt x="1167408" y="563623"/>
                  </a:lnTo>
                  <a:lnTo>
                    <a:pt x="1167408" y="523364"/>
                  </a:lnTo>
                  <a:lnTo>
                    <a:pt x="1167408" y="483105"/>
                  </a:lnTo>
                  <a:lnTo>
                    <a:pt x="1167408" y="442847"/>
                  </a:lnTo>
                  <a:lnTo>
                    <a:pt x="1167408" y="402588"/>
                  </a:lnTo>
                  <a:lnTo>
                    <a:pt x="1167408" y="362329"/>
                  </a:lnTo>
                  <a:lnTo>
                    <a:pt x="1167408" y="322070"/>
                  </a:lnTo>
                  <a:lnTo>
                    <a:pt x="1167408" y="281811"/>
                  </a:lnTo>
                  <a:lnTo>
                    <a:pt x="1167408" y="241552"/>
                  </a:lnTo>
                  <a:lnTo>
                    <a:pt x="1167408" y="201294"/>
                  </a:lnTo>
                  <a:lnTo>
                    <a:pt x="1167408" y="161035"/>
                  </a:lnTo>
                  <a:lnTo>
                    <a:pt x="1167408" y="120776"/>
                  </a:lnTo>
                  <a:lnTo>
                    <a:pt x="1167408" y="80517"/>
                  </a:lnTo>
                  <a:lnTo>
                    <a:pt x="1167408" y="40258"/>
                  </a:lnTo>
                  <a:lnTo>
                    <a:pt x="1167408" y="0"/>
                  </a:lnTo>
                  <a:lnTo>
                    <a:pt x="1127876" y="669"/>
                  </a:lnTo>
                  <a:lnTo>
                    <a:pt x="1088390" y="2677"/>
                  </a:lnTo>
                  <a:lnTo>
                    <a:pt x="1048994" y="6020"/>
                  </a:lnTo>
                  <a:lnTo>
                    <a:pt x="1009734" y="10696"/>
                  </a:lnTo>
                  <a:lnTo>
                    <a:pt x="970654" y="16698"/>
                  </a:lnTo>
                  <a:lnTo>
                    <a:pt x="931801" y="24020"/>
                  </a:lnTo>
                  <a:lnTo>
                    <a:pt x="893218" y="32653"/>
                  </a:lnTo>
                  <a:lnTo>
                    <a:pt x="854949" y="42588"/>
                  </a:lnTo>
                  <a:lnTo>
                    <a:pt x="817038" y="53813"/>
                  </a:lnTo>
                  <a:lnTo>
                    <a:pt x="779529" y="66315"/>
                  </a:lnTo>
                  <a:lnTo>
                    <a:pt x="742465" y="80080"/>
                  </a:lnTo>
                  <a:lnTo>
                    <a:pt x="705889" y="95092"/>
                  </a:lnTo>
                  <a:lnTo>
                    <a:pt x="669842" y="111334"/>
                  </a:lnTo>
                  <a:lnTo>
                    <a:pt x="634365" y="128787"/>
                  </a:lnTo>
                  <a:lnTo>
                    <a:pt x="599500" y="147432"/>
                  </a:lnTo>
                  <a:lnTo>
                    <a:pt x="565286" y="167246"/>
                  </a:lnTo>
                  <a:lnTo>
                    <a:pt x="531762" y="188207"/>
                  </a:lnTo>
                  <a:lnTo>
                    <a:pt x="498967" y="210292"/>
                  </a:lnTo>
                  <a:lnTo>
                    <a:pt x="466939" y="233474"/>
                  </a:lnTo>
                  <a:lnTo>
                    <a:pt x="435715" y="257728"/>
                  </a:lnTo>
                  <a:lnTo>
                    <a:pt x="405329" y="283024"/>
                  </a:lnTo>
                  <a:lnTo>
                    <a:pt x="375818" y="309336"/>
                  </a:lnTo>
                  <a:lnTo>
                    <a:pt x="347214" y="336631"/>
                  </a:lnTo>
                  <a:lnTo>
                    <a:pt x="319551" y="364879"/>
                  </a:lnTo>
                  <a:lnTo>
                    <a:pt x="292860" y="394048"/>
                  </a:lnTo>
                  <a:lnTo>
                    <a:pt x="267172" y="424104"/>
                  </a:lnTo>
                  <a:lnTo>
                    <a:pt x="242517" y="455012"/>
                  </a:lnTo>
                  <a:lnTo>
                    <a:pt x="218922" y="486737"/>
                  </a:lnTo>
                  <a:lnTo>
                    <a:pt x="196415" y="519243"/>
                  </a:lnTo>
                  <a:lnTo>
                    <a:pt x="175022" y="552493"/>
                  </a:lnTo>
                  <a:lnTo>
                    <a:pt x="154767" y="586448"/>
                  </a:lnTo>
                  <a:lnTo>
                    <a:pt x="135673" y="621069"/>
                  </a:lnTo>
                  <a:lnTo>
                    <a:pt x="117762" y="656317"/>
                  </a:lnTo>
                  <a:lnTo>
                    <a:pt x="101055" y="692151"/>
                  </a:lnTo>
                  <a:lnTo>
                    <a:pt x="85571" y="728530"/>
                  </a:lnTo>
                  <a:lnTo>
                    <a:pt x="71328" y="765413"/>
                  </a:lnTo>
                  <a:lnTo>
                    <a:pt x="58341" y="802757"/>
                  </a:lnTo>
                  <a:lnTo>
                    <a:pt x="46627" y="840519"/>
                  </a:lnTo>
                  <a:lnTo>
                    <a:pt x="36198" y="878656"/>
                  </a:lnTo>
                  <a:lnTo>
                    <a:pt x="27066" y="917125"/>
                  </a:lnTo>
                  <a:lnTo>
                    <a:pt x="19242" y="955880"/>
                  </a:lnTo>
                  <a:lnTo>
                    <a:pt x="12735" y="994878"/>
                  </a:lnTo>
                  <a:lnTo>
                    <a:pt x="7552" y="1034075"/>
                  </a:lnTo>
                  <a:lnTo>
                    <a:pt x="3699" y="1073424"/>
                  </a:lnTo>
                  <a:lnTo>
                    <a:pt x="1180" y="1112881"/>
                  </a:lnTo>
                  <a:lnTo>
                    <a:pt x="0" y="1152401"/>
                  </a:lnTo>
                  <a:lnTo>
                    <a:pt x="157" y="1191938"/>
                  </a:lnTo>
                  <a:lnTo>
                    <a:pt x="1654" y="1231447"/>
                  </a:lnTo>
                  <a:lnTo>
                    <a:pt x="4488" y="1270883"/>
                  </a:lnTo>
                  <a:lnTo>
                    <a:pt x="8655" y="1310200"/>
                  </a:lnTo>
                  <a:lnTo>
                    <a:pt x="14151" y="1349354"/>
                  </a:lnTo>
                  <a:lnTo>
                    <a:pt x="20970" y="1388299"/>
                  </a:lnTo>
                  <a:lnTo>
                    <a:pt x="29103" y="1426991"/>
                  </a:lnTo>
                  <a:lnTo>
                    <a:pt x="38542" y="1465385"/>
                  </a:lnTo>
                  <a:lnTo>
                    <a:pt x="49275" y="1503437"/>
                  </a:lnTo>
                  <a:lnTo>
                    <a:pt x="61291" y="1541105"/>
                  </a:lnTo>
                  <a:lnTo>
                    <a:pt x="74576" y="1578344"/>
                  </a:lnTo>
                  <a:lnTo>
                    <a:pt x="89113" y="1615111"/>
                  </a:lnTo>
                  <a:lnTo>
                    <a:pt x="104887" y="1651366"/>
                  </a:lnTo>
                  <a:lnTo>
                    <a:pt x="121880" y="1687065"/>
                  </a:lnTo>
                  <a:lnTo>
                    <a:pt x="140072" y="1722169"/>
                  </a:lnTo>
                  <a:lnTo>
                    <a:pt x="159442" y="1756636"/>
                  </a:lnTo>
                  <a:lnTo>
                    <a:pt x="179968" y="1790428"/>
                  </a:lnTo>
                  <a:lnTo>
                    <a:pt x="201626" y="1823506"/>
                  </a:lnTo>
                  <a:lnTo>
                    <a:pt x="224392" y="1855831"/>
                  </a:lnTo>
                  <a:lnTo>
                    <a:pt x="248240" y="1887367"/>
                  </a:lnTo>
                  <a:lnTo>
                    <a:pt x="273141" y="1918077"/>
                  </a:lnTo>
                  <a:lnTo>
                    <a:pt x="299069" y="1947927"/>
                  </a:lnTo>
                  <a:lnTo>
                    <a:pt x="325992" y="1976881"/>
                  </a:lnTo>
                  <a:lnTo>
                    <a:pt x="353880" y="2004907"/>
                  </a:lnTo>
                  <a:lnTo>
                    <a:pt x="382701" y="2031973"/>
                  </a:lnTo>
                  <a:lnTo>
                    <a:pt x="412421" y="2058048"/>
                  </a:lnTo>
                  <a:lnTo>
                    <a:pt x="443008" y="2083101"/>
                  </a:lnTo>
                  <a:lnTo>
                    <a:pt x="474426" y="2107104"/>
                  </a:lnTo>
                  <a:lnTo>
                    <a:pt x="506638" y="2130030"/>
                  </a:lnTo>
                  <a:lnTo>
                    <a:pt x="539608" y="2151852"/>
                  </a:lnTo>
                  <a:lnTo>
                    <a:pt x="573298" y="2172544"/>
                  </a:lnTo>
                  <a:lnTo>
                    <a:pt x="607669" y="2192085"/>
                  </a:lnTo>
                  <a:lnTo>
                    <a:pt x="642682" y="2210450"/>
                  </a:lnTo>
                  <a:lnTo>
                    <a:pt x="678297" y="2227619"/>
                  </a:lnTo>
                  <a:lnTo>
                    <a:pt x="714473" y="2243573"/>
                  </a:lnTo>
                  <a:lnTo>
                    <a:pt x="751169" y="2258292"/>
                  </a:lnTo>
                  <a:lnTo>
                    <a:pt x="788341" y="2271760"/>
                  </a:lnTo>
                  <a:lnTo>
                    <a:pt x="825949" y="2283962"/>
                  </a:lnTo>
                  <a:lnTo>
                    <a:pt x="863948" y="2294884"/>
                  </a:lnTo>
                  <a:lnTo>
                    <a:pt x="902295" y="2304513"/>
                  </a:lnTo>
                  <a:lnTo>
                    <a:pt x="940946" y="2312837"/>
                  </a:lnTo>
                  <a:lnTo>
                    <a:pt x="979857" y="2319849"/>
                  </a:lnTo>
                  <a:lnTo>
                    <a:pt x="1018983" y="2325538"/>
                  </a:lnTo>
                  <a:lnTo>
                    <a:pt x="1058279" y="2329900"/>
                  </a:lnTo>
                  <a:lnTo>
                    <a:pt x="1097700" y="2332928"/>
                  </a:lnTo>
                  <a:lnTo>
                    <a:pt x="1137201" y="2334621"/>
                  </a:lnTo>
                  <a:lnTo>
                    <a:pt x="1176737" y="2334974"/>
                  </a:lnTo>
                  <a:lnTo>
                    <a:pt x="1216262" y="2333989"/>
                  </a:lnTo>
                  <a:lnTo>
                    <a:pt x="1255731" y="2331666"/>
                  </a:lnTo>
                  <a:lnTo>
                    <a:pt x="1295099" y="2328007"/>
                  </a:lnTo>
                  <a:lnTo>
                    <a:pt x="1290696" y="2287990"/>
                  </a:lnTo>
                  <a:lnTo>
                    <a:pt x="1286293" y="2247973"/>
                  </a:lnTo>
                  <a:lnTo>
                    <a:pt x="1281890" y="2207956"/>
                  </a:lnTo>
                  <a:lnTo>
                    <a:pt x="1277487" y="2167938"/>
                  </a:lnTo>
                  <a:lnTo>
                    <a:pt x="1273083" y="2127921"/>
                  </a:lnTo>
                  <a:lnTo>
                    <a:pt x="1268680" y="2087904"/>
                  </a:lnTo>
                  <a:lnTo>
                    <a:pt x="1264277" y="2047886"/>
                  </a:lnTo>
                  <a:lnTo>
                    <a:pt x="1259874" y="2007869"/>
                  </a:lnTo>
                  <a:lnTo>
                    <a:pt x="1255471" y="1967852"/>
                  </a:lnTo>
                  <a:lnTo>
                    <a:pt x="1251068" y="1927834"/>
                  </a:lnTo>
                  <a:lnTo>
                    <a:pt x="1246665" y="1887817"/>
                  </a:lnTo>
                  <a:lnTo>
                    <a:pt x="1242261" y="1847800"/>
                  </a:lnTo>
                  <a:lnTo>
                    <a:pt x="1237858" y="1807782"/>
                  </a:lnTo>
                  <a:lnTo>
                    <a:pt x="1233455" y="1767765"/>
                  </a:lnTo>
                  <a:lnTo>
                    <a:pt x="1229052" y="1727748"/>
                  </a:lnTo>
                  <a:lnTo>
                    <a:pt x="1224649" y="1687730"/>
                  </a:lnTo>
                  <a:lnTo>
                    <a:pt x="1220246" y="1647713"/>
                  </a:lnTo>
                  <a:lnTo>
                    <a:pt x="1215842" y="1607696"/>
                  </a:lnTo>
                  <a:lnTo>
                    <a:pt x="1211439" y="1567679"/>
                  </a:lnTo>
                  <a:lnTo>
                    <a:pt x="1207036" y="1527661"/>
                  </a:lnTo>
                  <a:lnTo>
                    <a:pt x="1202633" y="1487644"/>
                  </a:lnTo>
                  <a:lnTo>
                    <a:pt x="1198230" y="1447627"/>
                  </a:lnTo>
                  <a:lnTo>
                    <a:pt x="1193827" y="1407609"/>
                  </a:lnTo>
                  <a:lnTo>
                    <a:pt x="1189423" y="1367592"/>
                  </a:lnTo>
                  <a:lnTo>
                    <a:pt x="1185020" y="1327575"/>
                  </a:lnTo>
                  <a:lnTo>
                    <a:pt x="1180617" y="1287557"/>
                  </a:lnTo>
                  <a:lnTo>
                    <a:pt x="1176214" y="1247540"/>
                  </a:lnTo>
                  <a:lnTo>
                    <a:pt x="1171811" y="1207523"/>
                  </a:lnTo>
                  <a:close/>
                </a:path>
              </a:pathLst>
            </a:custGeom>
            <a:solidFill>
              <a:srgbClr val="2A9D8F">
                <a:alpha val="100000"/>
              </a:srgbClr>
            </a:solidFill>
          </p:spPr>
          <p:txBody>
            <a:bodyPr/>
            <a:lstStyle/>
            <a:p/>
          </p:txBody>
        </p:sp>
        <p:sp>
          <p:nvSpPr>
            <p:cNvPr id="32" name="tx8"/>
            <p:cNvSpPr/>
            <p:nvPr/>
          </p:nvSpPr>
          <p:spPr>
            <a:xfrm>
              <a:off x="10223812" y="3563481"/>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48% (83)</a:t>
              </a:r>
            </a:p>
          </p:txBody>
        </p:sp>
        <p:sp>
          <p:nvSpPr>
            <p:cNvPr id="33" name="tx9"/>
            <p:cNvSpPr/>
            <p:nvPr/>
          </p:nvSpPr>
          <p:spPr>
            <a:xfrm>
              <a:off x="8941483" y="3633817"/>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52% (89)</a:t>
              </a:r>
            </a:p>
          </p:txBody>
        </p:sp>
        <p:sp>
          <p:nvSpPr>
            <p:cNvPr id="34" name="rc10"/>
            <p:cNvSpPr/>
            <p:nvPr/>
          </p:nvSpPr>
          <p:spPr>
            <a:xfrm>
              <a:off x="8874568" y="5174971"/>
              <a:ext cx="162000" cy="162000"/>
            </a:xfrm>
            <a:prstGeom prst="rect">
              <a:avLst/>
            </a:prstGeom>
          </p:spPr>
          <p:txBody>
            <a:bodyPr/>
            <a:lstStyle/>
            <a:p/>
          </p:txBody>
        </p:sp>
        <p:sp>
          <p:nvSpPr>
            <p:cNvPr id="35" name="rc11"/>
            <p:cNvSpPr/>
            <p:nvPr/>
          </p:nvSpPr>
          <p:spPr>
            <a:xfrm>
              <a:off x="8883568" y="5183971"/>
              <a:ext cx="143999" cy="143999"/>
            </a:xfrm>
            <a:prstGeom prst="rect">
              <a:avLst/>
            </a:prstGeom>
            <a:solidFill>
              <a:srgbClr val="2A9D8F">
                <a:alpha val="100000"/>
              </a:srgbClr>
            </a:solidFill>
          </p:spPr>
          <p:txBody>
            <a:bodyPr/>
            <a:lstStyle/>
            <a:p/>
          </p:txBody>
        </p:sp>
        <p:sp>
          <p:nvSpPr>
            <p:cNvPr id="36" name="rc12"/>
            <p:cNvSpPr/>
            <p:nvPr/>
          </p:nvSpPr>
          <p:spPr>
            <a:xfrm>
              <a:off x="9861546" y="5174971"/>
              <a:ext cx="161999" cy="162000"/>
            </a:xfrm>
            <a:prstGeom prst="rect">
              <a:avLst/>
            </a:prstGeom>
          </p:spPr>
          <p:txBody>
            <a:bodyPr/>
            <a:lstStyle/>
            <a:p/>
          </p:txBody>
        </p:sp>
        <p:sp>
          <p:nvSpPr>
            <p:cNvPr id="37" name="rc13"/>
            <p:cNvSpPr/>
            <p:nvPr/>
          </p:nvSpPr>
          <p:spPr>
            <a:xfrm>
              <a:off x="9870546" y="5183971"/>
              <a:ext cx="144000" cy="143999"/>
            </a:xfrm>
            <a:prstGeom prst="rect">
              <a:avLst/>
            </a:prstGeom>
            <a:solidFill>
              <a:srgbClr val="0B4F8C">
                <a:alpha val="100000"/>
              </a:srgbClr>
            </a:solidFill>
          </p:spPr>
          <p:txBody>
            <a:bodyPr/>
            <a:lstStyle/>
            <a:p/>
          </p:txBody>
        </p:sp>
        <p:sp>
          <p:nvSpPr>
            <p:cNvPr id="38" name="tx14"/>
            <p:cNvSpPr/>
            <p:nvPr/>
          </p:nvSpPr>
          <p:spPr>
            <a:xfrm>
              <a:off x="9106157" y="5199639"/>
              <a:ext cx="745182"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Masculino</a:t>
              </a:r>
            </a:p>
          </p:txBody>
        </p:sp>
        <p:sp>
          <p:nvSpPr>
            <p:cNvPr id="39" name="tx15"/>
            <p:cNvSpPr/>
            <p:nvPr/>
          </p:nvSpPr>
          <p:spPr>
            <a:xfrm>
              <a:off x="10093135" y="5199639"/>
              <a:ext cx="719732"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Femenino</a:t>
              </a:r>
            </a:p>
          </p:txBody>
        </p:sp>
        <p:sp>
          <p:nvSpPr>
            <p:cNvPr id="40" name="tx16"/>
            <p:cNvSpPr/>
            <p:nvPr/>
          </p:nvSpPr>
          <p:spPr>
            <a:xfrm>
              <a:off x="7813548" y="5295468"/>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respuestas</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3 GRÁFICOS POBLACIÓN (P_SLIDE_3_GRAFICOS_POBLACION)</a:t>
            </a:r>
          </a:p>
        </p:txBody>
      </p:sp>
      <p:grpSp xmlns:pic="http://schemas.openxmlformats.org/drawingml/2006/picture">
        <p:nvGrpSpPr>
          <p:cNvPr id="3" name="Picture Placeholder 5"/>
          <p:cNvGrpSpPr/>
          <p:nvPr/>
        </p:nvGrpSpPr>
        <p:grpSpPr>
          <a:xfrm>
            <a:off x="461962" y="1212850"/>
            <a:ext cx="4726263" cy="2345359"/>
            <a:chOff x="461962" y="1212850"/>
            <a:chExt cx="4726263" cy="2345359"/>
          </a:xfrm>
        </p:grpSpPr>
        <p:sp>
          <p:nvSpPr>
            <p:cNvPr id="4" name="tx3"/>
            <p:cNvSpPr/>
            <p:nvPr/>
          </p:nvSpPr>
          <p:spPr>
            <a:xfrm>
              <a:off x="2469394" y="1380843"/>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5" name="rc4"/>
            <p:cNvSpPr/>
            <p:nvPr/>
          </p:nvSpPr>
          <p:spPr>
            <a:xfrm>
              <a:off x="2376098" y="1894827"/>
              <a:ext cx="2812126" cy="1465707"/>
            </a:xfrm>
            <a:prstGeom prst="rect">
              <a:avLst/>
            </a:prstGeom>
          </p:spPr>
          <p:txBody>
            <a:bodyPr/>
            <a:lstStyle/>
            <a:p/>
          </p:txBody>
        </p:sp>
        <p:sp>
          <p:nvSpPr>
            <p:cNvPr id="6" name="rc5"/>
            <p:cNvSpPr/>
            <p:nvPr/>
          </p:nvSpPr>
          <p:spPr>
            <a:xfrm>
              <a:off x="2376098" y="1894827"/>
              <a:ext cx="2812126" cy="1465707"/>
            </a:xfrm>
            <a:prstGeom prst="rect">
              <a:avLst/>
            </a:prstGeom>
          </p:spPr>
          <p:txBody>
            <a:bodyPr/>
            <a:lstStyle/>
            <a:p/>
          </p:txBody>
        </p:sp>
        <p:sp>
          <p:nvSpPr>
            <p:cNvPr id="7" name="rc6"/>
            <p:cNvSpPr/>
            <p:nvPr/>
          </p:nvSpPr>
          <p:spPr>
            <a:xfrm>
              <a:off x="2376098" y="2088034"/>
              <a:ext cx="1455111" cy="413062"/>
            </a:xfrm>
            <a:prstGeom prst="rect">
              <a:avLst/>
            </a:prstGeom>
            <a:solidFill>
              <a:srgbClr val="081F5C">
                <a:alpha val="100000"/>
              </a:srgbClr>
            </a:solidFill>
          </p:spPr>
          <p:txBody>
            <a:bodyPr/>
            <a:lstStyle/>
            <a:p/>
          </p:txBody>
        </p:sp>
        <p:sp>
          <p:nvSpPr>
            <p:cNvPr id="8" name="rc7"/>
            <p:cNvSpPr/>
            <p:nvPr/>
          </p:nvSpPr>
          <p:spPr>
            <a:xfrm>
              <a:off x="2376098" y="2754264"/>
              <a:ext cx="1357014" cy="413062"/>
            </a:xfrm>
            <a:prstGeom prst="rect">
              <a:avLst/>
            </a:prstGeom>
            <a:solidFill>
              <a:srgbClr val="081F5C">
                <a:alpha val="100000"/>
              </a:srgbClr>
            </a:solidFill>
          </p:spPr>
          <p:txBody>
            <a:bodyPr/>
            <a:lstStyle/>
            <a:p/>
          </p:txBody>
        </p:sp>
        <p:sp>
          <p:nvSpPr>
            <p:cNvPr id="9" name="tx8"/>
            <p:cNvSpPr/>
            <p:nvPr/>
          </p:nvSpPr>
          <p:spPr>
            <a:xfrm>
              <a:off x="2901150" y="221384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0" name="tx9"/>
            <p:cNvSpPr/>
            <p:nvPr/>
          </p:nvSpPr>
          <p:spPr>
            <a:xfrm>
              <a:off x="2852101" y="288007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1" name="tx10"/>
            <p:cNvSpPr/>
            <p:nvPr/>
          </p:nvSpPr>
          <p:spPr>
            <a:xfrm>
              <a:off x="1242764" y="2918999"/>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2" name="tx11"/>
            <p:cNvSpPr/>
            <p:nvPr/>
          </p:nvSpPr>
          <p:spPr>
            <a:xfrm>
              <a:off x="1208831" y="2186145"/>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13" name="tx12"/>
            <p:cNvSpPr/>
            <p:nvPr/>
          </p:nvSpPr>
          <p:spPr>
            <a:xfrm>
              <a:off x="3372001" y="3422781"/>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14" name="Picture Placeholder 5"/>
          <p:cNvGrpSpPr/>
          <p:nvPr/>
        </p:nvGrpSpPr>
        <p:grpSpPr>
          <a:xfrm>
            <a:off x="461465" y="3754437"/>
            <a:ext cx="4726786" cy="2345359"/>
            <a:chOff x="461465" y="3754437"/>
            <a:chExt cx="4726786" cy="2345359"/>
          </a:xfrm>
        </p:grpSpPr>
        <p:sp>
          <p:nvSpPr>
            <p:cNvPr id="15" name="tx3"/>
            <p:cNvSpPr/>
            <p:nvPr/>
          </p:nvSpPr>
          <p:spPr>
            <a:xfrm>
              <a:off x="2096641" y="3775047"/>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16" name="rc4"/>
            <p:cNvSpPr/>
            <p:nvPr/>
          </p:nvSpPr>
          <p:spPr>
            <a:xfrm>
              <a:off x="2375813" y="4132234"/>
              <a:ext cx="2812437" cy="1858054"/>
            </a:xfrm>
            <a:prstGeom prst="rect">
              <a:avLst/>
            </a:prstGeom>
          </p:spPr>
          <p:txBody>
            <a:bodyPr/>
            <a:lstStyle/>
            <a:p/>
          </p:txBody>
        </p:sp>
        <p:sp>
          <p:nvSpPr>
            <p:cNvPr id="17" name="rc5"/>
            <p:cNvSpPr/>
            <p:nvPr/>
          </p:nvSpPr>
          <p:spPr>
            <a:xfrm>
              <a:off x="2375813" y="4132234"/>
              <a:ext cx="2812437" cy="1858054"/>
            </a:xfrm>
            <a:prstGeom prst="rect">
              <a:avLst/>
            </a:prstGeom>
          </p:spPr>
          <p:txBody>
            <a:bodyPr/>
            <a:lstStyle/>
            <a:p/>
          </p:txBody>
        </p:sp>
        <p:sp>
          <p:nvSpPr>
            <p:cNvPr id="18" name="rc6"/>
            <p:cNvSpPr/>
            <p:nvPr/>
          </p:nvSpPr>
          <p:spPr>
            <a:xfrm>
              <a:off x="2375813" y="4271273"/>
              <a:ext cx="1210002" cy="252796"/>
            </a:xfrm>
            <a:prstGeom prst="rect">
              <a:avLst/>
            </a:prstGeom>
            <a:solidFill>
              <a:srgbClr val="081F5C">
                <a:alpha val="100000"/>
              </a:srgbClr>
            </a:solidFill>
          </p:spPr>
          <p:txBody>
            <a:bodyPr/>
            <a:lstStyle/>
            <a:p/>
          </p:txBody>
        </p:sp>
        <p:sp>
          <p:nvSpPr>
            <p:cNvPr id="19" name="rc7"/>
            <p:cNvSpPr/>
            <p:nvPr/>
          </p:nvSpPr>
          <p:spPr>
            <a:xfrm>
              <a:off x="2375813" y="4713666"/>
              <a:ext cx="1308110" cy="252796"/>
            </a:xfrm>
            <a:prstGeom prst="rect">
              <a:avLst/>
            </a:prstGeom>
            <a:solidFill>
              <a:srgbClr val="081F5C">
                <a:alpha val="100000"/>
              </a:srgbClr>
            </a:solidFill>
          </p:spPr>
          <p:txBody>
            <a:bodyPr/>
            <a:lstStyle/>
            <a:p/>
          </p:txBody>
        </p:sp>
        <p:sp>
          <p:nvSpPr>
            <p:cNvPr id="20" name="rc8"/>
            <p:cNvSpPr/>
            <p:nvPr/>
          </p:nvSpPr>
          <p:spPr>
            <a:xfrm>
              <a:off x="2375813" y="5156060"/>
              <a:ext cx="228919" cy="252796"/>
            </a:xfrm>
            <a:prstGeom prst="rect">
              <a:avLst/>
            </a:prstGeom>
            <a:solidFill>
              <a:srgbClr val="081F5C">
                <a:alpha val="100000"/>
              </a:srgbClr>
            </a:solidFill>
          </p:spPr>
          <p:txBody>
            <a:bodyPr/>
            <a:lstStyle/>
            <a:p/>
          </p:txBody>
        </p:sp>
        <p:sp>
          <p:nvSpPr>
            <p:cNvPr id="21" name="rc9"/>
            <p:cNvSpPr/>
            <p:nvPr/>
          </p:nvSpPr>
          <p:spPr>
            <a:xfrm>
              <a:off x="2375813" y="5598454"/>
              <a:ext cx="65405" cy="252796"/>
            </a:xfrm>
            <a:prstGeom prst="rect">
              <a:avLst/>
            </a:prstGeom>
            <a:solidFill>
              <a:srgbClr val="081F5C">
                <a:alpha val="100000"/>
              </a:srgbClr>
            </a:solidFill>
          </p:spPr>
          <p:txBody>
            <a:bodyPr/>
            <a:lstStyle/>
            <a:p/>
          </p:txBody>
        </p:sp>
        <p:sp>
          <p:nvSpPr>
            <p:cNvPr id="22" name="tx10"/>
            <p:cNvSpPr/>
            <p:nvPr/>
          </p:nvSpPr>
          <p:spPr>
            <a:xfrm>
              <a:off x="2778310" y="431694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23" name="tx11"/>
            <p:cNvSpPr/>
            <p:nvPr/>
          </p:nvSpPr>
          <p:spPr>
            <a:xfrm>
              <a:off x="2827364" y="475934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24" name="tx12"/>
            <p:cNvSpPr/>
            <p:nvPr/>
          </p:nvSpPr>
          <p:spPr>
            <a:xfrm>
              <a:off x="2646919" y="5201734"/>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25" name="tx13"/>
            <p:cNvSpPr/>
            <p:nvPr/>
          </p:nvSpPr>
          <p:spPr>
            <a:xfrm>
              <a:off x="2483405" y="5644127"/>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26" name="tx14"/>
            <p:cNvSpPr/>
            <p:nvPr/>
          </p:nvSpPr>
          <p:spPr>
            <a:xfrm>
              <a:off x="496533" y="5680344"/>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27" name="tx15"/>
            <p:cNvSpPr/>
            <p:nvPr/>
          </p:nvSpPr>
          <p:spPr>
            <a:xfrm>
              <a:off x="677210" y="5217715"/>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28" name="tx16"/>
            <p:cNvSpPr/>
            <p:nvPr/>
          </p:nvSpPr>
          <p:spPr>
            <a:xfrm>
              <a:off x="677210" y="4753202"/>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29" name="tx17"/>
            <p:cNvSpPr/>
            <p:nvPr/>
          </p:nvSpPr>
          <p:spPr>
            <a:xfrm>
              <a:off x="677210" y="4288589"/>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sp>
          <p:nvSpPr>
            <p:cNvPr id="30" name="tx18"/>
            <p:cNvSpPr/>
            <p:nvPr/>
          </p:nvSpPr>
          <p:spPr>
            <a:xfrm>
              <a:off x="3372021" y="5995227"/>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1" name="Picture Placeholder 5"/>
          <p:cNvGrpSpPr/>
          <p:nvPr/>
        </p:nvGrpSpPr>
        <p:grpSpPr>
          <a:xfrm>
            <a:off x="7113105" y="1212494"/>
            <a:ext cx="4726263" cy="4887468"/>
            <a:chOff x="7113105" y="1212494"/>
            <a:chExt cx="4726263" cy="4887468"/>
          </a:xfrm>
        </p:grpSpPr>
        <p:sp>
          <p:nvSpPr>
            <p:cNvPr id="32" name="tx3"/>
            <p:cNvSpPr/>
            <p:nvPr/>
          </p:nvSpPr>
          <p:spPr>
            <a:xfrm>
              <a:off x="9227842" y="1371691"/>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33" name="rc4"/>
            <p:cNvSpPr/>
            <p:nvPr/>
          </p:nvSpPr>
          <p:spPr>
            <a:xfrm>
              <a:off x="9027241" y="1870055"/>
              <a:ext cx="2812126" cy="4039308"/>
            </a:xfrm>
            <a:prstGeom prst="rect">
              <a:avLst/>
            </a:prstGeom>
          </p:spPr>
          <p:txBody>
            <a:bodyPr/>
            <a:lstStyle/>
            <a:p/>
          </p:txBody>
        </p:sp>
        <p:sp>
          <p:nvSpPr>
            <p:cNvPr id="34" name="rc5"/>
            <p:cNvSpPr/>
            <p:nvPr/>
          </p:nvSpPr>
          <p:spPr>
            <a:xfrm>
              <a:off x="9027241" y="1870055"/>
              <a:ext cx="2812126" cy="4039308"/>
            </a:xfrm>
            <a:prstGeom prst="rect">
              <a:avLst/>
            </a:prstGeom>
          </p:spPr>
          <p:txBody>
            <a:bodyPr/>
            <a:lstStyle/>
            <a:p/>
          </p:txBody>
        </p:sp>
        <p:sp>
          <p:nvSpPr>
            <p:cNvPr id="35" name="rc6"/>
            <p:cNvSpPr/>
            <p:nvPr/>
          </p:nvSpPr>
          <p:spPr>
            <a:xfrm>
              <a:off x="9027241" y="1981741"/>
              <a:ext cx="359690" cy="558429"/>
            </a:xfrm>
            <a:prstGeom prst="rect">
              <a:avLst/>
            </a:prstGeom>
            <a:solidFill>
              <a:srgbClr val="081F5C">
                <a:alpha val="100000"/>
              </a:srgbClr>
            </a:solidFill>
          </p:spPr>
          <p:txBody>
            <a:bodyPr/>
            <a:lstStyle/>
            <a:p/>
          </p:txBody>
        </p:sp>
        <p:sp>
          <p:nvSpPr>
            <p:cNvPr id="36" name="rc7"/>
            <p:cNvSpPr/>
            <p:nvPr/>
          </p:nvSpPr>
          <p:spPr>
            <a:xfrm>
              <a:off x="9027241" y="2633243"/>
              <a:ext cx="310641" cy="558429"/>
            </a:xfrm>
            <a:prstGeom prst="rect">
              <a:avLst/>
            </a:prstGeom>
            <a:solidFill>
              <a:srgbClr val="081F5C">
                <a:alpha val="100000"/>
              </a:srgbClr>
            </a:solidFill>
          </p:spPr>
          <p:txBody>
            <a:bodyPr/>
            <a:lstStyle/>
            <a:p/>
          </p:txBody>
        </p:sp>
        <p:sp>
          <p:nvSpPr>
            <p:cNvPr id="37" name="rc8"/>
            <p:cNvSpPr/>
            <p:nvPr/>
          </p:nvSpPr>
          <p:spPr>
            <a:xfrm>
              <a:off x="9027241" y="3284744"/>
              <a:ext cx="555885" cy="558429"/>
            </a:xfrm>
            <a:prstGeom prst="rect">
              <a:avLst/>
            </a:prstGeom>
            <a:solidFill>
              <a:srgbClr val="081F5C">
                <a:alpha val="100000"/>
              </a:srgbClr>
            </a:solidFill>
          </p:spPr>
          <p:txBody>
            <a:bodyPr/>
            <a:lstStyle/>
            <a:p/>
          </p:txBody>
        </p:sp>
        <p:sp>
          <p:nvSpPr>
            <p:cNvPr id="38" name="rc9"/>
            <p:cNvSpPr/>
            <p:nvPr/>
          </p:nvSpPr>
          <p:spPr>
            <a:xfrm>
              <a:off x="9027241" y="3936245"/>
              <a:ext cx="523186" cy="558429"/>
            </a:xfrm>
            <a:prstGeom prst="rect">
              <a:avLst/>
            </a:prstGeom>
            <a:solidFill>
              <a:srgbClr val="081F5C">
                <a:alpha val="100000"/>
              </a:srgbClr>
            </a:solidFill>
          </p:spPr>
          <p:txBody>
            <a:bodyPr/>
            <a:lstStyle/>
            <a:p/>
          </p:txBody>
        </p:sp>
        <p:sp>
          <p:nvSpPr>
            <p:cNvPr id="39" name="rc10"/>
            <p:cNvSpPr/>
            <p:nvPr/>
          </p:nvSpPr>
          <p:spPr>
            <a:xfrm>
              <a:off x="9027241" y="4587747"/>
              <a:ext cx="588584" cy="558429"/>
            </a:xfrm>
            <a:prstGeom prst="rect">
              <a:avLst/>
            </a:prstGeom>
            <a:solidFill>
              <a:srgbClr val="081F5C">
                <a:alpha val="100000"/>
              </a:srgbClr>
            </a:solidFill>
          </p:spPr>
          <p:txBody>
            <a:bodyPr/>
            <a:lstStyle/>
            <a:p/>
          </p:txBody>
        </p:sp>
        <p:sp>
          <p:nvSpPr>
            <p:cNvPr id="40" name="rc11"/>
            <p:cNvSpPr/>
            <p:nvPr/>
          </p:nvSpPr>
          <p:spPr>
            <a:xfrm>
              <a:off x="9027241" y="5239248"/>
              <a:ext cx="474137" cy="558429"/>
            </a:xfrm>
            <a:prstGeom prst="rect">
              <a:avLst/>
            </a:prstGeom>
            <a:solidFill>
              <a:srgbClr val="081F5C">
                <a:alpha val="100000"/>
              </a:srgbClr>
            </a:solidFill>
          </p:spPr>
          <p:txBody>
            <a:bodyPr/>
            <a:lstStyle/>
            <a:p/>
          </p:txBody>
        </p:sp>
        <p:sp>
          <p:nvSpPr>
            <p:cNvPr id="41" name="tx12"/>
            <p:cNvSpPr/>
            <p:nvPr/>
          </p:nvSpPr>
          <p:spPr>
            <a:xfrm>
              <a:off x="9429114" y="218023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42" name="tx13"/>
            <p:cNvSpPr/>
            <p:nvPr/>
          </p:nvSpPr>
          <p:spPr>
            <a:xfrm>
              <a:off x="9380065" y="283173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43" name="tx14"/>
            <p:cNvSpPr/>
            <p:nvPr/>
          </p:nvSpPr>
          <p:spPr>
            <a:xfrm>
              <a:off x="9102680" y="348323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44" name="tx15"/>
            <p:cNvSpPr/>
            <p:nvPr/>
          </p:nvSpPr>
          <p:spPr>
            <a:xfrm>
              <a:off x="9086330" y="413473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45" name="tx16"/>
            <p:cNvSpPr/>
            <p:nvPr/>
          </p:nvSpPr>
          <p:spPr>
            <a:xfrm>
              <a:off x="9119029" y="478623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46" name="tx17"/>
            <p:cNvSpPr/>
            <p:nvPr/>
          </p:nvSpPr>
          <p:spPr>
            <a:xfrm>
              <a:off x="9061806" y="543773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47" name="tx18"/>
            <p:cNvSpPr/>
            <p:nvPr/>
          </p:nvSpPr>
          <p:spPr>
            <a:xfrm>
              <a:off x="7600021" y="5495166"/>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48" name="tx19"/>
            <p:cNvSpPr/>
            <p:nvPr/>
          </p:nvSpPr>
          <p:spPr>
            <a:xfrm>
              <a:off x="7588909" y="4824428"/>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49" name="tx20"/>
            <p:cNvSpPr/>
            <p:nvPr/>
          </p:nvSpPr>
          <p:spPr>
            <a:xfrm>
              <a:off x="7645166" y="4148630"/>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50" name="tx21"/>
            <p:cNvSpPr/>
            <p:nvPr/>
          </p:nvSpPr>
          <p:spPr>
            <a:xfrm>
              <a:off x="7532453" y="3437808"/>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51" name="tx22"/>
            <p:cNvSpPr/>
            <p:nvPr/>
          </p:nvSpPr>
          <p:spPr>
            <a:xfrm>
              <a:off x="7780699" y="2802095"/>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52" name="tx23"/>
            <p:cNvSpPr/>
            <p:nvPr/>
          </p:nvSpPr>
          <p:spPr>
            <a:xfrm>
              <a:off x="7679495" y="2116871"/>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53" name="tx24"/>
            <p:cNvSpPr/>
            <p:nvPr/>
          </p:nvSpPr>
          <p:spPr>
            <a:xfrm>
              <a:off x="10023144" y="5967011"/>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54" name="Content Placeholder 5"/>
          <p:cNvGrpSpPr/>
          <p:nvPr/>
        </p:nvGrpSpPr>
        <p:grpSpPr>
          <a:xfrm>
            <a:off x="5281701" y="2885037"/>
            <a:ext cx="1737928" cy="1738800"/>
            <a:chOff x="5281701" y="2885037"/>
            <a:chExt cx="1737928" cy="1738800"/>
          </a:xfrm>
        </p:grpSpPr>
        <p:sp>
          <p:nvSpPr>
            <p:cNvPr id="55" name="rc3"/>
            <p:cNvSpPr/>
            <p:nvPr/>
          </p:nvSpPr>
          <p:spPr>
            <a:xfrm>
              <a:off x="5281701" y="2885037"/>
              <a:ext cx="1737928" cy="1738800"/>
            </a:xfrm>
            <a:prstGeom prst="rect">
              <a:avLst/>
            </a:prstGeom>
          </p:spPr>
          <p:txBody>
            <a:bodyPr/>
            <a:lstStyle/>
            <a:p/>
          </p:txBody>
        </p:sp>
        <p:sp>
          <p:nvSpPr>
            <p:cNvPr id="56" name="rc4"/>
            <p:cNvSpPr/>
            <p:nvPr/>
          </p:nvSpPr>
          <p:spPr>
            <a:xfrm>
              <a:off x="5281701" y="2885037"/>
              <a:ext cx="1737928" cy="1738800"/>
            </a:xfrm>
            <a:prstGeom prst="rect">
              <a:avLst/>
            </a:prstGeom>
          </p:spPr>
          <p:txBody>
            <a:bodyPr/>
            <a:lstStyle/>
            <a:p/>
          </p:txBody>
        </p:sp>
        <p:pic>
          <p:nvPicPr>
            <p:cNvPr id="57" name="pic5"/>
            <p:cNvPicPr/>
            <p:nvPr/>
          </p:nvPicPr>
          <p:blipFill>
            <a:blip r:embed="rId2" cstate="print"/>
            <a:stretch>
              <a:fillRect/>
            </a:stretch>
          </p:blipFill>
          <p:spPr>
            <a:xfrm>
              <a:off x="5281701" y="2885473"/>
              <a:ext cx="1737928" cy="1737928"/>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4 GRÁFICOS POBLACIÓN (P_SLIDE_4_GRAFICOS_POBLACION)</a:t>
            </a:r>
          </a:p>
        </p:txBody>
      </p:sp>
      <p:grpSp xmlns:pic="http://schemas.openxmlformats.org/drawingml/2006/picture">
        <p:nvGrpSpPr>
          <p:cNvPr id="3" name="prosecnur:poblacion_4:up_left"/>
          <p:cNvGrpSpPr/>
          <p:nvPr/>
        </p:nvGrpSpPr>
        <p:grpSpPr>
          <a:xfrm rot="-0">
            <a:off x="466344" y="1024128"/>
            <a:ext cx="4727448" cy="2578608"/>
            <a:chOff x="466344" y="1024128"/>
            <a:chExt cx="4727448" cy="2578608"/>
          </a:xfrm>
        </p:grpSpPr>
        <p:sp>
          <p:nvSpPr>
            <p:cNvPr id="4" name="tx3"/>
            <p:cNvSpPr/>
            <p:nvPr/>
          </p:nvSpPr>
          <p:spPr>
            <a:xfrm>
              <a:off x="2474368" y="1237411"/>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5" name="rc4"/>
            <p:cNvSpPr/>
            <p:nvPr/>
          </p:nvSpPr>
          <p:spPr>
            <a:xfrm>
              <a:off x="2380960" y="1831824"/>
              <a:ext cx="2812831" cy="1536796"/>
            </a:xfrm>
            <a:prstGeom prst="rect">
              <a:avLst/>
            </a:prstGeom>
          </p:spPr>
          <p:txBody>
            <a:bodyPr/>
            <a:lstStyle/>
            <a:p/>
          </p:txBody>
        </p:sp>
        <p:sp>
          <p:nvSpPr>
            <p:cNvPr id="6" name="rc5"/>
            <p:cNvSpPr/>
            <p:nvPr/>
          </p:nvSpPr>
          <p:spPr>
            <a:xfrm>
              <a:off x="2380960" y="1831824"/>
              <a:ext cx="2812831" cy="1536796"/>
            </a:xfrm>
            <a:prstGeom prst="rect">
              <a:avLst/>
            </a:prstGeom>
          </p:spPr>
          <p:txBody>
            <a:bodyPr/>
            <a:lstStyle/>
            <a:p/>
          </p:txBody>
        </p:sp>
        <p:sp>
          <p:nvSpPr>
            <p:cNvPr id="7" name="rc6"/>
            <p:cNvSpPr/>
            <p:nvPr/>
          </p:nvSpPr>
          <p:spPr>
            <a:xfrm>
              <a:off x="2380960" y="2034402"/>
              <a:ext cx="1455476" cy="433097"/>
            </a:xfrm>
            <a:prstGeom prst="rect">
              <a:avLst/>
            </a:prstGeom>
            <a:solidFill>
              <a:srgbClr val="081F5C">
                <a:alpha val="100000"/>
              </a:srgbClr>
            </a:solidFill>
          </p:spPr>
          <p:txBody>
            <a:bodyPr/>
            <a:lstStyle/>
            <a:p/>
          </p:txBody>
        </p:sp>
        <p:sp>
          <p:nvSpPr>
            <p:cNvPr id="8" name="rc7"/>
            <p:cNvSpPr/>
            <p:nvPr/>
          </p:nvSpPr>
          <p:spPr>
            <a:xfrm>
              <a:off x="2380960" y="2732946"/>
              <a:ext cx="1357354" cy="433097"/>
            </a:xfrm>
            <a:prstGeom prst="rect">
              <a:avLst/>
            </a:prstGeom>
            <a:solidFill>
              <a:srgbClr val="081F5C">
                <a:alpha val="100000"/>
              </a:srgbClr>
            </a:solidFill>
          </p:spPr>
          <p:txBody>
            <a:bodyPr/>
            <a:lstStyle/>
            <a:p/>
          </p:txBody>
        </p:sp>
        <p:sp>
          <p:nvSpPr>
            <p:cNvPr id="9" name="tx8"/>
            <p:cNvSpPr/>
            <p:nvPr/>
          </p:nvSpPr>
          <p:spPr>
            <a:xfrm>
              <a:off x="2906194" y="217022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10" name="tx9"/>
            <p:cNvSpPr/>
            <p:nvPr/>
          </p:nvSpPr>
          <p:spPr>
            <a:xfrm>
              <a:off x="2857133" y="286876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11" name="tx10"/>
            <p:cNvSpPr/>
            <p:nvPr/>
          </p:nvSpPr>
          <p:spPr>
            <a:xfrm>
              <a:off x="1247582" y="2909313"/>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12" name="tx11"/>
            <p:cNvSpPr/>
            <p:nvPr/>
          </p:nvSpPr>
          <p:spPr>
            <a:xfrm>
              <a:off x="1213650" y="2140914"/>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13" name="tx12"/>
            <p:cNvSpPr/>
            <p:nvPr/>
          </p:nvSpPr>
          <p:spPr>
            <a:xfrm>
              <a:off x="3377554" y="3454554"/>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14" name="prosecnur:poblacion_4:up_right"/>
          <p:cNvGrpSpPr/>
          <p:nvPr/>
        </p:nvGrpSpPr>
        <p:grpSpPr>
          <a:xfrm rot="-0">
            <a:off x="7114032" y="1024128"/>
            <a:ext cx="4727448" cy="2578608"/>
            <a:chOff x="7114032" y="1024128"/>
            <a:chExt cx="4727448" cy="2578608"/>
          </a:xfrm>
        </p:grpSpPr>
        <p:sp>
          <p:nvSpPr>
            <p:cNvPr id="15" name="tx3"/>
            <p:cNvSpPr/>
            <p:nvPr/>
          </p:nvSpPr>
          <p:spPr>
            <a:xfrm>
              <a:off x="9229361" y="1071419"/>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16" name="rc4"/>
            <p:cNvSpPr/>
            <p:nvPr/>
          </p:nvSpPr>
          <p:spPr>
            <a:xfrm>
              <a:off x="9028648" y="1371054"/>
              <a:ext cx="2812831" cy="2131122"/>
            </a:xfrm>
            <a:prstGeom prst="rect">
              <a:avLst/>
            </a:prstGeom>
          </p:spPr>
          <p:txBody>
            <a:bodyPr/>
            <a:lstStyle/>
            <a:p/>
          </p:txBody>
        </p:sp>
        <p:sp>
          <p:nvSpPr>
            <p:cNvPr id="17" name="rc5"/>
            <p:cNvSpPr/>
            <p:nvPr/>
          </p:nvSpPr>
          <p:spPr>
            <a:xfrm>
              <a:off x="9028648" y="1371054"/>
              <a:ext cx="2812831" cy="2131122"/>
            </a:xfrm>
            <a:prstGeom prst="rect">
              <a:avLst/>
            </a:prstGeom>
          </p:spPr>
          <p:txBody>
            <a:bodyPr/>
            <a:lstStyle/>
            <a:p/>
          </p:txBody>
        </p:sp>
        <p:sp>
          <p:nvSpPr>
            <p:cNvPr id="18" name="rc6"/>
            <p:cNvSpPr/>
            <p:nvPr/>
          </p:nvSpPr>
          <p:spPr>
            <a:xfrm>
              <a:off x="9028648" y="1429979"/>
              <a:ext cx="359780" cy="294625"/>
            </a:xfrm>
            <a:prstGeom prst="rect">
              <a:avLst/>
            </a:prstGeom>
            <a:solidFill>
              <a:srgbClr val="081F5C">
                <a:alpha val="100000"/>
              </a:srgbClr>
            </a:solidFill>
          </p:spPr>
          <p:txBody>
            <a:bodyPr/>
            <a:lstStyle/>
            <a:p/>
          </p:txBody>
        </p:sp>
        <p:sp>
          <p:nvSpPr>
            <p:cNvPr id="19" name="rc7"/>
            <p:cNvSpPr/>
            <p:nvPr/>
          </p:nvSpPr>
          <p:spPr>
            <a:xfrm>
              <a:off x="9028648" y="1773709"/>
              <a:ext cx="310719" cy="294625"/>
            </a:xfrm>
            <a:prstGeom prst="rect">
              <a:avLst/>
            </a:prstGeom>
            <a:solidFill>
              <a:srgbClr val="081F5C">
                <a:alpha val="100000"/>
              </a:srgbClr>
            </a:solidFill>
          </p:spPr>
          <p:txBody>
            <a:bodyPr/>
            <a:lstStyle/>
            <a:p/>
          </p:txBody>
        </p:sp>
        <p:sp>
          <p:nvSpPr>
            <p:cNvPr id="20" name="rc8"/>
            <p:cNvSpPr/>
            <p:nvPr/>
          </p:nvSpPr>
          <p:spPr>
            <a:xfrm>
              <a:off x="9028648" y="2117438"/>
              <a:ext cx="556024" cy="294625"/>
            </a:xfrm>
            <a:prstGeom prst="rect">
              <a:avLst/>
            </a:prstGeom>
            <a:solidFill>
              <a:srgbClr val="081F5C">
                <a:alpha val="100000"/>
              </a:srgbClr>
            </a:solidFill>
          </p:spPr>
          <p:txBody>
            <a:bodyPr/>
            <a:lstStyle/>
            <a:p/>
          </p:txBody>
        </p:sp>
        <p:sp>
          <p:nvSpPr>
            <p:cNvPr id="21" name="rc9"/>
            <p:cNvSpPr/>
            <p:nvPr/>
          </p:nvSpPr>
          <p:spPr>
            <a:xfrm>
              <a:off x="9028648" y="2461168"/>
              <a:ext cx="523317" cy="294625"/>
            </a:xfrm>
            <a:prstGeom prst="rect">
              <a:avLst/>
            </a:prstGeom>
            <a:solidFill>
              <a:srgbClr val="081F5C">
                <a:alpha val="100000"/>
              </a:srgbClr>
            </a:solidFill>
          </p:spPr>
          <p:txBody>
            <a:bodyPr/>
            <a:lstStyle/>
            <a:p/>
          </p:txBody>
        </p:sp>
        <p:sp>
          <p:nvSpPr>
            <p:cNvPr id="22" name="rc10"/>
            <p:cNvSpPr/>
            <p:nvPr/>
          </p:nvSpPr>
          <p:spPr>
            <a:xfrm>
              <a:off x="9028648" y="2804897"/>
              <a:ext cx="588732" cy="294625"/>
            </a:xfrm>
            <a:prstGeom prst="rect">
              <a:avLst/>
            </a:prstGeom>
            <a:solidFill>
              <a:srgbClr val="081F5C">
                <a:alpha val="100000"/>
              </a:srgbClr>
            </a:solidFill>
          </p:spPr>
          <p:txBody>
            <a:bodyPr/>
            <a:lstStyle/>
            <a:p/>
          </p:txBody>
        </p:sp>
        <p:sp>
          <p:nvSpPr>
            <p:cNvPr id="23" name="rc11"/>
            <p:cNvSpPr/>
            <p:nvPr/>
          </p:nvSpPr>
          <p:spPr>
            <a:xfrm>
              <a:off x="9028648" y="3148627"/>
              <a:ext cx="474256" cy="294625"/>
            </a:xfrm>
            <a:prstGeom prst="rect">
              <a:avLst/>
            </a:prstGeom>
            <a:solidFill>
              <a:srgbClr val="081F5C">
                <a:alpha val="100000"/>
              </a:srgbClr>
            </a:solidFill>
          </p:spPr>
          <p:txBody>
            <a:bodyPr/>
            <a:lstStyle/>
            <a:p/>
          </p:txBody>
        </p:sp>
        <p:sp>
          <p:nvSpPr>
            <p:cNvPr id="24" name="tx12"/>
            <p:cNvSpPr/>
            <p:nvPr/>
          </p:nvSpPr>
          <p:spPr>
            <a:xfrm>
              <a:off x="9430621" y="149656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25" name="tx13"/>
            <p:cNvSpPr/>
            <p:nvPr/>
          </p:nvSpPr>
          <p:spPr>
            <a:xfrm>
              <a:off x="9381560" y="184029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26" name="tx14"/>
            <p:cNvSpPr/>
            <p:nvPr/>
          </p:nvSpPr>
          <p:spPr>
            <a:xfrm>
              <a:off x="9104156" y="218402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7" name="tx15"/>
            <p:cNvSpPr/>
            <p:nvPr/>
          </p:nvSpPr>
          <p:spPr>
            <a:xfrm>
              <a:off x="9087802" y="252775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8" name="tx16"/>
            <p:cNvSpPr/>
            <p:nvPr/>
          </p:nvSpPr>
          <p:spPr>
            <a:xfrm>
              <a:off x="9120510" y="287148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29" name="tx17"/>
            <p:cNvSpPr/>
            <p:nvPr/>
          </p:nvSpPr>
          <p:spPr>
            <a:xfrm>
              <a:off x="9063272" y="321521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17%</a:t>
              </a:r>
            </a:p>
          </p:txBody>
        </p:sp>
        <p:sp>
          <p:nvSpPr>
            <p:cNvPr id="30" name="tx18"/>
            <p:cNvSpPr/>
            <p:nvPr/>
          </p:nvSpPr>
          <p:spPr>
            <a:xfrm>
              <a:off x="7601385" y="3246994"/>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31" name="tx19"/>
            <p:cNvSpPr/>
            <p:nvPr/>
          </p:nvSpPr>
          <p:spPr>
            <a:xfrm>
              <a:off x="7590272" y="2894288"/>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32" name="tx20"/>
            <p:cNvSpPr/>
            <p:nvPr/>
          </p:nvSpPr>
          <p:spPr>
            <a:xfrm>
              <a:off x="7646529" y="2536521"/>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33" name="tx21"/>
            <p:cNvSpPr/>
            <p:nvPr/>
          </p:nvSpPr>
          <p:spPr>
            <a:xfrm>
              <a:off x="7533817" y="2143730"/>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34" name="tx22"/>
            <p:cNvSpPr/>
            <p:nvPr/>
          </p:nvSpPr>
          <p:spPr>
            <a:xfrm>
              <a:off x="7782062" y="1826048"/>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35" name="tx23"/>
            <p:cNvSpPr/>
            <p:nvPr/>
          </p:nvSpPr>
          <p:spPr>
            <a:xfrm>
              <a:off x="7680859" y="1458855"/>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36" name="tx24"/>
            <p:cNvSpPr/>
            <p:nvPr/>
          </p:nvSpPr>
          <p:spPr>
            <a:xfrm>
              <a:off x="10025242" y="3501299"/>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7" name="prosecnur:poblacion_4:bottom_left"/>
          <p:cNvGrpSpPr/>
          <p:nvPr/>
        </p:nvGrpSpPr>
        <p:grpSpPr>
          <a:xfrm rot="-0">
            <a:off x="457200" y="3703320"/>
            <a:ext cx="4727448" cy="2578608"/>
            <a:chOff x="457200" y="3703320"/>
            <a:chExt cx="4727448" cy="2578608"/>
          </a:xfrm>
        </p:grpSpPr>
        <p:sp>
          <p:nvSpPr>
            <p:cNvPr id="38" name="tx3"/>
            <p:cNvSpPr/>
            <p:nvPr/>
          </p:nvSpPr>
          <p:spPr>
            <a:xfrm>
              <a:off x="2092707" y="3762684"/>
              <a:ext cx="1456432" cy="1882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Rango de edad</a:t>
              </a:r>
            </a:p>
          </p:txBody>
        </p:sp>
        <p:sp>
          <p:nvSpPr>
            <p:cNvPr id="39" name="rc4"/>
            <p:cNvSpPr/>
            <p:nvPr/>
          </p:nvSpPr>
          <p:spPr>
            <a:xfrm>
              <a:off x="2371816" y="4188693"/>
              <a:ext cx="2812831" cy="1952546"/>
            </a:xfrm>
            <a:prstGeom prst="rect">
              <a:avLst/>
            </a:prstGeom>
          </p:spPr>
          <p:txBody>
            <a:bodyPr/>
            <a:lstStyle/>
            <a:p/>
          </p:txBody>
        </p:sp>
        <p:sp>
          <p:nvSpPr>
            <p:cNvPr id="40" name="rc5"/>
            <p:cNvSpPr/>
            <p:nvPr/>
          </p:nvSpPr>
          <p:spPr>
            <a:xfrm>
              <a:off x="2371816" y="4188693"/>
              <a:ext cx="2812831" cy="1952546"/>
            </a:xfrm>
            <a:prstGeom prst="rect">
              <a:avLst/>
            </a:prstGeom>
          </p:spPr>
          <p:txBody>
            <a:bodyPr/>
            <a:lstStyle/>
            <a:p/>
          </p:txBody>
        </p:sp>
        <p:sp>
          <p:nvSpPr>
            <p:cNvPr id="41" name="rc6"/>
            <p:cNvSpPr/>
            <p:nvPr/>
          </p:nvSpPr>
          <p:spPr>
            <a:xfrm>
              <a:off x="2371816" y="4334802"/>
              <a:ext cx="1210171" cy="265652"/>
            </a:xfrm>
            <a:prstGeom prst="rect">
              <a:avLst/>
            </a:prstGeom>
            <a:solidFill>
              <a:srgbClr val="081F5C">
                <a:alpha val="100000"/>
              </a:srgbClr>
            </a:solidFill>
          </p:spPr>
          <p:txBody>
            <a:bodyPr/>
            <a:lstStyle/>
            <a:p/>
          </p:txBody>
        </p:sp>
        <p:sp>
          <p:nvSpPr>
            <p:cNvPr id="42" name="rc7"/>
            <p:cNvSpPr/>
            <p:nvPr/>
          </p:nvSpPr>
          <p:spPr>
            <a:xfrm>
              <a:off x="2371816" y="4799694"/>
              <a:ext cx="1308293" cy="265652"/>
            </a:xfrm>
            <a:prstGeom prst="rect">
              <a:avLst/>
            </a:prstGeom>
            <a:solidFill>
              <a:srgbClr val="081F5C">
                <a:alpha val="100000"/>
              </a:srgbClr>
            </a:solidFill>
          </p:spPr>
          <p:txBody>
            <a:bodyPr/>
            <a:lstStyle/>
            <a:p/>
          </p:txBody>
        </p:sp>
        <p:sp>
          <p:nvSpPr>
            <p:cNvPr id="43" name="rc8"/>
            <p:cNvSpPr/>
            <p:nvPr/>
          </p:nvSpPr>
          <p:spPr>
            <a:xfrm>
              <a:off x="2371816" y="5264586"/>
              <a:ext cx="228951" cy="265652"/>
            </a:xfrm>
            <a:prstGeom prst="rect">
              <a:avLst/>
            </a:prstGeom>
            <a:solidFill>
              <a:srgbClr val="081F5C">
                <a:alpha val="100000"/>
              </a:srgbClr>
            </a:solidFill>
          </p:spPr>
          <p:txBody>
            <a:bodyPr/>
            <a:lstStyle/>
            <a:p/>
          </p:txBody>
        </p:sp>
        <p:sp>
          <p:nvSpPr>
            <p:cNvPr id="44" name="rc9"/>
            <p:cNvSpPr/>
            <p:nvPr/>
          </p:nvSpPr>
          <p:spPr>
            <a:xfrm>
              <a:off x="2371816" y="5729478"/>
              <a:ext cx="65414" cy="265652"/>
            </a:xfrm>
            <a:prstGeom prst="rect">
              <a:avLst/>
            </a:prstGeom>
            <a:solidFill>
              <a:srgbClr val="081F5C">
                <a:alpha val="100000"/>
              </a:srgbClr>
            </a:solidFill>
          </p:spPr>
          <p:txBody>
            <a:bodyPr/>
            <a:lstStyle/>
            <a:p/>
          </p:txBody>
        </p:sp>
        <p:sp>
          <p:nvSpPr>
            <p:cNvPr id="45" name="tx10"/>
            <p:cNvSpPr/>
            <p:nvPr/>
          </p:nvSpPr>
          <p:spPr>
            <a:xfrm>
              <a:off x="2774398" y="438690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43%</a:t>
              </a:r>
            </a:p>
          </p:txBody>
        </p:sp>
        <p:sp>
          <p:nvSpPr>
            <p:cNvPr id="46" name="tx11"/>
            <p:cNvSpPr/>
            <p:nvPr/>
          </p:nvSpPr>
          <p:spPr>
            <a:xfrm>
              <a:off x="2823459" y="485179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47%</a:t>
              </a:r>
            </a:p>
          </p:txBody>
        </p:sp>
        <p:sp>
          <p:nvSpPr>
            <p:cNvPr id="47" name="tx12"/>
            <p:cNvSpPr/>
            <p:nvPr/>
          </p:nvSpPr>
          <p:spPr>
            <a:xfrm>
              <a:off x="2642960" y="5316687"/>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48" name="tx13"/>
            <p:cNvSpPr/>
            <p:nvPr/>
          </p:nvSpPr>
          <p:spPr>
            <a:xfrm>
              <a:off x="2479423" y="5781579"/>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49" name="tx14"/>
            <p:cNvSpPr/>
            <p:nvPr/>
          </p:nvSpPr>
          <p:spPr>
            <a:xfrm>
              <a:off x="492512" y="5819483"/>
              <a:ext cx="1705570"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30 años a más</a:t>
              </a:r>
            </a:p>
          </p:txBody>
        </p:sp>
        <p:sp>
          <p:nvSpPr>
            <p:cNvPr id="50" name="tx15"/>
            <p:cNvSpPr/>
            <p:nvPr/>
          </p:nvSpPr>
          <p:spPr>
            <a:xfrm>
              <a:off x="673189" y="5333231"/>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26 a 30 años</a:t>
              </a:r>
            </a:p>
          </p:txBody>
        </p:sp>
        <p:sp>
          <p:nvSpPr>
            <p:cNvPr id="51" name="tx16"/>
            <p:cNvSpPr/>
            <p:nvPr/>
          </p:nvSpPr>
          <p:spPr>
            <a:xfrm>
              <a:off x="673189" y="4845095"/>
              <a:ext cx="1524892" cy="1485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22 a 25 años</a:t>
              </a:r>
            </a:p>
          </p:txBody>
        </p:sp>
        <p:sp>
          <p:nvSpPr>
            <p:cNvPr id="52" name="tx17"/>
            <p:cNvSpPr/>
            <p:nvPr/>
          </p:nvSpPr>
          <p:spPr>
            <a:xfrm>
              <a:off x="673189" y="4356859"/>
              <a:ext cx="1524892" cy="14862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19 a 21 años</a:t>
              </a:r>
            </a:p>
          </p:txBody>
        </p:sp>
        <p:sp>
          <p:nvSpPr>
            <p:cNvPr id="53" name="tx18"/>
            <p:cNvSpPr/>
            <p:nvPr/>
          </p:nvSpPr>
          <p:spPr>
            <a:xfrm>
              <a:off x="3368410" y="6166446"/>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54" name="prosecnur:poblacion_4:bottom_right"/>
          <p:cNvGrpSpPr/>
          <p:nvPr/>
        </p:nvGrpSpPr>
        <p:grpSpPr>
          <a:xfrm rot="-0">
            <a:off x="7114032" y="3703320"/>
            <a:ext cx="4727448" cy="2578608"/>
            <a:chOff x="7114032" y="3703320"/>
            <a:chExt cx="4727448" cy="2578608"/>
          </a:xfrm>
        </p:grpSpPr>
        <p:sp>
          <p:nvSpPr>
            <p:cNvPr id="55" name="tx3"/>
            <p:cNvSpPr/>
            <p:nvPr/>
          </p:nvSpPr>
          <p:spPr>
            <a:xfrm>
              <a:off x="8563256" y="3916702"/>
              <a:ext cx="1828998"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Título universitario</a:t>
              </a:r>
            </a:p>
          </p:txBody>
        </p:sp>
        <p:sp>
          <p:nvSpPr>
            <p:cNvPr id="56" name="rc4"/>
            <p:cNvSpPr/>
            <p:nvPr/>
          </p:nvSpPr>
          <p:spPr>
            <a:xfrm>
              <a:off x="9028648" y="4511016"/>
              <a:ext cx="2812831" cy="1536796"/>
            </a:xfrm>
            <a:prstGeom prst="rect">
              <a:avLst/>
            </a:prstGeom>
          </p:spPr>
          <p:txBody>
            <a:bodyPr/>
            <a:lstStyle/>
            <a:p/>
          </p:txBody>
        </p:sp>
        <p:sp>
          <p:nvSpPr>
            <p:cNvPr id="57" name="rc5"/>
            <p:cNvSpPr/>
            <p:nvPr/>
          </p:nvSpPr>
          <p:spPr>
            <a:xfrm>
              <a:off x="9028648" y="4511016"/>
              <a:ext cx="2812831" cy="1536796"/>
            </a:xfrm>
            <a:prstGeom prst="rect">
              <a:avLst/>
            </a:prstGeom>
          </p:spPr>
          <p:txBody>
            <a:bodyPr/>
            <a:lstStyle/>
            <a:p/>
          </p:txBody>
        </p:sp>
        <p:sp>
          <p:nvSpPr>
            <p:cNvPr id="58" name="rc6"/>
            <p:cNvSpPr/>
            <p:nvPr/>
          </p:nvSpPr>
          <p:spPr>
            <a:xfrm>
              <a:off x="9028648" y="4713594"/>
              <a:ext cx="884935" cy="433097"/>
            </a:xfrm>
            <a:prstGeom prst="rect">
              <a:avLst/>
            </a:prstGeom>
            <a:solidFill>
              <a:srgbClr val="081F5C">
                <a:alpha val="100000"/>
              </a:srgbClr>
            </a:solidFill>
          </p:spPr>
          <p:txBody>
            <a:bodyPr/>
            <a:lstStyle/>
            <a:p/>
          </p:txBody>
        </p:sp>
        <p:sp>
          <p:nvSpPr>
            <p:cNvPr id="59" name="rc7"/>
            <p:cNvSpPr/>
            <p:nvPr/>
          </p:nvSpPr>
          <p:spPr>
            <a:xfrm>
              <a:off x="9028648" y="5412138"/>
              <a:ext cx="1927895" cy="433097"/>
            </a:xfrm>
            <a:prstGeom prst="rect">
              <a:avLst/>
            </a:prstGeom>
            <a:solidFill>
              <a:srgbClr val="081F5C">
                <a:alpha val="100000"/>
              </a:srgbClr>
            </a:solidFill>
          </p:spPr>
          <p:txBody>
            <a:bodyPr/>
            <a:lstStyle/>
            <a:p/>
          </p:txBody>
        </p:sp>
        <p:sp>
          <p:nvSpPr>
            <p:cNvPr id="60" name="tx8"/>
            <p:cNvSpPr/>
            <p:nvPr/>
          </p:nvSpPr>
          <p:spPr>
            <a:xfrm>
              <a:off x="9268612" y="484941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31%</a:t>
              </a:r>
            </a:p>
          </p:txBody>
        </p:sp>
        <p:sp>
          <p:nvSpPr>
            <p:cNvPr id="61" name="tx9"/>
            <p:cNvSpPr/>
            <p:nvPr/>
          </p:nvSpPr>
          <p:spPr>
            <a:xfrm>
              <a:off x="9790092" y="554796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69%</a:t>
              </a:r>
            </a:p>
          </p:txBody>
        </p:sp>
        <p:sp>
          <p:nvSpPr>
            <p:cNvPr id="62" name="tx10"/>
            <p:cNvSpPr/>
            <p:nvPr/>
          </p:nvSpPr>
          <p:spPr>
            <a:xfrm>
              <a:off x="8584047" y="5588505"/>
              <a:ext cx="270867"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a:t>
              </a:r>
            </a:p>
          </p:txBody>
        </p:sp>
        <p:sp>
          <p:nvSpPr>
            <p:cNvPr id="63" name="tx11"/>
            <p:cNvSpPr/>
            <p:nvPr/>
          </p:nvSpPr>
          <p:spPr>
            <a:xfrm>
              <a:off x="8662926" y="4817427"/>
              <a:ext cx="191988"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Sí</a:t>
              </a:r>
            </a:p>
          </p:txBody>
        </p:sp>
        <p:sp>
          <p:nvSpPr>
            <p:cNvPr id="64" name="tx12"/>
            <p:cNvSpPr/>
            <p:nvPr/>
          </p:nvSpPr>
          <p:spPr>
            <a:xfrm>
              <a:off x="10104332" y="6098412"/>
              <a:ext cx="1680418" cy="165211"/>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178 egresados</a:t>
              </a:r>
            </a:p>
          </p:txBody>
        </p:sp>
      </p:grpSp>
      <p:grpSp xmlns:pic="http://schemas.openxmlformats.org/drawingml/2006/picture">
        <p:nvGrpSpPr>
          <p:cNvPr id="65" name="prosecnur:poblacion_4:icon"/>
          <p:cNvGrpSpPr/>
          <p:nvPr/>
        </p:nvGrpSpPr>
        <p:grpSpPr>
          <a:xfrm rot="-0">
            <a:off x="5281701" y="2885037"/>
            <a:ext cx="1737928" cy="1738800"/>
            <a:chOff x="5281701" y="2885037"/>
            <a:chExt cx="1737928" cy="1738800"/>
          </a:xfrm>
        </p:grpSpPr>
        <p:sp>
          <p:nvSpPr>
            <p:cNvPr id="66" name="rc3"/>
            <p:cNvSpPr/>
            <p:nvPr/>
          </p:nvSpPr>
          <p:spPr>
            <a:xfrm>
              <a:off x="5281701" y="2885037"/>
              <a:ext cx="1737928" cy="1738800"/>
            </a:xfrm>
            <a:prstGeom prst="rect">
              <a:avLst/>
            </a:prstGeom>
          </p:spPr>
          <p:txBody>
            <a:bodyPr/>
            <a:lstStyle/>
            <a:p/>
          </p:txBody>
        </p:sp>
        <p:sp>
          <p:nvSpPr>
            <p:cNvPr id="67" name="rc4"/>
            <p:cNvSpPr/>
            <p:nvPr/>
          </p:nvSpPr>
          <p:spPr>
            <a:xfrm>
              <a:off x="5281701" y="2885037"/>
              <a:ext cx="1737928" cy="1738800"/>
            </a:xfrm>
            <a:prstGeom prst="rect">
              <a:avLst/>
            </a:prstGeom>
          </p:spPr>
          <p:txBody>
            <a:bodyPr/>
            <a:lstStyle/>
            <a:p/>
          </p:txBody>
        </p:sp>
        <p:pic>
          <p:nvPicPr>
            <p:cNvPr id="68" name="pic5"/>
            <p:cNvPicPr/>
            <p:nvPr/>
          </p:nvPicPr>
          <p:blipFill>
            <a:blip r:embed="rId2" cstate="print"/>
            <a:stretch>
              <a:fillRect/>
            </a:stretch>
          </p:blipFill>
          <p:spPr>
            <a:xfrm>
              <a:off x="5281701" y="2885473"/>
              <a:ext cx="1737928" cy="1737928"/>
            </a:xfrm>
            <a:prstGeom prst="rect">
              <a:avLst/>
            </a:prstGeom>
          </p:spPr>
        </p:pic>
      </p:grpSp>
      <p:sp>
        <p:nvSpPr>
          <p:cNvPr id="69" name="prosecnur:poblacion_4:base"/>
          <p:cNvSpPr>
            <a:spLocks noGrp="1"/>
          </p:cNvSpPr>
          <p:nvPr>            </p:nvPr>
        </p:nvSpPr>
        <p:spPr>
          <a:xfrm>
            <a:off x="457200" y="6437376"/>
            <a:ext cx="5852160" cy="228600"/>
          </a:xfrm>
          <a:prstGeom prst="rect">
            <a:avLst/>
          </a:prstGeom>
        </p:spPr>
        <p:txBody>
          <a:bodyPr/>
          <a:lstStyle/>
          <a:p>
            <a:r>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5 GRÁFICOS POBLACIÓN (P_SLIDE_5_GRAFICOS_POBLACION)</a:t>
            </a:r>
          </a:p>
        </p:txBody>
      </p:sp>
      <p:grpSp xmlns:pic="http://schemas.openxmlformats.org/drawingml/2006/picture">
        <p:nvGrpSpPr>
          <p:cNvPr id="3" name="prosecnur:poblacion_5:icon"/>
          <p:cNvGrpSpPr/>
          <p:nvPr/>
        </p:nvGrpSpPr>
        <p:grpSpPr>
          <a:xfrm rot="-0">
            <a:off x="5227036" y="3153394"/>
            <a:ext cx="1737928" cy="1738800"/>
            <a:chOff x="5227036" y="3153394"/>
            <a:chExt cx="1737928" cy="1738800"/>
          </a:xfrm>
        </p:grpSpPr>
        <p:sp>
          <p:nvSpPr>
            <p:cNvPr id="4" name="rc3"/>
            <p:cNvSpPr/>
            <p:nvPr/>
          </p:nvSpPr>
          <p:spPr>
            <a:xfrm>
              <a:off x="5227036" y="3153394"/>
              <a:ext cx="1737927" cy="1738800"/>
            </a:xfrm>
            <a:prstGeom prst="rect">
              <a:avLst/>
            </a:prstGeom>
          </p:spPr>
          <p:txBody>
            <a:bodyPr/>
            <a:lstStyle/>
            <a:p/>
          </p:txBody>
        </p:sp>
        <p:sp>
          <p:nvSpPr>
            <p:cNvPr id="5" name="rc4"/>
            <p:cNvSpPr/>
            <p:nvPr/>
          </p:nvSpPr>
          <p:spPr>
            <a:xfrm>
              <a:off x="5227036" y="3153394"/>
              <a:ext cx="1737927" cy="1738800"/>
            </a:xfrm>
            <a:prstGeom prst="rect">
              <a:avLst/>
            </a:prstGeom>
          </p:spPr>
          <p:txBody>
            <a:bodyPr/>
            <a:lstStyle/>
            <a:p/>
          </p:txBody>
        </p:sp>
        <p:pic>
          <p:nvPicPr>
            <p:cNvPr id="6" name="pic5"/>
            <p:cNvPicPr/>
            <p:nvPr/>
          </p:nvPicPr>
          <p:blipFill>
            <a:blip r:embed="rId2" cstate="print"/>
            <a:stretch>
              <a:fillRect/>
            </a:stretch>
          </p:blipFill>
          <p:spPr>
            <a:xfrm>
              <a:off x="5227036" y="3153830"/>
              <a:ext cx="1737928" cy="1737928"/>
            </a:xfrm>
            <a:prstGeom prst="rect">
              <a:avLst/>
            </a:prstGeom>
          </p:spPr>
        </p:pic>
      </p:grpSp>
      <p:grpSp xmlns:pic="http://schemas.openxmlformats.org/drawingml/2006/picture">
        <p:nvGrpSpPr>
          <p:cNvPr id="7" name="Picture Placeholder 5"/>
          <p:cNvGrpSpPr/>
          <p:nvPr/>
        </p:nvGrpSpPr>
        <p:grpSpPr>
          <a:xfrm>
            <a:off x="4298820" y="1184305"/>
            <a:ext cx="3594360" cy="1872000"/>
            <a:chOff x="4298820" y="1184305"/>
            <a:chExt cx="3594360" cy="1872000"/>
          </a:xfrm>
        </p:grpSpPr>
        <p:sp>
          <p:nvSpPr>
            <p:cNvPr id="8" name="tx3"/>
            <p:cNvSpPr/>
            <p:nvPr/>
          </p:nvSpPr>
          <p:spPr>
            <a:xfrm>
              <a:off x="5847605" y="1197348"/>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9" name="rc4"/>
            <p:cNvSpPr/>
            <p:nvPr/>
          </p:nvSpPr>
          <p:spPr>
            <a:xfrm>
              <a:off x="5754535" y="1436164"/>
              <a:ext cx="2138644" cy="1547137"/>
            </a:xfrm>
            <a:prstGeom prst="rect">
              <a:avLst/>
            </a:prstGeom>
          </p:spPr>
          <p:txBody>
            <a:bodyPr/>
            <a:lstStyle/>
            <a:p/>
          </p:txBody>
        </p:sp>
        <p:sp>
          <p:nvSpPr>
            <p:cNvPr id="10" name="rc5"/>
            <p:cNvSpPr/>
            <p:nvPr/>
          </p:nvSpPr>
          <p:spPr>
            <a:xfrm>
              <a:off x="5754535" y="1436164"/>
              <a:ext cx="2138644" cy="1547137"/>
            </a:xfrm>
            <a:prstGeom prst="rect">
              <a:avLst/>
            </a:prstGeom>
          </p:spPr>
          <p:txBody>
            <a:bodyPr/>
            <a:lstStyle/>
            <a:p/>
          </p:txBody>
        </p:sp>
        <p:sp>
          <p:nvSpPr>
            <p:cNvPr id="11" name="rc6"/>
            <p:cNvSpPr/>
            <p:nvPr/>
          </p:nvSpPr>
          <p:spPr>
            <a:xfrm>
              <a:off x="5754535" y="1478942"/>
              <a:ext cx="273547" cy="213889"/>
            </a:xfrm>
            <a:prstGeom prst="rect">
              <a:avLst/>
            </a:prstGeom>
            <a:solidFill>
              <a:srgbClr val="081F5C">
                <a:alpha val="100000"/>
              </a:srgbClr>
            </a:solidFill>
          </p:spPr>
          <p:txBody>
            <a:bodyPr/>
            <a:lstStyle/>
            <a:p/>
          </p:txBody>
        </p:sp>
        <p:sp>
          <p:nvSpPr>
            <p:cNvPr id="12" name="rc7"/>
            <p:cNvSpPr/>
            <p:nvPr/>
          </p:nvSpPr>
          <p:spPr>
            <a:xfrm>
              <a:off x="5754535" y="1728480"/>
              <a:ext cx="236245" cy="213889"/>
            </a:xfrm>
            <a:prstGeom prst="rect">
              <a:avLst/>
            </a:prstGeom>
            <a:solidFill>
              <a:srgbClr val="081F5C">
                <a:alpha val="100000"/>
              </a:srgbClr>
            </a:solidFill>
          </p:spPr>
          <p:txBody>
            <a:bodyPr/>
            <a:lstStyle/>
            <a:p/>
          </p:txBody>
        </p:sp>
        <p:sp>
          <p:nvSpPr>
            <p:cNvPr id="13" name="rc8"/>
            <p:cNvSpPr/>
            <p:nvPr/>
          </p:nvSpPr>
          <p:spPr>
            <a:xfrm>
              <a:off x="5754535" y="1978019"/>
              <a:ext cx="422755" cy="213889"/>
            </a:xfrm>
            <a:prstGeom prst="rect">
              <a:avLst/>
            </a:prstGeom>
            <a:solidFill>
              <a:srgbClr val="081F5C">
                <a:alpha val="100000"/>
              </a:srgbClr>
            </a:solidFill>
          </p:spPr>
          <p:txBody>
            <a:bodyPr/>
            <a:lstStyle/>
            <a:p/>
          </p:txBody>
        </p:sp>
        <p:sp>
          <p:nvSpPr>
            <p:cNvPr id="14" name="rc9"/>
            <p:cNvSpPr/>
            <p:nvPr/>
          </p:nvSpPr>
          <p:spPr>
            <a:xfrm>
              <a:off x="5754535" y="2227557"/>
              <a:ext cx="397887" cy="213889"/>
            </a:xfrm>
            <a:prstGeom prst="rect">
              <a:avLst/>
            </a:prstGeom>
            <a:solidFill>
              <a:srgbClr val="081F5C">
                <a:alpha val="100000"/>
              </a:srgbClr>
            </a:solidFill>
          </p:spPr>
          <p:txBody>
            <a:bodyPr/>
            <a:lstStyle/>
            <a:p/>
          </p:txBody>
        </p:sp>
        <p:sp>
          <p:nvSpPr>
            <p:cNvPr id="15" name="rc10"/>
            <p:cNvSpPr/>
            <p:nvPr/>
          </p:nvSpPr>
          <p:spPr>
            <a:xfrm>
              <a:off x="5754535" y="2477095"/>
              <a:ext cx="447623" cy="213889"/>
            </a:xfrm>
            <a:prstGeom prst="rect">
              <a:avLst/>
            </a:prstGeom>
            <a:solidFill>
              <a:srgbClr val="081F5C">
                <a:alpha val="100000"/>
              </a:srgbClr>
            </a:solidFill>
          </p:spPr>
          <p:txBody>
            <a:bodyPr/>
            <a:lstStyle/>
            <a:p/>
          </p:txBody>
        </p:sp>
        <p:sp>
          <p:nvSpPr>
            <p:cNvPr id="16" name="rc11"/>
            <p:cNvSpPr/>
            <p:nvPr/>
          </p:nvSpPr>
          <p:spPr>
            <a:xfrm>
              <a:off x="5754535" y="2726634"/>
              <a:ext cx="360585" cy="213889"/>
            </a:xfrm>
            <a:prstGeom prst="rect">
              <a:avLst/>
            </a:prstGeom>
            <a:solidFill>
              <a:srgbClr val="081F5C">
                <a:alpha val="100000"/>
              </a:srgbClr>
            </a:solidFill>
          </p:spPr>
          <p:txBody>
            <a:bodyPr/>
            <a:lstStyle/>
            <a:p/>
          </p:txBody>
        </p:sp>
        <p:sp>
          <p:nvSpPr>
            <p:cNvPr id="17" name="tx12"/>
            <p:cNvSpPr/>
            <p:nvPr/>
          </p:nvSpPr>
          <p:spPr>
            <a:xfrm>
              <a:off x="6060162" y="150516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18" name="tx13"/>
            <p:cNvSpPr/>
            <p:nvPr/>
          </p:nvSpPr>
          <p:spPr>
            <a:xfrm>
              <a:off x="6022861" y="175470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19" name="tx14"/>
            <p:cNvSpPr/>
            <p:nvPr/>
          </p:nvSpPr>
          <p:spPr>
            <a:xfrm>
              <a:off x="5763409" y="200423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0" name="tx15"/>
            <p:cNvSpPr/>
            <p:nvPr/>
          </p:nvSpPr>
          <p:spPr>
            <a:xfrm>
              <a:off x="5750975" y="225377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1" name="tx16"/>
            <p:cNvSpPr/>
            <p:nvPr/>
          </p:nvSpPr>
          <p:spPr>
            <a:xfrm>
              <a:off x="5775843" y="250331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22" name="tx17"/>
            <p:cNvSpPr/>
            <p:nvPr/>
          </p:nvSpPr>
          <p:spPr>
            <a:xfrm>
              <a:off x="6147200" y="275285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17%</a:t>
              </a:r>
            </a:p>
          </p:txBody>
        </p:sp>
        <p:sp>
          <p:nvSpPr>
            <p:cNvPr id="23" name="tx18"/>
            <p:cNvSpPr/>
            <p:nvPr/>
          </p:nvSpPr>
          <p:spPr>
            <a:xfrm>
              <a:off x="4368913" y="2776785"/>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24" name="tx19"/>
            <p:cNvSpPr/>
            <p:nvPr/>
          </p:nvSpPr>
          <p:spPr>
            <a:xfrm>
              <a:off x="4357800" y="2521409"/>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25" name="tx20"/>
            <p:cNvSpPr/>
            <p:nvPr/>
          </p:nvSpPr>
          <p:spPr>
            <a:xfrm>
              <a:off x="4414057" y="2260973"/>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26" name="tx21"/>
            <p:cNvSpPr/>
            <p:nvPr/>
          </p:nvSpPr>
          <p:spPr>
            <a:xfrm>
              <a:off x="4301345" y="1965513"/>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27" name="tx22"/>
            <p:cNvSpPr/>
            <p:nvPr/>
          </p:nvSpPr>
          <p:spPr>
            <a:xfrm>
              <a:off x="4549590" y="1745161"/>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28" name="tx23"/>
            <p:cNvSpPr/>
            <p:nvPr/>
          </p:nvSpPr>
          <p:spPr>
            <a:xfrm>
              <a:off x="4448387" y="1475299"/>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29" name="tx24"/>
            <p:cNvSpPr/>
            <p:nvPr/>
          </p:nvSpPr>
          <p:spPr>
            <a:xfrm>
              <a:off x="6090539" y="2964513"/>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0" name="Picture Placeholder 5"/>
          <p:cNvGrpSpPr/>
          <p:nvPr/>
        </p:nvGrpSpPr>
        <p:grpSpPr>
          <a:xfrm>
            <a:off x="461464" y="1461329"/>
            <a:ext cx="3650620" cy="1872000"/>
            <a:chOff x="461464" y="1461329"/>
            <a:chExt cx="3650620" cy="1872000"/>
          </a:xfrm>
        </p:grpSpPr>
        <p:sp>
          <p:nvSpPr>
            <p:cNvPr id="31" name="tx3"/>
            <p:cNvSpPr/>
            <p:nvPr/>
          </p:nvSpPr>
          <p:spPr>
            <a:xfrm>
              <a:off x="1931074" y="1579736"/>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32" name="rc4"/>
            <p:cNvSpPr/>
            <p:nvPr/>
          </p:nvSpPr>
          <p:spPr>
            <a:xfrm>
              <a:off x="1939965" y="2005664"/>
              <a:ext cx="2172118" cy="1169886"/>
            </a:xfrm>
            <a:prstGeom prst="rect">
              <a:avLst/>
            </a:prstGeom>
          </p:spPr>
          <p:txBody>
            <a:bodyPr/>
            <a:lstStyle/>
            <a:p/>
          </p:txBody>
        </p:sp>
        <p:sp>
          <p:nvSpPr>
            <p:cNvPr id="33" name="rc5"/>
            <p:cNvSpPr/>
            <p:nvPr/>
          </p:nvSpPr>
          <p:spPr>
            <a:xfrm>
              <a:off x="1939965" y="2005664"/>
              <a:ext cx="2172118" cy="1169886"/>
            </a:xfrm>
            <a:prstGeom prst="rect">
              <a:avLst/>
            </a:prstGeom>
          </p:spPr>
          <p:txBody>
            <a:bodyPr/>
            <a:lstStyle/>
            <a:p/>
          </p:txBody>
        </p:sp>
        <p:sp>
          <p:nvSpPr>
            <p:cNvPr id="34" name="rc6"/>
            <p:cNvSpPr/>
            <p:nvPr/>
          </p:nvSpPr>
          <p:spPr>
            <a:xfrm>
              <a:off x="1939965" y="2159876"/>
              <a:ext cx="1123945" cy="329695"/>
            </a:xfrm>
            <a:prstGeom prst="rect">
              <a:avLst/>
            </a:prstGeom>
            <a:solidFill>
              <a:srgbClr val="081F5C">
                <a:alpha val="100000"/>
              </a:srgbClr>
            </a:solidFill>
          </p:spPr>
          <p:txBody>
            <a:bodyPr/>
            <a:lstStyle/>
            <a:p/>
          </p:txBody>
        </p:sp>
        <p:sp>
          <p:nvSpPr>
            <p:cNvPr id="35" name="rc7"/>
            <p:cNvSpPr/>
            <p:nvPr/>
          </p:nvSpPr>
          <p:spPr>
            <a:xfrm>
              <a:off x="1939965" y="2691643"/>
              <a:ext cx="1048173" cy="329695"/>
            </a:xfrm>
            <a:prstGeom prst="rect">
              <a:avLst/>
            </a:prstGeom>
            <a:solidFill>
              <a:srgbClr val="081F5C">
                <a:alpha val="100000"/>
              </a:srgbClr>
            </a:solidFill>
          </p:spPr>
          <p:txBody>
            <a:bodyPr/>
            <a:lstStyle/>
            <a:p/>
          </p:txBody>
        </p:sp>
        <p:sp>
          <p:nvSpPr>
            <p:cNvPr id="36" name="tx8"/>
            <p:cNvSpPr/>
            <p:nvPr/>
          </p:nvSpPr>
          <p:spPr>
            <a:xfrm>
              <a:off x="2299433" y="224399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37" name="tx9"/>
            <p:cNvSpPr/>
            <p:nvPr/>
          </p:nvSpPr>
          <p:spPr>
            <a:xfrm>
              <a:off x="2261547" y="277576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38" name="tx10"/>
            <p:cNvSpPr/>
            <p:nvPr/>
          </p:nvSpPr>
          <p:spPr>
            <a:xfrm>
              <a:off x="846161" y="2807970"/>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39" name="tx11"/>
            <p:cNvSpPr/>
            <p:nvPr/>
          </p:nvSpPr>
          <p:spPr>
            <a:xfrm>
              <a:off x="812228" y="2223027"/>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40" name="tx12"/>
            <p:cNvSpPr/>
            <p:nvPr/>
          </p:nvSpPr>
          <p:spPr>
            <a:xfrm>
              <a:off x="2308768" y="3211865"/>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41" name="Picture Placeholder 5"/>
          <p:cNvGrpSpPr/>
          <p:nvPr/>
        </p:nvGrpSpPr>
        <p:grpSpPr>
          <a:xfrm>
            <a:off x="8079916" y="1461329"/>
            <a:ext cx="3594360" cy="1872000"/>
            <a:chOff x="8079916" y="1461329"/>
            <a:chExt cx="3594360" cy="1872000"/>
          </a:xfrm>
        </p:grpSpPr>
        <p:sp>
          <p:nvSpPr>
            <p:cNvPr id="42" name="tx3"/>
            <p:cNvSpPr/>
            <p:nvPr/>
          </p:nvSpPr>
          <p:spPr>
            <a:xfrm>
              <a:off x="9141066" y="1464487"/>
              <a:ext cx="1472058" cy="131613"/>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Conoce la misión</a:t>
              </a:r>
            </a:p>
          </p:txBody>
        </p:sp>
        <p:sp>
          <p:nvSpPr>
            <p:cNvPr id="43" name="rc4"/>
            <p:cNvSpPr/>
            <p:nvPr/>
          </p:nvSpPr>
          <p:spPr>
            <a:xfrm>
              <a:off x="9109576" y="1648528"/>
              <a:ext cx="1535040" cy="1535040"/>
            </a:xfrm>
            <a:prstGeom prst="rect">
              <a:avLst/>
            </a:prstGeom>
          </p:spPr>
          <p:txBody>
            <a:bodyPr/>
            <a:lstStyle/>
            <a:p/>
          </p:txBody>
        </p:sp>
        <p:sp>
          <p:nvSpPr>
            <p:cNvPr id="44" name="rc5"/>
            <p:cNvSpPr/>
            <p:nvPr/>
          </p:nvSpPr>
          <p:spPr>
            <a:xfrm>
              <a:off x="9109576" y="1648528"/>
              <a:ext cx="1535040" cy="1535040"/>
            </a:xfrm>
            <a:prstGeom prst="rect">
              <a:avLst/>
            </a:prstGeom>
          </p:spPr>
          <p:txBody>
            <a:bodyPr/>
            <a:lstStyle/>
            <a:p/>
          </p:txBody>
        </p:sp>
        <p:sp>
          <p:nvSpPr>
            <p:cNvPr id="45" name="pg6"/>
            <p:cNvSpPr/>
            <p:nvPr/>
          </p:nvSpPr>
          <p:spPr>
            <a:xfrm>
              <a:off x="9877096" y="1802033"/>
              <a:ext cx="74011" cy="248292"/>
            </a:xfrm>
            <a:custGeom>
              <a:avLst/>
              <a:pathLst>
                <a:path w="74011" h="248292">
                  <a:moveTo>
                    <a:pt x="44406" y="248292"/>
                  </a:moveTo>
                  <a:lnTo>
                    <a:pt x="47696" y="221201"/>
                  </a:lnTo>
                  <a:lnTo>
                    <a:pt x="50985" y="194111"/>
                  </a:lnTo>
                  <a:lnTo>
                    <a:pt x="54275" y="167020"/>
                  </a:lnTo>
                  <a:lnTo>
                    <a:pt x="57564" y="139930"/>
                  </a:lnTo>
                  <a:lnTo>
                    <a:pt x="60853" y="112839"/>
                  </a:lnTo>
                  <a:lnTo>
                    <a:pt x="64143" y="85748"/>
                  </a:lnTo>
                  <a:lnTo>
                    <a:pt x="67432" y="58658"/>
                  </a:lnTo>
                  <a:lnTo>
                    <a:pt x="70722" y="31567"/>
                  </a:lnTo>
                  <a:lnTo>
                    <a:pt x="74011" y="4476"/>
                  </a:lnTo>
                  <a:lnTo>
                    <a:pt x="49407" y="1991"/>
                  </a:lnTo>
                  <a:lnTo>
                    <a:pt x="24723" y="497"/>
                  </a:lnTo>
                  <a:lnTo>
                    <a:pt x="0" y="0"/>
                  </a:lnTo>
                  <a:lnTo>
                    <a:pt x="0" y="27289"/>
                  </a:lnTo>
                  <a:lnTo>
                    <a:pt x="0" y="54579"/>
                  </a:lnTo>
                  <a:lnTo>
                    <a:pt x="0" y="81868"/>
                  </a:lnTo>
                  <a:lnTo>
                    <a:pt x="0" y="109158"/>
                  </a:lnTo>
                  <a:lnTo>
                    <a:pt x="0" y="136448"/>
                  </a:lnTo>
                  <a:lnTo>
                    <a:pt x="0" y="163737"/>
                  </a:lnTo>
                  <a:lnTo>
                    <a:pt x="0" y="191027"/>
                  </a:lnTo>
                  <a:lnTo>
                    <a:pt x="0" y="218316"/>
                  </a:lnTo>
                  <a:lnTo>
                    <a:pt x="0" y="245606"/>
                  </a:lnTo>
                  <a:lnTo>
                    <a:pt x="22244" y="246278"/>
                  </a:lnTo>
                  <a:close/>
                </a:path>
              </a:pathLst>
            </a:custGeom>
            <a:solidFill>
              <a:srgbClr val="9DC3E6">
                <a:alpha val="100000"/>
              </a:srgbClr>
            </a:solidFill>
          </p:spPr>
          <p:txBody>
            <a:bodyPr/>
            <a:lstStyle/>
            <a:p/>
          </p:txBody>
        </p:sp>
        <p:sp>
          <p:nvSpPr>
            <p:cNvPr id="46" name="pg7"/>
            <p:cNvSpPr/>
            <p:nvPr/>
          </p:nvSpPr>
          <p:spPr>
            <a:xfrm>
              <a:off x="9263134" y="1802033"/>
              <a:ext cx="1227966" cy="1228015"/>
            </a:xfrm>
            <a:custGeom>
              <a:avLst/>
              <a:pathLst>
                <a:path w="1227966" h="1228015">
                  <a:moveTo>
                    <a:pt x="613961" y="245606"/>
                  </a:moveTo>
                  <a:lnTo>
                    <a:pt x="613961" y="218316"/>
                  </a:lnTo>
                  <a:lnTo>
                    <a:pt x="613961" y="191027"/>
                  </a:lnTo>
                  <a:lnTo>
                    <a:pt x="613961" y="163737"/>
                  </a:lnTo>
                  <a:lnTo>
                    <a:pt x="613961" y="136448"/>
                  </a:lnTo>
                  <a:lnTo>
                    <a:pt x="613961" y="109158"/>
                  </a:lnTo>
                  <a:lnTo>
                    <a:pt x="613961" y="81868"/>
                  </a:lnTo>
                  <a:lnTo>
                    <a:pt x="613961" y="54579"/>
                  </a:lnTo>
                  <a:lnTo>
                    <a:pt x="613961" y="27289"/>
                  </a:lnTo>
                  <a:lnTo>
                    <a:pt x="613961" y="0"/>
                  </a:lnTo>
                  <a:lnTo>
                    <a:pt x="593175" y="351"/>
                  </a:lnTo>
                  <a:lnTo>
                    <a:pt x="572413" y="1407"/>
                  </a:lnTo>
                  <a:lnTo>
                    <a:pt x="551698" y="3164"/>
                  </a:lnTo>
                  <a:lnTo>
                    <a:pt x="531055" y="5622"/>
                  </a:lnTo>
                  <a:lnTo>
                    <a:pt x="510507" y="8778"/>
                  </a:lnTo>
                  <a:lnTo>
                    <a:pt x="490077" y="12627"/>
                  </a:lnTo>
                  <a:lnTo>
                    <a:pt x="469790" y="17165"/>
                  </a:lnTo>
                  <a:lnTo>
                    <a:pt x="449668" y="22388"/>
                  </a:lnTo>
                  <a:lnTo>
                    <a:pt x="429734" y="28289"/>
                  </a:lnTo>
                  <a:lnTo>
                    <a:pt x="410011" y="34861"/>
                  </a:lnTo>
                  <a:lnTo>
                    <a:pt x="390522" y="42097"/>
                  </a:lnTo>
                  <a:lnTo>
                    <a:pt x="371289" y="49989"/>
                  </a:lnTo>
                  <a:lnTo>
                    <a:pt x="352334" y="58528"/>
                  </a:lnTo>
                  <a:lnTo>
                    <a:pt x="333680" y="67703"/>
                  </a:lnTo>
                  <a:lnTo>
                    <a:pt x="315346" y="77504"/>
                  </a:lnTo>
                  <a:lnTo>
                    <a:pt x="297355" y="87920"/>
                  </a:lnTo>
                  <a:lnTo>
                    <a:pt x="279727" y="98940"/>
                  </a:lnTo>
                  <a:lnTo>
                    <a:pt x="262482" y="110550"/>
                  </a:lnTo>
                  <a:lnTo>
                    <a:pt x="245639" y="122737"/>
                  </a:lnTo>
                  <a:lnTo>
                    <a:pt x="229219" y="135487"/>
                  </a:lnTo>
                  <a:lnTo>
                    <a:pt x="213241" y="148786"/>
                  </a:lnTo>
                  <a:lnTo>
                    <a:pt x="197721" y="162618"/>
                  </a:lnTo>
                  <a:lnTo>
                    <a:pt x="182679" y="176968"/>
                  </a:lnTo>
                  <a:lnTo>
                    <a:pt x="168131" y="191818"/>
                  </a:lnTo>
                  <a:lnTo>
                    <a:pt x="154094" y="207153"/>
                  </a:lnTo>
                  <a:lnTo>
                    <a:pt x="140584" y="222954"/>
                  </a:lnTo>
                  <a:lnTo>
                    <a:pt x="127617" y="239203"/>
                  </a:lnTo>
                  <a:lnTo>
                    <a:pt x="115207" y="255882"/>
                  </a:lnTo>
                  <a:lnTo>
                    <a:pt x="103369" y="272971"/>
                  </a:lnTo>
                  <a:lnTo>
                    <a:pt x="92117" y="290452"/>
                  </a:lnTo>
                  <a:lnTo>
                    <a:pt x="81462" y="308303"/>
                  </a:lnTo>
                  <a:lnTo>
                    <a:pt x="71418" y="326505"/>
                  </a:lnTo>
                  <a:lnTo>
                    <a:pt x="61996" y="345036"/>
                  </a:lnTo>
                  <a:lnTo>
                    <a:pt x="53207" y="363876"/>
                  </a:lnTo>
                  <a:lnTo>
                    <a:pt x="45060" y="383002"/>
                  </a:lnTo>
                  <a:lnTo>
                    <a:pt x="37566" y="402393"/>
                  </a:lnTo>
                  <a:lnTo>
                    <a:pt x="30732" y="422027"/>
                  </a:lnTo>
                  <a:lnTo>
                    <a:pt x="24567" y="441881"/>
                  </a:lnTo>
                  <a:lnTo>
                    <a:pt x="19078" y="461932"/>
                  </a:lnTo>
                  <a:lnTo>
                    <a:pt x="14271" y="482157"/>
                  </a:lnTo>
                  <a:lnTo>
                    <a:pt x="10151" y="502534"/>
                  </a:lnTo>
                  <a:lnTo>
                    <a:pt x="6723" y="523039"/>
                  </a:lnTo>
                  <a:lnTo>
                    <a:pt x="3991" y="543647"/>
                  </a:lnTo>
                  <a:lnTo>
                    <a:pt x="1958" y="564337"/>
                  </a:lnTo>
                  <a:lnTo>
                    <a:pt x="627" y="585083"/>
                  </a:lnTo>
                  <a:lnTo>
                    <a:pt x="0" y="605863"/>
                  </a:lnTo>
                  <a:lnTo>
                    <a:pt x="75" y="626652"/>
                  </a:lnTo>
                  <a:lnTo>
                    <a:pt x="855" y="647426"/>
                  </a:lnTo>
                  <a:lnTo>
                    <a:pt x="2337" y="668162"/>
                  </a:lnTo>
                  <a:lnTo>
                    <a:pt x="4521" y="688836"/>
                  </a:lnTo>
                  <a:lnTo>
                    <a:pt x="7403" y="709425"/>
                  </a:lnTo>
                  <a:lnTo>
                    <a:pt x="10981" y="729903"/>
                  </a:lnTo>
                  <a:lnTo>
                    <a:pt x="15249" y="750249"/>
                  </a:lnTo>
                  <a:lnTo>
                    <a:pt x="20204" y="770439"/>
                  </a:lnTo>
                  <a:lnTo>
                    <a:pt x="25840" y="790450"/>
                  </a:lnTo>
                  <a:lnTo>
                    <a:pt x="32150" y="810258"/>
                  </a:lnTo>
                  <a:lnTo>
                    <a:pt x="39127" y="829842"/>
                  </a:lnTo>
                  <a:lnTo>
                    <a:pt x="46763" y="849178"/>
                  </a:lnTo>
                  <a:lnTo>
                    <a:pt x="55049" y="868244"/>
                  </a:lnTo>
                  <a:lnTo>
                    <a:pt x="63975" y="887019"/>
                  </a:lnTo>
                  <a:lnTo>
                    <a:pt x="73532" y="905481"/>
                  </a:lnTo>
                  <a:lnTo>
                    <a:pt x="83709" y="923609"/>
                  </a:lnTo>
                  <a:lnTo>
                    <a:pt x="94493" y="941382"/>
                  </a:lnTo>
                  <a:lnTo>
                    <a:pt x="105873" y="958779"/>
                  </a:lnTo>
                  <a:lnTo>
                    <a:pt x="117836" y="975782"/>
                  </a:lnTo>
                  <a:lnTo>
                    <a:pt x="130367" y="992370"/>
                  </a:lnTo>
                  <a:lnTo>
                    <a:pt x="143452" y="1008524"/>
                  </a:lnTo>
                  <a:lnTo>
                    <a:pt x="157077" y="1024226"/>
                  </a:lnTo>
                  <a:lnTo>
                    <a:pt x="171226" y="1039457"/>
                  </a:lnTo>
                  <a:lnTo>
                    <a:pt x="185882" y="1054201"/>
                  </a:lnTo>
                  <a:lnTo>
                    <a:pt x="201029" y="1068441"/>
                  </a:lnTo>
                  <a:lnTo>
                    <a:pt x="216649" y="1082159"/>
                  </a:lnTo>
                  <a:lnTo>
                    <a:pt x="232724" y="1095341"/>
                  </a:lnTo>
                  <a:lnTo>
                    <a:pt x="249237" y="1107971"/>
                  </a:lnTo>
                  <a:lnTo>
                    <a:pt x="266168" y="1120034"/>
                  </a:lnTo>
                  <a:lnTo>
                    <a:pt x="283497" y="1131518"/>
                  </a:lnTo>
                  <a:lnTo>
                    <a:pt x="301205" y="1142409"/>
                  </a:lnTo>
                  <a:lnTo>
                    <a:pt x="319272" y="1152693"/>
                  </a:lnTo>
                  <a:lnTo>
                    <a:pt x="337677" y="1162361"/>
                  </a:lnTo>
                  <a:lnTo>
                    <a:pt x="356398" y="1171399"/>
                  </a:lnTo>
                  <a:lnTo>
                    <a:pt x="375414" y="1179799"/>
                  </a:lnTo>
                  <a:lnTo>
                    <a:pt x="394704" y="1187550"/>
                  </a:lnTo>
                  <a:lnTo>
                    <a:pt x="414246" y="1194644"/>
                  </a:lnTo>
                  <a:lnTo>
                    <a:pt x="434016" y="1201072"/>
                  </a:lnTo>
                  <a:lnTo>
                    <a:pt x="453993" y="1206827"/>
                  </a:lnTo>
                  <a:lnTo>
                    <a:pt x="474152" y="1211903"/>
                  </a:lnTo>
                  <a:lnTo>
                    <a:pt x="494473" y="1216293"/>
                  </a:lnTo>
                  <a:lnTo>
                    <a:pt x="514930" y="1219993"/>
                  </a:lnTo>
                  <a:lnTo>
                    <a:pt x="535501" y="1222998"/>
                  </a:lnTo>
                  <a:lnTo>
                    <a:pt x="556161" y="1225305"/>
                  </a:lnTo>
                  <a:lnTo>
                    <a:pt x="576888" y="1226911"/>
                  </a:lnTo>
                  <a:lnTo>
                    <a:pt x="597657" y="1227815"/>
                  </a:lnTo>
                  <a:lnTo>
                    <a:pt x="618445" y="1228015"/>
                  </a:lnTo>
                  <a:lnTo>
                    <a:pt x="639228" y="1227511"/>
                  </a:lnTo>
                  <a:lnTo>
                    <a:pt x="659982" y="1226304"/>
                  </a:lnTo>
                  <a:lnTo>
                    <a:pt x="680684" y="1224396"/>
                  </a:lnTo>
                  <a:lnTo>
                    <a:pt x="701308" y="1221787"/>
                  </a:lnTo>
                  <a:lnTo>
                    <a:pt x="721833" y="1218482"/>
                  </a:lnTo>
                  <a:lnTo>
                    <a:pt x="742234" y="1214484"/>
                  </a:lnTo>
                  <a:lnTo>
                    <a:pt x="762488" y="1209797"/>
                  </a:lnTo>
                  <a:lnTo>
                    <a:pt x="782571" y="1204427"/>
                  </a:lnTo>
                  <a:lnTo>
                    <a:pt x="802462" y="1198381"/>
                  </a:lnTo>
                  <a:lnTo>
                    <a:pt x="822136" y="1191665"/>
                  </a:lnTo>
                  <a:lnTo>
                    <a:pt x="841572" y="1184287"/>
                  </a:lnTo>
                  <a:lnTo>
                    <a:pt x="860746" y="1176255"/>
                  </a:lnTo>
                  <a:lnTo>
                    <a:pt x="879638" y="1167578"/>
                  </a:lnTo>
                  <a:lnTo>
                    <a:pt x="898225" y="1158267"/>
                  </a:lnTo>
                  <a:lnTo>
                    <a:pt x="916487" y="1148332"/>
                  </a:lnTo>
                  <a:lnTo>
                    <a:pt x="934401" y="1137784"/>
                  </a:lnTo>
                  <a:lnTo>
                    <a:pt x="951949" y="1126636"/>
                  </a:lnTo>
                  <a:lnTo>
                    <a:pt x="969109" y="1114901"/>
                  </a:lnTo>
                  <a:lnTo>
                    <a:pt x="985861" y="1102591"/>
                  </a:lnTo>
                  <a:lnTo>
                    <a:pt x="1002188" y="1089721"/>
                  </a:lnTo>
                  <a:lnTo>
                    <a:pt x="1018069" y="1076306"/>
                  </a:lnTo>
                  <a:lnTo>
                    <a:pt x="1033487" y="1062361"/>
                  </a:lnTo>
                  <a:lnTo>
                    <a:pt x="1048424" y="1047902"/>
                  </a:lnTo>
                  <a:lnTo>
                    <a:pt x="1062864" y="1032946"/>
                  </a:lnTo>
                  <a:lnTo>
                    <a:pt x="1076788" y="1017509"/>
                  </a:lnTo>
                  <a:lnTo>
                    <a:pt x="1090182" y="1001610"/>
                  </a:lnTo>
                  <a:lnTo>
                    <a:pt x="1103030" y="985266"/>
                  </a:lnTo>
                  <a:lnTo>
                    <a:pt x="1115318" y="968497"/>
                  </a:lnTo>
                  <a:lnTo>
                    <a:pt x="1127031" y="951322"/>
                  </a:lnTo>
                  <a:lnTo>
                    <a:pt x="1138155" y="933760"/>
                  </a:lnTo>
                  <a:lnTo>
                    <a:pt x="1148679" y="915831"/>
                  </a:lnTo>
                  <a:lnTo>
                    <a:pt x="1158590" y="897557"/>
                  </a:lnTo>
                  <a:lnTo>
                    <a:pt x="1167876" y="878957"/>
                  </a:lnTo>
                  <a:lnTo>
                    <a:pt x="1176528" y="860054"/>
                  </a:lnTo>
                  <a:lnTo>
                    <a:pt x="1184534" y="840868"/>
                  </a:lnTo>
                  <a:lnTo>
                    <a:pt x="1191887" y="821423"/>
                  </a:lnTo>
                  <a:lnTo>
                    <a:pt x="1198577" y="801740"/>
                  </a:lnTo>
                  <a:lnTo>
                    <a:pt x="1204597" y="781841"/>
                  </a:lnTo>
                  <a:lnTo>
                    <a:pt x="1209940" y="761751"/>
                  </a:lnTo>
                  <a:lnTo>
                    <a:pt x="1214599" y="741491"/>
                  </a:lnTo>
                  <a:lnTo>
                    <a:pt x="1218570" y="721084"/>
                  </a:lnTo>
                  <a:lnTo>
                    <a:pt x="1221848" y="700555"/>
                  </a:lnTo>
                  <a:lnTo>
                    <a:pt x="1224429" y="679927"/>
                  </a:lnTo>
                  <a:lnTo>
                    <a:pt x="1226311" y="659223"/>
                  </a:lnTo>
                  <a:lnTo>
                    <a:pt x="1227490" y="638468"/>
                  </a:lnTo>
                  <a:lnTo>
                    <a:pt x="1227966" y="617684"/>
                  </a:lnTo>
                  <a:lnTo>
                    <a:pt x="1227739" y="596897"/>
                  </a:lnTo>
                  <a:lnTo>
                    <a:pt x="1226807" y="576128"/>
                  </a:lnTo>
                  <a:lnTo>
                    <a:pt x="1225174" y="555404"/>
                  </a:lnTo>
                  <a:lnTo>
                    <a:pt x="1222839" y="534746"/>
                  </a:lnTo>
                  <a:lnTo>
                    <a:pt x="1219807" y="514179"/>
                  </a:lnTo>
                  <a:lnTo>
                    <a:pt x="1216080" y="493727"/>
                  </a:lnTo>
                  <a:lnTo>
                    <a:pt x="1211662" y="473413"/>
                  </a:lnTo>
                  <a:lnTo>
                    <a:pt x="1206560" y="453260"/>
                  </a:lnTo>
                  <a:lnTo>
                    <a:pt x="1200778" y="433291"/>
                  </a:lnTo>
                  <a:lnTo>
                    <a:pt x="1194324" y="413529"/>
                  </a:lnTo>
                  <a:lnTo>
                    <a:pt x="1187204" y="393997"/>
                  </a:lnTo>
                  <a:lnTo>
                    <a:pt x="1179428" y="374718"/>
                  </a:lnTo>
                  <a:lnTo>
                    <a:pt x="1171003" y="355712"/>
                  </a:lnTo>
                  <a:lnTo>
                    <a:pt x="1161939" y="337003"/>
                  </a:lnTo>
                  <a:lnTo>
                    <a:pt x="1152247" y="318611"/>
                  </a:lnTo>
                  <a:lnTo>
                    <a:pt x="1141939" y="300558"/>
                  </a:lnTo>
                  <a:lnTo>
                    <a:pt x="1131025" y="282864"/>
                  </a:lnTo>
                  <a:lnTo>
                    <a:pt x="1119518" y="265550"/>
                  </a:lnTo>
                  <a:lnTo>
                    <a:pt x="1107432" y="248636"/>
                  </a:lnTo>
                  <a:lnTo>
                    <a:pt x="1094780" y="232140"/>
                  </a:lnTo>
                  <a:lnTo>
                    <a:pt x="1081577" y="216082"/>
                  </a:lnTo>
                  <a:lnTo>
                    <a:pt x="1067838" y="200480"/>
                  </a:lnTo>
                  <a:lnTo>
                    <a:pt x="1053578" y="185352"/>
                  </a:lnTo>
                  <a:lnTo>
                    <a:pt x="1038815" y="170715"/>
                  </a:lnTo>
                  <a:lnTo>
                    <a:pt x="1023565" y="156587"/>
                  </a:lnTo>
                  <a:lnTo>
                    <a:pt x="1007845" y="142983"/>
                  </a:lnTo>
                  <a:lnTo>
                    <a:pt x="991673" y="129919"/>
                  </a:lnTo>
                  <a:lnTo>
                    <a:pt x="975069" y="117410"/>
                  </a:lnTo>
                  <a:lnTo>
                    <a:pt x="958050" y="105470"/>
                  </a:lnTo>
                  <a:lnTo>
                    <a:pt x="940638" y="94113"/>
                  </a:lnTo>
                  <a:lnTo>
                    <a:pt x="922850" y="83352"/>
                  </a:lnTo>
                  <a:lnTo>
                    <a:pt x="904709" y="73200"/>
                  </a:lnTo>
                  <a:lnTo>
                    <a:pt x="886234" y="63667"/>
                  </a:lnTo>
                  <a:lnTo>
                    <a:pt x="867447" y="54766"/>
                  </a:lnTo>
                  <a:lnTo>
                    <a:pt x="848370" y="46505"/>
                  </a:lnTo>
                  <a:lnTo>
                    <a:pt x="829024" y="38895"/>
                  </a:lnTo>
                  <a:lnTo>
                    <a:pt x="809431" y="31944"/>
                  </a:lnTo>
                  <a:lnTo>
                    <a:pt x="789615" y="25661"/>
                  </a:lnTo>
                  <a:lnTo>
                    <a:pt x="769597" y="20051"/>
                  </a:lnTo>
                  <a:lnTo>
                    <a:pt x="749400" y="15123"/>
                  </a:lnTo>
                  <a:lnTo>
                    <a:pt x="729049" y="10882"/>
                  </a:lnTo>
                  <a:lnTo>
                    <a:pt x="708565" y="7331"/>
                  </a:lnTo>
                  <a:lnTo>
                    <a:pt x="687973" y="4476"/>
                  </a:lnTo>
                  <a:lnTo>
                    <a:pt x="684683" y="31567"/>
                  </a:lnTo>
                  <a:lnTo>
                    <a:pt x="681394" y="58658"/>
                  </a:lnTo>
                  <a:lnTo>
                    <a:pt x="678105" y="85748"/>
                  </a:lnTo>
                  <a:lnTo>
                    <a:pt x="674815" y="112839"/>
                  </a:lnTo>
                  <a:lnTo>
                    <a:pt x="671526" y="139930"/>
                  </a:lnTo>
                  <a:lnTo>
                    <a:pt x="668236" y="167020"/>
                  </a:lnTo>
                  <a:lnTo>
                    <a:pt x="664947" y="194111"/>
                  </a:lnTo>
                  <a:lnTo>
                    <a:pt x="661658" y="221201"/>
                  </a:lnTo>
                  <a:lnTo>
                    <a:pt x="658368" y="248292"/>
                  </a:lnTo>
                  <a:lnTo>
                    <a:pt x="676481" y="250950"/>
                  </a:lnTo>
                  <a:lnTo>
                    <a:pt x="694440" y="254503"/>
                  </a:lnTo>
                  <a:lnTo>
                    <a:pt x="712199" y="258945"/>
                  </a:lnTo>
                  <a:lnTo>
                    <a:pt x="729716" y="264264"/>
                  </a:lnTo>
                  <a:lnTo>
                    <a:pt x="746948" y="270446"/>
                  </a:lnTo>
                  <a:lnTo>
                    <a:pt x="763851" y="277476"/>
                  </a:lnTo>
                  <a:lnTo>
                    <a:pt x="780384" y="285337"/>
                  </a:lnTo>
                  <a:lnTo>
                    <a:pt x="796506" y="294010"/>
                  </a:lnTo>
                  <a:lnTo>
                    <a:pt x="812177" y="303474"/>
                  </a:lnTo>
                  <a:lnTo>
                    <a:pt x="827359" y="313704"/>
                  </a:lnTo>
                  <a:lnTo>
                    <a:pt x="842013" y="324675"/>
                  </a:lnTo>
                  <a:lnTo>
                    <a:pt x="856105" y="336361"/>
                  </a:lnTo>
                  <a:lnTo>
                    <a:pt x="869599" y="348732"/>
                  </a:lnTo>
                  <a:lnTo>
                    <a:pt x="882461" y="361759"/>
                  </a:lnTo>
                  <a:lnTo>
                    <a:pt x="894661" y="375408"/>
                  </a:lnTo>
                  <a:lnTo>
                    <a:pt x="906167" y="389647"/>
                  </a:lnTo>
                  <a:lnTo>
                    <a:pt x="916952" y="404440"/>
                  </a:lnTo>
                  <a:lnTo>
                    <a:pt x="926989" y="419750"/>
                  </a:lnTo>
                  <a:lnTo>
                    <a:pt x="936253" y="435540"/>
                  </a:lnTo>
                  <a:lnTo>
                    <a:pt x="944721" y="451770"/>
                  </a:lnTo>
                  <a:lnTo>
                    <a:pt x="952373" y="468401"/>
                  </a:lnTo>
                  <a:lnTo>
                    <a:pt x="959188" y="485392"/>
                  </a:lnTo>
                  <a:lnTo>
                    <a:pt x="965152" y="502700"/>
                  </a:lnTo>
                  <a:lnTo>
                    <a:pt x="970248" y="520283"/>
                  </a:lnTo>
                  <a:lnTo>
                    <a:pt x="974464" y="538098"/>
                  </a:lnTo>
                  <a:lnTo>
                    <a:pt x="977790" y="556100"/>
                  </a:lnTo>
                  <a:lnTo>
                    <a:pt x="980218" y="574245"/>
                  </a:lnTo>
                  <a:lnTo>
                    <a:pt x="981741" y="592488"/>
                  </a:lnTo>
                  <a:lnTo>
                    <a:pt x="982357" y="610785"/>
                  </a:lnTo>
                  <a:lnTo>
                    <a:pt x="982062" y="629089"/>
                  </a:lnTo>
                  <a:lnTo>
                    <a:pt x="980859" y="647356"/>
                  </a:lnTo>
                  <a:lnTo>
                    <a:pt x="978750" y="665541"/>
                  </a:lnTo>
                  <a:lnTo>
                    <a:pt x="975740" y="683599"/>
                  </a:lnTo>
                  <a:lnTo>
                    <a:pt x="971837" y="701484"/>
                  </a:lnTo>
                  <a:lnTo>
                    <a:pt x="967050" y="719154"/>
                  </a:lnTo>
                  <a:lnTo>
                    <a:pt x="961391" y="736564"/>
                  </a:lnTo>
                  <a:lnTo>
                    <a:pt x="954874" y="753672"/>
                  </a:lnTo>
                  <a:lnTo>
                    <a:pt x="947516" y="770435"/>
                  </a:lnTo>
                  <a:lnTo>
                    <a:pt x="939334" y="786811"/>
                  </a:lnTo>
                  <a:lnTo>
                    <a:pt x="930348" y="802761"/>
                  </a:lnTo>
                  <a:lnTo>
                    <a:pt x="920582" y="818245"/>
                  </a:lnTo>
                  <a:lnTo>
                    <a:pt x="910058" y="833224"/>
                  </a:lnTo>
                  <a:lnTo>
                    <a:pt x="898803" y="847663"/>
                  </a:lnTo>
                  <a:lnTo>
                    <a:pt x="886844" y="861524"/>
                  </a:lnTo>
                  <a:lnTo>
                    <a:pt x="874212" y="874774"/>
                  </a:lnTo>
                  <a:lnTo>
                    <a:pt x="860938" y="887380"/>
                  </a:lnTo>
                  <a:lnTo>
                    <a:pt x="847053" y="899312"/>
                  </a:lnTo>
                  <a:lnTo>
                    <a:pt x="832593" y="910539"/>
                  </a:lnTo>
                  <a:lnTo>
                    <a:pt x="817593" y="921033"/>
                  </a:lnTo>
                  <a:lnTo>
                    <a:pt x="802090" y="930770"/>
                  </a:lnTo>
                  <a:lnTo>
                    <a:pt x="786123" y="939724"/>
                  </a:lnTo>
                  <a:lnTo>
                    <a:pt x="769730" y="947874"/>
                  </a:lnTo>
                  <a:lnTo>
                    <a:pt x="752953" y="955200"/>
                  </a:lnTo>
                  <a:lnTo>
                    <a:pt x="735833" y="961683"/>
                  </a:lnTo>
                  <a:lnTo>
                    <a:pt x="718412" y="967308"/>
                  </a:lnTo>
                  <a:lnTo>
                    <a:pt x="700733" y="972061"/>
                  </a:lnTo>
                  <a:lnTo>
                    <a:pt x="682839" y="975929"/>
                  </a:lnTo>
                  <a:lnTo>
                    <a:pt x="664776" y="978904"/>
                  </a:lnTo>
                  <a:lnTo>
                    <a:pt x="646587" y="980978"/>
                  </a:lnTo>
                  <a:lnTo>
                    <a:pt x="628317" y="982145"/>
                  </a:lnTo>
                  <a:lnTo>
                    <a:pt x="610013" y="982404"/>
                  </a:lnTo>
                  <a:lnTo>
                    <a:pt x="591717" y="981753"/>
                  </a:lnTo>
                  <a:lnTo>
                    <a:pt x="573477" y="980194"/>
                  </a:lnTo>
                  <a:lnTo>
                    <a:pt x="555337" y="977731"/>
                  </a:lnTo>
                  <a:lnTo>
                    <a:pt x="537341" y="974369"/>
                  </a:lnTo>
                  <a:lnTo>
                    <a:pt x="519535" y="970118"/>
                  </a:lnTo>
                  <a:lnTo>
                    <a:pt x="501962" y="964988"/>
                  </a:lnTo>
                  <a:lnTo>
                    <a:pt x="484665" y="958991"/>
                  </a:lnTo>
                  <a:lnTo>
                    <a:pt x="467688" y="952142"/>
                  </a:lnTo>
                  <a:lnTo>
                    <a:pt x="451072" y="944458"/>
                  </a:lnTo>
                  <a:lnTo>
                    <a:pt x="434858" y="935959"/>
                  </a:lnTo>
                  <a:lnTo>
                    <a:pt x="419086" y="926664"/>
                  </a:lnTo>
                  <a:lnTo>
                    <a:pt x="403795" y="916598"/>
                  </a:lnTo>
                  <a:lnTo>
                    <a:pt x="389024" y="905784"/>
                  </a:lnTo>
                  <a:lnTo>
                    <a:pt x="374808" y="894250"/>
                  </a:lnTo>
                  <a:lnTo>
                    <a:pt x="361182" y="882023"/>
                  </a:lnTo>
                  <a:lnTo>
                    <a:pt x="348181" y="869135"/>
                  </a:lnTo>
                  <a:lnTo>
                    <a:pt x="335835" y="855618"/>
                  </a:lnTo>
                  <a:lnTo>
                    <a:pt x="324177" y="841503"/>
                  </a:lnTo>
                  <a:lnTo>
                    <a:pt x="313234" y="826827"/>
                  </a:lnTo>
                  <a:lnTo>
                    <a:pt x="303034" y="811625"/>
                  </a:lnTo>
                  <a:lnTo>
                    <a:pt x="293601" y="795936"/>
                  </a:lnTo>
                  <a:lnTo>
                    <a:pt x="284960" y="779797"/>
                  </a:lnTo>
                  <a:lnTo>
                    <a:pt x="277130" y="763249"/>
                  </a:lnTo>
                  <a:lnTo>
                    <a:pt x="270133" y="746332"/>
                  </a:lnTo>
                  <a:lnTo>
                    <a:pt x="263985" y="729089"/>
                  </a:lnTo>
                  <a:lnTo>
                    <a:pt x="258700" y="711561"/>
                  </a:lnTo>
                  <a:lnTo>
                    <a:pt x="254293" y="693793"/>
                  </a:lnTo>
                  <a:lnTo>
                    <a:pt x="250774" y="675828"/>
                  </a:lnTo>
                  <a:lnTo>
                    <a:pt x="248152" y="657710"/>
                  </a:lnTo>
                  <a:lnTo>
                    <a:pt x="246433" y="639484"/>
                  </a:lnTo>
                  <a:lnTo>
                    <a:pt x="245622" y="621195"/>
                  </a:lnTo>
                  <a:lnTo>
                    <a:pt x="245720" y="602888"/>
                  </a:lnTo>
                  <a:lnTo>
                    <a:pt x="246727" y="584609"/>
                  </a:lnTo>
                  <a:lnTo>
                    <a:pt x="248641" y="566403"/>
                  </a:lnTo>
                  <a:lnTo>
                    <a:pt x="251458" y="548314"/>
                  </a:lnTo>
                  <a:lnTo>
                    <a:pt x="255169" y="530388"/>
                  </a:lnTo>
                  <a:lnTo>
                    <a:pt x="259766" y="512667"/>
                  </a:lnTo>
                  <a:lnTo>
                    <a:pt x="265238" y="495198"/>
                  </a:lnTo>
                  <a:lnTo>
                    <a:pt x="271571" y="478021"/>
                  </a:lnTo>
                  <a:lnTo>
                    <a:pt x="278749" y="461180"/>
                  </a:lnTo>
                  <a:lnTo>
                    <a:pt x="286755" y="444717"/>
                  </a:lnTo>
                  <a:lnTo>
                    <a:pt x="295569" y="428672"/>
                  </a:lnTo>
                  <a:lnTo>
                    <a:pt x="305170" y="413084"/>
                  </a:lnTo>
                  <a:lnTo>
                    <a:pt x="315532" y="397993"/>
                  </a:lnTo>
                  <a:lnTo>
                    <a:pt x="326632" y="383435"/>
                  </a:lnTo>
                  <a:lnTo>
                    <a:pt x="338441" y="369446"/>
                  </a:lnTo>
                  <a:lnTo>
                    <a:pt x="350930" y="356061"/>
                  </a:lnTo>
                  <a:lnTo>
                    <a:pt x="364069" y="343314"/>
                  </a:lnTo>
                  <a:lnTo>
                    <a:pt x="377825" y="331234"/>
                  </a:lnTo>
                  <a:lnTo>
                    <a:pt x="392164" y="319853"/>
                  </a:lnTo>
                  <a:lnTo>
                    <a:pt x="407051" y="309198"/>
                  </a:lnTo>
                  <a:lnTo>
                    <a:pt x="422448" y="299296"/>
                  </a:lnTo>
                  <a:lnTo>
                    <a:pt x="438319" y="290171"/>
                  </a:lnTo>
                  <a:lnTo>
                    <a:pt x="454623" y="281846"/>
                  </a:lnTo>
                  <a:lnTo>
                    <a:pt x="471320" y="274340"/>
                  </a:lnTo>
                  <a:lnTo>
                    <a:pt x="488370" y="267674"/>
                  </a:lnTo>
                  <a:lnTo>
                    <a:pt x="505730" y="261863"/>
                  </a:lnTo>
                  <a:lnTo>
                    <a:pt x="523357" y="256921"/>
                  </a:lnTo>
                  <a:lnTo>
                    <a:pt x="541208" y="252861"/>
                  </a:lnTo>
                  <a:lnTo>
                    <a:pt x="559239" y="249693"/>
                  </a:lnTo>
                  <a:lnTo>
                    <a:pt x="577404" y="247424"/>
                  </a:lnTo>
                  <a:lnTo>
                    <a:pt x="595660" y="246061"/>
                  </a:lnTo>
                  <a:close/>
                </a:path>
              </a:pathLst>
            </a:custGeom>
            <a:solidFill>
              <a:srgbClr val="081F5C">
                <a:alpha val="100000"/>
              </a:srgbClr>
            </a:solidFill>
          </p:spPr>
          <p:txBody>
            <a:bodyPr/>
            <a:lstStyle/>
            <a:p/>
          </p:txBody>
        </p:sp>
        <p:sp>
          <p:nvSpPr>
            <p:cNvPr id="47" name="tx8"/>
            <p:cNvSpPr/>
            <p:nvPr/>
          </p:nvSpPr>
          <p:spPr>
            <a:xfrm>
              <a:off x="9757963" y="1854524"/>
              <a:ext cx="299065"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2% (1)</a:t>
              </a:r>
            </a:p>
          </p:txBody>
        </p:sp>
        <p:sp>
          <p:nvSpPr>
            <p:cNvPr id="48" name="tx9"/>
            <p:cNvSpPr/>
            <p:nvPr/>
          </p:nvSpPr>
          <p:spPr>
            <a:xfrm>
              <a:off x="9640691" y="2859673"/>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98% (51)</a:t>
              </a:r>
            </a:p>
          </p:txBody>
        </p:sp>
        <p:sp>
          <p:nvSpPr>
            <p:cNvPr id="49" name="rc10"/>
            <p:cNvSpPr/>
            <p:nvPr/>
          </p:nvSpPr>
          <p:spPr>
            <a:xfrm>
              <a:off x="9460212" y="3172049"/>
              <a:ext cx="172799" cy="161279"/>
            </a:xfrm>
            <a:prstGeom prst="rect">
              <a:avLst/>
            </a:prstGeom>
          </p:spPr>
          <p:txBody>
            <a:bodyPr/>
            <a:lstStyle/>
            <a:p/>
          </p:txBody>
        </p:sp>
        <p:sp>
          <p:nvSpPr>
            <p:cNvPr id="50" name="rc11"/>
            <p:cNvSpPr/>
            <p:nvPr/>
          </p:nvSpPr>
          <p:spPr>
            <a:xfrm>
              <a:off x="9469212" y="3181048"/>
              <a:ext cx="154799" cy="152280"/>
            </a:xfrm>
            <a:prstGeom prst="rect">
              <a:avLst/>
            </a:prstGeom>
            <a:solidFill>
              <a:srgbClr val="081F5C">
                <a:alpha val="100000"/>
              </a:srgbClr>
            </a:solidFill>
          </p:spPr>
          <p:txBody>
            <a:bodyPr/>
            <a:lstStyle/>
            <a:p/>
          </p:txBody>
        </p:sp>
        <p:sp>
          <p:nvSpPr>
            <p:cNvPr id="51" name="rc12"/>
            <p:cNvSpPr/>
            <p:nvPr/>
          </p:nvSpPr>
          <p:spPr>
            <a:xfrm>
              <a:off x="9911890" y="3172049"/>
              <a:ext cx="172799" cy="161279"/>
            </a:xfrm>
            <a:prstGeom prst="rect">
              <a:avLst/>
            </a:prstGeom>
          </p:spPr>
          <p:txBody>
            <a:bodyPr/>
            <a:lstStyle/>
            <a:p/>
          </p:txBody>
        </p:sp>
        <p:sp>
          <p:nvSpPr>
            <p:cNvPr id="52" name="rc13"/>
            <p:cNvSpPr/>
            <p:nvPr/>
          </p:nvSpPr>
          <p:spPr>
            <a:xfrm>
              <a:off x="9920890" y="3181048"/>
              <a:ext cx="154800" cy="152280"/>
            </a:xfrm>
            <a:prstGeom prst="rect">
              <a:avLst/>
            </a:prstGeom>
            <a:solidFill>
              <a:srgbClr val="9DC3E6">
                <a:alpha val="100000"/>
              </a:srgbClr>
            </a:solidFill>
          </p:spPr>
          <p:txBody>
            <a:bodyPr/>
            <a:lstStyle/>
            <a:p/>
          </p:txBody>
        </p:sp>
        <p:sp>
          <p:nvSpPr>
            <p:cNvPr id="53" name="tx14"/>
            <p:cNvSpPr/>
            <p:nvPr/>
          </p:nvSpPr>
          <p:spPr>
            <a:xfrm>
              <a:off x="9702601" y="3207400"/>
              <a:ext cx="125992" cy="98775"/>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Sí</a:t>
              </a:r>
            </a:p>
          </p:txBody>
        </p:sp>
        <p:sp>
          <p:nvSpPr>
            <p:cNvPr id="54" name="tx15"/>
            <p:cNvSpPr/>
            <p:nvPr/>
          </p:nvSpPr>
          <p:spPr>
            <a:xfrm>
              <a:off x="10154279" y="3209158"/>
              <a:ext cx="177756"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No</a:t>
              </a:r>
            </a:p>
          </p:txBody>
        </p:sp>
        <p:sp>
          <p:nvSpPr>
            <p:cNvPr id="55" name="tx16"/>
            <p:cNvSpPr/>
            <p:nvPr/>
          </p:nvSpPr>
          <p:spPr>
            <a:xfrm>
              <a:off x="8151803" y="3233837"/>
              <a:ext cx="1620949"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52 respuestas</a:t>
              </a:r>
            </a:p>
          </p:txBody>
        </p:sp>
      </p:grpSp>
      <p:grpSp xmlns:pic="http://schemas.openxmlformats.org/drawingml/2006/picture">
        <p:nvGrpSpPr>
          <p:cNvPr id="56" name="Picture Placeholder 5"/>
          <p:cNvGrpSpPr/>
          <p:nvPr/>
        </p:nvGrpSpPr>
        <p:grpSpPr>
          <a:xfrm>
            <a:off x="7126857" y="4201698"/>
            <a:ext cx="3594362" cy="1872000"/>
            <a:chOff x="7126857" y="4201698"/>
            <a:chExt cx="3594362" cy="1872000"/>
          </a:xfrm>
        </p:grpSpPr>
        <p:sp>
          <p:nvSpPr>
            <p:cNvPr id="57" name="tx3"/>
            <p:cNvSpPr/>
            <p:nvPr/>
          </p:nvSpPr>
          <p:spPr>
            <a:xfrm>
              <a:off x="8064338" y="4171779"/>
              <a:ext cx="1719398" cy="164690"/>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Trabaja actualmente</a:t>
              </a:r>
            </a:p>
          </p:txBody>
        </p:sp>
        <p:sp>
          <p:nvSpPr>
            <p:cNvPr id="58" name="rc4"/>
            <p:cNvSpPr/>
            <p:nvPr/>
          </p:nvSpPr>
          <p:spPr>
            <a:xfrm>
              <a:off x="8156518" y="4388898"/>
              <a:ext cx="1535040" cy="1535039"/>
            </a:xfrm>
            <a:prstGeom prst="rect">
              <a:avLst/>
            </a:prstGeom>
          </p:spPr>
          <p:txBody>
            <a:bodyPr/>
            <a:lstStyle/>
            <a:p/>
          </p:txBody>
        </p:sp>
        <p:sp>
          <p:nvSpPr>
            <p:cNvPr id="59" name="rc5"/>
            <p:cNvSpPr/>
            <p:nvPr/>
          </p:nvSpPr>
          <p:spPr>
            <a:xfrm>
              <a:off x="8156518" y="4388897"/>
              <a:ext cx="1535040" cy="1535040"/>
            </a:xfrm>
            <a:prstGeom prst="rect">
              <a:avLst/>
            </a:prstGeom>
          </p:spPr>
          <p:txBody>
            <a:bodyPr/>
            <a:lstStyle/>
            <a:p/>
          </p:txBody>
        </p:sp>
        <p:sp>
          <p:nvSpPr>
            <p:cNvPr id="60" name="pg6"/>
            <p:cNvSpPr/>
            <p:nvPr/>
          </p:nvSpPr>
          <p:spPr>
            <a:xfrm>
              <a:off x="8924038" y="4542401"/>
              <a:ext cx="87383" cy="249356"/>
            </a:xfrm>
            <a:custGeom>
              <a:avLst/>
              <a:pathLst>
                <a:path w="87383" h="249356">
                  <a:moveTo>
                    <a:pt x="52430" y="249356"/>
                  </a:moveTo>
                  <a:lnTo>
                    <a:pt x="56313" y="222344"/>
                  </a:lnTo>
                  <a:lnTo>
                    <a:pt x="60197" y="195332"/>
                  </a:lnTo>
                  <a:lnTo>
                    <a:pt x="64081" y="168320"/>
                  </a:lnTo>
                  <a:lnTo>
                    <a:pt x="67965" y="141308"/>
                  </a:lnTo>
                  <a:lnTo>
                    <a:pt x="71848" y="114297"/>
                  </a:lnTo>
                  <a:lnTo>
                    <a:pt x="75732" y="87285"/>
                  </a:lnTo>
                  <a:lnTo>
                    <a:pt x="79616" y="60273"/>
                  </a:lnTo>
                  <a:lnTo>
                    <a:pt x="83499" y="33261"/>
                  </a:lnTo>
                  <a:lnTo>
                    <a:pt x="87383" y="6249"/>
                  </a:lnTo>
                  <a:lnTo>
                    <a:pt x="65635" y="3518"/>
                  </a:lnTo>
                  <a:lnTo>
                    <a:pt x="43803" y="1564"/>
                  </a:lnTo>
                  <a:lnTo>
                    <a:pt x="21915" y="391"/>
                  </a:lnTo>
                  <a:lnTo>
                    <a:pt x="0" y="0"/>
                  </a:lnTo>
                  <a:lnTo>
                    <a:pt x="0" y="27289"/>
                  </a:lnTo>
                  <a:lnTo>
                    <a:pt x="0" y="54579"/>
                  </a:lnTo>
                  <a:lnTo>
                    <a:pt x="0" y="81868"/>
                  </a:lnTo>
                  <a:lnTo>
                    <a:pt x="0" y="109158"/>
                  </a:lnTo>
                  <a:lnTo>
                    <a:pt x="0" y="136448"/>
                  </a:lnTo>
                  <a:lnTo>
                    <a:pt x="0" y="163737"/>
                  </a:lnTo>
                  <a:lnTo>
                    <a:pt x="0" y="191027"/>
                  </a:lnTo>
                  <a:lnTo>
                    <a:pt x="0" y="218316"/>
                  </a:lnTo>
                  <a:lnTo>
                    <a:pt x="0" y="245606"/>
                  </a:lnTo>
                  <a:lnTo>
                    <a:pt x="26282" y="246545"/>
                  </a:lnTo>
                  <a:close/>
                </a:path>
              </a:pathLst>
            </a:custGeom>
            <a:solidFill>
              <a:srgbClr val="9DC3E6">
                <a:alpha val="100000"/>
              </a:srgbClr>
            </a:solidFill>
          </p:spPr>
          <p:txBody>
            <a:bodyPr/>
            <a:lstStyle/>
            <a:p/>
          </p:txBody>
        </p:sp>
        <p:sp>
          <p:nvSpPr>
            <p:cNvPr id="61" name="pg7"/>
            <p:cNvSpPr/>
            <p:nvPr/>
          </p:nvSpPr>
          <p:spPr>
            <a:xfrm>
              <a:off x="8310054" y="4542401"/>
              <a:ext cx="1227996" cy="1227976"/>
            </a:xfrm>
            <a:custGeom>
              <a:avLst/>
              <a:pathLst>
                <a:path w="1227996" h="1227976">
                  <a:moveTo>
                    <a:pt x="613983" y="245606"/>
                  </a:moveTo>
                  <a:lnTo>
                    <a:pt x="613983" y="218316"/>
                  </a:lnTo>
                  <a:lnTo>
                    <a:pt x="613983" y="191027"/>
                  </a:lnTo>
                  <a:lnTo>
                    <a:pt x="613983" y="163737"/>
                  </a:lnTo>
                  <a:lnTo>
                    <a:pt x="613983" y="136448"/>
                  </a:lnTo>
                  <a:lnTo>
                    <a:pt x="613983" y="109158"/>
                  </a:lnTo>
                  <a:lnTo>
                    <a:pt x="613983" y="81868"/>
                  </a:lnTo>
                  <a:lnTo>
                    <a:pt x="613983" y="54579"/>
                  </a:lnTo>
                  <a:lnTo>
                    <a:pt x="613983" y="27289"/>
                  </a:lnTo>
                  <a:lnTo>
                    <a:pt x="613983" y="0"/>
                  </a:lnTo>
                  <a:lnTo>
                    <a:pt x="593157" y="353"/>
                  </a:lnTo>
                  <a:lnTo>
                    <a:pt x="572354" y="1412"/>
                  </a:lnTo>
                  <a:lnTo>
                    <a:pt x="551600" y="3177"/>
                  </a:lnTo>
                  <a:lnTo>
                    <a:pt x="530917" y="5644"/>
                  </a:lnTo>
                  <a:lnTo>
                    <a:pt x="510330" y="8812"/>
                  </a:lnTo>
                  <a:lnTo>
                    <a:pt x="489862" y="12676"/>
                  </a:lnTo>
                  <a:lnTo>
                    <a:pt x="469537" y="17232"/>
                  </a:lnTo>
                  <a:lnTo>
                    <a:pt x="449379" y="22474"/>
                  </a:lnTo>
                  <a:lnTo>
                    <a:pt x="429409" y="28398"/>
                  </a:lnTo>
                  <a:lnTo>
                    <a:pt x="409652" y="34995"/>
                  </a:lnTo>
                  <a:lnTo>
                    <a:pt x="390130" y="42259"/>
                  </a:lnTo>
                  <a:lnTo>
                    <a:pt x="370866" y="50181"/>
                  </a:lnTo>
                  <a:lnTo>
                    <a:pt x="351882" y="58751"/>
                  </a:lnTo>
                  <a:lnTo>
                    <a:pt x="333199" y="67961"/>
                  </a:lnTo>
                  <a:lnTo>
                    <a:pt x="314839" y="77799"/>
                  </a:lnTo>
                  <a:lnTo>
                    <a:pt x="296824" y="88254"/>
                  </a:lnTo>
                  <a:lnTo>
                    <a:pt x="279173" y="99314"/>
                  </a:lnTo>
                  <a:lnTo>
                    <a:pt x="261908" y="110966"/>
                  </a:lnTo>
                  <a:lnTo>
                    <a:pt x="245048" y="123197"/>
                  </a:lnTo>
                  <a:lnTo>
                    <a:pt x="228613" y="135993"/>
                  </a:lnTo>
                  <a:lnTo>
                    <a:pt x="212621" y="149339"/>
                  </a:lnTo>
                  <a:lnTo>
                    <a:pt x="197091" y="163220"/>
                  </a:lnTo>
                  <a:lnTo>
                    <a:pt x="182041" y="177620"/>
                  </a:lnTo>
                  <a:lnTo>
                    <a:pt x="167487" y="192522"/>
                  </a:lnTo>
                  <a:lnTo>
                    <a:pt x="153448" y="207909"/>
                  </a:lnTo>
                  <a:lnTo>
                    <a:pt x="139938" y="223763"/>
                  </a:lnTo>
                  <a:lnTo>
                    <a:pt x="126974" y="240066"/>
                  </a:lnTo>
                  <a:lnTo>
                    <a:pt x="114571" y="256800"/>
                  </a:lnTo>
                  <a:lnTo>
                    <a:pt x="102742" y="273945"/>
                  </a:lnTo>
                  <a:lnTo>
                    <a:pt x="91502" y="291481"/>
                  </a:lnTo>
                  <a:lnTo>
                    <a:pt x="80863" y="309388"/>
                  </a:lnTo>
                  <a:lnTo>
                    <a:pt x="70837" y="327646"/>
                  </a:lnTo>
                  <a:lnTo>
                    <a:pt x="61436" y="346233"/>
                  </a:lnTo>
                  <a:lnTo>
                    <a:pt x="52671" y="365129"/>
                  </a:lnTo>
                  <a:lnTo>
                    <a:pt x="44553" y="384311"/>
                  </a:lnTo>
                  <a:lnTo>
                    <a:pt x="37089" y="403757"/>
                  </a:lnTo>
                  <a:lnTo>
                    <a:pt x="30289" y="423445"/>
                  </a:lnTo>
                  <a:lnTo>
                    <a:pt x="24161" y="443353"/>
                  </a:lnTo>
                  <a:lnTo>
                    <a:pt x="18712" y="463457"/>
                  </a:lnTo>
                  <a:lnTo>
                    <a:pt x="13948" y="483734"/>
                  </a:lnTo>
                  <a:lnTo>
                    <a:pt x="9874" y="504161"/>
                  </a:lnTo>
                  <a:lnTo>
                    <a:pt x="6496" y="524714"/>
                  </a:lnTo>
                  <a:lnTo>
                    <a:pt x="3816" y="545371"/>
                  </a:lnTo>
                  <a:lnTo>
                    <a:pt x="1839" y="566106"/>
                  </a:lnTo>
                  <a:lnTo>
                    <a:pt x="566" y="586896"/>
                  </a:lnTo>
                  <a:lnTo>
                    <a:pt x="0" y="607718"/>
                  </a:lnTo>
                  <a:lnTo>
                    <a:pt x="139" y="628547"/>
                  </a:lnTo>
                  <a:lnTo>
                    <a:pt x="985" y="649359"/>
                  </a:lnTo>
                  <a:lnTo>
                    <a:pt x="2537" y="670131"/>
                  </a:lnTo>
                  <a:lnTo>
                    <a:pt x="4792" y="690838"/>
                  </a:lnTo>
                  <a:lnTo>
                    <a:pt x="7748" y="711456"/>
                  </a:lnTo>
                  <a:lnTo>
                    <a:pt x="11402" y="731962"/>
                  </a:lnTo>
                  <a:lnTo>
                    <a:pt x="15749" y="752333"/>
                  </a:lnTo>
                  <a:lnTo>
                    <a:pt x="20785" y="772545"/>
                  </a:lnTo>
                  <a:lnTo>
                    <a:pt x="26503" y="792574"/>
                  </a:lnTo>
                  <a:lnTo>
                    <a:pt x="32898" y="812397"/>
                  </a:lnTo>
                  <a:lnTo>
                    <a:pt x="39961" y="831992"/>
                  </a:lnTo>
                  <a:lnTo>
                    <a:pt x="47685" y="851337"/>
                  </a:lnTo>
                  <a:lnTo>
                    <a:pt x="56060" y="870408"/>
                  </a:lnTo>
                  <a:lnTo>
                    <a:pt x="65077" y="889184"/>
                  </a:lnTo>
                  <a:lnTo>
                    <a:pt x="74726" y="907644"/>
                  </a:lnTo>
                  <a:lnTo>
                    <a:pt x="84996" y="925766"/>
                  </a:lnTo>
                  <a:lnTo>
                    <a:pt x="95874" y="943529"/>
                  </a:lnTo>
                  <a:lnTo>
                    <a:pt x="107349" y="960913"/>
                  </a:lnTo>
                  <a:lnTo>
                    <a:pt x="119407" y="977897"/>
                  </a:lnTo>
                  <a:lnTo>
                    <a:pt x="132034" y="994463"/>
                  </a:lnTo>
                  <a:lnTo>
                    <a:pt x="145215" y="1010591"/>
                  </a:lnTo>
                  <a:lnTo>
                    <a:pt x="158936" y="1026262"/>
                  </a:lnTo>
                  <a:lnTo>
                    <a:pt x="173180" y="1041460"/>
                  </a:lnTo>
                  <a:lnTo>
                    <a:pt x="187932" y="1056165"/>
                  </a:lnTo>
                  <a:lnTo>
                    <a:pt x="203174" y="1070362"/>
                  </a:lnTo>
                  <a:lnTo>
                    <a:pt x="218889" y="1084033"/>
                  </a:lnTo>
                  <a:lnTo>
                    <a:pt x="235059" y="1097163"/>
                  </a:lnTo>
                  <a:lnTo>
                    <a:pt x="251664" y="1109738"/>
                  </a:lnTo>
                  <a:lnTo>
                    <a:pt x="268687" y="1121742"/>
                  </a:lnTo>
                  <a:lnTo>
                    <a:pt x="286107" y="1133162"/>
                  </a:lnTo>
                  <a:lnTo>
                    <a:pt x="303904" y="1143984"/>
                  </a:lnTo>
                  <a:lnTo>
                    <a:pt x="322058" y="1154196"/>
                  </a:lnTo>
                  <a:lnTo>
                    <a:pt x="340548" y="1163787"/>
                  </a:lnTo>
                  <a:lnTo>
                    <a:pt x="359352" y="1172745"/>
                  </a:lnTo>
                  <a:lnTo>
                    <a:pt x="378450" y="1181060"/>
                  </a:lnTo>
                  <a:lnTo>
                    <a:pt x="397819" y="1188723"/>
                  </a:lnTo>
                  <a:lnTo>
                    <a:pt x="417436" y="1195724"/>
                  </a:lnTo>
                  <a:lnTo>
                    <a:pt x="437280" y="1202056"/>
                  </a:lnTo>
                  <a:lnTo>
                    <a:pt x="457327" y="1207711"/>
                  </a:lnTo>
                  <a:lnTo>
                    <a:pt x="477554" y="1212683"/>
                  </a:lnTo>
                  <a:lnTo>
                    <a:pt x="497938" y="1216966"/>
                  </a:lnTo>
                  <a:lnTo>
                    <a:pt x="518456" y="1220555"/>
                  </a:lnTo>
                  <a:lnTo>
                    <a:pt x="539084" y="1223446"/>
                  </a:lnTo>
                  <a:lnTo>
                    <a:pt x="559798" y="1225636"/>
                  </a:lnTo>
                  <a:lnTo>
                    <a:pt x="580574" y="1227122"/>
                  </a:lnTo>
                  <a:lnTo>
                    <a:pt x="601389" y="1227902"/>
                  </a:lnTo>
                  <a:lnTo>
                    <a:pt x="622218" y="1227976"/>
                  </a:lnTo>
                  <a:lnTo>
                    <a:pt x="643038" y="1227344"/>
                  </a:lnTo>
                  <a:lnTo>
                    <a:pt x="663824" y="1226005"/>
                  </a:lnTo>
                  <a:lnTo>
                    <a:pt x="684553" y="1223963"/>
                  </a:lnTo>
                  <a:lnTo>
                    <a:pt x="705201" y="1221218"/>
                  </a:lnTo>
                  <a:lnTo>
                    <a:pt x="725744" y="1217775"/>
                  </a:lnTo>
                  <a:lnTo>
                    <a:pt x="746158" y="1213637"/>
                  </a:lnTo>
                  <a:lnTo>
                    <a:pt x="766420" y="1208808"/>
                  </a:lnTo>
                  <a:lnTo>
                    <a:pt x="786507" y="1203296"/>
                  </a:lnTo>
                  <a:lnTo>
                    <a:pt x="806395" y="1197105"/>
                  </a:lnTo>
                  <a:lnTo>
                    <a:pt x="826061" y="1190243"/>
                  </a:lnTo>
                  <a:lnTo>
                    <a:pt x="845484" y="1182718"/>
                  </a:lnTo>
                  <a:lnTo>
                    <a:pt x="864640" y="1174539"/>
                  </a:lnTo>
                  <a:lnTo>
                    <a:pt x="883508" y="1165715"/>
                  </a:lnTo>
                  <a:lnTo>
                    <a:pt x="902066" y="1156255"/>
                  </a:lnTo>
                  <a:lnTo>
                    <a:pt x="920292" y="1146172"/>
                  </a:lnTo>
                  <a:lnTo>
                    <a:pt x="938165" y="1135477"/>
                  </a:lnTo>
                  <a:lnTo>
                    <a:pt x="955666" y="1124181"/>
                  </a:lnTo>
                  <a:lnTo>
                    <a:pt x="972773" y="1112298"/>
                  </a:lnTo>
                  <a:lnTo>
                    <a:pt x="989468" y="1099842"/>
                  </a:lnTo>
                  <a:lnTo>
                    <a:pt x="1005730" y="1086826"/>
                  </a:lnTo>
                  <a:lnTo>
                    <a:pt x="1021541" y="1073267"/>
                  </a:lnTo>
                  <a:lnTo>
                    <a:pt x="1036884" y="1059179"/>
                  </a:lnTo>
                  <a:lnTo>
                    <a:pt x="1051740" y="1044579"/>
                  </a:lnTo>
                  <a:lnTo>
                    <a:pt x="1066092" y="1029483"/>
                  </a:lnTo>
                  <a:lnTo>
                    <a:pt x="1079924" y="1013909"/>
                  </a:lnTo>
                  <a:lnTo>
                    <a:pt x="1093219" y="997875"/>
                  </a:lnTo>
                  <a:lnTo>
                    <a:pt x="1105963" y="981400"/>
                  </a:lnTo>
                  <a:lnTo>
                    <a:pt x="1118141" y="964501"/>
                  </a:lnTo>
                  <a:lnTo>
                    <a:pt x="1129739" y="947199"/>
                  </a:lnTo>
                  <a:lnTo>
                    <a:pt x="1140743" y="929514"/>
                  </a:lnTo>
                  <a:lnTo>
                    <a:pt x="1151142" y="911466"/>
                  </a:lnTo>
                  <a:lnTo>
                    <a:pt x="1160921" y="893075"/>
                  </a:lnTo>
                  <a:lnTo>
                    <a:pt x="1170072" y="874363"/>
                  </a:lnTo>
                  <a:lnTo>
                    <a:pt x="1178583" y="855352"/>
                  </a:lnTo>
                  <a:lnTo>
                    <a:pt x="1186443" y="836063"/>
                  </a:lnTo>
                  <a:lnTo>
                    <a:pt x="1193645" y="816518"/>
                  </a:lnTo>
                  <a:lnTo>
                    <a:pt x="1200180" y="796740"/>
                  </a:lnTo>
                  <a:lnTo>
                    <a:pt x="1206041" y="776753"/>
                  </a:lnTo>
                  <a:lnTo>
                    <a:pt x="1211220" y="756577"/>
                  </a:lnTo>
                  <a:lnTo>
                    <a:pt x="1215712" y="736238"/>
                  </a:lnTo>
                  <a:lnTo>
                    <a:pt x="1219511" y="715758"/>
                  </a:lnTo>
                  <a:lnTo>
                    <a:pt x="1222614" y="695161"/>
                  </a:lnTo>
                  <a:lnTo>
                    <a:pt x="1225016" y="674471"/>
                  </a:lnTo>
                  <a:lnTo>
                    <a:pt x="1226715" y="653711"/>
                  </a:lnTo>
                  <a:lnTo>
                    <a:pt x="1227709" y="632905"/>
                  </a:lnTo>
                  <a:lnTo>
                    <a:pt x="1227996" y="612078"/>
                  </a:lnTo>
                  <a:lnTo>
                    <a:pt x="1227577" y="591253"/>
                  </a:lnTo>
                  <a:lnTo>
                    <a:pt x="1226452" y="570454"/>
                  </a:lnTo>
                  <a:lnTo>
                    <a:pt x="1224622" y="549705"/>
                  </a:lnTo>
                  <a:lnTo>
                    <a:pt x="1222089" y="529030"/>
                  </a:lnTo>
                  <a:lnTo>
                    <a:pt x="1218857" y="508453"/>
                  </a:lnTo>
                  <a:lnTo>
                    <a:pt x="1214928" y="487998"/>
                  </a:lnTo>
                  <a:lnTo>
                    <a:pt x="1210308" y="467687"/>
                  </a:lnTo>
                  <a:lnTo>
                    <a:pt x="1205002" y="447545"/>
                  </a:lnTo>
                  <a:lnTo>
                    <a:pt x="1199016" y="427594"/>
                  </a:lnTo>
                  <a:lnTo>
                    <a:pt x="1192356" y="407858"/>
                  </a:lnTo>
                  <a:lnTo>
                    <a:pt x="1185031" y="388360"/>
                  </a:lnTo>
                  <a:lnTo>
                    <a:pt x="1177048" y="369120"/>
                  </a:lnTo>
                  <a:lnTo>
                    <a:pt x="1168418" y="350163"/>
                  </a:lnTo>
                  <a:lnTo>
                    <a:pt x="1159149" y="331510"/>
                  </a:lnTo>
                  <a:lnTo>
                    <a:pt x="1149253" y="313181"/>
                  </a:lnTo>
                  <a:lnTo>
                    <a:pt x="1138742" y="295199"/>
                  </a:lnTo>
                  <a:lnTo>
                    <a:pt x="1127626" y="277583"/>
                  </a:lnTo>
                  <a:lnTo>
                    <a:pt x="1115919" y="260355"/>
                  </a:lnTo>
                  <a:lnTo>
                    <a:pt x="1103635" y="243534"/>
                  </a:lnTo>
                  <a:lnTo>
                    <a:pt x="1090787" y="227139"/>
                  </a:lnTo>
                  <a:lnTo>
                    <a:pt x="1077390" y="211189"/>
                  </a:lnTo>
                  <a:lnTo>
                    <a:pt x="1063461" y="195703"/>
                  </a:lnTo>
                  <a:lnTo>
                    <a:pt x="1049014" y="180698"/>
                  </a:lnTo>
                  <a:lnTo>
                    <a:pt x="1034066" y="166192"/>
                  </a:lnTo>
                  <a:lnTo>
                    <a:pt x="1018635" y="152201"/>
                  </a:lnTo>
                  <a:lnTo>
                    <a:pt x="1002738" y="138742"/>
                  </a:lnTo>
                  <a:lnTo>
                    <a:pt x="986394" y="125829"/>
                  </a:lnTo>
                  <a:lnTo>
                    <a:pt x="969621" y="113478"/>
                  </a:lnTo>
                  <a:lnTo>
                    <a:pt x="952439" y="101704"/>
                  </a:lnTo>
                  <a:lnTo>
                    <a:pt x="934868" y="90519"/>
                  </a:lnTo>
                  <a:lnTo>
                    <a:pt x="916927" y="79936"/>
                  </a:lnTo>
                  <a:lnTo>
                    <a:pt x="898638" y="69968"/>
                  </a:lnTo>
                  <a:lnTo>
                    <a:pt x="880021" y="60626"/>
                  </a:lnTo>
                  <a:lnTo>
                    <a:pt x="861098" y="51921"/>
                  </a:lnTo>
                  <a:lnTo>
                    <a:pt x="841890" y="43863"/>
                  </a:lnTo>
                  <a:lnTo>
                    <a:pt x="822420" y="36461"/>
                  </a:lnTo>
                  <a:lnTo>
                    <a:pt x="802711" y="29723"/>
                  </a:lnTo>
                  <a:lnTo>
                    <a:pt x="782784" y="23658"/>
                  </a:lnTo>
                  <a:lnTo>
                    <a:pt x="762663" y="18272"/>
                  </a:lnTo>
                  <a:lnTo>
                    <a:pt x="742371" y="13572"/>
                  </a:lnTo>
                  <a:lnTo>
                    <a:pt x="721931" y="9563"/>
                  </a:lnTo>
                  <a:lnTo>
                    <a:pt x="701367" y="6249"/>
                  </a:lnTo>
                  <a:lnTo>
                    <a:pt x="697483" y="33261"/>
                  </a:lnTo>
                  <a:lnTo>
                    <a:pt x="693599" y="60273"/>
                  </a:lnTo>
                  <a:lnTo>
                    <a:pt x="689716" y="87285"/>
                  </a:lnTo>
                  <a:lnTo>
                    <a:pt x="685832" y="114297"/>
                  </a:lnTo>
                  <a:lnTo>
                    <a:pt x="681948" y="141308"/>
                  </a:lnTo>
                  <a:lnTo>
                    <a:pt x="678065" y="168320"/>
                  </a:lnTo>
                  <a:lnTo>
                    <a:pt x="674181" y="195332"/>
                  </a:lnTo>
                  <a:lnTo>
                    <a:pt x="670297" y="222344"/>
                  </a:lnTo>
                  <a:lnTo>
                    <a:pt x="666413" y="249356"/>
                  </a:lnTo>
                  <a:lnTo>
                    <a:pt x="684545" y="252426"/>
                  </a:lnTo>
                  <a:lnTo>
                    <a:pt x="702501" y="256398"/>
                  </a:lnTo>
                  <a:lnTo>
                    <a:pt x="720236" y="261261"/>
                  </a:lnTo>
                  <a:lnTo>
                    <a:pt x="737706" y="267002"/>
                  </a:lnTo>
                  <a:lnTo>
                    <a:pt x="754869" y="273609"/>
                  </a:lnTo>
                  <a:lnTo>
                    <a:pt x="771680" y="281063"/>
                  </a:lnTo>
                  <a:lnTo>
                    <a:pt x="788098" y="289347"/>
                  </a:lnTo>
                  <a:lnTo>
                    <a:pt x="804082" y="298440"/>
                  </a:lnTo>
                  <a:lnTo>
                    <a:pt x="819593" y="308319"/>
                  </a:lnTo>
                  <a:lnTo>
                    <a:pt x="834592" y="318960"/>
                  </a:lnTo>
                  <a:lnTo>
                    <a:pt x="849040" y="330337"/>
                  </a:lnTo>
                  <a:lnTo>
                    <a:pt x="862903" y="342420"/>
                  </a:lnTo>
                  <a:lnTo>
                    <a:pt x="876146" y="355179"/>
                  </a:lnTo>
                  <a:lnTo>
                    <a:pt x="888736" y="368584"/>
                  </a:lnTo>
                  <a:lnTo>
                    <a:pt x="900641" y="382600"/>
                  </a:lnTo>
                  <a:lnTo>
                    <a:pt x="911832" y="397193"/>
                  </a:lnTo>
                  <a:lnTo>
                    <a:pt x="922280" y="412326"/>
                  </a:lnTo>
                  <a:lnTo>
                    <a:pt x="931961" y="427962"/>
                  </a:lnTo>
                  <a:lnTo>
                    <a:pt x="940849" y="444061"/>
                  </a:lnTo>
                  <a:lnTo>
                    <a:pt x="948922" y="460584"/>
                  </a:lnTo>
                  <a:lnTo>
                    <a:pt x="956162" y="477489"/>
                  </a:lnTo>
                  <a:lnTo>
                    <a:pt x="962548" y="494734"/>
                  </a:lnTo>
                  <a:lnTo>
                    <a:pt x="968066" y="512276"/>
                  </a:lnTo>
                  <a:lnTo>
                    <a:pt x="972702" y="530072"/>
                  </a:lnTo>
                  <a:lnTo>
                    <a:pt x="976444" y="548077"/>
                  </a:lnTo>
                  <a:lnTo>
                    <a:pt x="979283" y="566246"/>
                  </a:lnTo>
                  <a:lnTo>
                    <a:pt x="981211" y="584535"/>
                  </a:lnTo>
                  <a:lnTo>
                    <a:pt x="982225" y="602897"/>
                  </a:lnTo>
                  <a:lnTo>
                    <a:pt x="982321" y="621286"/>
                  </a:lnTo>
                  <a:lnTo>
                    <a:pt x="981499" y="639658"/>
                  </a:lnTo>
                  <a:lnTo>
                    <a:pt x="979762" y="657965"/>
                  </a:lnTo>
                  <a:lnTo>
                    <a:pt x="977113" y="676163"/>
                  </a:lnTo>
                  <a:lnTo>
                    <a:pt x="973559" y="694206"/>
                  </a:lnTo>
                  <a:lnTo>
                    <a:pt x="969110" y="712050"/>
                  </a:lnTo>
                  <a:lnTo>
                    <a:pt x="963775" y="729649"/>
                  </a:lnTo>
                  <a:lnTo>
                    <a:pt x="957569" y="746960"/>
                  </a:lnTo>
                  <a:lnTo>
                    <a:pt x="950507" y="763939"/>
                  </a:lnTo>
                  <a:lnTo>
                    <a:pt x="942607" y="780545"/>
                  </a:lnTo>
                  <a:lnTo>
                    <a:pt x="933887" y="796737"/>
                  </a:lnTo>
                  <a:lnTo>
                    <a:pt x="924371" y="812473"/>
                  </a:lnTo>
                  <a:lnTo>
                    <a:pt x="914081" y="827714"/>
                  </a:lnTo>
                  <a:lnTo>
                    <a:pt x="903043" y="842423"/>
                  </a:lnTo>
                  <a:lnTo>
                    <a:pt x="891285" y="856563"/>
                  </a:lnTo>
                  <a:lnTo>
                    <a:pt x="878836" y="870098"/>
                  </a:lnTo>
                  <a:lnTo>
                    <a:pt x="865728" y="882996"/>
                  </a:lnTo>
                  <a:lnTo>
                    <a:pt x="851992" y="895223"/>
                  </a:lnTo>
                  <a:lnTo>
                    <a:pt x="837662" y="906750"/>
                  </a:lnTo>
                  <a:lnTo>
                    <a:pt x="822776" y="917547"/>
                  </a:lnTo>
                  <a:lnTo>
                    <a:pt x="807369" y="927588"/>
                  </a:lnTo>
                  <a:lnTo>
                    <a:pt x="791481" y="936847"/>
                  </a:lnTo>
                  <a:lnTo>
                    <a:pt x="775150" y="945302"/>
                  </a:lnTo>
                  <a:lnTo>
                    <a:pt x="758418" y="952932"/>
                  </a:lnTo>
                  <a:lnTo>
                    <a:pt x="741325" y="959717"/>
                  </a:lnTo>
                  <a:lnTo>
                    <a:pt x="723916" y="965641"/>
                  </a:lnTo>
                  <a:lnTo>
                    <a:pt x="706233" y="970689"/>
                  </a:lnTo>
                  <a:lnTo>
                    <a:pt x="688319" y="974848"/>
                  </a:lnTo>
                  <a:lnTo>
                    <a:pt x="670221" y="978107"/>
                  </a:lnTo>
                  <a:lnTo>
                    <a:pt x="651982" y="980460"/>
                  </a:lnTo>
                  <a:lnTo>
                    <a:pt x="633649" y="981900"/>
                  </a:lnTo>
                  <a:lnTo>
                    <a:pt x="615266" y="982423"/>
                  </a:lnTo>
                  <a:lnTo>
                    <a:pt x="596881" y="982028"/>
                  </a:lnTo>
                  <a:lnTo>
                    <a:pt x="578538" y="980716"/>
                  </a:lnTo>
                  <a:lnTo>
                    <a:pt x="560283" y="978490"/>
                  </a:lnTo>
                  <a:lnTo>
                    <a:pt x="542162" y="975357"/>
                  </a:lnTo>
                  <a:lnTo>
                    <a:pt x="524221" y="971323"/>
                  </a:lnTo>
                  <a:lnTo>
                    <a:pt x="506502" y="966398"/>
                  </a:lnTo>
                  <a:lnTo>
                    <a:pt x="489052" y="960596"/>
                  </a:lnTo>
                  <a:lnTo>
                    <a:pt x="471913" y="953930"/>
                  </a:lnTo>
                  <a:lnTo>
                    <a:pt x="455128" y="946417"/>
                  </a:lnTo>
                  <a:lnTo>
                    <a:pt x="438739" y="938076"/>
                  </a:lnTo>
                  <a:lnTo>
                    <a:pt x="422786" y="928927"/>
                  </a:lnTo>
                  <a:lnTo>
                    <a:pt x="407310" y="918994"/>
                  </a:lnTo>
                  <a:lnTo>
                    <a:pt x="392348" y="908301"/>
                  </a:lnTo>
                  <a:lnTo>
                    <a:pt x="377939" y="896874"/>
                  </a:lnTo>
                  <a:lnTo>
                    <a:pt x="364119" y="884743"/>
                  </a:lnTo>
                  <a:lnTo>
                    <a:pt x="350920" y="871937"/>
                  </a:lnTo>
                  <a:lnTo>
                    <a:pt x="338377" y="858489"/>
                  </a:lnTo>
                  <a:lnTo>
                    <a:pt x="326521" y="844431"/>
                  </a:lnTo>
                  <a:lnTo>
                    <a:pt x="315381" y="829799"/>
                  </a:lnTo>
                  <a:lnTo>
                    <a:pt x="304986" y="814630"/>
                  </a:lnTo>
                  <a:lnTo>
                    <a:pt x="295360" y="798961"/>
                  </a:lnTo>
                  <a:lnTo>
                    <a:pt x="286528" y="782831"/>
                  </a:lnTo>
                  <a:lnTo>
                    <a:pt x="278512" y="766280"/>
                  </a:lnTo>
                  <a:lnTo>
                    <a:pt x="271331" y="749350"/>
                  </a:lnTo>
                  <a:lnTo>
                    <a:pt x="265005" y="732082"/>
                  </a:lnTo>
                  <a:lnTo>
                    <a:pt x="259548" y="714521"/>
                  </a:lnTo>
                  <a:lnTo>
                    <a:pt x="254974" y="696709"/>
                  </a:lnTo>
                  <a:lnTo>
                    <a:pt x="251295" y="678691"/>
                  </a:lnTo>
                  <a:lnTo>
                    <a:pt x="248520" y="660512"/>
                  </a:lnTo>
                  <a:lnTo>
                    <a:pt x="246655" y="642217"/>
                  </a:lnTo>
                  <a:lnTo>
                    <a:pt x="245705" y="623852"/>
                  </a:lnTo>
                  <a:lnTo>
                    <a:pt x="245673" y="605462"/>
                  </a:lnTo>
                  <a:lnTo>
                    <a:pt x="246559" y="587094"/>
                  </a:lnTo>
                  <a:lnTo>
                    <a:pt x="248360" y="568792"/>
                  </a:lnTo>
                  <a:lnTo>
                    <a:pt x="251072" y="550604"/>
                  </a:lnTo>
                  <a:lnTo>
                    <a:pt x="254688" y="532573"/>
                  </a:lnTo>
                  <a:lnTo>
                    <a:pt x="259200" y="514745"/>
                  </a:lnTo>
                  <a:lnTo>
                    <a:pt x="264596" y="497165"/>
                  </a:lnTo>
                  <a:lnTo>
                    <a:pt x="270862" y="479876"/>
                  </a:lnTo>
                  <a:lnTo>
                    <a:pt x="277983" y="462920"/>
                  </a:lnTo>
                  <a:lnTo>
                    <a:pt x="285942" y="446342"/>
                  </a:lnTo>
                  <a:lnTo>
                    <a:pt x="294717" y="430181"/>
                  </a:lnTo>
                  <a:lnTo>
                    <a:pt x="304289" y="414479"/>
                  </a:lnTo>
                  <a:lnTo>
                    <a:pt x="314632" y="399273"/>
                  </a:lnTo>
                  <a:lnTo>
                    <a:pt x="325721" y="384603"/>
                  </a:lnTo>
                  <a:lnTo>
                    <a:pt x="337528" y="370504"/>
                  </a:lnTo>
                  <a:lnTo>
                    <a:pt x="350024" y="357012"/>
                  </a:lnTo>
                  <a:lnTo>
                    <a:pt x="363177" y="344160"/>
                  </a:lnTo>
                  <a:lnTo>
                    <a:pt x="376956" y="331981"/>
                  </a:lnTo>
                  <a:lnTo>
                    <a:pt x="391325" y="320504"/>
                  </a:lnTo>
                  <a:lnTo>
                    <a:pt x="406249" y="309759"/>
                  </a:lnTo>
                  <a:lnTo>
                    <a:pt x="421690" y="299772"/>
                  </a:lnTo>
                  <a:lnTo>
                    <a:pt x="437611" y="290568"/>
                  </a:lnTo>
                  <a:lnTo>
                    <a:pt x="453971" y="282169"/>
                  </a:lnTo>
                  <a:lnTo>
                    <a:pt x="470730" y="274598"/>
                  </a:lnTo>
                  <a:lnTo>
                    <a:pt x="487846" y="267873"/>
                  </a:lnTo>
                  <a:lnTo>
                    <a:pt x="505276" y="262009"/>
                  </a:lnTo>
                  <a:lnTo>
                    <a:pt x="522977" y="257023"/>
                  </a:lnTo>
                  <a:lnTo>
                    <a:pt x="540904" y="252927"/>
                  </a:lnTo>
                  <a:lnTo>
                    <a:pt x="559014" y="249730"/>
                  </a:lnTo>
                  <a:lnTo>
                    <a:pt x="577261" y="247441"/>
                  </a:lnTo>
                  <a:lnTo>
                    <a:pt x="595599" y="246065"/>
                  </a:lnTo>
                  <a:close/>
                </a:path>
              </a:pathLst>
            </a:custGeom>
            <a:solidFill>
              <a:srgbClr val="081F5C">
                <a:alpha val="100000"/>
              </a:srgbClr>
            </a:solidFill>
          </p:spPr>
          <p:txBody>
            <a:bodyPr/>
            <a:lstStyle/>
            <a:p/>
          </p:txBody>
        </p:sp>
        <p:sp>
          <p:nvSpPr>
            <p:cNvPr id="62" name="tx8"/>
            <p:cNvSpPr/>
            <p:nvPr/>
          </p:nvSpPr>
          <p:spPr>
            <a:xfrm>
              <a:off x="8810424" y="4595257"/>
              <a:ext cx="299065"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2% (4)</a:t>
              </a:r>
            </a:p>
          </p:txBody>
        </p:sp>
        <p:sp>
          <p:nvSpPr>
            <p:cNvPr id="63" name="tx9"/>
            <p:cNvSpPr/>
            <p:nvPr/>
          </p:nvSpPr>
          <p:spPr>
            <a:xfrm>
              <a:off x="8653879" y="5599677"/>
              <a:ext cx="468479"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98% (172)</a:t>
              </a:r>
            </a:p>
          </p:txBody>
        </p:sp>
        <p:sp>
          <p:nvSpPr>
            <p:cNvPr id="64" name="rc10"/>
            <p:cNvSpPr/>
            <p:nvPr/>
          </p:nvSpPr>
          <p:spPr>
            <a:xfrm>
              <a:off x="8507154" y="5912418"/>
              <a:ext cx="172799" cy="161280"/>
            </a:xfrm>
            <a:prstGeom prst="rect">
              <a:avLst/>
            </a:prstGeom>
          </p:spPr>
          <p:txBody>
            <a:bodyPr/>
            <a:lstStyle/>
            <a:p/>
          </p:txBody>
        </p:sp>
        <p:sp>
          <p:nvSpPr>
            <p:cNvPr id="65" name="rc11"/>
            <p:cNvSpPr/>
            <p:nvPr/>
          </p:nvSpPr>
          <p:spPr>
            <a:xfrm>
              <a:off x="8516154" y="5921417"/>
              <a:ext cx="154799" cy="152280"/>
            </a:xfrm>
            <a:prstGeom prst="rect">
              <a:avLst/>
            </a:prstGeom>
            <a:solidFill>
              <a:srgbClr val="081F5C">
                <a:alpha val="100000"/>
              </a:srgbClr>
            </a:solidFill>
          </p:spPr>
          <p:txBody>
            <a:bodyPr/>
            <a:lstStyle/>
            <a:p/>
          </p:txBody>
        </p:sp>
        <p:sp>
          <p:nvSpPr>
            <p:cNvPr id="66" name="rc12"/>
            <p:cNvSpPr/>
            <p:nvPr/>
          </p:nvSpPr>
          <p:spPr>
            <a:xfrm>
              <a:off x="8958832" y="5912418"/>
              <a:ext cx="172799" cy="161280"/>
            </a:xfrm>
            <a:prstGeom prst="rect">
              <a:avLst/>
            </a:prstGeom>
          </p:spPr>
          <p:txBody>
            <a:bodyPr/>
            <a:lstStyle/>
            <a:p/>
          </p:txBody>
        </p:sp>
        <p:sp>
          <p:nvSpPr>
            <p:cNvPr id="67" name="rc13"/>
            <p:cNvSpPr/>
            <p:nvPr/>
          </p:nvSpPr>
          <p:spPr>
            <a:xfrm>
              <a:off x="8967832" y="5921417"/>
              <a:ext cx="154799" cy="152280"/>
            </a:xfrm>
            <a:prstGeom prst="rect">
              <a:avLst/>
            </a:prstGeom>
            <a:solidFill>
              <a:srgbClr val="9DC3E6">
                <a:alpha val="100000"/>
              </a:srgbClr>
            </a:solidFill>
          </p:spPr>
          <p:txBody>
            <a:bodyPr/>
            <a:lstStyle/>
            <a:p/>
          </p:txBody>
        </p:sp>
        <p:sp>
          <p:nvSpPr>
            <p:cNvPr id="68" name="tx14"/>
            <p:cNvSpPr/>
            <p:nvPr/>
          </p:nvSpPr>
          <p:spPr>
            <a:xfrm>
              <a:off x="8749543" y="5947769"/>
              <a:ext cx="125992" cy="98775"/>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Sí</a:t>
              </a:r>
            </a:p>
          </p:txBody>
        </p:sp>
        <p:sp>
          <p:nvSpPr>
            <p:cNvPr id="69" name="tx15"/>
            <p:cNvSpPr/>
            <p:nvPr/>
          </p:nvSpPr>
          <p:spPr>
            <a:xfrm>
              <a:off x="9201221" y="5949527"/>
              <a:ext cx="177756"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No</a:t>
              </a:r>
            </a:p>
          </p:txBody>
        </p:sp>
        <p:sp>
          <p:nvSpPr>
            <p:cNvPr id="70" name="tx16"/>
            <p:cNvSpPr/>
            <p:nvPr/>
          </p:nvSpPr>
          <p:spPr>
            <a:xfrm>
              <a:off x="7198744" y="5974206"/>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176 respuestas</a:t>
              </a:r>
            </a:p>
          </p:txBody>
        </p:sp>
      </p:grpSp>
      <p:grpSp xmlns:pic="http://schemas.openxmlformats.org/drawingml/2006/picture">
        <p:nvGrpSpPr>
          <p:cNvPr id="71" name="Picture Placeholder 5"/>
          <p:cNvGrpSpPr/>
          <p:nvPr/>
        </p:nvGrpSpPr>
        <p:grpSpPr>
          <a:xfrm>
            <a:off x="1414524" y="4211584"/>
            <a:ext cx="3650619" cy="1872000"/>
            <a:chOff x="1414524" y="4211584"/>
            <a:chExt cx="3650619" cy="1872000"/>
          </a:xfrm>
        </p:grpSpPr>
        <p:sp>
          <p:nvSpPr>
            <p:cNvPr id="72" name="tx3"/>
            <p:cNvSpPr/>
            <p:nvPr/>
          </p:nvSpPr>
          <p:spPr>
            <a:xfrm>
              <a:off x="2325334" y="4330090"/>
              <a:ext cx="1828998"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Título universitario</a:t>
              </a:r>
            </a:p>
          </p:txBody>
        </p:sp>
        <p:sp>
          <p:nvSpPr>
            <p:cNvPr id="73" name="rc4"/>
            <p:cNvSpPr/>
            <p:nvPr/>
          </p:nvSpPr>
          <p:spPr>
            <a:xfrm>
              <a:off x="2893024" y="4755919"/>
              <a:ext cx="2172118" cy="1169886"/>
            </a:xfrm>
            <a:prstGeom prst="rect">
              <a:avLst/>
            </a:prstGeom>
          </p:spPr>
          <p:txBody>
            <a:bodyPr/>
            <a:lstStyle/>
            <a:p/>
          </p:txBody>
        </p:sp>
        <p:sp>
          <p:nvSpPr>
            <p:cNvPr id="74" name="rc5"/>
            <p:cNvSpPr/>
            <p:nvPr/>
          </p:nvSpPr>
          <p:spPr>
            <a:xfrm>
              <a:off x="2893024" y="4755919"/>
              <a:ext cx="2172118" cy="1169886"/>
            </a:xfrm>
            <a:prstGeom prst="rect">
              <a:avLst/>
            </a:prstGeom>
          </p:spPr>
          <p:txBody>
            <a:bodyPr/>
            <a:lstStyle/>
            <a:p/>
          </p:txBody>
        </p:sp>
        <p:sp>
          <p:nvSpPr>
            <p:cNvPr id="75" name="rc6"/>
            <p:cNvSpPr/>
            <p:nvPr/>
          </p:nvSpPr>
          <p:spPr>
            <a:xfrm>
              <a:off x="2893024" y="4910131"/>
              <a:ext cx="683363" cy="329695"/>
            </a:xfrm>
            <a:prstGeom prst="rect">
              <a:avLst/>
            </a:prstGeom>
            <a:solidFill>
              <a:srgbClr val="081F5C">
                <a:alpha val="100000"/>
              </a:srgbClr>
            </a:solidFill>
          </p:spPr>
          <p:txBody>
            <a:bodyPr/>
            <a:lstStyle/>
            <a:p/>
          </p:txBody>
        </p:sp>
        <p:sp>
          <p:nvSpPr>
            <p:cNvPr id="76" name="rc7"/>
            <p:cNvSpPr/>
            <p:nvPr/>
          </p:nvSpPr>
          <p:spPr>
            <a:xfrm>
              <a:off x="2893024" y="5441898"/>
              <a:ext cx="1488755" cy="329695"/>
            </a:xfrm>
            <a:prstGeom prst="rect">
              <a:avLst/>
            </a:prstGeom>
            <a:solidFill>
              <a:srgbClr val="081F5C">
                <a:alpha val="100000"/>
              </a:srgbClr>
            </a:solidFill>
          </p:spPr>
          <p:txBody>
            <a:bodyPr/>
            <a:lstStyle/>
            <a:p/>
          </p:txBody>
        </p:sp>
        <p:sp>
          <p:nvSpPr>
            <p:cNvPr id="77" name="tx8"/>
            <p:cNvSpPr/>
            <p:nvPr/>
          </p:nvSpPr>
          <p:spPr>
            <a:xfrm>
              <a:off x="3032202" y="499425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31%</a:t>
              </a:r>
            </a:p>
          </p:txBody>
        </p:sp>
        <p:sp>
          <p:nvSpPr>
            <p:cNvPr id="78" name="tx9"/>
            <p:cNvSpPr/>
            <p:nvPr/>
          </p:nvSpPr>
          <p:spPr>
            <a:xfrm>
              <a:off x="3434898" y="552602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69%</a:t>
              </a:r>
            </a:p>
          </p:txBody>
        </p:sp>
        <p:sp>
          <p:nvSpPr>
            <p:cNvPr id="79" name="tx10"/>
            <p:cNvSpPr/>
            <p:nvPr/>
          </p:nvSpPr>
          <p:spPr>
            <a:xfrm>
              <a:off x="2487997" y="5558225"/>
              <a:ext cx="270867"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a:t>
              </a:r>
            </a:p>
          </p:txBody>
        </p:sp>
        <p:sp>
          <p:nvSpPr>
            <p:cNvPr id="80" name="tx11"/>
            <p:cNvSpPr/>
            <p:nvPr/>
          </p:nvSpPr>
          <p:spPr>
            <a:xfrm>
              <a:off x="2566876" y="4970603"/>
              <a:ext cx="191988"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Sí</a:t>
              </a:r>
            </a:p>
          </p:txBody>
        </p:sp>
        <p:sp>
          <p:nvSpPr>
            <p:cNvPr id="81" name="tx12"/>
            <p:cNvSpPr/>
            <p:nvPr/>
          </p:nvSpPr>
          <p:spPr>
            <a:xfrm>
              <a:off x="3340917" y="5926786"/>
              <a:ext cx="1680418" cy="165211"/>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178 egresados</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8;p51"/>
          <p:cNvSpPr>
            <a:spLocks noGrp="1"/>
          </p:cNvSpPr>
          <p:nvPr>            </p:nvPr>
        </p:nvSpPr>
        <p:spPr>
          <a:xfrm>
            <a:off x="461464" y="338268"/>
            <a:ext cx="9626752" cy="666595"/>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6 GRÁFICOS POBLACIÓN (P_SLIDE_6_GRAFICOS_POBLACION)</a:t>
            </a:r>
          </a:p>
        </p:txBody>
      </p:sp>
      <p:grpSp xmlns:pic="http://schemas.openxmlformats.org/drawingml/2006/picture">
        <p:nvGrpSpPr>
          <p:cNvPr id="3" name="prosecnur:poblacion_6:icon"/>
          <p:cNvGrpSpPr/>
          <p:nvPr/>
        </p:nvGrpSpPr>
        <p:grpSpPr>
          <a:xfrm rot="-0">
            <a:off x="5516217" y="3082608"/>
            <a:ext cx="1386773" cy="1387469"/>
            <a:chOff x="5516217" y="3082608"/>
            <a:chExt cx="1386773" cy="1387469"/>
          </a:xfrm>
        </p:grpSpPr>
        <p:sp>
          <p:nvSpPr>
            <p:cNvPr id="4" name="rc3"/>
            <p:cNvSpPr/>
            <p:nvPr/>
          </p:nvSpPr>
          <p:spPr>
            <a:xfrm>
              <a:off x="5516217" y="3082608"/>
              <a:ext cx="1386772" cy="1387469"/>
            </a:xfrm>
            <a:prstGeom prst="rect">
              <a:avLst/>
            </a:prstGeom>
          </p:spPr>
          <p:txBody>
            <a:bodyPr/>
            <a:lstStyle/>
            <a:p/>
          </p:txBody>
        </p:sp>
        <p:sp>
          <p:nvSpPr>
            <p:cNvPr id="5" name="rc4"/>
            <p:cNvSpPr/>
            <p:nvPr/>
          </p:nvSpPr>
          <p:spPr>
            <a:xfrm>
              <a:off x="5516217" y="3082608"/>
              <a:ext cx="1386772" cy="1387469"/>
            </a:xfrm>
            <a:prstGeom prst="rect">
              <a:avLst/>
            </a:prstGeom>
          </p:spPr>
          <p:txBody>
            <a:bodyPr/>
            <a:lstStyle/>
            <a:p/>
          </p:txBody>
        </p:sp>
        <p:pic>
          <p:nvPicPr>
            <p:cNvPr id="6" name="pic5"/>
            <p:cNvPicPr/>
            <p:nvPr/>
          </p:nvPicPr>
          <p:blipFill>
            <a:blip r:embed="rId2" cstate="print"/>
            <a:stretch>
              <a:fillRect/>
            </a:stretch>
          </p:blipFill>
          <p:spPr>
            <a:xfrm>
              <a:off x="5516217" y="3082956"/>
              <a:ext cx="1386773" cy="1386773"/>
            </a:xfrm>
            <a:prstGeom prst="rect">
              <a:avLst/>
            </a:prstGeom>
          </p:spPr>
        </p:pic>
      </p:grpSp>
      <p:grpSp xmlns:pic="http://schemas.openxmlformats.org/drawingml/2006/picture">
        <p:nvGrpSpPr>
          <p:cNvPr id="7" name="Picture Placeholder 5"/>
          <p:cNvGrpSpPr/>
          <p:nvPr/>
        </p:nvGrpSpPr>
        <p:grpSpPr>
          <a:xfrm>
            <a:off x="4298820" y="1184305"/>
            <a:ext cx="3594360" cy="1872000"/>
            <a:chOff x="4298820" y="1184305"/>
            <a:chExt cx="3594360" cy="1872000"/>
          </a:xfrm>
        </p:grpSpPr>
        <p:sp>
          <p:nvSpPr>
            <p:cNvPr id="8" name="tx3"/>
            <p:cNvSpPr/>
            <p:nvPr/>
          </p:nvSpPr>
          <p:spPr>
            <a:xfrm>
              <a:off x="5847605" y="1197348"/>
              <a:ext cx="49678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Ciclo</a:t>
              </a:r>
            </a:p>
          </p:txBody>
        </p:sp>
        <p:sp>
          <p:nvSpPr>
            <p:cNvPr id="9" name="rc4"/>
            <p:cNvSpPr/>
            <p:nvPr/>
          </p:nvSpPr>
          <p:spPr>
            <a:xfrm>
              <a:off x="5754535" y="1436164"/>
              <a:ext cx="2138644" cy="1547137"/>
            </a:xfrm>
            <a:prstGeom prst="rect">
              <a:avLst/>
            </a:prstGeom>
          </p:spPr>
          <p:txBody>
            <a:bodyPr/>
            <a:lstStyle/>
            <a:p/>
          </p:txBody>
        </p:sp>
        <p:sp>
          <p:nvSpPr>
            <p:cNvPr id="10" name="rc5"/>
            <p:cNvSpPr/>
            <p:nvPr/>
          </p:nvSpPr>
          <p:spPr>
            <a:xfrm>
              <a:off x="5754535" y="1436164"/>
              <a:ext cx="2138644" cy="1547137"/>
            </a:xfrm>
            <a:prstGeom prst="rect">
              <a:avLst/>
            </a:prstGeom>
          </p:spPr>
          <p:txBody>
            <a:bodyPr/>
            <a:lstStyle/>
            <a:p/>
          </p:txBody>
        </p:sp>
        <p:sp>
          <p:nvSpPr>
            <p:cNvPr id="11" name="rc6"/>
            <p:cNvSpPr/>
            <p:nvPr/>
          </p:nvSpPr>
          <p:spPr>
            <a:xfrm>
              <a:off x="5754535" y="1478942"/>
              <a:ext cx="273547" cy="213889"/>
            </a:xfrm>
            <a:prstGeom prst="rect">
              <a:avLst/>
            </a:prstGeom>
            <a:solidFill>
              <a:srgbClr val="081F5C">
                <a:alpha val="100000"/>
              </a:srgbClr>
            </a:solidFill>
          </p:spPr>
          <p:txBody>
            <a:bodyPr/>
            <a:lstStyle/>
            <a:p/>
          </p:txBody>
        </p:sp>
        <p:sp>
          <p:nvSpPr>
            <p:cNvPr id="12" name="rc7"/>
            <p:cNvSpPr/>
            <p:nvPr/>
          </p:nvSpPr>
          <p:spPr>
            <a:xfrm>
              <a:off x="5754535" y="1728480"/>
              <a:ext cx="236245" cy="213889"/>
            </a:xfrm>
            <a:prstGeom prst="rect">
              <a:avLst/>
            </a:prstGeom>
            <a:solidFill>
              <a:srgbClr val="081F5C">
                <a:alpha val="100000"/>
              </a:srgbClr>
            </a:solidFill>
          </p:spPr>
          <p:txBody>
            <a:bodyPr/>
            <a:lstStyle/>
            <a:p/>
          </p:txBody>
        </p:sp>
        <p:sp>
          <p:nvSpPr>
            <p:cNvPr id="13" name="rc8"/>
            <p:cNvSpPr/>
            <p:nvPr/>
          </p:nvSpPr>
          <p:spPr>
            <a:xfrm>
              <a:off x="5754535" y="1978019"/>
              <a:ext cx="422755" cy="213889"/>
            </a:xfrm>
            <a:prstGeom prst="rect">
              <a:avLst/>
            </a:prstGeom>
            <a:solidFill>
              <a:srgbClr val="081F5C">
                <a:alpha val="100000"/>
              </a:srgbClr>
            </a:solidFill>
          </p:spPr>
          <p:txBody>
            <a:bodyPr/>
            <a:lstStyle/>
            <a:p/>
          </p:txBody>
        </p:sp>
        <p:sp>
          <p:nvSpPr>
            <p:cNvPr id="14" name="rc9"/>
            <p:cNvSpPr/>
            <p:nvPr/>
          </p:nvSpPr>
          <p:spPr>
            <a:xfrm>
              <a:off x="5754535" y="2227557"/>
              <a:ext cx="397887" cy="213889"/>
            </a:xfrm>
            <a:prstGeom prst="rect">
              <a:avLst/>
            </a:prstGeom>
            <a:solidFill>
              <a:srgbClr val="081F5C">
                <a:alpha val="100000"/>
              </a:srgbClr>
            </a:solidFill>
          </p:spPr>
          <p:txBody>
            <a:bodyPr/>
            <a:lstStyle/>
            <a:p/>
          </p:txBody>
        </p:sp>
        <p:sp>
          <p:nvSpPr>
            <p:cNvPr id="15" name="rc10"/>
            <p:cNvSpPr/>
            <p:nvPr/>
          </p:nvSpPr>
          <p:spPr>
            <a:xfrm>
              <a:off x="5754535" y="2477095"/>
              <a:ext cx="447623" cy="213889"/>
            </a:xfrm>
            <a:prstGeom prst="rect">
              <a:avLst/>
            </a:prstGeom>
            <a:solidFill>
              <a:srgbClr val="081F5C">
                <a:alpha val="100000"/>
              </a:srgbClr>
            </a:solidFill>
          </p:spPr>
          <p:txBody>
            <a:bodyPr/>
            <a:lstStyle/>
            <a:p/>
          </p:txBody>
        </p:sp>
        <p:sp>
          <p:nvSpPr>
            <p:cNvPr id="16" name="rc11"/>
            <p:cNvSpPr/>
            <p:nvPr/>
          </p:nvSpPr>
          <p:spPr>
            <a:xfrm>
              <a:off x="5754535" y="2726634"/>
              <a:ext cx="360585" cy="213889"/>
            </a:xfrm>
            <a:prstGeom prst="rect">
              <a:avLst/>
            </a:prstGeom>
            <a:solidFill>
              <a:srgbClr val="081F5C">
                <a:alpha val="100000"/>
              </a:srgbClr>
            </a:solidFill>
          </p:spPr>
          <p:txBody>
            <a:bodyPr/>
            <a:lstStyle/>
            <a:p/>
          </p:txBody>
        </p:sp>
        <p:sp>
          <p:nvSpPr>
            <p:cNvPr id="17" name="tx12"/>
            <p:cNvSpPr/>
            <p:nvPr/>
          </p:nvSpPr>
          <p:spPr>
            <a:xfrm>
              <a:off x="6060162" y="150516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a:t>
              </a:r>
            </a:p>
          </p:txBody>
        </p:sp>
        <p:sp>
          <p:nvSpPr>
            <p:cNvPr id="18" name="tx13"/>
            <p:cNvSpPr/>
            <p:nvPr/>
          </p:nvSpPr>
          <p:spPr>
            <a:xfrm>
              <a:off x="6022861" y="1754700"/>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19" name="tx14"/>
            <p:cNvSpPr/>
            <p:nvPr/>
          </p:nvSpPr>
          <p:spPr>
            <a:xfrm>
              <a:off x="5763409" y="200423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0" name="tx15"/>
            <p:cNvSpPr/>
            <p:nvPr/>
          </p:nvSpPr>
          <p:spPr>
            <a:xfrm>
              <a:off x="5750975" y="2253777"/>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1" name="tx16"/>
            <p:cNvSpPr/>
            <p:nvPr/>
          </p:nvSpPr>
          <p:spPr>
            <a:xfrm>
              <a:off x="5775843" y="250331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21%</a:t>
              </a:r>
            </a:p>
          </p:txBody>
        </p:sp>
        <p:sp>
          <p:nvSpPr>
            <p:cNvPr id="22" name="tx17"/>
            <p:cNvSpPr/>
            <p:nvPr/>
          </p:nvSpPr>
          <p:spPr>
            <a:xfrm>
              <a:off x="6147200" y="275285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17%</a:t>
              </a:r>
            </a:p>
          </p:txBody>
        </p:sp>
        <p:sp>
          <p:nvSpPr>
            <p:cNvPr id="23" name="tx18"/>
            <p:cNvSpPr/>
            <p:nvPr/>
          </p:nvSpPr>
          <p:spPr>
            <a:xfrm>
              <a:off x="4368913" y="2776785"/>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24" name="tx19"/>
            <p:cNvSpPr/>
            <p:nvPr/>
          </p:nvSpPr>
          <p:spPr>
            <a:xfrm>
              <a:off x="4357800" y="2521409"/>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25" name="tx20"/>
            <p:cNvSpPr/>
            <p:nvPr/>
          </p:nvSpPr>
          <p:spPr>
            <a:xfrm>
              <a:off x="4414057" y="2260973"/>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26" name="tx21"/>
            <p:cNvSpPr/>
            <p:nvPr/>
          </p:nvSpPr>
          <p:spPr>
            <a:xfrm>
              <a:off x="4301345" y="1965513"/>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27" name="tx22"/>
            <p:cNvSpPr/>
            <p:nvPr/>
          </p:nvSpPr>
          <p:spPr>
            <a:xfrm>
              <a:off x="4549590" y="1745161"/>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28" name="tx23"/>
            <p:cNvSpPr/>
            <p:nvPr/>
          </p:nvSpPr>
          <p:spPr>
            <a:xfrm>
              <a:off x="4448387" y="1475299"/>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29" name="tx24"/>
            <p:cNvSpPr/>
            <p:nvPr/>
          </p:nvSpPr>
          <p:spPr>
            <a:xfrm>
              <a:off x="6090539" y="2964513"/>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30" name="Picture Placeholder 5"/>
          <p:cNvGrpSpPr/>
          <p:nvPr/>
        </p:nvGrpSpPr>
        <p:grpSpPr>
          <a:xfrm>
            <a:off x="461464" y="1461329"/>
            <a:ext cx="3650620" cy="1872000"/>
            <a:chOff x="461464" y="1461329"/>
            <a:chExt cx="3650620" cy="1872000"/>
          </a:xfrm>
        </p:grpSpPr>
        <p:sp>
          <p:nvSpPr>
            <p:cNvPr id="31" name="tx3"/>
            <p:cNvSpPr/>
            <p:nvPr/>
          </p:nvSpPr>
          <p:spPr>
            <a:xfrm>
              <a:off x="1931074" y="1579736"/>
              <a:ext cx="711398"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Género</a:t>
              </a:r>
            </a:p>
          </p:txBody>
        </p:sp>
        <p:sp>
          <p:nvSpPr>
            <p:cNvPr id="32" name="rc4"/>
            <p:cNvSpPr/>
            <p:nvPr/>
          </p:nvSpPr>
          <p:spPr>
            <a:xfrm>
              <a:off x="1939965" y="2005664"/>
              <a:ext cx="2172118" cy="1169886"/>
            </a:xfrm>
            <a:prstGeom prst="rect">
              <a:avLst/>
            </a:prstGeom>
          </p:spPr>
          <p:txBody>
            <a:bodyPr/>
            <a:lstStyle/>
            <a:p/>
          </p:txBody>
        </p:sp>
        <p:sp>
          <p:nvSpPr>
            <p:cNvPr id="33" name="rc5"/>
            <p:cNvSpPr/>
            <p:nvPr/>
          </p:nvSpPr>
          <p:spPr>
            <a:xfrm>
              <a:off x="1939965" y="2005664"/>
              <a:ext cx="2172118" cy="1169886"/>
            </a:xfrm>
            <a:prstGeom prst="rect">
              <a:avLst/>
            </a:prstGeom>
          </p:spPr>
          <p:txBody>
            <a:bodyPr/>
            <a:lstStyle/>
            <a:p/>
          </p:txBody>
        </p:sp>
        <p:sp>
          <p:nvSpPr>
            <p:cNvPr id="34" name="rc6"/>
            <p:cNvSpPr/>
            <p:nvPr/>
          </p:nvSpPr>
          <p:spPr>
            <a:xfrm>
              <a:off x="1939965" y="2159876"/>
              <a:ext cx="1123945" cy="329695"/>
            </a:xfrm>
            <a:prstGeom prst="rect">
              <a:avLst/>
            </a:prstGeom>
            <a:solidFill>
              <a:srgbClr val="081F5C">
                <a:alpha val="100000"/>
              </a:srgbClr>
            </a:solidFill>
          </p:spPr>
          <p:txBody>
            <a:bodyPr/>
            <a:lstStyle/>
            <a:p/>
          </p:txBody>
        </p:sp>
        <p:sp>
          <p:nvSpPr>
            <p:cNvPr id="35" name="rc7"/>
            <p:cNvSpPr/>
            <p:nvPr/>
          </p:nvSpPr>
          <p:spPr>
            <a:xfrm>
              <a:off x="1939965" y="2691643"/>
              <a:ext cx="1048173" cy="329695"/>
            </a:xfrm>
            <a:prstGeom prst="rect">
              <a:avLst/>
            </a:prstGeom>
            <a:solidFill>
              <a:srgbClr val="081F5C">
                <a:alpha val="100000"/>
              </a:srgbClr>
            </a:solidFill>
          </p:spPr>
          <p:txBody>
            <a:bodyPr/>
            <a:lstStyle/>
            <a:p/>
          </p:txBody>
        </p:sp>
        <p:sp>
          <p:nvSpPr>
            <p:cNvPr id="36" name="tx8"/>
            <p:cNvSpPr/>
            <p:nvPr/>
          </p:nvSpPr>
          <p:spPr>
            <a:xfrm>
              <a:off x="2299433" y="224399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52%</a:t>
              </a:r>
            </a:p>
          </p:txBody>
        </p:sp>
        <p:sp>
          <p:nvSpPr>
            <p:cNvPr id="37" name="tx9"/>
            <p:cNvSpPr/>
            <p:nvPr/>
          </p:nvSpPr>
          <p:spPr>
            <a:xfrm>
              <a:off x="2261547" y="2775765"/>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48%</a:t>
              </a:r>
            </a:p>
          </p:txBody>
        </p:sp>
        <p:sp>
          <p:nvSpPr>
            <p:cNvPr id="38" name="tx10"/>
            <p:cNvSpPr/>
            <p:nvPr/>
          </p:nvSpPr>
          <p:spPr>
            <a:xfrm>
              <a:off x="846161" y="2807970"/>
              <a:ext cx="959643"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Femenino</a:t>
              </a:r>
            </a:p>
          </p:txBody>
        </p:sp>
        <p:sp>
          <p:nvSpPr>
            <p:cNvPr id="39" name="tx11"/>
            <p:cNvSpPr/>
            <p:nvPr/>
          </p:nvSpPr>
          <p:spPr>
            <a:xfrm>
              <a:off x="812228" y="2223027"/>
              <a:ext cx="993576"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Masculino</a:t>
              </a:r>
            </a:p>
          </p:txBody>
        </p:sp>
        <p:sp>
          <p:nvSpPr>
            <p:cNvPr id="40" name="tx12"/>
            <p:cNvSpPr/>
            <p:nvPr/>
          </p:nvSpPr>
          <p:spPr>
            <a:xfrm>
              <a:off x="2308768" y="3211865"/>
              <a:ext cx="1759508" cy="129877"/>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estudiantes</a:t>
              </a:r>
            </a:p>
          </p:txBody>
        </p:sp>
      </p:grpSp>
      <p:grpSp xmlns:pic="http://schemas.openxmlformats.org/drawingml/2006/picture">
        <p:nvGrpSpPr>
          <p:cNvPr id="41" name="Picture Placeholder 5"/>
          <p:cNvGrpSpPr/>
          <p:nvPr/>
        </p:nvGrpSpPr>
        <p:grpSpPr>
          <a:xfrm>
            <a:off x="8079916" y="1461329"/>
            <a:ext cx="3594360" cy="1872000"/>
            <a:chOff x="8079916" y="1461329"/>
            <a:chExt cx="3594360" cy="1872000"/>
          </a:xfrm>
        </p:grpSpPr>
        <p:sp>
          <p:nvSpPr>
            <p:cNvPr id="42" name="tx3"/>
            <p:cNvSpPr/>
            <p:nvPr/>
          </p:nvSpPr>
          <p:spPr>
            <a:xfrm>
              <a:off x="9141066" y="1464487"/>
              <a:ext cx="1472058" cy="131613"/>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Conoce la misión</a:t>
              </a:r>
            </a:p>
          </p:txBody>
        </p:sp>
        <p:sp>
          <p:nvSpPr>
            <p:cNvPr id="43" name="rc4"/>
            <p:cNvSpPr/>
            <p:nvPr/>
          </p:nvSpPr>
          <p:spPr>
            <a:xfrm>
              <a:off x="9109576" y="1648528"/>
              <a:ext cx="1535040" cy="1535040"/>
            </a:xfrm>
            <a:prstGeom prst="rect">
              <a:avLst/>
            </a:prstGeom>
          </p:spPr>
          <p:txBody>
            <a:bodyPr/>
            <a:lstStyle/>
            <a:p/>
          </p:txBody>
        </p:sp>
        <p:sp>
          <p:nvSpPr>
            <p:cNvPr id="44" name="rc5"/>
            <p:cNvSpPr/>
            <p:nvPr/>
          </p:nvSpPr>
          <p:spPr>
            <a:xfrm>
              <a:off x="9109576" y="1648528"/>
              <a:ext cx="1535040" cy="1535040"/>
            </a:xfrm>
            <a:prstGeom prst="rect">
              <a:avLst/>
            </a:prstGeom>
          </p:spPr>
          <p:txBody>
            <a:bodyPr/>
            <a:lstStyle/>
            <a:p/>
          </p:txBody>
        </p:sp>
        <p:sp>
          <p:nvSpPr>
            <p:cNvPr id="45" name="pg6"/>
            <p:cNvSpPr/>
            <p:nvPr/>
          </p:nvSpPr>
          <p:spPr>
            <a:xfrm>
              <a:off x="9877096" y="1802033"/>
              <a:ext cx="74011" cy="248292"/>
            </a:xfrm>
            <a:custGeom>
              <a:avLst/>
              <a:pathLst>
                <a:path w="74011" h="248292">
                  <a:moveTo>
                    <a:pt x="44406" y="248292"/>
                  </a:moveTo>
                  <a:lnTo>
                    <a:pt x="47696" y="221201"/>
                  </a:lnTo>
                  <a:lnTo>
                    <a:pt x="50985" y="194111"/>
                  </a:lnTo>
                  <a:lnTo>
                    <a:pt x="54275" y="167020"/>
                  </a:lnTo>
                  <a:lnTo>
                    <a:pt x="57564" y="139930"/>
                  </a:lnTo>
                  <a:lnTo>
                    <a:pt x="60853" y="112839"/>
                  </a:lnTo>
                  <a:lnTo>
                    <a:pt x="64143" y="85748"/>
                  </a:lnTo>
                  <a:lnTo>
                    <a:pt x="67432" y="58658"/>
                  </a:lnTo>
                  <a:lnTo>
                    <a:pt x="70722" y="31567"/>
                  </a:lnTo>
                  <a:lnTo>
                    <a:pt x="74011" y="4476"/>
                  </a:lnTo>
                  <a:lnTo>
                    <a:pt x="49407" y="1991"/>
                  </a:lnTo>
                  <a:lnTo>
                    <a:pt x="24723" y="497"/>
                  </a:lnTo>
                  <a:lnTo>
                    <a:pt x="0" y="0"/>
                  </a:lnTo>
                  <a:lnTo>
                    <a:pt x="0" y="27289"/>
                  </a:lnTo>
                  <a:lnTo>
                    <a:pt x="0" y="54579"/>
                  </a:lnTo>
                  <a:lnTo>
                    <a:pt x="0" y="81868"/>
                  </a:lnTo>
                  <a:lnTo>
                    <a:pt x="0" y="109158"/>
                  </a:lnTo>
                  <a:lnTo>
                    <a:pt x="0" y="136448"/>
                  </a:lnTo>
                  <a:lnTo>
                    <a:pt x="0" y="163737"/>
                  </a:lnTo>
                  <a:lnTo>
                    <a:pt x="0" y="191027"/>
                  </a:lnTo>
                  <a:lnTo>
                    <a:pt x="0" y="218316"/>
                  </a:lnTo>
                  <a:lnTo>
                    <a:pt x="0" y="245606"/>
                  </a:lnTo>
                  <a:lnTo>
                    <a:pt x="22244" y="246278"/>
                  </a:lnTo>
                  <a:close/>
                </a:path>
              </a:pathLst>
            </a:custGeom>
            <a:solidFill>
              <a:srgbClr val="9DC3E6">
                <a:alpha val="100000"/>
              </a:srgbClr>
            </a:solidFill>
          </p:spPr>
          <p:txBody>
            <a:bodyPr/>
            <a:lstStyle/>
            <a:p/>
          </p:txBody>
        </p:sp>
        <p:sp>
          <p:nvSpPr>
            <p:cNvPr id="46" name="pg7"/>
            <p:cNvSpPr/>
            <p:nvPr/>
          </p:nvSpPr>
          <p:spPr>
            <a:xfrm>
              <a:off x="9263134" y="1802033"/>
              <a:ext cx="1227966" cy="1228015"/>
            </a:xfrm>
            <a:custGeom>
              <a:avLst/>
              <a:pathLst>
                <a:path w="1227966" h="1228015">
                  <a:moveTo>
                    <a:pt x="613961" y="245606"/>
                  </a:moveTo>
                  <a:lnTo>
                    <a:pt x="613961" y="218316"/>
                  </a:lnTo>
                  <a:lnTo>
                    <a:pt x="613961" y="191027"/>
                  </a:lnTo>
                  <a:lnTo>
                    <a:pt x="613961" y="163737"/>
                  </a:lnTo>
                  <a:lnTo>
                    <a:pt x="613961" y="136448"/>
                  </a:lnTo>
                  <a:lnTo>
                    <a:pt x="613961" y="109158"/>
                  </a:lnTo>
                  <a:lnTo>
                    <a:pt x="613961" y="81868"/>
                  </a:lnTo>
                  <a:lnTo>
                    <a:pt x="613961" y="54579"/>
                  </a:lnTo>
                  <a:lnTo>
                    <a:pt x="613961" y="27289"/>
                  </a:lnTo>
                  <a:lnTo>
                    <a:pt x="613961" y="0"/>
                  </a:lnTo>
                  <a:lnTo>
                    <a:pt x="593175" y="351"/>
                  </a:lnTo>
                  <a:lnTo>
                    <a:pt x="572413" y="1407"/>
                  </a:lnTo>
                  <a:lnTo>
                    <a:pt x="551698" y="3164"/>
                  </a:lnTo>
                  <a:lnTo>
                    <a:pt x="531055" y="5622"/>
                  </a:lnTo>
                  <a:lnTo>
                    <a:pt x="510507" y="8778"/>
                  </a:lnTo>
                  <a:lnTo>
                    <a:pt x="490077" y="12627"/>
                  </a:lnTo>
                  <a:lnTo>
                    <a:pt x="469790" y="17165"/>
                  </a:lnTo>
                  <a:lnTo>
                    <a:pt x="449668" y="22388"/>
                  </a:lnTo>
                  <a:lnTo>
                    <a:pt x="429734" y="28289"/>
                  </a:lnTo>
                  <a:lnTo>
                    <a:pt x="410011" y="34861"/>
                  </a:lnTo>
                  <a:lnTo>
                    <a:pt x="390522" y="42097"/>
                  </a:lnTo>
                  <a:lnTo>
                    <a:pt x="371289" y="49989"/>
                  </a:lnTo>
                  <a:lnTo>
                    <a:pt x="352334" y="58528"/>
                  </a:lnTo>
                  <a:lnTo>
                    <a:pt x="333680" y="67703"/>
                  </a:lnTo>
                  <a:lnTo>
                    <a:pt x="315346" y="77504"/>
                  </a:lnTo>
                  <a:lnTo>
                    <a:pt x="297355" y="87920"/>
                  </a:lnTo>
                  <a:lnTo>
                    <a:pt x="279727" y="98940"/>
                  </a:lnTo>
                  <a:lnTo>
                    <a:pt x="262482" y="110550"/>
                  </a:lnTo>
                  <a:lnTo>
                    <a:pt x="245639" y="122737"/>
                  </a:lnTo>
                  <a:lnTo>
                    <a:pt x="229219" y="135487"/>
                  </a:lnTo>
                  <a:lnTo>
                    <a:pt x="213241" y="148786"/>
                  </a:lnTo>
                  <a:lnTo>
                    <a:pt x="197721" y="162618"/>
                  </a:lnTo>
                  <a:lnTo>
                    <a:pt x="182679" y="176968"/>
                  </a:lnTo>
                  <a:lnTo>
                    <a:pt x="168131" y="191818"/>
                  </a:lnTo>
                  <a:lnTo>
                    <a:pt x="154094" y="207153"/>
                  </a:lnTo>
                  <a:lnTo>
                    <a:pt x="140584" y="222954"/>
                  </a:lnTo>
                  <a:lnTo>
                    <a:pt x="127617" y="239203"/>
                  </a:lnTo>
                  <a:lnTo>
                    <a:pt x="115207" y="255882"/>
                  </a:lnTo>
                  <a:lnTo>
                    <a:pt x="103369" y="272971"/>
                  </a:lnTo>
                  <a:lnTo>
                    <a:pt x="92117" y="290452"/>
                  </a:lnTo>
                  <a:lnTo>
                    <a:pt x="81462" y="308303"/>
                  </a:lnTo>
                  <a:lnTo>
                    <a:pt x="71418" y="326505"/>
                  </a:lnTo>
                  <a:lnTo>
                    <a:pt x="61996" y="345036"/>
                  </a:lnTo>
                  <a:lnTo>
                    <a:pt x="53207" y="363876"/>
                  </a:lnTo>
                  <a:lnTo>
                    <a:pt x="45060" y="383002"/>
                  </a:lnTo>
                  <a:lnTo>
                    <a:pt x="37566" y="402393"/>
                  </a:lnTo>
                  <a:lnTo>
                    <a:pt x="30732" y="422027"/>
                  </a:lnTo>
                  <a:lnTo>
                    <a:pt x="24567" y="441881"/>
                  </a:lnTo>
                  <a:lnTo>
                    <a:pt x="19078" y="461932"/>
                  </a:lnTo>
                  <a:lnTo>
                    <a:pt x="14271" y="482157"/>
                  </a:lnTo>
                  <a:lnTo>
                    <a:pt x="10151" y="502534"/>
                  </a:lnTo>
                  <a:lnTo>
                    <a:pt x="6723" y="523039"/>
                  </a:lnTo>
                  <a:lnTo>
                    <a:pt x="3991" y="543647"/>
                  </a:lnTo>
                  <a:lnTo>
                    <a:pt x="1958" y="564337"/>
                  </a:lnTo>
                  <a:lnTo>
                    <a:pt x="627" y="585083"/>
                  </a:lnTo>
                  <a:lnTo>
                    <a:pt x="0" y="605863"/>
                  </a:lnTo>
                  <a:lnTo>
                    <a:pt x="75" y="626652"/>
                  </a:lnTo>
                  <a:lnTo>
                    <a:pt x="855" y="647426"/>
                  </a:lnTo>
                  <a:lnTo>
                    <a:pt x="2337" y="668162"/>
                  </a:lnTo>
                  <a:lnTo>
                    <a:pt x="4521" y="688836"/>
                  </a:lnTo>
                  <a:lnTo>
                    <a:pt x="7403" y="709425"/>
                  </a:lnTo>
                  <a:lnTo>
                    <a:pt x="10981" y="729903"/>
                  </a:lnTo>
                  <a:lnTo>
                    <a:pt x="15249" y="750249"/>
                  </a:lnTo>
                  <a:lnTo>
                    <a:pt x="20204" y="770439"/>
                  </a:lnTo>
                  <a:lnTo>
                    <a:pt x="25840" y="790450"/>
                  </a:lnTo>
                  <a:lnTo>
                    <a:pt x="32150" y="810258"/>
                  </a:lnTo>
                  <a:lnTo>
                    <a:pt x="39127" y="829842"/>
                  </a:lnTo>
                  <a:lnTo>
                    <a:pt x="46763" y="849178"/>
                  </a:lnTo>
                  <a:lnTo>
                    <a:pt x="55049" y="868244"/>
                  </a:lnTo>
                  <a:lnTo>
                    <a:pt x="63975" y="887019"/>
                  </a:lnTo>
                  <a:lnTo>
                    <a:pt x="73532" y="905481"/>
                  </a:lnTo>
                  <a:lnTo>
                    <a:pt x="83709" y="923609"/>
                  </a:lnTo>
                  <a:lnTo>
                    <a:pt x="94493" y="941382"/>
                  </a:lnTo>
                  <a:lnTo>
                    <a:pt x="105873" y="958779"/>
                  </a:lnTo>
                  <a:lnTo>
                    <a:pt x="117836" y="975782"/>
                  </a:lnTo>
                  <a:lnTo>
                    <a:pt x="130367" y="992370"/>
                  </a:lnTo>
                  <a:lnTo>
                    <a:pt x="143452" y="1008524"/>
                  </a:lnTo>
                  <a:lnTo>
                    <a:pt x="157077" y="1024226"/>
                  </a:lnTo>
                  <a:lnTo>
                    <a:pt x="171226" y="1039457"/>
                  </a:lnTo>
                  <a:lnTo>
                    <a:pt x="185882" y="1054201"/>
                  </a:lnTo>
                  <a:lnTo>
                    <a:pt x="201029" y="1068441"/>
                  </a:lnTo>
                  <a:lnTo>
                    <a:pt x="216649" y="1082159"/>
                  </a:lnTo>
                  <a:lnTo>
                    <a:pt x="232724" y="1095341"/>
                  </a:lnTo>
                  <a:lnTo>
                    <a:pt x="249237" y="1107971"/>
                  </a:lnTo>
                  <a:lnTo>
                    <a:pt x="266168" y="1120034"/>
                  </a:lnTo>
                  <a:lnTo>
                    <a:pt x="283497" y="1131518"/>
                  </a:lnTo>
                  <a:lnTo>
                    <a:pt x="301205" y="1142409"/>
                  </a:lnTo>
                  <a:lnTo>
                    <a:pt x="319272" y="1152693"/>
                  </a:lnTo>
                  <a:lnTo>
                    <a:pt x="337677" y="1162361"/>
                  </a:lnTo>
                  <a:lnTo>
                    <a:pt x="356398" y="1171399"/>
                  </a:lnTo>
                  <a:lnTo>
                    <a:pt x="375414" y="1179799"/>
                  </a:lnTo>
                  <a:lnTo>
                    <a:pt x="394704" y="1187550"/>
                  </a:lnTo>
                  <a:lnTo>
                    <a:pt x="414246" y="1194644"/>
                  </a:lnTo>
                  <a:lnTo>
                    <a:pt x="434016" y="1201072"/>
                  </a:lnTo>
                  <a:lnTo>
                    <a:pt x="453993" y="1206827"/>
                  </a:lnTo>
                  <a:lnTo>
                    <a:pt x="474152" y="1211903"/>
                  </a:lnTo>
                  <a:lnTo>
                    <a:pt x="494473" y="1216293"/>
                  </a:lnTo>
                  <a:lnTo>
                    <a:pt x="514930" y="1219993"/>
                  </a:lnTo>
                  <a:lnTo>
                    <a:pt x="535501" y="1222998"/>
                  </a:lnTo>
                  <a:lnTo>
                    <a:pt x="556161" y="1225305"/>
                  </a:lnTo>
                  <a:lnTo>
                    <a:pt x="576888" y="1226911"/>
                  </a:lnTo>
                  <a:lnTo>
                    <a:pt x="597657" y="1227815"/>
                  </a:lnTo>
                  <a:lnTo>
                    <a:pt x="618445" y="1228015"/>
                  </a:lnTo>
                  <a:lnTo>
                    <a:pt x="639228" y="1227511"/>
                  </a:lnTo>
                  <a:lnTo>
                    <a:pt x="659982" y="1226304"/>
                  </a:lnTo>
                  <a:lnTo>
                    <a:pt x="680684" y="1224396"/>
                  </a:lnTo>
                  <a:lnTo>
                    <a:pt x="701308" y="1221787"/>
                  </a:lnTo>
                  <a:lnTo>
                    <a:pt x="721833" y="1218482"/>
                  </a:lnTo>
                  <a:lnTo>
                    <a:pt x="742234" y="1214484"/>
                  </a:lnTo>
                  <a:lnTo>
                    <a:pt x="762488" y="1209797"/>
                  </a:lnTo>
                  <a:lnTo>
                    <a:pt x="782571" y="1204427"/>
                  </a:lnTo>
                  <a:lnTo>
                    <a:pt x="802462" y="1198381"/>
                  </a:lnTo>
                  <a:lnTo>
                    <a:pt x="822136" y="1191665"/>
                  </a:lnTo>
                  <a:lnTo>
                    <a:pt x="841572" y="1184287"/>
                  </a:lnTo>
                  <a:lnTo>
                    <a:pt x="860746" y="1176255"/>
                  </a:lnTo>
                  <a:lnTo>
                    <a:pt x="879638" y="1167578"/>
                  </a:lnTo>
                  <a:lnTo>
                    <a:pt x="898225" y="1158267"/>
                  </a:lnTo>
                  <a:lnTo>
                    <a:pt x="916487" y="1148332"/>
                  </a:lnTo>
                  <a:lnTo>
                    <a:pt x="934401" y="1137784"/>
                  </a:lnTo>
                  <a:lnTo>
                    <a:pt x="951949" y="1126636"/>
                  </a:lnTo>
                  <a:lnTo>
                    <a:pt x="969109" y="1114901"/>
                  </a:lnTo>
                  <a:lnTo>
                    <a:pt x="985861" y="1102591"/>
                  </a:lnTo>
                  <a:lnTo>
                    <a:pt x="1002188" y="1089721"/>
                  </a:lnTo>
                  <a:lnTo>
                    <a:pt x="1018069" y="1076306"/>
                  </a:lnTo>
                  <a:lnTo>
                    <a:pt x="1033487" y="1062361"/>
                  </a:lnTo>
                  <a:lnTo>
                    <a:pt x="1048424" y="1047902"/>
                  </a:lnTo>
                  <a:lnTo>
                    <a:pt x="1062864" y="1032946"/>
                  </a:lnTo>
                  <a:lnTo>
                    <a:pt x="1076788" y="1017509"/>
                  </a:lnTo>
                  <a:lnTo>
                    <a:pt x="1090182" y="1001610"/>
                  </a:lnTo>
                  <a:lnTo>
                    <a:pt x="1103030" y="985266"/>
                  </a:lnTo>
                  <a:lnTo>
                    <a:pt x="1115318" y="968497"/>
                  </a:lnTo>
                  <a:lnTo>
                    <a:pt x="1127031" y="951322"/>
                  </a:lnTo>
                  <a:lnTo>
                    <a:pt x="1138155" y="933760"/>
                  </a:lnTo>
                  <a:lnTo>
                    <a:pt x="1148679" y="915831"/>
                  </a:lnTo>
                  <a:lnTo>
                    <a:pt x="1158590" y="897557"/>
                  </a:lnTo>
                  <a:lnTo>
                    <a:pt x="1167876" y="878957"/>
                  </a:lnTo>
                  <a:lnTo>
                    <a:pt x="1176528" y="860054"/>
                  </a:lnTo>
                  <a:lnTo>
                    <a:pt x="1184534" y="840868"/>
                  </a:lnTo>
                  <a:lnTo>
                    <a:pt x="1191887" y="821423"/>
                  </a:lnTo>
                  <a:lnTo>
                    <a:pt x="1198577" y="801740"/>
                  </a:lnTo>
                  <a:lnTo>
                    <a:pt x="1204597" y="781841"/>
                  </a:lnTo>
                  <a:lnTo>
                    <a:pt x="1209940" y="761751"/>
                  </a:lnTo>
                  <a:lnTo>
                    <a:pt x="1214599" y="741491"/>
                  </a:lnTo>
                  <a:lnTo>
                    <a:pt x="1218570" y="721084"/>
                  </a:lnTo>
                  <a:lnTo>
                    <a:pt x="1221848" y="700555"/>
                  </a:lnTo>
                  <a:lnTo>
                    <a:pt x="1224429" y="679927"/>
                  </a:lnTo>
                  <a:lnTo>
                    <a:pt x="1226311" y="659223"/>
                  </a:lnTo>
                  <a:lnTo>
                    <a:pt x="1227490" y="638468"/>
                  </a:lnTo>
                  <a:lnTo>
                    <a:pt x="1227966" y="617684"/>
                  </a:lnTo>
                  <a:lnTo>
                    <a:pt x="1227739" y="596897"/>
                  </a:lnTo>
                  <a:lnTo>
                    <a:pt x="1226807" y="576128"/>
                  </a:lnTo>
                  <a:lnTo>
                    <a:pt x="1225174" y="555404"/>
                  </a:lnTo>
                  <a:lnTo>
                    <a:pt x="1222839" y="534746"/>
                  </a:lnTo>
                  <a:lnTo>
                    <a:pt x="1219807" y="514179"/>
                  </a:lnTo>
                  <a:lnTo>
                    <a:pt x="1216080" y="493727"/>
                  </a:lnTo>
                  <a:lnTo>
                    <a:pt x="1211662" y="473413"/>
                  </a:lnTo>
                  <a:lnTo>
                    <a:pt x="1206560" y="453260"/>
                  </a:lnTo>
                  <a:lnTo>
                    <a:pt x="1200778" y="433291"/>
                  </a:lnTo>
                  <a:lnTo>
                    <a:pt x="1194324" y="413529"/>
                  </a:lnTo>
                  <a:lnTo>
                    <a:pt x="1187204" y="393997"/>
                  </a:lnTo>
                  <a:lnTo>
                    <a:pt x="1179428" y="374718"/>
                  </a:lnTo>
                  <a:lnTo>
                    <a:pt x="1171003" y="355712"/>
                  </a:lnTo>
                  <a:lnTo>
                    <a:pt x="1161939" y="337003"/>
                  </a:lnTo>
                  <a:lnTo>
                    <a:pt x="1152247" y="318611"/>
                  </a:lnTo>
                  <a:lnTo>
                    <a:pt x="1141939" y="300558"/>
                  </a:lnTo>
                  <a:lnTo>
                    <a:pt x="1131025" y="282864"/>
                  </a:lnTo>
                  <a:lnTo>
                    <a:pt x="1119518" y="265550"/>
                  </a:lnTo>
                  <a:lnTo>
                    <a:pt x="1107432" y="248636"/>
                  </a:lnTo>
                  <a:lnTo>
                    <a:pt x="1094780" y="232140"/>
                  </a:lnTo>
                  <a:lnTo>
                    <a:pt x="1081577" y="216082"/>
                  </a:lnTo>
                  <a:lnTo>
                    <a:pt x="1067838" y="200480"/>
                  </a:lnTo>
                  <a:lnTo>
                    <a:pt x="1053578" y="185352"/>
                  </a:lnTo>
                  <a:lnTo>
                    <a:pt x="1038815" y="170715"/>
                  </a:lnTo>
                  <a:lnTo>
                    <a:pt x="1023565" y="156587"/>
                  </a:lnTo>
                  <a:lnTo>
                    <a:pt x="1007845" y="142983"/>
                  </a:lnTo>
                  <a:lnTo>
                    <a:pt x="991673" y="129919"/>
                  </a:lnTo>
                  <a:lnTo>
                    <a:pt x="975069" y="117410"/>
                  </a:lnTo>
                  <a:lnTo>
                    <a:pt x="958050" y="105470"/>
                  </a:lnTo>
                  <a:lnTo>
                    <a:pt x="940638" y="94113"/>
                  </a:lnTo>
                  <a:lnTo>
                    <a:pt x="922850" y="83352"/>
                  </a:lnTo>
                  <a:lnTo>
                    <a:pt x="904709" y="73200"/>
                  </a:lnTo>
                  <a:lnTo>
                    <a:pt x="886234" y="63667"/>
                  </a:lnTo>
                  <a:lnTo>
                    <a:pt x="867447" y="54766"/>
                  </a:lnTo>
                  <a:lnTo>
                    <a:pt x="848370" y="46505"/>
                  </a:lnTo>
                  <a:lnTo>
                    <a:pt x="829024" y="38895"/>
                  </a:lnTo>
                  <a:lnTo>
                    <a:pt x="809431" y="31944"/>
                  </a:lnTo>
                  <a:lnTo>
                    <a:pt x="789615" y="25661"/>
                  </a:lnTo>
                  <a:lnTo>
                    <a:pt x="769597" y="20051"/>
                  </a:lnTo>
                  <a:lnTo>
                    <a:pt x="749400" y="15123"/>
                  </a:lnTo>
                  <a:lnTo>
                    <a:pt x="729049" y="10882"/>
                  </a:lnTo>
                  <a:lnTo>
                    <a:pt x="708565" y="7331"/>
                  </a:lnTo>
                  <a:lnTo>
                    <a:pt x="687973" y="4476"/>
                  </a:lnTo>
                  <a:lnTo>
                    <a:pt x="684683" y="31567"/>
                  </a:lnTo>
                  <a:lnTo>
                    <a:pt x="681394" y="58658"/>
                  </a:lnTo>
                  <a:lnTo>
                    <a:pt x="678105" y="85748"/>
                  </a:lnTo>
                  <a:lnTo>
                    <a:pt x="674815" y="112839"/>
                  </a:lnTo>
                  <a:lnTo>
                    <a:pt x="671526" y="139930"/>
                  </a:lnTo>
                  <a:lnTo>
                    <a:pt x="668236" y="167020"/>
                  </a:lnTo>
                  <a:lnTo>
                    <a:pt x="664947" y="194111"/>
                  </a:lnTo>
                  <a:lnTo>
                    <a:pt x="661658" y="221201"/>
                  </a:lnTo>
                  <a:lnTo>
                    <a:pt x="658368" y="248292"/>
                  </a:lnTo>
                  <a:lnTo>
                    <a:pt x="676481" y="250950"/>
                  </a:lnTo>
                  <a:lnTo>
                    <a:pt x="694440" y="254503"/>
                  </a:lnTo>
                  <a:lnTo>
                    <a:pt x="712199" y="258945"/>
                  </a:lnTo>
                  <a:lnTo>
                    <a:pt x="729716" y="264264"/>
                  </a:lnTo>
                  <a:lnTo>
                    <a:pt x="746948" y="270446"/>
                  </a:lnTo>
                  <a:lnTo>
                    <a:pt x="763851" y="277476"/>
                  </a:lnTo>
                  <a:lnTo>
                    <a:pt x="780384" y="285337"/>
                  </a:lnTo>
                  <a:lnTo>
                    <a:pt x="796506" y="294010"/>
                  </a:lnTo>
                  <a:lnTo>
                    <a:pt x="812177" y="303474"/>
                  </a:lnTo>
                  <a:lnTo>
                    <a:pt x="827359" y="313704"/>
                  </a:lnTo>
                  <a:lnTo>
                    <a:pt x="842013" y="324675"/>
                  </a:lnTo>
                  <a:lnTo>
                    <a:pt x="856105" y="336361"/>
                  </a:lnTo>
                  <a:lnTo>
                    <a:pt x="869599" y="348732"/>
                  </a:lnTo>
                  <a:lnTo>
                    <a:pt x="882461" y="361759"/>
                  </a:lnTo>
                  <a:lnTo>
                    <a:pt x="894661" y="375408"/>
                  </a:lnTo>
                  <a:lnTo>
                    <a:pt x="906167" y="389647"/>
                  </a:lnTo>
                  <a:lnTo>
                    <a:pt x="916952" y="404440"/>
                  </a:lnTo>
                  <a:lnTo>
                    <a:pt x="926989" y="419750"/>
                  </a:lnTo>
                  <a:lnTo>
                    <a:pt x="936253" y="435540"/>
                  </a:lnTo>
                  <a:lnTo>
                    <a:pt x="944721" y="451770"/>
                  </a:lnTo>
                  <a:lnTo>
                    <a:pt x="952373" y="468401"/>
                  </a:lnTo>
                  <a:lnTo>
                    <a:pt x="959188" y="485392"/>
                  </a:lnTo>
                  <a:lnTo>
                    <a:pt x="965152" y="502700"/>
                  </a:lnTo>
                  <a:lnTo>
                    <a:pt x="970248" y="520283"/>
                  </a:lnTo>
                  <a:lnTo>
                    <a:pt x="974464" y="538098"/>
                  </a:lnTo>
                  <a:lnTo>
                    <a:pt x="977790" y="556100"/>
                  </a:lnTo>
                  <a:lnTo>
                    <a:pt x="980218" y="574245"/>
                  </a:lnTo>
                  <a:lnTo>
                    <a:pt x="981741" y="592488"/>
                  </a:lnTo>
                  <a:lnTo>
                    <a:pt x="982357" y="610785"/>
                  </a:lnTo>
                  <a:lnTo>
                    <a:pt x="982062" y="629089"/>
                  </a:lnTo>
                  <a:lnTo>
                    <a:pt x="980859" y="647356"/>
                  </a:lnTo>
                  <a:lnTo>
                    <a:pt x="978750" y="665541"/>
                  </a:lnTo>
                  <a:lnTo>
                    <a:pt x="975740" y="683599"/>
                  </a:lnTo>
                  <a:lnTo>
                    <a:pt x="971837" y="701484"/>
                  </a:lnTo>
                  <a:lnTo>
                    <a:pt x="967050" y="719154"/>
                  </a:lnTo>
                  <a:lnTo>
                    <a:pt x="961391" y="736564"/>
                  </a:lnTo>
                  <a:lnTo>
                    <a:pt x="954874" y="753672"/>
                  </a:lnTo>
                  <a:lnTo>
                    <a:pt x="947516" y="770435"/>
                  </a:lnTo>
                  <a:lnTo>
                    <a:pt x="939334" y="786811"/>
                  </a:lnTo>
                  <a:lnTo>
                    <a:pt x="930348" y="802761"/>
                  </a:lnTo>
                  <a:lnTo>
                    <a:pt x="920582" y="818245"/>
                  </a:lnTo>
                  <a:lnTo>
                    <a:pt x="910058" y="833224"/>
                  </a:lnTo>
                  <a:lnTo>
                    <a:pt x="898803" y="847663"/>
                  </a:lnTo>
                  <a:lnTo>
                    <a:pt x="886844" y="861524"/>
                  </a:lnTo>
                  <a:lnTo>
                    <a:pt x="874212" y="874774"/>
                  </a:lnTo>
                  <a:lnTo>
                    <a:pt x="860938" y="887380"/>
                  </a:lnTo>
                  <a:lnTo>
                    <a:pt x="847053" y="899312"/>
                  </a:lnTo>
                  <a:lnTo>
                    <a:pt x="832593" y="910539"/>
                  </a:lnTo>
                  <a:lnTo>
                    <a:pt x="817593" y="921033"/>
                  </a:lnTo>
                  <a:lnTo>
                    <a:pt x="802090" y="930770"/>
                  </a:lnTo>
                  <a:lnTo>
                    <a:pt x="786123" y="939724"/>
                  </a:lnTo>
                  <a:lnTo>
                    <a:pt x="769730" y="947874"/>
                  </a:lnTo>
                  <a:lnTo>
                    <a:pt x="752953" y="955200"/>
                  </a:lnTo>
                  <a:lnTo>
                    <a:pt x="735833" y="961683"/>
                  </a:lnTo>
                  <a:lnTo>
                    <a:pt x="718412" y="967308"/>
                  </a:lnTo>
                  <a:lnTo>
                    <a:pt x="700733" y="972061"/>
                  </a:lnTo>
                  <a:lnTo>
                    <a:pt x="682839" y="975929"/>
                  </a:lnTo>
                  <a:lnTo>
                    <a:pt x="664776" y="978904"/>
                  </a:lnTo>
                  <a:lnTo>
                    <a:pt x="646587" y="980978"/>
                  </a:lnTo>
                  <a:lnTo>
                    <a:pt x="628317" y="982145"/>
                  </a:lnTo>
                  <a:lnTo>
                    <a:pt x="610013" y="982404"/>
                  </a:lnTo>
                  <a:lnTo>
                    <a:pt x="591717" y="981753"/>
                  </a:lnTo>
                  <a:lnTo>
                    <a:pt x="573477" y="980194"/>
                  </a:lnTo>
                  <a:lnTo>
                    <a:pt x="555337" y="977731"/>
                  </a:lnTo>
                  <a:lnTo>
                    <a:pt x="537341" y="974369"/>
                  </a:lnTo>
                  <a:lnTo>
                    <a:pt x="519535" y="970118"/>
                  </a:lnTo>
                  <a:lnTo>
                    <a:pt x="501962" y="964988"/>
                  </a:lnTo>
                  <a:lnTo>
                    <a:pt x="484665" y="958991"/>
                  </a:lnTo>
                  <a:lnTo>
                    <a:pt x="467688" y="952142"/>
                  </a:lnTo>
                  <a:lnTo>
                    <a:pt x="451072" y="944458"/>
                  </a:lnTo>
                  <a:lnTo>
                    <a:pt x="434858" y="935959"/>
                  </a:lnTo>
                  <a:lnTo>
                    <a:pt x="419086" y="926664"/>
                  </a:lnTo>
                  <a:lnTo>
                    <a:pt x="403795" y="916598"/>
                  </a:lnTo>
                  <a:lnTo>
                    <a:pt x="389024" y="905784"/>
                  </a:lnTo>
                  <a:lnTo>
                    <a:pt x="374808" y="894250"/>
                  </a:lnTo>
                  <a:lnTo>
                    <a:pt x="361182" y="882023"/>
                  </a:lnTo>
                  <a:lnTo>
                    <a:pt x="348181" y="869135"/>
                  </a:lnTo>
                  <a:lnTo>
                    <a:pt x="335835" y="855618"/>
                  </a:lnTo>
                  <a:lnTo>
                    <a:pt x="324177" y="841503"/>
                  </a:lnTo>
                  <a:lnTo>
                    <a:pt x="313234" y="826827"/>
                  </a:lnTo>
                  <a:lnTo>
                    <a:pt x="303034" y="811625"/>
                  </a:lnTo>
                  <a:lnTo>
                    <a:pt x="293601" y="795936"/>
                  </a:lnTo>
                  <a:lnTo>
                    <a:pt x="284960" y="779797"/>
                  </a:lnTo>
                  <a:lnTo>
                    <a:pt x="277130" y="763249"/>
                  </a:lnTo>
                  <a:lnTo>
                    <a:pt x="270133" y="746332"/>
                  </a:lnTo>
                  <a:lnTo>
                    <a:pt x="263985" y="729089"/>
                  </a:lnTo>
                  <a:lnTo>
                    <a:pt x="258700" y="711561"/>
                  </a:lnTo>
                  <a:lnTo>
                    <a:pt x="254293" y="693793"/>
                  </a:lnTo>
                  <a:lnTo>
                    <a:pt x="250774" y="675828"/>
                  </a:lnTo>
                  <a:lnTo>
                    <a:pt x="248152" y="657710"/>
                  </a:lnTo>
                  <a:lnTo>
                    <a:pt x="246433" y="639484"/>
                  </a:lnTo>
                  <a:lnTo>
                    <a:pt x="245622" y="621195"/>
                  </a:lnTo>
                  <a:lnTo>
                    <a:pt x="245720" y="602888"/>
                  </a:lnTo>
                  <a:lnTo>
                    <a:pt x="246727" y="584609"/>
                  </a:lnTo>
                  <a:lnTo>
                    <a:pt x="248641" y="566403"/>
                  </a:lnTo>
                  <a:lnTo>
                    <a:pt x="251458" y="548314"/>
                  </a:lnTo>
                  <a:lnTo>
                    <a:pt x="255169" y="530388"/>
                  </a:lnTo>
                  <a:lnTo>
                    <a:pt x="259766" y="512667"/>
                  </a:lnTo>
                  <a:lnTo>
                    <a:pt x="265238" y="495198"/>
                  </a:lnTo>
                  <a:lnTo>
                    <a:pt x="271571" y="478021"/>
                  </a:lnTo>
                  <a:lnTo>
                    <a:pt x="278749" y="461180"/>
                  </a:lnTo>
                  <a:lnTo>
                    <a:pt x="286755" y="444717"/>
                  </a:lnTo>
                  <a:lnTo>
                    <a:pt x="295569" y="428672"/>
                  </a:lnTo>
                  <a:lnTo>
                    <a:pt x="305170" y="413084"/>
                  </a:lnTo>
                  <a:lnTo>
                    <a:pt x="315532" y="397993"/>
                  </a:lnTo>
                  <a:lnTo>
                    <a:pt x="326632" y="383435"/>
                  </a:lnTo>
                  <a:lnTo>
                    <a:pt x="338441" y="369446"/>
                  </a:lnTo>
                  <a:lnTo>
                    <a:pt x="350930" y="356061"/>
                  </a:lnTo>
                  <a:lnTo>
                    <a:pt x="364069" y="343314"/>
                  </a:lnTo>
                  <a:lnTo>
                    <a:pt x="377825" y="331234"/>
                  </a:lnTo>
                  <a:lnTo>
                    <a:pt x="392164" y="319853"/>
                  </a:lnTo>
                  <a:lnTo>
                    <a:pt x="407051" y="309198"/>
                  </a:lnTo>
                  <a:lnTo>
                    <a:pt x="422448" y="299296"/>
                  </a:lnTo>
                  <a:lnTo>
                    <a:pt x="438319" y="290171"/>
                  </a:lnTo>
                  <a:lnTo>
                    <a:pt x="454623" y="281846"/>
                  </a:lnTo>
                  <a:lnTo>
                    <a:pt x="471320" y="274340"/>
                  </a:lnTo>
                  <a:lnTo>
                    <a:pt x="488370" y="267674"/>
                  </a:lnTo>
                  <a:lnTo>
                    <a:pt x="505730" y="261863"/>
                  </a:lnTo>
                  <a:lnTo>
                    <a:pt x="523357" y="256921"/>
                  </a:lnTo>
                  <a:lnTo>
                    <a:pt x="541208" y="252861"/>
                  </a:lnTo>
                  <a:lnTo>
                    <a:pt x="559239" y="249693"/>
                  </a:lnTo>
                  <a:lnTo>
                    <a:pt x="577404" y="247424"/>
                  </a:lnTo>
                  <a:lnTo>
                    <a:pt x="595660" y="246061"/>
                  </a:lnTo>
                  <a:close/>
                </a:path>
              </a:pathLst>
            </a:custGeom>
            <a:solidFill>
              <a:srgbClr val="081F5C">
                <a:alpha val="100000"/>
              </a:srgbClr>
            </a:solidFill>
          </p:spPr>
          <p:txBody>
            <a:bodyPr/>
            <a:lstStyle/>
            <a:p/>
          </p:txBody>
        </p:sp>
        <p:sp>
          <p:nvSpPr>
            <p:cNvPr id="47" name="tx8"/>
            <p:cNvSpPr/>
            <p:nvPr/>
          </p:nvSpPr>
          <p:spPr>
            <a:xfrm>
              <a:off x="9757963" y="1854524"/>
              <a:ext cx="299065"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2% (1)</a:t>
              </a:r>
            </a:p>
          </p:txBody>
        </p:sp>
        <p:sp>
          <p:nvSpPr>
            <p:cNvPr id="48" name="tx9"/>
            <p:cNvSpPr/>
            <p:nvPr/>
          </p:nvSpPr>
          <p:spPr>
            <a:xfrm>
              <a:off x="9640691" y="2859673"/>
              <a:ext cx="412007"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98% (51)</a:t>
              </a:r>
            </a:p>
          </p:txBody>
        </p:sp>
        <p:sp>
          <p:nvSpPr>
            <p:cNvPr id="49" name="rc10"/>
            <p:cNvSpPr/>
            <p:nvPr/>
          </p:nvSpPr>
          <p:spPr>
            <a:xfrm>
              <a:off x="9460212" y="3172049"/>
              <a:ext cx="172799" cy="161279"/>
            </a:xfrm>
            <a:prstGeom prst="rect">
              <a:avLst/>
            </a:prstGeom>
          </p:spPr>
          <p:txBody>
            <a:bodyPr/>
            <a:lstStyle/>
            <a:p/>
          </p:txBody>
        </p:sp>
        <p:sp>
          <p:nvSpPr>
            <p:cNvPr id="50" name="rc11"/>
            <p:cNvSpPr/>
            <p:nvPr/>
          </p:nvSpPr>
          <p:spPr>
            <a:xfrm>
              <a:off x="9469212" y="3181048"/>
              <a:ext cx="154799" cy="152280"/>
            </a:xfrm>
            <a:prstGeom prst="rect">
              <a:avLst/>
            </a:prstGeom>
            <a:solidFill>
              <a:srgbClr val="081F5C">
                <a:alpha val="100000"/>
              </a:srgbClr>
            </a:solidFill>
          </p:spPr>
          <p:txBody>
            <a:bodyPr/>
            <a:lstStyle/>
            <a:p/>
          </p:txBody>
        </p:sp>
        <p:sp>
          <p:nvSpPr>
            <p:cNvPr id="51" name="rc12"/>
            <p:cNvSpPr/>
            <p:nvPr/>
          </p:nvSpPr>
          <p:spPr>
            <a:xfrm>
              <a:off x="9911890" y="3172049"/>
              <a:ext cx="172799" cy="161279"/>
            </a:xfrm>
            <a:prstGeom prst="rect">
              <a:avLst/>
            </a:prstGeom>
          </p:spPr>
          <p:txBody>
            <a:bodyPr/>
            <a:lstStyle/>
            <a:p/>
          </p:txBody>
        </p:sp>
        <p:sp>
          <p:nvSpPr>
            <p:cNvPr id="52" name="rc13"/>
            <p:cNvSpPr/>
            <p:nvPr/>
          </p:nvSpPr>
          <p:spPr>
            <a:xfrm>
              <a:off x="9920890" y="3181048"/>
              <a:ext cx="154800" cy="152280"/>
            </a:xfrm>
            <a:prstGeom prst="rect">
              <a:avLst/>
            </a:prstGeom>
            <a:solidFill>
              <a:srgbClr val="9DC3E6">
                <a:alpha val="100000"/>
              </a:srgbClr>
            </a:solidFill>
          </p:spPr>
          <p:txBody>
            <a:bodyPr/>
            <a:lstStyle/>
            <a:p/>
          </p:txBody>
        </p:sp>
        <p:sp>
          <p:nvSpPr>
            <p:cNvPr id="53" name="tx14"/>
            <p:cNvSpPr/>
            <p:nvPr/>
          </p:nvSpPr>
          <p:spPr>
            <a:xfrm>
              <a:off x="9702601" y="3207400"/>
              <a:ext cx="125992" cy="98775"/>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Sí</a:t>
              </a:r>
            </a:p>
          </p:txBody>
        </p:sp>
        <p:sp>
          <p:nvSpPr>
            <p:cNvPr id="54" name="tx15"/>
            <p:cNvSpPr/>
            <p:nvPr/>
          </p:nvSpPr>
          <p:spPr>
            <a:xfrm>
              <a:off x="10154279" y="3209158"/>
              <a:ext cx="177756"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No</a:t>
              </a:r>
            </a:p>
          </p:txBody>
        </p:sp>
        <p:sp>
          <p:nvSpPr>
            <p:cNvPr id="55" name="tx16"/>
            <p:cNvSpPr/>
            <p:nvPr/>
          </p:nvSpPr>
          <p:spPr>
            <a:xfrm>
              <a:off x="8151803" y="3233837"/>
              <a:ext cx="1620949"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52 respuestas</a:t>
              </a:r>
            </a:p>
          </p:txBody>
        </p:sp>
      </p:grpSp>
      <p:grpSp xmlns:pic="http://schemas.openxmlformats.org/drawingml/2006/picture">
        <p:nvGrpSpPr>
          <p:cNvPr id="56" name="Picture Placeholder 5"/>
          <p:cNvGrpSpPr/>
          <p:nvPr/>
        </p:nvGrpSpPr>
        <p:grpSpPr>
          <a:xfrm>
            <a:off x="8079915" y="4199144"/>
            <a:ext cx="3594362" cy="1872000"/>
            <a:chOff x="8079915" y="4199144"/>
            <a:chExt cx="3594362" cy="1872000"/>
          </a:xfrm>
        </p:grpSpPr>
        <p:sp>
          <p:nvSpPr>
            <p:cNvPr id="57" name="tx3"/>
            <p:cNvSpPr/>
            <p:nvPr/>
          </p:nvSpPr>
          <p:spPr>
            <a:xfrm>
              <a:off x="9058442" y="4276222"/>
              <a:ext cx="1637307"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Grado alcanzado</a:t>
              </a:r>
            </a:p>
          </p:txBody>
        </p:sp>
        <p:sp>
          <p:nvSpPr>
            <p:cNvPr id="58" name="rc4"/>
            <p:cNvSpPr/>
            <p:nvPr/>
          </p:nvSpPr>
          <p:spPr>
            <a:xfrm>
              <a:off x="9535631" y="4628754"/>
              <a:ext cx="2138645" cy="1317864"/>
            </a:xfrm>
            <a:prstGeom prst="rect">
              <a:avLst/>
            </a:prstGeom>
          </p:spPr>
          <p:txBody>
            <a:bodyPr/>
            <a:lstStyle/>
            <a:p/>
          </p:txBody>
        </p:sp>
        <p:sp>
          <p:nvSpPr>
            <p:cNvPr id="59" name="rc5"/>
            <p:cNvSpPr/>
            <p:nvPr/>
          </p:nvSpPr>
          <p:spPr>
            <a:xfrm>
              <a:off x="9535631" y="4628754"/>
              <a:ext cx="2138645" cy="1317864"/>
            </a:xfrm>
            <a:prstGeom prst="rect">
              <a:avLst/>
            </a:prstGeom>
          </p:spPr>
          <p:txBody>
            <a:bodyPr/>
            <a:lstStyle/>
            <a:p/>
          </p:txBody>
        </p:sp>
        <p:sp>
          <p:nvSpPr>
            <p:cNvPr id="60" name="rc6"/>
            <p:cNvSpPr/>
            <p:nvPr/>
          </p:nvSpPr>
          <p:spPr>
            <a:xfrm>
              <a:off x="9535631" y="4737890"/>
              <a:ext cx="411277" cy="275927"/>
            </a:xfrm>
            <a:prstGeom prst="rect">
              <a:avLst/>
            </a:prstGeom>
            <a:solidFill>
              <a:srgbClr val="081F5C">
                <a:alpha val="100000"/>
              </a:srgbClr>
            </a:solidFill>
          </p:spPr>
          <p:txBody>
            <a:bodyPr/>
            <a:lstStyle/>
            <a:p/>
          </p:txBody>
        </p:sp>
        <p:sp>
          <p:nvSpPr>
            <p:cNvPr id="61" name="rc7"/>
            <p:cNvSpPr/>
            <p:nvPr/>
          </p:nvSpPr>
          <p:spPr>
            <a:xfrm>
              <a:off x="9535631" y="5149722"/>
              <a:ext cx="1562856" cy="275927"/>
            </a:xfrm>
            <a:prstGeom prst="rect">
              <a:avLst/>
            </a:prstGeom>
            <a:solidFill>
              <a:srgbClr val="081F5C">
                <a:alpha val="100000"/>
              </a:srgbClr>
            </a:solidFill>
          </p:spPr>
          <p:txBody>
            <a:bodyPr/>
            <a:lstStyle/>
            <a:p/>
          </p:txBody>
        </p:sp>
        <p:sp>
          <p:nvSpPr>
            <p:cNvPr id="62" name="rc8"/>
            <p:cNvSpPr/>
            <p:nvPr/>
          </p:nvSpPr>
          <p:spPr>
            <a:xfrm>
              <a:off x="9535631" y="5561555"/>
              <a:ext cx="164511" cy="275927"/>
            </a:xfrm>
            <a:prstGeom prst="rect">
              <a:avLst/>
            </a:prstGeom>
            <a:solidFill>
              <a:srgbClr val="081F5C">
                <a:alpha val="100000"/>
              </a:srgbClr>
            </a:solidFill>
          </p:spPr>
          <p:txBody>
            <a:bodyPr/>
            <a:lstStyle/>
            <a:p/>
          </p:txBody>
        </p:sp>
        <p:sp>
          <p:nvSpPr>
            <p:cNvPr id="63" name="tx9"/>
            <p:cNvSpPr/>
            <p:nvPr/>
          </p:nvSpPr>
          <p:spPr>
            <a:xfrm>
              <a:off x="9538766" y="479512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64" name="tx10"/>
            <p:cNvSpPr/>
            <p:nvPr/>
          </p:nvSpPr>
          <p:spPr>
            <a:xfrm>
              <a:off x="10114555" y="520696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73%</a:t>
              </a:r>
            </a:p>
          </p:txBody>
        </p:sp>
        <p:sp>
          <p:nvSpPr>
            <p:cNvPr id="65" name="tx11"/>
            <p:cNvSpPr/>
            <p:nvPr/>
          </p:nvSpPr>
          <p:spPr>
            <a:xfrm>
              <a:off x="9732222" y="5618794"/>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66" name="tx12"/>
            <p:cNvSpPr/>
            <p:nvPr/>
          </p:nvSpPr>
          <p:spPr>
            <a:xfrm>
              <a:off x="8748794" y="5651866"/>
              <a:ext cx="654744"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Doctor</a:t>
              </a:r>
            </a:p>
          </p:txBody>
        </p:sp>
        <p:sp>
          <p:nvSpPr>
            <p:cNvPr id="67" name="tx13"/>
            <p:cNvSpPr/>
            <p:nvPr/>
          </p:nvSpPr>
          <p:spPr>
            <a:xfrm>
              <a:off x="8567918" y="5169715"/>
              <a:ext cx="835620" cy="190698"/>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Magíster</a:t>
              </a:r>
            </a:p>
          </p:txBody>
        </p:sp>
        <p:sp>
          <p:nvSpPr>
            <p:cNvPr id="68" name="tx14"/>
            <p:cNvSpPr/>
            <p:nvPr/>
          </p:nvSpPr>
          <p:spPr>
            <a:xfrm>
              <a:off x="8545197" y="4773289"/>
              <a:ext cx="858341"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Bachiller</a:t>
              </a:r>
            </a:p>
          </p:txBody>
        </p:sp>
        <p:sp>
          <p:nvSpPr>
            <p:cNvPr id="69" name="tx15"/>
            <p:cNvSpPr/>
            <p:nvPr/>
          </p:nvSpPr>
          <p:spPr>
            <a:xfrm>
              <a:off x="10158304" y="5961232"/>
              <a:ext cx="1472840" cy="129964"/>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52 docentes</a:t>
              </a:r>
            </a:p>
          </p:txBody>
        </p:sp>
      </p:grpSp>
      <p:grpSp xmlns:pic="http://schemas.openxmlformats.org/drawingml/2006/picture">
        <p:nvGrpSpPr>
          <p:cNvPr id="70" name="Picture Placeholder 5"/>
          <p:cNvGrpSpPr/>
          <p:nvPr/>
        </p:nvGrpSpPr>
        <p:grpSpPr>
          <a:xfrm>
            <a:off x="461465" y="4201698"/>
            <a:ext cx="3650619" cy="1872000"/>
            <a:chOff x="461465" y="4201698"/>
            <a:chExt cx="3650619" cy="1872000"/>
          </a:xfrm>
        </p:grpSpPr>
        <p:sp>
          <p:nvSpPr>
            <p:cNvPr id="71" name="tx3"/>
            <p:cNvSpPr/>
            <p:nvPr/>
          </p:nvSpPr>
          <p:spPr>
            <a:xfrm>
              <a:off x="1372275" y="4320204"/>
              <a:ext cx="1828998"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CA5651">
                      <a:alpha val="100000"/>
                    </a:srgbClr>
                  </a:solidFill>
                  <a:latin typeface="Arial"/>
                  <a:cs typeface="Arial"/>
                </a:rPr>
                <a:t>Título universitario</a:t>
              </a:r>
            </a:p>
          </p:txBody>
        </p:sp>
        <p:sp>
          <p:nvSpPr>
            <p:cNvPr id="72" name="rc4"/>
            <p:cNvSpPr/>
            <p:nvPr/>
          </p:nvSpPr>
          <p:spPr>
            <a:xfrm>
              <a:off x="1939965" y="4746033"/>
              <a:ext cx="2172118" cy="1169886"/>
            </a:xfrm>
            <a:prstGeom prst="rect">
              <a:avLst/>
            </a:prstGeom>
          </p:spPr>
          <p:txBody>
            <a:bodyPr/>
            <a:lstStyle/>
            <a:p/>
          </p:txBody>
        </p:sp>
        <p:sp>
          <p:nvSpPr>
            <p:cNvPr id="73" name="rc5"/>
            <p:cNvSpPr/>
            <p:nvPr/>
          </p:nvSpPr>
          <p:spPr>
            <a:xfrm>
              <a:off x="1939965" y="4746033"/>
              <a:ext cx="2172118" cy="1169886"/>
            </a:xfrm>
            <a:prstGeom prst="rect">
              <a:avLst/>
            </a:prstGeom>
          </p:spPr>
          <p:txBody>
            <a:bodyPr/>
            <a:lstStyle/>
            <a:p/>
          </p:txBody>
        </p:sp>
        <p:sp>
          <p:nvSpPr>
            <p:cNvPr id="74" name="rc6"/>
            <p:cNvSpPr/>
            <p:nvPr/>
          </p:nvSpPr>
          <p:spPr>
            <a:xfrm>
              <a:off x="1939965" y="4900245"/>
              <a:ext cx="683363" cy="329695"/>
            </a:xfrm>
            <a:prstGeom prst="rect">
              <a:avLst/>
            </a:prstGeom>
            <a:solidFill>
              <a:srgbClr val="081F5C">
                <a:alpha val="100000"/>
              </a:srgbClr>
            </a:solidFill>
          </p:spPr>
          <p:txBody>
            <a:bodyPr/>
            <a:lstStyle/>
            <a:p/>
          </p:txBody>
        </p:sp>
        <p:sp>
          <p:nvSpPr>
            <p:cNvPr id="75" name="rc7"/>
            <p:cNvSpPr/>
            <p:nvPr/>
          </p:nvSpPr>
          <p:spPr>
            <a:xfrm>
              <a:off x="1939965" y="5432012"/>
              <a:ext cx="1488755" cy="329695"/>
            </a:xfrm>
            <a:prstGeom prst="rect">
              <a:avLst/>
            </a:prstGeom>
            <a:solidFill>
              <a:srgbClr val="081F5C">
                <a:alpha val="100000"/>
              </a:srgbClr>
            </a:solidFill>
          </p:spPr>
          <p:txBody>
            <a:bodyPr/>
            <a:lstStyle/>
            <a:p/>
          </p:txBody>
        </p:sp>
        <p:sp>
          <p:nvSpPr>
            <p:cNvPr id="76" name="tx8"/>
            <p:cNvSpPr/>
            <p:nvPr/>
          </p:nvSpPr>
          <p:spPr>
            <a:xfrm>
              <a:off x="2079143" y="498436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31%</a:t>
              </a:r>
            </a:p>
          </p:txBody>
        </p:sp>
        <p:sp>
          <p:nvSpPr>
            <p:cNvPr id="77" name="tx9"/>
            <p:cNvSpPr/>
            <p:nvPr/>
          </p:nvSpPr>
          <p:spPr>
            <a:xfrm>
              <a:off x="2481839" y="551613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69%</a:t>
              </a:r>
            </a:p>
          </p:txBody>
        </p:sp>
        <p:sp>
          <p:nvSpPr>
            <p:cNvPr id="78" name="tx10"/>
            <p:cNvSpPr/>
            <p:nvPr/>
          </p:nvSpPr>
          <p:spPr>
            <a:xfrm>
              <a:off x="1534938" y="5548339"/>
              <a:ext cx="270867"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a:t>
              </a:r>
            </a:p>
          </p:txBody>
        </p:sp>
        <p:sp>
          <p:nvSpPr>
            <p:cNvPr id="79" name="tx11"/>
            <p:cNvSpPr/>
            <p:nvPr/>
          </p:nvSpPr>
          <p:spPr>
            <a:xfrm>
              <a:off x="1613817" y="4960717"/>
              <a:ext cx="191988"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Sí</a:t>
              </a:r>
            </a:p>
          </p:txBody>
        </p:sp>
        <p:sp>
          <p:nvSpPr>
            <p:cNvPr id="80" name="tx12"/>
            <p:cNvSpPr/>
            <p:nvPr/>
          </p:nvSpPr>
          <p:spPr>
            <a:xfrm>
              <a:off x="2387858" y="5916900"/>
              <a:ext cx="1680418" cy="165211"/>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178 egresados</a:t>
              </a:r>
            </a:p>
          </p:txBody>
        </p:sp>
      </p:grpSp>
      <p:grpSp xmlns:pic="http://schemas.openxmlformats.org/drawingml/2006/picture">
        <p:nvGrpSpPr>
          <p:cNvPr id="81" name="Picture Placeholder 5"/>
          <p:cNvGrpSpPr/>
          <p:nvPr/>
        </p:nvGrpSpPr>
        <p:grpSpPr>
          <a:xfrm>
            <a:off x="4298819" y="4435107"/>
            <a:ext cx="3594360" cy="1872000"/>
            <a:chOff x="4298819" y="4435107"/>
            <a:chExt cx="3594360" cy="1872000"/>
          </a:xfrm>
        </p:grpSpPr>
        <p:sp>
          <p:nvSpPr>
            <p:cNvPr id="82" name="tx3"/>
            <p:cNvSpPr/>
            <p:nvPr/>
          </p:nvSpPr>
          <p:spPr>
            <a:xfrm>
              <a:off x="5236299" y="4405188"/>
              <a:ext cx="1719398" cy="164690"/>
            </a:xfrm>
            <a:prstGeom prst="rect">
              <a:avLst/>
            </a:prstGeom>
            <a:noFill/>
          </p:spPr>
          <p:txBody>
            <a:bodyPr lIns="0" rIns="0" tIns="0" bIns="0" anchorCtr="1" anchor="ctr" wrap="none"/>
            <a:lstStyle/>
            <a:p>
              <a:pPr algn="l" marL="0" marR="0" indent="0">
                <a:lnSpc>
                  <a:spcPts val="1400"/>
                </a:lnSpc>
                <a:spcBef>
                  <a:spcPts val="0"/>
                </a:spcBef>
                <a:spcAft>
                  <a:spcPts val="0"/>
                </a:spcAft>
              </a:pPr>
              <a:r>
                <a:rPr sz="1400" b="1">
                  <a:solidFill>
                    <a:srgbClr val="CA5651">
                      <a:alpha val="100000"/>
                    </a:srgbClr>
                  </a:solidFill>
                  <a:latin typeface="Arial"/>
                  <a:cs typeface="Arial"/>
                </a:rPr>
                <a:t>Trabaja actualmente</a:t>
              </a:r>
            </a:p>
          </p:txBody>
        </p:sp>
        <p:sp>
          <p:nvSpPr>
            <p:cNvPr id="83" name="rc4"/>
            <p:cNvSpPr/>
            <p:nvPr/>
          </p:nvSpPr>
          <p:spPr>
            <a:xfrm>
              <a:off x="5328479" y="4622307"/>
              <a:ext cx="1535039" cy="1535039"/>
            </a:xfrm>
            <a:prstGeom prst="rect">
              <a:avLst/>
            </a:prstGeom>
          </p:spPr>
          <p:txBody>
            <a:bodyPr/>
            <a:lstStyle/>
            <a:p/>
          </p:txBody>
        </p:sp>
        <p:sp>
          <p:nvSpPr>
            <p:cNvPr id="84" name="rc5"/>
            <p:cNvSpPr/>
            <p:nvPr/>
          </p:nvSpPr>
          <p:spPr>
            <a:xfrm>
              <a:off x="5328479" y="4622306"/>
              <a:ext cx="1535039" cy="1535040"/>
            </a:xfrm>
            <a:prstGeom prst="rect">
              <a:avLst/>
            </a:prstGeom>
          </p:spPr>
          <p:txBody>
            <a:bodyPr/>
            <a:lstStyle/>
            <a:p/>
          </p:txBody>
        </p:sp>
        <p:sp>
          <p:nvSpPr>
            <p:cNvPr id="85" name="pg6"/>
            <p:cNvSpPr/>
            <p:nvPr/>
          </p:nvSpPr>
          <p:spPr>
            <a:xfrm>
              <a:off x="6095999" y="4775811"/>
              <a:ext cx="87383" cy="249356"/>
            </a:xfrm>
            <a:custGeom>
              <a:avLst/>
              <a:pathLst>
                <a:path w="87383" h="249356">
                  <a:moveTo>
                    <a:pt x="52430" y="249356"/>
                  </a:moveTo>
                  <a:lnTo>
                    <a:pt x="56313" y="222344"/>
                  </a:lnTo>
                  <a:lnTo>
                    <a:pt x="60197" y="195332"/>
                  </a:lnTo>
                  <a:lnTo>
                    <a:pt x="64081" y="168320"/>
                  </a:lnTo>
                  <a:lnTo>
                    <a:pt x="67965" y="141308"/>
                  </a:lnTo>
                  <a:lnTo>
                    <a:pt x="71848" y="114297"/>
                  </a:lnTo>
                  <a:lnTo>
                    <a:pt x="75732" y="87285"/>
                  </a:lnTo>
                  <a:lnTo>
                    <a:pt x="79616" y="60273"/>
                  </a:lnTo>
                  <a:lnTo>
                    <a:pt x="83499" y="33261"/>
                  </a:lnTo>
                  <a:lnTo>
                    <a:pt x="87383" y="6249"/>
                  </a:lnTo>
                  <a:lnTo>
                    <a:pt x="65635" y="3518"/>
                  </a:lnTo>
                  <a:lnTo>
                    <a:pt x="43803" y="1564"/>
                  </a:lnTo>
                  <a:lnTo>
                    <a:pt x="21915" y="391"/>
                  </a:lnTo>
                  <a:lnTo>
                    <a:pt x="0" y="0"/>
                  </a:lnTo>
                  <a:lnTo>
                    <a:pt x="0" y="27289"/>
                  </a:lnTo>
                  <a:lnTo>
                    <a:pt x="0" y="54579"/>
                  </a:lnTo>
                  <a:lnTo>
                    <a:pt x="0" y="81868"/>
                  </a:lnTo>
                  <a:lnTo>
                    <a:pt x="0" y="109158"/>
                  </a:lnTo>
                  <a:lnTo>
                    <a:pt x="0" y="136448"/>
                  </a:lnTo>
                  <a:lnTo>
                    <a:pt x="0" y="163737"/>
                  </a:lnTo>
                  <a:lnTo>
                    <a:pt x="0" y="191027"/>
                  </a:lnTo>
                  <a:lnTo>
                    <a:pt x="0" y="218316"/>
                  </a:lnTo>
                  <a:lnTo>
                    <a:pt x="0" y="245606"/>
                  </a:lnTo>
                  <a:lnTo>
                    <a:pt x="26282" y="246545"/>
                  </a:lnTo>
                  <a:close/>
                </a:path>
              </a:pathLst>
            </a:custGeom>
            <a:solidFill>
              <a:srgbClr val="9DC3E6">
                <a:alpha val="100000"/>
              </a:srgbClr>
            </a:solidFill>
          </p:spPr>
          <p:txBody>
            <a:bodyPr/>
            <a:lstStyle/>
            <a:p/>
          </p:txBody>
        </p:sp>
        <p:sp>
          <p:nvSpPr>
            <p:cNvPr id="86" name="pg7"/>
            <p:cNvSpPr/>
            <p:nvPr/>
          </p:nvSpPr>
          <p:spPr>
            <a:xfrm>
              <a:off x="5482015" y="4775811"/>
              <a:ext cx="1227996" cy="1227976"/>
            </a:xfrm>
            <a:custGeom>
              <a:avLst/>
              <a:pathLst>
                <a:path w="1227996" h="1227976">
                  <a:moveTo>
                    <a:pt x="613983" y="245606"/>
                  </a:moveTo>
                  <a:lnTo>
                    <a:pt x="613983" y="218316"/>
                  </a:lnTo>
                  <a:lnTo>
                    <a:pt x="613983" y="191027"/>
                  </a:lnTo>
                  <a:lnTo>
                    <a:pt x="613983" y="163737"/>
                  </a:lnTo>
                  <a:lnTo>
                    <a:pt x="613983" y="136448"/>
                  </a:lnTo>
                  <a:lnTo>
                    <a:pt x="613983" y="109158"/>
                  </a:lnTo>
                  <a:lnTo>
                    <a:pt x="613983" y="81868"/>
                  </a:lnTo>
                  <a:lnTo>
                    <a:pt x="613983" y="54579"/>
                  </a:lnTo>
                  <a:lnTo>
                    <a:pt x="613983" y="27289"/>
                  </a:lnTo>
                  <a:lnTo>
                    <a:pt x="613983" y="0"/>
                  </a:lnTo>
                  <a:lnTo>
                    <a:pt x="593157" y="353"/>
                  </a:lnTo>
                  <a:lnTo>
                    <a:pt x="572354" y="1412"/>
                  </a:lnTo>
                  <a:lnTo>
                    <a:pt x="551600" y="3177"/>
                  </a:lnTo>
                  <a:lnTo>
                    <a:pt x="530917" y="5644"/>
                  </a:lnTo>
                  <a:lnTo>
                    <a:pt x="510330" y="8812"/>
                  </a:lnTo>
                  <a:lnTo>
                    <a:pt x="489862" y="12676"/>
                  </a:lnTo>
                  <a:lnTo>
                    <a:pt x="469537" y="17232"/>
                  </a:lnTo>
                  <a:lnTo>
                    <a:pt x="449379" y="22474"/>
                  </a:lnTo>
                  <a:lnTo>
                    <a:pt x="429409" y="28398"/>
                  </a:lnTo>
                  <a:lnTo>
                    <a:pt x="409652" y="34995"/>
                  </a:lnTo>
                  <a:lnTo>
                    <a:pt x="390130" y="42259"/>
                  </a:lnTo>
                  <a:lnTo>
                    <a:pt x="370866" y="50181"/>
                  </a:lnTo>
                  <a:lnTo>
                    <a:pt x="351882" y="58751"/>
                  </a:lnTo>
                  <a:lnTo>
                    <a:pt x="333199" y="67961"/>
                  </a:lnTo>
                  <a:lnTo>
                    <a:pt x="314839" y="77799"/>
                  </a:lnTo>
                  <a:lnTo>
                    <a:pt x="296824" y="88254"/>
                  </a:lnTo>
                  <a:lnTo>
                    <a:pt x="279173" y="99314"/>
                  </a:lnTo>
                  <a:lnTo>
                    <a:pt x="261908" y="110966"/>
                  </a:lnTo>
                  <a:lnTo>
                    <a:pt x="245048" y="123197"/>
                  </a:lnTo>
                  <a:lnTo>
                    <a:pt x="228613" y="135993"/>
                  </a:lnTo>
                  <a:lnTo>
                    <a:pt x="212621" y="149339"/>
                  </a:lnTo>
                  <a:lnTo>
                    <a:pt x="197091" y="163220"/>
                  </a:lnTo>
                  <a:lnTo>
                    <a:pt x="182041" y="177620"/>
                  </a:lnTo>
                  <a:lnTo>
                    <a:pt x="167487" y="192522"/>
                  </a:lnTo>
                  <a:lnTo>
                    <a:pt x="153448" y="207909"/>
                  </a:lnTo>
                  <a:lnTo>
                    <a:pt x="139938" y="223763"/>
                  </a:lnTo>
                  <a:lnTo>
                    <a:pt x="126974" y="240066"/>
                  </a:lnTo>
                  <a:lnTo>
                    <a:pt x="114571" y="256800"/>
                  </a:lnTo>
                  <a:lnTo>
                    <a:pt x="102742" y="273945"/>
                  </a:lnTo>
                  <a:lnTo>
                    <a:pt x="91502" y="291481"/>
                  </a:lnTo>
                  <a:lnTo>
                    <a:pt x="80863" y="309388"/>
                  </a:lnTo>
                  <a:lnTo>
                    <a:pt x="70837" y="327646"/>
                  </a:lnTo>
                  <a:lnTo>
                    <a:pt x="61436" y="346233"/>
                  </a:lnTo>
                  <a:lnTo>
                    <a:pt x="52671" y="365129"/>
                  </a:lnTo>
                  <a:lnTo>
                    <a:pt x="44553" y="384311"/>
                  </a:lnTo>
                  <a:lnTo>
                    <a:pt x="37089" y="403757"/>
                  </a:lnTo>
                  <a:lnTo>
                    <a:pt x="30289" y="423445"/>
                  </a:lnTo>
                  <a:lnTo>
                    <a:pt x="24161" y="443353"/>
                  </a:lnTo>
                  <a:lnTo>
                    <a:pt x="18712" y="463457"/>
                  </a:lnTo>
                  <a:lnTo>
                    <a:pt x="13948" y="483734"/>
                  </a:lnTo>
                  <a:lnTo>
                    <a:pt x="9874" y="504161"/>
                  </a:lnTo>
                  <a:lnTo>
                    <a:pt x="6496" y="524714"/>
                  </a:lnTo>
                  <a:lnTo>
                    <a:pt x="3816" y="545371"/>
                  </a:lnTo>
                  <a:lnTo>
                    <a:pt x="1839" y="566106"/>
                  </a:lnTo>
                  <a:lnTo>
                    <a:pt x="566" y="586896"/>
                  </a:lnTo>
                  <a:lnTo>
                    <a:pt x="0" y="607718"/>
                  </a:lnTo>
                  <a:lnTo>
                    <a:pt x="139" y="628547"/>
                  </a:lnTo>
                  <a:lnTo>
                    <a:pt x="985" y="649359"/>
                  </a:lnTo>
                  <a:lnTo>
                    <a:pt x="2537" y="670131"/>
                  </a:lnTo>
                  <a:lnTo>
                    <a:pt x="4792" y="690838"/>
                  </a:lnTo>
                  <a:lnTo>
                    <a:pt x="7748" y="711456"/>
                  </a:lnTo>
                  <a:lnTo>
                    <a:pt x="11402" y="731962"/>
                  </a:lnTo>
                  <a:lnTo>
                    <a:pt x="15749" y="752333"/>
                  </a:lnTo>
                  <a:lnTo>
                    <a:pt x="20785" y="772545"/>
                  </a:lnTo>
                  <a:lnTo>
                    <a:pt x="26503" y="792574"/>
                  </a:lnTo>
                  <a:lnTo>
                    <a:pt x="32898" y="812397"/>
                  </a:lnTo>
                  <a:lnTo>
                    <a:pt x="39961" y="831992"/>
                  </a:lnTo>
                  <a:lnTo>
                    <a:pt x="47685" y="851337"/>
                  </a:lnTo>
                  <a:lnTo>
                    <a:pt x="56060" y="870408"/>
                  </a:lnTo>
                  <a:lnTo>
                    <a:pt x="65077" y="889184"/>
                  </a:lnTo>
                  <a:lnTo>
                    <a:pt x="74726" y="907644"/>
                  </a:lnTo>
                  <a:lnTo>
                    <a:pt x="84996" y="925766"/>
                  </a:lnTo>
                  <a:lnTo>
                    <a:pt x="95874" y="943529"/>
                  </a:lnTo>
                  <a:lnTo>
                    <a:pt x="107349" y="960913"/>
                  </a:lnTo>
                  <a:lnTo>
                    <a:pt x="119407" y="977897"/>
                  </a:lnTo>
                  <a:lnTo>
                    <a:pt x="132034" y="994463"/>
                  </a:lnTo>
                  <a:lnTo>
                    <a:pt x="145215" y="1010591"/>
                  </a:lnTo>
                  <a:lnTo>
                    <a:pt x="158936" y="1026262"/>
                  </a:lnTo>
                  <a:lnTo>
                    <a:pt x="173180" y="1041460"/>
                  </a:lnTo>
                  <a:lnTo>
                    <a:pt x="187932" y="1056165"/>
                  </a:lnTo>
                  <a:lnTo>
                    <a:pt x="203174" y="1070362"/>
                  </a:lnTo>
                  <a:lnTo>
                    <a:pt x="218889" y="1084033"/>
                  </a:lnTo>
                  <a:lnTo>
                    <a:pt x="235059" y="1097163"/>
                  </a:lnTo>
                  <a:lnTo>
                    <a:pt x="251664" y="1109738"/>
                  </a:lnTo>
                  <a:lnTo>
                    <a:pt x="268687" y="1121742"/>
                  </a:lnTo>
                  <a:lnTo>
                    <a:pt x="286107" y="1133162"/>
                  </a:lnTo>
                  <a:lnTo>
                    <a:pt x="303904" y="1143984"/>
                  </a:lnTo>
                  <a:lnTo>
                    <a:pt x="322058" y="1154196"/>
                  </a:lnTo>
                  <a:lnTo>
                    <a:pt x="340548" y="1163787"/>
                  </a:lnTo>
                  <a:lnTo>
                    <a:pt x="359352" y="1172745"/>
                  </a:lnTo>
                  <a:lnTo>
                    <a:pt x="378450" y="1181060"/>
                  </a:lnTo>
                  <a:lnTo>
                    <a:pt x="397819" y="1188723"/>
                  </a:lnTo>
                  <a:lnTo>
                    <a:pt x="417436" y="1195724"/>
                  </a:lnTo>
                  <a:lnTo>
                    <a:pt x="437280" y="1202056"/>
                  </a:lnTo>
                  <a:lnTo>
                    <a:pt x="457327" y="1207711"/>
                  </a:lnTo>
                  <a:lnTo>
                    <a:pt x="477554" y="1212683"/>
                  </a:lnTo>
                  <a:lnTo>
                    <a:pt x="497938" y="1216966"/>
                  </a:lnTo>
                  <a:lnTo>
                    <a:pt x="518456" y="1220555"/>
                  </a:lnTo>
                  <a:lnTo>
                    <a:pt x="539084" y="1223446"/>
                  </a:lnTo>
                  <a:lnTo>
                    <a:pt x="559798" y="1225636"/>
                  </a:lnTo>
                  <a:lnTo>
                    <a:pt x="580574" y="1227122"/>
                  </a:lnTo>
                  <a:lnTo>
                    <a:pt x="601389" y="1227902"/>
                  </a:lnTo>
                  <a:lnTo>
                    <a:pt x="622218" y="1227976"/>
                  </a:lnTo>
                  <a:lnTo>
                    <a:pt x="643038" y="1227344"/>
                  </a:lnTo>
                  <a:lnTo>
                    <a:pt x="663824" y="1226005"/>
                  </a:lnTo>
                  <a:lnTo>
                    <a:pt x="684553" y="1223963"/>
                  </a:lnTo>
                  <a:lnTo>
                    <a:pt x="705201" y="1221218"/>
                  </a:lnTo>
                  <a:lnTo>
                    <a:pt x="725744" y="1217775"/>
                  </a:lnTo>
                  <a:lnTo>
                    <a:pt x="746158" y="1213637"/>
                  </a:lnTo>
                  <a:lnTo>
                    <a:pt x="766420" y="1208808"/>
                  </a:lnTo>
                  <a:lnTo>
                    <a:pt x="786507" y="1203296"/>
                  </a:lnTo>
                  <a:lnTo>
                    <a:pt x="806395" y="1197105"/>
                  </a:lnTo>
                  <a:lnTo>
                    <a:pt x="826061" y="1190243"/>
                  </a:lnTo>
                  <a:lnTo>
                    <a:pt x="845484" y="1182718"/>
                  </a:lnTo>
                  <a:lnTo>
                    <a:pt x="864640" y="1174539"/>
                  </a:lnTo>
                  <a:lnTo>
                    <a:pt x="883508" y="1165715"/>
                  </a:lnTo>
                  <a:lnTo>
                    <a:pt x="902066" y="1156255"/>
                  </a:lnTo>
                  <a:lnTo>
                    <a:pt x="920292" y="1146172"/>
                  </a:lnTo>
                  <a:lnTo>
                    <a:pt x="938165" y="1135477"/>
                  </a:lnTo>
                  <a:lnTo>
                    <a:pt x="955666" y="1124181"/>
                  </a:lnTo>
                  <a:lnTo>
                    <a:pt x="972773" y="1112298"/>
                  </a:lnTo>
                  <a:lnTo>
                    <a:pt x="989468" y="1099842"/>
                  </a:lnTo>
                  <a:lnTo>
                    <a:pt x="1005730" y="1086826"/>
                  </a:lnTo>
                  <a:lnTo>
                    <a:pt x="1021541" y="1073267"/>
                  </a:lnTo>
                  <a:lnTo>
                    <a:pt x="1036884" y="1059179"/>
                  </a:lnTo>
                  <a:lnTo>
                    <a:pt x="1051740" y="1044579"/>
                  </a:lnTo>
                  <a:lnTo>
                    <a:pt x="1066092" y="1029483"/>
                  </a:lnTo>
                  <a:lnTo>
                    <a:pt x="1079924" y="1013909"/>
                  </a:lnTo>
                  <a:lnTo>
                    <a:pt x="1093219" y="997875"/>
                  </a:lnTo>
                  <a:lnTo>
                    <a:pt x="1105963" y="981400"/>
                  </a:lnTo>
                  <a:lnTo>
                    <a:pt x="1118141" y="964501"/>
                  </a:lnTo>
                  <a:lnTo>
                    <a:pt x="1129739" y="947199"/>
                  </a:lnTo>
                  <a:lnTo>
                    <a:pt x="1140743" y="929514"/>
                  </a:lnTo>
                  <a:lnTo>
                    <a:pt x="1151142" y="911466"/>
                  </a:lnTo>
                  <a:lnTo>
                    <a:pt x="1160921" y="893075"/>
                  </a:lnTo>
                  <a:lnTo>
                    <a:pt x="1170072" y="874363"/>
                  </a:lnTo>
                  <a:lnTo>
                    <a:pt x="1178583" y="855352"/>
                  </a:lnTo>
                  <a:lnTo>
                    <a:pt x="1186443" y="836063"/>
                  </a:lnTo>
                  <a:lnTo>
                    <a:pt x="1193645" y="816518"/>
                  </a:lnTo>
                  <a:lnTo>
                    <a:pt x="1200180" y="796740"/>
                  </a:lnTo>
                  <a:lnTo>
                    <a:pt x="1206041" y="776753"/>
                  </a:lnTo>
                  <a:lnTo>
                    <a:pt x="1211220" y="756577"/>
                  </a:lnTo>
                  <a:lnTo>
                    <a:pt x="1215712" y="736238"/>
                  </a:lnTo>
                  <a:lnTo>
                    <a:pt x="1219511" y="715758"/>
                  </a:lnTo>
                  <a:lnTo>
                    <a:pt x="1222614" y="695161"/>
                  </a:lnTo>
                  <a:lnTo>
                    <a:pt x="1225016" y="674471"/>
                  </a:lnTo>
                  <a:lnTo>
                    <a:pt x="1226715" y="653711"/>
                  </a:lnTo>
                  <a:lnTo>
                    <a:pt x="1227709" y="632905"/>
                  </a:lnTo>
                  <a:lnTo>
                    <a:pt x="1227996" y="612078"/>
                  </a:lnTo>
                  <a:lnTo>
                    <a:pt x="1227577" y="591253"/>
                  </a:lnTo>
                  <a:lnTo>
                    <a:pt x="1226452" y="570454"/>
                  </a:lnTo>
                  <a:lnTo>
                    <a:pt x="1224622" y="549705"/>
                  </a:lnTo>
                  <a:lnTo>
                    <a:pt x="1222089" y="529030"/>
                  </a:lnTo>
                  <a:lnTo>
                    <a:pt x="1218857" y="508453"/>
                  </a:lnTo>
                  <a:lnTo>
                    <a:pt x="1214928" y="487998"/>
                  </a:lnTo>
                  <a:lnTo>
                    <a:pt x="1210308" y="467687"/>
                  </a:lnTo>
                  <a:lnTo>
                    <a:pt x="1205002" y="447545"/>
                  </a:lnTo>
                  <a:lnTo>
                    <a:pt x="1199016" y="427594"/>
                  </a:lnTo>
                  <a:lnTo>
                    <a:pt x="1192356" y="407858"/>
                  </a:lnTo>
                  <a:lnTo>
                    <a:pt x="1185031" y="388360"/>
                  </a:lnTo>
                  <a:lnTo>
                    <a:pt x="1177048" y="369120"/>
                  </a:lnTo>
                  <a:lnTo>
                    <a:pt x="1168418" y="350163"/>
                  </a:lnTo>
                  <a:lnTo>
                    <a:pt x="1159149" y="331510"/>
                  </a:lnTo>
                  <a:lnTo>
                    <a:pt x="1149253" y="313181"/>
                  </a:lnTo>
                  <a:lnTo>
                    <a:pt x="1138742" y="295199"/>
                  </a:lnTo>
                  <a:lnTo>
                    <a:pt x="1127626" y="277583"/>
                  </a:lnTo>
                  <a:lnTo>
                    <a:pt x="1115919" y="260355"/>
                  </a:lnTo>
                  <a:lnTo>
                    <a:pt x="1103635" y="243534"/>
                  </a:lnTo>
                  <a:lnTo>
                    <a:pt x="1090787" y="227139"/>
                  </a:lnTo>
                  <a:lnTo>
                    <a:pt x="1077390" y="211189"/>
                  </a:lnTo>
                  <a:lnTo>
                    <a:pt x="1063461" y="195703"/>
                  </a:lnTo>
                  <a:lnTo>
                    <a:pt x="1049014" y="180698"/>
                  </a:lnTo>
                  <a:lnTo>
                    <a:pt x="1034066" y="166192"/>
                  </a:lnTo>
                  <a:lnTo>
                    <a:pt x="1018635" y="152201"/>
                  </a:lnTo>
                  <a:lnTo>
                    <a:pt x="1002738" y="138742"/>
                  </a:lnTo>
                  <a:lnTo>
                    <a:pt x="986394" y="125829"/>
                  </a:lnTo>
                  <a:lnTo>
                    <a:pt x="969621" y="113478"/>
                  </a:lnTo>
                  <a:lnTo>
                    <a:pt x="952439" y="101704"/>
                  </a:lnTo>
                  <a:lnTo>
                    <a:pt x="934868" y="90519"/>
                  </a:lnTo>
                  <a:lnTo>
                    <a:pt x="916927" y="79936"/>
                  </a:lnTo>
                  <a:lnTo>
                    <a:pt x="898638" y="69968"/>
                  </a:lnTo>
                  <a:lnTo>
                    <a:pt x="880021" y="60626"/>
                  </a:lnTo>
                  <a:lnTo>
                    <a:pt x="861098" y="51921"/>
                  </a:lnTo>
                  <a:lnTo>
                    <a:pt x="841890" y="43863"/>
                  </a:lnTo>
                  <a:lnTo>
                    <a:pt x="822420" y="36461"/>
                  </a:lnTo>
                  <a:lnTo>
                    <a:pt x="802711" y="29723"/>
                  </a:lnTo>
                  <a:lnTo>
                    <a:pt x="782784" y="23658"/>
                  </a:lnTo>
                  <a:lnTo>
                    <a:pt x="762663" y="18272"/>
                  </a:lnTo>
                  <a:lnTo>
                    <a:pt x="742371" y="13572"/>
                  </a:lnTo>
                  <a:lnTo>
                    <a:pt x="721931" y="9563"/>
                  </a:lnTo>
                  <a:lnTo>
                    <a:pt x="701367" y="6249"/>
                  </a:lnTo>
                  <a:lnTo>
                    <a:pt x="697483" y="33261"/>
                  </a:lnTo>
                  <a:lnTo>
                    <a:pt x="693599" y="60273"/>
                  </a:lnTo>
                  <a:lnTo>
                    <a:pt x="689716" y="87285"/>
                  </a:lnTo>
                  <a:lnTo>
                    <a:pt x="685832" y="114297"/>
                  </a:lnTo>
                  <a:lnTo>
                    <a:pt x="681948" y="141308"/>
                  </a:lnTo>
                  <a:lnTo>
                    <a:pt x="678065" y="168320"/>
                  </a:lnTo>
                  <a:lnTo>
                    <a:pt x="674181" y="195332"/>
                  </a:lnTo>
                  <a:lnTo>
                    <a:pt x="670297" y="222344"/>
                  </a:lnTo>
                  <a:lnTo>
                    <a:pt x="666413" y="249356"/>
                  </a:lnTo>
                  <a:lnTo>
                    <a:pt x="684545" y="252426"/>
                  </a:lnTo>
                  <a:lnTo>
                    <a:pt x="702501" y="256398"/>
                  </a:lnTo>
                  <a:lnTo>
                    <a:pt x="720236" y="261261"/>
                  </a:lnTo>
                  <a:lnTo>
                    <a:pt x="737706" y="267002"/>
                  </a:lnTo>
                  <a:lnTo>
                    <a:pt x="754869" y="273609"/>
                  </a:lnTo>
                  <a:lnTo>
                    <a:pt x="771680" y="281063"/>
                  </a:lnTo>
                  <a:lnTo>
                    <a:pt x="788098" y="289347"/>
                  </a:lnTo>
                  <a:lnTo>
                    <a:pt x="804082" y="298440"/>
                  </a:lnTo>
                  <a:lnTo>
                    <a:pt x="819593" y="308319"/>
                  </a:lnTo>
                  <a:lnTo>
                    <a:pt x="834592" y="318960"/>
                  </a:lnTo>
                  <a:lnTo>
                    <a:pt x="849040" y="330337"/>
                  </a:lnTo>
                  <a:lnTo>
                    <a:pt x="862903" y="342420"/>
                  </a:lnTo>
                  <a:lnTo>
                    <a:pt x="876146" y="355179"/>
                  </a:lnTo>
                  <a:lnTo>
                    <a:pt x="888736" y="368584"/>
                  </a:lnTo>
                  <a:lnTo>
                    <a:pt x="900641" y="382600"/>
                  </a:lnTo>
                  <a:lnTo>
                    <a:pt x="911832" y="397193"/>
                  </a:lnTo>
                  <a:lnTo>
                    <a:pt x="922280" y="412326"/>
                  </a:lnTo>
                  <a:lnTo>
                    <a:pt x="931961" y="427962"/>
                  </a:lnTo>
                  <a:lnTo>
                    <a:pt x="940849" y="444061"/>
                  </a:lnTo>
                  <a:lnTo>
                    <a:pt x="948922" y="460584"/>
                  </a:lnTo>
                  <a:lnTo>
                    <a:pt x="956162" y="477489"/>
                  </a:lnTo>
                  <a:lnTo>
                    <a:pt x="962548" y="494734"/>
                  </a:lnTo>
                  <a:lnTo>
                    <a:pt x="968066" y="512276"/>
                  </a:lnTo>
                  <a:lnTo>
                    <a:pt x="972702" y="530072"/>
                  </a:lnTo>
                  <a:lnTo>
                    <a:pt x="976444" y="548077"/>
                  </a:lnTo>
                  <a:lnTo>
                    <a:pt x="979283" y="566246"/>
                  </a:lnTo>
                  <a:lnTo>
                    <a:pt x="981211" y="584535"/>
                  </a:lnTo>
                  <a:lnTo>
                    <a:pt x="982225" y="602897"/>
                  </a:lnTo>
                  <a:lnTo>
                    <a:pt x="982321" y="621286"/>
                  </a:lnTo>
                  <a:lnTo>
                    <a:pt x="981499" y="639658"/>
                  </a:lnTo>
                  <a:lnTo>
                    <a:pt x="979762" y="657965"/>
                  </a:lnTo>
                  <a:lnTo>
                    <a:pt x="977113" y="676163"/>
                  </a:lnTo>
                  <a:lnTo>
                    <a:pt x="973559" y="694206"/>
                  </a:lnTo>
                  <a:lnTo>
                    <a:pt x="969110" y="712050"/>
                  </a:lnTo>
                  <a:lnTo>
                    <a:pt x="963775" y="729649"/>
                  </a:lnTo>
                  <a:lnTo>
                    <a:pt x="957569" y="746960"/>
                  </a:lnTo>
                  <a:lnTo>
                    <a:pt x="950507" y="763939"/>
                  </a:lnTo>
                  <a:lnTo>
                    <a:pt x="942607" y="780545"/>
                  </a:lnTo>
                  <a:lnTo>
                    <a:pt x="933887" y="796737"/>
                  </a:lnTo>
                  <a:lnTo>
                    <a:pt x="924371" y="812473"/>
                  </a:lnTo>
                  <a:lnTo>
                    <a:pt x="914081" y="827714"/>
                  </a:lnTo>
                  <a:lnTo>
                    <a:pt x="903043" y="842423"/>
                  </a:lnTo>
                  <a:lnTo>
                    <a:pt x="891285" y="856563"/>
                  </a:lnTo>
                  <a:lnTo>
                    <a:pt x="878836" y="870098"/>
                  </a:lnTo>
                  <a:lnTo>
                    <a:pt x="865728" y="882996"/>
                  </a:lnTo>
                  <a:lnTo>
                    <a:pt x="851992" y="895223"/>
                  </a:lnTo>
                  <a:lnTo>
                    <a:pt x="837662" y="906750"/>
                  </a:lnTo>
                  <a:lnTo>
                    <a:pt x="822776" y="917547"/>
                  </a:lnTo>
                  <a:lnTo>
                    <a:pt x="807369" y="927588"/>
                  </a:lnTo>
                  <a:lnTo>
                    <a:pt x="791481" y="936847"/>
                  </a:lnTo>
                  <a:lnTo>
                    <a:pt x="775150" y="945302"/>
                  </a:lnTo>
                  <a:lnTo>
                    <a:pt x="758418" y="952932"/>
                  </a:lnTo>
                  <a:lnTo>
                    <a:pt x="741325" y="959717"/>
                  </a:lnTo>
                  <a:lnTo>
                    <a:pt x="723916" y="965641"/>
                  </a:lnTo>
                  <a:lnTo>
                    <a:pt x="706233" y="970689"/>
                  </a:lnTo>
                  <a:lnTo>
                    <a:pt x="688319" y="974848"/>
                  </a:lnTo>
                  <a:lnTo>
                    <a:pt x="670221" y="978107"/>
                  </a:lnTo>
                  <a:lnTo>
                    <a:pt x="651982" y="980460"/>
                  </a:lnTo>
                  <a:lnTo>
                    <a:pt x="633649" y="981900"/>
                  </a:lnTo>
                  <a:lnTo>
                    <a:pt x="615266" y="982423"/>
                  </a:lnTo>
                  <a:lnTo>
                    <a:pt x="596881" y="982028"/>
                  </a:lnTo>
                  <a:lnTo>
                    <a:pt x="578538" y="980716"/>
                  </a:lnTo>
                  <a:lnTo>
                    <a:pt x="560283" y="978490"/>
                  </a:lnTo>
                  <a:lnTo>
                    <a:pt x="542162" y="975357"/>
                  </a:lnTo>
                  <a:lnTo>
                    <a:pt x="524221" y="971323"/>
                  </a:lnTo>
                  <a:lnTo>
                    <a:pt x="506502" y="966398"/>
                  </a:lnTo>
                  <a:lnTo>
                    <a:pt x="489052" y="960596"/>
                  </a:lnTo>
                  <a:lnTo>
                    <a:pt x="471913" y="953930"/>
                  </a:lnTo>
                  <a:lnTo>
                    <a:pt x="455128" y="946417"/>
                  </a:lnTo>
                  <a:lnTo>
                    <a:pt x="438739" y="938076"/>
                  </a:lnTo>
                  <a:lnTo>
                    <a:pt x="422786" y="928927"/>
                  </a:lnTo>
                  <a:lnTo>
                    <a:pt x="407310" y="918994"/>
                  </a:lnTo>
                  <a:lnTo>
                    <a:pt x="392348" y="908301"/>
                  </a:lnTo>
                  <a:lnTo>
                    <a:pt x="377939" y="896874"/>
                  </a:lnTo>
                  <a:lnTo>
                    <a:pt x="364119" y="884743"/>
                  </a:lnTo>
                  <a:lnTo>
                    <a:pt x="350920" y="871937"/>
                  </a:lnTo>
                  <a:lnTo>
                    <a:pt x="338377" y="858489"/>
                  </a:lnTo>
                  <a:lnTo>
                    <a:pt x="326521" y="844431"/>
                  </a:lnTo>
                  <a:lnTo>
                    <a:pt x="315381" y="829799"/>
                  </a:lnTo>
                  <a:lnTo>
                    <a:pt x="304986" y="814630"/>
                  </a:lnTo>
                  <a:lnTo>
                    <a:pt x="295360" y="798961"/>
                  </a:lnTo>
                  <a:lnTo>
                    <a:pt x="286528" y="782831"/>
                  </a:lnTo>
                  <a:lnTo>
                    <a:pt x="278512" y="766280"/>
                  </a:lnTo>
                  <a:lnTo>
                    <a:pt x="271331" y="749350"/>
                  </a:lnTo>
                  <a:lnTo>
                    <a:pt x="265005" y="732082"/>
                  </a:lnTo>
                  <a:lnTo>
                    <a:pt x="259548" y="714521"/>
                  </a:lnTo>
                  <a:lnTo>
                    <a:pt x="254974" y="696709"/>
                  </a:lnTo>
                  <a:lnTo>
                    <a:pt x="251295" y="678691"/>
                  </a:lnTo>
                  <a:lnTo>
                    <a:pt x="248520" y="660512"/>
                  </a:lnTo>
                  <a:lnTo>
                    <a:pt x="246655" y="642217"/>
                  </a:lnTo>
                  <a:lnTo>
                    <a:pt x="245705" y="623852"/>
                  </a:lnTo>
                  <a:lnTo>
                    <a:pt x="245673" y="605462"/>
                  </a:lnTo>
                  <a:lnTo>
                    <a:pt x="246559" y="587094"/>
                  </a:lnTo>
                  <a:lnTo>
                    <a:pt x="248360" y="568792"/>
                  </a:lnTo>
                  <a:lnTo>
                    <a:pt x="251072" y="550604"/>
                  </a:lnTo>
                  <a:lnTo>
                    <a:pt x="254688" y="532573"/>
                  </a:lnTo>
                  <a:lnTo>
                    <a:pt x="259200" y="514745"/>
                  </a:lnTo>
                  <a:lnTo>
                    <a:pt x="264596" y="497165"/>
                  </a:lnTo>
                  <a:lnTo>
                    <a:pt x="270862" y="479876"/>
                  </a:lnTo>
                  <a:lnTo>
                    <a:pt x="277983" y="462920"/>
                  </a:lnTo>
                  <a:lnTo>
                    <a:pt x="285942" y="446342"/>
                  </a:lnTo>
                  <a:lnTo>
                    <a:pt x="294717" y="430181"/>
                  </a:lnTo>
                  <a:lnTo>
                    <a:pt x="304289" y="414479"/>
                  </a:lnTo>
                  <a:lnTo>
                    <a:pt x="314632" y="399273"/>
                  </a:lnTo>
                  <a:lnTo>
                    <a:pt x="325721" y="384603"/>
                  </a:lnTo>
                  <a:lnTo>
                    <a:pt x="337528" y="370504"/>
                  </a:lnTo>
                  <a:lnTo>
                    <a:pt x="350024" y="357012"/>
                  </a:lnTo>
                  <a:lnTo>
                    <a:pt x="363177" y="344160"/>
                  </a:lnTo>
                  <a:lnTo>
                    <a:pt x="376956" y="331981"/>
                  </a:lnTo>
                  <a:lnTo>
                    <a:pt x="391325" y="320504"/>
                  </a:lnTo>
                  <a:lnTo>
                    <a:pt x="406249" y="309759"/>
                  </a:lnTo>
                  <a:lnTo>
                    <a:pt x="421690" y="299772"/>
                  </a:lnTo>
                  <a:lnTo>
                    <a:pt x="437611" y="290568"/>
                  </a:lnTo>
                  <a:lnTo>
                    <a:pt x="453971" y="282169"/>
                  </a:lnTo>
                  <a:lnTo>
                    <a:pt x="470730" y="274598"/>
                  </a:lnTo>
                  <a:lnTo>
                    <a:pt x="487846" y="267873"/>
                  </a:lnTo>
                  <a:lnTo>
                    <a:pt x="505276" y="262009"/>
                  </a:lnTo>
                  <a:lnTo>
                    <a:pt x="522977" y="257023"/>
                  </a:lnTo>
                  <a:lnTo>
                    <a:pt x="540904" y="252927"/>
                  </a:lnTo>
                  <a:lnTo>
                    <a:pt x="559014" y="249730"/>
                  </a:lnTo>
                  <a:lnTo>
                    <a:pt x="577261" y="247441"/>
                  </a:lnTo>
                  <a:lnTo>
                    <a:pt x="595599" y="246065"/>
                  </a:lnTo>
                  <a:close/>
                </a:path>
              </a:pathLst>
            </a:custGeom>
            <a:solidFill>
              <a:srgbClr val="081F5C">
                <a:alpha val="100000"/>
              </a:srgbClr>
            </a:solidFill>
          </p:spPr>
          <p:txBody>
            <a:bodyPr/>
            <a:lstStyle/>
            <a:p/>
          </p:txBody>
        </p:sp>
        <p:sp>
          <p:nvSpPr>
            <p:cNvPr id="87" name="tx8"/>
            <p:cNvSpPr/>
            <p:nvPr/>
          </p:nvSpPr>
          <p:spPr>
            <a:xfrm>
              <a:off x="5982385" y="4828666"/>
              <a:ext cx="299065"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2% (4)</a:t>
              </a:r>
            </a:p>
          </p:txBody>
        </p:sp>
        <p:sp>
          <p:nvSpPr>
            <p:cNvPr id="88" name="tx9"/>
            <p:cNvSpPr/>
            <p:nvPr/>
          </p:nvSpPr>
          <p:spPr>
            <a:xfrm>
              <a:off x="5825840" y="5833086"/>
              <a:ext cx="468479" cy="95292"/>
            </a:xfrm>
            <a:prstGeom prst="rect">
              <a:avLst/>
            </a:prstGeom>
            <a:noFill/>
          </p:spPr>
          <p:txBody>
            <a:bodyPr lIns="0" rIns="0" tIns="0" bIns="0" anchorCtr="1" anchor="ctr" wrap="none"/>
            <a:lstStyle/>
            <a:p>
              <a:pPr algn="l" marL="0" marR="0" indent="0">
                <a:lnSpc>
                  <a:spcPts val="799"/>
                </a:lnSpc>
                <a:spcBef>
                  <a:spcPts val="0"/>
                </a:spcBef>
                <a:spcAft>
                  <a:spcPts val="0"/>
                </a:spcAft>
              </a:pPr>
              <a:r>
                <a:rPr sz="799" b="1">
                  <a:solidFill>
                    <a:srgbClr val="FFFFFF">
                      <a:alpha val="100000"/>
                    </a:srgbClr>
                  </a:solidFill>
                  <a:latin typeface="Arial"/>
                  <a:cs typeface="Arial"/>
                </a:rPr>
                <a:t>98% (172)</a:t>
              </a:r>
            </a:p>
          </p:txBody>
        </p:sp>
        <p:sp>
          <p:nvSpPr>
            <p:cNvPr id="89" name="rc10"/>
            <p:cNvSpPr/>
            <p:nvPr/>
          </p:nvSpPr>
          <p:spPr>
            <a:xfrm>
              <a:off x="5679115" y="6145827"/>
              <a:ext cx="172800" cy="161280"/>
            </a:xfrm>
            <a:prstGeom prst="rect">
              <a:avLst/>
            </a:prstGeom>
          </p:spPr>
          <p:txBody>
            <a:bodyPr/>
            <a:lstStyle/>
            <a:p/>
          </p:txBody>
        </p:sp>
        <p:sp>
          <p:nvSpPr>
            <p:cNvPr id="90" name="rc11"/>
            <p:cNvSpPr/>
            <p:nvPr/>
          </p:nvSpPr>
          <p:spPr>
            <a:xfrm>
              <a:off x="5688115" y="6154826"/>
              <a:ext cx="154800" cy="152280"/>
            </a:xfrm>
            <a:prstGeom prst="rect">
              <a:avLst/>
            </a:prstGeom>
            <a:solidFill>
              <a:srgbClr val="081F5C">
                <a:alpha val="100000"/>
              </a:srgbClr>
            </a:solidFill>
          </p:spPr>
          <p:txBody>
            <a:bodyPr/>
            <a:lstStyle/>
            <a:p/>
          </p:txBody>
        </p:sp>
        <p:sp>
          <p:nvSpPr>
            <p:cNvPr id="91" name="rc12"/>
            <p:cNvSpPr/>
            <p:nvPr/>
          </p:nvSpPr>
          <p:spPr>
            <a:xfrm>
              <a:off x="6130793" y="6145827"/>
              <a:ext cx="172800" cy="161280"/>
            </a:xfrm>
            <a:prstGeom prst="rect">
              <a:avLst/>
            </a:prstGeom>
          </p:spPr>
          <p:txBody>
            <a:bodyPr/>
            <a:lstStyle/>
            <a:p/>
          </p:txBody>
        </p:sp>
        <p:sp>
          <p:nvSpPr>
            <p:cNvPr id="92" name="rc13"/>
            <p:cNvSpPr/>
            <p:nvPr/>
          </p:nvSpPr>
          <p:spPr>
            <a:xfrm>
              <a:off x="6139793" y="6154826"/>
              <a:ext cx="154800" cy="152280"/>
            </a:xfrm>
            <a:prstGeom prst="rect">
              <a:avLst/>
            </a:prstGeom>
            <a:solidFill>
              <a:srgbClr val="9DC3E6">
                <a:alpha val="100000"/>
              </a:srgbClr>
            </a:solidFill>
          </p:spPr>
          <p:txBody>
            <a:bodyPr/>
            <a:lstStyle/>
            <a:p/>
          </p:txBody>
        </p:sp>
        <p:sp>
          <p:nvSpPr>
            <p:cNvPr id="93" name="tx14"/>
            <p:cNvSpPr/>
            <p:nvPr/>
          </p:nvSpPr>
          <p:spPr>
            <a:xfrm>
              <a:off x="5921504" y="6181178"/>
              <a:ext cx="125992" cy="98775"/>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Sí</a:t>
              </a:r>
            </a:p>
          </p:txBody>
        </p:sp>
        <p:sp>
          <p:nvSpPr>
            <p:cNvPr id="94" name="tx15"/>
            <p:cNvSpPr/>
            <p:nvPr/>
          </p:nvSpPr>
          <p:spPr>
            <a:xfrm>
              <a:off x="6373182" y="6182936"/>
              <a:ext cx="177756"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No</a:t>
              </a:r>
            </a:p>
          </p:txBody>
        </p:sp>
        <p:sp>
          <p:nvSpPr>
            <p:cNvPr id="95" name="tx16"/>
            <p:cNvSpPr/>
            <p:nvPr/>
          </p:nvSpPr>
          <p:spPr>
            <a:xfrm>
              <a:off x="4370706" y="6207615"/>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176 respuestas</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2;p46"/>
          <p:cNvSpPr>
            <a:spLocks noGrp="1"/>
          </p:cNvSpPr>
          <p:nvPr>            </p:nvPr>
        </p:nvSpPr>
        <p:spPr>
          <a:xfrm>
            <a:off x="2290316" y="3692009"/>
            <a:ext cx="9360000" cy="1845190"/>
          </a:xfrm>
          <a:prstGeom prst="rect">
            <a:avLst/>
          </a:prstGeom>
        </p:spPr>
        <p:txBody>
          <a:bodyPr/>
          <a:lstStyle/>
          <a:p>
            <a:pPr algn="l" marL="0" marR="0">
              <a:lnSpc>
                <a:spcPct val="100000"/>
              </a:lnSpc>
              <a:spcBef>
                <a:spcPts val="0"/>
              </a:spcBef>
              <a:spcAft>
                <a:spcPts val="0"/>
              </a:spcAft>
              <a:buNone/>
            </a:pPr>
            <a:r>
              <a:rPr cap="none" sz="3120" i="0" b="1" u="none" strike="noStrike">
                <a:solidFill>
                  <a:srgbClr val="081F5C">
                    <a:alpha val="100000"/>
                  </a:srgbClr>
                </a:solidFill>
                <a:latin typeface="Arial"/>
                <a:ea typeface="Arial"/>
                <a:cs typeface="Arial"/>
                <a:sym typeface="Arial"/>
              </a:rPr>
              <a:t>TIPOS DE GRÁFICO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BARRAS AGRUPADAS (P_BARRAS_AGRUPADAS)</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4950898" y="1258115"/>
              <a:ext cx="6807092" cy="4376259"/>
            </a:xfrm>
            <a:prstGeom prst="rect">
              <a:avLst/>
            </a:prstGeom>
          </p:spPr>
          <p:txBody>
            <a:bodyPr/>
            <a:lstStyle/>
            <a:p/>
          </p:txBody>
        </p:sp>
        <p:sp>
          <p:nvSpPr>
            <p:cNvPr id="5" name="rc4"/>
            <p:cNvSpPr/>
            <p:nvPr/>
          </p:nvSpPr>
          <p:spPr>
            <a:xfrm>
              <a:off x="4950898" y="1258115"/>
              <a:ext cx="6807092" cy="4376259"/>
            </a:xfrm>
            <a:prstGeom prst="rect">
              <a:avLst/>
            </a:prstGeom>
          </p:spPr>
          <p:txBody>
            <a:bodyPr/>
            <a:lstStyle/>
            <a:p/>
          </p:txBody>
        </p:sp>
        <p:sp>
          <p:nvSpPr>
            <p:cNvPr id="6" name="rc5"/>
            <p:cNvSpPr/>
            <p:nvPr/>
          </p:nvSpPr>
          <p:spPr>
            <a:xfrm>
              <a:off x="4950898" y="1653894"/>
              <a:ext cx="994294" cy="302506"/>
            </a:xfrm>
            <a:prstGeom prst="rect">
              <a:avLst/>
            </a:prstGeom>
            <a:solidFill>
              <a:srgbClr val="0B4F8C">
                <a:alpha val="100000"/>
              </a:srgbClr>
            </a:solidFill>
          </p:spPr>
          <p:txBody>
            <a:bodyPr/>
            <a:lstStyle/>
            <a:p/>
          </p:txBody>
        </p:sp>
        <p:sp>
          <p:nvSpPr>
            <p:cNvPr id="7" name="rc6"/>
            <p:cNvSpPr/>
            <p:nvPr/>
          </p:nvSpPr>
          <p:spPr>
            <a:xfrm>
              <a:off x="4950898" y="1406848"/>
              <a:ext cx="738118" cy="302506"/>
            </a:xfrm>
            <a:prstGeom prst="rect">
              <a:avLst/>
            </a:prstGeom>
            <a:solidFill>
              <a:srgbClr val="2A9D8F">
                <a:alpha val="100000"/>
              </a:srgbClr>
            </a:solidFill>
          </p:spPr>
          <p:txBody>
            <a:bodyPr/>
            <a:lstStyle/>
            <a:p/>
          </p:txBody>
        </p:sp>
        <p:sp>
          <p:nvSpPr>
            <p:cNvPr id="8" name="rc7"/>
            <p:cNvSpPr/>
            <p:nvPr/>
          </p:nvSpPr>
          <p:spPr>
            <a:xfrm>
              <a:off x="4950898" y="2359743"/>
              <a:ext cx="535389" cy="302506"/>
            </a:xfrm>
            <a:prstGeom prst="rect">
              <a:avLst/>
            </a:prstGeom>
            <a:solidFill>
              <a:srgbClr val="0B4F8C">
                <a:alpha val="100000"/>
              </a:srgbClr>
            </a:solidFill>
          </p:spPr>
          <p:txBody>
            <a:bodyPr/>
            <a:lstStyle/>
            <a:p/>
          </p:txBody>
        </p:sp>
        <p:sp>
          <p:nvSpPr>
            <p:cNvPr id="9" name="rc8"/>
            <p:cNvSpPr/>
            <p:nvPr/>
          </p:nvSpPr>
          <p:spPr>
            <a:xfrm>
              <a:off x="4950898" y="2112696"/>
              <a:ext cx="984157" cy="302506"/>
            </a:xfrm>
            <a:prstGeom prst="rect">
              <a:avLst/>
            </a:prstGeom>
            <a:solidFill>
              <a:srgbClr val="2A9D8F">
                <a:alpha val="100000"/>
              </a:srgbClr>
            </a:solidFill>
          </p:spPr>
          <p:txBody>
            <a:bodyPr/>
            <a:lstStyle/>
            <a:p/>
          </p:txBody>
        </p:sp>
        <p:sp>
          <p:nvSpPr>
            <p:cNvPr id="10" name="rc9"/>
            <p:cNvSpPr/>
            <p:nvPr/>
          </p:nvSpPr>
          <p:spPr>
            <a:xfrm>
              <a:off x="4950898" y="3065591"/>
              <a:ext cx="1376715" cy="302506"/>
            </a:xfrm>
            <a:prstGeom prst="rect">
              <a:avLst/>
            </a:prstGeom>
            <a:solidFill>
              <a:srgbClr val="0B4F8C">
                <a:alpha val="100000"/>
              </a:srgbClr>
            </a:solidFill>
          </p:spPr>
          <p:txBody>
            <a:bodyPr/>
            <a:lstStyle/>
            <a:p/>
          </p:txBody>
        </p:sp>
        <p:sp>
          <p:nvSpPr>
            <p:cNvPr id="11" name="rc10"/>
            <p:cNvSpPr/>
            <p:nvPr/>
          </p:nvSpPr>
          <p:spPr>
            <a:xfrm>
              <a:off x="4950898" y="2818544"/>
              <a:ext cx="1312210" cy="302506"/>
            </a:xfrm>
            <a:prstGeom prst="rect">
              <a:avLst/>
            </a:prstGeom>
            <a:solidFill>
              <a:srgbClr val="2A9D8F">
                <a:alpha val="100000"/>
              </a:srgbClr>
            </a:solidFill>
          </p:spPr>
          <p:txBody>
            <a:bodyPr/>
            <a:lstStyle/>
            <a:p/>
          </p:txBody>
        </p:sp>
        <p:sp>
          <p:nvSpPr>
            <p:cNvPr id="12" name="rc11"/>
            <p:cNvSpPr/>
            <p:nvPr/>
          </p:nvSpPr>
          <p:spPr>
            <a:xfrm>
              <a:off x="4950898" y="3771440"/>
              <a:ext cx="1223746" cy="302506"/>
            </a:xfrm>
            <a:prstGeom prst="rect">
              <a:avLst/>
            </a:prstGeom>
            <a:solidFill>
              <a:srgbClr val="0B4F8C">
                <a:alpha val="100000"/>
              </a:srgbClr>
            </a:solidFill>
          </p:spPr>
          <p:txBody>
            <a:bodyPr/>
            <a:lstStyle/>
            <a:p/>
          </p:txBody>
        </p:sp>
        <p:sp>
          <p:nvSpPr>
            <p:cNvPr id="13" name="rc12"/>
            <p:cNvSpPr/>
            <p:nvPr/>
          </p:nvSpPr>
          <p:spPr>
            <a:xfrm>
              <a:off x="4950898" y="3524393"/>
              <a:ext cx="1312210" cy="302506"/>
            </a:xfrm>
            <a:prstGeom prst="rect">
              <a:avLst/>
            </a:prstGeom>
            <a:solidFill>
              <a:srgbClr val="2A9D8F">
                <a:alpha val="100000"/>
              </a:srgbClr>
            </a:solidFill>
          </p:spPr>
          <p:txBody>
            <a:bodyPr/>
            <a:lstStyle/>
            <a:p/>
          </p:txBody>
        </p:sp>
        <p:sp>
          <p:nvSpPr>
            <p:cNvPr id="14" name="rc13"/>
            <p:cNvSpPr/>
            <p:nvPr/>
          </p:nvSpPr>
          <p:spPr>
            <a:xfrm>
              <a:off x="4950898" y="4477288"/>
              <a:ext cx="1376715" cy="302506"/>
            </a:xfrm>
            <a:prstGeom prst="rect">
              <a:avLst/>
            </a:prstGeom>
            <a:solidFill>
              <a:srgbClr val="0B4F8C">
                <a:alpha val="100000"/>
              </a:srgbClr>
            </a:solidFill>
          </p:spPr>
          <p:txBody>
            <a:bodyPr/>
            <a:lstStyle/>
            <a:p/>
          </p:txBody>
        </p:sp>
        <p:sp>
          <p:nvSpPr>
            <p:cNvPr id="15" name="rc14"/>
            <p:cNvSpPr/>
            <p:nvPr/>
          </p:nvSpPr>
          <p:spPr>
            <a:xfrm>
              <a:off x="4950898" y="4230241"/>
              <a:ext cx="1476236" cy="302506"/>
            </a:xfrm>
            <a:prstGeom prst="rect">
              <a:avLst/>
            </a:prstGeom>
            <a:solidFill>
              <a:srgbClr val="2A9D8F">
                <a:alpha val="100000"/>
              </a:srgbClr>
            </a:solidFill>
          </p:spPr>
          <p:txBody>
            <a:bodyPr/>
            <a:lstStyle/>
            <a:p/>
          </p:txBody>
        </p:sp>
        <p:sp>
          <p:nvSpPr>
            <p:cNvPr id="16" name="rc15"/>
            <p:cNvSpPr/>
            <p:nvPr/>
          </p:nvSpPr>
          <p:spPr>
            <a:xfrm>
              <a:off x="4950898" y="5183136"/>
              <a:ext cx="1300231" cy="302506"/>
            </a:xfrm>
            <a:prstGeom prst="rect">
              <a:avLst/>
            </a:prstGeom>
            <a:solidFill>
              <a:srgbClr val="0B4F8C">
                <a:alpha val="100000"/>
              </a:srgbClr>
            </a:solidFill>
          </p:spPr>
          <p:txBody>
            <a:bodyPr/>
            <a:lstStyle/>
            <a:p/>
          </p:txBody>
        </p:sp>
        <p:sp>
          <p:nvSpPr>
            <p:cNvPr id="17" name="rc16"/>
            <p:cNvSpPr/>
            <p:nvPr/>
          </p:nvSpPr>
          <p:spPr>
            <a:xfrm>
              <a:off x="4950898" y="4936089"/>
              <a:ext cx="984157" cy="302506"/>
            </a:xfrm>
            <a:prstGeom prst="rect">
              <a:avLst/>
            </a:prstGeom>
            <a:solidFill>
              <a:srgbClr val="2A9D8F">
                <a:alpha val="100000"/>
              </a:srgbClr>
            </a:solidFill>
          </p:spPr>
          <p:txBody>
            <a:bodyPr/>
            <a:lstStyle/>
            <a:p/>
          </p:txBody>
        </p:sp>
        <p:sp>
          <p:nvSpPr>
            <p:cNvPr id="18" name="tx17"/>
            <p:cNvSpPr/>
            <p:nvPr/>
          </p:nvSpPr>
          <p:spPr>
            <a:xfrm>
              <a:off x="6047299" y="1724423"/>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15%</a:t>
              </a:r>
            </a:p>
          </p:txBody>
        </p:sp>
        <p:sp>
          <p:nvSpPr>
            <p:cNvPr id="19" name="tx18"/>
            <p:cNvSpPr/>
            <p:nvPr/>
          </p:nvSpPr>
          <p:spPr>
            <a:xfrm>
              <a:off x="5791123" y="147737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a:t>
              </a:r>
            </a:p>
          </p:txBody>
        </p:sp>
        <p:sp>
          <p:nvSpPr>
            <p:cNvPr id="20" name="tx19"/>
            <p:cNvSpPr/>
            <p:nvPr/>
          </p:nvSpPr>
          <p:spPr>
            <a:xfrm>
              <a:off x="5588394" y="2430271"/>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8%</a:t>
              </a:r>
            </a:p>
          </p:txBody>
        </p:sp>
        <p:sp>
          <p:nvSpPr>
            <p:cNvPr id="21" name="tx20"/>
            <p:cNvSpPr/>
            <p:nvPr/>
          </p:nvSpPr>
          <p:spPr>
            <a:xfrm>
              <a:off x="6037163" y="218322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14%</a:t>
              </a:r>
            </a:p>
          </p:txBody>
        </p:sp>
        <p:sp>
          <p:nvSpPr>
            <p:cNvPr id="22" name="tx21"/>
            <p:cNvSpPr/>
            <p:nvPr/>
          </p:nvSpPr>
          <p:spPr>
            <a:xfrm>
              <a:off x="5436752" y="313611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3" name="tx22"/>
            <p:cNvSpPr/>
            <p:nvPr/>
          </p:nvSpPr>
          <p:spPr>
            <a:xfrm>
              <a:off x="5404499" y="2889072"/>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4" name="tx23"/>
            <p:cNvSpPr/>
            <p:nvPr/>
          </p:nvSpPr>
          <p:spPr>
            <a:xfrm>
              <a:off x="5360268" y="384196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18%</a:t>
              </a:r>
            </a:p>
          </p:txBody>
        </p:sp>
        <p:sp>
          <p:nvSpPr>
            <p:cNvPr id="25" name="tx24"/>
            <p:cNvSpPr/>
            <p:nvPr/>
          </p:nvSpPr>
          <p:spPr>
            <a:xfrm>
              <a:off x="5404499" y="3594921"/>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6" name="tx25"/>
            <p:cNvSpPr/>
            <p:nvPr/>
          </p:nvSpPr>
          <p:spPr>
            <a:xfrm>
              <a:off x="5436752" y="4547816"/>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20%</a:t>
              </a:r>
            </a:p>
          </p:txBody>
        </p:sp>
        <p:sp>
          <p:nvSpPr>
            <p:cNvPr id="27" name="tx26"/>
            <p:cNvSpPr/>
            <p:nvPr/>
          </p:nvSpPr>
          <p:spPr>
            <a:xfrm>
              <a:off x="5486513" y="4300769"/>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22%</a:t>
              </a:r>
            </a:p>
          </p:txBody>
        </p:sp>
        <p:sp>
          <p:nvSpPr>
            <p:cNvPr id="28" name="tx27"/>
            <p:cNvSpPr/>
            <p:nvPr/>
          </p:nvSpPr>
          <p:spPr>
            <a:xfrm>
              <a:off x="5398510" y="5253664"/>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19%</a:t>
              </a:r>
            </a:p>
          </p:txBody>
        </p:sp>
        <p:sp>
          <p:nvSpPr>
            <p:cNvPr id="29" name="tx28"/>
            <p:cNvSpPr/>
            <p:nvPr/>
          </p:nvSpPr>
          <p:spPr>
            <a:xfrm>
              <a:off x="6037163" y="500661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14%</a:t>
              </a:r>
            </a:p>
          </p:txBody>
        </p:sp>
        <p:sp>
          <p:nvSpPr>
            <p:cNvPr id="30" name="tx29"/>
            <p:cNvSpPr/>
            <p:nvPr/>
          </p:nvSpPr>
          <p:spPr>
            <a:xfrm>
              <a:off x="3276931" y="5192098"/>
              <a:ext cx="1253529" cy="150316"/>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Décimo ciclo</a:t>
              </a:r>
            </a:p>
          </p:txBody>
        </p:sp>
        <p:sp>
          <p:nvSpPr>
            <p:cNvPr id="31" name="tx30"/>
            <p:cNvSpPr/>
            <p:nvPr/>
          </p:nvSpPr>
          <p:spPr>
            <a:xfrm>
              <a:off x="3265818" y="4465202"/>
              <a:ext cx="1264642"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Noveno ciclo</a:t>
              </a:r>
            </a:p>
          </p:txBody>
        </p:sp>
        <p:sp>
          <p:nvSpPr>
            <p:cNvPr id="32" name="tx31"/>
            <p:cNvSpPr/>
            <p:nvPr/>
          </p:nvSpPr>
          <p:spPr>
            <a:xfrm>
              <a:off x="3322075" y="3733245"/>
              <a:ext cx="1208385" cy="15041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Octavo ciclo</a:t>
              </a:r>
            </a:p>
          </p:txBody>
        </p:sp>
        <p:sp>
          <p:nvSpPr>
            <p:cNvPr id="33" name="tx32"/>
            <p:cNvSpPr/>
            <p:nvPr/>
          </p:nvSpPr>
          <p:spPr>
            <a:xfrm>
              <a:off x="3209363" y="2966265"/>
              <a:ext cx="1321097" cy="188019"/>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Séptimo ciclo</a:t>
              </a:r>
            </a:p>
          </p:txBody>
        </p:sp>
        <p:sp>
          <p:nvSpPr>
            <p:cNvPr id="34" name="tx33"/>
            <p:cNvSpPr/>
            <p:nvPr/>
          </p:nvSpPr>
          <p:spPr>
            <a:xfrm>
              <a:off x="3457608" y="2274393"/>
              <a:ext cx="1072852"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Sexto ciclo</a:t>
              </a:r>
            </a:p>
          </p:txBody>
        </p:sp>
        <p:sp>
          <p:nvSpPr>
            <p:cNvPr id="35" name="tx34"/>
            <p:cNvSpPr/>
            <p:nvPr/>
          </p:nvSpPr>
          <p:spPr>
            <a:xfrm>
              <a:off x="3356405" y="1533011"/>
              <a:ext cx="1174055" cy="16252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Quinto ciclo</a:t>
              </a:r>
            </a:p>
          </p:txBody>
        </p:sp>
        <p:sp>
          <p:nvSpPr>
            <p:cNvPr id="36" name="rc35"/>
            <p:cNvSpPr/>
            <p:nvPr/>
          </p:nvSpPr>
          <p:spPr>
            <a:xfrm>
              <a:off x="4386441" y="5709436"/>
              <a:ext cx="107999" cy="107999"/>
            </a:xfrm>
            <a:prstGeom prst="rect">
              <a:avLst/>
            </a:prstGeom>
            <a:solidFill>
              <a:srgbClr val="0B4F8C">
                <a:alpha val="100000"/>
              </a:srgbClr>
            </a:solidFill>
          </p:spPr>
          <p:txBody>
            <a:bodyPr/>
            <a:lstStyle/>
            <a:p/>
          </p:txBody>
        </p:sp>
        <p:sp>
          <p:nvSpPr>
            <p:cNvPr id="37" name="rc36"/>
            <p:cNvSpPr/>
            <p:nvPr/>
          </p:nvSpPr>
          <p:spPr>
            <a:xfrm>
              <a:off x="5753745" y="5709436"/>
              <a:ext cx="107999" cy="107999"/>
            </a:xfrm>
            <a:prstGeom prst="rect">
              <a:avLst/>
            </a:prstGeom>
            <a:solidFill>
              <a:srgbClr val="2A9D8F">
                <a:alpha val="100000"/>
              </a:srgbClr>
            </a:solidFill>
          </p:spPr>
          <p:txBody>
            <a:bodyPr/>
            <a:lstStyle/>
            <a:p/>
          </p:txBody>
        </p:sp>
        <p:sp>
          <p:nvSpPr>
            <p:cNvPr id="38" name="tx37"/>
            <p:cNvSpPr/>
            <p:nvPr/>
          </p:nvSpPr>
          <p:spPr>
            <a:xfrm>
              <a:off x="4570357" y="5688327"/>
              <a:ext cx="993576"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Masculino</a:t>
              </a:r>
            </a:p>
          </p:txBody>
        </p:sp>
        <p:sp>
          <p:nvSpPr>
            <p:cNvPr id="39" name="tx38"/>
            <p:cNvSpPr/>
            <p:nvPr/>
          </p:nvSpPr>
          <p:spPr>
            <a:xfrm>
              <a:off x="5937660" y="5688327"/>
              <a:ext cx="959643"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Femenino</a:t>
              </a:r>
            </a:p>
          </p:txBody>
        </p:sp>
      </p:grpSp>
      <p:sp>
        <p:nvSpPr>
          <p:cNvPr id="40"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41"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BARRAS CATEGÓRICAS (P_BARRAS_CATEGORICAS)</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03243"/>
              <a:ext cx="11440491" cy="5040000"/>
            </a:xfrm>
            <a:prstGeom prst="rect">
              <a:avLst/>
            </a:prstGeom>
          </p:spPr>
          <p:txBody>
            <a:bodyPr/>
            <a:lstStyle/>
            <a:p/>
          </p:txBody>
        </p:sp>
        <p:sp>
          <p:nvSpPr>
            <p:cNvPr id="5" name="rc4"/>
            <p:cNvSpPr/>
            <p:nvPr/>
          </p:nvSpPr>
          <p:spPr>
            <a:xfrm>
              <a:off x="621161" y="1255073"/>
              <a:ext cx="10833168" cy="4243106"/>
            </a:xfrm>
            <a:prstGeom prst="rect">
              <a:avLst/>
            </a:prstGeom>
          </p:spPr>
          <p:txBody>
            <a:bodyPr/>
            <a:lstStyle/>
            <a:p/>
          </p:txBody>
        </p:sp>
        <p:sp>
          <p:nvSpPr>
            <p:cNvPr id="6" name="rc5"/>
            <p:cNvSpPr/>
            <p:nvPr/>
          </p:nvSpPr>
          <p:spPr>
            <a:xfrm>
              <a:off x="1005564" y="4811927"/>
              <a:ext cx="1327936" cy="493384"/>
            </a:xfrm>
            <a:prstGeom prst="rect">
              <a:avLst/>
            </a:prstGeom>
            <a:solidFill>
              <a:srgbClr val="0B4F8C">
                <a:alpha val="100000"/>
              </a:srgbClr>
            </a:solidFill>
          </p:spPr>
          <p:txBody>
            <a:bodyPr/>
            <a:lstStyle/>
            <a:p/>
          </p:txBody>
        </p:sp>
        <p:sp>
          <p:nvSpPr>
            <p:cNvPr id="7" name="rc6"/>
            <p:cNvSpPr/>
            <p:nvPr/>
          </p:nvSpPr>
          <p:spPr>
            <a:xfrm>
              <a:off x="2752849" y="4879207"/>
              <a:ext cx="1327936" cy="426104"/>
            </a:xfrm>
            <a:prstGeom prst="rect">
              <a:avLst/>
            </a:prstGeom>
            <a:solidFill>
              <a:srgbClr val="2A9D8F">
                <a:alpha val="100000"/>
              </a:srgbClr>
            </a:solidFill>
          </p:spPr>
          <p:txBody>
            <a:bodyPr/>
            <a:lstStyle/>
            <a:p/>
          </p:txBody>
        </p:sp>
        <p:sp>
          <p:nvSpPr>
            <p:cNvPr id="8" name="rc7"/>
            <p:cNvSpPr/>
            <p:nvPr/>
          </p:nvSpPr>
          <p:spPr>
            <a:xfrm>
              <a:off x="4500134" y="4542808"/>
              <a:ext cx="1327936" cy="762503"/>
            </a:xfrm>
            <a:prstGeom prst="rect">
              <a:avLst/>
            </a:prstGeom>
            <a:solidFill>
              <a:srgbClr val="E9C46A">
                <a:alpha val="100000"/>
              </a:srgbClr>
            </a:solidFill>
          </p:spPr>
          <p:txBody>
            <a:bodyPr/>
            <a:lstStyle/>
            <a:p/>
          </p:txBody>
        </p:sp>
        <p:sp>
          <p:nvSpPr>
            <p:cNvPr id="9" name="rc8"/>
            <p:cNvSpPr/>
            <p:nvPr/>
          </p:nvSpPr>
          <p:spPr>
            <a:xfrm>
              <a:off x="6247419" y="4587661"/>
              <a:ext cx="1327936" cy="717650"/>
            </a:xfrm>
            <a:prstGeom prst="rect">
              <a:avLst/>
            </a:prstGeom>
            <a:solidFill>
              <a:srgbClr val="F4A261">
                <a:alpha val="100000"/>
              </a:srgbClr>
            </a:solidFill>
          </p:spPr>
          <p:txBody>
            <a:bodyPr/>
            <a:lstStyle/>
            <a:p/>
          </p:txBody>
        </p:sp>
        <p:sp>
          <p:nvSpPr>
            <p:cNvPr id="10" name="rc9"/>
            <p:cNvSpPr/>
            <p:nvPr/>
          </p:nvSpPr>
          <p:spPr>
            <a:xfrm>
              <a:off x="7994704" y="4497955"/>
              <a:ext cx="1327936" cy="807356"/>
            </a:xfrm>
            <a:prstGeom prst="rect">
              <a:avLst/>
            </a:prstGeom>
            <a:solidFill>
              <a:srgbClr val="E76F51">
                <a:alpha val="100000"/>
              </a:srgbClr>
            </a:solidFill>
          </p:spPr>
          <p:txBody>
            <a:bodyPr/>
            <a:lstStyle/>
            <a:p/>
          </p:txBody>
        </p:sp>
        <p:sp>
          <p:nvSpPr>
            <p:cNvPr id="11" name="rc10"/>
            <p:cNvSpPr/>
            <p:nvPr/>
          </p:nvSpPr>
          <p:spPr>
            <a:xfrm>
              <a:off x="9741990" y="4654941"/>
              <a:ext cx="1327936" cy="650370"/>
            </a:xfrm>
            <a:prstGeom prst="rect">
              <a:avLst/>
            </a:prstGeom>
            <a:solidFill>
              <a:srgbClr val="7A9E9F">
                <a:alpha val="100000"/>
              </a:srgbClr>
            </a:solidFill>
          </p:spPr>
          <p:txBody>
            <a:bodyPr/>
            <a:lstStyle/>
            <a:p/>
          </p:txBody>
        </p:sp>
        <p:sp>
          <p:nvSpPr>
            <p:cNvPr id="12" name="tx11"/>
            <p:cNvSpPr/>
            <p:nvPr/>
          </p:nvSpPr>
          <p:spPr>
            <a:xfrm>
              <a:off x="1258990" y="4578565"/>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13% (22)</a:t>
              </a:r>
            </a:p>
          </p:txBody>
        </p:sp>
        <p:sp>
          <p:nvSpPr>
            <p:cNvPr id="13" name="tx12"/>
            <p:cNvSpPr/>
            <p:nvPr/>
          </p:nvSpPr>
          <p:spPr>
            <a:xfrm>
              <a:off x="3006276" y="4645845"/>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11% (19)</a:t>
              </a:r>
            </a:p>
          </p:txBody>
        </p:sp>
        <p:sp>
          <p:nvSpPr>
            <p:cNvPr id="14" name="tx13"/>
            <p:cNvSpPr/>
            <p:nvPr/>
          </p:nvSpPr>
          <p:spPr>
            <a:xfrm>
              <a:off x="4753561" y="4309447"/>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20% (34)</a:t>
              </a:r>
            </a:p>
          </p:txBody>
        </p:sp>
        <p:sp>
          <p:nvSpPr>
            <p:cNvPr id="15" name="tx14"/>
            <p:cNvSpPr/>
            <p:nvPr/>
          </p:nvSpPr>
          <p:spPr>
            <a:xfrm>
              <a:off x="6500846" y="4354300"/>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19% (32)</a:t>
              </a:r>
            </a:p>
          </p:txBody>
        </p:sp>
        <p:sp>
          <p:nvSpPr>
            <p:cNvPr id="16" name="tx15"/>
            <p:cNvSpPr/>
            <p:nvPr/>
          </p:nvSpPr>
          <p:spPr>
            <a:xfrm>
              <a:off x="8248131" y="4264593"/>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21% (36)</a:t>
              </a:r>
            </a:p>
          </p:txBody>
        </p:sp>
        <p:sp>
          <p:nvSpPr>
            <p:cNvPr id="17" name="tx16"/>
            <p:cNvSpPr/>
            <p:nvPr/>
          </p:nvSpPr>
          <p:spPr>
            <a:xfrm>
              <a:off x="9995416" y="4421579"/>
              <a:ext cx="821083" cy="189906"/>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17% (29)</a:t>
              </a:r>
            </a:p>
          </p:txBody>
        </p:sp>
        <p:sp>
          <p:nvSpPr>
            <p:cNvPr id="18" name="tx17"/>
            <p:cNvSpPr/>
            <p:nvPr/>
          </p:nvSpPr>
          <p:spPr>
            <a:xfrm>
              <a:off x="1082504" y="5543744"/>
              <a:ext cx="1174055" cy="162520"/>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Quinto ciclo</a:t>
              </a:r>
            </a:p>
          </p:txBody>
        </p:sp>
        <p:sp>
          <p:nvSpPr>
            <p:cNvPr id="19" name="tx18"/>
            <p:cNvSpPr/>
            <p:nvPr/>
          </p:nvSpPr>
          <p:spPr>
            <a:xfrm>
              <a:off x="2880391" y="5555750"/>
              <a:ext cx="1072852" cy="150514"/>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Sexto ciclo</a:t>
              </a:r>
            </a:p>
          </p:txBody>
        </p:sp>
        <p:sp>
          <p:nvSpPr>
            <p:cNvPr id="20" name="tx19"/>
            <p:cNvSpPr/>
            <p:nvPr/>
          </p:nvSpPr>
          <p:spPr>
            <a:xfrm>
              <a:off x="4503554" y="5518245"/>
              <a:ext cx="1321097" cy="18801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Séptimo ciclo</a:t>
              </a:r>
            </a:p>
          </p:txBody>
        </p:sp>
        <p:sp>
          <p:nvSpPr>
            <p:cNvPr id="21" name="tx20"/>
            <p:cNvSpPr/>
            <p:nvPr/>
          </p:nvSpPr>
          <p:spPr>
            <a:xfrm>
              <a:off x="6307195" y="5555849"/>
              <a:ext cx="1208385" cy="15041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Octavo ciclo</a:t>
              </a:r>
            </a:p>
          </p:txBody>
        </p:sp>
        <p:sp>
          <p:nvSpPr>
            <p:cNvPr id="22" name="tx21"/>
            <p:cNvSpPr/>
            <p:nvPr/>
          </p:nvSpPr>
          <p:spPr>
            <a:xfrm>
              <a:off x="8026352" y="5558429"/>
              <a:ext cx="1264642"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Noveno ciclo</a:t>
              </a:r>
            </a:p>
          </p:txBody>
        </p:sp>
        <p:sp>
          <p:nvSpPr>
            <p:cNvPr id="23" name="tx22"/>
            <p:cNvSpPr/>
            <p:nvPr/>
          </p:nvSpPr>
          <p:spPr>
            <a:xfrm>
              <a:off x="9779193" y="5555948"/>
              <a:ext cx="1253529" cy="150316"/>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Décimo ciclo</a:t>
              </a:r>
            </a:p>
          </p:txBody>
        </p:sp>
        <p:sp>
          <p:nvSpPr>
            <p:cNvPr id="24" name="tx23"/>
            <p:cNvSpPr/>
            <p:nvPr/>
          </p:nvSpPr>
          <p:spPr>
            <a:xfrm>
              <a:off x="9980187" y="5819515"/>
              <a:ext cx="1474142" cy="139824"/>
            </a:xfrm>
            <a:prstGeom prst="rect">
              <a:avLst/>
            </a:prstGeom>
            <a:noFill/>
          </p:spPr>
          <p:txBody>
            <a:bodyPr lIns="0" rIns="0" tIns="0" bIns="0" anchorCtr="1" anchor="ctr" wrap="none"/>
            <a:lstStyle/>
            <a:p>
              <a:pPr algn="l" marL="0" marR="0" indent="0">
                <a:lnSpc>
                  <a:spcPts val="1200"/>
                </a:lnSpc>
                <a:spcBef>
                  <a:spcPts val="0"/>
                </a:spcBef>
                <a:spcAft>
                  <a:spcPts val="0"/>
                </a:spcAft>
              </a:pPr>
              <a:r>
                <a:rPr sz="1200">
                  <a:solidFill>
                    <a:srgbClr val="081F5C">
                      <a:alpha val="100000"/>
                    </a:srgbClr>
                  </a:solidFill>
                  <a:latin typeface="Arial"/>
                  <a:cs typeface="Arial"/>
                </a:rPr>
                <a:t>Base: 172 respuestas</a:t>
              </a:r>
            </a:p>
          </p:txBody>
        </p:sp>
      </p:grpSp>
      <p:sp>
        <p:nvSpPr>
          <p:cNvPr id="25" name="prosecnur:slide_1:base"/>
          <p:cNvSpPr>
            <a:spLocks noGrp="1"/>
          </p:cNvSpPr>
          <p:nvPr>            </p:nvPr>
        </p:nvSpPr>
        <p:spPr>
          <a:xfrm>
            <a:off x="317500" y="6340475"/>
            <a:ext cx="4503738" cy="398463"/>
          </a:xfrm>
          <a:prstGeom prst="rect">
            <a:avLst/>
          </a:prstGeom>
        </p:spPr>
        <p:txBody>
          <a:bodyPr/>
          <a:lstStyle/>
          <a:p>
            <a:r>
              <a:rPr/>
              <a:t> </a:t>
            </a:r>
          </a:p>
        </p:txBody>
      </p:sp>
      <p:sp>
        <p:nvSpPr>
          <p:cNvPr id="26"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BARRAS APILADAS (P_BARRAS_APILADAS)</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780775"/>
              <a:ext cx="9085095" cy="1803196"/>
            </a:xfrm>
            <a:prstGeom prst="rect">
              <a:avLst/>
            </a:prstGeom>
          </p:spPr>
          <p:txBody>
            <a:bodyPr/>
            <a:lstStyle/>
            <a:p/>
          </p:txBody>
        </p:sp>
        <p:sp>
          <p:nvSpPr>
            <p:cNvPr id="5" name="rc4"/>
            <p:cNvSpPr/>
            <p:nvPr/>
          </p:nvSpPr>
          <p:spPr>
            <a:xfrm>
              <a:off x="545245" y="1780775"/>
              <a:ext cx="8806739" cy="1803196"/>
            </a:xfrm>
            <a:prstGeom prst="rect">
              <a:avLst/>
            </a:prstGeom>
          </p:spPr>
          <p:txBody>
            <a:bodyPr/>
            <a:lstStyle/>
            <a:p/>
          </p:txBody>
        </p:sp>
        <p:sp>
          <p:nvSpPr>
            <p:cNvPr id="6" name="rc5"/>
            <p:cNvSpPr/>
            <p:nvPr/>
          </p:nvSpPr>
          <p:spPr>
            <a:xfrm>
              <a:off x="545245" y="2254114"/>
              <a:ext cx="153605" cy="856518"/>
            </a:xfrm>
            <a:prstGeom prst="rect">
              <a:avLst/>
            </a:prstGeom>
            <a:solidFill>
              <a:srgbClr val="CA5651">
                <a:alpha val="100000"/>
              </a:srgbClr>
            </a:solidFill>
          </p:spPr>
          <p:txBody>
            <a:bodyPr/>
            <a:lstStyle/>
            <a:p/>
          </p:txBody>
        </p:sp>
        <p:sp>
          <p:nvSpPr>
            <p:cNvPr id="7" name="rc6"/>
            <p:cNvSpPr/>
            <p:nvPr/>
          </p:nvSpPr>
          <p:spPr>
            <a:xfrm>
              <a:off x="698851" y="2254114"/>
              <a:ext cx="102403" cy="856518"/>
            </a:xfrm>
            <a:prstGeom prst="rect">
              <a:avLst/>
            </a:prstGeom>
            <a:solidFill>
              <a:srgbClr val="FFD965">
                <a:alpha val="100000"/>
              </a:srgbClr>
            </a:solidFill>
          </p:spPr>
          <p:txBody>
            <a:bodyPr/>
            <a:lstStyle/>
            <a:p/>
          </p:txBody>
        </p:sp>
        <p:sp>
          <p:nvSpPr>
            <p:cNvPr id="8" name="rc7"/>
            <p:cNvSpPr/>
            <p:nvPr/>
          </p:nvSpPr>
          <p:spPr>
            <a:xfrm>
              <a:off x="801255" y="2254114"/>
              <a:ext cx="3635340" cy="856518"/>
            </a:xfrm>
            <a:prstGeom prst="rect">
              <a:avLst/>
            </a:prstGeom>
            <a:solidFill>
              <a:srgbClr val="ADD493">
                <a:alpha val="100000"/>
              </a:srgbClr>
            </a:solidFill>
          </p:spPr>
          <p:txBody>
            <a:bodyPr/>
            <a:lstStyle/>
            <a:p/>
          </p:txBody>
        </p:sp>
        <p:sp>
          <p:nvSpPr>
            <p:cNvPr id="9" name="rc8"/>
            <p:cNvSpPr/>
            <p:nvPr/>
          </p:nvSpPr>
          <p:spPr>
            <a:xfrm>
              <a:off x="4436596" y="2254114"/>
              <a:ext cx="4710581" cy="856518"/>
            </a:xfrm>
            <a:prstGeom prst="rect">
              <a:avLst/>
            </a:prstGeom>
            <a:solidFill>
              <a:srgbClr val="70AD47">
                <a:alpha val="100000"/>
              </a:srgbClr>
            </a:solidFill>
          </p:spPr>
          <p:txBody>
            <a:bodyPr/>
            <a:lstStyle/>
            <a:p/>
          </p:txBody>
        </p:sp>
        <p:sp>
          <p:nvSpPr>
            <p:cNvPr id="10" name="rc9"/>
            <p:cNvSpPr/>
            <p:nvPr/>
          </p:nvSpPr>
          <p:spPr>
            <a:xfrm>
              <a:off x="9147177" y="2254114"/>
              <a:ext cx="204807" cy="856518"/>
            </a:xfrm>
            <a:prstGeom prst="rect">
              <a:avLst/>
            </a:prstGeom>
            <a:solidFill>
              <a:srgbClr val="BFBFBF">
                <a:alpha val="100000"/>
              </a:srgbClr>
            </a:solidFill>
          </p:spPr>
          <p:txBody>
            <a:bodyPr/>
            <a:lstStyle/>
            <a:p/>
          </p:txBody>
        </p:sp>
        <p:sp>
          <p:nvSpPr>
            <p:cNvPr id="11" name="tx10"/>
            <p:cNvSpPr/>
            <p:nvPr/>
          </p:nvSpPr>
          <p:spPr>
            <a:xfrm>
              <a:off x="736134" y="2601648"/>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FFFFFF">
                      <a:alpha val="100000"/>
                    </a:srgbClr>
                  </a:solidFill>
                  <a:latin typeface="Arial"/>
                  <a:cs typeface="Arial"/>
                </a:rPr>
                <a:t>2%</a:t>
              </a:r>
            </a:p>
          </p:txBody>
        </p:sp>
        <p:sp>
          <p:nvSpPr>
            <p:cNvPr id="12" name="tx11"/>
            <p:cNvSpPr/>
            <p:nvPr/>
          </p:nvSpPr>
          <p:spPr>
            <a:xfrm>
              <a:off x="1498445" y="2601648"/>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1%</a:t>
              </a:r>
            </a:p>
          </p:txBody>
        </p:sp>
        <p:sp>
          <p:nvSpPr>
            <p:cNvPr id="13" name="tx12"/>
            <p:cNvSpPr/>
            <p:nvPr/>
          </p:nvSpPr>
          <p:spPr>
            <a:xfrm>
              <a:off x="2416421" y="260164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41%</a:t>
              </a:r>
            </a:p>
          </p:txBody>
        </p:sp>
        <p:sp>
          <p:nvSpPr>
            <p:cNvPr id="14" name="tx13"/>
            <p:cNvSpPr/>
            <p:nvPr/>
          </p:nvSpPr>
          <p:spPr>
            <a:xfrm>
              <a:off x="6589382" y="2601648"/>
              <a:ext cx="405008"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53%</a:t>
              </a:r>
            </a:p>
          </p:txBody>
        </p:sp>
        <p:sp>
          <p:nvSpPr>
            <p:cNvPr id="15" name="tx14"/>
            <p:cNvSpPr/>
            <p:nvPr/>
          </p:nvSpPr>
          <p:spPr>
            <a:xfrm>
              <a:off x="8868629" y="2601648"/>
              <a:ext cx="292467" cy="153150"/>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Arial"/>
                  <a:cs typeface="Arial"/>
                </a:rPr>
                <a:t>2%</a:t>
              </a:r>
            </a:p>
          </p:txBody>
        </p:sp>
        <p:sp>
          <p:nvSpPr>
            <p:cNvPr id="16" name="rc15"/>
            <p:cNvSpPr/>
            <p:nvPr/>
          </p:nvSpPr>
          <p:spPr>
            <a:xfrm>
              <a:off x="317500" y="3724552"/>
              <a:ext cx="221759" cy="221760"/>
            </a:xfrm>
            <a:prstGeom prst="rect">
              <a:avLst/>
            </a:prstGeom>
            <a:solidFill>
              <a:srgbClr val="CA5651">
                <a:alpha val="100000"/>
              </a:srgbClr>
            </a:solidFill>
          </p:spPr>
          <p:txBody>
            <a:bodyPr/>
            <a:lstStyle/>
            <a:p/>
          </p:txBody>
        </p:sp>
        <p:sp>
          <p:nvSpPr>
            <p:cNvPr id="17" name="tx16"/>
            <p:cNvSpPr/>
            <p:nvPr/>
          </p:nvSpPr>
          <p:spPr>
            <a:xfrm>
              <a:off x="621631" y="3760323"/>
              <a:ext cx="2574528"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Totalmente en desacuerdo</a:t>
              </a:r>
            </a:p>
          </p:txBody>
        </p:sp>
        <p:sp>
          <p:nvSpPr>
            <p:cNvPr id="18" name="rc17"/>
            <p:cNvSpPr/>
            <p:nvPr/>
          </p:nvSpPr>
          <p:spPr>
            <a:xfrm>
              <a:off x="3455020" y="3724552"/>
              <a:ext cx="221760" cy="221760"/>
            </a:xfrm>
            <a:prstGeom prst="rect">
              <a:avLst/>
            </a:prstGeom>
            <a:solidFill>
              <a:srgbClr val="FFD965">
                <a:alpha val="100000"/>
              </a:srgbClr>
            </a:solidFill>
          </p:spPr>
          <p:txBody>
            <a:bodyPr/>
            <a:lstStyle/>
            <a:p/>
          </p:txBody>
        </p:sp>
        <p:sp>
          <p:nvSpPr>
            <p:cNvPr id="19" name="tx18"/>
            <p:cNvSpPr/>
            <p:nvPr/>
          </p:nvSpPr>
          <p:spPr>
            <a:xfrm>
              <a:off x="3759151" y="3760323"/>
              <a:ext cx="1456729"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En desacuerdo</a:t>
              </a:r>
            </a:p>
          </p:txBody>
        </p:sp>
        <p:sp>
          <p:nvSpPr>
            <p:cNvPr id="20" name="rc19"/>
            <p:cNvSpPr/>
            <p:nvPr/>
          </p:nvSpPr>
          <p:spPr>
            <a:xfrm>
              <a:off x="5430236" y="3724552"/>
              <a:ext cx="221760" cy="221760"/>
            </a:xfrm>
            <a:prstGeom prst="rect">
              <a:avLst/>
            </a:prstGeom>
            <a:solidFill>
              <a:srgbClr val="ADD493">
                <a:alpha val="100000"/>
              </a:srgbClr>
            </a:solidFill>
          </p:spPr>
          <p:txBody>
            <a:bodyPr/>
            <a:lstStyle/>
            <a:p/>
          </p:txBody>
        </p:sp>
        <p:sp>
          <p:nvSpPr>
            <p:cNvPr id="21" name="tx20"/>
            <p:cNvSpPr/>
            <p:nvPr/>
          </p:nvSpPr>
          <p:spPr>
            <a:xfrm>
              <a:off x="5734368" y="3760323"/>
              <a:ext cx="1106685"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De acuerdo</a:t>
              </a:r>
            </a:p>
          </p:txBody>
        </p:sp>
        <p:sp>
          <p:nvSpPr>
            <p:cNvPr id="22" name="rc21"/>
            <p:cNvSpPr/>
            <p:nvPr/>
          </p:nvSpPr>
          <p:spPr>
            <a:xfrm>
              <a:off x="7088460" y="3724552"/>
              <a:ext cx="221760" cy="221760"/>
            </a:xfrm>
            <a:prstGeom prst="rect">
              <a:avLst/>
            </a:prstGeom>
            <a:solidFill>
              <a:srgbClr val="70AD47">
                <a:alpha val="100000"/>
              </a:srgbClr>
            </a:solidFill>
          </p:spPr>
          <p:txBody>
            <a:bodyPr/>
            <a:lstStyle/>
            <a:p/>
          </p:txBody>
        </p:sp>
        <p:sp>
          <p:nvSpPr>
            <p:cNvPr id="23" name="tx22"/>
            <p:cNvSpPr/>
            <p:nvPr/>
          </p:nvSpPr>
          <p:spPr>
            <a:xfrm>
              <a:off x="7392592" y="3760323"/>
              <a:ext cx="2224385"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Totalmente de acuerdo</a:t>
              </a:r>
            </a:p>
          </p:txBody>
        </p:sp>
        <p:sp>
          <p:nvSpPr>
            <p:cNvPr id="24" name="rc23"/>
            <p:cNvSpPr/>
            <p:nvPr/>
          </p:nvSpPr>
          <p:spPr>
            <a:xfrm>
              <a:off x="9908989" y="3724552"/>
              <a:ext cx="221760" cy="221760"/>
            </a:xfrm>
            <a:prstGeom prst="rect">
              <a:avLst/>
            </a:prstGeom>
            <a:solidFill>
              <a:srgbClr val="BFBFBF">
                <a:alpha val="100000"/>
              </a:srgbClr>
            </a:solidFill>
          </p:spPr>
          <p:txBody>
            <a:bodyPr/>
            <a:lstStyle/>
            <a:p/>
          </p:txBody>
        </p:sp>
        <p:sp>
          <p:nvSpPr>
            <p:cNvPr id="25" name="tx24"/>
            <p:cNvSpPr/>
            <p:nvPr/>
          </p:nvSpPr>
          <p:spPr>
            <a:xfrm>
              <a:off x="10213120" y="3757644"/>
              <a:ext cx="722510" cy="150514"/>
            </a:xfrm>
            <a:prstGeom prst="rect">
              <a:avLst/>
            </a:prstGeom>
            <a:noFill/>
          </p:spPr>
          <p:txBody>
            <a:bodyPr lIns="0" rIns="0" tIns="0" bIns="0" anchorCtr="1" anchor="ctr" wrap="none"/>
            <a:lstStyle/>
            <a:p>
              <a:pPr algn="l" marL="0" marR="0" indent="0">
                <a:lnSpc>
                  <a:spcPts val="1599"/>
                </a:lnSpc>
                <a:spcBef>
                  <a:spcPts val="0"/>
                </a:spcBef>
                <a:spcAft>
                  <a:spcPts val="0"/>
                </a:spcAft>
              </a:pPr>
              <a:r>
                <a:rPr sz="1599" b="1">
                  <a:solidFill>
                    <a:srgbClr val="081F5C">
                      <a:alpha val="100000"/>
                    </a:srgbClr>
                  </a:solidFill>
                  <a:latin typeface="Arial"/>
                  <a:cs typeface="Arial"/>
                </a:rPr>
                <a:t>SIN INF</a:t>
              </a:r>
            </a:p>
          </p:txBody>
        </p:sp>
      </p:grpSp>
      <p:sp>
        <p:nvSpPr>
          <p:cNvPr id="26"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27"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BARRAS MULTIAPILADAS (P_BARRAS_MULTIAPILADAS)</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5055481" y="1217656"/>
              <a:ext cx="5315783" cy="4386491"/>
            </a:xfrm>
            <a:prstGeom prst="rect">
              <a:avLst/>
            </a:prstGeom>
          </p:spPr>
          <p:txBody>
            <a:bodyPr/>
            <a:lstStyle/>
            <a:p/>
          </p:txBody>
        </p:sp>
        <p:sp>
          <p:nvSpPr>
            <p:cNvPr id="5" name="rc4"/>
            <p:cNvSpPr/>
            <p:nvPr/>
          </p:nvSpPr>
          <p:spPr>
            <a:xfrm>
              <a:off x="5283227" y="1217656"/>
              <a:ext cx="5037427" cy="4386491"/>
            </a:xfrm>
            <a:prstGeom prst="rect">
              <a:avLst/>
            </a:prstGeom>
          </p:spPr>
          <p:txBody>
            <a:bodyPr/>
            <a:lstStyle/>
            <a:p/>
          </p:txBody>
        </p:sp>
        <p:sp>
          <p:nvSpPr>
            <p:cNvPr id="6" name="rc5"/>
            <p:cNvSpPr/>
            <p:nvPr/>
          </p:nvSpPr>
          <p:spPr>
            <a:xfrm>
              <a:off x="5283227" y="1261521"/>
              <a:ext cx="0" cy="311042"/>
            </a:xfrm>
            <a:prstGeom prst="rect">
              <a:avLst/>
            </a:prstGeom>
            <a:solidFill>
              <a:srgbClr val="CA5651">
                <a:alpha val="100000"/>
              </a:srgbClr>
            </a:solidFill>
          </p:spPr>
          <p:txBody>
            <a:bodyPr/>
            <a:lstStyle/>
            <a:p/>
          </p:txBody>
        </p:sp>
        <p:sp>
          <p:nvSpPr>
            <p:cNvPr id="7" name="rc6"/>
            <p:cNvSpPr/>
            <p:nvPr/>
          </p:nvSpPr>
          <p:spPr>
            <a:xfrm>
              <a:off x="5283227" y="1261521"/>
              <a:ext cx="0" cy="311042"/>
            </a:xfrm>
            <a:prstGeom prst="rect">
              <a:avLst/>
            </a:prstGeom>
            <a:solidFill>
              <a:srgbClr val="FFD965">
                <a:alpha val="100000"/>
              </a:srgbClr>
            </a:solidFill>
          </p:spPr>
          <p:txBody>
            <a:bodyPr/>
            <a:lstStyle/>
            <a:p/>
          </p:txBody>
        </p:sp>
        <p:sp>
          <p:nvSpPr>
            <p:cNvPr id="8" name="rc7"/>
            <p:cNvSpPr/>
            <p:nvPr/>
          </p:nvSpPr>
          <p:spPr>
            <a:xfrm>
              <a:off x="5283227" y="1261521"/>
              <a:ext cx="1185277" cy="311042"/>
            </a:xfrm>
            <a:prstGeom prst="rect">
              <a:avLst/>
            </a:prstGeom>
            <a:solidFill>
              <a:srgbClr val="ADD493">
                <a:alpha val="100000"/>
              </a:srgbClr>
            </a:solidFill>
          </p:spPr>
          <p:txBody>
            <a:bodyPr/>
            <a:lstStyle/>
            <a:p/>
          </p:txBody>
        </p:sp>
        <p:sp>
          <p:nvSpPr>
            <p:cNvPr id="9" name="rc8"/>
            <p:cNvSpPr/>
            <p:nvPr/>
          </p:nvSpPr>
          <p:spPr>
            <a:xfrm>
              <a:off x="6468504" y="1261521"/>
              <a:ext cx="3753377" cy="311042"/>
            </a:xfrm>
            <a:prstGeom prst="rect">
              <a:avLst/>
            </a:prstGeom>
            <a:solidFill>
              <a:srgbClr val="70AD47">
                <a:alpha val="100000"/>
              </a:srgbClr>
            </a:solidFill>
          </p:spPr>
          <p:txBody>
            <a:bodyPr/>
            <a:lstStyle/>
            <a:p/>
          </p:txBody>
        </p:sp>
        <p:sp>
          <p:nvSpPr>
            <p:cNvPr id="10" name="rc9"/>
            <p:cNvSpPr/>
            <p:nvPr/>
          </p:nvSpPr>
          <p:spPr>
            <a:xfrm>
              <a:off x="10221881" y="1261521"/>
              <a:ext cx="98773" cy="311042"/>
            </a:xfrm>
            <a:prstGeom prst="rect">
              <a:avLst/>
            </a:prstGeom>
            <a:solidFill>
              <a:srgbClr val="BFBFBF">
                <a:alpha val="100000"/>
              </a:srgbClr>
            </a:solidFill>
          </p:spPr>
          <p:txBody>
            <a:bodyPr/>
            <a:lstStyle/>
            <a:p/>
          </p:txBody>
        </p:sp>
        <p:sp>
          <p:nvSpPr>
            <p:cNvPr id="11" name="rc10"/>
            <p:cNvSpPr/>
            <p:nvPr/>
          </p:nvSpPr>
          <p:spPr>
            <a:xfrm>
              <a:off x="5283227" y="1660293"/>
              <a:ext cx="0" cy="311042"/>
            </a:xfrm>
            <a:prstGeom prst="rect">
              <a:avLst/>
            </a:prstGeom>
            <a:solidFill>
              <a:srgbClr val="CA5651">
                <a:alpha val="100000"/>
              </a:srgbClr>
            </a:solidFill>
          </p:spPr>
          <p:txBody>
            <a:bodyPr/>
            <a:lstStyle/>
            <a:p/>
          </p:txBody>
        </p:sp>
        <p:sp>
          <p:nvSpPr>
            <p:cNvPr id="12" name="rc11"/>
            <p:cNvSpPr/>
            <p:nvPr/>
          </p:nvSpPr>
          <p:spPr>
            <a:xfrm>
              <a:off x="5283227" y="1660293"/>
              <a:ext cx="0" cy="311042"/>
            </a:xfrm>
            <a:prstGeom prst="rect">
              <a:avLst/>
            </a:prstGeom>
            <a:solidFill>
              <a:srgbClr val="FFD965">
                <a:alpha val="100000"/>
              </a:srgbClr>
            </a:solidFill>
          </p:spPr>
          <p:txBody>
            <a:bodyPr/>
            <a:lstStyle/>
            <a:p/>
          </p:txBody>
        </p:sp>
        <p:sp>
          <p:nvSpPr>
            <p:cNvPr id="13" name="rc12"/>
            <p:cNvSpPr/>
            <p:nvPr/>
          </p:nvSpPr>
          <p:spPr>
            <a:xfrm>
              <a:off x="5283227" y="1660293"/>
              <a:ext cx="1284050" cy="311042"/>
            </a:xfrm>
            <a:prstGeom prst="rect">
              <a:avLst/>
            </a:prstGeom>
            <a:solidFill>
              <a:srgbClr val="ADD493">
                <a:alpha val="100000"/>
              </a:srgbClr>
            </a:solidFill>
          </p:spPr>
          <p:txBody>
            <a:bodyPr/>
            <a:lstStyle/>
            <a:p/>
          </p:txBody>
        </p:sp>
        <p:sp>
          <p:nvSpPr>
            <p:cNvPr id="14" name="rc13"/>
            <p:cNvSpPr/>
            <p:nvPr/>
          </p:nvSpPr>
          <p:spPr>
            <a:xfrm>
              <a:off x="6567277" y="1660293"/>
              <a:ext cx="3555831" cy="311042"/>
            </a:xfrm>
            <a:prstGeom prst="rect">
              <a:avLst/>
            </a:prstGeom>
            <a:solidFill>
              <a:srgbClr val="70AD47">
                <a:alpha val="100000"/>
              </a:srgbClr>
            </a:solidFill>
          </p:spPr>
          <p:txBody>
            <a:bodyPr/>
            <a:lstStyle/>
            <a:p/>
          </p:txBody>
        </p:sp>
        <p:sp>
          <p:nvSpPr>
            <p:cNvPr id="15" name="rc14"/>
            <p:cNvSpPr/>
            <p:nvPr/>
          </p:nvSpPr>
          <p:spPr>
            <a:xfrm>
              <a:off x="10123108" y="1660293"/>
              <a:ext cx="197546" cy="311042"/>
            </a:xfrm>
            <a:prstGeom prst="rect">
              <a:avLst/>
            </a:prstGeom>
            <a:solidFill>
              <a:srgbClr val="BFBFBF">
                <a:alpha val="100000"/>
              </a:srgbClr>
            </a:solidFill>
          </p:spPr>
          <p:txBody>
            <a:bodyPr/>
            <a:lstStyle/>
            <a:p/>
          </p:txBody>
        </p:sp>
        <p:sp>
          <p:nvSpPr>
            <p:cNvPr id="16" name="rc15"/>
            <p:cNvSpPr/>
            <p:nvPr/>
          </p:nvSpPr>
          <p:spPr>
            <a:xfrm>
              <a:off x="5283227" y="2059065"/>
              <a:ext cx="0" cy="311042"/>
            </a:xfrm>
            <a:prstGeom prst="rect">
              <a:avLst/>
            </a:prstGeom>
            <a:solidFill>
              <a:srgbClr val="CA5651">
                <a:alpha val="100000"/>
              </a:srgbClr>
            </a:solidFill>
          </p:spPr>
          <p:txBody>
            <a:bodyPr/>
            <a:lstStyle/>
            <a:p/>
          </p:txBody>
        </p:sp>
        <p:sp>
          <p:nvSpPr>
            <p:cNvPr id="17" name="rc16"/>
            <p:cNvSpPr/>
            <p:nvPr/>
          </p:nvSpPr>
          <p:spPr>
            <a:xfrm>
              <a:off x="5283227" y="2059065"/>
              <a:ext cx="0" cy="311042"/>
            </a:xfrm>
            <a:prstGeom prst="rect">
              <a:avLst/>
            </a:prstGeom>
            <a:solidFill>
              <a:srgbClr val="FFD965">
                <a:alpha val="100000"/>
              </a:srgbClr>
            </a:solidFill>
          </p:spPr>
          <p:txBody>
            <a:bodyPr/>
            <a:lstStyle/>
            <a:p/>
          </p:txBody>
        </p:sp>
        <p:sp>
          <p:nvSpPr>
            <p:cNvPr id="18" name="rc17"/>
            <p:cNvSpPr/>
            <p:nvPr/>
          </p:nvSpPr>
          <p:spPr>
            <a:xfrm>
              <a:off x="5283227" y="2059065"/>
              <a:ext cx="1580369" cy="311042"/>
            </a:xfrm>
            <a:prstGeom prst="rect">
              <a:avLst/>
            </a:prstGeom>
            <a:solidFill>
              <a:srgbClr val="ADD493">
                <a:alpha val="100000"/>
              </a:srgbClr>
            </a:solidFill>
          </p:spPr>
          <p:txBody>
            <a:bodyPr/>
            <a:lstStyle/>
            <a:p/>
          </p:txBody>
        </p:sp>
        <p:sp>
          <p:nvSpPr>
            <p:cNvPr id="19" name="rc18"/>
            <p:cNvSpPr/>
            <p:nvPr/>
          </p:nvSpPr>
          <p:spPr>
            <a:xfrm>
              <a:off x="6863596" y="2059065"/>
              <a:ext cx="3061965" cy="311042"/>
            </a:xfrm>
            <a:prstGeom prst="rect">
              <a:avLst/>
            </a:prstGeom>
            <a:solidFill>
              <a:srgbClr val="70AD47">
                <a:alpha val="100000"/>
              </a:srgbClr>
            </a:solidFill>
          </p:spPr>
          <p:txBody>
            <a:bodyPr/>
            <a:lstStyle/>
            <a:p/>
          </p:txBody>
        </p:sp>
        <p:sp>
          <p:nvSpPr>
            <p:cNvPr id="20" name="rc19"/>
            <p:cNvSpPr/>
            <p:nvPr/>
          </p:nvSpPr>
          <p:spPr>
            <a:xfrm>
              <a:off x="9925562" y="2059065"/>
              <a:ext cx="395092" cy="311042"/>
            </a:xfrm>
            <a:prstGeom prst="rect">
              <a:avLst/>
            </a:prstGeom>
            <a:solidFill>
              <a:srgbClr val="BFBFBF">
                <a:alpha val="100000"/>
              </a:srgbClr>
            </a:solidFill>
          </p:spPr>
          <p:txBody>
            <a:bodyPr/>
            <a:lstStyle/>
            <a:p/>
          </p:txBody>
        </p:sp>
        <p:sp>
          <p:nvSpPr>
            <p:cNvPr id="21" name="rc20"/>
            <p:cNvSpPr/>
            <p:nvPr/>
          </p:nvSpPr>
          <p:spPr>
            <a:xfrm>
              <a:off x="5283227" y="2457837"/>
              <a:ext cx="0" cy="311042"/>
            </a:xfrm>
            <a:prstGeom prst="rect">
              <a:avLst/>
            </a:prstGeom>
            <a:solidFill>
              <a:srgbClr val="CA5651">
                <a:alpha val="100000"/>
              </a:srgbClr>
            </a:solidFill>
          </p:spPr>
          <p:txBody>
            <a:bodyPr/>
            <a:lstStyle/>
            <a:p/>
          </p:txBody>
        </p:sp>
        <p:sp>
          <p:nvSpPr>
            <p:cNvPr id="22" name="rc21"/>
            <p:cNvSpPr/>
            <p:nvPr/>
          </p:nvSpPr>
          <p:spPr>
            <a:xfrm>
              <a:off x="5283227" y="2457837"/>
              <a:ext cx="0" cy="311042"/>
            </a:xfrm>
            <a:prstGeom prst="rect">
              <a:avLst/>
            </a:prstGeom>
            <a:solidFill>
              <a:srgbClr val="FFD965">
                <a:alpha val="100000"/>
              </a:srgbClr>
            </a:solidFill>
          </p:spPr>
          <p:txBody>
            <a:bodyPr/>
            <a:lstStyle/>
            <a:p/>
          </p:txBody>
        </p:sp>
        <p:sp>
          <p:nvSpPr>
            <p:cNvPr id="23" name="rc22"/>
            <p:cNvSpPr/>
            <p:nvPr/>
          </p:nvSpPr>
          <p:spPr>
            <a:xfrm>
              <a:off x="5283227" y="2457837"/>
              <a:ext cx="1580369" cy="311042"/>
            </a:xfrm>
            <a:prstGeom prst="rect">
              <a:avLst/>
            </a:prstGeom>
            <a:solidFill>
              <a:srgbClr val="ADD493">
                <a:alpha val="100000"/>
              </a:srgbClr>
            </a:solidFill>
          </p:spPr>
          <p:txBody>
            <a:bodyPr/>
            <a:lstStyle/>
            <a:p/>
          </p:txBody>
        </p:sp>
        <p:sp>
          <p:nvSpPr>
            <p:cNvPr id="24" name="rc23"/>
            <p:cNvSpPr/>
            <p:nvPr/>
          </p:nvSpPr>
          <p:spPr>
            <a:xfrm>
              <a:off x="6863596" y="2457837"/>
              <a:ext cx="3259511" cy="311042"/>
            </a:xfrm>
            <a:prstGeom prst="rect">
              <a:avLst/>
            </a:prstGeom>
            <a:solidFill>
              <a:srgbClr val="70AD47">
                <a:alpha val="100000"/>
              </a:srgbClr>
            </a:solidFill>
          </p:spPr>
          <p:txBody>
            <a:bodyPr/>
            <a:lstStyle/>
            <a:p/>
          </p:txBody>
        </p:sp>
        <p:sp>
          <p:nvSpPr>
            <p:cNvPr id="25" name="rc24"/>
            <p:cNvSpPr/>
            <p:nvPr/>
          </p:nvSpPr>
          <p:spPr>
            <a:xfrm>
              <a:off x="10123108" y="2457837"/>
              <a:ext cx="197546" cy="311042"/>
            </a:xfrm>
            <a:prstGeom prst="rect">
              <a:avLst/>
            </a:prstGeom>
            <a:solidFill>
              <a:srgbClr val="BFBFBF">
                <a:alpha val="100000"/>
              </a:srgbClr>
            </a:solidFill>
          </p:spPr>
          <p:txBody>
            <a:bodyPr/>
            <a:lstStyle/>
            <a:p/>
          </p:txBody>
        </p:sp>
        <p:sp>
          <p:nvSpPr>
            <p:cNvPr id="26" name="rc25"/>
            <p:cNvSpPr/>
            <p:nvPr/>
          </p:nvSpPr>
          <p:spPr>
            <a:xfrm>
              <a:off x="5283227" y="2856609"/>
              <a:ext cx="0" cy="311042"/>
            </a:xfrm>
            <a:prstGeom prst="rect">
              <a:avLst/>
            </a:prstGeom>
            <a:solidFill>
              <a:srgbClr val="CA5651">
                <a:alpha val="100000"/>
              </a:srgbClr>
            </a:solidFill>
          </p:spPr>
          <p:txBody>
            <a:bodyPr/>
            <a:lstStyle/>
            <a:p/>
          </p:txBody>
        </p:sp>
        <p:sp>
          <p:nvSpPr>
            <p:cNvPr id="27" name="rc26"/>
            <p:cNvSpPr/>
            <p:nvPr/>
          </p:nvSpPr>
          <p:spPr>
            <a:xfrm>
              <a:off x="5283227" y="2856609"/>
              <a:ext cx="0" cy="311042"/>
            </a:xfrm>
            <a:prstGeom prst="rect">
              <a:avLst/>
            </a:prstGeom>
            <a:solidFill>
              <a:srgbClr val="FFD965">
                <a:alpha val="100000"/>
              </a:srgbClr>
            </a:solidFill>
          </p:spPr>
          <p:txBody>
            <a:bodyPr/>
            <a:lstStyle/>
            <a:p/>
          </p:txBody>
        </p:sp>
        <p:sp>
          <p:nvSpPr>
            <p:cNvPr id="28" name="rc27"/>
            <p:cNvSpPr/>
            <p:nvPr/>
          </p:nvSpPr>
          <p:spPr>
            <a:xfrm>
              <a:off x="5283227" y="2856609"/>
              <a:ext cx="1086503" cy="311042"/>
            </a:xfrm>
            <a:prstGeom prst="rect">
              <a:avLst/>
            </a:prstGeom>
            <a:solidFill>
              <a:srgbClr val="ADD493">
                <a:alpha val="100000"/>
              </a:srgbClr>
            </a:solidFill>
          </p:spPr>
          <p:txBody>
            <a:bodyPr/>
            <a:lstStyle/>
            <a:p/>
          </p:txBody>
        </p:sp>
        <p:sp>
          <p:nvSpPr>
            <p:cNvPr id="29" name="rc28"/>
            <p:cNvSpPr/>
            <p:nvPr/>
          </p:nvSpPr>
          <p:spPr>
            <a:xfrm>
              <a:off x="6369731" y="2856609"/>
              <a:ext cx="3654604" cy="311042"/>
            </a:xfrm>
            <a:prstGeom prst="rect">
              <a:avLst/>
            </a:prstGeom>
            <a:solidFill>
              <a:srgbClr val="70AD47">
                <a:alpha val="100000"/>
              </a:srgbClr>
            </a:solidFill>
          </p:spPr>
          <p:txBody>
            <a:bodyPr/>
            <a:lstStyle/>
            <a:p/>
          </p:txBody>
        </p:sp>
        <p:sp>
          <p:nvSpPr>
            <p:cNvPr id="30" name="rc29"/>
            <p:cNvSpPr/>
            <p:nvPr/>
          </p:nvSpPr>
          <p:spPr>
            <a:xfrm>
              <a:off x="10024335" y="2856609"/>
              <a:ext cx="296319" cy="311042"/>
            </a:xfrm>
            <a:prstGeom prst="rect">
              <a:avLst/>
            </a:prstGeom>
            <a:solidFill>
              <a:srgbClr val="BFBFBF">
                <a:alpha val="100000"/>
              </a:srgbClr>
            </a:solidFill>
          </p:spPr>
          <p:txBody>
            <a:bodyPr/>
            <a:lstStyle/>
            <a:p/>
          </p:txBody>
        </p:sp>
        <p:sp>
          <p:nvSpPr>
            <p:cNvPr id="31" name="rc30"/>
            <p:cNvSpPr/>
            <p:nvPr/>
          </p:nvSpPr>
          <p:spPr>
            <a:xfrm>
              <a:off x="5283227" y="3255381"/>
              <a:ext cx="98773" cy="311042"/>
            </a:xfrm>
            <a:prstGeom prst="rect">
              <a:avLst/>
            </a:prstGeom>
            <a:solidFill>
              <a:srgbClr val="CA5651">
                <a:alpha val="100000"/>
              </a:srgbClr>
            </a:solidFill>
          </p:spPr>
          <p:txBody>
            <a:bodyPr/>
            <a:lstStyle/>
            <a:p/>
          </p:txBody>
        </p:sp>
        <p:sp>
          <p:nvSpPr>
            <p:cNvPr id="32" name="rc31"/>
            <p:cNvSpPr/>
            <p:nvPr/>
          </p:nvSpPr>
          <p:spPr>
            <a:xfrm>
              <a:off x="5382000" y="3255381"/>
              <a:ext cx="98773" cy="311042"/>
            </a:xfrm>
            <a:prstGeom prst="rect">
              <a:avLst/>
            </a:prstGeom>
            <a:solidFill>
              <a:srgbClr val="FFD965">
                <a:alpha val="100000"/>
              </a:srgbClr>
            </a:solidFill>
          </p:spPr>
          <p:txBody>
            <a:bodyPr/>
            <a:lstStyle/>
            <a:p/>
          </p:txBody>
        </p:sp>
        <p:sp>
          <p:nvSpPr>
            <p:cNvPr id="33" name="rc32"/>
            <p:cNvSpPr/>
            <p:nvPr/>
          </p:nvSpPr>
          <p:spPr>
            <a:xfrm>
              <a:off x="5480773" y="3255381"/>
              <a:ext cx="1580369" cy="311042"/>
            </a:xfrm>
            <a:prstGeom prst="rect">
              <a:avLst/>
            </a:prstGeom>
            <a:solidFill>
              <a:srgbClr val="ADD493">
                <a:alpha val="100000"/>
              </a:srgbClr>
            </a:solidFill>
          </p:spPr>
          <p:txBody>
            <a:bodyPr/>
            <a:lstStyle/>
            <a:p/>
          </p:txBody>
        </p:sp>
        <p:sp>
          <p:nvSpPr>
            <p:cNvPr id="34" name="rc33"/>
            <p:cNvSpPr/>
            <p:nvPr/>
          </p:nvSpPr>
          <p:spPr>
            <a:xfrm>
              <a:off x="7061142" y="3255381"/>
              <a:ext cx="3061965" cy="311042"/>
            </a:xfrm>
            <a:prstGeom prst="rect">
              <a:avLst/>
            </a:prstGeom>
            <a:solidFill>
              <a:srgbClr val="70AD47">
                <a:alpha val="100000"/>
              </a:srgbClr>
            </a:solidFill>
          </p:spPr>
          <p:txBody>
            <a:bodyPr/>
            <a:lstStyle/>
            <a:p/>
          </p:txBody>
        </p:sp>
        <p:sp>
          <p:nvSpPr>
            <p:cNvPr id="35" name="rc34"/>
            <p:cNvSpPr/>
            <p:nvPr/>
          </p:nvSpPr>
          <p:spPr>
            <a:xfrm>
              <a:off x="10123108" y="3255381"/>
              <a:ext cx="197546" cy="311042"/>
            </a:xfrm>
            <a:prstGeom prst="rect">
              <a:avLst/>
            </a:prstGeom>
            <a:solidFill>
              <a:srgbClr val="BFBFBF">
                <a:alpha val="100000"/>
              </a:srgbClr>
            </a:solidFill>
          </p:spPr>
          <p:txBody>
            <a:bodyPr/>
            <a:lstStyle/>
            <a:p/>
          </p:txBody>
        </p:sp>
        <p:sp>
          <p:nvSpPr>
            <p:cNvPr id="36" name="rc35"/>
            <p:cNvSpPr/>
            <p:nvPr/>
          </p:nvSpPr>
          <p:spPr>
            <a:xfrm>
              <a:off x="5283227" y="3654153"/>
              <a:ext cx="0" cy="311042"/>
            </a:xfrm>
            <a:prstGeom prst="rect">
              <a:avLst/>
            </a:prstGeom>
            <a:solidFill>
              <a:srgbClr val="CA5651">
                <a:alpha val="100000"/>
              </a:srgbClr>
            </a:solidFill>
          </p:spPr>
          <p:txBody>
            <a:bodyPr/>
            <a:lstStyle/>
            <a:p/>
          </p:txBody>
        </p:sp>
        <p:sp>
          <p:nvSpPr>
            <p:cNvPr id="37" name="rc36"/>
            <p:cNvSpPr/>
            <p:nvPr/>
          </p:nvSpPr>
          <p:spPr>
            <a:xfrm>
              <a:off x="5283227" y="3654153"/>
              <a:ext cx="98773" cy="311042"/>
            </a:xfrm>
            <a:prstGeom prst="rect">
              <a:avLst/>
            </a:prstGeom>
            <a:solidFill>
              <a:srgbClr val="FFD965">
                <a:alpha val="100000"/>
              </a:srgbClr>
            </a:solidFill>
          </p:spPr>
          <p:txBody>
            <a:bodyPr/>
            <a:lstStyle/>
            <a:p/>
          </p:txBody>
        </p:sp>
        <p:sp>
          <p:nvSpPr>
            <p:cNvPr id="38" name="rc37"/>
            <p:cNvSpPr/>
            <p:nvPr/>
          </p:nvSpPr>
          <p:spPr>
            <a:xfrm>
              <a:off x="5382000" y="3654153"/>
              <a:ext cx="2074234" cy="311042"/>
            </a:xfrm>
            <a:prstGeom prst="rect">
              <a:avLst/>
            </a:prstGeom>
            <a:solidFill>
              <a:srgbClr val="ADD493">
                <a:alpha val="100000"/>
              </a:srgbClr>
            </a:solidFill>
          </p:spPr>
          <p:txBody>
            <a:bodyPr/>
            <a:lstStyle/>
            <a:p/>
          </p:txBody>
        </p:sp>
        <p:sp>
          <p:nvSpPr>
            <p:cNvPr id="39" name="rc38"/>
            <p:cNvSpPr/>
            <p:nvPr/>
          </p:nvSpPr>
          <p:spPr>
            <a:xfrm>
              <a:off x="7456235" y="3654153"/>
              <a:ext cx="2765646" cy="311042"/>
            </a:xfrm>
            <a:prstGeom prst="rect">
              <a:avLst/>
            </a:prstGeom>
            <a:solidFill>
              <a:srgbClr val="70AD47">
                <a:alpha val="100000"/>
              </a:srgbClr>
            </a:solidFill>
          </p:spPr>
          <p:txBody>
            <a:bodyPr/>
            <a:lstStyle/>
            <a:p/>
          </p:txBody>
        </p:sp>
        <p:sp>
          <p:nvSpPr>
            <p:cNvPr id="40" name="rc39"/>
            <p:cNvSpPr/>
            <p:nvPr/>
          </p:nvSpPr>
          <p:spPr>
            <a:xfrm>
              <a:off x="10221881" y="3654153"/>
              <a:ext cx="98773" cy="311042"/>
            </a:xfrm>
            <a:prstGeom prst="rect">
              <a:avLst/>
            </a:prstGeom>
            <a:solidFill>
              <a:srgbClr val="BFBFBF">
                <a:alpha val="100000"/>
              </a:srgbClr>
            </a:solidFill>
          </p:spPr>
          <p:txBody>
            <a:bodyPr/>
            <a:lstStyle/>
            <a:p/>
          </p:txBody>
        </p:sp>
        <p:sp>
          <p:nvSpPr>
            <p:cNvPr id="41" name="rc40"/>
            <p:cNvSpPr/>
            <p:nvPr/>
          </p:nvSpPr>
          <p:spPr>
            <a:xfrm>
              <a:off x="5283227" y="4052925"/>
              <a:ext cx="0" cy="311042"/>
            </a:xfrm>
            <a:prstGeom prst="rect">
              <a:avLst/>
            </a:prstGeom>
            <a:solidFill>
              <a:srgbClr val="CA5651">
                <a:alpha val="100000"/>
              </a:srgbClr>
            </a:solidFill>
          </p:spPr>
          <p:txBody>
            <a:bodyPr/>
            <a:lstStyle/>
            <a:p/>
          </p:txBody>
        </p:sp>
        <p:sp>
          <p:nvSpPr>
            <p:cNvPr id="42" name="rc41"/>
            <p:cNvSpPr/>
            <p:nvPr/>
          </p:nvSpPr>
          <p:spPr>
            <a:xfrm>
              <a:off x="5283227" y="4052925"/>
              <a:ext cx="98773" cy="311042"/>
            </a:xfrm>
            <a:prstGeom prst="rect">
              <a:avLst/>
            </a:prstGeom>
            <a:solidFill>
              <a:srgbClr val="FFD965">
                <a:alpha val="100000"/>
              </a:srgbClr>
            </a:solidFill>
          </p:spPr>
          <p:txBody>
            <a:bodyPr/>
            <a:lstStyle/>
            <a:p/>
          </p:txBody>
        </p:sp>
        <p:sp>
          <p:nvSpPr>
            <p:cNvPr id="43" name="rc42"/>
            <p:cNvSpPr/>
            <p:nvPr/>
          </p:nvSpPr>
          <p:spPr>
            <a:xfrm>
              <a:off x="5382000" y="4052925"/>
              <a:ext cx="2370554" cy="311042"/>
            </a:xfrm>
            <a:prstGeom prst="rect">
              <a:avLst/>
            </a:prstGeom>
            <a:solidFill>
              <a:srgbClr val="ADD493">
                <a:alpha val="100000"/>
              </a:srgbClr>
            </a:solidFill>
          </p:spPr>
          <p:txBody>
            <a:bodyPr/>
            <a:lstStyle/>
            <a:p/>
          </p:txBody>
        </p:sp>
        <p:sp>
          <p:nvSpPr>
            <p:cNvPr id="44" name="rc43"/>
            <p:cNvSpPr/>
            <p:nvPr/>
          </p:nvSpPr>
          <p:spPr>
            <a:xfrm>
              <a:off x="7752554" y="4052925"/>
              <a:ext cx="2568100" cy="311042"/>
            </a:xfrm>
            <a:prstGeom prst="rect">
              <a:avLst/>
            </a:prstGeom>
            <a:solidFill>
              <a:srgbClr val="70AD47">
                <a:alpha val="100000"/>
              </a:srgbClr>
            </a:solidFill>
          </p:spPr>
          <p:txBody>
            <a:bodyPr/>
            <a:lstStyle/>
            <a:p/>
          </p:txBody>
        </p:sp>
        <p:sp>
          <p:nvSpPr>
            <p:cNvPr id="45" name="rc44"/>
            <p:cNvSpPr/>
            <p:nvPr/>
          </p:nvSpPr>
          <p:spPr>
            <a:xfrm>
              <a:off x="10320654" y="4052925"/>
              <a:ext cx="0" cy="311042"/>
            </a:xfrm>
            <a:prstGeom prst="rect">
              <a:avLst/>
            </a:prstGeom>
            <a:solidFill>
              <a:srgbClr val="BFBFBF">
                <a:alpha val="100000"/>
              </a:srgbClr>
            </a:solidFill>
          </p:spPr>
          <p:txBody>
            <a:bodyPr/>
            <a:lstStyle/>
            <a:p/>
          </p:txBody>
        </p:sp>
        <p:sp>
          <p:nvSpPr>
            <p:cNvPr id="46" name="rc45"/>
            <p:cNvSpPr/>
            <p:nvPr/>
          </p:nvSpPr>
          <p:spPr>
            <a:xfrm>
              <a:off x="5283227" y="4451697"/>
              <a:ext cx="0" cy="311042"/>
            </a:xfrm>
            <a:prstGeom prst="rect">
              <a:avLst/>
            </a:prstGeom>
            <a:solidFill>
              <a:srgbClr val="CA5651">
                <a:alpha val="100000"/>
              </a:srgbClr>
            </a:solidFill>
          </p:spPr>
          <p:txBody>
            <a:bodyPr/>
            <a:lstStyle/>
            <a:p/>
          </p:txBody>
        </p:sp>
        <p:sp>
          <p:nvSpPr>
            <p:cNvPr id="47" name="rc46"/>
            <p:cNvSpPr/>
            <p:nvPr/>
          </p:nvSpPr>
          <p:spPr>
            <a:xfrm>
              <a:off x="5283227" y="4451697"/>
              <a:ext cx="98773" cy="311042"/>
            </a:xfrm>
            <a:prstGeom prst="rect">
              <a:avLst/>
            </a:prstGeom>
            <a:solidFill>
              <a:srgbClr val="FFD965">
                <a:alpha val="100000"/>
              </a:srgbClr>
            </a:solidFill>
          </p:spPr>
          <p:txBody>
            <a:bodyPr/>
            <a:lstStyle/>
            <a:p/>
          </p:txBody>
        </p:sp>
        <p:sp>
          <p:nvSpPr>
            <p:cNvPr id="48" name="rc47"/>
            <p:cNvSpPr/>
            <p:nvPr/>
          </p:nvSpPr>
          <p:spPr>
            <a:xfrm>
              <a:off x="5382000" y="4451697"/>
              <a:ext cx="1679142" cy="311042"/>
            </a:xfrm>
            <a:prstGeom prst="rect">
              <a:avLst/>
            </a:prstGeom>
            <a:solidFill>
              <a:srgbClr val="ADD493">
                <a:alpha val="100000"/>
              </a:srgbClr>
            </a:solidFill>
          </p:spPr>
          <p:txBody>
            <a:bodyPr/>
            <a:lstStyle/>
            <a:p/>
          </p:txBody>
        </p:sp>
        <p:sp>
          <p:nvSpPr>
            <p:cNvPr id="49" name="rc48"/>
            <p:cNvSpPr/>
            <p:nvPr/>
          </p:nvSpPr>
          <p:spPr>
            <a:xfrm>
              <a:off x="7061142" y="4451697"/>
              <a:ext cx="3259511" cy="311042"/>
            </a:xfrm>
            <a:prstGeom prst="rect">
              <a:avLst/>
            </a:prstGeom>
            <a:solidFill>
              <a:srgbClr val="70AD47">
                <a:alpha val="100000"/>
              </a:srgbClr>
            </a:solidFill>
          </p:spPr>
          <p:txBody>
            <a:bodyPr/>
            <a:lstStyle/>
            <a:p/>
          </p:txBody>
        </p:sp>
        <p:sp>
          <p:nvSpPr>
            <p:cNvPr id="50" name="rc49"/>
            <p:cNvSpPr/>
            <p:nvPr/>
          </p:nvSpPr>
          <p:spPr>
            <a:xfrm>
              <a:off x="10320654" y="4451697"/>
              <a:ext cx="0" cy="311042"/>
            </a:xfrm>
            <a:prstGeom prst="rect">
              <a:avLst/>
            </a:prstGeom>
            <a:solidFill>
              <a:srgbClr val="BFBFBF">
                <a:alpha val="100000"/>
              </a:srgbClr>
            </a:solidFill>
          </p:spPr>
          <p:txBody>
            <a:bodyPr/>
            <a:lstStyle/>
            <a:p/>
          </p:txBody>
        </p:sp>
        <p:sp>
          <p:nvSpPr>
            <p:cNvPr id="51" name="rc50"/>
            <p:cNvSpPr/>
            <p:nvPr/>
          </p:nvSpPr>
          <p:spPr>
            <a:xfrm>
              <a:off x="5283227" y="4850469"/>
              <a:ext cx="0" cy="311042"/>
            </a:xfrm>
            <a:prstGeom prst="rect">
              <a:avLst/>
            </a:prstGeom>
            <a:solidFill>
              <a:srgbClr val="CA5651">
                <a:alpha val="100000"/>
              </a:srgbClr>
            </a:solidFill>
          </p:spPr>
          <p:txBody>
            <a:bodyPr/>
            <a:lstStyle/>
            <a:p/>
          </p:txBody>
        </p:sp>
        <p:sp>
          <p:nvSpPr>
            <p:cNvPr id="52" name="rc51"/>
            <p:cNvSpPr/>
            <p:nvPr/>
          </p:nvSpPr>
          <p:spPr>
            <a:xfrm>
              <a:off x="5283227" y="4850469"/>
              <a:ext cx="0" cy="311042"/>
            </a:xfrm>
            <a:prstGeom prst="rect">
              <a:avLst/>
            </a:prstGeom>
            <a:solidFill>
              <a:srgbClr val="FFD965">
                <a:alpha val="100000"/>
              </a:srgbClr>
            </a:solidFill>
          </p:spPr>
          <p:txBody>
            <a:bodyPr/>
            <a:lstStyle/>
            <a:p/>
          </p:txBody>
        </p:sp>
        <p:sp>
          <p:nvSpPr>
            <p:cNvPr id="53" name="rc52"/>
            <p:cNvSpPr/>
            <p:nvPr/>
          </p:nvSpPr>
          <p:spPr>
            <a:xfrm>
              <a:off x="5283227" y="4850469"/>
              <a:ext cx="1975461" cy="311042"/>
            </a:xfrm>
            <a:prstGeom prst="rect">
              <a:avLst/>
            </a:prstGeom>
            <a:solidFill>
              <a:srgbClr val="ADD493">
                <a:alpha val="100000"/>
              </a:srgbClr>
            </a:solidFill>
          </p:spPr>
          <p:txBody>
            <a:bodyPr/>
            <a:lstStyle/>
            <a:p/>
          </p:txBody>
        </p:sp>
        <p:sp>
          <p:nvSpPr>
            <p:cNvPr id="54" name="rc53"/>
            <p:cNvSpPr/>
            <p:nvPr/>
          </p:nvSpPr>
          <p:spPr>
            <a:xfrm>
              <a:off x="7258688" y="4850469"/>
              <a:ext cx="3061965" cy="311042"/>
            </a:xfrm>
            <a:prstGeom prst="rect">
              <a:avLst/>
            </a:prstGeom>
            <a:solidFill>
              <a:srgbClr val="70AD47">
                <a:alpha val="100000"/>
              </a:srgbClr>
            </a:solidFill>
          </p:spPr>
          <p:txBody>
            <a:bodyPr/>
            <a:lstStyle/>
            <a:p/>
          </p:txBody>
        </p:sp>
        <p:sp>
          <p:nvSpPr>
            <p:cNvPr id="55" name="rc54"/>
            <p:cNvSpPr/>
            <p:nvPr/>
          </p:nvSpPr>
          <p:spPr>
            <a:xfrm>
              <a:off x="10320654" y="4850469"/>
              <a:ext cx="0" cy="311042"/>
            </a:xfrm>
            <a:prstGeom prst="rect">
              <a:avLst/>
            </a:prstGeom>
            <a:solidFill>
              <a:srgbClr val="BFBFBF">
                <a:alpha val="100000"/>
              </a:srgbClr>
            </a:solidFill>
          </p:spPr>
          <p:txBody>
            <a:bodyPr/>
            <a:lstStyle/>
            <a:p/>
          </p:txBody>
        </p:sp>
        <p:sp>
          <p:nvSpPr>
            <p:cNvPr id="56" name="rc55"/>
            <p:cNvSpPr/>
            <p:nvPr/>
          </p:nvSpPr>
          <p:spPr>
            <a:xfrm>
              <a:off x="5283227" y="5249241"/>
              <a:ext cx="0" cy="311042"/>
            </a:xfrm>
            <a:prstGeom prst="rect">
              <a:avLst/>
            </a:prstGeom>
            <a:solidFill>
              <a:srgbClr val="CA5651">
                <a:alpha val="100000"/>
              </a:srgbClr>
            </a:solidFill>
          </p:spPr>
          <p:txBody>
            <a:bodyPr/>
            <a:lstStyle/>
            <a:p/>
          </p:txBody>
        </p:sp>
        <p:sp>
          <p:nvSpPr>
            <p:cNvPr id="57" name="rc56"/>
            <p:cNvSpPr/>
            <p:nvPr/>
          </p:nvSpPr>
          <p:spPr>
            <a:xfrm>
              <a:off x="5283227" y="5249241"/>
              <a:ext cx="0" cy="311042"/>
            </a:xfrm>
            <a:prstGeom prst="rect">
              <a:avLst/>
            </a:prstGeom>
            <a:solidFill>
              <a:srgbClr val="FFD965">
                <a:alpha val="100000"/>
              </a:srgbClr>
            </a:solidFill>
          </p:spPr>
          <p:txBody>
            <a:bodyPr/>
            <a:lstStyle/>
            <a:p/>
          </p:txBody>
        </p:sp>
        <p:sp>
          <p:nvSpPr>
            <p:cNvPr id="58" name="rc57"/>
            <p:cNvSpPr/>
            <p:nvPr/>
          </p:nvSpPr>
          <p:spPr>
            <a:xfrm>
              <a:off x="5283227" y="5249241"/>
              <a:ext cx="1777915" cy="311042"/>
            </a:xfrm>
            <a:prstGeom prst="rect">
              <a:avLst/>
            </a:prstGeom>
            <a:solidFill>
              <a:srgbClr val="ADD493">
                <a:alpha val="100000"/>
              </a:srgbClr>
            </a:solidFill>
          </p:spPr>
          <p:txBody>
            <a:bodyPr/>
            <a:lstStyle/>
            <a:p/>
          </p:txBody>
        </p:sp>
        <p:sp>
          <p:nvSpPr>
            <p:cNvPr id="59" name="rc58"/>
            <p:cNvSpPr/>
            <p:nvPr/>
          </p:nvSpPr>
          <p:spPr>
            <a:xfrm>
              <a:off x="7061142" y="5249241"/>
              <a:ext cx="3061965" cy="311042"/>
            </a:xfrm>
            <a:prstGeom prst="rect">
              <a:avLst/>
            </a:prstGeom>
            <a:solidFill>
              <a:srgbClr val="70AD47">
                <a:alpha val="100000"/>
              </a:srgbClr>
            </a:solidFill>
          </p:spPr>
          <p:txBody>
            <a:bodyPr/>
            <a:lstStyle/>
            <a:p/>
          </p:txBody>
        </p:sp>
        <p:sp>
          <p:nvSpPr>
            <p:cNvPr id="60" name="rc59"/>
            <p:cNvSpPr/>
            <p:nvPr/>
          </p:nvSpPr>
          <p:spPr>
            <a:xfrm>
              <a:off x="10123108" y="5249241"/>
              <a:ext cx="197546" cy="311042"/>
            </a:xfrm>
            <a:prstGeom prst="rect">
              <a:avLst/>
            </a:prstGeom>
            <a:solidFill>
              <a:srgbClr val="BFBFBF">
                <a:alpha val="100000"/>
              </a:srgbClr>
            </a:solidFill>
          </p:spPr>
          <p:txBody>
            <a:bodyPr/>
            <a:lstStyle/>
            <a:p/>
          </p:txBody>
        </p:sp>
        <p:sp>
          <p:nvSpPr>
            <p:cNvPr id="61" name="tx60"/>
            <p:cNvSpPr/>
            <p:nvPr/>
          </p:nvSpPr>
          <p:spPr>
            <a:xfrm>
              <a:off x="5334994" y="3738751"/>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a:t>
              </a:r>
            </a:p>
          </p:txBody>
        </p:sp>
        <p:sp>
          <p:nvSpPr>
            <p:cNvPr id="62" name="tx61"/>
            <p:cNvSpPr/>
            <p:nvPr/>
          </p:nvSpPr>
          <p:spPr>
            <a:xfrm>
              <a:off x="6241203" y="3738751"/>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41%</a:t>
              </a:r>
            </a:p>
          </p:txBody>
        </p:sp>
        <p:sp>
          <p:nvSpPr>
            <p:cNvPr id="63" name="tx62"/>
            <p:cNvSpPr/>
            <p:nvPr/>
          </p:nvSpPr>
          <p:spPr>
            <a:xfrm>
              <a:off x="8661143" y="3738751"/>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55%</a:t>
              </a:r>
            </a:p>
          </p:txBody>
        </p:sp>
        <p:sp>
          <p:nvSpPr>
            <p:cNvPr id="64" name="tx63"/>
            <p:cNvSpPr/>
            <p:nvPr/>
          </p:nvSpPr>
          <p:spPr>
            <a:xfrm>
              <a:off x="10011933" y="3738751"/>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a:t>
              </a:r>
            </a:p>
          </p:txBody>
        </p:sp>
        <p:sp>
          <p:nvSpPr>
            <p:cNvPr id="65" name="tx64"/>
            <p:cNvSpPr/>
            <p:nvPr/>
          </p:nvSpPr>
          <p:spPr>
            <a:xfrm>
              <a:off x="5747337" y="1744891"/>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25%</a:t>
              </a:r>
            </a:p>
          </p:txBody>
        </p:sp>
        <p:sp>
          <p:nvSpPr>
            <p:cNvPr id="66" name="tx65"/>
            <p:cNvSpPr/>
            <p:nvPr/>
          </p:nvSpPr>
          <p:spPr>
            <a:xfrm>
              <a:off x="8167278" y="1744891"/>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71%</a:t>
              </a:r>
            </a:p>
          </p:txBody>
        </p:sp>
        <p:sp>
          <p:nvSpPr>
            <p:cNvPr id="67" name="tx66"/>
            <p:cNvSpPr/>
            <p:nvPr/>
          </p:nvSpPr>
          <p:spPr>
            <a:xfrm>
              <a:off x="10011933" y="1744891"/>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4%</a:t>
              </a:r>
            </a:p>
          </p:txBody>
        </p:sp>
        <p:sp>
          <p:nvSpPr>
            <p:cNvPr id="68" name="tx67"/>
            <p:cNvSpPr/>
            <p:nvPr/>
          </p:nvSpPr>
          <p:spPr>
            <a:xfrm>
              <a:off x="5334994" y="4137523"/>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a:t>
              </a:r>
            </a:p>
          </p:txBody>
        </p:sp>
        <p:sp>
          <p:nvSpPr>
            <p:cNvPr id="69" name="tx68"/>
            <p:cNvSpPr/>
            <p:nvPr/>
          </p:nvSpPr>
          <p:spPr>
            <a:xfrm>
              <a:off x="6389362" y="4137523"/>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47%</a:t>
              </a:r>
            </a:p>
          </p:txBody>
        </p:sp>
        <p:sp>
          <p:nvSpPr>
            <p:cNvPr id="70" name="tx69"/>
            <p:cNvSpPr/>
            <p:nvPr/>
          </p:nvSpPr>
          <p:spPr>
            <a:xfrm>
              <a:off x="8858690" y="4137523"/>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51%</a:t>
              </a:r>
            </a:p>
          </p:txBody>
        </p:sp>
        <p:sp>
          <p:nvSpPr>
            <p:cNvPr id="71" name="tx70"/>
            <p:cNvSpPr/>
            <p:nvPr/>
          </p:nvSpPr>
          <p:spPr>
            <a:xfrm>
              <a:off x="5895497" y="2143663"/>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31%</a:t>
              </a:r>
            </a:p>
          </p:txBody>
        </p:sp>
        <p:sp>
          <p:nvSpPr>
            <p:cNvPr id="72" name="tx71"/>
            <p:cNvSpPr/>
            <p:nvPr/>
          </p:nvSpPr>
          <p:spPr>
            <a:xfrm>
              <a:off x="8216664" y="2143663"/>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61%</a:t>
              </a:r>
            </a:p>
          </p:txBody>
        </p:sp>
        <p:sp>
          <p:nvSpPr>
            <p:cNvPr id="73" name="tx72"/>
            <p:cNvSpPr/>
            <p:nvPr/>
          </p:nvSpPr>
          <p:spPr>
            <a:xfrm>
              <a:off x="9994631" y="2143663"/>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8%</a:t>
              </a:r>
            </a:p>
          </p:txBody>
        </p:sp>
        <p:sp>
          <p:nvSpPr>
            <p:cNvPr id="74" name="tx73"/>
            <p:cNvSpPr/>
            <p:nvPr/>
          </p:nvSpPr>
          <p:spPr>
            <a:xfrm>
              <a:off x="5697951" y="1346119"/>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24%</a:t>
              </a:r>
            </a:p>
          </p:txBody>
        </p:sp>
        <p:sp>
          <p:nvSpPr>
            <p:cNvPr id="75" name="tx74"/>
            <p:cNvSpPr/>
            <p:nvPr/>
          </p:nvSpPr>
          <p:spPr>
            <a:xfrm>
              <a:off x="8167278" y="1346119"/>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75%</a:t>
              </a:r>
            </a:p>
          </p:txBody>
        </p:sp>
        <p:sp>
          <p:nvSpPr>
            <p:cNvPr id="76" name="tx75"/>
            <p:cNvSpPr/>
            <p:nvPr/>
          </p:nvSpPr>
          <p:spPr>
            <a:xfrm>
              <a:off x="10011933" y="1346119"/>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a:t>
              </a:r>
            </a:p>
          </p:txBody>
        </p:sp>
        <p:sp>
          <p:nvSpPr>
            <p:cNvPr id="77" name="tx76"/>
            <p:cNvSpPr/>
            <p:nvPr/>
          </p:nvSpPr>
          <p:spPr>
            <a:xfrm>
              <a:off x="5895497" y="2542435"/>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31%</a:t>
              </a:r>
            </a:p>
          </p:txBody>
        </p:sp>
        <p:sp>
          <p:nvSpPr>
            <p:cNvPr id="78" name="tx77"/>
            <p:cNvSpPr/>
            <p:nvPr/>
          </p:nvSpPr>
          <p:spPr>
            <a:xfrm>
              <a:off x="8315438" y="2542435"/>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65%</a:t>
              </a:r>
            </a:p>
          </p:txBody>
        </p:sp>
        <p:sp>
          <p:nvSpPr>
            <p:cNvPr id="79" name="tx78"/>
            <p:cNvSpPr/>
            <p:nvPr/>
          </p:nvSpPr>
          <p:spPr>
            <a:xfrm>
              <a:off x="10011933" y="2542435"/>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4%</a:t>
              </a:r>
            </a:p>
          </p:txBody>
        </p:sp>
        <p:sp>
          <p:nvSpPr>
            <p:cNvPr id="80" name="tx79"/>
            <p:cNvSpPr/>
            <p:nvPr/>
          </p:nvSpPr>
          <p:spPr>
            <a:xfrm>
              <a:off x="6093043" y="4935067"/>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39%</a:t>
              </a:r>
            </a:p>
          </p:txBody>
        </p:sp>
        <p:sp>
          <p:nvSpPr>
            <p:cNvPr id="81" name="tx80"/>
            <p:cNvSpPr/>
            <p:nvPr/>
          </p:nvSpPr>
          <p:spPr>
            <a:xfrm>
              <a:off x="8611757" y="4935067"/>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61%</a:t>
              </a:r>
            </a:p>
          </p:txBody>
        </p:sp>
        <p:sp>
          <p:nvSpPr>
            <p:cNvPr id="82" name="tx81"/>
            <p:cNvSpPr/>
            <p:nvPr/>
          </p:nvSpPr>
          <p:spPr>
            <a:xfrm>
              <a:off x="5334994" y="4536295"/>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a:t>
              </a:r>
            </a:p>
          </p:txBody>
        </p:sp>
        <p:sp>
          <p:nvSpPr>
            <p:cNvPr id="83" name="tx82"/>
            <p:cNvSpPr/>
            <p:nvPr/>
          </p:nvSpPr>
          <p:spPr>
            <a:xfrm>
              <a:off x="6043657" y="4536295"/>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33%</a:t>
              </a:r>
            </a:p>
          </p:txBody>
        </p:sp>
        <p:sp>
          <p:nvSpPr>
            <p:cNvPr id="84" name="tx83"/>
            <p:cNvSpPr/>
            <p:nvPr/>
          </p:nvSpPr>
          <p:spPr>
            <a:xfrm>
              <a:off x="8512984" y="4536295"/>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65%</a:t>
              </a:r>
            </a:p>
          </p:txBody>
        </p:sp>
        <p:sp>
          <p:nvSpPr>
            <p:cNvPr id="85" name="tx84"/>
            <p:cNvSpPr/>
            <p:nvPr/>
          </p:nvSpPr>
          <p:spPr>
            <a:xfrm>
              <a:off x="5648564" y="2941207"/>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22%</a:t>
              </a:r>
            </a:p>
          </p:txBody>
        </p:sp>
        <p:sp>
          <p:nvSpPr>
            <p:cNvPr id="86" name="tx85"/>
            <p:cNvSpPr/>
            <p:nvPr/>
          </p:nvSpPr>
          <p:spPr>
            <a:xfrm>
              <a:off x="8019118" y="2941207"/>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73%</a:t>
              </a:r>
            </a:p>
          </p:txBody>
        </p:sp>
        <p:sp>
          <p:nvSpPr>
            <p:cNvPr id="87" name="tx86"/>
            <p:cNvSpPr/>
            <p:nvPr/>
          </p:nvSpPr>
          <p:spPr>
            <a:xfrm>
              <a:off x="10011933" y="2941207"/>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6%</a:t>
              </a:r>
            </a:p>
          </p:txBody>
        </p:sp>
        <p:sp>
          <p:nvSpPr>
            <p:cNvPr id="88" name="tx87"/>
            <p:cNvSpPr/>
            <p:nvPr/>
          </p:nvSpPr>
          <p:spPr>
            <a:xfrm>
              <a:off x="5334994" y="3339979"/>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FFFFFF">
                      <a:alpha val="100000"/>
                    </a:srgbClr>
                  </a:solidFill>
                  <a:latin typeface="Arial"/>
                  <a:cs typeface="Arial"/>
                </a:rPr>
                <a:t>2%</a:t>
              </a:r>
            </a:p>
          </p:txBody>
        </p:sp>
        <p:sp>
          <p:nvSpPr>
            <p:cNvPr id="89" name="tx88"/>
            <p:cNvSpPr/>
            <p:nvPr/>
          </p:nvSpPr>
          <p:spPr>
            <a:xfrm>
              <a:off x="5745857" y="3339979"/>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2%</a:t>
              </a:r>
            </a:p>
          </p:txBody>
        </p:sp>
        <p:sp>
          <p:nvSpPr>
            <p:cNvPr id="90" name="tx89"/>
            <p:cNvSpPr/>
            <p:nvPr/>
          </p:nvSpPr>
          <p:spPr>
            <a:xfrm>
              <a:off x="6226795" y="3339979"/>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31%</a:t>
              </a:r>
            </a:p>
          </p:txBody>
        </p:sp>
        <p:sp>
          <p:nvSpPr>
            <p:cNvPr id="91" name="tx90"/>
            <p:cNvSpPr/>
            <p:nvPr/>
          </p:nvSpPr>
          <p:spPr>
            <a:xfrm>
              <a:off x="8414211" y="3339979"/>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61%</a:t>
              </a:r>
            </a:p>
          </p:txBody>
        </p:sp>
        <p:sp>
          <p:nvSpPr>
            <p:cNvPr id="92" name="tx91"/>
            <p:cNvSpPr/>
            <p:nvPr/>
          </p:nvSpPr>
          <p:spPr>
            <a:xfrm>
              <a:off x="10011933" y="3339979"/>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4%</a:t>
              </a:r>
            </a:p>
          </p:txBody>
        </p:sp>
        <p:sp>
          <p:nvSpPr>
            <p:cNvPr id="93" name="tx92"/>
            <p:cNvSpPr/>
            <p:nvPr/>
          </p:nvSpPr>
          <p:spPr>
            <a:xfrm>
              <a:off x="5994270" y="5333839"/>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35%</a:t>
              </a:r>
            </a:p>
          </p:txBody>
        </p:sp>
        <p:sp>
          <p:nvSpPr>
            <p:cNvPr id="94" name="tx93"/>
            <p:cNvSpPr/>
            <p:nvPr/>
          </p:nvSpPr>
          <p:spPr>
            <a:xfrm>
              <a:off x="8414211" y="5333839"/>
              <a:ext cx="355828"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61%</a:t>
              </a:r>
            </a:p>
          </p:txBody>
        </p:sp>
        <p:sp>
          <p:nvSpPr>
            <p:cNvPr id="95" name="tx94"/>
            <p:cNvSpPr/>
            <p:nvPr/>
          </p:nvSpPr>
          <p:spPr>
            <a:xfrm>
              <a:off x="10011933" y="5333839"/>
              <a:ext cx="256953" cy="134553"/>
            </a:xfrm>
            <a:prstGeom prst="rect">
              <a:avLst/>
            </a:prstGeom>
            <a:noFill/>
          </p:spPr>
          <p:txBody>
            <a:bodyPr lIns="0" rIns="0" tIns="0" bIns="0" anchorCtr="1" anchor="ctr" wrap="none"/>
            <a:lstStyle/>
            <a:p>
              <a:pPr algn="l" marL="0" marR="0" indent="0">
                <a:lnSpc>
                  <a:spcPts val="1399"/>
                </a:lnSpc>
                <a:spcBef>
                  <a:spcPts val="0"/>
                </a:spcBef>
                <a:spcAft>
                  <a:spcPts val="0"/>
                </a:spcAft>
              </a:pPr>
              <a:r>
                <a:rPr sz="1399" b="1">
                  <a:solidFill>
                    <a:srgbClr val="081F5C">
                      <a:alpha val="100000"/>
                    </a:srgbClr>
                  </a:solidFill>
                  <a:latin typeface="Arial"/>
                  <a:cs typeface="Arial"/>
                </a:rPr>
                <a:t>4%</a:t>
              </a:r>
            </a:p>
          </p:txBody>
        </p:sp>
        <p:sp>
          <p:nvSpPr>
            <p:cNvPr id="96" name="tx95"/>
            <p:cNvSpPr/>
            <p:nvPr/>
          </p:nvSpPr>
          <p:spPr>
            <a:xfrm>
              <a:off x="3094665" y="1365405"/>
              <a:ext cx="1366372" cy="101637"/>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Estados Financieros</a:t>
              </a:r>
            </a:p>
          </p:txBody>
        </p:sp>
        <p:sp>
          <p:nvSpPr>
            <p:cNvPr id="97" name="tx96"/>
            <p:cNvSpPr/>
            <p:nvPr/>
          </p:nvSpPr>
          <p:spPr>
            <a:xfrm>
              <a:off x="3847940" y="1762472"/>
              <a:ext cx="613097" cy="103342"/>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Auditoría</a:t>
              </a:r>
            </a:p>
          </p:txBody>
        </p:sp>
        <p:sp>
          <p:nvSpPr>
            <p:cNvPr id="98" name="tx97"/>
            <p:cNvSpPr/>
            <p:nvPr/>
          </p:nvSpPr>
          <p:spPr>
            <a:xfrm>
              <a:off x="2916220" y="2133481"/>
              <a:ext cx="1544817" cy="131105"/>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Costos y presupuestos</a:t>
              </a:r>
            </a:p>
          </p:txBody>
        </p:sp>
        <p:sp>
          <p:nvSpPr>
            <p:cNvPr id="99" name="tx98"/>
            <p:cNvSpPr/>
            <p:nvPr/>
          </p:nvSpPr>
          <p:spPr>
            <a:xfrm>
              <a:off x="3863288" y="2561721"/>
              <a:ext cx="597749" cy="101637"/>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Finanzas</a:t>
              </a:r>
            </a:p>
          </p:txBody>
        </p:sp>
        <p:sp>
          <p:nvSpPr>
            <p:cNvPr id="100" name="tx99"/>
            <p:cNvSpPr/>
            <p:nvPr/>
          </p:nvSpPr>
          <p:spPr>
            <a:xfrm>
              <a:off x="3700464" y="2958787"/>
              <a:ext cx="760573" cy="103342"/>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Tributación</a:t>
              </a:r>
            </a:p>
          </p:txBody>
        </p:sp>
        <p:sp>
          <p:nvSpPr>
            <p:cNvPr id="101" name="tx100"/>
            <p:cNvSpPr/>
            <p:nvPr/>
          </p:nvSpPr>
          <p:spPr>
            <a:xfrm>
              <a:off x="3218676" y="3331639"/>
              <a:ext cx="1242361" cy="129263"/>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Visión empresarial</a:t>
              </a:r>
            </a:p>
          </p:txBody>
        </p:sp>
        <p:sp>
          <p:nvSpPr>
            <p:cNvPr id="102" name="tx101"/>
            <p:cNvSpPr/>
            <p:nvPr/>
          </p:nvSpPr>
          <p:spPr>
            <a:xfrm>
              <a:off x="1907215" y="3728569"/>
              <a:ext cx="2553822" cy="131105"/>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Aprendizaje autónomo e investigación</a:t>
              </a:r>
            </a:p>
          </p:txBody>
        </p:sp>
        <p:sp>
          <p:nvSpPr>
            <p:cNvPr id="103" name="tx102"/>
            <p:cNvSpPr/>
            <p:nvPr/>
          </p:nvSpPr>
          <p:spPr>
            <a:xfrm>
              <a:off x="3071473" y="4155035"/>
              <a:ext cx="1389564" cy="103410"/>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Comunicación eficaz</a:t>
              </a:r>
            </a:p>
          </p:txBody>
        </p:sp>
        <p:sp>
          <p:nvSpPr>
            <p:cNvPr id="104" name="tx103"/>
            <p:cNvSpPr/>
            <p:nvPr/>
          </p:nvSpPr>
          <p:spPr>
            <a:xfrm>
              <a:off x="3257967" y="4527818"/>
              <a:ext cx="1203070" cy="129399"/>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Trabajo en equipo</a:t>
              </a:r>
            </a:p>
          </p:txBody>
        </p:sp>
        <p:sp>
          <p:nvSpPr>
            <p:cNvPr id="105" name="tx104"/>
            <p:cNvSpPr/>
            <p:nvPr/>
          </p:nvSpPr>
          <p:spPr>
            <a:xfrm>
              <a:off x="2691117" y="4952647"/>
              <a:ext cx="1769919" cy="103342"/>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Razonamiento matemático</a:t>
              </a:r>
            </a:p>
          </p:txBody>
        </p:sp>
        <p:sp>
          <p:nvSpPr>
            <p:cNvPr id="106" name="tx105"/>
            <p:cNvSpPr/>
            <p:nvPr/>
          </p:nvSpPr>
          <p:spPr>
            <a:xfrm>
              <a:off x="3242073" y="5299236"/>
              <a:ext cx="1218964" cy="155525"/>
            </a:xfrm>
            <a:prstGeom prst="rect">
              <a:avLst/>
            </a:prstGeom>
            <a:noFill/>
          </p:spPr>
          <p:txBody>
            <a:bodyPr lIns="0" rIns="0" tIns="0" bIns="0" anchorCtr="1" anchor="ctr" wrap="none"/>
            <a:lstStyle/>
            <a:p>
              <a:pPr algn="l" marL="0" marR="0" indent="0">
                <a:lnSpc>
                  <a:spcPts val="1100"/>
                </a:lnSpc>
                <a:spcBef>
                  <a:spcPts val="0"/>
                </a:spcBef>
                <a:spcAft>
                  <a:spcPts val="0"/>
                </a:spcAft>
              </a:pPr>
              <a:r>
                <a:rPr sz="1100" b="1">
                  <a:solidFill>
                    <a:srgbClr val="081F5C">
                      <a:alpha val="100000"/>
                    </a:srgbClr>
                  </a:solidFill>
                  <a:latin typeface="Arial"/>
                  <a:cs typeface="Arial"/>
                </a:rPr>
                <a:t>Ética y ciudadanía</a:t>
              </a:r>
            </a:p>
          </p:txBody>
        </p:sp>
        <p:sp>
          <p:nvSpPr>
            <p:cNvPr id="107" name="rc106"/>
            <p:cNvSpPr/>
            <p:nvPr/>
          </p:nvSpPr>
          <p:spPr>
            <a:xfrm>
              <a:off x="3839009" y="5670337"/>
              <a:ext cx="139751" cy="139751"/>
            </a:xfrm>
            <a:prstGeom prst="rect">
              <a:avLst/>
            </a:prstGeom>
            <a:solidFill>
              <a:srgbClr val="CA5651">
                <a:alpha val="100000"/>
              </a:srgbClr>
            </a:solidFill>
          </p:spPr>
          <p:txBody>
            <a:bodyPr/>
            <a:lstStyle/>
            <a:p/>
          </p:txBody>
        </p:sp>
        <p:sp>
          <p:nvSpPr>
            <p:cNvPr id="108" name="tx107"/>
            <p:cNvSpPr/>
            <p:nvPr/>
          </p:nvSpPr>
          <p:spPr>
            <a:xfrm>
              <a:off x="4061132" y="5693549"/>
              <a:ext cx="1599494" cy="91847"/>
            </a:xfrm>
            <a:prstGeom prst="rect">
              <a:avLst/>
            </a:prstGeom>
            <a:noFill/>
          </p:spPr>
          <p:txBody>
            <a:bodyPr lIns="0" rIns="0" tIns="0" bIns="0" anchorCtr="1" anchor="ctr" wrap="none"/>
            <a:lstStyle/>
            <a:p>
              <a:pPr algn="l" marL="0" marR="0" indent="0">
                <a:lnSpc>
                  <a:spcPts val="994"/>
                </a:lnSpc>
                <a:spcBef>
                  <a:spcPts val="0"/>
                </a:spcBef>
                <a:spcAft>
                  <a:spcPts val="0"/>
                </a:spcAft>
              </a:pPr>
              <a:r>
                <a:rPr sz="994" b="1">
                  <a:solidFill>
                    <a:srgbClr val="081F5C">
                      <a:alpha val="100000"/>
                    </a:srgbClr>
                  </a:solidFill>
                  <a:latin typeface="Arial"/>
                  <a:cs typeface="Arial"/>
                </a:rPr>
                <a:t>Totalmente en desacuerdo</a:t>
              </a:r>
            </a:p>
          </p:txBody>
        </p:sp>
        <p:sp>
          <p:nvSpPr>
            <p:cNvPr id="109" name="rc108"/>
            <p:cNvSpPr/>
            <p:nvPr/>
          </p:nvSpPr>
          <p:spPr>
            <a:xfrm>
              <a:off x="6102041" y="5670337"/>
              <a:ext cx="139751" cy="139751"/>
            </a:xfrm>
            <a:prstGeom prst="rect">
              <a:avLst/>
            </a:prstGeom>
            <a:solidFill>
              <a:srgbClr val="FFD965">
                <a:alpha val="100000"/>
              </a:srgbClr>
            </a:solidFill>
          </p:spPr>
          <p:txBody>
            <a:bodyPr/>
            <a:lstStyle/>
            <a:p/>
          </p:txBody>
        </p:sp>
        <p:sp>
          <p:nvSpPr>
            <p:cNvPr id="110" name="tx109"/>
            <p:cNvSpPr/>
            <p:nvPr/>
          </p:nvSpPr>
          <p:spPr>
            <a:xfrm>
              <a:off x="6324164" y="5693549"/>
              <a:ext cx="905032" cy="91847"/>
            </a:xfrm>
            <a:prstGeom prst="rect">
              <a:avLst/>
            </a:prstGeom>
            <a:noFill/>
          </p:spPr>
          <p:txBody>
            <a:bodyPr lIns="0" rIns="0" tIns="0" bIns="0" anchorCtr="1" anchor="ctr" wrap="none"/>
            <a:lstStyle/>
            <a:p>
              <a:pPr algn="l" marL="0" marR="0" indent="0">
                <a:lnSpc>
                  <a:spcPts val="994"/>
                </a:lnSpc>
                <a:spcBef>
                  <a:spcPts val="0"/>
                </a:spcBef>
                <a:spcAft>
                  <a:spcPts val="0"/>
                </a:spcAft>
              </a:pPr>
              <a:r>
                <a:rPr sz="994" b="1">
                  <a:solidFill>
                    <a:srgbClr val="081F5C">
                      <a:alpha val="100000"/>
                    </a:srgbClr>
                  </a:solidFill>
                  <a:latin typeface="Arial"/>
                  <a:cs typeface="Arial"/>
                </a:rPr>
                <a:t>En desacuerdo</a:t>
              </a:r>
            </a:p>
          </p:txBody>
        </p:sp>
        <p:sp>
          <p:nvSpPr>
            <p:cNvPr id="111" name="rc110"/>
            <p:cNvSpPr/>
            <p:nvPr/>
          </p:nvSpPr>
          <p:spPr>
            <a:xfrm>
              <a:off x="7565989" y="5670337"/>
              <a:ext cx="139751" cy="139751"/>
            </a:xfrm>
            <a:prstGeom prst="rect">
              <a:avLst/>
            </a:prstGeom>
            <a:solidFill>
              <a:srgbClr val="ADD493">
                <a:alpha val="100000"/>
              </a:srgbClr>
            </a:solidFill>
          </p:spPr>
          <p:txBody>
            <a:bodyPr/>
            <a:lstStyle/>
            <a:p/>
          </p:txBody>
        </p:sp>
        <p:sp>
          <p:nvSpPr>
            <p:cNvPr id="112" name="tx111"/>
            <p:cNvSpPr/>
            <p:nvPr/>
          </p:nvSpPr>
          <p:spPr>
            <a:xfrm>
              <a:off x="7788112" y="5693549"/>
              <a:ext cx="687558" cy="91847"/>
            </a:xfrm>
            <a:prstGeom prst="rect">
              <a:avLst/>
            </a:prstGeom>
            <a:noFill/>
          </p:spPr>
          <p:txBody>
            <a:bodyPr lIns="0" rIns="0" tIns="0" bIns="0" anchorCtr="1" anchor="ctr" wrap="none"/>
            <a:lstStyle/>
            <a:p>
              <a:pPr algn="l" marL="0" marR="0" indent="0">
                <a:lnSpc>
                  <a:spcPts val="994"/>
                </a:lnSpc>
                <a:spcBef>
                  <a:spcPts val="0"/>
                </a:spcBef>
                <a:spcAft>
                  <a:spcPts val="0"/>
                </a:spcAft>
              </a:pPr>
              <a:r>
                <a:rPr sz="994" b="1">
                  <a:solidFill>
                    <a:srgbClr val="081F5C">
                      <a:alpha val="100000"/>
                    </a:srgbClr>
                  </a:solidFill>
                  <a:latin typeface="Arial"/>
                  <a:cs typeface="Arial"/>
                </a:rPr>
                <a:t>De acuerdo</a:t>
              </a:r>
            </a:p>
          </p:txBody>
        </p:sp>
        <p:sp>
          <p:nvSpPr>
            <p:cNvPr id="113" name="rc112"/>
            <p:cNvSpPr/>
            <p:nvPr/>
          </p:nvSpPr>
          <p:spPr>
            <a:xfrm>
              <a:off x="8812005" y="5670337"/>
              <a:ext cx="139751" cy="139751"/>
            </a:xfrm>
            <a:prstGeom prst="rect">
              <a:avLst/>
            </a:prstGeom>
            <a:solidFill>
              <a:srgbClr val="70AD47">
                <a:alpha val="100000"/>
              </a:srgbClr>
            </a:solidFill>
          </p:spPr>
          <p:txBody>
            <a:bodyPr/>
            <a:lstStyle/>
            <a:p/>
          </p:txBody>
        </p:sp>
        <p:sp>
          <p:nvSpPr>
            <p:cNvPr id="114" name="tx113"/>
            <p:cNvSpPr/>
            <p:nvPr/>
          </p:nvSpPr>
          <p:spPr>
            <a:xfrm>
              <a:off x="9034128" y="5693549"/>
              <a:ext cx="1381958" cy="91847"/>
            </a:xfrm>
            <a:prstGeom prst="rect">
              <a:avLst/>
            </a:prstGeom>
            <a:noFill/>
          </p:spPr>
          <p:txBody>
            <a:bodyPr lIns="0" rIns="0" tIns="0" bIns="0" anchorCtr="1" anchor="ctr" wrap="none"/>
            <a:lstStyle/>
            <a:p>
              <a:pPr algn="l" marL="0" marR="0" indent="0">
                <a:lnSpc>
                  <a:spcPts val="994"/>
                </a:lnSpc>
                <a:spcBef>
                  <a:spcPts val="0"/>
                </a:spcBef>
                <a:spcAft>
                  <a:spcPts val="0"/>
                </a:spcAft>
              </a:pPr>
              <a:r>
                <a:rPr sz="994" b="1">
                  <a:solidFill>
                    <a:srgbClr val="081F5C">
                      <a:alpha val="100000"/>
                    </a:srgbClr>
                  </a:solidFill>
                  <a:latin typeface="Arial"/>
                  <a:cs typeface="Arial"/>
                </a:rPr>
                <a:t>Totalmente de acuerdo</a:t>
              </a:r>
            </a:p>
          </p:txBody>
        </p:sp>
        <p:sp>
          <p:nvSpPr>
            <p:cNvPr id="115" name="rc114"/>
            <p:cNvSpPr/>
            <p:nvPr/>
          </p:nvSpPr>
          <p:spPr>
            <a:xfrm>
              <a:off x="10857105" y="5670337"/>
              <a:ext cx="139751" cy="139751"/>
            </a:xfrm>
            <a:prstGeom prst="rect">
              <a:avLst/>
            </a:prstGeom>
            <a:solidFill>
              <a:srgbClr val="BFBFBF">
                <a:alpha val="100000"/>
              </a:srgbClr>
            </a:solidFill>
          </p:spPr>
          <p:txBody>
            <a:bodyPr/>
            <a:lstStyle/>
            <a:p/>
          </p:txBody>
        </p:sp>
        <p:sp>
          <p:nvSpPr>
            <p:cNvPr id="116" name="tx115"/>
            <p:cNvSpPr/>
            <p:nvPr/>
          </p:nvSpPr>
          <p:spPr>
            <a:xfrm>
              <a:off x="11079228" y="5691885"/>
              <a:ext cx="448879" cy="93511"/>
            </a:xfrm>
            <a:prstGeom prst="rect">
              <a:avLst/>
            </a:prstGeom>
            <a:noFill/>
          </p:spPr>
          <p:txBody>
            <a:bodyPr lIns="0" rIns="0" tIns="0" bIns="0" anchorCtr="1" anchor="ctr" wrap="none"/>
            <a:lstStyle/>
            <a:p>
              <a:pPr algn="l" marL="0" marR="0" indent="0">
                <a:lnSpc>
                  <a:spcPts val="994"/>
                </a:lnSpc>
                <a:spcBef>
                  <a:spcPts val="0"/>
                </a:spcBef>
                <a:spcAft>
                  <a:spcPts val="0"/>
                </a:spcAft>
              </a:pPr>
              <a:r>
                <a:rPr sz="994" b="1">
                  <a:solidFill>
                    <a:srgbClr val="081F5C">
                      <a:alpha val="100000"/>
                    </a:srgbClr>
                  </a:solidFill>
                  <a:latin typeface="Arial"/>
                  <a:cs typeface="Arial"/>
                </a:rPr>
                <a:t>SIN INF</a:t>
              </a:r>
            </a:p>
          </p:txBody>
        </p:sp>
      </p:grpSp>
      <p:sp>
        <p:nvSpPr>
          <p:cNvPr id="117"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51 docentes</a:t>
            </a:r>
          </a:p>
        </p:txBody>
      </p:sp>
      <p:sp>
        <p:nvSpPr>
          <p:cNvPr id="118"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NUBE DE PALABRAS (P_NUBE_PALABRAS)</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03243"/>
              <a:ext cx="11440491" cy="5040000"/>
            </a:xfrm>
            <a:prstGeom prst="rect">
              <a:avLst/>
            </a:prstGeom>
          </p:spPr>
          <p:txBody>
            <a:bodyPr/>
            <a:lstStyle/>
            <a:p/>
          </p:txBody>
        </p:sp>
        <p:sp>
          <p:nvSpPr>
            <p:cNvPr id="5" name="tx4"/>
            <p:cNvSpPr/>
            <p:nvPr/>
          </p:nvSpPr>
          <p:spPr>
            <a:xfrm>
              <a:off x="5687705" y="3509712"/>
              <a:ext cx="700080" cy="223461"/>
            </a:xfrm>
            <a:prstGeom prst="rect">
              <a:avLst/>
            </a:prstGeom>
            <a:noFill/>
          </p:spPr>
          <p:txBody>
            <a:bodyPr lIns="0" rIns="0" tIns="0" bIns="0" anchorCtr="1" anchor="ctr" wrap="none"/>
            <a:lstStyle/>
            <a:p>
              <a:pPr algn="l" marL="0" marR="0" indent="0">
                <a:lnSpc>
                  <a:spcPts val="2418"/>
                </a:lnSpc>
                <a:spcBef>
                  <a:spcPts val="0"/>
                </a:spcBef>
                <a:spcAft>
                  <a:spcPts val="0"/>
                </a:spcAft>
              </a:pPr>
              <a:r>
                <a:rPr sz="2418" b="1">
                  <a:solidFill>
                    <a:srgbClr val="081F5C">
                      <a:alpha val="100000"/>
                    </a:srgbClr>
                  </a:solidFill>
                  <a:latin typeface="Arial"/>
                  <a:cs typeface="Arial"/>
                </a:rPr>
                <a:t>acad</a:t>
              </a:r>
            </a:p>
          </p:txBody>
        </p:sp>
        <p:sp>
          <p:nvSpPr>
            <p:cNvPr id="6" name="tx5"/>
            <p:cNvSpPr/>
            <p:nvPr/>
          </p:nvSpPr>
          <p:spPr>
            <a:xfrm>
              <a:off x="3786277" y="2997675"/>
              <a:ext cx="1212392" cy="223461"/>
            </a:xfrm>
            <a:prstGeom prst="rect">
              <a:avLst/>
            </a:prstGeom>
            <a:noFill/>
          </p:spPr>
          <p:txBody>
            <a:bodyPr lIns="0" rIns="0" tIns="0" bIns="0" anchorCtr="1" anchor="ctr" wrap="none"/>
            <a:lstStyle/>
            <a:p>
              <a:pPr algn="l" marL="0" marR="0" indent="0">
                <a:lnSpc>
                  <a:spcPts val="2418"/>
                </a:lnSpc>
                <a:spcBef>
                  <a:spcPts val="0"/>
                </a:spcBef>
                <a:spcAft>
                  <a:spcPts val="0"/>
                </a:spcAft>
              </a:pPr>
              <a:r>
                <a:rPr sz="2418" b="1">
                  <a:solidFill>
                    <a:srgbClr val="CA5651">
                      <a:alpha val="100000"/>
                    </a:srgbClr>
                  </a:solidFill>
                  <a:latin typeface="Arial"/>
                  <a:cs typeface="Arial"/>
                </a:rPr>
                <a:t>ciencias</a:t>
              </a:r>
            </a:p>
          </p:txBody>
        </p:sp>
        <p:sp>
          <p:nvSpPr>
            <p:cNvPr id="7" name="tx6"/>
            <p:cNvSpPr/>
            <p:nvPr/>
          </p:nvSpPr>
          <p:spPr>
            <a:xfrm>
              <a:off x="5298140" y="4520622"/>
              <a:ext cx="2030952" cy="280452"/>
            </a:xfrm>
            <a:prstGeom prst="rect">
              <a:avLst/>
            </a:prstGeom>
            <a:noFill/>
          </p:spPr>
          <p:txBody>
            <a:bodyPr lIns="0" rIns="0" tIns="0" bIns="0" anchorCtr="1" anchor="ctr" wrap="none"/>
            <a:lstStyle/>
            <a:p>
              <a:pPr algn="l" marL="0" marR="0" indent="0">
                <a:lnSpc>
                  <a:spcPts val="2418"/>
                </a:lnSpc>
                <a:spcBef>
                  <a:spcPts val="0"/>
                </a:spcBef>
                <a:spcAft>
                  <a:spcPts val="0"/>
                </a:spcAft>
              </a:pPr>
              <a:r>
                <a:rPr sz="2418" b="1">
                  <a:solidFill>
                    <a:srgbClr val="85BB85">
                      <a:alpha val="100000"/>
                    </a:srgbClr>
                  </a:solidFill>
                  <a:latin typeface="Arial"/>
                  <a:cs typeface="Arial"/>
                </a:rPr>
                <a:t>departamento</a:t>
              </a:r>
            </a:p>
          </p:txBody>
        </p:sp>
        <p:sp>
          <p:nvSpPr>
            <p:cNvPr id="8" name="tx7"/>
            <p:cNvSpPr/>
            <p:nvPr/>
          </p:nvSpPr>
          <p:spPr>
            <a:xfrm>
              <a:off x="7945317" y="2467767"/>
              <a:ext cx="887698" cy="223461"/>
            </a:xfrm>
            <a:prstGeom prst="rect">
              <a:avLst/>
            </a:prstGeom>
            <a:noFill/>
          </p:spPr>
          <p:txBody>
            <a:bodyPr lIns="0" rIns="0" tIns="0" bIns="0" anchorCtr="1" anchor="ctr" wrap="none"/>
            <a:lstStyle/>
            <a:p>
              <a:pPr algn="l" marL="0" marR="0" indent="0">
                <a:lnSpc>
                  <a:spcPts val="2418"/>
                </a:lnSpc>
                <a:spcBef>
                  <a:spcPts val="0"/>
                </a:spcBef>
                <a:spcAft>
                  <a:spcPts val="0"/>
                </a:spcAft>
              </a:pPr>
              <a:r>
                <a:rPr sz="2418" b="1">
                  <a:solidFill>
                    <a:srgbClr val="EFD25E">
                      <a:alpha val="100000"/>
                    </a:srgbClr>
                  </a:solidFill>
                  <a:latin typeface="Arial"/>
                  <a:cs typeface="Arial"/>
                </a:rPr>
                <a:t>emico</a:t>
              </a:r>
            </a:p>
          </p:txBody>
        </p:sp>
        <p:sp>
          <p:nvSpPr>
            <p:cNvPr id="9" name="tx8"/>
            <p:cNvSpPr/>
            <p:nvPr/>
          </p:nvSpPr>
          <p:spPr>
            <a:xfrm>
              <a:off x="1284976" y="3712740"/>
              <a:ext cx="716877" cy="284501"/>
            </a:xfrm>
            <a:prstGeom prst="rect">
              <a:avLst/>
            </a:prstGeom>
            <a:noFill/>
          </p:spPr>
          <p:txBody>
            <a:bodyPr lIns="0" rIns="0" tIns="0" bIns="0" anchorCtr="1" anchor="ctr" wrap="none"/>
            <a:lstStyle/>
            <a:p>
              <a:pPr algn="l" marL="0" marR="0" indent="0">
                <a:lnSpc>
                  <a:spcPts val="2418"/>
                </a:lnSpc>
                <a:spcBef>
                  <a:spcPts val="0"/>
                </a:spcBef>
                <a:spcAft>
                  <a:spcPts val="0"/>
                </a:spcAft>
              </a:pPr>
              <a:r>
                <a:rPr sz="2418" b="1">
                  <a:solidFill>
                    <a:srgbClr val="7594CC">
                      <a:alpha val="100000"/>
                    </a:srgbClr>
                  </a:solidFill>
                  <a:latin typeface="Arial"/>
                  <a:cs typeface="Arial"/>
                </a:rPr>
                <a:t>gesti</a:t>
              </a:r>
            </a:p>
          </p:txBody>
        </p:sp>
        <p:sp>
          <p:nvSpPr>
            <p:cNvPr id="10" name="tx9"/>
            <p:cNvSpPr/>
            <p:nvPr/>
          </p:nvSpPr>
          <p:spPr>
            <a:xfrm>
              <a:off x="9650128" y="4358421"/>
              <a:ext cx="1194695" cy="284501"/>
            </a:xfrm>
            <a:prstGeom prst="rect">
              <a:avLst/>
            </a:prstGeom>
            <a:noFill/>
          </p:spPr>
          <p:txBody>
            <a:bodyPr lIns="0" rIns="0" tIns="0" bIns="0" anchorCtr="1" anchor="ctr" wrap="none"/>
            <a:lstStyle/>
            <a:p>
              <a:pPr algn="l" marL="0" marR="0" indent="0">
                <a:lnSpc>
                  <a:spcPts val="2418"/>
                </a:lnSpc>
                <a:spcBef>
                  <a:spcPts val="0"/>
                </a:spcBef>
                <a:spcAft>
                  <a:spcPts val="0"/>
                </a:spcAft>
              </a:pPr>
              <a:r>
                <a:rPr sz="2418" b="1">
                  <a:solidFill>
                    <a:srgbClr val="9688D3">
                      <a:alpha val="100000"/>
                    </a:srgbClr>
                  </a:solidFill>
                  <a:latin typeface="Arial"/>
                  <a:cs typeface="Arial"/>
                </a:rPr>
                <a:t>ingenier</a:t>
              </a:r>
            </a:p>
          </p:txBody>
        </p:sp>
      </p:grpSp>
      <p:sp>
        <p:nvSpPr>
          <p:cNvPr id="11"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2 respuestas abiertas</a:t>
            </a:r>
          </a:p>
        </p:txBody>
      </p:sp>
      <p:sp>
        <p:nvSpPr>
          <p:cNvPr id="12"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MAPA DE COBERTURA TERRITORIAL (P_MAPA_COBERTURA_TERRITORIAL)</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2158976" y="1103243"/>
              <a:ext cx="4668605" cy="5040000"/>
            </a:xfrm>
            <a:prstGeom prst="rect">
              <a:avLst/>
            </a:prstGeom>
          </p:spPr>
          <p:txBody>
            <a:bodyPr/>
            <a:lstStyle/>
            <a:p/>
          </p:txBody>
        </p:sp>
        <p:sp>
          <p:nvSpPr>
            <p:cNvPr id="5" name="rc4"/>
            <p:cNvSpPr/>
            <p:nvPr/>
          </p:nvSpPr>
          <p:spPr>
            <a:xfrm>
              <a:off x="2196933" y="1166505"/>
              <a:ext cx="4592690" cy="4913474"/>
            </a:xfrm>
            <a:prstGeom prst="rect">
              <a:avLst/>
            </a:prstGeom>
          </p:spPr>
          <p:txBody>
            <a:bodyPr/>
            <a:lstStyle/>
            <a:p/>
          </p:txBody>
        </p:sp>
        <p:sp>
          <p:nvSpPr>
            <p:cNvPr id="6" name="pg5"/>
            <p:cNvSpPr/>
            <p:nvPr/>
          </p:nvSpPr>
          <p:spPr>
            <a:xfrm>
              <a:off x="3962298" y="3732853"/>
              <a:ext cx="153160" cy="121835"/>
            </a:xfrm>
            <a:custGeom>
              <a:avLst/>
              <a:pathLst>
                <a:path w="153160" h="121835">
                  <a:moveTo>
                    <a:pt x="153160" y="34068"/>
                  </a:moveTo>
                  <a:lnTo>
                    <a:pt x="150180" y="39583"/>
                  </a:lnTo>
                  <a:lnTo>
                    <a:pt x="145886" y="43162"/>
                  </a:lnTo>
                  <a:lnTo>
                    <a:pt x="147317" y="48171"/>
                  </a:lnTo>
                  <a:lnTo>
                    <a:pt x="145886" y="57952"/>
                  </a:lnTo>
                  <a:lnTo>
                    <a:pt x="143500" y="63678"/>
                  </a:lnTo>
                  <a:lnTo>
                    <a:pt x="137792" y="71958"/>
                  </a:lnTo>
                  <a:lnTo>
                    <a:pt x="136743" y="72477"/>
                  </a:lnTo>
                  <a:lnTo>
                    <a:pt x="136699" y="73763"/>
                  </a:lnTo>
                  <a:lnTo>
                    <a:pt x="136655" y="75048"/>
                  </a:lnTo>
                  <a:lnTo>
                    <a:pt x="136694" y="76659"/>
                  </a:lnTo>
                  <a:lnTo>
                    <a:pt x="136714" y="77529"/>
                  </a:lnTo>
                  <a:lnTo>
                    <a:pt x="136706" y="78256"/>
                  </a:lnTo>
                  <a:lnTo>
                    <a:pt x="136690" y="79631"/>
                  </a:lnTo>
                  <a:lnTo>
                    <a:pt x="136627" y="80597"/>
                  </a:lnTo>
                  <a:lnTo>
                    <a:pt x="136564" y="81563"/>
                  </a:lnTo>
                  <a:lnTo>
                    <a:pt x="136444" y="82937"/>
                  </a:lnTo>
                  <a:lnTo>
                    <a:pt x="136421" y="83197"/>
                  </a:lnTo>
                  <a:lnTo>
                    <a:pt x="136552" y="84462"/>
                  </a:lnTo>
                  <a:lnTo>
                    <a:pt x="136421" y="85076"/>
                  </a:lnTo>
                  <a:lnTo>
                    <a:pt x="136415" y="85273"/>
                  </a:lnTo>
                  <a:lnTo>
                    <a:pt x="136549" y="86120"/>
                  </a:lnTo>
                  <a:lnTo>
                    <a:pt x="136581" y="86320"/>
                  </a:lnTo>
                  <a:lnTo>
                    <a:pt x="136708" y="87122"/>
                  </a:lnTo>
                  <a:lnTo>
                    <a:pt x="136797" y="87366"/>
                  </a:lnTo>
                  <a:lnTo>
                    <a:pt x="136554" y="88068"/>
                  </a:lnTo>
                  <a:lnTo>
                    <a:pt x="136412" y="88668"/>
                  </a:lnTo>
                  <a:lnTo>
                    <a:pt x="136375" y="89686"/>
                  </a:lnTo>
                  <a:lnTo>
                    <a:pt x="136335" y="90779"/>
                  </a:lnTo>
                  <a:lnTo>
                    <a:pt x="136265" y="91344"/>
                  </a:lnTo>
                  <a:lnTo>
                    <a:pt x="136159" y="92197"/>
                  </a:lnTo>
                  <a:lnTo>
                    <a:pt x="136158" y="92397"/>
                  </a:lnTo>
                  <a:lnTo>
                    <a:pt x="136148" y="93977"/>
                  </a:lnTo>
                  <a:lnTo>
                    <a:pt x="136161" y="95250"/>
                  </a:lnTo>
                  <a:lnTo>
                    <a:pt x="137278" y="93605"/>
                  </a:lnTo>
                  <a:lnTo>
                    <a:pt x="138459" y="91947"/>
                  </a:lnTo>
                  <a:lnTo>
                    <a:pt x="139608" y="90637"/>
                  </a:lnTo>
                  <a:lnTo>
                    <a:pt x="139903" y="90301"/>
                  </a:lnTo>
                  <a:lnTo>
                    <a:pt x="141334" y="88930"/>
                  </a:lnTo>
                  <a:lnTo>
                    <a:pt x="142544" y="87868"/>
                  </a:lnTo>
                  <a:lnTo>
                    <a:pt x="143984" y="89244"/>
                  </a:lnTo>
                  <a:lnTo>
                    <a:pt x="144860" y="90081"/>
                  </a:lnTo>
                  <a:lnTo>
                    <a:pt x="145404" y="90639"/>
                  </a:lnTo>
                  <a:lnTo>
                    <a:pt x="145565" y="90805"/>
                  </a:lnTo>
                  <a:lnTo>
                    <a:pt x="145727" y="90970"/>
                  </a:lnTo>
                  <a:lnTo>
                    <a:pt x="145383" y="91238"/>
                  </a:lnTo>
                  <a:lnTo>
                    <a:pt x="144672" y="92053"/>
                  </a:lnTo>
                  <a:lnTo>
                    <a:pt x="140889" y="96391"/>
                  </a:lnTo>
                  <a:lnTo>
                    <a:pt x="140778" y="96519"/>
                  </a:lnTo>
                  <a:lnTo>
                    <a:pt x="140563" y="96765"/>
                  </a:lnTo>
                  <a:lnTo>
                    <a:pt x="138480" y="99155"/>
                  </a:lnTo>
                  <a:lnTo>
                    <a:pt x="138223" y="99550"/>
                  </a:lnTo>
                  <a:lnTo>
                    <a:pt x="137966" y="99945"/>
                  </a:lnTo>
                  <a:lnTo>
                    <a:pt x="137701" y="100351"/>
                  </a:lnTo>
                  <a:lnTo>
                    <a:pt x="137596" y="100543"/>
                  </a:lnTo>
                  <a:lnTo>
                    <a:pt x="136738" y="102196"/>
                  </a:lnTo>
                  <a:lnTo>
                    <a:pt x="136015" y="103589"/>
                  </a:lnTo>
                  <a:lnTo>
                    <a:pt x="133540" y="108357"/>
                  </a:lnTo>
                  <a:lnTo>
                    <a:pt x="133388" y="108649"/>
                  </a:lnTo>
                  <a:lnTo>
                    <a:pt x="133023" y="109353"/>
                  </a:lnTo>
                  <a:lnTo>
                    <a:pt x="132851" y="110006"/>
                  </a:lnTo>
                  <a:lnTo>
                    <a:pt x="132783" y="110266"/>
                  </a:lnTo>
                  <a:lnTo>
                    <a:pt x="133174" y="114242"/>
                  </a:lnTo>
                  <a:lnTo>
                    <a:pt x="133320" y="115679"/>
                  </a:lnTo>
                  <a:lnTo>
                    <a:pt x="133630" y="117739"/>
                  </a:lnTo>
                  <a:lnTo>
                    <a:pt x="133699" y="118197"/>
                  </a:lnTo>
                  <a:lnTo>
                    <a:pt x="133762" y="118618"/>
                  </a:lnTo>
                  <a:lnTo>
                    <a:pt x="133840" y="119125"/>
                  </a:lnTo>
                  <a:lnTo>
                    <a:pt x="133890" y="119449"/>
                  </a:lnTo>
                  <a:lnTo>
                    <a:pt x="128882" y="120219"/>
                  </a:lnTo>
                  <a:lnTo>
                    <a:pt x="124710" y="120588"/>
                  </a:lnTo>
                  <a:lnTo>
                    <a:pt x="123254" y="120717"/>
                  </a:lnTo>
                  <a:lnTo>
                    <a:pt x="119689" y="120832"/>
                  </a:lnTo>
                  <a:lnTo>
                    <a:pt x="118267" y="120878"/>
                  </a:lnTo>
                  <a:lnTo>
                    <a:pt x="113166" y="121043"/>
                  </a:lnTo>
                  <a:lnTo>
                    <a:pt x="109266" y="121169"/>
                  </a:lnTo>
                  <a:lnTo>
                    <a:pt x="108358" y="121199"/>
                  </a:lnTo>
                  <a:lnTo>
                    <a:pt x="108055" y="121212"/>
                  </a:lnTo>
                  <a:lnTo>
                    <a:pt x="94439" y="121835"/>
                  </a:lnTo>
                  <a:lnTo>
                    <a:pt x="88712" y="121733"/>
                  </a:lnTo>
                  <a:lnTo>
                    <a:pt x="87022" y="121544"/>
                  </a:lnTo>
                  <a:lnTo>
                    <a:pt x="85332" y="121356"/>
                  </a:lnTo>
                  <a:lnTo>
                    <a:pt x="75890" y="120302"/>
                  </a:lnTo>
                  <a:lnTo>
                    <a:pt x="61710" y="118934"/>
                  </a:lnTo>
                  <a:lnTo>
                    <a:pt x="50681" y="117870"/>
                  </a:lnTo>
                  <a:lnTo>
                    <a:pt x="45593" y="117379"/>
                  </a:lnTo>
                  <a:lnTo>
                    <a:pt x="20008" y="115590"/>
                  </a:lnTo>
                  <a:lnTo>
                    <a:pt x="12707" y="115390"/>
                  </a:lnTo>
                  <a:lnTo>
                    <a:pt x="12385" y="115361"/>
                  </a:lnTo>
                  <a:lnTo>
                    <a:pt x="11552" y="115288"/>
                  </a:lnTo>
                  <a:lnTo>
                    <a:pt x="6024" y="114742"/>
                  </a:lnTo>
                  <a:lnTo>
                    <a:pt x="4601" y="114602"/>
                  </a:lnTo>
                  <a:lnTo>
                    <a:pt x="0" y="114162"/>
                  </a:lnTo>
                  <a:lnTo>
                    <a:pt x="48" y="113770"/>
                  </a:lnTo>
                  <a:lnTo>
                    <a:pt x="978" y="104909"/>
                  </a:lnTo>
                  <a:lnTo>
                    <a:pt x="1057" y="104170"/>
                  </a:lnTo>
                  <a:lnTo>
                    <a:pt x="1553" y="99482"/>
                  </a:lnTo>
                  <a:lnTo>
                    <a:pt x="1596" y="99072"/>
                  </a:lnTo>
                  <a:lnTo>
                    <a:pt x="1963" y="95610"/>
                  </a:lnTo>
                  <a:lnTo>
                    <a:pt x="2113" y="94190"/>
                  </a:lnTo>
                  <a:lnTo>
                    <a:pt x="2447" y="91031"/>
                  </a:lnTo>
                  <a:lnTo>
                    <a:pt x="2506" y="90478"/>
                  </a:lnTo>
                  <a:lnTo>
                    <a:pt x="2788" y="87823"/>
                  </a:lnTo>
                  <a:lnTo>
                    <a:pt x="3206" y="83884"/>
                  </a:lnTo>
                  <a:lnTo>
                    <a:pt x="3723" y="78636"/>
                  </a:lnTo>
                  <a:lnTo>
                    <a:pt x="4780" y="78858"/>
                  </a:lnTo>
                  <a:lnTo>
                    <a:pt x="7249" y="79263"/>
                  </a:lnTo>
                  <a:lnTo>
                    <a:pt x="9480" y="78834"/>
                  </a:lnTo>
                  <a:lnTo>
                    <a:pt x="9659" y="78663"/>
                  </a:lnTo>
                  <a:lnTo>
                    <a:pt x="9957" y="78380"/>
                  </a:lnTo>
                  <a:lnTo>
                    <a:pt x="10437" y="77770"/>
                  </a:lnTo>
                  <a:lnTo>
                    <a:pt x="10641" y="77291"/>
                  </a:lnTo>
                  <a:lnTo>
                    <a:pt x="10678" y="76959"/>
                  </a:lnTo>
                  <a:lnTo>
                    <a:pt x="10726" y="76228"/>
                  </a:lnTo>
                  <a:lnTo>
                    <a:pt x="10726" y="75671"/>
                  </a:lnTo>
                  <a:lnTo>
                    <a:pt x="10726" y="75415"/>
                  </a:lnTo>
                  <a:lnTo>
                    <a:pt x="10726" y="75051"/>
                  </a:lnTo>
                  <a:lnTo>
                    <a:pt x="10845" y="73954"/>
                  </a:lnTo>
                  <a:lnTo>
                    <a:pt x="11179" y="72808"/>
                  </a:lnTo>
                  <a:lnTo>
                    <a:pt x="11529" y="72095"/>
                  </a:lnTo>
                  <a:lnTo>
                    <a:pt x="11823" y="71496"/>
                  </a:lnTo>
                  <a:lnTo>
                    <a:pt x="11967" y="71294"/>
                  </a:lnTo>
                  <a:lnTo>
                    <a:pt x="12497" y="70281"/>
                  </a:lnTo>
                  <a:lnTo>
                    <a:pt x="12908" y="69494"/>
                  </a:lnTo>
                  <a:lnTo>
                    <a:pt x="13026" y="69267"/>
                  </a:lnTo>
                  <a:lnTo>
                    <a:pt x="13474" y="68410"/>
                  </a:lnTo>
                  <a:lnTo>
                    <a:pt x="14051" y="67385"/>
                  </a:lnTo>
                  <a:lnTo>
                    <a:pt x="14425" y="66722"/>
                  </a:lnTo>
                  <a:lnTo>
                    <a:pt x="14629" y="66360"/>
                  </a:lnTo>
                  <a:lnTo>
                    <a:pt x="16381" y="64161"/>
                  </a:lnTo>
                  <a:lnTo>
                    <a:pt x="18934" y="61674"/>
                  </a:lnTo>
                  <a:lnTo>
                    <a:pt x="19285" y="61333"/>
                  </a:lnTo>
                  <a:lnTo>
                    <a:pt x="19921" y="60691"/>
                  </a:lnTo>
                  <a:lnTo>
                    <a:pt x="20376" y="60232"/>
                  </a:lnTo>
                  <a:lnTo>
                    <a:pt x="23006" y="57763"/>
                  </a:lnTo>
                  <a:lnTo>
                    <a:pt x="25623" y="56268"/>
                  </a:lnTo>
                  <a:lnTo>
                    <a:pt x="25887" y="56117"/>
                  </a:lnTo>
                  <a:lnTo>
                    <a:pt x="27065" y="55967"/>
                  </a:lnTo>
                  <a:lnTo>
                    <a:pt x="27690" y="55887"/>
                  </a:lnTo>
                  <a:lnTo>
                    <a:pt x="28244" y="55816"/>
                  </a:lnTo>
                  <a:lnTo>
                    <a:pt x="29805" y="55616"/>
                  </a:lnTo>
                  <a:lnTo>
                    <a:pt x="33240" y="54740"/>
                  </a:lnTo>
                  <a:lnTo>
                    <a:pt x="33632" y="54584"/>
                  </a:lnTo>
                  <a:lnTo>
                    <a:pt x="35942" y="53666"/>
                  </a:lnTo>
                  <a:lnTo>
                    <a:pt x="36349" y="53233"/>
                  </a:lnTo>
                  <a:lnTo>
                    <a:pt x="36801" y="52754"/>
                  </a:lnTo>
                  <a:lnTo>
                    <a:pt x="36886" y="52577"/>
                  </a:lnTo>
                  <a:lnTo>
                    <a:pt x="37051" y="52235"/>
                  </a:lnTo>
                  <a:lnTo>
                    <a:pt x="37566" y="50429"/>
                  </a:lnTo>
                  <a:lnTo>
                    <a:pt x="37809" y="49026"/>
                  </a:lnTo>
                  <a:lnTo>
                    <a:pt x="37959" y="48497"/>
                  </a:lnTo>
                  <a:lnTo>
                    <a:pt x="38138" y="47924"/>
                  </a:lnTo>
                  <a:lnTo>
                    <a:pt x="38308" y="47509"/>
                  </a:lnTo>
                  <a:lnTo>
                    <a:pt x="38424" y="47226"/>
                  </a:lnTo>
                  <a:lnTo>
                    <a:pt x="38872" y="46099"/>
                  </a:lnTo>
                  <a:lnTo>
                    <a:pt x="39086" y="45598"/>
                  </a:lnTo>
                  <a:lnTo>
                    <a:pt x="39569" y="44757"/>
                  </a:lnTo>
                  <a:lnTo>
                    <a:pt x="40097" y="43961"/>
                  </a:lnTo>
                  <a:lnTo>
                    <a:pt x="40177" y="43522"/>
                  </a:lnTo>
                  <a:lnTo>
                    <a:pt x="40215" y="43314"/>
                  </a:lnTo>
                  <a:lnTo>
                    <a:pt x="40240" y="43178"/>
                  </a:lnTo>
                  <a:lnTo>
                    <a:pt x="40470" y="42287"/>
                  </a:lnTo>
                  <a:lnTo>
                    <a:pt x="40546" y="41993"/>
                  </a:lnTo>
                  <a:lnTo>
                    <a:pt x="40622" y="41774"/>
                  </a:lnTo>
                  <a:lnTo>
                    <a:pt x="40971" y="40771"/>
                  </a:lnTo>
                  <a:lnTo>
                    <a:pt x="41145" y="40523"/>
                  </a:lnTo>
                  <a:lnTo>
                    <a:pt x="41609" y="39864"/>
                  </a:lnTo>
                  <a:lnTo>
                    <a:pt x="41769" y="39637"/>
                  </a:lnTo>
                  <a:lnTo>
                    <a:pt x="41912" y="39527"/>
                  </a:lnTo>
                  <a:lnTo>
                    <a:pt x="42821" y="38890"/>
                  </a:lnTo>
                  <a:lnTo>
                    <a:pt x="44080" y="38437"/>
                  </a:lnTo>
                  <a:lnTo>
                    <a:pt x="45655" y="38007"/>
                  </a:lnTo>
                  <a:lnTo>
                    <a:pt x="46330" y="37405"/>
                  </a:lnTo>
                  <a:lnTo>
                    <a:pt x="46512" y="37242"/>
                  </a:lnTo>
                  <a:lnTo>
                    <a:pt x="46789" y="36995"/>
                  </a:lnTo>
                  <a:lnTo>
                    <a:pt x="46894" y="36830"/>
                  </a:lnTo>
                  <a:lnTo>
                    <a:pt x="48252" y="34686"/>
                  </a:lnTo>
                  <a:lnTo>
                    <a:pt x="49661" y="32462"/>
                  </a:lnTo>
                  <a:lnTo>
                    <a:pt x="50688" y="30893"/>
                  </a:lnTo>
                  <a:lnTo>
                    <a:pt x="52939" y="25714"/>
                  </a:lnTo>
                  <a:lnTo>
                    <a:pt x="53132" y="25066"/>
                  </a:lnTo>
                  <a:lnTo>
                    <a:pt x="55063" y="22349"/>
                  </a:lnTo>
                  <a:lnTo>
                    <a:pt x="56499" y="20297"/>
                  </a:lnTo>
                  <a:lnTo>
                    <a:pt x="56738" y="19866"/>
                  </a:lnTo>
                  <a:lnTo>
                    <a:pt x="57105" y="19204"/>
                  </a:lnTo>
                  <a:lnTo>
                    <a:pt x="58956" y="15862"/>
                  </a:lnTo>
                  <a:lnTo>
                    <a:pt x="59843" y="14259"/>
                  </a:lnTo>
                  <a:lnTo>
                    <a:pt x="63096" y="9800"/>
                  </a:lnTo>
                  <a:lnTo>
                    <a:pt x="66169" y="7056"/>
                  </a:lnTo>
                  <a:lnTo>
                    <a:pt x="67690" y="2584"/>
                  </a:lnTo>
                  <a:lnTo>
                    <a:pt x="70641" y="715"/>
                  </a:lnTo>
                  <a:lnTo>
                    <a:pt x="74174" y="0"/>
                  </a:lnTo>
                  <a:lnTo>
                    <a:pt x="80347" y="4070"/>
                  </a:lnTo>
                  <a:lnTo>
                    <a:pt x="93991" y="2584"/>
                  </a:lnTo>
                  <a:lnTo>
                    <a:pt x="100253" y="1510"/>
                  </a:lnTo>
                  <a:lnTo>
                    <a:pt x="105889" y="1689"/>
                  </a:lnTo>
                  <a:lnTo>
                    <a:pt x="113224" y="5357"/>
                  </a:lnTo>
                  <a:lnTo>
                    <a:pt x="119146" y="8651"/>
                  </a:lnTo>
                  <a:lnTo>
                    <a:pt x="141502" y="24752"/>
                  </a:lnTo>
                  <a:lnTo>
                    <a:pt x="149450" y="3110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 name="pg6"/>
            <p:cNvSpPr/>
            <p:nvPr/>
          </p:nvSpPr>
          <p:spPr>
            <a:xfrm>
              <a:off x="4089067" y="3766922"/>
              <a:ext cx="129509" cy="124533"/>
            </a:xfrm>
            <a:custGeom>
              <a:avLst/>
              <a:pathLst>
                <a:path w="129509" h="124533">
                  <a:moveTo>
                    <a:pt x="70166" y="52652"/>
                  </a:moveTo>
                  <a:lnTo>
                    <a:pt x="68788" y="54776"/>
                  </a:lnTo>
                  <a:lnTo>
                    <a:pt x="68271" y="55573"/>
                  </a:lnTo>
                  <a:lnTo>
                    <a:pt x="68087" y="56910"/>
                  </a:lnTo>
                  <a:lnTo>
                    <a:pt x="68032" y="57319"/>
                  </a:lnTo>
                  <a:lnTo>
                    <a:pt x="67995" y="57587"/>
                  </a:lnTo>
                  <a:lnTo>
                    <a:pt x="67953" y="59093"/>
                  </a:lnTo>
                  <a:lnTo>
                    <a:pt x="67953" y="59280"/>
                  </a:lnTo>
                  <a:lnTo>
                    <a:pt x="67948" y="60413"/>
                  </a:lnTo>
                  <a:lnTo>
                    <a:pt x="67832" y="61605"/>
                  </a:lnTo>
                  <a:lnTo>
                    <a:pt x="67785" y="62104"/>
                  </a:lnTo>
                  <a:lnTo>
                    <a:pt x="67783" y="62390"/>
                  </a:lnTo>
                  <a:lnTo>
                    <a:pt x="68566" y="63033"/>
                  </a:lnTo>
                  <a:lnTo>
                    <a:pt x="69674" y="63941"/>
                  </a:lnTo>
                  <a:lnTo>
                    <a:pt x="72273" y="66552"/>
                  </a:lnTo>
                  <a:lnTo>
                    <a:pt x="73017" y="67299"/>
                  </a:lnTo>
                  <a:lnTo>
                    <a:pt x="74514" y="68677"/>
                  </a:lnTo>
                  <a:lnTo>
                    <a:pt x="75450" y="69538"/>
                  </a:lnTo>
                  <a:lnTo>
                    <a:pt x="76291" y="70825"/>
                  </a:lnTo>
                  <a:lnTo>
                    <a:pt x="76608" y="71310"/>
                  </a:lnTo>
                  <a:lnTo>
                    <a:pt x="76720" y="71482"/>
                  </a:lnTo>
                  <a:lnTo>
                    <a:pt x="77787" y="70940"/>
                  </a:lnTo>
                  <a:lnTo>
                    <a:pt x="79004" y="70215"/>
                  </a:lnTo>
                  <a:lnTo>
                    <a:pt x="79643" y="69854"/>
                  </a:lnTo>
                  <a:lnTo>
                    <a:pt x="84729" y="66333"/>
                  </a:lnTo>
                  <a:lnTo>
                    <a:pt x="85372" y="65887"/>
                  </a:lnTo>
                  <a:lnTo>
                    <a:pt x="91370" y="61707"/>
                  </a:lnTo>
                  <a:lnTo>
                    <a:pt x="93027" y="60553"/>
                  </a:lnTo>
                  <a:lnTo>
                    <a:pt x="93159" y="60461"/>
                  </a:lnTo>
                  <a:lnTo>
                    <a:pt x="97730" y="57262"/>
                  </a:lnTo>
                  <a:lnTo>
                    <a:pt x="106594" y="51112"/>
                  </a:lnTo>
                  <a:lnTo>
                    <a:pt x="107484" y="50494"/>
                  </a:lnTo>
                  <a:lnTo>
                    <a:pt x="107952" y="50170"/>
                  </a:lnTo>
                  <a:lnTo>
                    <a:pt x="115115" y="45200"/>
                  </a:lnTo>
                  <a:lnTo>
                    <a:pt x="116490" y="44387"/>
                  </a:lnTo>
                  <a:lnTo>
                    <a:pt x="117188" y="43974"/>
                  </a:lnTo>
                  <a:lnTo>
                    <a:pt x="117342" y="43883"/>
                  </a:lnTo>
                  <a:lnTo>
                    <a:pt x="118263" y="43338"/>
                  </a:lnTo>
                  <a:lnTo>
                    <a:pt x="118763" y="44021"/>
                  </a:lnTo>
                  <a:lnTo>
                    <a:pt x="119159" y="44526"/>
                  </a:lnTo>
                  <a:lnTo>
                    <a:pt x="119563" y="45043"/>
                  </a:lnTo>
                  <a:lnTo>
                    <a:pt x="122607" y="50374"/>
                  </a:lnTo>
                  <a:lnTo>
                    <a:pt x="128502" y="60695"/>
                  </a:lnTo>
                  <a:lnTo>
                    <a:pt x="128881" y="61542"/>
                  </a:lnTo>
                  <a:lnTo>
                    <a:pt x="129066" y="61953"/>
                  </a:lnTo>
                  <a:lnTo>
                    <a:pt x="129251" y="62595"/>
                  </a:lnTo>
                  <a:lnTo>
                    <a:pt x="129339" y="62751"/>
                  </a:lnTo>
                  <a:lnTo>
                    <a:pt x="129509" y="63756"/>
                  </a:lnTo>
                  <a:lnTo>
                    <a:pt x="129498" y="64423"/>
                  </a:lnTo>
                  <a:lnTo>
                    <a:pt x="129142" y="65454"/>
                  </a:lnTo>
                  <a:lnTo>
                    <a:pt x="128816" y="66097"/>
                  </a:lnTo>
                  <a:lnTo>
                    <a:pt x="128692" y="66381"/>
                  </a:lnTo>
                  <a:lnTo>
                    <a:pt x="127986" y="68004"/>
                  </a:lnTo>
                  <a:lnTo>
                    <a:pt x="127571" y="68701"/>
                  </a:lnTo>
                  <a:lnTo>
                    <a:pt x="127024" y="69620"/>
                  </a:lnTo>
                  <a:lnTo>
                    <a:pt x="126217" y="70615"/>
                  </a:lnTo>
                  <a:lnTo>
                    <a:pt x="125581" y="71464"/>
                  </a:lnTo>
                  <a:lnTo>
                    <a:pt x="124946" y="72312"/>
                  </a:lnTo>
                  <a:lnTo>
                    <a:pt x="124539" y="73082"/>
                  </a:lnTo>
                  <a:lnTo>
                    <a:pt x="124133" y="73852"/>
                  </a:lnTo>
                  <a:lnTo>
                    <a:pt x="123382" y="75890"/>
                  </a:lnTo>
                  <a:lnTo>
                    <a:pt x="116583" y="92890"/>
                  </a:lnTo>
                  <a:lnTo>
                    <a:pt x="115777" y="94907"/>
                  </a:lnTo>
                  <a:lnTo>
                    <a:pt x="115645" y="95230"/>
                  </a:lnTo>
                  <a:lnTo>
                    <a:pt x="113163" y="101342"/>
                  </a:lnTo>
                  <a:lnTo>
                    <a:pt x="112671" y="102554"/>
                  </a:lnTo>
                  <a:lnTo>
                    <a:pt x="110273" y="108459"/>
                  </a:lnTo>
                  <a:lnTo>
                    <a:pt x="109973" y="109150"/>
                  </a:lnTo>
                  <a:lnTo>
                    <a:pt x="102466" y="106309"/>
                  </a:lnTo>
                  <a:lnTo>
                    <a:pt x="101140" y="106116"/>
                  </a:lnTo>
                  <a:lnTo>
                    <a:pt x="99156" y="106041"/>
                  </a:lnTo>
                  <a:lnTo>
                    <a:pt x="84545" y="109055"/>
                  </a:lnTo>
                  <a:lnTo>
                    <a:pt x="24251" y="119849"/>
                  </a:lnTo>
                  <a:lnTo>
                    <a:pt x="6962" y="123269"/>
                  </a:lnTo>
                  <a:lnTo>
                    <a:pt x="2694" y="124114"/>
                  </a:lnTo>
                  <a:lnTo>
                    <a:pt x="400" y="124470"/>
                  </a:lnTo>
                  <a:lnTo>
                    <a:pt x="0" y="124533"/>
                  </a:lnTo>
                  <a:lnTo>
                    <a:pt x="253" y="123484"/>
                  </a:lnTo>
                  <a:lnTo>
                    <a:pt x="1655" y="117679"/>
                  </a:lnTo>
                  <a:lnTo>
                    <a:pt x="3900" y="108383"/>
                  </a:lnTo>
                  <a:lnTo>
                    <a:pt x="3939" y="108221"/>
                  </a:lnTo>
                  <a:lnTo>
                    <a:pt x="4315" y="106666"/>
                  </a:lnTo>
                  <a:lnTo>
                    <a:pt x="4732" y="104939"/>
                  </a:lnTo>
                  <a:lnTo>
                    <a:pt x="5410" y="102131"/>
                  </a:lnTo>
                  <a:lnTo>
                    <a:pt x="6715" y="96728"/>
                  </a:lnTo>
                  <a:lnTo>
                    <a:pt x="8135" y="90849"/>
                  </a:lnTo>
                  <a:lnTo>
                    <a:pt x="9116" y="86788"/>
                  </a:lnTo>
                  <a:lnTo>
                    <a:pt x="9521" y="85110"/>
                  </a:lnTo>
                  <a:lnTo>
                    <a:pt x="7122" y="85380"/>
                  </a:lnTo>
                  <a:lnTo>
                    <a:pt x="7072" y="85057"/>
                  </a:lnTo>
                  <a:lnTo>
                    <a:pt x="6994" y="84549"/>
                  </a:lnTo>
                  <a:lnTo>
                    <a:pt x="6931" y="84128"/>
                  </a:lnTo>
                  <a:lnTo>
                    <a:pt x="6862" y="83670"/>
                  </a:lnTo>
                  <a:lnTo>
                    <a:pt x="6538" y="81517"/>
                  </a:lnTo>
                  <a:lnTo>
                    <a:pt x="6406" y="80173"/>
                  </a:lnTo>
                  <a:lnTo>
                    <a:pt x="6015" y="76195"/>
                  </a:lnTo>
                  <a:lnTo>
                    <a:pt x="6111" y="75828"/>
                  </a:lnTo>
                  <a:lnTo>
                    <a:pt x="6254" y="75284"/>
                  </a:lnTo>
                  <a:lnTo>
                    <a:pt x="6620" y="74580"/>
                  </a:lnTo>
                  <a:lnTo>
                    <a:pt x="6771" y="74289"/>
                  </a:lnTo>
                  <a:lnTo>
                    <a:pt x="9247" y="69520"/>
                  </a:lnTo>
                  <a:lnTo>
                    <a:pt x="9970" y="68127"/>
                  </a:lnTo>
                  <a:lnTo>
                    <a:pt x="10828" y="66474"/>
                  </a:lnTo>
                  <a:lnTo>
                    <a:pt x="10933" y="66283"/>
                  </a:lnTo>
                  <a:lnTo>
                    <a:pt x="11197" y="65876"/>
                  </a:lnTo>
                  <a:lnTo>
                    <a:pt x="11454" y="65481"/>
                  </a:lnTo>
                  <a:lnTo>
                    <a:pt x="11711" y="65086"/>
                  </a:lnTo>
                  <a:lnTo>
                    <a:pt x="13795" y="62696"/>
                  </a:lnTo>
                  <a:lnTo>
                    <a:pt x="14009" y="62450"/>
                  </a:lnTo>
                  <a:lnTo>
                    <a:pt x="14121" y="62322"/>
                  </a:lnTo>
                  <a:lnTo>
                    <a:pt x="17904" y="57984"/>
                  </a:lnTo>
                  <a:lnTo>
                    <a:pt x="18615" y="57169"/>
                  </a:lnTo>
                  <a:lnTo>
                    <a:pt x="18958" y="56902"/>
                  </a:lnTo>
                  <a:lnTo>
                    <a:pt x="18797" y="56736"/>
                  </a:lnTo>
                  <a:lnTo>
                    <a:pt x="18636" y="56571"/>
                  </a:lnTo>
                  <a:lnTo>
                    <a:pt x="18092" y="56012"/>
                  </a:lnTo>
                  <a:lnTo>
                    <a:pt x="17216" y="55175"/>
                  </a:lnTo>
                  <a:lnTo>
                    <a:pt x="15776" y="53800"/>
                  </a:lnTo>
                  <a:lnTo>
                    <a:pt x="14566" y="54861"/>
                  </a:lnTo>
                  <a:lnTo>
                    <a:pt x="13134" y="56233"/>
                  </a:lnTo>
                  <a:lnTo>
                    <a:pt x="12769" y="56649"/>
                  </a:lnTo>
                  <a:lnTo>
                    <a:pt x="11691" y="57879"/>
                  </a:lnTo>
                  <a:lnTo>
                    <a:pt x="10510" y="59537"/>
                  </a:lnTo>
                  <a:lnTo>
                    <a:pt x="9212" y="60997"/>
                  </a:lnTo>
                  <a:lnTo>
                    <a:pt x="9380" y="59909"/>
                  </a:lnTo>
                  <a:lnTo>
                    <a:pt x="9389" y="58329"/>
                  </a:lnTo>
                  <a:lnTo>
                    <a:pt x="9391" y="58128"/>
                  </a:lnTo>
                  <a:lnTo>
                    <a:pt x="9496" y="57275"/>
                  </a:lnTo>
                  <a:lnTo>
                    <a:pt x="9566" y="56710"/>
                  </a:lnTo>
                  <a:lnTo>
                    <a:pt x="9609" y="55553"/>
                  </a:lnTo>
                  <a:lnTo>
                    <a:pt x="9647" y="54401"/>
                  </a:lnTo>
                  <a:lnTo>
                    <a:pt x="9786" y="54000"/>
                  </a:lnTo>
                  <a:lnTo>
                    <a:pt x="10029" y="53298"/>
                  </a:lnTo>
                  <a:lnTo>
                    <a:pt x="9939" y="53053"/>
                  </a:lnTo>
                  <a:lnTo>
                    <a:pt x="9812" y="52251"/>
                  </a:lnTo>
                  <a:lnTo>
                    <a:pt x="9781" y="52051"/>
                  </a:lnTo>
                  <a:lnTo>
                    <a:pt x="9649" y="51147"/>
                  </a:lnTo>
                  <a:lnTo>
                    <a:pt x="9653" y="51007"/>
                  </a:lnTo>
                  <a:lnTo>
                    <a:pt x="9784" y="50393"/>
                  </a:lnTo>
                  <a:lnTo>
                    <a:pt x="9653" y="49129"/>
                  </a:lnTo>
                  <a:lnTo>
                    <a:pt x="9676" y="48868"/>
                  </a:lnTo>
                  <a:lnTo>
                    <a:pt x="9796" y="47495"/>
                  </a:lnTo>
                  <a:lnTo>
                    <a:pt x="9859" y="46529"/>
                  </a:lnTo>
                  <a:lnTo>
                    <a:pt x="9921" y="45562"/>
                  </a:lnTo>
                  <a:lnTo>
                    <a:pt x="9937" y="44188"/>
                  </a:lnTo>
                  <a:lnTo>
                    <a:pt x="9946" y="43461"/>
                  </a:lnTo>
                  <a:lnTo>
                    <a:pt x="9925" y="42590"/>
                  </a:lnTo>
                  <a:lnTo>
                    <a:pt x="9887" y="40980"/>
                  </a:lnTo>
                  <a:lnTo>
                    <a:pt x="9931" y="39694"/>
                  </a:lnTo>
                  <a:lnTo>
                    <a:pt x="9975" y="38408"/>
                  </a:lnTo>
                  <a:lnTo>
                    <a:pt x="11024" y="37890"/>
                  </a:lnTo>
                  <a:lnTo>
                    <a:pt x="16732" y="29609"/>
                  </a:lnTo>
                  <a:lnTo>
                    <a:pt x="19118" y="23883"/>
                  </a:lnTo>
                  <a:lnTo>
                    <a:pt x="20549" y="14103"/>
                  </a:lnTo>
                  <a:lnTo>
                    <a:pt x="19118" y="9093"/>
                  </a:lnTo>
                  <a:lnTo>
                    <a:pt x="23412" y="5515"/>
                  </a:lnTo>
                  <a:lnTo>
                    <a:pt x="26392" y="0"/>
                  </a:lnTo>
                  <a:lnTo>
                    <a:pt x="36723" y="8256"/>
                  </a:lnTo>
                  <a:lnTo>
                    <a:pt x="62222" y="30049"/>
                  </a:lnTo>
                  <a:lnTo>
                    <a:pt x="65444" y="33501"/>
                  </a:lnTo>
                  <a:lnTo>
                    <a:pt x="67465" y="34603"/>
                  </a:lnTo>
                  <a:lnTo>
                    <a:pt x="67722" y="34879"/>
                  </a:lnTo>
                  <a:lnTo>
                    <a:pt x="68010" y="35188"/>
                  </a:lnTo>
                  <a:lnTo>
                    <a:pt x="68184" y="35374"/>
                  </a:lnTo>
                  <a:lnTo>
                    <a:pt x="69913" y="35915"/>
                  </a:lnTo>
                  <a:lnTo>
                    <a:pt x="70371" y="36605"/>
                  </a:lnTo>
                  <a:lnTo>
                    <a:pt x="70832" y="36789"/>
                  </a:lnTo>
                  <a:lnTo>
                    <a:pt x="70861" y="36987"/>
                  </a:lnTo>
                  <a:lnTo>
                    <a:pt x="70910" y="37318"/>
                  </a:lnTo>
                  <a:lnTo>
                    <a:pt x="71001" y="37928"/>
                  </a:lnTo>
                  <a:lnTo>
                    <a:pt x="71034" y="38148"/>
                  </a:lnTo>
                  <a:lnTo>
                    <a:pt x="71076" y="38433"/>
                  </a:lnTo>
                  <a:lnTo>
                    <a:pt x="70999" y="39127"/>
                  </a:lnTo>
                  <a:lnTo>
                    <a:pt x="71140" y="40386"/>
                  </a:lnTo>
                  <a:lnTo>
                    <a:pt x="70890" y="40459"/>
                  </a:lnTo>
                  <a:lnTo>
                    <a:pt x="69149" y="40964"/>
                  </a:lnTo>
                  <a:lnTo>
                    <a:pt x="69212" y="41242"/>
                  </a:lnTo>
                  <a:lnTo>
                    <a:pt x="69556" y="42754"/>
                  </a:lnTo>
                  <a:lnTo>
                    <a:pt x="69589" y="42898"/>
                  </a:lnTo>
                  <a:lnTo>
                    <a:pt x="69727" y="43507"/>
                  </a:lnTo>
                  <a:lnTo>
                    <a:pt x="69843" y="44265"/>
                  </a:lnTo>
                  <a:lnTo>
                    <a:pt x="69843" y="44589"/>
                  </a:lnTo>
                  <a:lnTo>
                    <a:pt x="69901" y="44801"/>
                  </a:lnTo>
                  <a:lnTo>
                    <a:pt x="69947" y="44966"/>
                  </a:lnTo>
                  <a:lnTo>
                    <a:pt x="70025" y="45249"/>
                  </a:lnTo>
                  <a:lnTo>
                    <a:pt x="70424" y="48666"/>
                  </a:lnTo>
                  <a:lnTo>
                    <a:pt x="71034" y="49180"/>
                  </a:lnTo>
                  <a:lnTo>
                    <a:pt x="72409" y="50342"/>
                  </a:lnTo>
                  <a:lnTo>
                    <a:pt x="71959" y="50759"/>
                  </a:lnTo>
                  <a:lnTo>
                    <a:pt x="71210" y="5150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 name="pg7"/>
            <p:cNvSpPr/>
            <p:nvPr/>
          </p:nvSpPr>
          <p:spPr>
            <a:xfrm>
              <a:off x="4077400" y="3872963"/>
              <a:ext cx="121659" cy="113277"/>
            </a:xfrm>
            <a:custGeom>
              <a:avLst/>
              <a:pathLst>
                <a:path w="121659" h="113277">
                  <a:moveTo>
                    <a:pt x="114132" y="268"/>
                  </a:moveTo>
                  <a:lnTo>
                    <a:pt x="121659" y="3108"/>
                  </a:lnTo>
                  <a:lnTo>
                    <a:pt x="121315" y="3955"/>
                  </a:lnTo>
                  <a:lnTo>
                    <a:pt x="118160" y="11724"/>
                  </a:lnTo>
                  <a:lnTo>
                    <a:pt x="118029" y="12047"/>
                  </a:lnTo>
                  <a:lnTo>
                    <a:pt x="115580" y="18078"/>
                  </a:lnTo>
                  <a:lnTo>
                    <a:pt x="115270" y="18840"/>
                  </a:lnTo>
                  <a:lnTo>
                    <a:pt x="115077" y="19328"/>
                  </a:lnTo>
                  <a:lnTo>
                    <a:pt x="114625" y="20470"/>
                  </a:lnTo>
                  <a:lnTo>
                    <a:pt x="114357" y="21148"/>
                  </a:lnTo>
                  <a:lnTo>
                    <a:pt x="114144" y="21686"/>
                  </a:lnTo>
                  <a:lnTo>
                    <a:pt x="112267" y="26428"/>
                  </a:lnTo>
                  <a:lnTo>
                    <a:pt x="112177" y="26653"/>
                  </a:lnTo>
                  <a:lnTo>
                    <a:pt x="110527" y="30823"/>
                  </a:lnTo>
                  <a:lnTo>
                    <a:pt x="110469" y="30967"/>
                  </a:lnTo>
                  <a:lnTo>
                    <a:pt x="107718" y="37917"/>
                  </a:lnTo>
                  <a:lnTo>
                    <a:pt x="107622" y="38159"/>
                  </a:lnTo>
                  <a:lnTo>
                    <a:pt x="107344" y="38862"/>
                  </a:lnTo>
                  <a:lnTo>
                    <a:pt x="105786" y="42797"/>
                  </a:lnTo>
                  <a:lnTo>
                    <a:pt x="105004" y="44773"/>
                  </a:lnTo>
                  <a:lnTo>
                    <a:pt x="102918" y="50040"/>
                  </a:lnTo>
                  <a:lnTo>
                    <a:pt x="102820" y="50288"/>
                  </a:lnTo>
                  <a:lnTo>
                    <a:pt x="100495" y="56161"/>
                  </a:lnTo>
                  <a:lnTo>
                    <a:pt x="99275" y="59242"/>
                  </a:lnTo>
                  <a:lnTo>
                    <a:pt x="98803" y="60434"/>
                  </a:lnTo>
                  <a:lnTo>
                    <a:pt x="98587" y="60980"/>
                  </a:lnTo>
                  <a:lnTo>
                    <a:pt x="95335" y="69180"/>
                  </a:lnTo>
                  <a:lnTo>
                    <a:pt x="94651" y="70904"/>
                  </a:lnTo>
                  <a:lnTo>
                    <a:pt x="94205" y="72028"/>
                  </a:lnTo>
                  <a:lnTo>
                    <a:pt x="91801" y="78088"/>
                  </a:lnTo>
                  <a:lnTo>
                    <a:pt x="91116" y="79817"/>
                  </a:lnTo>
                  <a:lnTo>
                    <a:pt x="91014" y="80072"/>
                  </a:lnTo>
                  <a:lnTo>
                    <a:pt x="86439" y="91607"/>
                  </a:lnTo>
                  <a:lnTo>
                    <a:pt x="80454" y="106696"/>
                  </a:lnTo>
                  <a:lnTo>
                    <a:pt x="78493" y="111640"/>
                  </a:lnTo>
                  <a:lnTo>
                    <a:pt x="77843" y="113277"/>
                  </a:lnTo>
                  <a:lnTo>
                    <a:pt x="71397" y="112587"/>
                  </a:lnTo>
                  <a:lnTo>
                    <a:pt x="70419" y="112486"/>
                  </a:lnTo>
                  <a:lnTo>
                    <a:pt x="67700" y="112206"/>
                  </a:lnTo>
                  <a:lnTo>
                    <a:pt x="66677" y="112101"/>
                  </a:lnTo>
                  <a:lnTo>
                    <a:pt x="66349" y="112067"/>
                  </a:lnTo>
                  <a:lnTo>
                    <a:pt x="66175" y="112049"/>
                  </a:lnTo>
                  <a:lnTo>
                    <a:pt x="65543" y="111984"/>
                  </a:lnTo>
                  <a:lnTo>
                    <a:pt x="65051" y="111933"/>
                  </a:lnTo>
                  <a:lnTo>
                    <a:pt x="64520" y="111879"/>
                  </a:lnTo>
                  <a:lnTo>
                    <a:pt x="64128" y="111816"/>
                  </a:lnTo>
                  <a:lnTo>
                    <a:pt x="63832" y="111769"/>
                  </a:lnTo>
                  <a:lnTo>
                    <a:pt x="63052" y="111646"/>
                  </a:lnTo>
                  <a:lnTo>
                    <a:pt x="62206" y="111512"/>
                  </a:lnTo>
                  <a:lnTo>
                    <a:pt x="61893" y="111432"/>
                  </a:lnTo>
                  <a:lnTo>
                    <a:pt x="61342" y="111291"/>
                  </a:lnTo>
                  <a:lnTo>
                    <a:pt x="61069" y="111221"/>
                  </a:lnTo>
                  <a:lnTo>
                    <a:pt x="60577" y="111095"/>
                  </a:lnTo>
                  <a:lnTo>
                    <a:pt x="60189" y="110996"/>
                  </a:lnTo>
                  <a:lnTo>
                    <a:pt x="59955" y="110936"/>
                  </a:lnTo>
                  <a:lnTo>
                    <a:pt x="59653" y="110858"/>
                  </a:lnTo>
                  <a:lnTo>
                    <a:pt x="58701" y="110615"/>
                  </a:lnTo>
                  <a:lnTo>
                    <a:pt x="58314" y="110516"/>
                  </a:lnTo>
                  <a:lnTo>
                    <a:pt x="58040" y="110446"/>
                  </a:lnTo>
                  <a:lnTo>
                    <a:pt x="57832" y="110392"/>
                  </a:lnTo>
                  <a:lnTo>
                    <a:pt x="57637" y="110327"/>
                  </a:lnTo>
                  <a:lnTo>
                    <a:pt x="57039" y="110125"/>
                  </a:lnTo>
                  <a:lnTo>
                    <a:pt x="55807" y="109708"/>
                  </a:lnTo>
                  <a:lnTo>
                    <a:pt x="55498" y="109604"/>
                  </a:lnTo>
                  <a:lnTo>
                    <a:pt x="53972" y="109195"/>
                  </a:lnTo>
                  <a:lnTo>
                    <a:pt x="53128" y="108970"/>
                  </a:lnTo>
                  <a:lnTo>
                    <a:pt x="52661" y="108845"/>
                  </a:lnTo>
                  <a:lnTo>
                    <a:pt x="51569" y="108553"/>
                  </a:lnTo>
                  <a:lnTo>
                    <a:pt x="50622" y="108299"/>
                  </a:lnTo>
                  <a:lnTo>
                    <a:pt x="50400" y="108240"/>
                  </a:lnTo>
                  <a:lnTo>
                    <a:pt x="50153" y="108174"/>
                  </a:lnTo>
                  <a:lnTo>
                    <a:pt x="49620" y="108031"/>
                  </a:lnTo>
                  <a:lnTo>
                    <a:pt x="49181" y="107914"/>
                  </a:lnTo>
                  <a:lnTo>
                    <a:pt x="46996" y="107329"/>
                  </a:lnTo>
                  <a:lnTo>
                    <a:pt x="45836" y="107019"/>
                  </a:lnTo>
                  <a:lnTo>
                    <a:pt x="43686" y="106444"/>
                  </a:lnTo>
                  <a:lnTo>
                    <a:pt x="43432" y="106370"/>
                  </a:lnTo>
                  <a:lnTo>
                    <a:pt x="40280" y="105452"/>
                  </a:lnTo>
                  <a:lnTo>
                    <a:pt x="39997" y="105370"/>
                  </a:lnTo>
                  <a:lnTo>
                    <a:pt x="38452" y="104920"/>
                  </a:lnTo>
                  <a:lnTo>
                    <a:pt x="38258" y="104863"/>
                  </a:lnTo>
                  <a:lnTo>
                    <a:pt x="37798" y="104729"/>
                  </a:lnTo>
                  <a:lnTo>
                    <a:pt x="36288" y="104290"/>
                  </a:lnTo>
                  <a:lnTo>
                    <a:pt x="36094" y="104234"/>
                  </a:lnTo>
                  <a:lnTo>
                    <a:pt x="28779" y="102104"/>
                  </a:lnTo>
                  <a:lnTo>
                    <a:pt x="28635" y="102062"/>
                  </a:lnTo>
                  <a:lnTo>
                    <a:pt x="27877" y="101841"/>
                  </a:lnTo>
                  <a:lnTo>
                    <a:pt x="26877" y="101591"/>
                  </a:lnTo>
                  <a:lnTo>
                    <a:pt x="26674" y="101540"/>
                  </a:lnTo>
                  <a:lnTo>
                    <a:pt x="24056" y="100885"/>
                  </a:lnTo>
                  <a:lnTo>
                    <a:pt x="23915" y="100850"/>
                  </a:lnTo>
                  <a:lnTo>
                    <a:pt x="22932" y="100604"/>
                  </a:lnTo>
                  <a:lnTo>
                    <a:pt x="22782" y="100562"/>
                  </a:lnTo>
                  <a:lnTo>
                    <a:pt x="20451" y="99907"/>
                  </a:lnTo>
                  <a:lnTo>
                    <a:pt x="19965" y="99770"/>
                  </a:lnTo>
                  <a:lnTo>
                    <a:pt x="19794" y="99722"/>
                  </a:lnTo>
                  <a:lnTo>
                    <a:pt x="16185" y="98709"/>
                  </a:lnTo>
                  <a:lnTo>
                    <a:pt x="15991" y="98654"/>
                  </a:lnTo>
                  <a:lnTo>
                    <a:pt x="15242" y="98443"/>
                  </a:lnTo>
                  <a:lnTo>
                    <a:pt x="14201" y="97700"/>
                  </a:lnTo>
                  <a:lnTo>
                    <a:pt x="13448" y="97162"/>
                  </a:lnTo>
                  <a:lnTo>
                    <a:pt x="13294" y="97052"/>
                  </a:lnTo>
                  <a:lnTo>
                    <a:pt x="12423" y="96430"/>
                  </a:lnTo>
                  <a:lnTo>
                    <a:pt x="12192" y="96171"/>
                  </a:lnTo>
                  <a:lnTo>
                    <a:pt x="11913" y="95991"/>
                  </a:lnTo>
                  <a:lnTo>
                    <a:pt x="11650" y="95625"/>
                  </a:lnTo>
                  <a:lnTo>
                    <a:pt x="11547" y="95483"/>
                  </a:lnTo>
                  <a:lnTo>
                    <a:pt x="11412" y="95295"/>
                  </a:lnTo>
                  <a:lnTo>
                    <a:pt x="10157" y="93885"/>
                  </a:lnTo>
                  <a:lnTo>
                    <a:pt x="9145" y="92749"/>
                  </a:lnTo>
                  <a:lnTo>
                    <a:pt x="8954" y="92374"/>
                  </a:lnTo>
                  <a:lnTo>
                    <a:pt x="8829" y="92131"/>
                  </a:lnTo>
                  <a:lnTo>
                    <a:pt x="8092" y="90685"/>
                  </a:lnTo>
                  <a:lnTo>
                    <a:pt x="7613" y="89746"/>
                  </a:lnTo>
                  <a:lnTo>
                    <a:pt x="6937" y="88420"/>
                  </a:lnTo>
                  <a:lnTo>
                    <a:pt x="6806" y="88163"/>
                  </a:lnTo>
                  <a:lnTo>
                    <a:pt x="6211" y="86997"/>
                  </a:lnTo>
                  <a:lnTo>
                    <a:pt x="5540" y="85268"/>
                  </a:lnTo>
                  <a:lnTo>
                    <a:pt x="3791" y="80767"/>
                  </a:lnTo>
                  <a:lnTo>
                    <a:pt x="3488" y="79987"/>
                  </a:lnTo>
                  <a:lnTo>
                    <a:pt x="1979" y="76102"/>
                  </a:lnTo>
                  <a:lnTo>
                    <a:pt x="998" y="73577"/>
                  </a:lnTo>
                  <a:lnTo>
                    <a:pt x="801" y="73070"/>
                  </a:lnTo>
                  <a:lnTo>
                    <a:pt x="0" y="71007"/>
                  </a:lnTo>
                  <a:lnTo>
                    <a:pt x="44" y="68894"/>
                  </a:lnTo>
                  <a:lnTo>
                    <a:pt x="92" y="66562"/>
                  </a:lnTo>
                  <a:lnTo>
                    <a:pt x="454" y="65056"/>
                  </a:lnTo>
                  <a:lnTo>
                    <a:pt x="690" y="64075"/>
                  </a:lnTo>
                  <a:lnTo>
                    <a:pt x="1129" y="62251"/>
                  </a:lnTo>
                  <a:lnTo>
                    <a:pt x="1514" y="60653"/>
                  </a:lnTo>
                  <a:lnTo>
                    <a:pt x="1810" y="59420"/>
                  </a:lnTo>
                  <a:lnTo>
                    <a:pt x="2057" y="58392"/>
                  </a:lnTo>
                  <a:lnTo>
                    <a:pt x="4791" y="47027"/>
                  </a:lnTo>
                  <a:lnTo>
                    <a:pt x="5284" y="44975"/>
                  </a:lnTo>
                  <a:lnTo>
                    <a:pt x="7021" y="37755"/>
                  </a:lnTo>
                  <a:lnTo>
                    <a:pt x="7433" y="36043"/>
                  </a:lnTo>
                  <a:lnTo>
                    <a:pt x="7498" y="35771"/>
                  </a:lnTo>
                  <a:lnTo>
                    <a:pt x="8842" y="30185"/>
                  </a:lnTo>
                  <a:lnTo>
                    <a:pt x="9035" y="29385"/>
                  </a:lnTo>
                  <a:lnTo>
                    <a:pt x="11566" y="18904"/>
                  </a:lnTo>
                  <a:lnTo>
                    <a:pt x="11666" y="18491"/>
                  </a:lnTo>
                  <a:lnTo>
                    <a:pt x="12066" y="18429"/>
                  </a:lnTo>
                  <a:lnTo>
                    <a:pt x="14360" y="18073"/>
                  </a:lnTo>
                  <a:lnTo>
                    <a:pt x="18629" y="17228"/>
                  </a:lnTo>
                  <a:lnTo>
                    <a:pt x="35917" y="13807"/>
                  </a:lnTo>
                  <a:lnTo>
                    <a:pt x="96211" y="3014"/>
                  </a:lnTo>
                  <a:lnTo>
                    <a:pt x="110822" y="0"/>
                  </a:lnTo>
                  <a:lnTo>
                    <a:pt x="112807" y="7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 name="pg8"/>
            <p:cNvSpPr/>
            <p:nvPr/>
          </p:nvSpPr>
          <p:spPr>
            <a:xfrm>
              <a:off x="4050879" y="3971407"/>
              <a:ext cx="93198" cy="82985"/>
            </a:xfrm>
            <a:custGeom>
              <a:avLst/>
              <a:pathLst>
                <a:path w="93198" h="82985">
                  <a:moveTo>
                    <a:pt x="42706" y="265"/>
                  </a:moveTo>
                  <a:lnTo>
                    <a:pt x="46315" y="1278"/>
                  </a:lnTo>
                  <a:lnTo>
                    <a:pt x="46486" y="1327"/>
                  </a:lnTo>
                  <a:lnTo>
                    <a:pt x="46972" y="1463"/>
                  </a:lnTo>
                  <a:lnTo>
                    <a:pt x="49303" y="2118"/>
                  </a:lnTo>
                  <a:lnTo>
                    <a:pt x="49453" y="2160"/>
                  </a:lnTo>
                  <a:lnTo>
                    <a:pt x="50436" y="2406"/>
                  </a:lnTo>
                  <a:lnTo>
                    <a:pt x="50578" y="2442"/>
                  </a:lnTo>
                  <a:lnTo>
                    <a:pt x="53195" y="3096"/>
                  </a:lnTo>
                  <a:lnTo>
                    <a:pt x="53398" y="3147"/>
                  </a:lnTo>
                  <a:lnTo>
                    <a:pt x="54398" y="3397"/>
                  </a:lnTo>
                  <a:lnTo>
                    <a:pt x="55156" y="3618"/>
                  </a:lnTo>
                  <a:lnTo>
                    <a:pt x="55300" y="3660"/>
                  </a:lnTo>
                  <a:lnTo>
                    <a:pt x="62616" y="5790"/>
                  </a:lnTo>
                  <a:lnTo>
                    <a:pt x="62809" y="5846"/>
                  </a:lnTo>
                  <a:lnTo>
                    <a:pt x="64319" y="6286"/>
                  </a:lnTo>
                  <a:lnTo>
                    <a:pt x="64779" y="6420"/>
                  </a:lnTo>
                  <a:lnTo>
                    <a:pt x="64973" y="6476"/>
                  </a:lnTo>
                  <a:lnTo>
                    <a:pt x="66518" y="6926"/>
                  </a:lnTo>
                  <a:lnTo>
                    <a:pt x="66801" y="7008"/>
                  </a:lnTo>
                  <a:lnTo>
                    <a:pt x="69953" y="7926"/>
                  </a:lnTo>
                  <a:lnTo>
                    <a:pt x="70207" y="8000"/>
                  </a:lnTo>
                  <a:lnTo>
                    <a:pt x="72357" y="8575"/>
                  </a:lnTo>
                  <a:lnTo>
                    <a:pt x="73517" y="8885"/>
                  </a:lnTo>
                  <a:lnTo>
                    <a:pt x="75702" y="9470"/>
                  </a:lnTo>
                  <a:lnTo>
                    <a:pt x="76141" y="9587"/>
                  </a:lnTo>
                  <a:lnTo>
                    <a:pt x="76675" y="9730"/>
                  </a:lnTo>
                  <a:lnTo>
                    <a:pt x="76921" y="9796"/>
                  </a:lnTo>
                  <a:lnTo>
                    <a:pt x="77143" y="9855"/>
                  </a:lnTo>
                  <a:lnTo>
                    <a:pt x="78090" y="10109"/>
                  </a:lnTo>
                  <a:lnTo>
                    <a:pt x="79182" y="10401"/>
                  </a:lnTo>
                  <a:lnTo>
                    <a:pt x="79649" y="10526"/>
                  </a:lnTo>
                  <a:lnTo>
                    <a:pt x="80493" y="10752"/>
                  </a:lnTo>
                  <a:lnTo>
                    <a:pt x="82019" y="11160"/>
                  </a:lnTo>
                  <a:lnTo>
                    <a:pt x="82329" y="11265"/>
                  </a:lnTo>
                  <a:lnTo>
                    <a:pt x="83560" y="11681"/>
                  </a:lnTo>
                  <a:lnTo>
                    <a:pt x="84158" y="11883"/>
                  </a:lnTo>
                  <a:lnTo>
                    <a:pt x="84353" y="11949"/>
                  </a:lnTo>
                  <a:lnTo>
                    <a:pt x="84561" y="12002"/>
                  </a:lnTo>
                  <a:lnTo>
                    <a:pt x="84835" y="12072"/>
                  </a:lnTo>
                  <a:lnTo>
                    <a:pt x="85222" y="12171"/>
                  </a:lnTo>
                  <a:lnTo>
                    <a:pt x="86174" y="12415"/>
                  </a:lnTo>
                  <a:lnTo>
                    <a:pt x="86476" y="12492"/>
                  </a:lnTo>
                  <a:lnTo>
                    <a:pt x="86710" y="12552"/>
                  </a:lnTo>
                  <a:lnTo>
                    <a:pt x="87098" y="12651"/>
                  </a:lnTo>
                  <a:lnTo>
                    <a:pt x="87590" y="12777"/>
                  </a:lnTo>
                  <a:lnTo>
                    <a:pt x="87863" y="12847"/>
                  </a:lnTo>
                  <a:lnTo>
                    <a:pt x="88414" y="12988"/>
                  </a:lnTo>
                  <a:lnTo>
                    <a:pt x="88727" y="13068"/>
                  </a:lnTo>
                  <a:lnTo>
                    <a:pt x="89573" y="13202"/>
                  </a:lnTo>
                  <a:lnTo>
                    <a:pt x="90354" y="13326"/>
                  </a:lnTo>
                  <a:lnTo>
                    <a:pt x="90649" y="13372"/>
                  </a:lnTo>
                  <a:lnTo>
                    <a:pt x="91041" y="13435"/>
                  </a:lnTo>
                  <a:lnTo>
                    <a:pt x="91572" y="13489"/>
                  </a:lnTo>
                  <a:lnTo>
                    <a:pt x="92064" y="13540"/>
                  </a:lnTo>
                  <a:lnTo>
                    <a:pt x="92696" y="13605"/>
                  </a:lnTo>
                  <a:lnTo>
                    <a:pt x="92870" y="13623"/>
                  </a:lnTo>
                  <a:lnTo>
                    <a:pt x="93198" y="13657"/>
                  </a:lnTo>
                  <a:lnTo>
                    <a:pt x="92960" y="14099"/>
                  </a:lnTo>
                  <a:lnTo>
                    <a:pt x="89137" y="21197"/>
                  </a:lnTo>
                  <a:lnTo>
                    <a:pt x="86767" y="25433"/>
                  </a:lnTo>
                  <a:lnTo>
                    <a:pt x="81260" y="35275"/>
                  </a:lnTo>
                  <a:lnTo>
                    <a:pt x="78913" y="39503"/>
                  </a:lnTo>
                  <a:lnTo>
                    <a:pt x="77167" y="42669"/>
                  </a:lnTo>
                  <a:lnTo>
                    <a:pt x="76147" y="44520"/>
                  </a:lnTo>
                  <a:lnTo>
                    <a:pt x="73418" y="49471"/>
                  </a:lnTo>
                  <a:lnTo>
                    <a:pt x="74832" y="50229"/>
                  </a:lnTo>
                  <a:lnTo>
                    <a:pt x="75180" y="50415"/>
                  </a:lnTo>
                  <a:lnTo>
                    <a:pt x="77330" y="51568"/>
                  </a:lnTo>
                  <a:lnTo>
                    <a:pt x="77734" y="51786"/>
                  </a:lnTo>
                  <a:lnTo>
                    <a:pt x="72270" y="61583"/>
                  </a:lnTo>
                  <a:lnTo>
                    <a:pt x="69354" y="66843"/>
                  </a:lnTo>
                  <a:lnTo>
                    <a:pt x="69117" y="66715"/>
                  </a:lnTo>
                  <a:lnTo>
                    <a:pt x="67609" y="65900"/>
                  </a:lnTo>
                  <a:lnTo>
                    <a:pt x="66776" y="65450"/>
                  </a:lnTo>
                  <a:lnTo>
                    <a:pt x="63424" y="71521"/>
                  </a:lnTo>
                  <a:lnTo>
                    <a:pt x="62719" y="72465"/>
                  </a:lnTo>
                  <a:lnTo>
                    <a:pt x="62306" y="72879"/>
                  </a:lnTo>
                  <a:lnTo>
                    <a:pt x="62129" y="73056"/>
                  </a:lnTo>
                  <a:lnTo>
                    <a:pt x="52561" y="80506"/>
                  </a:lnTo>
                  <a:lnTo>
                    <a:pt x="50649" y="81995"/>
                  </a:lnTo>
                  <a:lnTo>
                    <a:pt x="49377" y="82985"/>
                  </a:lnTo>
                  <a:lnTo>
                    <a:pt x="49088" y="82614"/>
                  </a:lnTo>
                  <a:lnTo>
                    <a:pt x="48023" y="81240"/>
                  </a:lnTo>
                  <a:lnTo>
                    <a:pt x="46652" y="79470"/>
                  </a:lnTo>
                  <a:lnTo>
                    <a:pt x="37158" y="67220"/>
                  </a:lnTo>
                  <a:lnTo>
                    <a:pt x="33534" y="62543"/>
                  </a:lnTo>
                  <a:lnTo>
                    <a:pt x="32868" y="61683"/>
                  </a:lnTo>
                  <a:lnTo>
                    <a:pt x="29412" y="57224"/>
                  </a:lnTo>
                  <a:lnTo>
                    <a:pt x="24656" y="51087"/>
                  </a:lnTo>
                  <a:lnTo>
                    <a:pt x="15746" y="39590"/>
                  </a:lnTo>
                  <a:lnTo>
                    <a:pt x="4988" y="26090"/>
                  </a:lnTo>
                  <a:lnTo>
                    <a:pt x="4696" y="25723"/>
                  </a:lnTo>
                  <a:lnTo>
                    <a:pt x="2430" y="22839"/>
                  </a:lnTo>
                  <a:lnTo>
                    <a:pt x="2256" y="22444"/>
                  </a:lnTo>
                  <a:lnTo>
                    <a:pt x="2042" y="21971"/>
                  </a:lnTo>
                  <a:lnTo>
                    <a:pt x="317" y="18159"/>
                  </a:lnTo>
                  <a:lnTo>
                    <a:pt x="1021" y="17434"/>
                  </a:lnTo>
                  <a:lnTo>
                    <a:pt x="1746" y="16688"/>
                  </a:lnTo>
                  <a:lnTo>
                    <a:pt x="2187" y="16233"/>
                  </a:lnTo>
                  <a:lnTo>
                    <a:pt x="563" y="13985"/>
                  </a:lnTo>
                  <a:lnTo>
                    <a:pt x="58" y="12205"/>
                  </a:lnTo>
                  <a:lnTo>
                    <a:pt x="0" y="11135"/>
                  </a:lnTo>
                  <a:lnTo>
                    <a:pt x="452" y="7960"/>
                  </a:lnTo>
                  <a:lnTo>
                    <a:pt x="824" y="6692"/>
                  </a:lnTo>
                  <a:lnTo>
                    <a:pt x="1607" y="5090"/>
                  </a:lnTo>
                  <a:lnTo>
                    <a:pt x="2614" y="3711"/>
                  </a:lnTo>
                  <a:lnTo>
                    <a:pt x="3694" y="2779"/>
                  </a:lnTo>
                  <a:lnTo>
                    <a:pt x="5297" y="2070"/>
                  </a:lnTo>
                  <a:lnTo>
                    <a:pt x="8391" y="1250"/>
                  </a:lnTo>
                  <a:lnTo>
                    <a:pt x="13349" y="579"/>
                  </a:lnTo>
                  <a:lnTo>
                    <a:pt x="18238" y="115"/>
                  </a:lnTo>
                  <a:lnTo>
                    <a:pt x="19494" y="176"/>
                  </a:lnTo>
                  <a:lnTo>
                    <a:pt x="20170" y="132"/>
                  </a:lnTo>
                  <a:lnTo>
                    <a:pt x="25262" y="321"/>
                  </a:lnTo>
                  <a:lnTo>
                    <a:pt x="25914" y="338"/>
                  </a:lnTo>
                  <a:lnTo>
                    <a:pt x="33188" y="549"/>
                  </a:lnTo>
                  <a:lnTo>
                    <a:pt x="39124" y="722"/>
                  </a:lnTo>
                  <a:lnTo>
                    <a:pt x="39784" y="741"/>
                  </a:lnTo>
                  <a:lnTo>
                    <a:pt x="41540" y="83"/>
                  </a:lnTo>
                  <a:lnTo>
                    <a:pt x="41763" y="0"/>
                  </a:lnTo>
                  <a:lnTo>
                    <a:pt x="42512" y="21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 name="pg9"/>
            <p:cNvSpPr/>
            <p:nvPr/>
          </p:nvSpPr>
          <p:spPr>
            <a:xfrm>
              <a:off x="4100257" y="3985064"/>
              <a:ext cx="93711" cy="93890"/>
            </a:xfrm>
            <a:custGeom>
              <a:avLst/>
              <a:pathLst>
                <a:path w="93711" h="93890">
                  <a:moveTo>
                    <a:pt x="62080" y="51932"/>
                  </a:moveTo>
                  <a:lnTo>
                    <a:pt x="59533" y="53787"/>
                  </a:lnTo>
                  <a:lnTo>
                    <a:pt x="59089" y="54215"/>
                  </a:lnTo>
                  <a:lnTo>
                    <a:pt x="58793" y="54501"/>
                  </a:lnTo>
                  <a:lnTo>
                    <a:pt x="58300" y="55413"/>
                  </a:lnTo>
                  <a:lnTo>
                    <a:pt x="55840" y="59985"/>
                  </a:lnTo>
                  <a:lnTo>
                    <a:pt x="55689" y="60265"/>
                  </a:lnTo>
                  <a:lnTo>
                    <a:pt x="51036" y="68910"/>
                  </a:lnTo>
                  <a:lnTo>
                    <a:pt x="50467" y="69943"/>
                  </a:lnTo>
                  <a:lnTo>
                    <a:pt x="50188" y="70251"/>
                  </a:lnTo>
                  <a:lnTo>
                    <a:pt x="49971" y="70492"/>
                  </a:lnTo>
                  <a:lnTo>
                    <a:pt x="49672" y="70714"/>
                  </a:lnTo>
                  <a:lnTo>
                    <a:pt x="45322" y="73934"/>
                  </a:lnTo>
                  <a:lnTo>
                    <a:pt x="41809" y="76536"/>
                  </a:lnTo>
                  <a:lnTo>
                    <a:pt x="41002" y="77133"/>
                  </a:lnTo>
                  <a:lnTo>
                    <a:pt x="40654" y="77390"/>
                  </a:lnTo>
                  <a:lnTo>
                    <a:pt x="41701" y="79077"/>
                  </a:lnTo>
                  <a:lnTo>
                    <a:pt x="41086" y="79554"/>
                  </a:lnTo>
                  <a:lnTo>
                    <a:pt x="40903" y="79696"/>
                  </a:lnTo>
                  <a:lnTo>
                    <a:pt x="39256" y="80973"/>
                  </a:lnTo>
                  <a:lnTo>
                    <a:pt x="38742" y="81372"/>
                  </a:lnTo>
                  <a:lnTo>
                    <a:pt x="37325" y="82471"/>
                  </a:lnTo>
                  <a:lnTo>
                    <a:pt x="37024" y="82726"/>
                  </a:lnTo>
                  <a:lnTo>
                    <a:pt x="36701" y="82317"/>
                  </a:lnTo>
                  <a:lnTo>
                    <a:pt x="35909" y="81312"/>
                  </a:lnTo>
                  <a:lnTo>
                    <a:pt x="35694" y="81474"/>
                  </a:lnTo>
                  <a:lnTo>
                    <a:pt x="35477" y="81638"/>
                  </a:lnTo>
                  <a:lnTo>
                    <a:pt x="33326" y="83262"/>
                  </a:lnTo>
                  <a:lnTo>
                    <a:pt x="31153" y="84903"/>
                  </a:lnTo>
                  <a:lnTo>
                    <a:pt x="27947" y="87325"/>
                  </a:lnTo>
                  <a:lnTo>
                    <a:pt x="25779" y="88961"/>
                  </a:lnTo>
                  <a:lnTo>
                    <a:pt x="25181" y="89413"/>
                  </a:lnTo>
                  <a:lnTo>
                    <a:pt x="24305" y="90074"/>
                  </a:lnTo>
                  <a:lnTo>
                    <a:pt x="24075" y="90248"/>
                  </a:lnTo>
                  <a:lnTo>
                    <a:pt x="23599" y="90608"/>
                  </a:lnTo>
                  <a:lnTo>
                    <a:pt x="22903" y="91133"/>
                  </a:lnTo>
                  <a:lnTo>
                    <a:pt x="21946" y="91859"/>
                  </a:lnTo>
                  <a:lnTo>
                    <a:pt x="20858" y="92685"/>
                  </a:lnTo>
                  <a:lnTo>
                    <a:pt x="19269" y="93890"/>
                  </a:lnTo>
                  <a:lnTo>
                    <a:pt x="8197" y="79867"/>
                  </a:lnTo>
                  <a:lnTo>
                    <a:pt x="0" y="69328"/>
                  </a:lnTo>
                  <a:lnTo>
                    <a:pt x="1272" y="68337"/>
                  </a:lnTo>
                  <a:lnTo>
                    <a:pt x="3183" y="66849"/>
                  </a:lnTo>
                  <a:lnTo>
                    <a:pt x="12752" y="59399"/>
                  </a:lnTo>
                  <a:lnTo>
                    <a:pt x="12928" y="59222"/>
                  </a:lnTo>
                  <a:lnTo>
                    <a:pt x="13342" y="58807"/>
                  </a:lnTo>
                  <a:lnTo>
                    <a:pt x="14046" y="57863"/>
                  </a:lnTo>
                  <a:lnTo>
                    <a:pt x="17398" y="51792"/>
                  </a:lnTo>
                  <a:lnTo>
                    <a:pt x="18232" y="52243"/>
                  </a:lnTo>
                  <a:lnTo>
                    <a:pt x="19739" y="53057"/>
                  </a:lnTo>
                  <a:lnTo>
                    <a:pt x="19977" y="53186"/>
                  </a:lnTo>
                  <a:lnTo>
                    <a:pt x="22893" y="47926"/>
                  </a:lnTo>
                  <a:lnTo>
                    <a:pt x="28357" y="38129"/>
                  </a:lnTo>
                  <a:lnTo>
                    <a:pt x="27953" y="37911"/>
                  </a:lnTo>
                  <a:lnTo>
                    <a:pt x="25803" y="36758"/>
                  </a:lnTo>
                  <a:lnTo>
                    <a:pt x="25455" y="36571"/>
                  </a:lnTo>
                  <a:lnTo>
                    <a:pt x="24041" y="35813"/>
                  </a:lnTo>
                  <a:lnTo>
                    <a:pt x="26770" y="30862"/>
                  </a:lnTo>
                  <a:lnTo>
                    <a:pt x="27790" y="29012"/>
                  </a:lnTo>
                  <a:lnTo>
                    <a:pt x="29535" y="25845"/>
                  </a:lnTo>
                  <a:lnTo>
                    <a:pt x="31883" y="21617"/>
                  </a:lnTo>
                  <a:lnTo>
                    <a:pt x="37389" y="11776"/>
                  </a:lnTo>
                  <a:lnTo>
                    <a:pt x="39760" y="7539"/>
                  </a:lnTo>
                  <a:lnTo>
                    <a:pt x="43583" y="441"/>
                  </a:lnTo>
                  <a:lnTo>
                    <a:pt x="43821" y="0"/>
                  </a:lnTo>
                  <a:lnTo>
                    <a:pt x="44844" y="105"/>
                  </a:lnTo>
                  <a:lnTo>
                    <a:pt x="47562" y="385"/>
                  </a:lnTo>
                  <a:lnTo>
                    <a:pt x="48540" y="486"/>
                  </a:lnTo>
                  <a:lnTo>
                    <a:pt x="54987" y="1176"/>
                  </a:lnTo>
                  <a:lnTo>
                    <a:pt x="55211" y="1207"/>
                  </a:lnTo>
                  <a:lnTo>
                    <a:pt x="55811" y="1291"/>
                  </a:lnTo>
                  <a:lnTo>
                    <a:pt x="57212" y="1485"/>
                  </a:lnTo>
                  <a:lnTo>
                    <a:pt x="59713" y="1833"/>
                  </a:lnTo>
                  <a:lnTo>
                    <a:pt x="59942" y="1865"/>
                  </a:lnTo>
                  <a:lnTo>
                    <a:pt x="60086" y="1885"/>
                  </a:lnTo>
                  <a:lnTo>
                    <a:pt x="65083" y="2453"/>
                  </a:lnTo>
                  <a:lnTo>
                    <a:pt x="67703" y="2489"/>
                  </a:lnTo>
                  <a:lnTo>
                    <a:pt x="69830" y="2518"/>
                  </a:lnTo>
                  <a:lnTo>
                    <a:pt x="70076" y="2522"/>
                  </a:lnTo>
                  <a:lnTo>
                    <a:pt x="77652" y="2627"/>
                  </a:lnTo>
                  <a:lnTo>
                    <a:pt x="77875" y="2630"/>
                  </a:lnTo>
                  <a:lnTo>
                    <a:pt x="83128" y="2703"/>
                  </a:lnTo>
                  <a:lnTo>
                    <a:pt x="83770" y="2707"/>
                  </a:lnTo>
                  <a:lnTo>
                    <a:pt x="84730" y="2713"/>
                  </a:lnTo>
                  <a:lnTo>
                    <a:pt x="89603" y="2743"/>
                  </a:lnTo>
                  <a:lnTo>
                    <a:pt x="90877" y="2751"/>
                  </a:lnTo>
                  <a:lnTo>
                    <a:pt x="91300" y="2754"/>
                  </a:lnTo>
                  <a:lnTo>
                    <a:pt x="91838" y="2756"/>
                  </a:lnTo>
                  <a:lnTo>
                    <a:pt x="92415" y="2759"/>
                  </a:lnTo>
                  <a:lnTo>
                    <a:pt x="92615" y="2760"/>
                  </a:lnTo>
                  <a:lnTo>
                    <a:pt x="92940" y="2762"/>
                  </a:lnTo>
                  <a:lnTo>
                    <a:pt x="92930" y="2972"/>
                  </a:lnTo>
                  <a:lnTo>
                    <a:pt x="92955" y="4221"/>
                  </a:lnTo>
                  <a:lnTo>
                    <a:pt x="92994" y="6146"/>
                  </a:lnTo>
                  <a:lnTo>
                    <a:pt x="93032" y="7982"/>
                  </a:lnTo>
                  <a:lnTo>
                    <a:pt x="93102" y="11454"/>
                  </a:lnTo>
                  <a:lnTo>
                    <a:pt x="93139" y="13277"/>
                  </a:lnTo>
                  <a:lnTo>
                    <a:pt x="93711" y="14374"/>
                  </a:lnTo>
                  <a:lnTo>
                    <a:pt x="93544" y="14679"/>
                  </a:lnTo>
                  <a:lnTo>
                    <a:pt x="92744" y="16133"/>
                  </a:lnTo>
                  <a:lnTo>
                    <a:pt x="90660" y="19924"/>
                  </a:lnTo>
                  <a:lnTo>
                    <a:pt x="90478" y="20255"/>
                  </a:lnTo>
                  <a:lnTo>
                    <a:pt x="88235" y="24337"/>
                  </a:lnTo>
                  <a:lnTo>
                    <a:pt x="87287" y="26061"/>
                  </a:lnTo>
                  <a:lnTo>
                    <a:pt x="80818" y="37830"/>
                  </a:lnTo>
                  <a:lnTo>
                    <a:pt x="80395" y="38600"/>
                  </a:lnTo>
                  <a:lnTo>
                    <a:pt x="79839" y="39322"/>
                  </a:lnTo>
                  <a:lnTo>
                    <a:pt x="79275" y="39710"/>
                  </a:lnTo>
                  <a:lnTo>
                    <a:pt x="78393" y="40316"/>
                  </a:lnTo>
                  <a:lnTo>
                    <a:pt x="74764" y="42810"/>
                  </a:lnTo>
                  <a:lnTo>
                    <a:pt x="71993" y="44716"/>
                  </a:lnTo>
                  <a:lnTo>
                    <a:pt x="68864" y="46993"/>
                  </a:lnTo>
                  <a:lnTo>
                    <a:pt x="68249" y="4744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 name="pg10"/>
            <p:cNvSpPr/>
            <p:nvPr/>
          </p:nvSpPr>
          <p:spPr>
            <a:xfrm>
              <a:off x="4119526" y="3987826"/>
              <a:ext cx="127584" cy="126966"/>
            </a:xfrm>
            <a:custGeom>
              <a:avLst/>
              <a:pathLst>
                <a:path w="127584" h="126966">
                  <a:moveTo>
                    <a:pt x="109582" y="11429"/>
                  </a:moveTo>
                  <a:lnTo>
                    <a:pt x="110199" y="11678"/>
                  </a:lnTo>
                  <a:lnTo>
                    <a:pt x="110443" y="11776"/>
                  </a:lnTo>
                  <a:lnTo>
                    <a:pt x="113728" y="13102"/>
                  </a:lnTo>
                  <a:lnTo>
                    <a:pt x="118192" y="14939"/>
                  </a:lnTo>
                  <a:lnTo>
                    <a:pt x="118451" y="15045"/>
                  </a:lnTo>
                  <a:lnTo>
                    <a:pt x="118750" y="15168"/>
                  </a:lnTo>
                  <a:lnTo>
                    <a:pt x="120029" y="15695"/>
                  </a:lnTo>
                  <a:lnTo>
                    <a:pt x="123679" y="17196"/>
                  </a:lnTo>
                  <a:lnTo>
                    <a:pt x="124090" y="17365"/>
                  </a:lnTo>
                  <a:lnTo>
                    <a:pt x="124538" y="17550"/>
                  </a:lnTo>
                  <a:lnTo>
                    <a:pt x="125396" y="17903"/>
                  </a:lnTo>
                  <a:lnTo>
                    <a:pt x="126444" y="18334"/>
                  </a:lnTo>
                  <a:lnTo>
                    <a:pt x="127584" y="18803"/>
                  </a:lnTo>
                  <a:lnTo>
                    <a:pt x="122637" y="31673"/>
                  </a:lnTo>
                  <a:lnTo>
                    <a:pt x="120754" y="36572"/>
                  </a:lnTo>
                  <a:lnTo>
                    <a:pt x="120674" y="36780"/>
                  </a:lnTo>
                  <a:lnTo>
                    <a:pt x="120180" y="38073"/>
                  </a:lnTo>
                  <a:lnTo>
                    <a:pt x="118722" y="41890"/>
                  </a:lnTo>
                  <a:lnTo>
                    <a:pt x="118511" y="42437"/>
                  </a:lnTo>
                  <a:lnTo>
                    <a:pt x="117068" y="45057"/>
                  </a:lnTo>
                  <a:lnTo>
                    <a:pt x="116566" y="45862"/>
                  </a:lnTo>
                  <a:lnTo>
                    <a:pt x="116382" y="46158"/>
                  </a:lnTo>
                  <a:lnTo>
                    <a:pt x="116148" y="46532"/>
                  </a:lnTo>
                  <a:lnTo>
                    <a:pt x="115569" y="47493"/>
                  </a:lnTo>
                  <a:lnTo>
                    <a:pt x="115435" y="47714"/>
                  </a:lnTo>
                  <a:lnTo>
                    <a:pt x="115010" y="48407"/>
                  </a:lnTo>
                  <a:lnTo>
                    <a:pt x="113271" y="51251"/>
                  </a:lnTo>
                  <a:lnTo>
                    <a:pt x="112771" y="52068"/>
                  </a:lnTo>
                  <a:lnTo>
                    <a:pt x="110211" y="56253"/>
                  </a:lnTo>
                  <a:lnTo>
                    <a:pt x="109881" y="56758"/>
                  </a:lnTo>
                  <a:lnTo>
                    <a:pt x="108494" y="58757"/>
                  </a:lnTo>
                  <a:lnTo>
                    <a:pt x="106253" y="61870"/>
                  </a:lnTo>
                  <a:lnTo>
                    <a:pt x="104025" y="64647"/>
                  </a:lnTo>
                  <a:lnTo>
                    <a:pt x="103791" y="64940"/>
                  </a:lnTo>
                  <a:lnTo>
                    <a:pt x="103495" y="65309"/>
                  </a:lnTo>
                  <a:lnTo>
                    <a:pt x="100950" y="68243"/>
                  </a:lnTo>
                  <a:lnTo>
                    <a:pt x="100645" y="68595"/>
                  </a:lnTo>
                  <a:lnTo>
                    <a:pt x="100450" y="68820"/>
                  </a:lnTo>
                  <a:lnTo>
                    <a:pt x="99473" y="69946"/>
                  </a:lnTo>
                  <a:lnTo>
                    <a:pt x="99043" y="70396"/>
                  </a:lnTo>
                  <a:lnTo>
                    <a:pt x="98187" y="71292"/>
                  </a:lnTo>
                  <a:lnTo>
                    <a:pt x="95839" y="73748"/>
                  </a:lnTo>
                  <a:lnTo>
                    <a:pt x="95403" y="74205"/>
                  </a:lnTo>
                  <a:lnTo>
                    <a:pt x="94472" y="75076"/>
                  </a:lnTo>
                  <a:lnTo>
                    <a:pt x="93942" y="75572"/>
                  </a:lnTo>
                  <a:lnTo>
                    <a:pt x="91530" y="77828"/>
                  </a:lnTo>
                  <a:lnTo>
                    <a:pt x="88797" y="80386"/>
                  </a:lnTo>
                  <a:lnTo>
                    <a:pt x="83165" y="85641"/>
                  </a:lnTo>
                  <a:lnTo>
                    <a:pt x="82603" y="86169"/>
                  </a:lnTo>
                  <a:lnTo>
                    <a:pt x="80120" y="88499"/>
                  </a:lnTo>
                  <a:lnTo>
                    <a:pt x="76379" y="92034"/>
                  </a:lnTo>
                  <a:lnTo>
                    <a:pt x="76096" y="92301"/>
                  </a:lnTo>
                  <a:lnTo>
                    <a:pt x="75406" y="92960"/>
                  </a:lnTo>
                  <a:lnTo>
                    <a:pt x="73487" y="94795"/>
                  </a:lnTo>
                  <a:lnTo>
                    <a:pt x="68445" y="99537"/>
                  </a:lnTo>
                  <a:lnTo>
                    <a:pt x="63712" y="104124"/>
                  </a:lnTo>
                  <a:lnTo>
                    <a:pt x="62618" y="105160"/>
                  </a:lnTo>
                  <a:lnTo>
                    <a:pt x="60257" y="107398"/>
                  </a:lnTo>
                  <a:lnTo>
                    <a:pt x="59750" y="107878"/>
                  </a:lnTo>
                  <a:lnTo>
                    <a:pt x="58591" y="108977"/>
                  </a:lnTo>
                  <a:lnTo>
                    <a:pt x="55330" y="112120"/>
                  </a:lnTo>
                  <a:lnTo>
                    <a:pt x="54827" y="112597"/>
                  </a:lnTo>
                  <a:lnTo>
                    <a:pt x="53670" y="113695"/>
                  </a:lnTo>
                  <a:lnTo>
                    <a:pt x="51365" y="115883"/>
                  </a:lnTo>
                  <a:lnTo>
                    <a:pt x="47129" y="120362"/>
                  </a:lnTo>
                  <a:lnTo>
                    <a:pt x="45236" y="122539"/>
                  </a:lnTo>
                  <a:lnTo>
                    <a:pt x="44097" y="124320"/>
                  </a:lnTo>
                  <a:lnTo>
                    <a:pt x="43725" y="125013"/>
                  </a:lnTo>
                  <a:lnTo>
                    <a:pt x="43474" y="125477"/>
                  </a:lnTo>
                  <a:lnTo>
                    <a:pt x="43211" y="125966"/>
                  </a:lnTo>
                  <a:lnTo>
                    <a:pt x="43081" y="126282"/>
                  </a:lnTo>
                  <a:lnTo>
                    <a:pt x="42973" y="126543"/>
                  </a:lnTo>
                  <a:lnTo>
                    <a:pt x="34973" y="126742"/>
                  </a:lnTo>
                  <a:lnTo>
                    <a:pt x="19454" y="126966"/>
                  </a:lnTo>
                  <a:lnTo>
                    <a:pt x="18241" y="120177"/>
                  </a:lnTo>
                  <a:lnTo>
                    <a:pt x="17220" y="114940"/>
                  </a:lnTo>
                  <a:lnTo>
                    <a:pt x="16552" y="112936"/>
                  </a:lnTo>
                  <a:lnTo>
                    <a:pt x="15550" y="111147"/>
                  </a:lnTo>
                  <a:lnTo>
                    <a:pt x="13332" y="108045"/>
                  </a:lnTo>
                  <a:lnTo>
                    <a:pt x="7893" y="101103"/>
                  </a:lnTo>
                  <a:lnTo>
                    <a:pt x="3646" y="95593"/>
                  </a:lnTo>
                  <a:lnTo>
                    <a:pt x="991" y="92362"/>
                  </a:lnTo>
                  <a:lnTo>
                    <a:pt x="0" y="91128"/>
                  </a:lnTo>
                  <a:lnTo>
                    <a:pt x="1588" y="89923"/>
                  </a:lnTo>
                  <a:lnTo>
                    <a:pt x="2676" y="89097"/>
                  </a:lnTo>
                  <a:lnTo>
                    <a:pt x="3634" y="88371"/>
                  </a:lnTo>
                  <a:lnTo>
                    <a:pt x="4329" y="87846"/>
                  </a:lnTo>
                  <a:lnTo>
                    <a:pt x="4806" y="87486"/>
                  </a:lnTo>
                  <a:lnTo>
                    <a:pt x="5036" y="87312"/>
                  </a:lnTo>
                  <a:lnTo>
                    <a:pt x="5912" y="86651"/>
                  </a:lnTo>
                  <a:lnTo>
                    <a:pt x="6509" y="86199"/>
                  </a:lnTo>
                  <a:lnTo>
                    <a:pt x="8719" y="84531"/>
                  </a:lnTo>
                  <a:lnTo>
                    <a:pt x="11883" y="82141"/>
                  </a:lnTo>
                  <a:lnTo>
                    <a:pt x="14057" y="80500"/>
                  </a:lnTo>
                  <a:lnTo>
                    <a:pt x="16207" y="78876"/>
                  </a:lnTo>
                  <a:lnTo>
                    <a:pt x="16503" y="78653"/>
                  </a:lnTo>
                  <a:lnTo>
                    <a:pt x="16639" y="78550"/>
                  </a:lnTo>
                  <a:lnTo>
                    <a:pt x="17432" y="79555"/>
                  </a:lnTo>
                  <a:lnTo>
                    <a:pt x="17843" y="79874"/>
                  </a:lnTo>
                  <a:lnTo>
                    <a:pt x="18055" y="79709"/>
                  </a:lnTo>
                  <a:lnTo>
                    <a:pt x="19473" y="78610"/>
                  </a:lnTo>
                  <a:lnTo>
                    <a:pt x="19986" y="78211"/>
                  </a:lnTo>
                  <a:lnTo>
                    <a:pt x="21633" y="76934"/>
                  </a:lnTo>
                  <a:lnTo>
                    <a:pt x="21894" y="76732"/>
                  </a:lnTo>
                  <a:lnTo>
                    <a:pt x="22509" y="76062"/>
                  </a:lnTo>
                  <a:lnTo>
                    <a:pt x="21385" y="74628"/>
                  </a:lnTo>
                  <a:lnTo>
                    <a:pt x="21733" y="74371"/>
                  </a:lnTo>
                  <a:lnTo>
                    <a:pt x="22539" y="73774"/>
                  </a:lnTo>
                  <a:lnTo>
                    <a:pt x="26053" y="71172"/>
                  </a:lnTo>
                  <a:lnTo>
                    <a:pt x="30402" y="67952"/>
                  </a:lnTo>
                  <a:lnTo>
                    <a:pt x="30702" y="67730"/>
                  </a:lnTo>
                  <a:lnTo>
                    <a:pt x="30946" y="67459"/>
                  </a:lnTo>
                  <a:lnTo>
                    <a:pt x="31197" y="67181"/>
                  </a:lnTo>
                  <a:lnTo>
                    <a:pt x="31767" y="66148"/>
                  </a:lnTo>
                  <a:lnTo>
                    <a:pt x="36419" y="57503"/>
                  </a:lnTo>
                  <a:lnTo>
                    <a:pt x="36570" y="57223"/>
                  </a:lnTo>
                  <a:lnTo>
                    <a:pt x="39030" y="52651"/>
                  </a:lnTo>
                  <a:lnTo>
                    <a:pt x="39524" y="51739"/>
                  </a:lnTo>
                  <a:lnTo>
                    <a:pt x="39820" y="51453"/>
                  </a:lnTo>
                  <a:lnTo>
                    <a:pt x="40263" y="51025"/>
                  </a:lnTo>
                  <a:lnTo>
                    <a:pt x="42811" y="49170"/>
                  </a:lnTo>
                  <a:lnTo>
                    <a:pt x="48979" y="44679"/>
                  </a:lnTo>
                  <a:lnTo>
                    <a:pt x="49595" y="44231"/>
                  </a:lnTo>
                  <a:lnTo>
                    <a:pt x="52723" y="41954"/>
                  </a:lnTo>
                  <a:lnTo>
                    <a:pt x="55495" y="40048"/>
                  </a:lnTo>
                  <a:lnTo>
                    <a:pt x="59124" y="37554"/>
                  </a:lnTo>
                  <a:lnTo>
                    <a:pt x="60005" y="36948"/>
                  </a:lnTo>
                  <a:lnTo>
                    <a:pt x="60846" y="36347"/>
                  </a:lnTo>
                  <a:lnTo>
                    <a:pt x="61125" y="35838"/>
                  </a:lnTo>
                  <a:lnTo>
                    <a:pt x="61548" y="35068"/>
                  </a:lnTo>
                  <a:lnTo>
                    <a:pt x="68018" y="23299"/>
                  </a:lnTo>
                  <a:lnTo>
                    <a:pt x="68965" y="21575"/>
                  </a:lnTo>
                  <a:lnTo>
                    <a:pt x="71209" y="17493"/>
                  </a:lnTo>
                  <a:lnTo>
                    <a:pt x="71391" y="17162"/>
                  </a:lnTo>
                  <a:lnTo>
                    <a:pt x="73475" y="13371"/>
                  </a:lnTo>
                  <a:lnTo>
                    <a:pt x="74274" y="11917"/>
                  </a:lnTo>
                  <a:lnTo>
                    <a:pt x="74441" y="11612"/>
                  </a:lnTo>
                  <a:lnTo>
                    <a:pt x="73869" y="10515"/>
                  </a:lnTo>
                  <a:lnTo>
                    <a:pt x="73832" y="8692"/>
                  </a:lnTo>
                  <a:lnTo>
                    <a:pt x="73762" y="5220"/>
                  </a:lnTo>
                  <a:lnTo>
                    <a:pt x="73725" y="3384"/>
                  </a:lnTo>
                  <a:lnTo>
                    <a:pt x="73686" y="1459"/>
                  </a:lnTo>
                  <a:lnTo>
                    <a:pt x="73660" y="210"/>
                  </a:lnTo>
                  <a:lnTo>
                    <a:pt x="73670" y="0"/>
                  </a:lnTo>
                  <a:lnTo>
                    <a:pt x="73894" y="1"/>
                  </a:lnTo>
                  <a:lnTo>
                    <a:pt x="74546" y="4"/>
                  </a:lnTo>
                  <a:lnTo>
                    <a:pt x="74785" y="5"/>
                  </a:lnTo>
                  <a:lnTo>
                    <a:pt x="78361" y="22"/>
                  </a:lnTo>
                  <a:lnTo>
                    <a:pt x="78707" y="23"/>
                  </a:lnTo>
                  <a:lnTo>
                    <a:pt x="79204" y="26"/>
                  </a:lnTo>
                  <a:lnTo>
                    <a:pt x="87253" y="67"/>
                  </a:lnTo>
                  <a:lnTo>
                    <a:pt x="87595" y="68"/>
                  </a:lnTo>
                  <a:lnTo>
                    <a:pt x="87787" y="69"/>
                  </a:lnTo>
                  <a:lnTo>
                    <a:pt x="88150" y="153"/>
                  </a:lnTo>
                  <a:lnTo>
                    <a:pt x="88950" y="828"/>
                  </a:lnTo>
                  <a:lnTo>
                    <a:pt x="90682" y="2223"/>
                  </a:lnTo>
                  <a:lnTo>
                    <a:pt x="92056" y="3309"/>
                  </a:lnTo>
                  <a:lnTo>
                    <a:pt x="95340" y="5606"/>
                  </a:lnTo>
                  <a:lnTo>
                    <a:pt x="96127" y="5930"/>
                  </a:lnTo>
                  <a:lnTo>
                    <a:pt x="100548" y="7751"/>
                  </a:lnTo>
                  <a:lnTo>
                    <a:pt x="102659" y="8621"/>
                  </a:lnTo>
                  <a:lnTo>
                    <a:pt x="104265" y="9283"/>
                  </a:lnTo>
                  <a:lnTo>
                    <a:pt x="107758" y="10692"/>
                  </a:lnTo>
                  <a:lnTo>
                    <a:pt x="108677" y="1106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 name="pg11"/>
            <p:cNvSpPr/>
            <p:nvPr/>
          </p:nvSpPr>
          <p:spPr>
            <a:xfrm>
              <a:off x="4198731" y="3867536"/>
              <a:ext cx="99036" cy="139055"/>
            </a:xfrm>
            <a:custGeom>
              <a:avLst/>
              <a:pathLst>
                <a:path w="99036" h="139055">
                  <a:moveTo>
                    <a:pt x="53800" y="124993"/>
                  </a:moveTo>
                  <a:lnTo>
                    <a:pt x="48287" y="139055"/>
                  </a:lnTo>
                  <a:lnTo>
                    <a:pt x="47239" y="138624"/>
                  </a:lnTo>
                  <a:lnTo>
                    <a:pt x="46192" y="138193"/>
                  </a:lnTo>
                  <a:lnTo>
                    <a:pt x="45333" y="137840"/>
                  </a:lnTo>
                  <a:lnTo>
                    <a:pt x="44885" y="137655"/>
                  </a:lnTo>
                  <a:lnTo>
                    <a:pt x="44474" y="137486"/>
                  </a:lnTo>
                  <a:lnTo>
                    <a:pt x="40824" y="135985"/>
                  </a:lnTo>
                  <a:lnTo>
                    <a:pt x="39545" y="135459"/>
                  </a:lnTo>
                  <a:lnTo>
                    <a:pt x="39246" y="135336"/>
                  </a:lnTo>
                  <a:lnTo>
                    <a:pt x="38988" y="135229"/>
                  </a:lnTo>
                  <a:lnTo>
                    <a:pt x="34523" y="133392"/>
                  </a:lnTo>
                  <a:lnTo>
                    <a:pt x="31238" y="132067"/>
                  </a:lnTo>
                  <a:lnTo>
                    <a:pt x="30995" y="131968"/>
                  </a:lnTo>
                  <a:lnTo>
                    <a:pt x="30377" y="131719"/>
                  </a:lnTo>
                  <a:lnTo>
                    <a:pt x="29386" y="131319"/>
                  </a:lnTo>
                  <a:lnTo>
                    <a:pt x="28553" y="130983"/>
                  </a:lnTo>
                  <a:lnTo>
                    <a:pt x="25061" y="129573"/>
                  </a:lnTo>
                  <a:lnTo>
                    <a:pt x="23454" y="128911"/>
                  </a:lnTo>
                  <a:lnTo>
                    <a:pt x="21343" y="128042"/>
                  </a:lnTo>
                  <a:lnTo>
                    <a:pt x="16922" y="126221"/>
                  </a:lnTo>
                  <a:lnTo>
                    <a:pt x="16135" y="125896"/>
                  </a:lnTo>
                  <a:lnTo>
                    <a:pt x="12851" y="123599"/>
                  </a:lnTo>
                  <a:lnTo>
                    <a:pt x="11477" y="122513"/>
                  </a:lnTo>
                  <a:lnTo>
                    <a:pt x="9746" y="121118"/>
                  </a:lnTo>
                  <a:lnTo>
                    <a:pt x="8945" y="120444"/>
                  </a:lnTo>
                  <a:lnTo>
                    <a:pt x="8583" y="120359"/>
                  </a:lnTo>
                  <a:lnTo>
                    <a:pt x="8390" y="120358"/>
                  </a:lnTo>
                  <a:lnTo>
                    <a:pt x="8048" y="120357"/>
                  </a:lnTo>
                  <a:lnTo>
                    <a:pt x="0" y="120316"/>
                  </a:lnTo>
                  <a:lnTo>
                    <a:pt x="3" y="120015"/>
                  </a:lnTo>
                  <a:lnTo>
                    <a:pt x="204" y="100861"/>
                  </a:lnTo>
                  <a:lnTo>
                    <a:pt x="204" y="91676"/>
                  </a:lnTo>
                  <a:lnTo>
                    <a:pt x="204" y="87689"/>
                  </a:lnTo>
                  <a:lnTo>
                    <a:pt x="1202" y="87271"/>
                  </a:lnTo>
                  <a:lnTo>
                    <a:pt x="13394" y="82341"/>
                  </a:lnTo>
                  <a:lnTo>
                    <a:pt x="17138" y="80859"/>
                  </a:lnTo>
                  <a:lnTo>
                    <a:pt x="18986" y="80128"/>
                  </a:lnTo>
                  <a:lnTo>
                    <a:pt x="30130" y="75717"/>
                  </a:lnTo>
                  <a:lnTo>
                    <a:pt x="31827" y="75045"/>
                  </a:lnTo>
                  <a:lnTo>
                    <a:pt x="31968" y="74985"/>
                  </a:lnTo>
                  <a:lnTo>
                    <a:pt x="35817" y="73338"/>
                  </a:lnTo>
                  <a:lnTo>
                    <a:pt x="38812" y="72056"/>
                  </a:lnTo>
                  <a:lnTo>
                    <a:pt x="44186" y="69756"/>
                  </a:lnTo>
                  <a:lnTo>
                    <a:pt x="45484" y="69201"/>
                  </a:lnTo>
                  <a:lnTo>
                    <a:pt x="51076" y="66688"/>
                  </a:lnTo>
                  <a:lnTo>
                    <a:pt x="50940" y="66347"/>
                  </a:lnTo>
                  <a:lnTo>
                    <a:pt x="50789" y="65969"/>
                  </a:lnTo>
                  <a:lnTo>
                    <a:pt x="49076" y="61673"/>
                  </a:lnTo>
                  <a:lnTo>
                    <a:pt x="48913" y="61264"/>
                  </a:lnTo>
                  <a:lnTo>
                    <a:pt x="48828" y="61050"/>
                  </a:lnTo>
                  <a:lnTo>
                    <a:pt x="48751" y="60857"/>
                  </a:lnTo>
                  <a:lnTo>
                    <a:pt x="48354" y="59861"/>
                  </a:lnTo>
                  <a:lnTo>
                    <a:pt x="48017" y="59016"/>
                  </a:lnTo>
                  <a:lnTo>
                    <a:pt x="46683" y="55671"/>
                  </a:lnTo>
                  <a:lnTo>
                    <a:pt x="46274" y="54644"/>
                  </a:lnTo>
                  <a:lnTo>
                    <a:pt x="52903" y="45255"/>
                  </a:lnTo>
                  <a:lnTo>
                    <a:pt x="67462" y="39053"/>
                  </a:lnTo>
                  <a:lnTo>
                    <a:pt x="72666" y="35639"/>
                  </a:lnTo>
                  <a:lnTo>
                    <a:pt x="76091" y="33392"/>
                  </a:lnTo>
                  <a:lnTo>
                    <a:pt x="76780" y="32940"/>
                  </a:lnTo>
                  <a:lnTo>
                    <a:pt x="77229" y="32590"/>
                  </a:lnTo>
                  <a:lnTo>
                    <a:pt x="79534" y="30965"/>
                  </a:lnTo>
                  <a:lnTo>
                    <a:pt x="84509" y="27458"/>
                  </a:lnTo>
                  <a:lnTo>
                    <a:pt x="87849" y="23427"/>
                  </a:lnTo>
                  <a:lnTo>
                    <a:pt x="90592" y="19467"/>
                  </a:lnTo>
                  <a:lnTo>
                    <a:pt x="92596" y="15006"/>
                  </a:lnTo>
                  <a:lnTo>
                    <a:pt x="92790" y="14414"/>
                  </a:lnTo>
                  <a:lnTo>
                    <a:pt x="93479" y="12310"/>
                  </a:lnTo>
                  <a:lnTo>
                    <a:pt x="93908" y="10473"/>
                  </a:lnTo>
                  <a:lnTo>
                    <a:pt x="94505" y="6752"/>
                  </a:lnTo>
                  <a:lnTo>
                    <a:pt x="95244" y="716"/>
                  </a:lnTo>
                  <a:lnTo>
                    <a:pt x="95291" y="0"/>
                  </a:lnTo>
                  <a:lnTo>
                    <a:pt x="96965" y="199"/>
                  </a:lnTo>
                  <a:lnTo>
                    <a:pt x="99036" y="446"/>
                  </a:lnTo>
                  <a:lnTo>
                    <a:pt x="98975" y="1224"/>
                  </a:lnTo>
                  <a:lnTo>
                    <a:pt x="98603" y="5968"/>
                  </a:lnTo>
                  <a:lnTo>
                    <a:pt x="98193" y="9109"/>
                  </a:lnTo>
                  <a:lnTo>
                    <a:pt x="97981" y="10726"/>
                  </a:lnTo>
                  <a:lnTo>
                    <a:pt x="97936" y="10999"/>
                  </a:lnTo>
                  <a:lnTo>
                    <a:pt x="97640" y="12775"/>
                  </a:lnTo>
                  <a:lnTo>
                    <a:pt x="97556" y="13282"/>
                  </a:lnTo>
                  <a:lnTo>
                    <a:pt x="96499" y="19627"/>
                  </a:lnTo>
                  <a:lnTo>
                    <a:pt x="95603" y="23060"/>
                  </a:lnTo>
                  <a:lnTo>
                    <a:pt x="93859" y="29739"/>
                  </a:lnTo>
                  <a:lnTo>
                    <a:pt x="90088" y="30188"/>
                  </a:lnTo>
                  <a:lnTo>
                    <a:pt x="89157" y="32630"/>
                  </a:lnTo>
                  <a:lnTo>
                    <a:pt x="88952" y="33168"/>
                  </a:lnTo>
                  <a:lnTo>
                    <a:pt x="86031" y="40835"/>
                  </a:lnTo>
                  <a:lnTo>
                    <a:pt x="80839" y="54465"/>
                  </a:lnTo>
                  <a:lnTo>
                    <a:pt x="75018" y="69744"/>
                  </a:lnTo>
                  <a:lnTo>
                    <a:pt x="72914" y="75266"/>
                  </a:lnTo>
                  <a:lnTo>
                    <a:pt x="72244" y="77010"/>
                  </a:lnTo>
                  <a:lnTo>
                    <a:pt x="71860" y="78008"/>
                  </a:lnTo>
                  <a:lnTo>
                    <a:pt x="70635" y="81195"/>
                  </a:lnTo>
                  <a:lnTo>
                    <a:pt x="66478" y="92010"/>
                  </a:lnTo>
                  <a:lnTo>
                    <a:pt x="64803" y="96366"/>
                  </a:lnTo>
                  <a:lnTo>
                    <a:pt x="61818" y="104132"/>
                  </a:lnTo>
                  <a:lnTo>
                    <a:pt x="59158" y="111052"/>
                  </a:lnTo>
                  <a:lnTo>
                    <a:pt x="57245" y="116028"/>
                  </a:lnTo>
                  <a:lnTo>
                    <a:pt x="55414" y="12079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 name="pg12"/>
            <p:cNvSpPr/>
            <p:nvPr/>
          </p:nvSpPr>
          <p:spPr>
            <a:xfrm>
              <a:off x="4155244" y="3878525"/>
              <a:ext cx="96390" cy="109327"/>
            </a:xfrm>
            <a:custGeom>
              <a:avLst/>
              <a:pathLst>
                <a:path w="96390" h="109327">
                  <a:moveTo>
                    <a:pt x="88628" y="15562"/>
                  </a:moveTo>
                  <a:lnTo>
                    <a:pt x="90789" y="20912"/>
                  </a:lnTo>
                  <a:lnTo>
                    <a:pt x="92715" y="25503"/>
                  </a:lnTo>
                  <a:lnTo>
                    <a:pt x="93922" y="28381"/>
                  </a:lnTo>
                  <a:lnTo>
                    <a:pt x="96022" y="33388"/>
                  </a:lnTo>
                  <a:lnTo>
                    <a:pt x="96390" y="34266"/>
                  </a:lnTo>
                  <a:lnTo>
                    <a:pt x="89760" y="43655"/>
                  </a:lnTo>
                  <a:lnTo>
                    <a:pt x="90170" y="44682"/>
                  </a:lnTo>
                  <a:lnTo>
                    <a:pt x="91504" y="48027"/>
                  </a:lnTo>
                  <a:lnTo>
                    <a:pt x="91841" y="48872"/>
                  </a:lnTo>
                  <a:lnTo>
                    <a:pt x="92238" y="49868"/>
                  </a:lnTo>
                  <a:lnTo>
                    <a:pt x="92315" y="50061"/>
                  </a:lnTo>
                  <a:lnTo>
                    <a:pt x="92400" y="50275"/>
                  </a:lnTo>
                  <a:lnTo>
                    <a:pt x="92563" y="50684"/>
                  </a:lnTo>
                  <a:lnTo>
                    <a:pt x="94276" y="54980"/>
                  </a:lnTo>
                  <a:lnTo>
                    <a:pt x="94427" y="55358"/>
                  </a:lnTo>
                  <a:lnTo>
                    <a:pt x="94585" y="55756"/>
                  </a:lnTo>
                  <a:lnTo>
                    <a:pt x="88971" y="58212"/>
                  </a:lnTo>
                  <a:lnTo>
                    <a:pt x="87672" y="58767"/>
                  </a:lnTo>
                  <a:lnTo>
                    <a:pt x="82299" y="61067"/>
                  </a:lnTo>
                  <a:lnTo>
                    <a:pt x="79304" y="62349"/>
                  </a:lnTo>
                  <a:lnTo>
                    <a:pt x="75454" y="63996"/>
                  </a:lnTo>
                  <a:lnTo>
                    <a:pt x="75314" y="64056"/>
                  </a:lnTo>
                  <a:lnTo>
                    <a:pt x="73617" y="64728"/>
                  </a:lnTo>
                  <a:lnTo>
                    <a:pt x="62473" y="69139"/>
                  </a:lnTo>
                  <a:lnTo>
                    <a:pt x="60625" y="69870"/>
                  </a:lnTo>
                  <a:lnTo>
                    <a:pt x="56855" y="71362"/>
                  </a:lnTo>
                  <a:lnTo>
                    <a:pt x="44689" y="76282"/>
                  </a:lnTo>
                  <a:lnTo>
                    <a:pt x="43691" y="76700"/>
                  </a:lnTo>
                  <a:lnTo>
                    <a:pt x="43691" y="80687"/>
                  </a:lnTo>
                  <a:lnTo>
                    <a:pt x="43691" y="89872"/>
                  </a:lnTo>
                  <a:lnTo>
                    <a:pt x="43490" y="109027"/>
                  </a:lnTo>
                  <a:lnTo>
                    <a:pt x="43486" y="109327"/>
                  </a:lnTo>
                  <a:lnTo>
                    <a:pt x="42989" y="109325"/>
                  </a:lnTo>
                  <a:lnTo>
                    <a:pt x="42643" y="109323"/>
                  </a:lnTo>
                  <a:lnTo>
                    <a:pt x="39067" y="109306"/>
                  </a:lnTo>
                  <a:lnTo>
                    <a:pt x="38828" y="109305"/>
                  </a:lnTo>
                  <a:lnTo>
                    <a:pt x="38177" y="109302"/>
                  </a:lnTo>
                  <a:lnTo>
                    <a:pt x="37953" y="109301"/>
                  </a:lnTo>
                  <a:lnTo>
                    <a:pt x="37627" y="109299"/>
                  </a:lnTo>
                  <a:lnTo>
                    <a:pt x="37427" y="109299"/>
                  </a:lnTo>
                  <a:lnTo>
                    <a:pt x="36850" y="109296"/>
                  </a:lnTo>
                  <a:lnTo>
                    <a:pt x="36313" y="109293"/>
                  </a:lnTo>
                  <a:lnTo>
                    <a:pt x="35882" y="109291"/>
                  </a:lnTo>
                  <a:lnTo>
                    <a:pt x="34616" y="109283"/>
                  </a:lnTo>
                  <a:lnTo>
                    <a:pt x="29742" y="109252"/>
                  </a:lnTo>
                  <a:lnTo>
                    <a:pt x="28782" y="109246"/>
                  </a:lnTo>
                  <a:lnTo>
                    <a:pt x="28141" y="109242"/>
                  </a:lnTo>
                  <a:lnTo>
                    <a:pt x="22888" y="109169"/>
                  </a:lnTo>
                  <a:lnTo>
                    <a:pt x="22664" y="109166"/>
                  </a:lnTo>
                  <a:lnTo>
                    <a:pt x="15089" y="109061"/>
                  </a:lnTo>
                  <a:lnTo>
                    <a:pt x="14842" y="109058"/>
                  </a:lnTo>
                  <a:lnTo>
                    <a:pt x="12716" y="109028"/>
                  </a:lnTo>
                  <a:lnTo>
                    <a:pt x="10095" y="108992"/>
                  </a:lnTo>
                  <a:lnTo>
                    <a:pt x="5099" y="108425"/>
                  </a:lnTo>
                  <a:lnTo>
                    <a:pt x="4955" y="108405"/>
                  </a:lnTo>
                  <a:lnTo>
                    <a:pt x="4726" y="108373"/>
                  </a:lnTo>
                  <a:lnTo>
                    <a:pt x="2225" y="108025"/>
                  </a:lnTo>
                  <a:lnTo>
                    <a:pt x="823" y="107830"/>
                  </a:lnTo>
                  <a:lnTo>
                    <a:pt x="223" y="107747"/>
                  </a:lnTo>
                  <a:lnTo>
                    <a:pt x="0" y="107715"/>
                  </a:lnTo>
                  <a:lnTo>
                    <a:pt x="649" y="106078"/>
                  </a:lnTo>
                  <a:lnTo>
                    <a:pt x="2610" y="101134"/>
                  </a:lnTo>
                  <a:lnTo>
                    <a:pt x="8595" y="86045"/>
                  </a:lnTo>
                  <a:lnTo>
                    <a:pt x="13171" y="74510"/>
                  </a:lnTo>
                  <a:lnTo>
                    <a:pt x="13272" y="74255"/>
                  </a:lnTo>
                  <a:lnTo>
                    <a:pt x="13957" y="72526"/>
                  </a:lnTo>
                  <a:lnTo>
                    <a:pt x="16361" y="66466"/>
                  </a:lnTo>
                  <a:lnTo>
                    <a:pt x="16807" y="65342"/>
                  </a:lnTo>
                  <a:lnTo>
                    <a:pt x="17491" y="63619"/>
                  </a:lnTo>
                  <a:lnTo>
                    <a:pt x="20744" y="55418"/>
                  </a:lnTo>
                  <a:lnTo>
                    <a:pt x="20960" y="54872"/>
                  </a:lnTo>
                  <a:lnTo>
                    <a:pt x="21431" y="53681"/>
                  </a:lnTo>
                  <a:lnTo>
                    <a:pt x="22688" y="50505"/>
                  </a:lnTo>
                  <a:lnTo>
                    <a:pt x="24976" y="44726"/>
                  </a:lnTo>
                  <a:lnTo>
                    <a:pt x="25075" y="44478"/>
                  </a:lnTo>
                  <a:lnTo>
                    <a:pt x="27205" y="39098"/>
                  </a:lnTo>
                  <a:lnTo>
                    <a:pt x="27978" y="37146"/>
                  </a:lnTo>
                  <a:lnTo>
                    <a:pt x="29500" y="33300"/>
                  </a:lnTo>
                  <a:lnTo>
                    <a:pt x="29778" y="32597"/>
                  </a:lnTo>
                  <a:lnTo>
                    <a:pt x="29874" y="32355"/>
                  </a:lnTo>
                  <a:lnTo>
                    <a:pt x="32626" y="25405"/>
                  </a:lnTo>
                  <a:lnTo>
                    <a:pt x="32683" y="25261"/>
                  </a:lnTo>
                  <a:lnTo>
                    <a:pt x="34335" y="21087"/>
                  </a:lnTo>
                  <a:lnTo>
                    <a:pt x="34423" y="20866"/>
                  </a:lnTo>
                  <a:lnTo>
                    <a:pt x="36300" y="16124"/>
                  </a:lnTo>
                  <a:lnTo>
                    <a:pt x="36513" y="15586"/>
                  </a:lnTo>
                  <a:lnTo>
                    <a:pt x="36782" y="14908"/>
                  </a:lnTo>
                  <a:lnTo>
                    <a:pt x="37046" y="15016"/>
                  </a:lnTo>
                  <a:lnTo>
                    <a:pt x="37363" y="15146"/>
                  </a:lnTo>
                  <a:lnTo>
                    <a:pt x="38275" y="15422"/>
                  </a:lnTo>
                  <a:lnTo>
                    <a:pt x="39246" y="15717"/>
                  </a:lnTo>
                  <a:lnTo>
                    <a:pt x="40378" y="15873"/>
                  </a:lnTo>
                  <a:lnTo>
                    <a:pt x="41926" y="15847"/>
                  </a:lnTo>
                  <a:lnTo>
                    <a:pt x="43299" y="15592"/>
                  </a:lnTo>
                  <a:lnTo>
                    <a:pt x="43818" y="15387"/>
                  </a:lnTo>
                  <a:lnTo>
                    <a:pt x="44505" y="15109"/>
                  </a:lnTo>
                  <a:lnTo>
                    <a:pt x="56114" y="10404"/>
                  </a:lnTo>
                  <a:lnTo>
                    <a:pt x="57386" y="9889"/>
                  </a:lnTo>
                  <a:lnTo>
                    <a:pt x="58190" y="9563"/>
                  </a:lnTo>
                  <a:lnTo>
                    <a:pt x="71927" y="4106"/>
                  </a:lnTo>
                  <a:lnTo>
                    <a:pt x="73089" y="3645"/>
                  </a:lnTo>
                  <a:lnTo>
                    <a:pt x="81854" y="163"/>
                  </a:lnTo>
                  <a:lnTo>
                    <a:pt x="82266" y="0"/>
                  </a:lnTo>
                  <a:lnTo>
                    <a:pt x="83070" y="1802"/>
                  </a:lnTo>
                  <a:lnTo>
                    <a:pt x="84662" y="5745"/>
                  </a:lnTo>
                  <a:lnTo>
                    <a:pt x="88376" y="1493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 name="pg13"/>
            <p:cNvSpPr/>
            <p:nvPr/>
          </p:nvSpPr>
          <p:spPr>
            <a:xfrm>
              <a:off x="4192026" y="3780950"/>
              <a:ext cx="106036" cy="131840"/>
            </a:xfrm>
            <a:custGeom>
              <a:avLst/>
              <a:pathLst>
                <a:path w="106036" h="131840">
                  <a:moveTo>
                    <a:pt x="89797" y="20629"/>
                  </a:moveTo>
                  <a:lnTo>
                    <a:pt x="99689" y="45476"/>
                  </a:lnTo>
                  <a:lnTo>
                    <a:pt x="100907" y="49004"/>
                  </a:lnTo>
                  <a:lnTo>
                    <a:pt x="102862" y="56570"/>
                  </a:lnTo>
                  <a:lnTo>
                    <a:pt x="103239" y="58136"/>
                  </a:lnTo>
                  <a:lnTo>
                    <a:pt x="104448" y="64553"/>
                  </a:lnTo>
                  <a:lnTo>
                    <a:pt x="105393" y="70685"/>
                  </a:lnTo>
                  <a:lnTo>
                    <a:pt x="105426" y="70901"/>
                  </a:lnTo>
                  <a:lnTo>
                    <a:pt x="105609" y="72505"/>
                  </a:lnTo>
                  <a:lnTo>
                    <a:pt x="105663" y="73007"/>
                  </a:lnTo>
                  <a:lnTo>
                    <a:pt x="106007" y="76192"/>
                  </a:lnTo>
                  <a:lnTo>
                    <a:pt x="106036" y="83261"/>
                  </a:lnTo>
                  <a:lnTo>
                    <a:pt x="105726" y="87029"/>
                  </a:lnTo>
                  <a:lnTo>
                    <a:pt x="103670" y="86784"/>
                  </a:lnTo>
                  <a:lnTo>
                    <a:pt x="101996" y="86585"/>
                  </a:lnTo>
                  <a:lnTo>
                    <a:pt x="101949" y="87301"/>
                  </a:lnTo>
                  <a:lnTo>
                    <a:pt x="101210" y="93337"/>
                  </a:lnTo>
                  <a:lnTo>
                    <a:pt x="100613" y="97058"/>
                  </a:lnTo>
                  <a:lnTo>
                    <a:pt x="100184" y="98895"/>
                  </a:lnTo>
                  <a:lnTo>
                    <a:pt x="99495" y="100999"/>
                  </a:lnTo>
                  <a:lnTo>
                    <a:pt x="99301" y="101591"/>
                  </a:lnTo>
                  <a:lnTo>
                    <a:pt x="97297" y="106052"/>
                  </a:lnTo>
                  <a:lnTo>
                    <a:pt x="94554" y="110012"/>
                  </a:lnTo>
                  <a:lnTo>
                    <a:pt x="91214" y="114044"/>
                  </a:lnTo>
                  <a:lnTo>
                    <a:pt x="86239" y="117550"/>
                  </a:lnTo>
                  <a:lnTo>
                    <a:pt x="83934" y="119175"/>
                  </a:lnTo>
                  <a:lnTo>
                    <a:pt x="83485" y="119525"/>
                  </a:lnTo>
                  <a:lnTo>
                    <a:pt x="82796" y="119977"/>
                  </a:lnTo>
                  <a:lnTo>
                    <a:pt x="79370" y="122225"/>
                  </a:lnTo>
                  <a:lnTo>
                    <a:pt x="74166" y="125638"/>
                  </a:lnTo>
                  <a:lnTo>
                    <a:pt x="59608" y="131840"/>
                  </a:lnTo>
                  <a:lnTo>
                    <a:pt x="59240" y="130963"/>
                  </a:lnTo>
                  <a:lnTo>
                    <a:pt x="57140" y="125956"/>
                  </a:lnTo>
                  <a:lnTo>
                    <a:pt x="55933" y="123077"/>
                  </a:lnTo>
                  <a:lnTo>
                    <a:pt x="54007" y="118486"/>
                  </a:lnTo>
                  <a:lnTo>
                    <a:pt x="51846" y="113136"/>
                  </a:lnTo>
                  <a:lnTo>
                    <a:pt x="51594" y="112511"/>
                  </a:lnTo>
                  <a:lnTo>
                    <a:pt x="47880" y="103320"/>
                  </a:lnTo>
                  <a:lnTo>
                    <a:pt x="46288" y="99377"/>
                  </a:lnTo>
                  <a:lnTo>
                    <a:pt x="45484" y="97574"/>
                  </a:lnTo>
                  <a:lnTo>
                    <a:pt x="45072" y="97737"/>
                  </a:lnTo>
                  <a:lnTo>
                    <a:pt x="36251" y="101241"/>
                  </a:lnTo>
                  <a:lnTo>
                    <a:pt x="35145" y="101681"/>
                  </a:lnTo>
                  <a:lnTo>
                    <a:pt x="21408" y="107137"/>
                  </a:lnTo>
                  <a:lnTo>
                    <a:pt x="20604" y="107463"/>
                  </a:lnTo>
                  <a:lnTo>
                    <a:pt x="19332" y="107979"/>
                  </a:lnTo>
                  <a:lnTo>
                    <a:pt x="7723" y="112683"/>
                  </a:lnTo>
                  <a:lnTo>
                    <a:pt x="7036" y="112961"/>
                  </a:lnTo>
                  <a:lnTo>
                    <a:pt x="6505" y="113171"/>
                  </a:lnTo>
                  <a:lnTo>
                    <a:pt x="5144" y="113422"/>
                  </a:lnTo>
                  <a:lnTo>
                    <a:pt x="3596" y="113448"/>
                  </a:lnTo>
                  <a:lnTo>
                    <a:pt x="2464" y="113291"/>
                  </a:lnTo>
                  <a:lnTo>
                    <a:pt x="1493" y="112997"/>
                  </a:lnTo>
                  <a:lnTo>
                    <a:pt x="581" y="112720"/>
                  </a:lnTo>
                  <a:lnTo>
                    <a:pt x="264" y="112591"/>
                  </a:lnTo>
                  <a:lnTo>
                    <a:pt x="0" y="112482"/>
                  </a:lnTo>
                  <a:lnTo>
                    <a:pt x="451" y="111341"/>
                  </a:lnTo>
                  <a:lnTo>
                    <a:pt x="645" y="110853"/>
                  </a:lnTo>
                  <a:lnTo>
                    <a:pt x="954" y="110090"/>
                  </a:lnTo>
                  <a:lnTo>
                    <a:pt x="3403" y="104059"/>
                  </a:lnTo>
                  <a:lnTo>
                    <a:pt x="3535" y="103736"/>
                  </a:lnTo>
                  <a:lnTo>
                    <a:pt x="6689" y="95967"/>
                  </a:lnTo>
                  <a:lnTo>
                    <a:pt x="7033" y="95121"/>
                  </a:lnTo>
                  <a:lnTo>
                    <a:pt x="7314" y="94430"/>
                  </a:lnTo>
                  <a:lnTo>
                    <a:pt x="9711" y="88526"/>
                  </a:lnTo>
                  <a:lnTo>
                    <a:pt x="10204" y="87313"/>
                  </a:lnTo>
                  <a:lnTo>
                    <a:pt x="12686" y="81201"/>
                  </a:lnTo>
                  <a:lnTo>
                    <a:pt x="12817" y="80878"/>
                  </a:lnTo>
                  <a:lnTo>
                    <a:pt x="13624" y="78861"/>
                  </a:lnTo>
                  <a:lnTo>
                    <a:pt x="20423" y="61861"/>
                  </a:lnTo>
                  <a:lnTo>
                    <a:pt x="21174" y="59823"/>
                  </a:lnTo>
                  <a:lnTo>
                    <a:pt x="21580" y="59053"/>
                  </a:lnTo>
                  <a:lnTo>
                    <a:pt x="21986" y="58284"/>
                  </a:lnTo>
                  <a:lnTo>
                    <a:pt x="22622" y="57435"/>
                  </a:lnTo>
                  <a:lnTo>
                    <a:pt x="23258" y="56586"/>
                  </a:lnTo>
                  <a:lnTo>
                    <a:pt x="24065" y="55592"/>
                  </a:lnTo>
                  <a:lnTo>
                    <a:pt x="24612" y="54673"/>
                  </a:lnTo>
                  <a:lnTo>
                    <a:pt x="25026" y="53976"/>
                  </a:lnTo>
                  <a:lnTo>
                    <a:pt x="25737" y="52342"/>
                  </a:lnTo>
                  <a:lnTo>
                    <a:pt x="25857" y="52068"/>
                  </a:lnTo>
                  <a:lnTo>
                    <a:pt x="26183" y="51425"/>
                  </a:lnTo>
                  <a:lnTo>
                    <a:pt x="26539" y="50395"/>
                  </a:lnTo>
                  <a:lnTo>
                    <a:pt x="26550" y="49727"/>
                  </a:lnTo>
                  <a:lnTo>
                    <a:pt x="26380" y="48723"/>
                  </a:lnTo>
                  <a:lnTo>
                    <a:pt x="26292" y="48566"/>
                  </a:lnTo>
                  <a:lnTo>
                    <a:pt x="26106" y="47925"/>
                  </a:lnTo>
                  <a:lnTo>
                    <a:pt x="25922" y="47513"/>
                  </a:lnTo>
                  <a:lnTo>
                    <a:pt x="25543" y="46666"/>
                  </a:lnTo>
                  <a:lnTo>
                    <a:pt x="19648" y="36345"/>
                  </a:lnTo>
                  <a:lnTo>
                    <a:pt x="16596" y="31001"/>
                  </a:lnTo>
                  <a:lnTo>
                    <a:pt x="16200" y="30497"/>
                  </a:lnTo>
                  <a:lnTo>
                    <a:pt x="15791" y="29997"/>
                  </a:lnTo>
                  <a:lnTo>
                    <a:pt x="15304" y="29309"/>
                  </a:lnTo>
                  <a:lnTo>
                    <a:pt x="17588" y="27958"/>
                  </a:lnTo>
                  <a:lnTo>
                    <a:pt x="25673" y="24367"/>
                  </a:lnTo>
                  <a:lnTo>
                    <a:pt x="41100" y="17485"/>
                  </a:lnTo>
                  <a:lnTo>
                    <a:pt x="41994" y="17086"/>
                  </a:lnTo>
                  <a:lnTo>
                    <a:pt x="64446" y="7070"/>
                  </a:lnTo>
                  <a:lnTo>
                    <a:pt x="67134" y="5870"/>
                  </a:lnTo>
                  <a:lnTo>
                    <a:pt x="79573" y="321"/>
                  </a:lnTo>
                  <a:lnTo>
                    <a:pt x="80329" y="0"/>
                  </a:lnTo>
                  <a:lnTo>
                    <a:pt x="80586" y="551"/>
                  </a:lnTo>
                  <a:lnTo>
                    <a:pt x="80981" y="1411"/>
                  </a:lnTo>
                  <a:lnTo>
                    <a:pt x="81331" y="2175"/>
                  </a:lnTo>
                  <a:lnTo>
                    <a:pt x="81682" y="294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 name="pg14"/>
            <p:cNvSpPr/>
            <p:nvPr/>
          </p:nvSpPr>
          <p:spPr>
            <a:xfrm>
              <a:off x="4272355" y="3722690"/>
              <a:ext cx="182538" cy="174584"/>
            </a:xfrm>
            <a:custGeom>
              <a:avLst/>
              <a:pathLst>
                <a:path w="182538" h="174584">
                  <a:moveTo>
                    <a:pt x="24175" y="173435"/>
                  </a:moveTo>
                  <a:lnTo>
                    <a:pt x="20235" y="174584"/>
                  </a:lnTo>
                  <a:lnTo>
                    <a:pt x="21979" y="167905"/>
                  </a:lnTo>
                  <a:lnTo>
                    <a:pt x="22876" y="164467"/>
                  </a:lnTo>
                  <a:lnTo>
                    <a:pt x="23932" y="158127"/>
                  </a:lnTo>
                  <a:lnTo>
                    <a:pt x="24016" y="157621"/>
                  </a:lnTo>
                  <a:lnTo>
                    <a:pt x="24312" y="155845"/>
                  </a:lnTo>
                  <a:lnTo>
                    <a:pt x="24357" y="155572"/>
                  </a:lnTo>
                  <a:lnTo>
                    <a:pt x="24569" y="153954"/>
                  </a:lnTo>
                  <a:lnTo>
                    <a:pt x="24979" y="150814"/>
                  </a:lnTo>
                  <a:lnTo>
                    <a:pt x="25351" y="146069"/>
                  </a:lnTo>
                  <a:lnTo>
                    <a:pt x="25412" y="145291"/>
                  </a:lnTo>
                  <a:lnTo>
                    <a:pt x="25707" y="141521"/>
                  </a:lnTo>
                  <a:lnTo>
                    <a:pt x="25678" y="134452"/>
                  </a:lnTo>
                  <a:lnTo>
                    <a:pt x="25334" y="131267"/>
                  </a:lnTo>
                  <a:lnTo>
                    <a:pt x="25279" y="130765"/>
                  </a:lnTo>
                  <a:lnTo>
                    <a:pt x="25097" y="129161"/>
                  </a:lnTo>
                  <a:lnTo>
                    <a:pt x="25064" y="128946"/>
                  </a:lnTo>
                  <a:lnTo>
                    <a:pt x="24118" y="122813"/>
                  </a:lnTo>
                  <a:lnTo>
                    <a:pt x="22910" y="116396"/>
                  </a:lnTo>
                  <a:lnTo>
                    <a:pt x="22533" y="114830"/>
                  </a:lnTo>
                  <a:lnTo>
                    <a:pt x="20578" y="107264"/>
                  </a:lnTo>
                  <a:lnTo>
                    <a:pt x="19360" y="103737"/>
                  </a:lnTo>
                  <a:lnTo>
                    <a:pt x="9468" y="78889"/>
                  </a:lnTo>
                  <a:lnTo>
                    <a:pt x="1353" y="61200"/>
                  </a:lnTo>
                  <a:lnTo>
                    <a:pt x="1002" y="60436"/>
                  </a:lnTo>
                  <a:lnTo>
                    <a:pt x="652" y="59671"/>
                  </a:lnTo>
                  <a:lnTo>
                    <a:pt x="257" y="58812"/>
                  </a:lnTo>
                  <a:lnTo>
                    <a:pt x="0" y="58260"/>
                  </a:lnTo>
                  <a:lnTo>
                    <a:pt x="232" y="58161"/>
                  </a:lnTo>
                  <a:lnTo>
                    <a:pt x="685" y="57972"/>
                  </a:lnTo>
                  <a:lnTo>
                    <a:pt x="1099" y="57800"/>
                  </a:lnTo>
                  <a:lnTo>
                    <a:pt x="3056" y="56986"/>
                  </a:lnTo>
                  <a:lnTo>
                    <a:pt x="6075" y="55735"/>
                  </a:lnTo>
                  <a:lnTo>
                    <a:pt x="16427" y="51445"/>
                  </a:lnTo>
                  <a:lnTo>
                    <a:pt x="24855" y="47952"/>
                  </a:lnTo>
                  <a:lnTo>
                    <a:pt x="28863" y="46251"/>
                  </a:lnTo>
                  <a:lnTo>
                    <a:pt x="38911" y="41909"/>
                  </a:lnTo>
                  <a:lnTo>
                    <a:pt x="53477" y="35578"/>
                  </a:lnTo>
                  <a:lnTo>
                    <a:pt x="65691" y="30303"/>
                  </a:lnTo>
                  <a:lnTo>
                    <a:pt x="67516" y="29497"/>
                  </a:lnTo>
                  <a:lnTo>
                    <a:pt x="70571" y="28146"/>
                  </a:lnTo>
                  <a:lnTo>
                    <a:pt x="74688" y="26326"/>
                  </a:lnTo>
                  <a:lnTo>
                    <a:pt x="77029" y="25292"/>
                  </a:lnTo>
                  <a:lnTo>
                    <a:pt x="77516" y="25077"/>
                  </a:lnTo>
                  <a:lnTo>
                    <a:pt x="78713" y="24561"/>
                  </a:lnTo>
                  <a:lnTo>
                    <a:pt x="106441" y="12592"/>
                  </a:lnTo>
                  <a:lnTo>
                    <a:pt x="108722" y="11604"/>
                  </a:lnTo>
                  <a:lnTo>
                    <a:pt x="109070" y="11466"/>
                  </a:lnTo>
                  <a:lnTo>
                    <a:pt x="113770" y="9597"/>
                  </a:lnTo>
                  <a:lnTo>
                    <a:pt x="123352" y="5786"/>
                  </a:lnTo>
                  <a:lnTo>
                    <a:pt x="124974" y="5090"/>
                  </a:lnTo>
                  <a:lnTo>
                    <a:pt x="132588" y="1821"/>
                  </a:lnTo>
                  <a:lnTo>
                    <a:pt x="132814" y="1724"/>
                  </a:lnTo>
                  <a:lnTo>
                    <a:pt x="136723" y="0"/>
                  </a:lnTo>
                  <a:lnTo>
                    <a:pt x="136877" y="326"/>
                  </a:lnTo>
                  <a:lnTo>
                    <a:pt x="137113" y="833"/>
                  </a:lnTo>
                  <a:lnTo>
                    <a:pt x="137254" y="1136"/>
                  </a:lnTo>
                  <a:lnTo>
                    <a:pt x="142523" y="12444"/>
                  </a:lnTo>
                  <a:lnTo>
                    <a:pt x="145254" y="18305"/>
                  </a:lnTo>
                  <a:lnTo>
                    <a:pt x="152006" y="32797"/>
                  </a:lnTo>
                  <a:lnTo>
                    <a:pt x="155158" y="39563"/>
                  </a:lnTo>
                  <a:lnTo>
                    <a:pt x="155715" y="40759"/>
                  </a:lnTo>
                  <a:lnTo>
                    <a:pt x="158660" y="47061"/>
                  </a:lnTo>
                  <a:lnTo>
                    <a:pt x="165583" y="61881"/>
                  </a:lnTo>
                  <a:lnTo>
                    <a:pt x="173650" y="79150"/>
                  </a:lnTo>
                  <a:lnTo>
                    <a:pt x="180764" y="94908"/>
                  </a:lnTo>
                  <a:lnTo>
                    <a:pt x="181064" y="95572"/>
                  </a:lnTo>
                  <a:lnTo>
                    <a:pt x="182415" y="102071"/>
                  </a:lnTo>
                  <a:lnTo>
                    <a:pt x="182538" y="102761"/>
                  </a:lnTo>
                  <a:lnTo>
                    <a:pt x="178847" y="103147"/>
                  </a:lnTo>
                  <a:lnTo>
                    <a:pt x="174076" y="104877"/>
                  </a:lnTo>
                  <a:lnTo>
                    <a:pt x="164832" y="108276"/>
                  </a:lnTo>
                  <a:lnTo>
                    <a:pt x="158451" y="110662"/>
                  </a:lnTo>
                  <a:lnTo>
                    <a:pt x="151383" y="113316"/>
                  </a:lnTo>
                  <a:lnTo>
                    <a:pt x="138770" y="118445"/>
                  </a:lnTo>
                  <a:lnTo>
                    <a:pt x="121922" y="125452"/>
                  </a:lnTo>
                  <a:lnTo>
                    <a:pt x="107638" y="131148"/>
                  </a:lnTo>
                  <a:lnTo>
                    <a:pt x="86079" y="139631"/>
                  </a:lnTo>
                  <a:lnTo>
                    <a:pt x="74449" y="144104"/>
                  </a:lnTo>
                  <a:lnTo>
                    <a:pt x="71691" y="145446"/>
                  </a:lnTo>
                  <a:lnTo>
                    <a:pt x="69279" y="147161"/>
                  </a:lnTo>
                  <a:lnTo>
                    <a:pt x="67302" y="148396"/>
                  </a:lnTo>
                  <a:lnTo>
                    <a:pt x="66676" y="148903"/>
                  </a:lnTo>
                  <a:lnTo>
                    <a:pt x="66103" y="149366"/>
                  </a:lnTo>
                  <a:lnTo>
                    <a:pt x="65952" y="149488"/>
                  </a:lnTo>
                  <a:lnTo>
                    <a:pt x="60898" y="153291"/>
                  </a:lnTo>
                  <a:lnTo>
                    <a:pt x="60274" y="153761"/>
                  </a:lnTo>
                  <a:lnTo>
                    <a:pt x="59337" y="154465"/>
                  </a:lnTo>
                  <a:lnTo>
                    <a:pt x="57777" y="155771"/>
                  </a:lnTo>
                  <a:lnTo>
                    <a:pt x="53517" y="159337"/>
                  </a:lnTo>
                  <a:lnTo>
                    <a:pt x="52548" y="160142"/>
                  </a:lnTo>
                  <a:lnTo>
                    <a:pt x="49997" y="161885"/>
                  </a:lnTo>
                  <a:lnTo>
                    <a:pt x="47023" y="163544"/>
                  </a:lnTo>
                  <a:lnTo>
                    <a:pt x="43820" y="165147"/>
                  </a:lnTo>
                  <a:lnTo>
                    <a:pt x="42038" y="165967"/>
                  </a:lnTo>
                  <a:lnTo>
                    <a:pt x="40255" y="166787"/>
                  </a:lnTo>
                  <a:lnTo>
                    <a:pt x="37900" y="167745"/>
                  </a:lnTo>
                  <a:lnTo>
                    <a:pt x="31759" y="17033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 name="pg15"/>
            <p:cNvSpPr/>
            <p:nvPr/>
          </p:nvSpPr>
          <p:spPr>
            <a:xfrm>
              <a:off x="4409079" y="3699047"/>
              <a:ext cx="127630" cy="126404"/>
            </a:xfrm>
            <a:custGeom>
              <a:avLst/>
              <a:pathLst>
                <a:path w="127630" h="126404">
                  <a:moveTo>
                    <a:pt x="55067" y="1104"/>
                  </a:moveTo>
                  <a:lnTo>
                    <a:pt x="60090" y="12711"/>
                  </a:lnTo>
                  <a:lnTo>
                    <a:pt x="65790" y="10171"/>
                  </a:lnTo>
                  <a:lnTo>
                    <a:pt x="65967" y="10093"/>
                  </a:lnTo>
                  <a:lnTo>
                    <a:pt x="71482" y="22558"/>
                  </a:lnTo>
                  <a:lnTo>
                    <a:pt x="72708" y="25330"/>
                  </a:lnTo>
                  <a:lnTo>
                    <a:pt x="76062" y="32909"/>
                  </a:lnTo>
                  <a:lnTo>
                    <a:pt x="78240" y="37833"/>
                  </a:lnTo>
                  <a:lnTo>
                    <a:pt x="78443" y="38290"/>
                  </a:lnTo>
                  <a:lnTo>
                    <a:pt x="82529" y="36573"/>
                  </a:lnTo>
                  <a:lnTo>
                    <a:pt x="83962" y="35971"/>
                  </a:lnTo>
                  <a:lnTo>
                    <a:pt x="84383" y="36710"/>
                  </a:lnTo>
                  <a:lnTo>
                    <a:pt x="85085" y="37944"/>
                  </a:lnTo>
                  <a:lnTo>
                    <a:pt x="85624" y="39167"/>
                  </a:lnTo>
                  <a:lnTo>
                    <a:pt x="87386" y="43164"/>
                  </a:lnTo>
                  <a:lnTo>
                    <a:pt x="87453" y="43316"/>
                  </a:lnTo>
                  <a:lnTo>
                    <a:pt x="87780" y="44057"/>
                  </a:lnTo>
                  <a:lnTo>
                    <a:pt x="87940" y="44419"/>
                  </a:lnTo>
                  <a:lnTo>
                    <a:pt x="88400" y="45463"/>
                  </a:lnTo>
                  <a:lnTo>
                    <a:pt x="89461" y="47869"/>
                  </a:lnTo>
                  <a:lnTo>
                    <a:pt x="90439" y="50089"/>
                  </a:lnTo>
                  <a:lnTo>
                    <a:pt x="90880" y="51031"/>
                  </a:lnTo>
                  <a:lnTo>
                    <a:pt x="91249" y="51821"/>
                  </a:lnTo>
                  <a:lnTo>
                    <a:pt x="91337" y="52008"/>
                  </a:lnTo>
                  <a:lnTo>
                    <a:pt x="91581" y="52531"/>
                  </a:lnTo>
                  <a:lnTo>
                    <a:pt x="93123" y="55829"/>
                  </a:lnTo>
                  <a:lnTo>
                    <a:pt x="93264" y="56094"/>
                  </a:lnTo>
                  <a:lnTo>
                    <a:pt x="97311" y="63705"/>
                  </a:lnTo>
                  <a:lnTo>
                    <a:pt x="97471" y="64005"/>
                  </a:lnTo>
                  <a:lnTo>
                    <a:pt x="105417" y="59671"/>
                  </a:lnTo>
                  <a:lnTo>
                    <a:pt x="111886" y="56143"/>
                  </a:lnTo>
                  <a:lnTo>
                    <a:pt x="116367" y="70166"/>
                  </a:lnTo>
                  <a:lnTo>
                    <a:pt x="116647" y="71190"/>
                  </a:lnTo>
                  <a:lnTo>
                    <a:pt x="118026" y="76247"/>
                  </a:lnTo>
                  <a:lnTo>
                    <a:pt x="118132" y="76607"/>
                  </a:lnTo>
                  <a:lnTo>
                    <a:pt x="124633" y="98723"/>
                  </a:lnTo>
                  <a:lnTo>
                    <a:pt x="127422" y="108410"/>
                  </a:lnTo>
                  <a:lnTo>
                    <a:pt x="127512" y="109204"/>
                  </a:lnTo>
                  <a:lnTo>
                    <a:pt x="127630" y="110250"/>
                  </a:lnTo>
                  <a:lnTo>
                    <a:pt x="124705" y="111537"/>
                  </a:lnTo>
                  <a:lnTo>
                    <a:pt x="121780" y="112824"/>
                  </a:lnTo>
                  <a:lnTo>
                    <a:pt x="114885" y="115858"/>
                  </a:lnTo>
                  <a:lnTo>
                    <a:pt x="107052" y="119304"/>
                  </a:lnTo>
                  <a:lnTo>
                    <a:pt x="93869" y="120704"/>
                  </a:lnTo>
                  <a:lnTo>
                    <a:pt x="93229" y="120772"/>
                  </a:lnTo>
                  <a:lnTo>
                    <a:pt x="92130" y="120889"/>
                  </a:lnTo>
                  <a:lnTo>
                    <a:pt x="72344" y="122989"/>
                  </a:lnTo>
                  <a:lnTo>
                    <a:pt x="69420" y="123300"/>
                  </a:lnTo>
                  <a:lnTo>
                    <a:pt x="69054" y="123339"/>
                  </a:lnTo>
                  <a:lnTo>
                    <a:pt x="48256" y="125547"/>
                  </a:lnTo>
                  <a:lnTo>
                    <a:pt x="45814" y="126404"/>
                  </a:lnTo>
                  <a:lnTo>
                    <a:pt x="45675" y="125633"/>
                  </a:lnTo>
                  <a:lnTo>
                    <a:pt x="44340" y="119215"/>
                  </a:lnTo>
                  <a:lnTo>
                    <a:pt x="44040" y="118550"/>
                  </a:lnTo>
                  <a:lnTo>
                    <a:pt x="36927" y="102793"/>
                  </a:lnTo>
                  <a:lnTo>
                    <a:pt x="28859" y="85524"/>
                  </a:lnTo>
                  <a:lnTo>
                    <a:pt x="21936" y="70704"/>
                  </a:lnTo>
                  <a:lnTo>
                    <a:pt x="18992" y="64402"/>
                  </a:lnTo>
                  <a:lnTo>
                    <a:pt x="18434" y="63205"/>
                  </a:lnTo>
                  <a:lnTo>
                    <a:pt x="15282" y="56440"/>
                  </a:lnTo>
                  <a:lnTo>
                    <a:pt x="8530" y="41948"/>
                  </a:lnTo>
                  <a:lnTo>
                    <a:pt x="5799" y="36086"/>
                  </a:lnTo>
                  <a:lnTo>
                    <a:pt x="531" y="24778"/>
                  </a:lnTo>
                  <a:lnTo>
                    <a:pt x="390" y="24476"/>
                  </a:lnTo>
                  <a:lnTo>
                    <a:pt x="154" y="23969"/>
                  </a:lnTo>
                  <a:lnTo>
                    <a:pt x="0" y="23642"/>
                  </a:lnTo>
                  <a:lnTo>
                    <a:pt x="1752" y="22869"/>
                  </a:lnTo>
                  <a:lnTo>
                    <a:pt x="2264" y="22644"/>
                  </a:lnTo>
                  <a:lnTo>
                    <a:pt x="2445" y="22563"/>
                  </a:lnTo>
                  <a:lnTo>
                    <a:pt x="9633" y="19392"/>
                  </a:lnTo>
                  <a:lnTo>
                    <a:pt x="10039" y="19214"/>
                  </a:lnTo>
                  <a:lnTo>
                    <a:pt x="16431" y="16394"/>
                  </a:lnTo>
                  <a:lnTo>
                    <a:pt x="16813" y="16229"/>
                  </a:lnTo>
                  <a:lnTo>
                    <a:pt x="17021" y="16140"/>
                  </a:lnTo>
                  <a:lnTo>
                    <a:pt x="24223" y="13041"/>
                  </a:lnTo>
                  <a:lnTo>
                    <a:pt x="24847" y="12773"/>
                  </a:lnTo>
                  <a:lnTo>
                    <a:pt x="26558" y="12037"/>
                  </a:lnTo>
                  <a:lnTo>
                    <a:pt x="34836" y="8475"/>
                  </a:lnTo>
                  <a:lnTo>
                    <a:pt x="39753" y="6360"/>
                  </a:lnTo>
                  <a:lnTo>
                    <a:pt x="43355" y="4810"/>
                  </a:lnTo>
                  <a:lnTo>
                    <a:pt x="43905" y="4574"/>
                  </a:lnTo>
                  <a:lnTo>
                    <a:pt x="53491" y="455"/>
                  </a:lnTo>
                  <a:lnTo>
                    <a:pt x="53707" y="362"/>
                  </a:lnTo>
                  <a:lnTo>
                    <a:pt x="54550" y="0"/>
                  </a:lnTo>
                  <a:lnTo>
                    <a:pt x="54779" y="464"/>
                  </a:lnTo>
                  <a:lnTo>
                    <a:pt x="54870" y="64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 name="pg16"/>
            <p:cNvSpPr/>
            <p:nvPr/>
          </p:nvSpPr>
          <p:spPr>
            <a:xfrm>
              <a:off x="4463629" y="3630727"/>
              <a:ext cx="182774" cy="178570"/>
            </a:xfrm>
            <a:custGeom>
              <a:avLst/>
              <a:pathLst>
                <a:path w="182774" h="178570">
                  <a:moveTo>
                    <a:pt x="128343" y="70518"/>
                  </a:moveTo>
                  <a:lnTo>
                    <a:pt x="132286" y="78443"/>
                  </a:lnTo>
                  <a:lnTo>
                    <a:pt x="132363" y="78598"/>
                  </a:lnTo>
                  <a:lnTo>
                    <a:pt x="133036" y="79952"/>
                  </a:lnTo>
                  <a:lnTo>
                    <a:pt x="133234" y="80348"/>
                  </a:lnTo>
                  <a:lnTo>
                    <a:pt x="136027" y="84197"/>
                  </a:lnTo>
                  <a:lnTo>
                    <a:pt x="139623" y="88191"/>
                  </a:lnTo>
                  <a:lnTo>
                    <a:pt x="144927" y="92557"/>
                  </a:lnTo>
                  <a:lnTo>
                    <a:pt x="148143" y="95323"/>
                  </a:lnTo>
                  <a:lnTo>
                    <a:pt x="148647" y="95757"/>
                  </a:lnTo>
                  <a:lnTo>
                    <a:pt x="150189" y="97084"/>
                  </a:lnTo>
                  <a:lnTo>
                    <a:pt x="151663" y="98715"/>
                  </a:lnTo>
                  <a:lnTo>
                    <a:pt x="169397" y="130605"/>
                  </a:lnTo>
                  <a:lnTo>
                    <a:pt x="169034" y="130792"/>
                  </a:lnTo>
                  <a:lnTo>
                    <a:pt x="167873" y="131389"/>
                  </a:lnTo>
                  <a:lnTo>
                    <a:pt x="146884" y="142182"/>
                  </a:lnTo>
                  <a:lnTo>
                    <a:pt x="142498" y="144437"/>
                  </a:lnTo>
                  <a:lnTo>
                    <a:pt x="140671" y="145376"/>
                  </a:lnTo>
                  <a:lnTo>
                    <a:pt x="131785" y="149945"/>
                  </a:lnTo>
                  <a:lnTo>
                    <a:pt x="121421" y="155274"/>
                  </a:lnTo>
                  <a:lnTo>
                    <a:pt x="119120" y="156458"/>
                  </a:lnTo>
                  <a:lnTo>
                    <a:pt x="106426" y="162985"/>
                  </a:lnTo>
                  <a:lnTo>
                    <a:pt x="103633" y="164421"/>
                  </a:lnTo>
                  <a:lnTo>
                    <a:pt x="95285" y="168714"/>
                  </a:lnTo>
                  <a:lnTo>
                    <a:pt x="94113" y="169317"/>
                  </a:lnTo>
                  <a:lnTo>
                    <a:pt x="85101" y="173281"/>
                  </a:lnTo>
                  <a:lnTo>
                    <a:pt x="82806" y="174291"/>
                  </a:lnTo>
                  <a:lnTo>
                    <a:pt x="81799" y="174734"/>
                  </a:lnTo>
                  <a:lnTo>
                    <a:pt x="80783" y="175181"/>
                  </a:lnTo>
                  <a:lnTo>
                    <a:pt x="80512" y="175301"/>
                  </a:lnTo>
                  <a:lnTo>
                    <a:pt x="79704" y="175656"/>
                  </a:lnTo>
                  <a:lnTo>
                    <a:pt x="77983" y="176413"/>
                  </a:lnTo>
                  <a:lnTo>
                    <a:pt x="76659" y="176996"/>
                  </a:lnTo>
                  <a:lnTo>
                    <a:pt x="76421" y="177100"/>
                  </a:lnTo>
                  <a:lnTo>
                    <a:pt x="73080" y="178570"/>
                  </a:lnTo>
                  <a:lnTo>
                    <a:pt x="72962" y="177524"/>
                  </a:lnTo>
                  <a:lnTo>
                    <a:pt x="72872" y="176730"/>
                  </a:lnTo>
                  <a:lnTo>
                    <a:pt x="70082" y="167043"/>
                  </a:lnTo>
                  <a:lnTo>
                    <a:pt x="63582" y="144928"/>
                  </a:lnTo>
                  <a:lnTo>
                    <a:pt x="63476" y="144567"/>
                  </a:lnTo>
                  <a:lnTo>
                    <a:pt x="62096" y="139510"/>
                  </a:lnTo>
                  <a:lnTo>
                    <a:pt x="61817" y="138486"/>
                  </a:lnTo>
                  <a:lnTo>
                    <a:pt x="57235" y="124519"/>
                  </a:lnTo>
                  <a:lnTo>
                    <a:pt x="50867" y="127991"/>
                  </a:lnTo>
                  <a:lnTo>
                    <a:pt x="42920" y="132325"/>
                  </a:lnTo>
                  <a:lnTo>
                    <a:pt x="42761" y="132025"/>
                  </a:lnTo>
                  <a:lnTo>
                    <a:pt x="38714" y="124414"/>
                  </a:lnTo>
                  <a:lnTo>
                    <a:pt x="38573" y="124149"/>
                  </a:lnTo>
                  <a:lnTo>
                    <a:pt x="37031" y="120851"/>
                  </a:lnTo>
                  <a:lnTo>
                    <a:pt x="36786" y="120329"/>
                  </a:lnTo>
                  <a:lnTo>
                    <a:pt x="36699" y="120141"/>
                  </a:lnTo>
                  <a:lnTo>
                    <a:pt x="36330" y="119352"/>
                  </a:lnTo>
                  <a:lnTo>
                    <a:pt x="35889" y="118409"/>
                  </a:lnTo>
                  <a:lnTo>
                    <a:pt x="34910" y="116189"/>
                  </a:lnTo>
                  <a:lnTo>
                    <a:pt x="33850" y="113783"/>
                  </a:lnTo>
                  <a:lnTo>
                    <a:pt x="33389" y="112739"/>
                  </a:lnTo>
                  <a:lnTo>
                    <a:pt x="33230" y="112377"/>
                  </a:lnTo>
                  <a:lnTo>
                    <a:pt x="32903" y="111636"/>
                  </a:lnTo>
                  <a:lnTo>
                    <a:pt x="32836" y="111484"/>
                  </a:lnTo>
                  <a:lnTo>
                    <a:pt x="31074" y="107488"/>
                  </a:lnTo>
                  <a:lnTo>
                    <a:pt x="30535" y="106264"/>
                  </a:lnTo>
                  <a:lnTo>
                    <a:pt x="29832" y="105030"/>
                  </a:lnTo>
                  <a:lnTo>
                    <a:pt x="29297" y="104339"/>
                  </a:lnTo>
                  <a:lnTo>
                    <a:pt x="27979" y="104893"/>
                  </a:lnTo>
                  <a:lnTo>
                    <a:pt x="23860" y="106537"/>
                  </a:lnTo>
                  <a:lnTo>
                    <a:pt x="23690" y="106153"/>
                  </a:lnTo>
                  <a:lnTo>
                    <a:pt x="21512" y="101229"/>
                  </a:lnTo>
                  <a:lnTo>
                    <a:pt x="18158" y="93650"/>
                  </a:lnTo>
                  <a:lnTo>
                    <a:pt x="16932" y="90878"/>
                  </a:lnTo>
                  <a:lnTo>
                    <a:pt x="11416" y="78413"/>
                  </a:lnTo>
                  <a:lnTo>
                    <a:pt x="11240" y="78491"/>
                  </a:lnTo>
                  <a:lnTo>
                    <a:pt x="5540" y="81031"/>
                  </a:lnTo>
                  <a:lnTo>
                    <a:pt x="517" y="69424"/>
                  </a:lnTo>
                  <a:lnTo>
                    <a:pt x="319" y="68968"/>
                  </a:lnTo>
                  <a:lnTo>
                    <a:pt x="229" y="68784"/>
                  </a:lnTo>
                  <a:lnTo>
                    <a:pt x="0" y="68320"/>
                  </a:lnTo>
                  <a:lnTo>
                    <a:pt x="2390" y="67292"/>
                  </a:lnTo>
                  <a:lnTo>
                    <a:pt x="2750" y="67138"/>
                  </a:lnTo>
                  <a:lnTo>
                    <a:pt x="8632" y="64610"/>
                  </a:lnTo>
                  <a:lnTo>
                    <a:pt x="9276" y="64333"/>
                  </a:lnTo>
                  <a:lnTo>
                    <a:pt x="22920" y="58470"/>
                  </a:lnTo>
                  <a:lnTo>
                    <a:pt x="27814" y="56499"/>
                  </a:lnTo>
                  <a:lnTo>
                    <a:pt x="28719" y="56134"/>
                  </a:lnTo>
                  <a:lnTo>
                    <a:pt x="42970" y="50396"/>
                  </a:lnTo>
                  <a:lnTo>
                    <a:pt x="47054" y="48765"/>
                  </a:lnTo>
                  <a:lnTo>
                    <a:pt x="47457" y="48603"/>
                  </a:lnTo>
                  <a:lnTo>
                    <a:pt x="47808" y="48463"/>
                  </a:lnTo>
                  <a:lnTo>
                    <a:pt x="48027" y="48376"/>
                  </a:lnTo>
                  <a:lnTo>
                    <a:pt x="55385" y="45436"/>
                  </a:lnTo>
                  <a:lnTo>
                    <a:pt x="56836" y="44857"/>
                  </a:lnTo>
                  <a:lnTo>
                    <a:pt x="58682" y="44119"/>
                  </a:lnTo>
                  <a:lnTo>
                    <a:pt x="79619" y="35913"/>
                  </a:lnTo>
                  <a:lnTo>
                    <a:pt x="81182" y="35300"/>
                  </a:lnTo>
                  <a:lnTo>
                    <a:pt x="81468" y="35187"/>
                  </a:lnTo>
                  <a:lnTo>
                    <a:pt x="85800" y="33478"/>
                  </a:lnTo>
                  <a:lnTo>
                    <a:pt x="102340" y="26952"/>
                  </a:lnTo>
                  <a:lnTo>
                    <a:pt x="103052" y="26671"/>
                  </a:lnTo>
                  <a:lnTo>
                    <a:pt x="103713" y="26410"/>
                  </a:lnTo>
                  <a:lnTo>
                    <a:pt x="105635" y="25645"/>
                  </a:lnTo>
                  <a:lnTo>
                    <a:pt x="115365" y="21745"/>
                  </a:lnTo>
                  <a:lnTo>
                    <a:pt x="116698" y="21211"/>
                  </a:lnTo>
                  <a:lnTo>
                    <a:pt x="118630" y="20437"/>
                  </a:lnTo>
                  <a:lnTo>
                    <a:pt x="120277" y="19778"/>
                  </a:lnTo>
                  <a:lnTo>
                    <a:pt x="132579" y="14860"/>
                  </a:lnTo>
                  <a:lnTo>
                    <a:pt x="133204" y="14605"/>
                  </a:lnTo>
                  <a:lnTo>
                    <a:pt x="139582" y="12010"/>
                  </a:lnTo>
                  <a:lnTo>
                    <a:pt x="144729" y="9932"/>
                  </a:lnTo>
                  <a:lnTo>
                    <a:pt x="146364" y="9272"/>
                  </a:lnTo>
                  <a:lnTo>
                    <a:pt x="151438" y="7301"/>
                  </a:lnTo>
                  <a:lnTo>
                    <a:pt x="153263" y="6589"/>
                  </a:lnTo>
                  <a:lnTo>
                    <a:pt x="156248" y="5423"/>
                  </a:lnTo>
                  <a:lnTo>
                    <a:pt x="163150" y="2709"/>
                  </a:lnTo>
                  <a:lnTo>
                    <a:pt x="169379" y="251"/>
                  </a:lnTo>
                  <a:lnTo>
                    <a:pt x="170005" y="0"/>
                  </a:lnTo>
                  <a:lnTo>
                    <a:pt x="170124" y="316"/>
                  </a:lnTo>
                  <a:lnTo>
                    <a:pt x="170206" y="582"/>
                  </a:lnTo>
                  <a:lnTo>
                    <a:pt x="170588" y="1623"/>
                  </a:lnTo>
                  <a:lnTo>
                    <a:pt x="172891" y="7893"/>
                  </a:lnTo>
                  <a:lnTo>
                    <a:pt x="173236" y="8833"/>
                  </a:lnTo>
                  <a:lnTo>
                    <a:pt x="174892" y="13340"/>
                  </a:lnTo>
                  <a:lnTo>
                    <a:pt x="175020" y="13689"/>
                  </a:lnTo>
                  <a:lnTo>
                    <a:pt x="178784" y="23935"/>
                  </a:lnTo>
                  <a:lnTo>
                    <a:pt x="179665" y="26333"/>
                  </a:lnTo>
                  <a:lnTo>
                    <a:pt x="180198" y="27787"/>
                  </a:lnTo>
                  <a:lnTo>
                    <a:pt x="181275" y="30717"/>
                  </a:lnTo>
                  <a:lnTo>
                    <a:pt x="182678" y="34537"/>
                  </a:lnTo>
                  <a:lnTo>
                    <a:pt x="182774" y="34827"/>
                  </a:lnTo>
                  <a:lnTo>
                    <a:pt x="182292" y="35022"/>
                  </a:lnTo>
                  <a:lnTo>
                    <a:pt x="182157" y="35077"/>
                  </a:lnTo>
                  <a:lnTo>
                    <a:pt x="181343" y="35407"/>
                  </a:lnTo>
                  <a:lnTo>
                    <a:pt x="181021" y="35534"/>
                  </a:lnTo>
                  <a:lnTo>
                    <a:pt x="180483" y="35746"/>
                  </a:lnTo>
                  <a:lnTo>
                    <a:pt x="176933" y="37146"/>
                  </a:lnTo>
                  <a:lnTo>
                    <a:pt x="152897" y="46628"/>
                  </a:lnTo>
                  <a:lnTo>
                    <a:pt x="137338" y="52766"/>
                  </a:lnTo>
                  <a:lnTo>
                    <a:pt x="124787" y="57717"/>
                  </a:lnTo>
                  <a:lnTo>
                    <a:pt x="123605" y="58183"/>
                  </a:lnTo>
                  <a:lnTo>
                    <a:pt x="122436" y="58644"/>
                  </a:lnTo>
                  <a:lnTo>
                    <a:pt x="122670" y="59115"/>
                  </a:lnTo>
                  <a:lnTo>
                    <a:pt x="122936" y="59650"/>
                  </a:lnTo>
                  <a:lnTo>
                    <a:pt x="124260" y="6231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 name="pg17"/>
            <p:cNvSpPr/>
            <p:nvPr/>
          </p:nvSpPr>
          <p:spPr>
            <a:xfrm>
              <a:off x="4586066" y="3665554"/>
              <a:ext cx="108887" cy="143537"/>
            </a:xfrm>
            <a:custGeom>
              <a:avLst/>
              <a:pathLst>
                <a:path w="108887" h="143537">
                  <a:moveTo>
                    <a:pt x="83000" y="46051"/>
                  </a:moveTo>
                  <a:lnTo>
                    <a:pt x="84189" y="46342"/>
                  </a:lnTo>
                  <a:lnTo>
                    <a:pt x="85513" y="46222"/>
                  </a:lnTo>
                  <a:lnTo>
                    <a:pt x="87931" y="45692"/>
                  </a:lnTo>
                  <a:lnTo>
                    <a:pt x="89038" y="45421"/>
                  </a:lnTo>
                  <a:lnTo>
                    <a:pt x="89496" y="45352"/>
                  </a:lnTo>
                  <a:lnTo>
                    <a:pt x="90174" y="45461"/>
                  </a:lnTo>
                  <a:lnTo>
                    <a:pt x="90800" y="45632"/>
                  </a:lnTo>
                  <a:lnTo>
                    <a:pt x="91499" y="45966"/>
                  </a:lnTo>
                  <a:lnTo>
                    <a:pt x="92217" y="46497"/>
                  </a:lnTo>
                  <a:lnTo>
                    <a:pt x="93046" y="47275"/>
                  </a:lnTo>
                  <a:lnTo>
                    <a:pt x="93316" y="47676"/>
                  </a:lnTo>
                  <a:lnTo>
                    <a:pt x="93565" y="48165"/>
                  </a:lnTo>
                  <a:lnTo>
                    <a:pt x="93689" y="48863"/>
                  </a:lnTo>
                  <a:lnTo>
                    <a:pt x="93797" y="49393"/>
                  </a:lnTo>
                  <a:lnTo>
                    <a:pt x="93903" y="49973"/>
                  </a:lnTo>
                  <a:lnTo>
                    <a:pt x="94113" y="50087"/>
                  </a:lnTo>
                  <a:lnTo>
                    <a:pt x="94584" y="50344"/>
                  </a:lnTo>
                  <a:lnTo>
                    <a:pt x="96421" y="51345"/>
                  </a:lnTo>
                  <a:lnTo>
                    <a:pt x="96567" y="51425"/>
                  </a:lnTo>
                  <a:lnTo>
                    <a:pt x="99253" y="52889"/>
                  </a:lnTo>
                  <a:lnTo>
                    <a:pt x="99968" y="53279"/>
                  </a:lnTo>
                  <a:lnTo>
                    <a:pt x="100146" y="53376"/>
                  </a:lnTo>
                  <a:lnTo>
                    <a:pt x="102249" y="54522"/>
                  </a:lnTo>
                  <a:lnTo>
                    <a:pt x="102377" y="54592"/>
                  </a:lnTo>
                  <a:lnTo>
                    <a:pt x="103422" y="55162"/>
                  </a:lnTo>
                  <a:lnTo>
                    <a:pt x="104506" y="55651"/>
                  </a:lnTo>
                  <a:lnTo>
                    <a:pt x="106516" y="56558"/>
                  </a:lnTo>
                  <a:lnTo>
                    <a:pt x="108887" y="57497"/>
                  </a:lnTo>
                  <a:lnTo>
                    <a:pt x="108856" y="57696"/>
                  </a:lnTo>
                  <a:lnTo>
                    <a:pt x="107717" y="64533"/>
                  </a:lnTo>
                  <a:lnTo>
                    <a:pt x="106869" y="64297"/>
                  </a:lnTo>
                  <a:lnTo>
                    <a:pt x="105392" y="63727"/>
                  </a:lnTo>
                  <a:lnTo>
                    <a:pt x="105118" y="63622"/>
                  </a:lnTo>
                  <a:lnTo>
                    <a:pt x="102001" y="62419"/>
                  </a:lnTo>
                  <a:lnTo>
                    <a:pt x="101884" y="63623"/>
                  </a:lnTo>
                  <a:lnTo>
                    <a:pt x="101723" y="66970"/>
                  </a:lnTo>
                  <a:lnTo>
                    <a:pt x="101637" y="68742"/>
                  </a:lnTo>
                  <a:lnTo>
                    <a:pt x="101291" y="74826"/>
                  </a:lnTo>
                  <a:lnTo>
                    <a:pt x="101225" y="75980"/>
                  </a:lnTo>
                  <a:lnTo>
                    <a:pt x="101029" y="79424"/>
                  </a:lnTo>
                  <a:lnTo>
                    <a:pt x="100933" y="81454"/>
                  </a:lnTo>
                  <a:lnTo>
                    <a:pt x="100882" y="82530"/>
                  </a:lnTo>
                  <a:lnTo>
                    <a:pt x="100618" y="88133"/>
                  </a:lnTo>
                  <a:lnTo>
                    <a:pt x="100538" y="89821"/>
                  </a:lnTo>
                  <a:lnTo>
                    <a:pt x="100492" y="90803"/>
                  </a:lnTo>
                  <a:lnTo>
                    <a:pt x="100328" y="93954"/>
                  </a:lnTo>
                  <a:lnTo>
                    <a:pt x="100310" y="94296"/>
                  </a:lnTo>
                  <a:lnTo>
                    <a:pt x="100256" y="95338"/>
                  </a:lnTo>
                  <a:lnTo>
                    <a:pt x="99702" y="105973"/>
                  </a:lnTo>
                  <a:lnTo>
                    <a:pt x="101465" y="105686"/>
                  </a:lnTo>
                  <a:lnTo>
                    <a:pt x="105351" y="105711"/>
                  </a:lnTo>
                  <a:lnTo>
                    <a:pt x="105834" y="105682"/>
                  </a:lnTo>
                  <a:lnTo>
                    <a:pt x="105501" y="111644"/>
                  </a:lnTo>
                  <a:lnTo>
                    <a:pt x="105028" y="111710"/>
                  </a:lnTo>
                  <a:lnTo>
                    <a:pt x="101593" y="111841"/>
                  </a:lnTo>
                  <a:lnTo>
                    <a:pt x="99799" y="112123"/>
                  </a:lnTo>
                  <a:lnTo>
                    <a:pt x="98758" y="130581"/>
                  </a:lnTo>
                  <a:lnTo>
                    <a:pt x="98740" y="130914"/>
                  </a:lnTo>
                  <a:lnTo>
                    <a:pt x="98293" y="131049"/>
                  </a:lnTo>
                  <a:lnTo>
                    <a:pt x="97415" y="131432"/>
                  </a:lnTo>
                  <a:lnTo>
                    <a:pt x="96537" y="131815"/>
                  </a:lnTo>
                  <a:lnTo>
                    <a:pt x="80304" y="140963"/>
                  </a:lnTo>
                  <a:lnTo>
                    <a:pt x="78108" y="142201"/>
                  </a:lnTo>
                  <a:lnTo>
                    <a:pt x="77733" y="142412"/>
                  </a:lnTo>
                  <a:lnTo>
                    <a:pt x="76135" y="143312"/>
                  </a:lnTo>
                  <a:lnTo>
                    <a:pt x="75636" y="143537"/>
                  </a:lnTo>
                  <a:lnTo>
                    <a:pt x="75471" y="143259"/>
                  </a:lnTo>
                  <a:lnTo>
                    <a:pt x="74919" y="142330"/>
                  </a:lnTo>
                  <a:lnTo>
                    <a:pt x="71273" y="136182"/>
                  </a:lnTo>
                  <a:lnTo>
                    <a:pt x="71176" y="136019"/>
                  </a:lnTo>
                  <a:lnTo>
                    <a:pt x="68945" y="132258"/>
                  </a:lnTo>
                  <a:lnTo>
                    <a:pt x="68605" y="131685"/>
                  </a:lnTo>
                  <a:lnTo>
                    <a:pt x="67321" y="129521"/>
                  </a:lnTo>
                  <a:lnTo>
                    <a:pt x="67194" y="129308"/>
                  </a:lnTo>
                  <a:lnTo>
                    <a:pt x="65113" y="125798"/>
                  </a:lnTo>
                  <a:lnTo>
                    <a:pt x="64949" y="125523"/>
                  </a:lnTo>
                  <a:lnTo>
                    <a:pt x="62051" y="120638"/>
                  </a:lnTo>
                  <a:lnTo>
                    <a:pt x="61905" y="120392"/>
                  </a:lnTo>
                  <a:lnTo>
                    <a:pt x="61576" y="119836"/>
                  </a:lnTo>
                  <a:lnTo>
                    <a:pt x="60933" y="118753"/>
                  </a:lnTo>
                  <a:lnTo>
                    <a:pt x="54322" y="107609"/>
                  </a:lnTo>
                  <a:lnTo>
                    <a:pt x="54116" y="107277"/>
                  </a:lnTo>
                  <a:lnTo>
                    <a:pt x="53984" y="107066"/>
                  </a:lnTo>
                  <a:lnTo>
                    <a:pt x="53591" y="106434"/>
                  </a:lnTo>
                  <a:lnTo>
                    <a:pt x="53098" y="105641"/>
                  </a:lnTo>
                  <a:lnTo>
                    <a:pt x="49815" y="100365"/>
                  </a:lnTo>
                  <a:lnTo>
                    <a:pt x="48964" y="98997"/>
                  </a:lnTo>
                  <a:lnTo>
                    <a:pt x="47679" y="96932"/>
                  </a:lnTo>
                  <a:lnTo>
                    <a:pt x="47534" y="96700"/>
                  </a:lnTo>
                  <a:lnTo>
                    <a:pt x="46961" y="95778"/>
                  </a:lnTo>
                  <a:lnTo>
                    <a:pt x="29227" y="63888"/>
                  </a:lnTo>
                  <a:lnTo>
                    <a:pt x="27753" y="62257"/>
                  </a:lnTo>
                  <a:lnTo>
                    <a:pt x="26211" y="60930"/>
                  </a:lnTo>
                  <a:lnTo>
                    <a:pt x="25707" y="60496"/>
                  </a:lnTo>
                  <a:lnTo>
                    <a:pt x="22491" y="57730"/>
                  </a:lnTo>
                  <a:lnTo>
                    <a:pt x="17187" y="53364"/>
                  </a:lnTo>
                  <a:lnTo>
                    <a:pt x="13591" y="49370"/>
                  </a:lnTo>
                  <a:lnTo>
                    <a:pt x="10797" y="45521"/>
                  </a:lnTo>
                  <a:lnTo>
                    <a:pt x="10600" y="45125"/>
                  </a:lnTo>
                  <a:lnTo>
                    <a:pt x="9927" y="43771"/>
                  </a:lnTo>
                  <a:lnTo>
                    <a:pt x="9850" y="43616"/>
                  </a:lnTo>
                  <a:lnTo>
                    <a:pt x="5907" y="35691"/>
                  </a:lnTo>
                  <a:lnTo>
                    <a:pt x="1823" y="27483"/>
                  </a:lnTo>
                  <a:lnTo>
                    <a:pt x="500" y="24823"/>
                  </a:lnTo>
                  <a:lnTo>
                    <a:pt x="234" y="24288"/>
                  </a:lnTo>
                  <a:lnTo>
                    <a:pt x="0" y="23817"/>
                  </a:lnTo>
                  <a:lnTo>
                    <a:pt x="1169" y="23356"/>
                  </a:lnTo>
                  <a:lnTo>
                    <a:pt x="2351" y="22890"/>
                  </a:lnTo>
                  <a:lnTo>
                    <a:pt x="14902" y="17939"/>
                  </a:lnTo>
                  <a:lnTo>
                    <a:pt x="30461" y="11801"/>
                  </a:lnTo>
                  <a:lnTo>
                    <a:pt x="54497" y="2319"/>
                  </a:lnTo>
                  <a:lnTo>
                    <a:pt x="58047" y="919"/>
                  </a:lnTo>
                  <a:lnTo>
                    <a:pt x="58585" y="707"/>
                  </a:lnTo>
                  <a:lnTo>
                    <a:pt x="58907" y="580"/>
                  </a:lnTo>
                  <a:lnTo>
                    <a:pt x="59720" y="250"/>
                  </a:lnTo>
                  <a:lnTo>
                    <a:pt x="59855" y="195"/>
                  </a:lnTo>
                  <a:lnTo>
                    <a:pt x="60337" y="0"/>
                  </a:lnTo>
                  <a:lnTo>
                    <a:pt x="60541" y="614"/>
                  </a:lnTo>
                  <a:lnTo>
                    <a:pt x="63347" y="9102"/>
                  </a:lnTo>
                  <a:lnTo>
                    <a:pt x="63549" y="9710"/>
                  </a:lnTo>
                  <a:lnTo>
                    <a:pt x="66492" y="17879"/>
                  </a:lnTo>
                  <a:lnTo>
                    <a:pt x="67238" y="19950"/>
                  </a:lnTo>
                  <a:lnTo>
                    <a:pt x="68067" y="22249"/>
                  </a:lnTo>
                  <a:lnTo>
                    <a:pt x="69155" y="25561"/>
                  </a:lnTo>
                  <a:lnTo>
                    <a:pt x="71236" y="31889"/>
                  </a:lnTo>
                  <a:lnTo>
                    <a:pt x="71976" y="33935"/>
                  </a:lnTo>
                  <a:lnTo>
                    <a:pt x="72878" y="36147"/>
                  </a:lnTo>
                  <a:lnTo>
                    <a:pt x="73932" y="37924"/>
                  </a:lnTo>
                  <a:lnTo>
                    <a:pt x="75588" y="40256"/>
                  </a:lnTo>
                  <a:lnTo>
                    <a:pt x="76819" y="41643"/>
                  </a:lnTo>
                  <a:lnTo>
                    <a:pt x="79427" y="43912"/>
                  </a:lnTo>
                  <a:lnTo>
                    <a:pt x="81751" y="45458"/>
                  </a:lnTo>
                  <a:lnTo>
                    <a:pt x="82398" y="4582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 name="pg18"/>
            <p:cNvSpPr/>
            <p:nvPr/>
          </p:nvSpPr>
          <p:spPr>
            <a:xfrm>
              <a:off x="4661702" y="3700306"/>
              <a:ext cx="127310" cy="164250"/>
            </a:xfrm>
            <a:custGeom>
              <a:avLst/>
              <a:pathLst>
                <a:path w="127310" h="164250">
                  <a:moveTo>
                    <a:pt x="37561" y="23675"/>
                  </a:moveTo>
                  <a:lnTo>
                    <a:pt x="38807" y="23808"/>
                  </a:lnTo>
                  <a:lnTo>
                    <a:pt x="39298" y="23839"/>
                  </a:lnTo>
                  <a:lnTo>
                    <a:pt x="44762" y="24189"/>
                  </a:lnTo>
                  <a:lnTo>
                    <a:pt x="45512" y="24236"/>
                  </a:lnTo>
                  <a:lnTo>
                    <a:pt x="48303" y="24411"/>
                  </a:lnTo>
                  <a:lnTo>
                    <a:pt x="51061" y="24583"/>
                  </a:lnTo>
                  <a:lnTo>
                    <a:pt x="52431" y="24669"/>
                  </a:lnTo>
                  <a:lnTo>
                    <a:pt x="53273" y="24721"/>
                  </a:lnTo>
                  <a:lnTo>
                    <a:pt x="54539" y="24801"/>
                  </a:lnTo>
                  <a:lnTo>
                    <a:pt x="55056" y="24833"/>
                  </a:lnTo>
                  <a:lnTo>
                    <a:pt x="55299" y="20351"/>
                  </a:lnTo>
                  <a:lnTo>
                    <a:pt x="55491" y="16808"/>
                  </a:lnTo>
                  <a:lnTo>
                    <a:pt x="55644" y="13971"/>
                  </a:lnTo>
                  <a:lnTo>
                    <a:pt x="55635" y="13685"/>
                  </a:lnTo>
                  <a:lnTo>
                    <a:pt x="55586" y="12265"/>
                  </a:lnTo>
                  <a:lnTo>
                    <a:pt x="55517" y="10224"/>
                  </a:lnTo>
                  <a:lnTo>
                    <a:pt x="55497" y="9644"/>
                  </a:lnTo>
                  <a:lnTo>
                    <a:pt x="55374" y="8148"/>
                  </a:lnTo>
                  <a:lnTo>
                    <a:pt x="55122" y="7652"/>
                  </a:lnTo>
                  <a:lnTo>
                    <a:pt x="55206" y="6556"/>
                  </a:lnTo>
                  <a:lnTo>
                    <a:pt x="55413" y="5255"/>
                  </a:lnTo>
                  <a:lnTo>
                    <a:pt x="55487" y="4788"/>
                  </a:lnTo>
                  <a:lnTo>
                    <a:pt x="55529" y="4245"/>
                  </a:lnTo>
                  <a:lnTo>
                    <a:pt x="55629" y="2949"/>
                  </a:lnTo>
                  <a:lnTo>
                    <a:pt x="55498" y="1368"/>
                  </a:lnTo>
                  <a:lnTo>
                    <a:pt x="55493" y="958"/>
                  </a:lnTo>
                  <a:lnTo>
                    <a:pt x="55742" y="534"/>
                  </a:lnTo>
                  <a:lnTo>
                    <a:pt x="56536" y="678"/>
                  </a:lnTo>
                  <a:lnTo>
                    <a:pt x="57096" y="711"/>
                  </a:lnTo>
                  <a:lnTo>
                    <a:pt x="57313" y="409"/>
                  </a:lnTo>
                  <a:lnTo>
                    <a:pt x="57606" y="0"/>
                  </a:lnTo>
                  <a:lnTo>
                    <a:pt x="58859" y="372"/>
                  </a:lnTo>
                  <a:lnTo>
                    <a:pt x="60563" y="1113"/>
                  </a:lnTo>
                  <a:lnTo>
                    <a:pt x="61774" y="1709"/>
                  </a:lnTo>
                  <a:lnTo>
                    <a:pt x="63418" y="1401"/>
                  </a:lnTo>
                  <a:lnTo>
                    <a:pt x="64887" y="1921"/>
                  </a:lnTo>
                  <a:lnTo>
                    <a:pt x="66310" y="5186"/>
                  </a:lnTo>
                  <a:lnTo>
                    <a:pt x="66685" y="8462"/>
                  </a:lnTo>
                  <a:lnTo>
                    <a:pt x="66772" y="9228"/>
                  </a:lnTo>
                  <a:lnTo>
                    <a:pt x="78013" y="14306"/>
                  </a:lnTo>
                  <a:lnTo>
                    <a:pt x="80949" y="13481"/>
                  </a:lnTo>
                  <a:lnTo>
                    <a:pt x="82822" y="13494"/>
                  </a:lnTo>
                  <a:lnTo>
                    <a:pt x="86174" y="17428"/>
                  </a:lnTo>
                  <a:lnTo>
                    <a:pt x="87517" y="21214"/>
                  </a:lnTo>
                  <a:lnTo>
                    <a:pt x="86454" y="23174"/>
                  </a:lnTo>
                  <a:lnTo>
                    <a:pt x="87046" y="25883"/>
                  </a:lnTo>
                  <a:lnTo>
                    <a:pt x="92798" y="29530"/>
                  </a:lnTo>
                  <a:lnTo>
                    <a:pt x="106125" y="27099"/>
                  </a:lnTo>
                  <a:lnTo>
                    <a:pt x="108757" y="28612"/>
                  </a:lnTo>
                  <a:lnTo>
                    <a:pt x="111542" y="33262"/>
                  </a:lnTo>
                  <a:lnTo>
                    <a:pt x="110513" y="38334"/>
                  </a:lnTo>
                  <a:lnTo>
                    <a:pt x="106246" y="41808"/>
                  </a:lnTo>
                  <a:lnTo>
                    <a:pt x="102785" y="47584"/>
                  </a:lnTo>
                  <a:lnTo>
                    <a:pt x="104103" y="50914"/>
                  </a:lnTo>
                  <a:lnTo>
                    <a:pt x="104050" y="59127"/>
                  </a:lnTo>
                  <a:lnTo>
                    <a:pt x="106210" y="62774"/>
                  </a:lnTo>
                  <a:lnTo>
                    <a:pt x="105013" y="66911"/>
                  </a:lnTo>
                  <a:lnTo>
                    <a:pt x="111064" y="73718"/>
                  </a:lnTo>
                  <a:lnTo>
                    <a:pt x="110734" y="80100"/>
                  </a:lnTo>
                  <a:lnTo>
                    <a:pt x="105502" y="85888"/>
                  </a:lnTo>
                  <a:lnTo>
                    <a:pt x="95189" y="89278"/>
                  </a:lnTo>
                  <a:lnTo>
                    <a:pt x="96520" y="92771"/>
                  </a:lnTo>
                  <a:lnTo>
                    <a:pt x="96988" y="94000"/>
                  </a:lnTo>
                  <a:lnTo>
                    <a:pt x="98425" y="94927"/>
                  </a:lnTo>
                  <a:lnTo>
                    <a:pt x="99680" y="95664"/>
                  </a:lnTo>
                  <a:lnTo>
                    <a:pt x="100914" y="96483"/>
                  </a:lnTo>
                  <a:lnTo>
                    <a:pt x="101006" y="96665"/>
                  </a:lnTo>
                  <a:lnTo>
                    <a:pt x="101585" y="97811"/>
                  </a:lnTo>
                  <a:lnTo>
                    <a:pt x="102269" y="98576"/>
                  </a:lnTo>
                  <a:lnTo>
                    <a:pt x="102953" y="99342"/>
                  </a:lnTo>
                  <a:lnTo>
                    <a:pt x="104280" y="99863"/>
                  </a:lnTo>
                  <a:lnTo>
                    <a:pt x="105225" y="100213"/>
                  </a:lnTo>
                  <a:lnTo>
                    <a:pt x="105992" y="100879"/>
                  </a:lnTo>
                  <a:lnTo>
                    <a:pt x="106700" y="101722"/>
                  </a:lnTo>
                  <a:lnTo>
                    <a:pt x="107571" y="103061"/>
                  </a:lnTo>
                  <a:lnTo>
                    <a:pt x="107767" y="104016"/>
                  </a:lnTo>
                  <a:lnTo>
                    <a:pt x="107645" y="104895"/>
                  </a:lnTo>
                  <a:lnTo>
                    <a:pt x="107647" y="105513"/>
                  </a:lnTo>
                  <a:lnTo>
                    <a:pt x="107361" y="105874"/>
                  </a:lnTo>
                  <a:lnTo>
                    <a:pt x="106899" y="106471"/>
                  </a:lnTo>
                  <a:lnTo>
                    <a:pt x="106345" y="107205"/>
                  </a:lnTo>
                  <a:lnTo>
                    <a:pt x="106259" y="107761"/>
                  </a:lnTo>
                  <a:lnTo>
                    <a:pt x="105907" y="108230"/>
                  </a:lnTo>
                  <a:lnTo>
                    <a:pt x="105740" y="108703"/>
                  </a:lnTo>
                  <a:lnTo>
                    <a:pt x="106202" y="109298"/>
                  </a:lnTo>
                  <a:lnTo>
                    <a:pt x="106735" y="109533"/>
                  </a:lnTo>
                  <a:lnTo>
                    <a:pt x="107283" y="110023"/>
                  </a:lnTo>
                  <a:lnTo>
                    <a:pt x="107971" y="110523"/>
                  </a:lnTo>
                  <a:lnTo>
                    <a:pt x="109136" y="111070"/>
                  </a:lnTo>
                  <a:lnTo>
                    <a:pt x="109539" y="111181"/>
                  </a:lnTo>
                  <a:lnTo>
                    <a:pt x="109950" y="111295"/>
                  </a:lnTo>
                  <a:lnTo>
                    <a:pt x="110554" y="111578"/>
                  </a:lnTo>
                  <a:lnTo>
                    <a:pt x="111389" y="112072"/>
                  </a:lnTo>
                  <a:lnTo>
                    <a:pt x="111342" y="112558"/>
                  </a:lnTo>
                  <a:lnTo>
                    <a:pt x="111020" y="112997"/>
                  </a:lnTo>
                  <a:lnTo>
                    <a:pt x="111345" y="113082"/>
                  </a:lnTo>
                  <a:lnTo>
                    <a:pt x="111607" y="113298"/>
                  </a:lnTo>
                  <a:lnTo>
                    <a:pt x="111212" y="113609"/>
                  </a:lnTo>
                  <a:lnTo>
                    <a:pt x="110787" y="114593"/>
                  </a:lnTo>
                  <a:lnTo>
                    <a:pt x="110511" y="115217"/>
                  </a:lnTo>
                  <a:lnTo>
                    <a:pt x="110350" y="115876"/>
                  </a:lnTo>
                  <a:lnTo>
                    <a:pt x="110075" y="116501"/>
                  </a:lnTo>
                  <a:lnTo>
                    <a:pt x="109653" y="116885"/>
                  </a:lnTo>
                  <a:lnTo>
                    <a:pt x="109123" y="117220"/>
                  </a:lnTo>
                  <a:lnTo>
                    <a:pt x="108544" y="117571"/>
                  </a:lnTo>
                  <a:lnTo>
                    <a:pt x="108255" y="118030"/>
                  </a:lnTo>
                  <a:lnTo>
                    <a:pt x="108093" y="118517"/>
                  </a:lnTo>
                  <a:lnTo>
                    <a:pt x="107845" y="119029"/>
                  </a:lnTo>
                  <a:lnTo>
                    <a:pt x="107450" y="119427"/>
                  </a:lnTo>
                  <a:lnTo>
                    <a:pt x="107048" y="119999"/>
                  </a:lnTo>
                  <a:lnTo>
                    <a:pt x="106952" y="120496"/>
                  </a:lnTo>
                  <a:lnTo>
                    <a:pt x="107178" y="120981"/>
                  </a:lnTo>
                  <a:lnTo>
                    <a:pt x="107543" y="121568"/>
                  </a:lnTo>
                  <a:lnTo>
                    <a:pt x="107773" y="122249"/>
                  </a:lnTo>
                  <a:lnTo>
                    <a:pt x="108061" y="122991"/>
                  </a:lnTo>
                  <a:lnTo>
                    <a:pt x="108538" y="123531"/>
                  </a:lnTo>
                  <a:lnTo>
                    <a:pt x="109040" y="123733"/>
                  </a:lnTo>
                  <a:lnTo>
                    <a:pt x="109750" y="124036"/>
                  </a:lnTo>
                  <a:lnTo>
                    <a:pt x="110022" y="124125"/>
                  </a:lnTo>
                  <a:lnTo>
                    <a:pt x="110314" y="124221"/>
                  </a:lnTo>
                  <a:lnTo>
                    <a:pt x="110615" y="124469"/>
                  </a:lnTo>
                  <a:lnTo>
                    <a:pt x="110616" y="124771"/>
                  </a:lnTo>
                  <a:lnTo>
                    <a:pt x="110958" y="125142"/>
                  </a:lnTo>
                  <a:lnTo>
                    <a:pt x="111003" y="125394"/>
                  </a:lnTo>
                  <a:lnTo>
                    <a:pt x="111361" y="125798"/>
                  </a:lnTo>
                  <a:lnTo>
                    <a:pt x="111908" y="126260"/>
                  </a:lnTo>
                  <a:lnTo>
                    <a:pt x="112467" y="126996"/>
                  </a:lnTo>
                  <a:lnTo>
                    <a:pt x="112856" y="127524"/>
                  </a:lnTo>
                  <a:lnTo>
                    <a:pt x="113397" y="128037"/>
                  </a:lnTo>
                  <a:lnTo>
                    <a:pt x="113880" y="128490"/>
                  </a:lnTo>
                  <a:lnTo>
                    <a:pt x="113986" y="129241"/>
                  </a:lnTo>
                  <a:lnTo>
                    <a:pt x="113873" y="129646"/>
                  </a:lnTo>
                  <a:lnTo>
                    <a:pt x="113916" y="130345"/>
                  </a:lnTo>
                  <a:lnTo>
                    <a:pt x="114179" y="131183"/>
                  </a:lnTo>
                  <a:lnTo>
                    <a:pt x="114827" y="132104"/>
                  </a:lnTo>
                  <a:lnTo>
                    <a:pt x="115712" y="132958"/>
                  </a:lnTo>
                  <a:lnTo>
                    <a:pt x="116610" y="133246"/>
                  </a:lnTo>
                  <a:lnTo>
                    <a:pt x="117132" y="133283"/>
                  </a:lnTo>
                  <a:lnTo>
                    <a:pt x="118102" y="133544"/>
                  </a:lnTo>
                  <a:lnTo>
                    <a:pt x="118642" y="133609"/>
                  </a:lnTo>
                  <a:lnTo>
                    <a:pt x="119344" y="133788"/>
                  </a:lnTo>
                  <a:lnTo>
                    <a:pt x="119949" y="134198"/>
                  </a:lnTo>
                  <a:lnTo>
                    <a:pt x="120620" y="134339"/>
                  </a:lnTo>
                  <a:lnTo>
                    <a:pt x="121388" y="134864"/>
                  </a:lnTo>
                  <a:lnTo>
                    <a:pt x="121876" y="135375"/>
                  </a:lnTo>
                  <a:lnTo>
                    <a:pt x="122741" y="135416"/>
                  </a:lnTo>
                  <a:lnTo>
                    <a:pt x="123160" y="135382"/>
                  </a:lnTo>
                  <a:lnTo>
                    <a:pt x="123755" y="135977"/>
                  </a:lnTo>
                  <a:lnTo>
                    <a:pt x="124439" y="136607"/>
                  </a:lnTo>
                  <a:lnTo>
                    <a:pt x="125220" y="137284"/>
                  </a:lnTo>
                  <a:lnTo>
                    <a:pt x="126000" y="138253"/>
                  </a:lnTo>
                  <a:lnTo>
                    <a:pt x="126674" y="139374"/>
                  </a:lnTo>
                  <a:lnTo>
                    <a:pt x="127310" y="140737"/>
                  </a:lnTo>
                  <a:lnTo>
                    <a:pt x="127288" y="141725"/>
                  </a:lnTo>
                  <a:lnTo>
                    <a:pt x="127157" y="142752"/>
                  </a:lnTo>
                  <a:lnTo>
                    <a:pt x="126522" y="144288"/>
                  </a:lnTo>
                  <a:lnTo>
                    <a:pt x="125697" y="145189"/>
                  </a:lnTo>
                  <a:lnTo>
                    <a:pt x="124907" y="146007"/>
                  </a:lnTo>
                  <a:lnTo>
                    <a:pt x="124141" y="147145"/>
                  </a:lnTo>
                  <a:lnTo>
                    <a:pt x="123541" y="148463"/>
                  </a:lnTo>
                  <a:lnTo>
                    <a:pt x="122940" y="149756"/>
                  </a:lnTo>
                  <a:lnTo>
                    <a:pt x="122248" y="150591"/>
                  </a:lnTo>
                  <a:lnTo>
                    <a:pt x="121380" y="151246"/>
                  </a:lnTo>
                  <a:lnTo>
                    <a:pt x="120583" y="151686"/>
                  </a:lnTo>
                  <a:lnTo>
                    <a:pt x="120247" y="152318"/>
                  </a:lnTo>
                  <a:lnTo>
                    <a:pt x="119699" y="152603"/>
                  </a:lnTo>
                  <a:lnTo>
                    <a:pt x="119063" y="152579"/>
                  </a:lnTo>
                  <a:lnTo>
                    <a:pt x="118555" y="152382"/>
                  </a:lnTo>
                  <a:lnTo>
                    <a:pt x="117876" y="152024"/>
                  </a:lnTo>
                  <a:lnTo>
                    <a:pt x="117428" y="151749"/>
                  </a:lnTo>
                  <a:lnTo>
                    <a:pt x="116692" y="151357"/>
                  </a:lnTo>
                  <a:lnTo>
                    <a:pt x="116183" y="151049"/>
                  </a:lnTo>
                  <a:lnTo>
                    <a:pt x="115265" y="150375"/>
                  </a:lnTo>
                  <a:lnTo>
                    <a:pt x="114172" y="149953"/>
                  </a:lnTo>
                  <a:lnTo>
                    <a:pt x="113155" y="149858"/>
                  </a:lnTo>
                  <a:lnTo>
                    <a:pt x="112187" y="149792"/>
                  </a:lnTo>
                  <a:lnTo>
                    <a:pt x="111236" y="149891"/>
                  </a:lnTo>
                  <a:lnTo>
                    <a:pt x="110710" y="150079"/>
                  </a:lnTo>
                  <a:lnTo>
                    <a:pt x="110278" y="150234"/>
                  </a:lnTo>
                  <a:lnTo>
                    <a:pt x="109464" y="150420"/>
                  </a:lnTo>
                  <a:lnTo>
                    <a:pt x="108608" y="150552"/>
                  </a:lnTo>
                  <a:lnTo>
                    <a:pt x="107961" y="150469"/>
                  </a:lnTo>
                  <a:lnTo>
                    <a:pt x="106865" y="150255"/>
                  </a:lnTo>
                  <a:lnTo>
                    <a:pt x="105204" y="150010"/>
                  </a:lnTo>
                  <a:lnTo>
                    <a:pt x="103515" y="149809"/>
                  </a:lnTo>
                  <a:lnTo>
                    <a:pt x="102384" y="149669"/>
                  </a:lnTo>
                  <a:lnTo>
                    <a:pt x="101712" y="149295"/>
                  </a:lnTo>
                  <a:lnTo>
                    <a:pt x="101435" y="149179"/>
                  </a:lnTo>
                  <a:lnTo>
                    <a:pt x="100996" y="148995"/>
                  </a:lnTo>
                  <a:lnTo>
                    <a:pt x="100556" y="148810"/>
                  </a:lnTo>
                  <a:lnTo>
                    <a:pt x="99673" y="148690"/>
                  </a:lnTo>
                  <a:lnTo>
                    <a:pt x="98732" y="148684"/>
                  </a:lnTo>
                  <a:lnTo>
                    <a:pt x="97276" y="148800"/>
                  </a:lnTo>
                  <a:lnTo>
                    <a:pt x="96264" y="148728"/>
                  </a:lnTo>
                  <a:lnTo>
                    <a:pt x="95811" y="148623"/>
                  </a:lnTo>
                  <a:lnTo>
                    <a:pt x="95358" y="148518"/>
                  </a:lnTo>
                  <a:lnTo>
                    <a:pt x="91369" y="150017"/>
                  </a:lnTo>
                  <a:lnTo>
                    <a:pt x="90980" y="150163"/>
                  </a:lnTo>
                  <a:lnTo>
                    <a:pt x="90060" y="150509"/>
                  </a:lnTo>
                  <a:lnTo>
                    <a:pt x="89669" y="150666"/>
                  </a:lnTo>
                  <a:lnTo>
                    <a:pt x="89146" y="150877"/>
                  </a:lnTo>
                  <a:lnTo>
                    <a:pt x="86792" y="151349"/>
                  </a:lnTo>
                  <a:lnTo>
                    <a:pt x="85259" y="150528"/>
                  </a:lnTo>
                  <a:lnTo>
                    <a:pt x="84475" y="150046"/>
                  </a:lnTo>
                  <a:lnTo>
                    <a:pt x="83342" y="150404"/>
                  </a:lnTo>
                  <a:lnTo>
                    <a:pt x="83072" y="150471"/>
                  </a:lnTo>
                  <a:lnTo>
                    <a:pt x="82904" y="150512"/>
                  </a:lnTo>
                  <a:lnTo>
                    <a:pt x="80513" y="151104"/>
                  </a:lnTo>
                  <a:lnTo>
                    <a:pt x="79597" y="151181"/>
                  </a:lnTo>
                  <a:lnTo>
                    <a:pt x="78735" y="151122"/>
                  </a:lnTo>
                  <a:lnTo>
                    <a:pt x="78477" y="151105"/>
                  </a:lnTo>
                  <a:lnTo>
                    <a:pt x="75352" y="150891"/>
                  </a:lnTo>
                  <a:lnTo>
                    <a:pt x="75569" y="151600"/>
                  </a:lnTo>
                  <a:lnTo>
                    <a:pt x="75226" y="151690"/>
                  </a:lnTo>
                  <a:lnTo>
                    <a:pt x="74884" y="151779"/>
                  </a:lnTo>
                  <a:lnTo>
                    <a:pt x="74002" y="152009"/>
                  </a:lnTo>
                  <a:lnTo>
                    <a:pt x="64646" y="154758"/>
                  </a:lnTo>
                  <a:lnTo>
                    <a:pt x="64049" y="154933"/>
                  </a:lnTo>
                  <a:lnTo>
                    <a:pt x="60522" y="155970"/>
                  </a:lnTo>
                  <a:lnTo>
                    <a:pt x="53316" y="158087"/>
                  </a:lnTo>
                  <a:lnTo>
                    <a:pt x="52654" y="158281"/>
                  </a:lnTo>
                  <a:lnTo>
                    <a:pt x="46375" y="160126"/>
                  </a:lnTo>
                  <a:lnTo>
                    <a:pt x="43879" y="160860"/>
                  </a:lnTo>
                  <a:lnTo>
                    <a:pt x="43638" y="160932"/>
                  </a:lnTo>
                  <a:lnTo>
                    <a:pt x="43334" y="161023"/>
                  </a:lnTo>
                  <a:lnTo>
                    <a:pt x="35851" y="163259"/>
                  </a:lnTo>
                  <a:lnTo>
                    <a:pt x="32538" y="164250"/>
                  </a:lnTo>
                  <a:lnTo>
                    <a:pt x="31758" y="163651"/>
                  </a:lnTo>
                  <a:lnTo>
                    <a:pt x="31166" y="163197"/>
                  </a:lnTo>
                  <a:lnTo>
                    <a:pt x="30485" y="162674"/>
                  </a:lnTo>
                  <a:lnTo>
                    <a:pt x="29887" y="162215"/>
                  </a:lnTo>
                  <a:lnTo>
                    <a:pt x="27427" y="159688"/>
                  </a:lnTo>
                  <a:lnTo>
                    <a:pt x="25255" y="154774"/>
                  </a:lnTo>
                  <a:lnTo>
                    <a:pt x="24729" y="153582"/>
                  </a:lnTo>
                  <a:lnTo>
                    <a:pt x="24507" y="153080"/>
                  </a:lnTo>
                  <a:lnTo>
                    <a:pt x="22327" y="148148"/>
                  </a:lnTo>
                  <a:lnTo>
                    <a:pt x="18239" y="140973"/>
                  </a:lnTo>
                  <a:lnTo>
                    <a:pt x="17589" y="139832"/>
                  </a:lnTo>
                  <a:lnTo>
                    <a:pt x="15473" y="136118"/>
                  </a:lnTo>
                  <a:lnTo>
                    <a:pt x="14832" y="134993"/>
                  </a:lnTo>
                  <a:lnTo>
                    <a:pt x="11427" y="128974"/>
                  </a:lnTo>
                  <a:lnTo>
                    <a:pt x="11295" y="128741"/>
                  </a:lnTo>
                  <a:lnTo>
                    <a:pt x="10913" y="128066"/>
                  </a:lnTo>
                  <a:lnTo>
                    <a:pt x="10053" y="126546"/>
                  </a:lnTo>
                  <a:lnTo>
                    <a:pt x="6210" y="119754"/>
                  </a:lnTo>
                  <a:lnTo>
                    <a:pt x="6131" y="119615"/>
                  </a:lnTo>
                  <a:lnTo>
                    <a:pt x="2051" y="112404"/>
                  </a:lnTo>
                  <a:lnTo>
                    <a:pt x="1595" y="111597"/>
                  </a:lnTo>
                  <a:lnTo>
                    <a:pt x="689" y="109996"/>
                  </a:lnTo>
                  <a:lnTo>
                    <a:pt x="280" y="109273"/>
                  </a:lnTo>
                  <a:lnTo>
                    <a:pt x="97" y="108950"/>
                  </a:lnTo>
                  <a:lnTo>
                    <a:pt x="0" y="108786"/>
                  </a:lnTo>
                  <a:lnTo>
                    <a:pt x="499" y="108561"/>
                  </a:lnTo>
                  <a:lnTo>
                    <a:pt x="2192" y="107607"/>
                  </a:lnTo>
                  <a:lnTo>
                    <a:pt x="2472" y="107449"/>
                  </a:lnTo>
                  <a:lnTo>
                    <a:pt x="4668" y="106212"/>
                  </a:lnTo>
                  <a:lnTo>
                    <a:pt x="20901" y="97063"/>
                  </a:lnTo>
                  <a:lnTo>
                    <a:pt x="21779" y="96681"/>
                  </a:lnTo>
                  <a:lnTo>
                    <a:pt x="22656" y="96298"/>
                  </a:lnTo>
                  <a:lnTo>
                    <a:pt x="23103" y="96162"/>
                  </a:lnTo>
                  <a:lnTo>
                    <a:pt x="23122" y="95830"/>
                  </a:lnTo>
                  <a:lnTo>
                    <a:pt x="24163" y="77372"/>
                  </a:lnTo>
                  <a:lnTo>
                    <a:pt x="25957" y="77090"/>
                  </a:lnTo>
                  <a:lnTo>
                    <a:pt x="29393" y="76929"/>
                  </a:lnTo>
                  <a:lnTo>
                    <a:pt x="29865" y="76892"/>
                  </a:lnTo>
                  <a:lnTo>
                    <a:pt x="30198" y="70931"/>
                  </a:lnTo>
                  <a:lnTo>
                    <a:pt x="29714" y="70960"/>
                  </a:lnTo>
                  <a:lnTo>
                    <a:pt x="25828" y="70935"/>
                  </a:lnTo>
                  <a:lnTo>
                    <a:pt x="24066" y="71222"/>
                  </a:lnTo>
                  <a:lnTo>
                    <a:pt x="24620" y="60587"/>
                  </a:lnTo>
                  <a:lnTo>
                    <a:pt x="24674" y="59545"/>
                  </a:lnTo>
                  <a:lnTo>
                    <a:pt x="24692" y="59203"/>
                  </a:lnTo>
                  <a:lnTo>
                    <a:pt x="24856" y="56051"/>
                  </a:lnTo>
                  <a:lnTo>
                    <a:pt x="24902" y="55070"/>
                  </a:lnTo>
                  <a:lnTo>
                    <a:pt x="24982" y="53382"/>
                  </a:lnTo>
                  <a:lnTo>
                    <a:pt x="25246" y="47779"/>
                  </a:lnTo>
                  <a:lnTo>
                    <a:pt x="25297" y="46703"/>
                  </a:lnTo>
                  <a:lnTo>
                    <a:pt x="25392" y="44672"/>
                  </a:lnTo>
                  <a:lnTo>
                    <a:pt x="25589" y="41228"/>
                  </a:lnTo>
                  <a:lnTo>
                    <a:pt x="25654" y="40074"/>
                  </a:lnTo>
                  <a:lnTo>
                    <a:pt x="26001" y="33991"/>
                  </a:lnTo>
                  <a:lnTo>
                    <a:pt x="26086" y="32219"/>
                  </a:lnTo>
                  <a:lnTo>
                    <a:pt x="26248" y="28872"/>
                  </a:lnTo>
                  <a:lnTo>
                    <a:pt x="26365" y="27668"/>
                  </a:lnTo>
                  <a:lnTo>
                    <a:pt x="29482" y="28870"/>
                  </a:lnTo>
                  <a:lnTo>
                    <a:pt x="29755" y="28976"/>
                  </a:lnTo>
                  <a:lnTo>
                    <a:pt x="31233" y="29546"/>
                  </a:lnTo>
                  <a:lnTo>
                    <a:pt x="32148" y="29800"/>
                  </a:lnTo>
                  <a:lnTo>
                    <a:pt x="33219" y="22944"/>
                  </a:lnTo>
                  <a:lnTo>
                    <a:pt x="33437" y="22817"/>
                  </a:lnTo>
                  <a:lnTo>
                    <a:pt x="34507" y="23207"/>
                  </a:lnTo>
                  <a:lnTo>
                    <a:pt x="35989" y="23506"/>
                  </a:lnTo>
                  <a:lnTo>
                    <a:pt x="37212" y="2363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 name="pg19"/>
            <p:cNvSpPr/>
            <p:nvPr/>
          </p:nvSpPr>
          <p:spPr>
            <a:xfrm>
              <a:off x="4775340" y="3630500"/>
              <a:ext cx="163556" cy="196495"/>
            </a:xfrm>
            <a:custGeom>
              <a:avLst/>
              <a:pathLst>
                <a:path w="163556" h="196495">
                  <a:moveTo>
                    <a:pt x="56007" y="19395"/>
                  </a:moveTo>
                  <a:lnTo>
                    <a:pt x="57206" y="26725"/>
                  </a:lnTo>
                  <a:lnTo>
                    <a:pt x="56138" y="28647"/>
                  </a:lnTo>
                  <a:lnTo>
                    <a:pt x="55696" y="29442"/>
                  </a:lnTo>
                  <a:lnTo>
                    <a:pt x="54875" y="32985"/>
                  </a:lnTo>
                  <a:lnTo>
                    <a:pt x="51941" y="37463"/>
                  </a:lnTo>
                  <a:lnTo>
                    <a:pt x="51622" y="38926"/>
                  </a:lnTo>
                  <a:lnTo>
                    <a:pt x="52024" y="45482"/>
                  </a:lnTo>
                  <a:lnTo>
                    <a:pt x="52212" y="45462"/>
                  </a:lnTo>
                  <a:lnTo>
                    <a:pt x="53876" y="45285"/>
                  </a:lnTo>
                  <a:lnTo>
                    <a:pt x="56961" y="52449"/>
                  </a:lnTo>
                  <a:lnTo>
                    <a:pt x="58633" y="54489"/>
                  </a:lnTo>
                  <a:lnTo>
                    <a:pt x="59655" y="55275"/>
                  </a:lnTo>
                  <a:lnTo>
                    <a:pt x="59788" y="55284"/>
                  </a:lnTo>
                  <a:lnTo>
                    <a:pt x="59850" y="55424"/>
                  </a:lnTo>
                  <a:lnTo>
                    <a:pt x="60700" y="56077"/>
                  </a:lnTo>
                  <a:lnTo>
                    <a:pt x="62162" y="57718"/>
                  </a:lnTo>
                  <a:lnTo>
                    <a:pt x="63625" y="58001"/>
                  </a:lnTo>
                  <a:lnTo>
                    <a:pt x="65328" y="58022"/>
                  </a:lnTo>
                  <a:lnTo>
                    <a:pt x="67544" y="57460"/>
                  </a:lnTo>
                  <a:lnTo>
                    <a:pt x="70775" y="57043"/>
                  </a:lnTo>
                  <a:lnTo>
                    <a:pt x="73173" y="56587"/>
                  </a:lnTo>
                  <a:lnTo>
                    <a:pt x="75777" y="56329"/>
                  </a:lnTo>
                  <a:lnTo>
                    <a:pt x="78694" y="55891"/>
                  </a:lnTo>
                  <a:lnTo>
                    <a:pt x="80385" y="56066"/>
                  </a:lnTo>
                  <a:lnTo>
                    <a:pt x="82581" y="56013"/>
                  </a:lnTo>
                  <a:lnTo>
                    <a:pt x="84218" y="55598"/>
                  </a:lnTo>
                  <a:lnTo>
                    <a:pt x="86271" y="54424"/>
                  </a:lnTo>
                  <a:lnTo>
                    <a:pt x="88322" y="53050"/>
                  </a:lnTo>
                  <a:lnTo>
                    <a:pt x="89298" y="51496"/>
                  </a:lnTo>
                  <a:lnTo>
                    <a:pt x="89449" y="49547"/>
                  </a:lnTo>
                  <a:lnTo>
                    <a:pt x="89480" y="44183"/>
                  </a:lnTo>
                  <a:lnTo>
                    <a:pt x="89107" y="41948"/>
                  </a:lnTo>
                  <a:lnTo>
                    <a:pt x="92511" y="40986"/>
                  </a:lnTo>
                  <a:lnTo>
                    <a:pt x="93472" y="40714"/>
                  </a:lnTo>
                  <a:lnTo>
                    <a:pt x="93651" y="40141"/>
                  </a:lnTo>
                  <a:lnTo>
                    <a:pt x="93902" y="39658"/>
                  </a:lnTo>
                  <a:lnTo>
                    <a:pt x="94834" y="38650"/>
                  </a:lnTo>
                  <a:lnTo>
                    <a:pt x="96815" y="39067"/>
                  </a:lnTo>
                  <a:lnTo>
                    <a:pt x="97001" y="39107"/>
                  </a:lnTo>
                  <a:lnTo>
                    <a:pt x="97015" y="39352"/>
                  </a:lnTo>
                  <a:lnTo>
                    <a:pt x="97150" y="41790"/>
                  </a:lnTo>
                  <a:lnTo>
                    <a:pt x="97754" y="41857"/>
                  </a:lnTo>
                  <a:lnTo>
                    <a:pt x="98761" y="41969"/>
                  </a:lnTo>
                  <a:lnTo>
                    <a:pt x="99148" y="42670"/>
                  </a:lnTo>
                  <a:lnTo>
                    <a:pt x="102264" y="43296"/>
                  </a:lnTo>
                  <a:lnTo>
                    <a:pt x="103293" y="45175"/>
                  </a:lnTo>
                  <a:lnTo>
                    <a:pt x="104270" y="49890"/>
                  </a:lnTo>
                  <a:lnTo>
                    <a:pt x="106823" y="52701"/>
                  </a:lnTo>
                  <a:lnTo>
                    <a:pt x="109261" y="52470"/>
                  </a:lnTo>
                  <a:lnTo>
                    <a:pt x="111322" y="54851"/>
                  </a:lnTo>
                  <a:lnTo>
                    <a:pt x="111322" y="59563"/>
                  </a:lnTo>
                  <a:lnTo>
                    <a:pt x="112276" y="59921"/>
                  </a:lnTo>
                  <a:lnTo>
                    <a:pt x="112164" y="64798"/>
                  </a:lnTo>
                  <a:lnTo>
                    <a:pt x="98500" y="64572"/>
                  </a:lnTo>
                  <a:lnTo>
                    <a:pt x="97068" y="65288"/>
                  </a:lnTo>
                  <a:lnTo>
                    <a:pt x="96174" y="66898"/>
                  </a:lnTo>
                  <a:lnTo>
                    <a:pt x="96667" y="76075"/>
                  </a:lnTo>
                  <a:lnTo>
                    <a:pt x="96770" y="77991"/>
                  </a:lnTo>
                  <a:lnTo>
                    <a:pt x="96293" y="78826"/>
                  </a:lnTo>
                  <a:lnTo>
                    <a:pt x="77814" y="81669"/>
                  </a:lnTo>
                  <a:lnTo>
                    <a:pt x="76910" y="81808"/>
                  </a:lnTo>
                  <a:lnTo>
                    <a:pt x="75956" y="83597"/>
                  </a:lnTo>
                  <a:lnTo>
                    <a:pt x="72974" y="84671"/>
                  </a:lnTo>
                  <a:lnTo>
                    <a:pt x="72616" y="85029"/>
                  </a:lnTo>
                  <a:lnTo>
                    <a:pt x="77346" y="97671"/>
                  </a:lnTo>
                  <a:lnTo>
                    <a:pt x="78427" y="98304"/>
                  </a:lnTo>
                  <a:lnTo>
                    <a:pt x="79690" y="99202"/>
                  </a:lnTo>
                  <a:lnTo>
                    <a:pt x="79843" y="99311"/>
                  </a:lnTo>
                  <a:lnTo>
                    <a:pt x="79657" y="102889"/>
                  </a:lnTo>
                  <a:lnTo>
                    <a:pt x="80775" y="104082"/>
                  </a:lnTo>
                  <a:lnTo>
                    <a:pt x="87795" y="105474"/>
                  </a:lnTo>
                  <a:lnTo>
                    <a:pt x="89253" y="105763"/>
                  </a:lnTo>
                  <a:lnTo>
                    <a:pt x="90360" y="105338"/>
                  </a:lnTo>
                  <a:lnTo>
                    <a:pt x="90914" y="105125"/>
                  </a:lnTo>
                  <a:lnTo>
                    <a:pt x="94679" y="107250"/>
                  </a:lnTo>
                  <a:lnTo>
                    <a:pt x="95685" y="107287"/>
                  </a:lnTo>
                  <a:lnTo>
                    <a:pt x="97411" y="106731"/>
                  </a:lnTo>
                  <a:lnTo>
                    <a:pt x="100645" y="104937"/>
                  </a:lnTo>
                  <a:lnTo>
                    <a:pt x="101462" y="104604"/>
                  </a:lnTo>
                  <a:lnTo>
                    <a:pt x="101947" y="104715"/>
                  </a:lnTo>
                  <a:lnTo>
                    <a:pt x="102314" y="105338"/>
                  </a:lnTo>
                  <a:lnTo>
                    <a:pt x="102891" y="106193"/>
                  </a:lnTo>
                  <a:lnTo>
                    <a:pt x="104699" y="109235"/>
                  </a:lnTo>
                  <a:lnTo>
                    <a:pt x="102731" y="110622"/>
                  </a:lnTo>
                  <a:lnTo>
                    <a:pt x="96737" y="113708"/>
                  </a:lnTo>
                  <a:lnTo>
                    <a:pt x="97676" y="114826"/>
                  </a:lnTo>
                  <a:lnTo>
                    <a:pt x="100897" y="115363"/>
                  </a:lnTo>
                  <a:lnTo>
                    <a:pt x="104454" y="114882"/>
                  </a:lnTo>
                  <a:lnTo>
                    <a:pt x="108545" y="112879"/>
                  </a:lnTo>
                  <a:lnTo>
                    <a:pt x="108707" y="112868"/>
                  </a:lnTo>
                  <a:lnTo>
                    <a:pt x="109663" y="112804"/>
                  </a:lnTo>
                  <a:lnTo>
                    <a:pt x="110371" y="113102"/>
                  </a:lnTo>
                  <a:lnTo>
                    <a:pt x="110967" y="113475"/>
                  </a:lnTo>
                  <a:lnTo>
                    <a:pt x="112570" y="115860"/>
                  </a:lnTo>
                  <a:lnTo>
                    <a:pt x="112347" y="116755"/>
                  </a:lnTo>
                  <a:lnTo>
                    <a:pt x="111750" y="117165"/>
                  </a:lnTo>
                  <a:lnTo>
                    <a:pt x="107874" y="119252"/>
                  </a:lnTo>
                  <a:lnTo>
                    <a:pt x="109093" y="121388"/>
                  </a:lnTo>
                  <a:lnTo>
                    <a:pt x="112235" y="126894"/>
                  </a:lnTo>
                  <a:lnTo>
                    <a:pt x="114769" y="127453"/>
                  </a:lnTo>
                  <a:lnTo>
                    <a:pt x="114981" y="127775"/>
                  </a:lnTo>
                  <a:lnTo>
                    <a:pt x="116436" y="128145"/>
                  </a:lnTo>
                  <a:lnTo>
                    <a:pt x="123224" y="137842"/>
                  </a:lnTo>
                  <a:lnTo>
                    <a:pt x="124514" y="142738"/>
                  </a:lnTo>
                  <a:lnTo>
                    <a:pt x="124751" y="144383"/>
                  </a:lnTo>
                  <a:lnTo>
                    <a:pt x="127614" y="144442"/>
                  </a:lnTo>
                  <a:lnTo>
                    <a:pt x="130954" y="146589"/>
                  </a:lnTo>
                  <a:lnTo>
                    <a:pt x="136035" y="146411"/>
                  </a:lnTo>
                  <a:lnTo>
                    <a:pt x="138255" y="149565"/>
                  </a:lnTo>
                  <a:lnTo>
                    <a:pt x="139860" y="151846"/>
                  </a:lnTo>
                  <a:lnTo>
                    <a:pt x="143468" y="156971"/>
                  </a:lnTo>
                  <a:lnTo>
                    <a:pt x="139125" y="160843"/>
                  </a:lnTo>
                  <a:lnTo>
                    <a:pt x="138022" y="163179"/>
                  </a:lnTo>
                  <a:lnTo>
                    <a:pt x="139303" y="164422"/>
                  </a:lnTo>
                  <a:lnTo>
                    <a:pt x="141093" y="166032"/>
                  </a:lnTo>
                  <a:lnTo>
                    <a:pt x="142643" y="168477"/>
                  </a:lnTo>
                  <a:lnTo>
                    <a:pt x="143059" y="168428"/>
                  </a:lnTo>
                  <a:lnTo>
                    <a:pt x="145148" y="168179"/>
                  </a:lnTo>
                  <a:lnTo>
                    <a:pt x="146818" y="168298"/>
                  </a:lnTo>
                  <a:lnTo>
                    <a:pt x="147685" y="168599"/>
                  </a:lnTo>
                  <a:lnTo>
                    <a:pt x="151291" y="169849"/>
                  </a:lnTo>
                  <a:lnTo>
                    <a:pt x="155700" y="171844"/>
                  </a:lnTo>
                  <a:lnTo>
                    <a:pt x="156957" y="172413"/>
                  </a:lnTo>
                  <a:lnTo>
                    <a:pt x="158388" y="174381"/>
                  </a:lnTo>
                  <a:lnTo>
                    <a:pt x="159533" y="177576"/>
                  </a:lnTo>
                  <a:lnTo>
                    <a:pt x="160326" y="179788"/>
                  </a:lnTo>
                  <a:lnTo>
                    <a:pt x="159178" y="180461"/>
                  </a:lnTo>
                  <a:lnTo>
                    <a:pt x="163517" y="192392"/>
                  </a:lnTo>
                  <a:lnTo>
                    <a:pt x="163457" y="193108"/>
                  </a:lnTo>
                  <a:lnTo>
                    <a:pt x="163164" y="193151"/>
                  </a:lnTo>
                  <a:lnTo>
                    <a:pt x="163400" y="193861"/>
                  </a:lnTo>
                  <a:lnTo>
                    <a:pt x="163556" y="194329"/>
                  </a:lnTo>
                  <a:lnTo>
                    <a:pt x="154926" y="195499"/>
                  </a:lnTo>
                  <a:lnTo>
                    <a:pt x="150595" y="181536"/>
                  </a:lnTo>
                  <a:lnTo>
                    <a:pt x="145376" y="180418"/>
                  </a:lnTo>
                  <a:lnTo>
                    <a:pt x="146196" y="181611"/>
                  </a:lnTo>
                  <a:lnTo>
                    <a:pt x="147240" y="183475"/>
                  </a:lnTo>
                  <a:lnTo>
                    <a:pt x="147687" y="184667"/>
                  </a:lnTo>
                  <a:lnTo>
                    <a:pt x="147762" y="186606"/>
                  </a:lnTo>
                  <a:lnTo>
                    <a:pt x="147613" y="188246"/>
                  </a:lnTo>
                  <a:lnTo>
                    <a:pt x="147538" y="189960"/>
                  </a:lnTo>
                  <a:lnTo>
                    <a:pt x="146196" y="193837"/>
                  </a:lnTo>
                  <a:lnTo>
                    <a:pt x="145799" y="196097"/>
                  </a:lnTo>
                  <a:lnTo>
                    <a:pt x="142417" y="196298"/>
                  </a:lnTo>
                  <a:lnTo>
                    <a:pt x="134159" y="196495"/>
                  </a:lnTo>
                  <a:lnTo>
                    <a:pt x="135807" y="186302"/>
                  </a:lnTo>
                  <a:lnTo>
                    <a:pt x="134838" y="186227"/>
                  </a:lnTo>
                  <a:lnTo>
                    <a:pt x="134092" y="185258"/>
                  </a:lnTo>
                  <a:lnTo>
                    <a:pt x="134689" y="181232"/>
                  </a:lnTo>
                  <a:lnTo>
                    <a:pt x="132250" y="179236"/>
                  </a:lnTo>
                  <a:lnTo>
                    <a:pt x="129870" y="177287"/>
                  </a:lnTo>
                  <a:lnTo>
                    <a:pt x="128156" y="180493"/>
                  </a:lnTo>
                  <a:lnTo>
                    <a:pt x="124594" y="184971"/>
                  </a:lnTo>
                  <a:lnTo>
                    <a:pt x="119928" y="179592"/>
                  </a:lnTo>
                  <a:lnTo>
                    <a:pt x="115530" y="182947"/>
                  </a:lnTo>
                  <a:lnTo>
                    <a:pt x="114486" y="183469"/>
                  </a:lnTo>
                  <a:lnTo>
                    <a:pt x="113293" y="182947"/>
                  </a:lnTo>
                  <a:lnTo>
                    <a:pt x="111079" y="179953"/>
                  </a:lnTo>
                  <a:lnTo>
                    <a:pt x="106986" y="174419"/>
                  </a:lnTo>
                  <a:lnTo>
                    <a:pt x="101985" y="172316"/>
                  </a:lnTo>
                  <a:lnTo>
                    <a:pt x="100793" y="170646"/>
                  </a:lnTo>
                  <a:lnTo>
                    <a:pt x="100614" y="168917"/>
                  </a:lnTo>
                  <a:lnTo>
                    <a:pt x="101649" y="167202"/>
                  </a:lnTo>
                  <a:lnTo>
                    <a:pt x="108433" y="160716"/>
                  </a:lnTo>
                  <a:lnTo>
                    <a:pt x="107091" y="159300"/>
                  </a:lnTo>
                  <a:lnTo>
                    <a:pt x="107016" y="157884"/>
                  </a:lnTo>
                  <a:lnTo>
                    <a:pt x="113078" y="151979"/>
                  </a:lnTo>
                  <a:lnTo>
                    <a:pt x="113496" y="150309"/>
                  </a:lnTo>
                  <a:lnTo>
                    <a:pt x="113019" y="148639"/>
                  </a:lnTo>
                  <a:lnTo>
                    <a:pt x="111707" y="147506"/>
                  </a:lnTo>
                  <a:lnTo>
                    <a:pt x="109858" y="146254"/>
                  </a:lnTo>
                  <a:lnTo>
                    <a:pt x="107830" y="142318"/>
                  </a:lnTo>
                  <a:lnTo>
                    <a:pt x="107591" y="139574"/>
                  </a:lnTo>
                  <a:lnTo>
                    <a:pt x="98444" y="125448"/>
                  </a:lnTo>
                  <a:lnTo>
                    <a:pt x="95727" y="124879"/>
                  </a:lnTo>
                  <a:lnTo>
                    <a:pt x="93341" y="124283"/>
                  </a:lnTo>
                  <a:lnTo>
                    <a:pt x="92149" y="124134"/>
                  </a:lnTo>
                  <a:lnTo>
                    <a:pt x="89465" y="122345"/>
                  </a:lnTo>
                  <a:lnTo>
                    <a:pt x="88421" y="120928"/>
                  </a:lnTo>
                  <a:lnTo>
                    <a:pt x="87228" y="119288"/>
                  </a:lnTo>
                  <a:lnTo>
                    <a:pt x="86185" y="117424"/>
                  </a:lnTo>
                  <a:lnTo>
                    <a:pt x="84097" y="115934"/>
                  </a:lnTo>
                  <a:lnTo>
                    <a:pt x="83128" y="115859"/>
                  </a:lnTo>
                  <a:lnTo>
                    <a:pt x="82383" y="116008"/>
                  </a:lnTo>
                  <a:lnTo>
                    <a:pt x="81861" y="116604"/>
                  </a:lnTo>
                  <a:lnTo>
                    <a:pt x="81413" y="118095"/>
                  </a:lnTo>
                  <a:lnTo>
                    <a:pt x="81413" y="119139"/>
                  </a:lnTo>
                  <a:lnTo>
                    <a:pt x="81041" y="120630"/>
                  </a:lnTo>
                  <a:lnTo>
                    <a:pt x="79550" y="121823"/>
                  </a:lnTo>
                  <a:lnTo>
                    <a:pt x="78208" y="122867"/>
                  </a:lnTo>
                  <a:lnTo>
                    <a:pt x="76419" y="124134"/>
                  </a:lnTo>
                  <a:lnTo>
                    <a:pt x="75663" y="124534"/>
                  </a:lnTo>
                  <a:lnTo>
                    <a:pt x="74637" y="125077"/>
                  </a:lnTo>
                  <a:lnTo>
                    <a:pt x="54113" y="128459"/>
                  </a:lnTo>
                  <a:lnTo>
                    <a:pt x="51754" y="128243"/>
                  </a:lnTo>
                  <a:lnTo>
                    <a:pt x="47219" y="127827"/>
                  </a:lnTo>
                  <a:lnTo>
                    <a:pt x="47757" y="122237"/>
                  </a:lnTo>
                  <a:lnTo>
                    <a:pt x="48330" y="116294"/>
                  </a:lnTo>
                  <a:lnTo>
                    <a:pt x="48473" y="114457"/>
                  </a:lnTo>
                  <a:lnTo>
                    <a:pt x="49449" y="108659"/>
                  </a:lnTo>
                  <a:lnTo>
                    <a:pt x="49330" y="108361"/>
                  </a:lnTo>
                  <a:lnTo>
                    <a:pt x="47863" y="107192"/>
                  </a:lnTo>
                  <a:lnTo>
                    <a:pt x="46980" y="105677"/>
                  </a:lnTo>
                  <a:lnTo>
                    <a:pt x="46682" y="104795"/>
                  </a:lnTo>
                  <a:lnTo>
                    <a:pt x="46676" y="104103"/>
                  </a:lnTo>
                  <a:lnTo>
                    <a:pt x="46962" y="102582"/>
                  </a:lnTo>
                  <a:lnTo>
                    <a:pt x="47919" y="100327"/>
                  </a:lnTo>
                  <a:lnTo>
                    <a:pt x="48619" y="99670"/>
                  </a:lnTo>
                  <a:lnTo>
                    <a:pt x="50290" y="98574"/>
                  </a:lnTo>
                  <a:lnTo>
                    <a:pt x="51185" y="97787"/>
                  </a:lnTo>
                  <a:lnTo>
                    <a:pt x="53148" y="95987"/>
                  </a:lnTo>
                  <a:lnTo>
                    <a:pt x="53350" y="94209"/>
                  </a:lnTo>
                  <a:lnTo>
                    <a:pt x="56570" y="91221"/>
                  </a:lnTo>
                  <a:lnTo>
                    <a:pt x="56535" y="90845"/>
                  </a:lnTo>
                  <a:lnTo>
                    <a:pt x="56391" y="90076"/>
                  </a:lnTo>
                  <a:lnTo>
                    <a:pt x="55534" y="86580"/>
                  </a:lnTo>
                  <a:lnTo>
                    <a:pt x="50993" y="82140"/>
                  </a:lnTo>
                  <a:lnTo>
                    <a:pt x="50826" y="81950"/>
                  </a:lnTo>
                  <a:lnTo>
                    <a:pt x="50814" y="81759"/>
                  </a:lnTo>
                  <a:lnTo>
                    <a:pt x="51016" y="81425"/>
                  </a:lnTo>
                  <a:lnTo>
                    <a:pt x="51398" y="80793"/>
                  </a:lnTo>
                  <a:lnTo>
                    <a:pt x="51625" y="79469"/>
                  </a:lnTo>
                  <a:lnTo>
                    <a:pt x="51577" y="79051"/>
                  </a:lnTo>
                  <a:lnTo>
                    <a:pt x="51446" y="78813"/>
                  </a:lnTo>
                  <a:lnTo>
                    <a:pt x="51171" y="78657"/>
                  </a:lnTo>
                  <a:lnTo>
                    <a:pt x="50158" y="78467"/>
                  </a:lnTo>
                  <a:lnTo>
                    <a:pt x="43001" y="79278"/>
                  </a:lnTo>
                  <a:lnTo>
                    <a:pt x="42607" y="79361"/>
                  </a:lnTo>
                  <a:lnTo>
                    <a:pt x="42440" y="79552"/>
                  </a:lnTo>
                  <a:lnTo>
                    <a:pt x="42655" y="81794"/>
                  </a:lnTo>
                  <a:lnTo>
                    <a:pt x="42870" y="84741"/>
                  </a:lnTo>
                  <a:lnTo>
                    <a:pt x="42810" y="86422"/>
                  </a:lnTo>
                  <a:lnTo>
                    <a:pt x="42774" y="87150"/>
                  </a:lnTo>
                  <a:lnTo>
                    <a:pt x="39251" y="86068"/>
                  </a:lnTo>
                  <a:lnTo>
                    <a:pt x="36599" y="84299"/>
                  </a:lnTo>
                  <a:lnTo>
                    <a:pt x="35798" y="85647"/>
                  </a:lnTo>
                  <a:lnTo>
                    <a:pt x="35548" y="85950"/>
                  </a:lnTo>
                  <a:lnTo>
                    <a:pt x="34877" y="86766"/>
                  </a:lnTo>
                  <a:lnTo>
                    <a:pt x="34561" y="87002"/>
                  </a:lnTo>
                  <a:lnTo>
                    <a:pt x="34161" y="87302"/>
                  </a:lnTo>
                  <a:lnTo>
                    <a:pt x="33052" y="86086"/>
                  </a:lnTo>
                  <a:lnTo>
                    <a:pt x="32744" y="85719"/>
                  </a:lnTo>
                  <a:lnTo>
                    <a:pt x="31987" y="84815"/>
                  </a:lnTo>
                  <a:lnTo>
                    <a:pt x="31301" y="84190"/>
                  </a:lnTo>
                  <a:lnTo>
                    <a:pt x="31063" y="83973"/>
                  </a:lnTo>
                  <a:lnTo>
                    <a:pt x="30985" y="84109"/>
                  </a:lnTo>
                  <a:lnTo>
                    <a:pt x="30654" y="84493"/>
                  </a:lnTo>
                  <a:lnTo>
                    <a:pt x="29813" y="85164"/>
                  </a:lnTo>
                  <a:lnTo>
                    <a:pt x="28239" y="86193"/>
                  </a:lnTo>
                  <a:lnTo>
                    <a:pt x="28293" y="87116"/>
                  </a:lnTo>
                  <a:lnTo>
                    <a:pt x="28495" y="90544"/>
                  </a:lnTo>
                  <a:lnTo>
                    <a:pt x="28975" y="90976"/>
                  </a:lnTo>
                  <a:lnTo>
                    <a:pt x="29241" y="91215"/>
                  </a:lnTo>
                  <a:lnTo>
                    <a:pt x="29350" y="92191"/>
                  </a:lnTo>
                  <a:lnTo>
                    <a:pt x="29582" y="94264"/>
                  </a:lnTo>
                  <a:lnTo>
                    <a:pt x="29501" y="95364"/>
                  </a:lnTo>
                  <a:lnTo>
                    <a:pt x="29479" y="95658"/>
                  </a:lnTo>
                  <a:lnTo>
                    <a:pt x="28600" y="95867"/>
                  </a:lnTo>
                  <a:lnTo>
                    <a:pt x="27936" y="95805"/>
                  </a:lnTo>
                  <a:lnTo>
                    <a:pt x="25871" y="95613"/>
                  </a:lnTo>
                  <a:lnTo>
                    <a:pt x="25170" y="98028"/>
                  </a:lnTo>
                  <a:lnTo>
                    <a:pt x="24156" y="97984"/>
                  </a:lnTo>
                  <a:lnTo>
                    <a:pt x="20220" y="97536"/>
                  </a:lnTo>
                  <a:lnTo>
                    <a:pt x="15792" y="95911"/>
                  </a:lnTo>
                  <a:lnTo>
                    <a:pt x="10950" y="92924"/>
                  </a:lnTo>
                  <a:lnTo>
                    <a:pt x="8603" y="88952"/>
                  </a:lnTo>
                  <a:lnTo>
                    <a:pt x="8432" y="87321"/>
                  </a:lnTo>
                  <a:lnTo>
                    <a:pt x="4522" y="87292"/>
                  </a:lnTo>
                  <a:lnTo>
                    <a:pt x="338" y="83865"/>
                  </a:lnTo>
                  <a:lnTo>
                    <a:pt x="0" y="78261"/>
                  </a:lnTo>
                  <a:lnTo>
                    <a:pt x="3436" y="75735"/>
                  </a:lnTo>
                  <a:lnTo>
                    <a:pt x="4533" y="71529"/>
                  </a:lnTo>
                  <a:lnTo>
                    <a:pt x="9443" y="67660"/>
                  </a:lnTo>
                  <a:lnTo>
                    <a:pt x="13033" y="66845"/>
                  </a:lnTo>
                  <a:lnTo>
                    <a:pt x="16978" y="68224"/>
                  </a:lnTo>
                  <a:lnTo>
                    <a:pt x="19675" y="72646"/>
                  </a:lnTo>
                  <a:lnTo>
                    <a:pt x="24409" y="72486"/>
                  </a:lnTo>
                  <a:lnTo>
                    <a:pt x="28744" y="69417"/>
                  </a:lnTo>
                  <a:lnTo>
                    <a:pt x="34650" y="70045"/>
                  </a:lnTo>
                  <a:lnTo>
                    <a:pt x="29748" y="66616"/>
                  </a:lnTo>
                  <a:lnTo>
                    <a:pt x="27194" y="64830"/>
                  </a:lnTo>
                  <a:lnTo>
                    <a:pt x="25834" y="58802"/>
                  </a:lnTo>
                  <a:lnTo>
                    <a:pt x="20982" y="57070"/>
                  </a:lnTo>
                  <a:lnTo>
                    <a:pt x="12517" y="57543"/>
                  </a:lnTo>
                  <a:lnTo>
                    <a:pt x="9255" y="54581"/>
                  </a:lnTo>
                  <a:lnTo>
                    <a:pt x="9195" y="49278"/>
                  </a:lnTo>
                  <a:lnTo>
                    <a:pt x="19639" y="39670"/>
                  </a:lnTo>
                  <a:lnTo>
                    <a:pt x="22645" y="30981"/>
                  </a:lnTo>
                  <a:lnTo>
                    <a:pt x="24870" y="24546"/>
                  </a:lnTo>
                  <a:lnTo>
                    <a:pt x="21262" y="25924"/>
                  </a:lnTo>
                  <a:lnTo>
                    <a:pt x="20843" y="24789"/>
                  </a:lnTo>
                  <a:lnTo>
                    <a:pt x="18830" y="19859"/>
                  </a:lnTo>
                  <a:lnTo>
                    <a:pt x="17711" y="17119"/>
                  </a:lnTo>
                  <a:lnTo>
                    <a:pt x="16660" y="14116"/>
                  </a:lnTo>
                  <a:lnTo>
                    <a:pt x="16927" y="14008"/>
                  </a:lnTo>
                  <a:lnTo>
                    <a:pt x="18762" y="13266"/>
                  </a:lnTo>
                  <a:lnTo>
                    <a:pt x="19044" y="13152"/>
                  </a:lnTo>
                  <a:lnTo>
                    <a:pt x="19501" y="12967"/>
                  </a:lnTo>
                  <a:lnTo>
                    <a:pt x="26759" y="10033"/>
                  </a:lnTo>
                  <a:lnTo>
                    <a:pt x="31220" y="8230"/>
                  </a:lnTo>
                  <a:lnTo>
                    <a:pt x="31604" y="8074"/>
                  </a:lnTo>
                  <a:lnTo>
                    <a:pt x="39919" y="4633"/>
                  </a:lnTo>
                  <a:lnTo>
                    <a:pt x="51116" y="0"/>
                  </a:lnTo>
                  <a:lnTo>
                    <a:pt x="54106" y="7612"/>
                  </a:lnTo>
                  <a:lnTo>
                    <a:pt x="54471" y="9702"/>
                  </a:lnTo>
                  <a:lnTo>
                    <a:pt x="54837" y="11793"/>
                  </a:lnTo>
                  <a:lnTo>
                    <a:pt x="54420" y="14306"/>
                  </a:lnTo>
                  <a:lnTo>
                    <a:pt x="54260" y="15271"/>
                  </a:lnTo>
                  <a:lnTo>
                    <a:pt x="55806" y="1816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 name="pg20"/>
            <p:cNvSpPr/>
            <p:nvPr/>
          </p:nvSpPr>
          <p:spPr>
            <a:xfrm>
              <a:off x="4795637" y="3708967"/>
              <a:ext cx="36273" cy="49360"/>
            </a:xfrm>
            <a:custGeom>
              <a:avLst/>
              <a:pathLst>
                <a:path w="36273" h="49360">
                  <a:moveTo>
                    <a:pt x="35236" y="8113"/>
                  </a:moveTo>
                  <a:lnTo>
                    <a:pt x="36094" y="11608"/>
                  </a:lnTo>
                  <a:lnTo>
                    <a:pt x="36237" y="12378"/>
                  </a:lnTo>
                  <a:lnTo>
                    <a:pt x="36273" y="12754"/>
                  </a:lnTo>
                  <a:lnTo>
                    <a:pt x="33053" y="15741"/>
                  </a:lnTo>
                  <a:lnTo>
                    <a:pt x="32851" y="17520"/>
                  </a:lnTo>
                  <a:lnTo>
                    <a:pt x="30888" y="19320"/>
                  </a:lnTo>
                  <a:lnTo>
                    <a:pt x="29993" y="20107"/>
                  </a:lnTo>
                  <a:lnTo>
                    <a:pt x="28322" y="21203"/>
                  </a:lnTo>
                  <a:lnTo>
                    <a:pt x="27622" y="21860"/>
                  </a:lnTo>
                  <a:lnTo>
                    <a:pt x="26665" y="24115"/>
                  </a:lnTo>
                  <a:lnTo>
                    <a:pt x="26379" y="25636"/>
                  </a:lnTo>
                  <a:lnTo>
                    <a:pt x="26385" y="26327"/>
                  </a:lnTo>
                  <a:lnTo>
                    <a:pt x="26683" y="27210"/>
                  </a:lnTo>
                  <a:lnTo>
                    <a:pt x="27566" y="28725"/>
                  </a:lnTo>
                  <a:lnTo>
                    <a:pt x="29033" y="29894"/>
                  </a:lnTo>
                  <a:lnTo>
                    <a:pt x="29152" y="30192"/>
                  </a:lnTo>
                  <a:lnTo>
                    <a:pt x="28176" y="35990"/>
                  </a:lnTo>
                  <a:lnTo>
                    <a:pt x="28033" y="37827"/>
                  </a:lnTo>
                  <a:lnTo>
                    <a:pt x="27460" y="43770"/>
                  </a:lnTo>
                  <a:lnTo>
                    <a:pt x="26922" y="49360"/>
                  </a:lnTo>
                  <a:lnTo>
                    <a:pt x="23737" y="49145"/>
                  </a:lnTo>
                  <a:lnTo>
                    <a:pt x="20538" y="48930"/>
                  </a:lnTo>
                  <a:lnTo>
                    <a:pt x="20265" y="48778"/>
                  </a:lnTo>
                  <a:lnTo>
                    <a:pt x="20070" y="48593"/>
                  </a:lnTo>
                  <a:lnTo>
                    <a:pt x="19520" y="48112"/>
                  </a:lnTo>
                  <a:lnTo>
                    <a:pt x="19183" y="47938"/>
                  </a:lnTo>
                  <a:lnTo>
                    <a:pt x="19001" y="47737"/>
                  </a:lnTo>
                  <a:lnTo>
                    <a:pt x="18654" y="47604"/>
                  </a:lnTo>
                  <a:lnTo>
                    <a:pt x="17958" y="47340"/>
                  </a:lnTo>
                  <a:lnTo>
                    <a:pt x="17668" y="47230"/>
                  </a:lnTo>
                  <a:lnTo>
                    <a:pt x="17494" y="47163"/>
                  </a:lnTo>
                  <a:lnTo>
                    <a:pt x="17145" y="47031"/>
                  </a:lnTo>
                  <a:lnTo>
                    <a:pt x="16737" y="46876"/>
                  </a:lnTo>
                  <a:lnTo>
                    <a:pt x="16388" y="46743"/>
                  </a:lnTo>
                  <a:lnTo>
                    <a:pt x="16096" y="46632"/>
                  </a:lnTo>
                  <a:lnTo>
                    <a:pt x="15947" y="46509"/>
                  </a:lnTo>
                  <a:lnTo>
                    <a:pt x="15680" y="46341"/>
                  </a:lnTo>
                  <a:lnTo>
                    <a:pt x="15238" y="46107"/>
                  </a:lnTo>
                  <a:lnTo>
                    <a:pt x="15045" y="45911"/>
                  </a:lnTo>
                  <a:lnTo>
                    <a:pt x="14752" y="45759"/>
                  </a:lnTo>
                  <a:lnTo>
                    <a:pt x="14394" y="45589"/>
                  </a:lnTo>
                  <a:lnTo>
                    <a:pt x="14164" y="45455"/>
                  </a:lnTo>
                  <a:lnTo>
                    <a:pt x="13896" y="45243"/>
                  </a:lnTo>
                  <a:lnTo>
                    <a:pt x="13537" y="44928"/>
                  </a:lnTo>
                  <a:lnTo>
                    <a:pt x="13353" y="44582"/>
                  </a:lnTo>
                  <a:lnTo>
                    <a:pt x="13167" y="44371"/>
                  </a:lnTo>
                  <a:lnTo>
                    <a:pt x="13017" y="44112"/>
                  </a:lnTo>
                  <a:lnTo>
                    <a:pt x="12925" y="43728"/>
                  </a:lnTo>
                  <a:lnTo>
                    <a:pt x="12742" y="43523"/>
                  </a:lnTo>
                  <a:lnTo>
                    <a:pt x="12375" y="43208"/>
                  </a:lnTo>
                  <a:lnTo>
                    <a:pt x="12045" y="42970"/>
                  </a:lnTo>
                  <a:lnTo>
                    <a:pt x="11816" y="42830"/>
                  </a:lnTo>
                  <a:lnTo>
                    <a:pt x="11586" y="42689"/>
                  </a:lnTo>
                  <a:lnTo>
                    <a:pt x="11190" y="42429"/>
                  </a:lnTo>
                  <a:lnTo>
                    <a:pt x="10895" y="42266"/>
                  </a:lnTo>
                  <a:lnTo>
                    <a:pt x="10663" y="42125"/>
                  </a:lnTo>
                  <a:lnTo>
                    <a:pt x="10367" y="41961"/>
                  </a:lnTo>
                  <a:lnTo>
                    <a:pt x="9917" y="41812"/>
                  </a:lnTo>
                  <a:lnTo>
                    <a:pt x="9748" y="41691"/>
                  </a:lnTo>
                  <a:lnTo>
                    <a:pt x="9296" y="41540"/>
                  </a:lnTo>
                  <a:lnTo>
                    <a:pt x="8907" y="41411"/>
                  </a:lnTo>
                  <a:lnTo>
                    <a:pt x="8590" y="41300"/>
                  </a:lnTo>
                  <a:lnTo>
                    <a:pt x="8226" y="41162"/>
                  </a:lnTo>
                  <a:lnTo>
                    <a:pt x="7922" y="41046"/>
                  </a:lnTo>
                  <a:lnTo>
                    <a:pt x="7461" y="40804"/>
                  </a:lnTo>
                  <a:lnTo>
                    <a:pt x="7244" y="40653"/>
                  </a:lnTo>
                  <a:lnTo>
                    <a:pt x="6878" y="40514"/>
                  </a:lnTo>
                  <a:lnTo>
                    <a:pt x="6307" y="40311"/>
                  </a:lnTo>
                  <a:lnTo>
                    <a:pt x="6001" y="40144"/>
                  </a:lnTo>
                  <a:lnTo>
                    <a:pt x="5753" y="39859"/>
                  </a:lnTo>
                  <a:lnTo>
                    <a:pt x="5542" y="39654"/>
                  </a:lnTo>
                  <a:lnTo>
                    <a:pt x="5331" y="39448"/>
                  </a:lnTo>
                  <a:lnTo>
                    <a:pt x="5073" y="39022"/>
                  </a:lnTo>
                  <a:lnTo>
                    <a:pt x="4921" y="38699"/>
                  </a:lnTo>
                  <a:lnTo>
                    <a:pt x="4933" y="38361"/>
                  </a:lnTo>
                  <a:lnTo>
                    <a:pt x="4849" y="38059"/>
                  </a:lnTo>
                  <a:lnTo>
                    <a:pt x="4794" y="37699"/>
                  </a:lnTo>
                  <a:lnTo>
                    <a:pt x="4739" y="37339"/>
                  </a:lnTo>
                  <a:lnTo>
                    <a:pt x="4662" y="37177"/>
                  </a:lnTo>
                  <a:lnTo>
                    <a:pt x="4705" y="36781"/>
                  </a:lnTo>
                  <a:lnTo>
                    <a:pt x="4680" y="36363"/>
                  </a:lnTo>
                  <a:lnTo>
                    <a:pt x="4616" y="35863"/>
                  </a:lnTo>
                  <a:lnTo>
                    <a:pt x="4650" y="35329"/>
                  </a:lnTo>
                  <a:lnTo>
                    <a:pt x="4798" y="35039"/>
                  </a:lnTo>
                  <a:lnTo>
                    <a:pt x="4732" y="34680"/>
                  </a:lnTo>
                  <a:lnTo>
                    <a:pt x="4823" y="34311"/>
                  </a:lnTo>
                  <a:lnTo>
                    <a:pt x="4886" y="33999"/>
                  </a:lnTo>
                  <a:lnTo>
                    <a:pt x="4950" y="33687"/>
                  </a:lnTo>
                  <a:lnTo>
                    <a:pt x="4988" y="33433"/>
                  </a:lnTo>
                  <a:lnTo>
                    <a:pt x="5158" y="32891"/>
                  </a:lnTo>
                  <a:lnTo>
                    <a:pt x="5275" y="32464"/>
                  </a:lnTo>
                  <a:lnTo>
                    <a:pt x="5434" y="32119"/>
                  </a:lnTo>
                  <a:lnTo>
                    <a:pt x="5593" y="31774"/>
                  </a:lnTo>
                  <a:lnTo>
                    <a:pt x="5673" y="31602"/>
                  </a:lnTo>
                  <a:lnTo>
                    <a:pt x="5858" y="31200"/>
                  </a:lnTo>
                  <a:lnTo>
                    <a:pt x="5880" y="30807"/>
                  </a:lnTo>
                  <a:lnTo>
                    <a:pt x="5754" y="30561"/>
                  </a:lnTo>
                  <a:lnTo>
                    <a:pt x="5532" y="30347"/>
                  </a:lnTo>
                  <a:lnTo>
                    <a:pt x="5432" y="30042"/>
                  </a:lnTo>
                  <a:lnTo>
                    <a:pt x="5316" y="29597"/>
                  </a:lnTo>
                  <a:lnTo>
                    <a:pt x="5338" y="29202"/>
                  </a:lnTo>
                  <a:lnTo>
                    <a:pt x="5428" y="28832"/>
                  </a:lnTo>
                  <a:lnTo>
                    <a:pt x="5535" y="28602"/>
                  </a:lnTo>
                  <a:lnTo>
                    <a:pt x="5667" y="28315"/>
                  </a:lnTo>
                  <a:lnTo>
                    <a:pt x="5785" y="27888"/>
                  </a:lnTo>
                  <a:lnTo>
                    <a:pt x="5944" y="27545"/>
                  </a:lnTo>
                  <a:lnTo>
                    <a:pt x="6008" y="27233"/>
                  </a:lnTo>
                  <a:lnTo>
                    <a:pt x="5924" y="27066"/>
                  </a:lnTo>
                  <a:lnTo>
                    <a:pt x="5725" y="26652"/>
                  </a:lnTo>
                  <a:lnTo>
                    <a:pt x="5341" y="26300"/>
                  </a:lnTo>
                  <a:lnTo>
                    <a:pt x="5326" y="26159"/>
                  </a:lnTo>
                  <a:lnTo>
                    <a:pt x="5066" y="25856"/>
                  </a:lnTo>
                  <a:lnTo>
                    <a:pt x="4983" y="25689"/>
                  </a:lnTo>
                  <a:lnTo>
                    <a:pt x="4614" y="25274"/>
                  </a:lnTo>
                  <a:lnTo>
                    <a:pt x="4353" y="24969"/>
                  </a:lnTo>
                  <a:lnTo>
                    <a:pt x="4065" y="24721"/>
                  </a:lnTo>
                  <a:lnTo>
                    <a:pt x="3845" y="24498"/>
                  </a:lnTo>
                  <a:lnTo>
                    <a:pt x="3651" y="24218"/>
                  </a:lnTo>
                  <a:lnTo>
                    <a:pt x="3319" y="23883"/>
                  </a:lnTo>
                  <a:lnTo>
                    <a:pt x="3002" y="23690"/>
                  </a:lnTo>
                  <a:lnTo>
                    <a:pt x="2795" y="23609"/>
                  </a:lnTo>
                  <a:lnTo>
                    <a:pt x="2529" y="23299"/>
                  </a:lnTo>
                  <a:lnTo>
                    <a:pt x="2306" y="23074"/>
                  </a:lnTo>
                  <a:lnTo>
                    <a:pt x="1986" y="22879"/>
                  </a:lnTo>
                  <a:lnTo>
                    <a:pt x="1745" y="22509"/>
                  </a:lnTo>
                  <a:lnTo>
                    <a:pt x="1433" y="22243"/>
                  </a:lnTo>
                  <a:lnTo>
                    <a:pt x="1215" y="22086"/>
                  </a:lnTo>
                  <a:lnTo>
                    <a:pt x="1027" y="21871"/>
                  </a:lnTo>
                  <a:lnTo>
                    <a:pt x="777" y="21631"/>
                  </a:lnTo>
                  <a:lnTo>
                    <a:pt x="560" y="21474"/>
                  </a:lnTo>
                  <a:lnTo>
                    <a:pt x="0" y="19078"/>
                  </a:lnTo>
                  <a:lnTo>
                    <a:pt x="3859" y="19517"/>
                  </a:lnTo>
                  <a:lnTo>
                    <a:pt x="4873" y="19561"/>
                  </a:lnTo>
                  <a:lnTo>
                    <a:pt x="5574" y="17146"/>
                  </a:lnTo>
                  <a:lnTo>
                    <a:pt x="7639" y="17338"/>
                  </a:lnTo>
                  <a:lnTo>
                    <a:pt x="8302" y="17399"/>
                  </a:lnTo>
                  <a:lnTo>
                    <a:pt x="9182" y="17191"/>
                  </a:lnTo>
                  <a:lnTo>
                    <a:pt x="9204" y="16896"/>
                  </a:lnTo>
                  <a:lnTo>
                    <a:pt x="9285" y="15797"/>
                  </a:lnTo>
                  <a:lnTo>
                    <a:pt x="9053" y="13724"/>
                  </a:lnTo>
                  <a:lnTo>
                    <a:pt x="8943" y="12748"/>
                  </a:lnTo>
                  <a:lnTo>
                    <a:pt x="8678" y="12509"/>
                  </a:lnTo>
                  <a:lnTo>
                    <a:pt x="8198" y="12077"/>
                  </a:lnTo>
                  <a:lnTo>
                    <a:pt x="7996" y="8649"/>
                  </a:lnTo>
                  <a:lnTo>
                    <a:pt x="7942" y="7726"/>
                  </a:lnTo>
                  <a:lnTo>
                    <a:pt x="9516" y="6697"/>
                  </a:lnTo>
                  <a:lnTo>
                    <a:pt x="10357" y="6026"/>
                  </a:lnTo>
                  <a:lnTo>
                    <a:pt x="10688" y="5642"/>
                  </a:lnTo>
                  <a:lnTo>
                    <a:pt x="10766" y="5506"/>
                  </a:lnTo>
                  <a:lnTo>
                    <a:pt x="11004" y="5723"/>
                  </a:lnTo>
                  <a:lnTo>
                    <a:pt x="11690" y="6348"/>
                  </a:lnTo>
                  <a:lnTo>
                    <a:pt x="12447" y="7252"/>
                  </a:lnTo>
                  <a:lnTo>
                    <a:pt x="12754" y="7619"/>
                  </a:lnTo>
                  <a:lnTo>
                    <a:pt x="13864" y="8835"/>
                  </a:lnTo>
                  <a:lnTo>
                    <a:pt x="14264" y="8535"/>
                  </a:lnTo>
                  <a:lnTo>
                    <a:pt x="14579" y="8299"/>
                  </a:lnTo>
                  <a:lnTo>
                    <a:pt x="15251" y="7483"/>
                  </a:lnTo>
                  <a:lnTo>
                    <a:pt x="15501" y="7180"/>
                  </a:lnTo>
                  <a:lnTo>
                    <a:pt x="16302" y="5832"/>
                  </a:lnTo>
                  <a:lnTo>
                    <a:pt x="18954" y="7601"/>
                  </a:lnTo>
                  <a:lnTo>
                    <a:pt x="22477" y="8683"/>
                  </a:lnTo>
                  <a:lnTo>
                    <a:pt x="22513" y="7955"/>
                  </a:lnTo>
                  <a:lnTo>
                    <a:pt x="22572" y="6274"/>
                  </a:lnTo>
                  <a:lnTo>
                    <a:pt x="22358" y="3327"/>
                  </a:lnTo>
                  <a:lnTo>
                    <a:pt x="22143" y="1085"/>
                  </a:lnTo>
                  <a:lnTo>
                    <a:pt x="22310" y="894"/>
                  </a:lnTo>
                  <a:lnTo>
                    <a:pt x="22704" y="811"/>
                  </a:lnTo>
                  <a:lnTo>
                    <a:pt x="29860" y="0"/>
                  </a:lnTo>
                  <a:lnTo>
                    <a:pt x="30874" y="190"/>
                  </a:lnTo>
                  <a:lnTo>
                    <a:pt x="31149" y="345"/>
                  </a:lnTo>
                  <a:lnTo>
                    <a:pt x="31280" y="584"/>
                  </a:lnTo>
                  <a:lnTo>
                    <a:pt x="31327" y="1001"/>
                  </a:lnTo>
                  <a:lnTo>
                    <a:pt x="31101" y="2325"/>
                  </a:lnTo>
                  <a:lnTo>
                    <a:pt x="30719" y="2958"/>
                  </a:lnTo>
                  <a:lnTo>
                    <a:pt x="30516" y="3292"/>
                  </a:lnTo>
                  <a:lnTo>
                    <a:pt x="30528" y="3482"/>
                  </a:lnTo>
                  <a:lnTo>
                    <a:pt x="30695" y="367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 name="pg21"/>
            <p:cNvSpPr/>
            <p:nvPr/>
          </p:nvSpPr>
          <p:spPr>
            <a:xfrm>
              <a:off x="4816176" y="3746359"/>
              <a:ext cx="72660" cy="84059"/>
            </a:xfrm>
            <a:custGeom>
              <a:avLst/>
              <a:pathLst>
                <a:path w="72660" h="84059">
                  <a:moveTo>
                    <a:pt x="57608" y="9589"/>
                  </a:moveTo>
                  <a:lnTo>
                    <a:pt x="66756" y="23715"/>
                  </a:lnTo>
                  <a:lnTo>
                    <a:pt x="66994" y="26458"/>
                  </a:lnTo>
                  <a:lnTo>
                    <a:pt x="69022" y="30394"/>
                  </a:lnTo>
                  <a:lnTo>
                    <a:pt x="70871" y="31647"/>
                  </a:lnTo>
                  <a:lnTo>
                    <a:pt x="72183" y="32780"/>
                  </a:lnTo>
                  <a:lnTo>
                    <a:pt x="72660" y="34450"/>
                  </a:lnTo>
                  <a:lnTo>
                    <a:pt x="72243" y="36120"/>
                  </a:lnTo>
                  <a:lnTo>
                    <a:pt x="66181" y="42024"/>
                  </a:lnTo>
                  <a:lnTo>
                    <a:pt x="66255" y="43441"/>
                  </a:lnTo>
                  <a:lnTo>
                    <a:pt x="67597" y="44857"/>
                  </a:lnTo>
                  <a:lnTo>
                    <a:pt x="60813" y="51343"/>
                  </a:lnTo>
                  <a:lnTo>
                    <a:pt x="59778" y="53057"/>
                  </a:lnTo>
                  <a:lnTo>
                    <a:pt x="59957" y="54787"/>
                  </a:lnTo>
                  <a:lnTo>
                    <a:pt x="61150" y="56457"/>
                  </a:lnTo>
                  <a:lnTo>
                    <a:pt x="66151" y="58560"/>
                  </a:lnTo>
                  <a:lnTo>
                    <a:pt x="70243" y="64094"/>
                  </a:lnTo>
                  <a:lnTo>
                    <a:pt x="72458" y="67088"/>
                  </a:lnTo>
                  <a:lnTo>
                    <a:pt x="42942" y="84059"/>
                  </a:lnTo>
                  <a:lnTo>
                    <a:pt x="11542" y="52748"/>
                  </a:lnTo>
                  <a:lnTo>
                    <a:pt x="4386" y="32799"/>
                  </a:lnTo>
                  <a:lnTo>
                    <a:pt x="0" y="11538"/>
                  </a:lnTo>
                  <a:lnTo>
                    <a:pt x="3198" y="11753"/>
                  </a:lnTo>
                  <a:lnTo>
                    <a:pt x="6383" y="11968"/>
                  </a:lnTo>
                  <a:lnTo>
                    <a:pt x="10919" y="12384"/>
                  </a:lnTo>
                  <a:lnTo>
                    <a:pt x="13278" y="12600"/>
                  </a:lnTo>
                  <a:lnTo>
                    <a:pt x="33802" y="9218"/>
                  </a:lnTo>
                  <a:lnTo>
                    <a:pt x="34827" y="8675"/>
                  </a:lnTo>
                  <a:lnTo>
                    <a:pt x="35583" y="8275"/>
                  </a:lnTo>
                  <a:lnTo>
                    <a:pt x="37372" y="7007"/>
                  </a:lnTo>
                  <a:lnTo>
                    <a:pt x="38714" y="5964"/>
                  </a:lnTo>
                  <a:lnTo>
                    <a:pt x="40205" y="4771"/>
                  </a:lnTo>
                  <a:lnTo>
                    <a:pt x="40578" y="3280"/>
                  </a:lnTo>
                  <a:lnTo>
                    <a:pt x="40578" y="2236"/>
                  </a:lnTo>
                  <a:lnTo>
                    <a:pt x="41025" y="745"/>
                  </a:lnTo>
                  <a:lnTo>
                    <a:pt x="41547" y="149"/>
                  </a:lnTo>
                  <a:lnTo>
                    <a:pt x="42293" y="0"/>
                  </a:lnTo>
                  <a:lnTo>
                    <a:pt x="43262" y="74"/>
                  </a:lnTo>
                  <a:lnTo>
                    <a:pt x="45349" y="1565"/>
                  </a:lnTo>
                  <a:lnTo>
                    <a:pt x="46393" y="3429"/>
                  </a:lnTo>
                  <a:lnTo>
                    <a:pt x="47585" y="5069"/>
                  </a:lnTo>
                  <a:lnTo>
                    <a:pt x="48629" y="6485"/>
                  </a:lnTo>
                  <a:lnTo>
                    <a:pt x="51313" y="8275"/>
                  </a:lnTo>
                  <a:lnTo>
                    <a:pt x="52506" y="8424"/>
                  </a:lnTo>
                  <a:lnTo>
                    <a:pt x="54891" y="902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 name="pg22"/>
            <p:cNvSpPr/>
            <p:nvPr/>
          </p:nvSpPr>
          <p:spPr>
            <a:xfrm>
              <a:off x="4777416" y="3579982"/>
              <a:ext cx="92020" cy="81646"/>
            </a:xfrm>
            <a:custGeom>
              <a:avLst/>
              <a:pathLst>
                <a:path w="92020" h="81646">
                  <a:moveTo>
                    <a:pt x="77943" y="40212"/>
                  </a:moveTo>
                  <a:lnTo>
                    <a:pt x="77451" y="41089"/>
                  </a:lnTo>
                  <a:lnTo>
                    <a:pt x="76804" y="40874"/>
                  </a:lnTo>
                  <a:lnTo>
                    <a:pt x="76232" y="44843"/>
                  </a:lnTo>
                  <a:lnTo>
                    <a:pt x="76377" y="47312"/>
                  </a:lnTo>
                  <a:lnTo>
                    <a:pt x="76356" y="47777"/>
                  </a:lnTo>
                  <a:lnTo>
                    <a:pt x="76316" y="48667"/>
                  </a:lnTo>
                  <a:lnTo>
                    <a:pt x="76301" y="48994"/>
                  </a:lnTo>
                  <a:lnTo>
                    <a:pt x="75214" y="52727"/>
                  </a:lnTo>
                  <a:lnTo>
                    <a:pt x="75186" y="52925"/>
                  </a:lnTo>
                  <a:lnTo>
                    <a:pt x="75283" y="53327"/>
                  </a:lnTo>
                  <a:lnTo>
                    <a:pt x="75319" y="53566"/>
                  </a:lnTo>
                  <a:lnTo>
                    <a:pt x="75532" y="54361"/>
                  </a:lnTo>
                  <a:lnTo>
                    <a:pt x="75579" y="54636"/>
                  </a:lnTo>
                  <a:lnTo>
                    <a:pt x="75672" y="55185"/>
                  </a:lnTo>
                  <a:lnTo>
                    <a:pt x="75674" y="55922"/>
                  </a:lnTo>
                  <a:lnTo>
                    <a:pt x="75628" y="56444"/>
                  </a:lnTo>
                  <a:lnTo>
                    <a:pt x="75382" y="59249"/>
                  </a:lnTo>
                  <a:lnTo>
                    <a:pt x="75318" y="59983"/>
                  </a:lnTo>
                  <a:lnTo>
                    <a:pt x="75213" y="61049"/>
                  </a:lnTo>
                  <a:lnTo>
                    <a:pt x="75139" y="62287"/>
                  </a:lnTo>
                  <a:lnTo>
                    <a:pt x="75280" y="63524"/>
                  </a:lnTo>
                  <a:lnTo>
                    <a:pt x="75564" y="65142"/>
                  </a:lnTo>
                  <a:lnTo>
                    <a:pt x="75802" y="66201"/>
                  </a:lnTo>
                  <a:lnTo>
                    <a:pt x="76801" y="70927"/>
                  </a:lnTo>
                  <a:lnTo>
                    <a:pt x="76913" y="71859"/>
                  </a:lnTo>
                  <a:lnTo>
                    <a:pt x="77036" y="72753"/>
                  </a:lnTo>
                  <a:lnTo>
                    <a:pt x="77159" y="73648"/>
                  </a:lnTo>
                  <a:lnTo>
                    <a:pt x="77327" y="75631"/>
                  </a:lnTo>
                  <a:lnTo>
                    <a:pt x="77570" y="77655"/>
                  </a:lnTo>
                  <a:lnTo>
                    <a:pt x="78050" y="81646"/>
                  </a:lnTo>
                  <a:lnTo>
                    <a:pt x="74737" y="80979"/>
                  </a:lnTo>
                  <a:lnTo>
                    <a:pt x="69026" y="79140"/>
                  </a:lnTo>
                  <a:lnTo>
                    <a:pt x="66279" y="77963"/>
                  </a:lnTo>
                  <a:lnTo>
                    <a:pt x="61500" y="75251"/>
                  </a:lnTo>
                  <a:lnTo>
                    <a:pt x="59578" y="75362"/>
                  </a:lnTo>
                  <a:lnTo>
                    <a:pt x="58046" y="75620"/>
                  </a:lnTo>
                  <a:lnTo>
                    <a:pt x="57257" y="75807"/>
                  </a:lnTo>
                  <a:lnTo>
                    <a:pt x="56384" y="76093"/>
                  </a:lnTo>
                  <a:lnTo>
                    <a:pt x="55130" y="77242"/>
                  </a:lnTo>
                  <a:lnTo>
                    <a:pt x="53931" y="69912"/>
                  </a:lnTo>
                  <a:lnTo>
                    <a:pt x="53730" y="68684"/>
                  </a:lnTo>
                  <a:lnTo>
                    <a:pt x="52184" y="65788"/>
                  </a:lnTo>
                  <a:lnTo>
                    <a:pt x="52344" y="64824"/>
                  </a:lnTo>
                  <a:lnTo>
                    <a:pt x="52761" y="62310"/>
                  </a:lnTo>
                  <a:lnTo>
                    <a:pt x="52395" y="60220"/>
                  </a:lnTo>
                  <a:lnTo>
                    <a:pt x="52030" y="58129"/>
                  </a:lnTo>
                  <a:lnTo>
                    <a:pt x="49040" y="50517"/>
                  </a:lnTo>
                  <a:lnTo>
                    <a:pt x="37843" y="55151"/>
                  </a:lnTo>
                  <a:lnTo>
                    <a:pt x="29528" y="58592"/>
                  </a:lnTo>
                  <a:lnTo>
                    <a:pt x="29144" y="58747"/>
                  </a:lnTo>
                  <a:lnTo>
                    <a:pt x="24683" y="60550"/>
                  </a:lnTo>
                  <a:lnTo>
                    <a:pt x="17425" y="63484"/>
                  </a:lnTo>
                  <a:lnTo>
                    <a:pt x="16968" y="63669"/>
                  </a:lnTo>
                  <a:lnTo>
                    <a:pt x="16686" y="63783"/>
                  </a:lnTo>
                  <a:lnTo>
                    <a:pt x="14851" y="64525"/>
                  </a:lnTo>
                  <a:lnTo>
                    <a:pt x="14433" y="64694"/>
                  </a:lnTo>
                  <a:lnTo>
                    <a:pt x="15635" y="67636"/>
                  </a:lnTo>
                  <a:lnTo>
                    <a:pt x="15292" y="67738"/>
                  </a:lnTo>
                  <a:lnTo>
                    <a:pt x="10857" y="69056"/>
                  </a:lnTo>
                  <a:lnTo>
                    <a:pt x="6037" y="70558"/>
                  </a:lnTo>
                  <a:lnTo>
                    <a:pt x="2258" y="54703"/>
                  </a:lnTo>
                  <a:lnTo>
                    <a:pt x="0" y="45224"/>
                  </a:lnTo>
                  <a:lnTo>
                    <a:pt x="1397" y="41646"/>
                  </a:lnTo>
                  <a:lnTo>
                    <a:pt x="5112" y="39989"/>
                  </a:lnTo>
                  <a:lnTo>
                    <a:pt x="4898" y="36485"/>
                  </a:lnTo>
                  <a:lnTo>
                    <a:pt x="1385" y="24535"/>
                  </a:lnTo>
                  <a:lnTo>
                    <a:pt x="1069" y="23883"/>
                  </a:lnTo>
                  <a:lnTo>
                    <a:pt x="12554" y="20796"/>
                  </a:lnTo>
                  <a:lnTo>
                    <a:pt x="34713" y="14841"/>
                  </a:lnTo>
                  <a:lnTo>
                    <a:pt x="34400" y="12838"/>
                  </a:lnTo>
                  <a:lnTo>
                    <a:pt x="36024" y="12457"/>
                  </a:lnTo>
                  <a:lnTo>
                    <a:pt x="37067" y="12213"/>
                  </a:lnTo>
                  <a:lnTo>
                    <a:pt x="40455" y="11419"/>
                  </a:lnTo>
                  <a:lnTo>
                    <a:pt x="58585" y="7168"/>
                  </a:lnTo>
                  <a:lnTo>
                    <a:pt x="63819" y="5940"/>
                  </a:lnTo>
                  <a:lnTo>
                    <a:pt x="64160" y="5860"/>
                  </a:lnTo>
                  <a:lnTo>
                    <a:pt x="79755" y="2080"/>
                  </a:lnTo>
                  <a:lnTo>
                    <a:pt x="85809" y="612"/>
                  </a:lnTo>
                  <a:lnTo>
                    <a:pt x="87048" y="283"/>
                  </a:lnTo>
                  <a:lnTo>
                    <a:pt x="87294" y="217"/>
                  </a:lnTo>
                  <a:lnTo>
                    <a:pt x="87844" y="71"/>
                  </a:lnTo>
                  <a:lnTo>
                    <a:pt x="88112" y="0"/>
                  </a:lnTo>
                  <a:lnTo>
                    <a:pt x="89946" y="2081"/>
                  </a:lnTo>
                  <a:lnTo>
                    <a:pt x="90009" y="2270"/>
                  </a:lnTo>
                  <a:lnTo>
                    <a:pt x="90090" y="2508"/>
                  </a:lnTo>
                  <a:lnTo>
                    <a:pt x="90872" y="4825"/>
                  </a:lnTo>
                  <a:lnTo>
                    <a:pt x="91471" y="6597"/>
                  </a:lnTo>
                  <a:lnTo>
                    <a:pt x="91628" y="7061"/>
                  </a:lnTo>
                  <a:lnTo>
                    <a:pt x="91785" y="7525"/>
                  </a:lnTo>
                  <a:lnTo>
                    <a:pt x="91953" y="7947"/>
                  </a:lnTo>
                  <a:lnTo>
                    <a:pt x="92020" y="8116"/>
                  </a:lnTo>
                  <a:lnTo>
                    <a:pt x="87965" y="9894"/>
                  </a:lnTo>
                  <a:lnTo>
                    <a:pt x="83496" y="11854"/>
                  </a:lnTo>
                  <a:lnTo>
                    <a:pt x="82021" y="12474"/>
                  </a:lnTo>
                  <a:lnTo>
                    <a:pt x="85493" y="21202"/>
                  </a:lnTo>
                  <a:lnTo>
                    <a:pt x="85359" y="23269"/>
                  </a:lnTo>
                  <a:lnTo>
                    <a:pt x="84787" y="27160"/>
                  </a:lnTo>
                  <a:lnTo>
                    <a:pt x="84581" y="27974"/>
                  </a:lnTo>
                  <a:lnTo>
                    <a:pt x="84384" y="28323"/>
                  </a:lnTo>
                  <a:lnTo>
                    <a:pt x="84053" y="28788"/>
                  </a:lnTo>
                  <a:lnTo>
                    <a:pt x="83641" y="29236"/>
                  </a:lnTo>
                  <a:lnTo>
                    <a:pt x="80278" y="3591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 name="pg23"/>
            <p:cNvSpPr/>
            <p:nvPr/>
          </p:nvSpPr>
          <p:spPr>
            <a:xfrm>
              <a:off x="4852555" y="3541822"/>
              <a:ext cx="89236" cy="120020"/>
            </a:xfrm>
            <a:custGeom>
              <a:avLst/>
              <a:pathLst>
                <a:path w="89236" h="120020">
                  <a:moveTo>
                    <a:pt x="63151" y="21699"/>
                  </a:moveTo>
                  <a:lnTo>
                    <a:pt x="67388" y="22066"/>
                  </a:lnTo>
                  <a:lnTo>
                    <a:pt x="70516" y="21877"/>
                  </a:lnTo>
                  <a:lnTo>
                    <a:pt x="73560" y="21392"/>
                  </a:lnTo>
                  <a:lnTo>
                    <a:pt x="82358" y="19133"/>
                  </a:lnTo>
                  <a:lnTo>
                    <a:pt x="82598" y="19725"/>
                  </a:lnTo>
                  <a:lnTo>
                    <a:pt x="82971" y="20649"/>
                  </a:lnTo>
                  <a:lnTo>
                    <a:pt x="83586" y="22274"/>
                  </a:lnTo>
                  <a:lnTo>
                    <a:pt x="84712" y="25247"/>
                  </a:lnTo>
                  <a:lnTo>
                    <a:pt x="85325" y="26866"/>
                  </a:lnTo>
                  <a:lnTo>
                    <a:pt x="85458" y="27218"/>
                  </a:lnTo>
                  <a:lnTo>
                    <a:pt x="86853" y="30903"/>
                  </a:lnTo>
                  <a:lnTo>
                    <a:pt x="87304" y="32095"/>
                  </a:lnTo>
                  <a:lnTo>
                    <a:pt x="88186" y="34425"/>
                  </a:lnTo>
                  <a:lnTo>
                    <a:pt x="88668" y="35698"/>
                  </a:lnTo>
                  <a:lnTo>
                    <a:pt x="89061" y="36736"/>
                  </a:lnTo>
                  <a:lnTo>
                    <a:pt x="89236" y="37197"/>
                  </a:lnTo>
                  <a:lnTo>
                    <a:pt x="89007" y="37997"/>
                  </a:lnTo>
                  <a:lnTo>
                    <a:pt x="88872" y="38470"/>
                  </a:lnTo>
                  <a:lnTo>
                    <a:pt x="88720" y="42593"/>
                  </a:lnTo>
                  <a:lnTo>
                    <a:pt x="88790" y="43478"/>
                  </a:lnTo>
                  <a:lnTo>
                    <a:pt x="89129" y="48112"/>
                  </a:lnTo>
                  <a:lnTo>
                    <a:pt x="87839" y="50741"/>
                  </a:lnTo>
                  <a:lnTo>
                    <a:pt x="72859" y="49606"/>
                  </a:lnTo>
                  <a:lnTo>
                    <a:pt x="67352" y="46409"/>
                  </a:lnTo>
                  <a:lnTo>
                    <a:pt x="63978" y="47804"/>
                  </a:lnTo>
                  <a:lnTo>
                    <a:pt x="65815" y="50253"/>
                  </a:lnTo>
                  <a:lnTo>
                    <a:pt x="65885" y="52949"/>
                  </a:lnTo>
                  <a:lnTo>
                    <a:pt x="65060" y="54293"/>
                  </a:lnTo>
                  <a:lnTo>
                    <a:pt x="64685" y="54903"/>
                  </a:lnTo>
                  <a:lnTo>
                    <a:pt x="64234" y="55638"/>
                  </a:lnTo>
                  <a:lnTo>
                    <a:pt x="62583" y="58327"/>
                  </a:lnTo>
                  <a:lnTo>
                    <a:pt x="61813" y="59581"/>
                  </a:lnTo>
                  <a:lnTo>
                    <a:pt x="60374" y="61924"/>
                  </a:lnTo>
                  <a:lnTo>
                    <a:pt x="66408" y="65696"/>
                  </a:lnTo>
                  <a:lnTo>
                    <a:pt x="66862" y="70580"/>
                  </a:lnTo>
                  <a:lnTo>
                    <a:pt x="58659" y="85428"/>
                  </a:lnTo>
                  <a:lnTo>
                    <a:pt x="57317" y="87083"/>
                  </a:lnTo>
                  <a:lnTo>
                    <a:pt x="55237" y="90733"/>
                  </a:lnTo>
                  <a:lnTo>
                    <a:pt x="47424" y="97647"/>
                  </a:lnTo>
                  <a:lnTo>
                    <a:pt x="32317" y="104989"/>
                  </a:lnTo>
                  <a:lnTo>
                    <a:pt x="31240" y="105154"/>
                  </a:lnTo>
                  <a:lnTo>
                    <a:pt x="30122" y="105109"/>
                  </a:lnTo>
                  <a:lnTo>
                    <a:pt x="19371" y="110277"/>
                  </a:lnTo>
                  <a:lnTo>
                    <a:pt x="16349" y="111731"/>
                  </a:lnTo>
                  <a:lnTo>
                    <a:pt x="16198" y="111742"/>
                  </a:lnTo>
                  <a:lnTo>
                    <a:pt x="11960" y="114840"/>
                  </a:lnTo>
                  <a:lnTo>
                    <a:pt x="11104" y="117393"/>
                  </a:lnTo>
                  <a:lnTo>
                    <a:pt x="10831" y="119103"/>
                  </a:lnTo>
                  <a:lnTo>
                    <a:pt x="9664" y="119869"/>
                  </a:lnTo>
                  <a:lnTo>
                    <a:pt x="8755" y="119914"/>
                  </a:lnTo>
                  <a:lnTo>
                    <a:pt x="6582" y="120020"/>
                  </a:lnTo>
                  <a:lnTo>
                    <a:pt x="2911" y="119806"/>
                  </a:lnTo>
                  <a:lnTo>
                    <a:pt x="2431" y="115816"/>
                  </a:lnTo>
                  <a:lnTo>
                    <a:pt x="2187" y="113792"/>
                  </a:lnTo>
                  <a:lnTo>
                    <a:pt x="2020" y="111809"/>
                  </a:lnTo>
                  <a:lnTo>
                    <a:pt x="1897" y="110914"/>
                  </a:lnTo>
                  <a:lnTo>
                    <a:pt x="1774" y="110020"/>
                  </a:lnTo>
                  <a:lnTo>
                    <a:pt x="1662" y="109088"/>
                  </a:lnTo>
                  <a:lnTo>
                    <a:pt x="651" y="104310"/>
                  </a:lnTo>
                  <a:lnTo>
                    <a:pt x="424" y="103303"/>
                  </a:lnTo>
                  <a:lnTo>
                    <a:pt x="141" y="101685"/>
                  </a:lnTo>
                  <a:lnTo>
                    <a:pt x="0" y="100448"/>
                  </a:lnTo>
                  <a:lnTo>
                    <a:pt x="74" y="99210"/>
                  </a:lnTo>
                  <a:lnTo>
                    <a:pt x="178" y="98144"/>
                  </a:lnTo>
                  <a:lnTo>
                    <a:pt x="243" y="97410"/>
                  </a:lnTo>
                  <a:lnTo>
                    <a:pt x="489" y="94604"/>
                  </a:lnTo>
                  <a:lnTo>
                    <a:pt x="535" y="94082"/>
                  </a:lnTo>
                  <a:lnTo>
                    <a:pt x="533" y="93346"/>
                  </a:lnTo>
                  <a:lnTo>
                    <a:pt x="440" y="92797"/>
                  </a:lnTo>
                  <a:lnTo>
                    <a:pt x="393" y="92522"/>
                  </a:lnTo>
                  <a:lnTo>
                    <a:pt x="180" y="91726"/>
                  </a:lnTo>
                  <a:lnTo>
                    <a:pt x="143" y="91487"/>
                  </a:lnTo>
                  <a:lnTo>
                    <a:pt x="46" y="91086"/>
                  </a:lnTo>
                  <a:lnTo>
                    <a:pt x="75" y="90888"/>
                  </a:lnTo>
                  <a:lnTo>
                    <a:pt x="1162" y="87154"/>
                  </a:lnTo>
                  <a:lnTo>
                    <a:pt x="1176" y="86828"/>
                  </a:lnTo>
                  <a:lnTo>
                    <a:pt x="1217" y="85937"/>
                  </a:lnTo>
                  <a:lnTo>
                    <a:pt x="1238" y="85473"/>
                  </a:lnTo>
                  <a:lnTo>
                    <a:pt x="1092" y="83004"/>
                  </a:lnTo>
                  <a:lnTo>
                    <a:pt x="1664" y="79035"/>
                  </a:lnTo>
                  <a:lnTo>
                    <a:pt x="2312" y="79250"/>
                  </a:lnTo>
                  <a:lnTo>
                    <a:pt x="2804" y="78373"/>
                  </a:lnTo>
                  <a:lnTo>
                    <a:pt x="5139" y="74079"/>
                  </a:lnTo>
                  <a:lnTo>
                    <a:pt x="8502" y="67396"/>
                  </a:lnTo>
                  <a:lnTo>
                    <a:pt x="8914" y="66949"/>
                  </a:lnTo>
                  <a:lnTo>
                    <a:pt x="9245" y="66484"/>
                  </a:lnTo>
                  <a:lnTo>
                    <a:pt x="9442" y="66135"/>
                  </a:lnTo>
                  <a:lnTo>
                    <a:pt x="9647" y="65321"/>
                  </a:lnTo>
                  <a:lnTo>
                    <a:pt x="10220" y="61430"/>
                  </a:lnTo>
                  <a:lnTo>
                    <a:pt x="10354" y="59363"/>
                  </a:lnTo>
                  <a:lnTo>
                    <a:pt x="6882" y="50635"/>
                  </a:lnTo>
                  <a:lnTo>
                    <a:pt x="8357" y="50015"/>
                  </a:lnTo>
                  <a:lnTo>
                    <a:pt x="12826" y="48055"/>
                  </a:lnTo>
                  <a:lnTo>
                    <a:pt x="16881" y="46277"/>
                  </a:lnTo>
                  <a:lnTo>
                    <a:pt x="16813" y="46108"/>
                  </a:lnTo>
                  <a:lnTo>
                    <a:pt x="16645" y="45686"/>
                  </a:lnTo>
                  <a:lnTo>
                    <a:pt x="16489" y="45222"/>
                  </a:lnTo>
                  <a:lnTo>
                    <a:pt x="16332" y="44758"/>
                  </a:lnTo>
                  <a:lnTo>
                    <a:pt x="15733" y="42985"/>
                  </a:lnTo>
                  <a:lnTo>
                    <a:pt x="14951" y="40668"/>
                  </a:lnTo>
                  <a:lnTo>
                    <a:pt x="14870" y="40431"/>
                  </a:lnTo>
                  <a:lnTo>
                    <a:pt x="14720" y="40144"/>
                  </a:lnTo>
                  <a:lnTo>
                    <a:pt x="12973" y="38160"/>
                  </a:lnTo>
                  <a:lnTo>
                    <a:pt x="13237" y="38090"/>
                  </a:lnTo>
                  <a:lnTo>
                    <a:pt x="17170" y="37043"/>
                  </a:lnTo>
                  <a:lnTo>
                    <a:pt x="18956" y="36151"/>
                  </a:lnTo>
                  <a:lnTo>
                    <a:pt x="19090" y="36084"/>
                  </a:lnTo>
                  <a:lnTo>
                    <a:pt x="21944" y="34657"/>
                  </a:lnTo>
                  <a:lnTo>
                    <a:pt x="22081" y="34556"/>
                  </a:lnTo>
                  <a:lnTo>
                    <a:pt x="25538" y="32002"/>
                  </a:lnTo>
                  <a:lnTo>
                    <a:pt x="28561" y="29768"/>
                  </a:lnTo>
                  <a:lnTo>
                    <a:pt x="32557" y="25474"/>
                  </a:lnTo>
                  <a:lnTo>
                    <a:pt x="33163" y="24581"/>
                  </a:lnTo>
                  <a:lnTo>
                    <a:pt x="33330" y="24335"/>
                  </a:lnTo>
                  <a:lnTo>
                    <a:pt x="34704" y="22313"/>
                  </a:lnTo>
                  <a:lnTo>
                    <a:pt x="37209" y="17005"/>
                  </a:lnTo>
                  <a:lnTo>
                    <a:pt x="37477" y="16231"/>
                  </a:lnTo>
                  <a:lnTo>
                    <a:pt x="37551" y="16017"/>
                  </a:lnTo>
                  <a:lnTo>
                    <a:pt x="38282" y="13904"/>
                  </a:lnTo>
                  <a:lnTo>
                    <a:pt x="38939" y="9252"/>
                  </a:lnTo>
                  <a:lnTo>
                    <a:pt x="39043" y="7586"/>
                  </a:lnTo>
                  <a:lnTo>
                    <a:pt x="39068" y="7183"/>
                  </a:lnTo>
                  <a:lnTo>
                    <a:pt x="39177" y="5435"/>
                  </a:lnTo>
                  <a:lnTo>
                    <a:pt x="39117" y="2870"/>
                  </a:lnTo>
                  <a:lnTo>
                    <a:pt x="38847" y="948"/>
                  </a:lnTo>
                  <a:lnTo>
                    <a:pt x="40263" y="406"/>
                  </a:lnTo>
                  <a:lnTo>
                    <a:pt x="40743" y="223"/>
                  </a:lnTo>
                  <a:lnTo>
                    <a:pt x="41326" y="0"/>
                  </a:lnTo>
                  <a:lnTo>
                    <a:pt x="43311" y="5185"/>
                  </a:lnTo>
                  <a:lnTo>
                    <a:pt x="43379" y="5361"/>
                  </a:lnTo>
                  <a:lnTo>
                    <a:pt x="44825" y="9138"/>
                  </a:lnTo>
                  <a:lnTo>
                    <a:pt x="46350" y="11467"/>
                  </a:lnTo>
                  <a:lnTo>
                    <a:pt x="48516" y="14053"/>
                  </a:lnTo>
                  <a:lnTo>
                    <a:pt x="49387" y="14767"/>
                  </a:lnTo>
                  <a:lnTo>
                    <a:pt x="51368" y="16391"/>
                  </a:lnTo>
                  <a:lnTo>
                    <a:pt x="53243" y="17795"/>
                  </a:lnTo>
                  <a:lnTo>
                    <a:pt x="55162" y="18989"/>
                  </a:lnTo>
                  <a:lnTo>
                    <a:pt x="55706" y="19220"/>
                  </a:lnTo>
                  <a:lnTo>
                    <a:pt x="59090" y="2066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 name="pg24"/>
            <p:cNvSpPr/>
            <p:nvPr/>
          </p:nvSpPr>
          <p:spPr>
            <a:xfrm>
              <a:off x="4922445" y="3566497"/>
              <a:ext cx="122661" cy="85308"/>
            </a:xfrm>
            <a:custGeom>
              <a:avLst/>
              <a:pathLst>
                <a:path w="122661" h="85308">
                  <a:moveTo>
                    <a:pt x="1243" y="78410"/>
                  </a:moveTo>
                  <a:lnTo>
                    <a:pt x="2286" y="77262"/>
                  </a:lnTo>
                  <a:lnTo>
                    <a:pt x="6562" y="75524"/>
                  </a:lnTo>
                  <a:lnTo>
                    <a:pt x="8719" y="74531"/>
                  </a:lnTo>
                  <a:lnTo>
                    <a:pt x="12142" y="72892"/>
                  </a:lnTo>
                  <a:lnTo>
                    <a:pt x="14227" y="67570"/>
                  </a:lnTo>
                  <a:lnTo>
                    <a:pt x="14559" y="67163"/>
                  </a:lnTo>
                  <a:lnTo>
                    <a:pt x="19211" y="61468"/>
                  </a:lnTo>
                  <a:lnTo>
                    <a:pt x="22090" y="60528"/>
                  </a:lnTo>
                  <a:lnTo>
                    <a:pt x="24878" y="61451"/>
                  </a:lnTo>
                  <a:lnTo>
                    <a:pt x="27545" y="59676"/>
                  </a:lnTo>
                  <a:lnTo>
                    <a:pt x="27874" y="56884"/>
                  </a:lnTo>
                  <a:lnTo>
                    <a:pt x="27917" y="56522"/>
                  </a:lnTo>
                  <a:lnTo>
                    <a:pt x="30088" y="54421"/>
                  </a:lnTo>
                  <a:lnTo>
                    <a:pt x="29805" y="50089"/>
                  </a:lnTo>
                  <a:lnTo>
                    <a:pt x="26464" y="45714"/>
                  </a:lnTo>
                  <a:lnTo>
                    <a:pt x="27362" y="41457"/>
                  </a:lnTo>
                  <a:lnTo>
                    <a:pt x="23253" y="37822"/>
                  </a:lnTo>
                  <a:lnTo>
                    <a:pt x="20610" y="35484"/>
                  </a:lnTo>
                  <a:lnTo>
                    <a:pt x="20980" y="30820"/>
                  </a:lnTo>
                  <a:lnTo>
                    <a:pt x="17950" y="26066"/>
                  </a:lnTo>
                  <a:lnTo>
                    <a:pt x="19240" y="23437"/>
                  </a:lnTo>
                  <a:lnTo>
                    <a:pt x="18901" y="18803"/>
                  </a:lnTo>
                  <a:lnTo>
                    <a:pt x="18831" y="17917"/>
                  </a:lnTo>
                  <a:lnTo>
                    <a:pt x="18983" y="13795"/>
                  </a:lnTo>
                  <a:lnTo>
                    <a:pt x="19118" y="13322"/>
                  </a:lnTo>
                  <a:lnTo>
                    <a:pt x="19346" y="12522"/>
                  </a:lnTo>
                  <a:lnTo>
                    <a:pt x="22324" y="8623"/>
                  </a:lnTo>
                  <a:lnTo>
                    <a:pt x="23226" y="6910"/>
                  </a:lnTo>
                  <a:lnTo>
                    <a:pt x="23410" y="6604"/>
                  </a:lnTo>
                  <a:lnTo>
                    <a:pt x="24327" y="5076"/>
                  </a:lnTo>
                  <a:lnTo>
                    <a:pt x="24836" y="4227"/>
                  </a:lnTo>
                  <a:lnTo>
                    <a:pt x="26745" y="2199"/>
                  </a:lnTo>
                  <a:lnTo>
                    <a:pt x="29087" y="0"/>
                  </a:lnTo>
                  <a:lnTo>
                    <a:pt x="31094" y="2854"/>
                  </a:lnTo>
                  <a:lnTo>
                    <a:pt x="31812" y="3876"/>
                  </a:lnTo>
                  <a:lnTo>
                    <a:pt x="32866" y="5376"/>
                  </a:lnTo>
                  <a:lnTo>
                    <a:pt x="34142" y="7092"/>
                  </a:lnTo>
                  <a:lnTo>
                    <a:pt x="35282" y="8626"/>
                  </a:lnTo>
                  <a:lnTo>
                    <a:pt x="36728" y="10566"/>
                  </a:lnTo>
                  <a:lnTo>
                    <a:pt x="39129" y="13785"/>
                  </a:lnTo>
                  <a:lnTo>
                    <a:pt x="40351" y="15425"/>
                  </a:lnTo>
                  <a:lnTo>
                    <a:pt x="41579" y="17128"/>
                  </a:lnTo>
                  <a:lnTo>
                    <a:pt x="43661" y="20017"/>
                  </a:lnTo>
                  <a:lnTo>
                    <a:pt x="43976" y="20431"/>
                  </a:lnTo>
                  <a:lnTo>
                    <a:pt x="46734" y="24057"/>
                  </a:lnTo>
                  <a:lnTo>
                    <a:pt x="47262" y="23650"/>
                  </a:lnTo>
                  <a:lnTo>
                    <a:pt x="56655" y="17090"/>
                  </a:lnTo>
                  <a:lnTo>
                    <a:pt x="58273" y="15968"/>
                  </a:lnTo>
                  <a:lnTo>
                    <a:pt x="61064" y="14034"/>
                  </a:lnTo>
                  <a:lnTo>
                    <a:pt x="66062" y="10567"/>
                  </a:lnTo>
                  <a:lnTo>
                    <a:pt x="70747" y="7128"/>
                  </a:lnTo>
                  <a:lnTo>
                    <a:pt x="77050" y="2502"/>
                  </a:lnTo>
                  <a:lnTo>
                    <a:pt x="77580" y="2113"/>
                  </a:lnTo>
                  <a:lnTo>
                    <a:pt x="79329" y="829"/>
                  </a:lnTo>
                  <a:lnTo>
                    <a:pt x="79962" y="321"/>
                  </a:lnTo>
                  <a:lnTo>
                    <a:pt x="81030" y="1657"/>
                  </a:lnTo>
                  <a:lnTo>
                    <a:pt x="82599" y="3828"/>
                  </a:lnTo>
                  <a:lnTo>
                    <a:pt x="83928" y="5613"/>
                  </a:lnTo>
                  <a:lnTo>
                    <a:pt x="85717" y="8028"/>
                  </a:lnTo>
                  <a:lnTo>
                    <a:pt x="87335" y="10160"/>
                  </a:lnTo>
                  <a:lnTo>
                    <a:pt x="90116" y="13936"/>
                  </a:lnTo>
                  <a:lnTo>
                    <a:pt x="91518" y="15815"/>
                  </a:lnTo>
                  <a:lnTo>
                    <a:pt x="93039" y="17917"/>
                  </a:lnTo>
                  <a:lnTo>
                    <a:pt x="94306" y="19661"/>
                  </a:lnTo>
                  <a:lnTo>
                    <a:pt x="95752" y="21644"/>
                  </a:lnTo>
                  <a:lnTo>
                    <a:pt x="97325" y="23800"/>
                  </a:lnTo>
                  <a:lnTo>
                    <a:pt x="98059" y="24811"/>
                  </a:lnTo>
                  <a:lnTo>
                    <a:pt x="98882" y="25527"/>
                  </a:lnTo>
                  <a:lnTo>
                    <a:pt x="100018" y="26672"/>
                  </a:lnTo>
                  <a:lnTo>
                    <a:pt x="100193" y="26583"/>
                  </a:lnTo>
                  <a:lnTo>
                    <a:pt x="100662" y="26963"/>
                  </a:lnTo>
                  <a:lnTo>
                    <a:pt x="101102" y="27313"/>
                  </a:lnTo>
                  <a:lnTo>
                    <a:pt x="103237" y="27658"/>
                  </a:lnTo>
                  <a:lnTo>
                    <a:pt x="108732" y="27737"/>
                  </a:lnTo>
                  <a:lnTo>
                    <a:pt x="118546" y="31116"/>
                  </a:lnTo>
                  <a:lnTo>
                    <a:pt x="122661" y="42030"/>
                  </a:lnTo>
                  <a:lnTo>
                    <a:pt x="99342" y="53182"/>
                  </a:lnTo>
                  <a:lnTo>
                    <a:pt x="93617" y="51512"/>
                  </a:lnTo>
                  <a:lnTo>
                    <a:pt x="88369" y="51155"/>
                  </a:lnTo>
                  <a:lnTo>
                    <a:pt x="82524" y="53182"/>
                  </a:lnTo>
                  <a:lnTo>
                    <a:pt x="79542" y="55210"/>
                  </a:lnTo>
                  <a:lnTo>
                    <a:pt x="77037" y="59385"/>
                  </a:lnTo>
                  <a:lnTo>
                    <a:pt x="75248" y="66780"/>
                  </a:lnTo>
                  <a:lnTo>
                    <a:pt x="73101" y="69166"/>
                  </a:lnTo>
                  <a:lnTo>
                    <a:pt x="61650" y="75726"/>
                  </a:lnTo>
                  <a:lnTo>
                    <a:pt x="54494" y="78111"/>
                  </a:lnTo>
                  <a:lnTo>
                    <a:pt x="42940" y="80060"/>
                  </a:lnTo>
                  <a:lnTo>
                    <a:pt x="29461" y="85308"/>
                  </a:lnTo>
                  <a:lnTo>
                    <a:pt x="21112" y="79940"/>
                  </a:lnTo>
                  <a:lnTo>
                    <a:pt x="0" y="8083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 name="pg25"/>
            <p:cNvSpPr/>
            <p:nvPr/>
          </p:nvSpPr>
          <p:spPr>
            <a:xfrm>
              <a:off x="4872579" y="3469584"/>
              <a:ext cx="227821" cy="124650"/>
            </a:xfrm>
            <a:custGeom>
              <a:avLst/>
              <a:pathLst>
                <a:path w="227821" h="124650">
                  <a:moveTo>
                    <a:pt x="93818" y="15799"/>
                  </a:moveTo>
                  <a:lnTo>
                    <a:pt x="93460" y="16634"/>
                  </a:lnTo>
                  <a:lnTo>
                    <a:pt x="93150" y="17111"/>
                  </a:lnTo>
                  <a:lnTo>
                    <a:pt x="92601" y="17207"/>
                  </a:lnTo>
                  <a:lnTo>
                    <a:pt x="91833" y="17145"/>
                  </a:lnTo>
                  <a:lnTo>
                    <a:pt x="91463" y="17121"/>
                  </a:lnTo>
                  <a:lnTo>
                    <a:pt x="89721" y="16298"/>
                  </a:lnTo>
                  <a:lnTo>
                    <a:pt x="88970" y="16083"/>
                  </a:lnTo>
                  <a:lnTo>
                    <a:pt x="88183" y="16059"/>
                  </a:lnTo>
                  <a:lnTo>
                    <a:pt x="87127" y="16423"/>
                  </a:lnTo>
                  <a:lnTo>
                    <a:pt x="85899" y="17121"/>
                  </a:lnTo>
                  <a:lnTo>
                    <a:pt x="85106" y="17618"/>
                  </a:lnTo>
                  <a:lnTo>
                    <a:pt x="83257" y="18901"/>
                  </a:lnTo>
                  <a:lnTo>
                    <a:pt x="81960" y="19825"/>
                  </a:lnTo>
                  <a:lnTo>
                    <a:pt x="80126" y="21107"/>
                  </a:lnTo>
                  <a:lnTo>
                    <a:pt x="77368" y="23075"/>
                  </a:lnTo>
                  <a:lnTo>
                    <a:pt x="77061" y="23526"/>
                  </a:lnTo>
                  <a:lnTo>
                    <a:pt x="76971" y="23812"/>
                  </a:lnTo>
                  <a:lnTo>
                    <a:pt x="77061" y="24349"/>
                  </a:lnTo>
                  <a:lnTo>
                    <a:pt x="77437" y="25064"/>
                  </a:lnTo>
                  <a:lnTo>
                    <a:pt x="79208" y="26836"/>
                  </a:lnTo>
                  <a:lnTo>
                    <a:pt x="80246" y="27533"/>
                  </a:lnTo>
                  <a:lnTo>
                    <a:pt x="81289" y="27748"/>
                  </a:lnTo>
                  <a:lnTo>
                    <a:pt x="82220" y="28011"/>
                  </a:lnTo>
                  <a:lnTo>
                    <a:pt x="83126" y="28273"/>
                  </a:lnTo>
                  <a:lnTo>
                    <a:pt x="84390" y="28201"/>
                  </a:lnTo>
                  <a:lnTo>
                    <a:pt x="85273" y="27820"/>
                  </a:lnTo>
                  <a:lnTo>
                    <a:pt x="86370" y="27486"/>
                  </a:lnTo>
                  <a:lnTo>
                    <a:pt x="88136" y="27605"/>
                  </a:lnTo>
                  <a:lnTo>
                    <a:pt x="89472" y="28201"/>
                  </a:lnTo>
                  <a:lnTo>
                    <a:pt x="90426" y="28965"/>
                  </a:lnTo>
                  <a:lnTo>
                    <a:pt x="91022" y="29919"/>
                  </a:lnTo>
                  <a:lnTo>
                    <a:pt x="92072" y="31279"/>
                  </a:lnTo>
                  <a:lnTo>
                    <a:pt x="93217" y="32734"/>
                  </a:lnTo>
                  <a:lnTo>
                    <a:pt x="94624" y="33831"/>
                  </a:lnTo>
                  <a:lnTo>
                    <a:pt x="97010" y="34332"/>
                  </a:lnTo>
                  <a:lnTo>
                    <a:pt x="98895" y="34046"/>
                  </a:lnTo>
                  <a:lnTo>
                    <a:pt x="102211" y="32710"/>
                  </a:lnTo>
                  <a:lnTo>
                    <a:pt x="104214" y="30881"/>
                  </a:lnTo>
                  <a:lnTo>
                    <a:pt x="107077" y="30583"/>
                  </a:lnTo>
                  <a:lnTo>
                    <a:pt x="108600" y="31076"/>
                  </a:lnTo>
                  <a:lnTo>
                    <a:pt x="109666" y="31421"/>
                  </a:lnTo>
                  <a:lnTo>
                    <a:pt x="117574" y="33982"/>
                  </a:lnTo>
                  <a:lnTo>
                    <a:pt x="120377" y="36368"/>
                  </a:lnTo>
                  <a:lnTo>
                    <a:pt x="120854" y="37978"/>
                  </a:lnTo>
                  <a:lnTo>
                    <a:pt x="122047" y="39529"/>
                  </a:lnTo>
                  <a:lnTo>
                    <a:pt x="123319" y="39577"/>
                  </a:lnTo>
                  <a:lnTo>
                    <a:pt x="127504" y="37147"/>
                  </a:lnTo>
                  <a:lnTo>
                    <a:pt x="132177" y="38304"/>
                  </a:lnTo>
                  <a:lnTo>
                    <a:pt x="137847" y="44064"/>
                  </a:lnTo>
                  <a:lnTo>
                    <a:pt x="140030" y="46282"/>
                  </a:lnTo>
                  <a:lnTo>
                    <a:pt x="151439" y="41340"/>
                  </a:lnTo>
                  <a:lnTo>
                    <a:pt x="155979" y="41692"/>
                  </a:lnTo>
                  <a:lnTo>
                    <a:pt x="164515" y="50379"/>
                  </a:lnTo>
                  <a:lnTo>
                    <a:pt x="164510" y="54193"/>
                  </a:lnTo>
                  <a:lnTo>
                    <a:pt x="160727" y="58122"/>
                  </a:lnTo>
                  <a:lnTo>
                    <a:pt x="160922" y="61247"/>
                  </a:lnTo>
                  <a:lnTo>
                    <a:pt x="167296" y="71136"/>
                  </a:lnTo>
                  <a:lnTo>
                    <a:pt x="176448" y="73442"/>
                  </a:lnTo>
                  <a:lnTo>
                    <a:pt x="183324" y="73534"/>
                  </a:lnTo>
                  <a:lnTo>
                    <a:pt x="190835" y="71643"/>
                  </a:lnTo>
                  <a:lnTo>
                    <a:pt x="207671" y="74348"/>
                  </a:lnTo>
                  <a:lnTo>
                    <a:pt x="210571" y="78463"/>
                  </a:lnTo>
                  <a:lnTo>
                    <a:pt x="209139" y="82832"/>
                  </a:lnTo>
                  <a:lnTo>
                    <a:pt x="224326" y="90810"/>
                  </a:lnTo>
                  <a:lnTo>
                    <a:pt x="227821" y="97312"/>
                  </a:lnTo>
                  <a:lnTo>
                    <a:pt x="226326" y="101951"/>
                  </a:lnTo>
                  <a:lnTo>
                    <a:pt x="224354" y="103917"/>
                  </a:lnTo>
                  <a:lnTo>
                    <a:pt x="210948" y="106169"/>
                  </a:lnTo>
                  <a:lnTo>
                    <a:pt x="198001" y="102906"/>
                  </a:lnTo>
                  <a:lnTo>
                    <a:pt x="193410" y="98407"/>
                  </a:lnTo>
                  <a:lnTo>
                    <a:pt x="183639" y="97879"/>
                  </a:lnTo>
                  <a:lnTo>
                    <a:pt x="181779" y="111228"/>
                  </a:lnTo>
                  <a:lnTo>
                    <a:pt x="178669" y="118701"/>
                  </a:lnTo>
                  <a:lnTo>
                    <a:pt x="173921" y="121000"/>
                  </a:lnTo>
                  <a:lnTo>
                    <a:pt x="167201" y="117884"/>
                  </a:lnTo>
                  <a:lnTo>
                    <a:pt x="158995" y="123759"/>
                  </a:lnTo>
                  <a:lnTo>
                    <a:pt x="158598" y="124650"/>
                  </a:lnTo>
                  <a:lnTo>
                    <a:pt x="153103" y="124570"/>
                  </a:lnTo>
                  <a:lnTo>
                    <a:pt x="150968" y="124226"/>
                  </a:lnTo>
                  <a:lnTo>
                    <a:pt x="150528" y="123876"/>
                  </a:lnTo>
                  <a:lnTo>
                    <a:pt x="150058" y="123496"/>
                  </a:lnTo>
                  <a:lnTo>
                    <a:pt x="149884" y="123585"/>
                  </a:lnTo>
                  <a:lnTo>
                    <a:pt x="148748" y="122440"/>
                  </a:lnTo>
                  <a:lnTo>
                    <a:pt x="147925" y="121724"/>
                  </a:lnTo>
                  <a:lnTo>
                    <a:pt x="147191" y="120713"/>
                  </a:lnTo>
                  <a:lnTo>
                    <a:pt x="145618" y="118557"/>
                  </a:lnTo>
                  <a:lnTo>
                    <a:pt x="144171" y="116574"/>
                  </a:lnTo>
                  <a:lnTo>
                    <a:pt x="142904" y="114830"/>
                  </a:lnTo>
                  <a:lnTo>
                    <a:pt x="141383" y="112728"/>
                  </a:lnTo>
                  <a:lnTo>
                    <a:pt x="139982" y="110849"/>
                  </a:lnTo>
                  <a:lnTo>
                    <a:pt x="137201" y="107073"/>
                  </a:lnTo>
                  <a:lnTo>
                    <a:pt x="135583" y="104941"/>
                  </a:lnTo>
                  <a:lnTo>
                    <a:pt x="133794" y="102525"/>
                  </a:lnTo>
                  <a:lnTo>
                    <a:pt x="132464" y="100741"/>
                  </a:lnTo>
                  <a:lnTo>
                    <a:pt x="130896" y="98570"/>
                  </a:lnTo>
                  <a:lnTo>
                    <a:pt x="129828" y="97234"/>
                  </a:lnTo>
                  <a:lnTo>
                    <a:pt x="129195" y="97742"/>
                  </a:lnTo>
                  <a:lnTo>
                    <a:pt x="127446" y="99026"/>
                  </a:lnTo>
                  <a:lnTo>
                    <a:pt x="126916" y="99415"/>
                  </a:lnTo>
                  <a:lnTo>
                    <a:pt x="120613" y="104041"/>
                  </a:lnTo>
                  <a:lnTo>
                    <a:pt x="115877" y="107517"/>
                  </a:lnTo>
                  <a:lnTo>
                    <a:pt x="110930" y="110946"/>
                  </a:lnTo>
                  <a:lnTo>
                    <a:pt x="108139" y="112881"/>
                  </a:lnTo>
                  <a:lnTo>
                    <a:pt x="106521" y="114003"/>
                  </a:lnTo>
                  <a:lnTo>
                    <a:pt x="97128" y="120563"/>
                  </a:lnTo>
                  <a:lnTo>
                    <a:pt x="96600" y="120970"/>
                  </a:lnTo>
                  <a:lnTo>
                    <a:pt x="93842" y="117344"/>
                  </a:lnTo>
                  <a:lnTo>
                    <a:pt x="93527" y="116930"/>
                  </a:lnTo>
                  <a:lnTo>
                    <a:pt x="91444" y="114041"/>
                  </a:lnTo>
                  <a:lnTo>
                    <a:pt x="90217" y="112338"/>
                  </a:lnTo>
                  <a:lnTo>
                    <a:pt x="88994" y="110698"/>
                  </a:lnTo>
                  <a:lnTo>
                    <a:pt x="86594" y="107479"/>
                  </a:lnTo>
                  <a:lnTo>
                    <a:pt x="85147" y="105539"/>
                  </a:lnTo>
                  <a:lnTo>
                    <a:pt x="84008" y="104005"/>
                  </a:lnTo>
                  <a:lnTo>
                    <a:pt x="82732" y="102289"/>
                  </a:lnTo>
                  <a:lnTo>
                    <a:pt x="81678" y="100789"/>
                  </a:lnTo>
                  <a:lnTo>
                    <a:pt x="80959" y="99767"/>
                  </a:lnTo>
                  <a:lnTo>
                    <a:pt x="78895" y="96953"/>
                  </a:lnTo>
                  <a:lnTo>
                    <a:pt x="76610" y="99112"/>
                  </a:lnTo>
                  <a:lnTo>
                    <a:pt x="74702" y="101139"/>
                  </a:lnTo>
                  <a:lnTo>
                    <a:pt x="74192" y="101988"/>
                  </a:lnTo>
                  <a:lnTo>
                    <a:pt x="73275" y="103517"/>
                  </a:lnTo>
                  <a:lnTo>
                    <a:pt x="73091" y="103823"/>
                  </a:lnTo>
                  <a:lnTo>
                    <a:pt x="72190" y="105536"/>
                  </a:lnTo>
                  <a:lnTo>
                    <a:pt x="69212" y="109435"/>
                  </a:lnTo>
                  <a:lnTo>
                    <a:pt x="69038" y="108974"/>
                  </a:lnTo>
                  <a:lnTo>
                    <a:pt x="68644" y="107936"/>
                  </a:lnTo>
                  <a:lnTo>
                    <a:pt x="68162" y="106662"/>
                  </a:lnTo>
                  <a:lnTo>
                    <a:pt x="67281" y="104333"/>
                  </a:lnTo>
                  <a:lnTo>
                    <a:pt x="66829" y="103141"/>
                  </a:lnTo>
                  <a:lnTo>
                    <a:pt x="65434" y="99455"/>
                  </a:lnTo>
                  <a:lnTo>
                    <a:pt x="65301" y="99104"/>
                  </a:lnTo>
                  <a:lnTo>
                    <a:pt x="64688" y="97485"/>
                  </a:lnTo>
                  <a:lnTo>
                    <a:pt x="63562" y="94511"/>
                  </a:lnTo>
                  <a:lnTo>
                    <a:pt x="62947" y="92887"/>
                  </a:lnTo>
                  <a:lnTo>
                    <a:pt x="62574" y="91963"/>
                  </a:lnTo>
                  <a:lnTo>
                    <a:pt x="62332" y="91365"/>
                  </a:lnTo>
                  <a:lnTo>
                    <a:pt x="53536" y="93629"/>
                  </a:lnTo>
                  <a:lnTo>
                    <a:pt x="50492" y="94114"/>
                  </a:lnTo>
                  <a:lnTo>
                    <a:pt x="47364" y="94304"/>
                  </a:lnTo>
                  <a:lnTo>
                    <a:pt x="43127" y="93937"/>
                  </a:lnTo>
                  <a:lnTo>
                    <a:pt x="39066" y="92897"/>
                  </a:lnTo>
                  <a:lnTo>
                    <a:pt x="35682" y="91458"/>
                  </a:lnTo>
                  <a:lnTo>
                    <a:pt x="35138" y="91226"/>
                  </a:lnTo>
                  <a:lnTo>
                    <a:pt x="33219" y="90033"/>
                  </a:lnTo>
                  <a:lnTo>
                    <a:pt x="31345" y="88629"/>
                  </a:lnTo>
                  <a:lnTo>
                    <a:pt x="29363" y="87005"/>
                  </a:lnTo>
                  <a:lnTo>
                    <a:pt x="28492" y="86291"/>
                  </a:lnTo>
                  <a:lnTo>
                    <a:pt x="26326" y="83704"/>
                  </a:lnTo>
                  <a:lnTo>
                    <a:pt x="24801" y="81375"/>
                  </a:lnTo>
                  <a:lnTo>
                    <a:pt x="23355" y="77598"/>
                  </a:lnTo>
                  <a:lnTo>
                    <a:pt x="23288" y="77422"/>
                  </a:lnTo>
                  <a:lnTo>
                    <a:pt x="21303" y="72237"/>
                  </a:lnTo>
                  <a:lnTo>
                    <a:pt x="20719" y="72460"/>
                  </a:lnTo>
                  <a:lnTo>
                    <a:pt x="20240" y="72644"/>
                  </a:lnTo>
                  <a:lnTo>
                    <a:pt x="18823" y="73186"/>
                  </a:lnTo>
                  <a:lnTo>
                    <a:pt x="18800" y="73022"/>
                  </a:lnTo>
                  <a:lnTo>
                    <a:pt x="18557" y="71291"/>
                  </a:lnTo>
                  <a:lnTo>
                    <a:pt x="16806" y="66817"/>
                  </a:lnTo>
                  <a:lnTo>
                    <a:pt x="14501" y="60926"/>
                  </a:lnTo>
                  <a:lnTo>
                    <a:pt x="14263" y="60317"/>
                  </a:lnTo>
                  <a:lnTo>
                    <a:pt x="13808" y="59063"/>
                  </a:lnTo>
                  <a:lnTo>
                    <a:pt x="5567" y="36343"/>
                  </a:lnTo>
                  <a:lnTo>
                    <a:pt x="5433" y="35973"/>
                  </a:lnTo>
                  <a:lnTo>
                    <a:pt x="5371" y="35802"/>
                  </a:lnTo>
                  <a:lnTo>
                    <a:pt x="4089" y="32267"/>
                  </a:lnTo>
                  <a:lnTo>
                    <a:pt x="3707" y="31214"/>
                  </a:lnTo>
                  <a:lnTo>
                    <a:pt x="3059" y="28583"/>
                  </a:lnTo>
                  <a:lnTo>
                    <a:pt x="2964" y="28195"/>
                  </a:lnTo>
                  <a:lnTo>
                    <a:pt x="1739" y="23222"/>
                  </a:lnTo>
                  <a:lnTo>
                    <a:pt x="880" y="20966"/>
                  </a:lnTo>
                  <a:lnTo>
                    <a:pt x="368" y="19621"/>
                  </a:lnTo>
                  <a:lnTo>
                    <a:pt x="104" y="18927"/>
                  </a:lnTo>
                  <a:lnTo>
                    <a:pt x="0" y="18654"/>
                  </a:lnTo>
                  <a:lnTo>
                    <a:pt x="1655" y="17997"/>
                  </a:lnTo>
                  <a:lnTo>
                    <a:pt x="7539" y="15820"/>
                  </a:lnTo>
                  <a:lnTo>
                    <a:pt x="7988" y="15633"/>
                  </a:lnTo>
                  <a:lnTo>
                    <a:pt x="9152" y="15145"/>
                  </a:lnTo>
                  <a:lnTo>
                    <a:pt x="11578" y="14186"/>
                  </a:lnTo>
                  <a:lnTo>
                    <a:pt x="12640" y="13767"/>
                  </a:lnTo>
                  <a:lnTo>
                    <a:pt x="12820" y="13695"/>
                  </a:lnTo>
                  <a:lnTo>
                    <a:pt x="16228" y="11702"/>
                  </a:lnTo>
                  <a:lnTo>
                    <a:pt x="16613" y="11477"/>
                  </a:lnTo>
                  <a:lnTo>
                    <a:pt x="17958" y="10791"/>
                  </a:lnTo>
                  <a:lnTo>
                    <a:pt x="20425" y="9927"/>
                  </a:lnTo>
                  <a:lnTo>
                    <a:pt x="21404" y="9585"/>
                  </a:lnTo>
                  <a:lnTo>
                    <a:pt x="24850" y="8378"/>
                  </a:lnTo>
                  <a:lnTo>
                    <a:pt x="33506" y="5889"/>
                  </a:lnTo>
                  <a:lnTo>
                    <a:pt x="46655" y="2018"/>
                  </a:lnTo>
                  <a:lnTo>
                    <a:pt x="47900" y="1652"/>
                  </a:lnTo>
                  <a:lnTo>
                    <a:pt x="49064" y="4600"/>
                  </a:lnTo>
                  <a:lnTo>
                    <a:pt x="51207" y="10028"/>
                  </a:lnTo>
                  <a:lnTo>
                    <a:pt x="56770" y="19158"/>
                  </a:lnTo>
                  <a:lnTo>
                    <a:pt x="58088" y="20785"/>
                  </a:lnTo>
                  <a:lnTo>
                    <a:pt x="58568" y="21377"/>
                  </a:lnTo>
                  <a:lnTo>
                    <a:pt x="64753" y="17074"/>
                  </a:lnTo>
                  <a:lnTo>
                    <a:pt x="67173" y="15242"/>
                  </a:lnTo>
                  <a:lnTo>
                    <a:pt x="68248" y="14429"/>
                  </a:lnTo>
                  <a:lnTo>
                    <a:pt x="78620" y="6578"/>
                  </a:lnTo>
                  <a:lnTo>
                    <a:pt x="80644" y="5248"/>
                  </a:lnTo>
                  <a:lnTo>
                    <a:pt x="86250" y="1610"/>
                  </a:lnTo>
                  <a:lnTo>
                    <a:pt x="88159" y="417"/>
                  </a:lnTo>
                  <a:lnTo>
                    <a:pt x="89083" y="89"/>
                  </a:lnTo>
                  <a:lnTo>
                    <a:pt x="90216" y="0"/>
                  </a:lnTo>
                  <a:lnTo>
                    <a:pt x="91200" y="89"/>
                  </a:lnTo>
                  <a:lnTo>
                    <a:pt x="92721" y="447"/>
                  </a:lnTo>
                  <a:lnTo>
                    <a:pt x="93914" y="984"/>
                  </a:lnTo>
                  <a:lnTo>
                    <a:pt x="94510" y="1580"/>
                  </a:lnTo>
                  <a:lnTo>
                    <a:pt x="94682" y="2038"/>
                  </a:lnTo>
                  <a:lnTo>
                    <a:pt x="94570" y="2594"/>
                  </a:lnTo>
                  <a:lnTo>
                    <a:pt x="94391" y="3011"/>
                  </a:lnTo>
                  <a:lnTo>
                    <a:pt x="94361" y="3220"/>
                  </a:lnTo>
                  <a:lnTo>
                    <a:pt x="94540" y="3816"/>
                  </a:lnTo>
                  <a:lnTo>
                    <a:pt x="97758" y="6503"/>
                  </a:lnTo>
                  <a:lnTo>
                    <a:pt x="97895" y="6837"/>
                  </a:lnTo>
                  <a:lnTo>
                    <a:pt x="97850" y="7092"/>
                  </a:lnTo>
                  <a:lnTo>
                    <a:pt x="97420" y="7831"/>
                  </a:lnTo>
                  <a:lnTo>
                    <a:pt x="96275" y="9525"/>
                  </a:lnTo>
                  <a:lnTo>
                    <a:pt x="95631" y="10408"/>
                  </a:lnTo>
                  <a:lnTo>
                    <a:pt x="95297" y="11815"/>
                  </a:lnTo>
                  <a:lnTo>
                    <a:pt x="94390" y="1412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 name="pg26"/>
            <p:cNvSpPr/>
            <p:nvPr/>
          </p:nvSpPr>
          <p:spPr>
            <a:xfrm>
              <a:off x="4911881" y="3409472"/>
              <a:ext cx="190664" cy="94444"/>
            </a:xfrm>
            <a:custGeom>
              <a:avLst/>
              <a:pathLst>
                <a:path w="190664" h="94444">
                  <a:moveTo>
                    <a:pt x="68141" y="24527"/>
                  </a:moveTo>
                  <a:lnTo>
                    <a:pt x="69781" y="24662"/>
                  </a:lnTo>
                  <a:lnTo>
                    <a:pt x="71749" y="24632"/>
                  </a:lnTo>
                  <a:lnTo>
                    <a:pt x="72316" y="24632"/>
                  </a:lnTo>
                  <a:lnTo>
                    <a:pt x="73200" y="24661"/>
                  </a:lnTo>
                  <a:lnTo>
                    <a:pt x="73200" y="27309"/>
                  </a:lnTo>
                  <a:lnTo>
                    <a:pt x="72985" y="30601"/>
                  </a:lnTo>
                  <a:lnTo>
                    <a:pt x="73295" y="30864"/>
                  </a:lnTo>
                  <a:lnTo>
                    <a:pt x="75561" y="31054"/>
                  </a:lnTo>
                  <a:lnTo>
                    <a:pt x="77279" y="31269"/>
                  </a:lnTo>
                  <a:lnTo>
                    <a:pt x="79617" y="31889"/>
                  </a:lnTo>
                  <a:lnTo>
                    <a:pt x="81573" y="32629"/>
                  </a:lnTo>
                  <a:lnTo>
                    <a:pt x="83028" y="33249"/>
                  </a:lnTo>
                  <a:lnTo>
                    <a:pt x="83935" y="33917"/>
                  </a:lnTo>
                  <a:lnTo>
                    <a:pt x="84295" y="34695"/>
                  </a:lnTo>
                  <a:lnTo>
                    <a:pt x="84635" y="35947"/>
                  </a:lnTo>
                  <a:lnTo>
                    <a:pt x="84760" y="36716"/>
                  </a:lnTo>
                  <a:lnTo>
                    <a:pt x="84670" y="37987"/>
                  </a:lnTo>
                  <a:lnTo>
                    <a:pt x="84652" y="38470"/>
                  </a:lnTo>
                  <a:lnTo>
                    <a:pt x="84688" y="38684"/>
                  </a:lnTo>
                  <a:lnTo>
                    <a:pt x="85690" y="37915"/>
                  </a:lnTo>
                  <a:lnTo>
                    <a:pt x="86585" y="36967"/>
                  </a:lnTo>
                  <a:lnTo>
                    <a:pt x="87980" y="35034"/>
                  </a:lnTo>
                  <a:lnTo>
                    <a:pt x="89752" y="33532"/>
                  </a:lnTo>
                  <a:lnTo>
                    <a:pt x="90736" y="32601"/>
                  </a:lnTo>
                  <a:lnTo>
                    <a:pt x="92489" y="32029"/>
                  </a:lnTo>
                  <a:lnTo>
                    <a:pt x="93938" y="31295"/>
                  </a:lnTo>
                  <a:lnTo>
                    <a:pt x="95101" y="30597"/>
                  </a:lnTo>
                  <a:lnTo>
                    <a:pt x="96318" y="29595"/>
                  </a:lnTo>
                  <a:lnTo>
                    <a:pt x="97481" y="28898"/>
                  </a:lnTo>
                  <a:lnTo>
                    <a:pt x="99538" y="28593"/>
                  </a:lnTo>
                  <a:lnTo>
                    <a:pt x="100827" y="28933"/>
                  </a:lnTo>
                  <a:lnTo>
                    <a:pt x="102779" y="29809"/>
                  </a:lnTo>
                  <a:lnTo>
                    <a:pt x="104791" y="30346"/>
                  </a:lnTo>
                  <a:lnTo>
                    <a:pt x="107609" y="31554"/>
                  </a:lnTo>
                  <a:lnTo>
                    <a:pt x="109533" y="31911"/>
                  </a:lnTo>
                  <a:lnTo>
                    <a:pt x="111724" y="32046"/>
                  </a:lnTo>
                  <a:lnTo>
                    <a:pt x="114453" y="32135"/>
                  </a:lnTo>
                  <a:lnTo>
                    <a:pt x="116600" y="31822"/>
                  </a:lnTo>
                  <a:lnTo>
                    <a:pt x="118836" y="31688"/>
                  </a:lnTo>
                  <a:lnTo>
                    <a:pt x="120760" y="31688"/>
                  </a:lnTo>
                  <a:lnTo>
                    <a:pt x="122281" y="31688"/>
                  </a:lnTo>
                  <a:lnTo>
                    <a:pt x="123628" y="31795"/>
                  </a:lnTo>
                  <a:lnTo>
                    <a:pt x="124934" y="31938"/>
                  </a:lnTo>
                  <a:lnTo>
                    <a:pt x="126026" y="31956"/>
                  </a:lnTo>
                  <a:lnTo>
                    <a:pt x="127468" y="31538"/>
                  </a:lnTo>
                  <a:lnTo>
                    <a:pt x="128566" y="32373"/>
                  </a:lnTo>
                  <a:lnTo>
                    <a:pt x="129218" y="32869"/>
                  </a:lnTo>
                  <a:lnTo>
                    <a:pt x="132448" y="35325"/>
                  </a:lnTo>
                  <a:lnTo>
                    <a:pt x="139665" y="38755"/>
                  </a:lnTo>
                  <a:lnTo>
                    <a:pt x="141662" y="39530"/>
                  </a:lnTo>
                  <a:lnTo>
                    <a:pt x="143750" y="39768"/>
                  </a:lnTo>
                  <a:lnTo>
                    <a:pt x="146851" y="39888"/>
                  </a:lnTo>
                  <a:lnTo>
                    <a:pt x="149624" y="40219"/>
                  </a:lnTo>
                  <a:lnTo>
                    <a:pt x="151366" y="40315"/>
                  </a:lnTo>
                  <a:lnTo>
                    <a:pt x="154538" y="39909"/>
                  </a:lnTo>
                  <a:lnTo>
                    <a:pt x="155779" y="39408"/>
                  </a:lnTo>
                  <a:lnTo>
                    <a:pt x="156781" y="39074"/>
                  </a:lnTo>
                  <a:lnTo>
                    <a:pt x="157544" y="40195"/>
                  </a:lnTo>
                  <a:lnTo>
                    <a:pt x="162387" y="37738"/>
                  </a:lnTo>
                  <a:lnTo>
                    <a:pt x="163580" y="36856"/>
                  </a:lnTo>
                  <a:lnTo>
                    <a:pt x="165035" y="36045"/>
                  </a:lnTo>
                  <a:lnTo>
                    <a:pt x="166323" y="35448"/>
                  </a:lnTo>
                  <a:lnTo>
                    <a:pt x="167540" y="35114"/>
                  </a:lnTo>
                  <a:lnTo>
                    <a:pt x="168965" y="35693"/>
                  </a:lnTo>
                  <a:lnTo>
                    <a:pt x="169711" y="36066"/>
                  </a:lnTo>
                  <a:lnTo>
                    <a:pt x="171426" y="35618"/>
                  </a:lnTo>
                  <a:lnTo>
                    <a:pt x="172998" y="35465"/>
                  </a:lnTo>
                  <a:lnTo>
                    <a:pt x="173699" y="35730"/>
                  </a:lnTo>
                  <a:lnTo>
                    <a:pt x="174967" y="33829"/>
                  </a:lnTo>
                  <a:lnTo>
                    <a:pt x="175787" y="32525"/>
                  </a:lnTo>
                  <a:lnTo>
                    <a:pt x="176271" y="32711"/>
                  </a:lnTo>
                  <a:lnTo>
                    <a:pt x="177278" y="32935"/>
                  </a:lnTo>
                  <a:lnTo>
                    <a:pt x="178843" y="33158"/>
                  </a:lnTo>
                  <a:lnTo>
                    <a:pt x="180856" y="33531"/>
                  </a:lnTo>
                  <a:lnTo>
                    <a:pt x="182608" y="33941"/>
                  </a:lnTo>
                  <a:lnTo>
                    <a:pt x="184621" y="33904"/>
                  </a:lnTo>
                  <a:lnTo>
                    <a:pt x="187044" y="34351"/>
                  </a:lnTo>
                  <a:lnTo>
                    <a:pt x="189019" y="35879"/>
                  </a:lnTo>
                  <a:lnTo>
                    <a:pt x="185706" y="40981"/>
                  </a:lnTo>
                  <a:lnTo>
                    <a:pt x="185134" y="41911"/>
                  </a:lnTo>
                  <a:lnTo>
                    <a:pt x="184728" y="43844"/>
                  </a:lnTo>
                  <a:lnTo>
                    <a:pt x="184418" y="46921"/>
                  </a:lnTo>
                  <a:lnTo>
                    <a:pt x="184370" y="47589"/>
                  </a:lnTo>
                  <a:lnTo>
                    <a:pt x="184871" y="48591"/>
                  </a:lnTo>
                  <a:lnTo>
                    <a:pt x="185515" y="49497"/>
                  </a:lnTo>
                  <a:lnTo>
                    <a:pt x="185992" y="49831"/>
                  </a:lnTo>
                  <a:lnTo>
                    <a:pt x="187591" y="50547"/>
                  </a:lnTo>
                  <a:lnTo>
                    <a:pt x="189499" y="51310"/>
                  </a:lnTo>
                  <a:lnTo>
                    <a:pt x="190167" y="51835"/>
                  </a:lnTo>
                  <a:lnTo>
                    <a:pt x="190569" y="52959"/>
                  </a:lnTo>
                  <a:lnTo>
                    <a:pt x="190664" y="54725"/>
                  </a:lnTo>
                  <a:lnTo>
                    <a:pt x="190354" y="56371"/>
                  </a:lnTo>
                  <a:lnTo>
                    <a:pt x="189757" y="58518"/>
                  </a:lnTo>
                  <a:lnTo>
                    <a:pt x="188517" y="60474"/>
                  </a:lnTo>
                  <a:lnTo>
                    <a:pt x="188034" y="61015"/>
                  </a:lnTo>
                  <a:lnTo>
                    <a:pt x="187379" y="61572"/>
                  </a:lnTo>
                  <a:lnTo>
                    <a:pt x="185470" y="63199"/>
                  </a:lnTo>
                  <a:lnTo>
                    <a:pt x="182750" y="65668"/>
                  </a:lnTo>
                  <a:lnTo>
                    <a:pt x="181840" y="66444"/>
                  </a:lnTo>
                  <a:lnTo>
                    <a:pt x="180945" y="67804"/>
                  </a:lnTo>
                  <a:lnTo>
                    <a:pt x="180393" y="68642"/>
                  </a:lnTo>
                  <a:lnTo>
                    <a:pt x="179848" y="69544"/>
                  </a:lnTo>
                  <a:lnTo>
                    <a:pt x="179599" y="70471"/>
                  </a:lnTo>
                  <a:lnTo>
                    <a:pt x="179571" y="71605"/>
                  </a:lnTo>
                  <a:lnTo>
                    <a:pt x="179559" y="72480"/>
                  </a:lnTo>
                  <a:lnTo>
                    <a:pt x="179575" y="72759"/>
                  </a:lnTo>
                  <a:lnTo>
                    <a:pt x="179631" y="73682"/>
                  </a:lnTo>
                  <a:lnTo>
                    <a:pt x="179663" y="74221"/>
                  </a:lnTo>
                  <a:lnTo>
                    <a:pt x="179686" y="74904"/>
                  </a:lnTo>
                  <a:lnTo>
                    <a:pt x="179703" y="75402"/>
                  </a:lnTo>
                  <a:lnTo>
                    <a:pt x="179744" y="75838"/>
                  </a:lnTo>
                  <a:lnTo>
                    <a:pt x="179651" y="76556"/>
                  </a:lnTo>
                  <a:lnTo>
                    <a:pt x="179599" y="77713"/>
                  </a:lnTo>
                  <a:lnTo>
                    <a:pt x="179371" y="78635"/>
                  </a:lnTo>
                  <a:lnTo>
                    <a:pt x="178617" y="79739"/>
                  </a:lnTo>
                  <a:lnTo>
                    <a:pt x="178342" y="80292"/>
                  </a:lnTo>
                  <a:lnTo>
                    <a:pt x="178262" y="80972"/>
                  </a:lnTo>
                  <a:lnTo>
                    <a:pt x="174362" y="80242"/>
                  </a:lnTo>
                  <a:lnTo>
                    <a:pt x="170912" y="79597"/>
                  </a:lnTo>
                  <a:lnTo>
                    <a:pt x="169445" y="84222"/>
                  </a:lnTo>
                  <a:lnTo>
                    <a:pt x="169135" y="85534"/>
                  </a:lnTo>
                  <a:lnTo>
                    <a:pt x="167251" y="85009"/>
                  </a:lnTo>
                  <a:lnTo>
                    <a:pt x="166726" y="86512"/>
                  </a:lnTo>
                  <a:lnTo>
                    <a:pt x="164173" y="86035"/>
                  </a:lnTo>
                  <a:lnTo>
                    <a:pt x="162885" y="85677"/>
                  </a:lnTo>
                  <a:lnTo>
                    <a:pt x="162384" y="86345"/>
                  </a:lnTo>
                  <a:lnTo>
                    <a:pt x="161931" y="88158"/>
                  </a:lnTo>
                  <a:lnTo>
                    <a:pt x="158662" y="88563"/>
                  </a:lnTo>
                  <a:lnTo>
                    <a:pt x="148286" y="89370"/>
                  </a:lnTo>
                  <a:lnTo>
                    <a:pt x="143962" y="87096"/>
                  </a:lnTo>
                  <a:lnTo>
                    <a:pt x="141763" y="85829"/>
                  </a:lnTo>
                  <a:lnTo>
                    <a:pt x="140570" y="84449"/>
                  </a:lnTo>
                  <a:lnTo>
                    <a:pt x="139750" y="82064"/>
                  </a:lnTo>
                  <a:lnTo>
                    <a:pt x="138930" y="80759"/>
                  </a:lnTo>
                  <a:lnTo>
                    <a:pt x="138036" y="80461"/>
                  </a:lnTo>
                  <a:lnTo>
                    <a:pt x="136284" y="80275"/>
                  </a:lnTo>
                  <a:lnTo>
                    <a:pt x="131923" y="81206"/>
                  </a:lnTo>
                  <a:lnTo>
                    <a:pt x="128672" y="81285"/>
                  </a:lnTo>
                  <a:lnTo>
                    <a:pt x="126920" y="81508"/>
                  </a:lnTo>
                  <a:lnTo>
                    <a:pt x="125653" y="82142"/>
                  </a:lnTo>
                  <a:lnTo>
                    <a:pt x="124535" y="82664"/>
                  </a:lnTo>
                  <a:lnTo>
                    <a:pt x="123044" y="83447"/>
                  </a:lnTo>
                  <a:lnTo>
                    <a:pt x="121031" y="83186"/>
                  </a:lnTo>
                  <a:lnTo>
                    <a:pt x="119615" y="82478"/>
                  </a:lnTo>
                  <a:lnTo>
                    <a:pt x="118496" y="81508"/>
                  </a:lnTo>
                  <a:lnTo>
                    <a:pt x="117415" y="79980"/>
                  </a:lnTo>
                  <a:lnTo>
                    <a:pt x="116446" y="79197"/>
                  </a:lnTo>
                  <a:lnTo>
                    <a:pt x="115179" y="78601"/>
                  </a:lnTo>
                  <a:lnTo>
                    <a:pt x="112831" y="78377"/>
                  </a:lnTo>
                  <a:lnTo>
                    <a:pt x="110445" y="78377"/>
                  </a:lnTo>
                  <a:lnTo>
                    <a:pt x="108283" y="78862"/>
                  </a:lnTo>
                  <a:lnTo>
                    <a:pt x="107053" y="79458"/>
                  </a:lnTo>
                  <a:lnTo>
                    <a:pt x="105227" y="80651"/>
                  </a:lnTo>
                  <a:lnTo>
                    <a:pt x="102580" y="82217"/>
                  </a:lnTo>
                  <a:lnTo>
                    <a:pt x="100530" y="83372"/>
                  </a:lnTo>
                  <a:lnTo>
                    <a:pt x="97324" y="85683"/>
                  </a:lnTo>
                  <a:lnTo>
                    <a:pt x="95610" y="86391"/>
                  </a:lnTo>
                  <a:lnTo>
                    <a:pt x="94193" y="86317"/>
                  </a:lnTo>
                  <a:lnTo>
                    <a:pt x="94371" y="86554"/>
                  </a:lnTo>
                  <a:lnTo>
                    <a:pt x="90077" y="85838"/>
                  </a:lnTo>
                  <a:lnTo>
                    <a:pt x="86320" y="84809"/>
                  </a:lnTo>
                  <a:lnTo>
                    <a:pt x="84307" y="83333"/>
                  </a:lnTo>
                  <a:lnTo>
                    <a:pt x="82429" y="81813"/>
                  </a:lnTo>
                  <a:lnTo>
                    <a:pt x="81400" y="81142"/>
                  </a:lnTo>
                  <a:lnTo>
                    <a:pt x="79924" y="80829"/>
                  </a:lnTo>
                  <a:lnTo>
                    <a:pt x="77151" y="81544"/>
                  </a:lnTo>
                  <a:lnTo>
                    <a:pt x="75317" y="82394"/>
                  </a:lnTo>
                  <a:lnTo>
                    <a:pt x="73885" y="83065"/>
                  </a:lnTo>
                  <a:lnTo>
                    <a:pt x="70364" y="91533"/>
                  </a:lnTo>
                  <a:lnTo>
                    <a:pt x="69298" y="91188"/>
                  </a:lnTo>
                  <a:lnTo>
                    <a:pt x="67775" y="90695"/>
                  </a:lnTo>
                  <a:lnTo>
                    <a:pt x="64913" y="90993"/>
                  </a:lnTo>
                  <a:lnTo>
                    <a:pt x="62909" y="92822"/>
                  </a:lnTo>
                  <a:lnTo>
                    <a:pt x="59593" y="94158"/>
                  </a:lnTo>
                  <a:lnTo>
                    <a:pt x="57708" y="94444"/>
                  </a:lnTo>
                  <a:lnTo>
                    <a:pt x="55323" y="93943"/>
                  </a:lnTo>
                  <a:lnTo>
                    <a:pt x="53915" y="92846"/>
                  </a:lnTo>
                  <a:lnTo>
                    <a:pt x="52770" y="91391"/>
                  </a:lnTo>
                  <a:lnTo>
                    <a:pt x="51721" y="90031"/>
                  </a:lnTo>
                  <a:lnTo>
                    <a:pt x="51124" y="89077"/>
                  </a:lnTo>
                  <a:lnTo>
                    <a:pt x="50170" y="88313"/>
                  </a:lnTo>
                  <a:lnTo>
                    <a:pt x="48834" y="87717"/>
                  </a:lnTo>
                  <a:lnTo>
                    <a:pt x="47069" y="87597"/>
                  </a:lnTo>
                  <a:lnTo>
                    <a:pt x="45971" y="87931"/>
                  </a:lnTo>
                  <a:lnTo>
                    <a:pt x="45089" y="88313"/>
                  </a:lnTo>
                  <a:lnTo>
                    <a:pt x="43824" y="88385"/>
                  </a:lnTo>
                  <a:lnTo>
                    <a:pt x="42918" y="88122"/>
                  </a:lnTo>
                  <a:lnTo>
                    <a:pt x="41987" y="87860"/>
                  </a:lnTo>
                  <a:lnTo>
                    <a:pt x="40944" y="87645"/>
                  </a:lnTo>
                  <a:lnTo>
                    <a:pt x="39906" y="86947"/>
                  </a:lnTo>
                  <a:lnTo>
                    <a:pt x="38135" y="85176"/>
                  </a:lnTo>
                  <a:lnTo>
                    <a:pt x="37759" y="84460"/>
                  </a:lnTo>
                  <a:lnTo>
                    <a:pt x="37670" y="83924"/>
                  </a:lnTo>
                  <a:lnTo>
                    <a:pt x="37759" y="83637"/>
                  </a:lnTo>
                  <a:lnTo>
                    <a:pt x="38066" y="83187"/>
                  </a:lnTo>
                  <a:lnTo>
                    <a:pt x="40824" y="81219"/>
                  </a:lnTo>
                  <a:lnTo>
                    <a:pt x="42658" y="79937"/>
                  </a:lnTo>
                  <a:lnTo>
                    <a:pt x="43956" y="79012"/>
                  </a:lnTo>
                  <a:lnTo>
                    <a:pt x="45804" y="77730"/>
                  </a:lnTo>
                  <a:lnTo>
                    <a:pt x="46597" y="77233"/>
                  </a:lnTo>
                  <a:lnTo>
                    <a:pt x="47825" y="76535"/>
                  </a:lnTo>
                  <a:lnTo>
                    <a:pt x="48881" y="76171"/>
                  </a:lnTo>
                  <a:lnTo>
                    <a:pt x="49668" y="76195"/>
                  </a:lnTo>
                  <a:lnTo>
                    <a:pt x="50420" y="76410"/>
                  </a:lnTo>
                  <a:lnTo>
                    <a:pt x="52161" y="77233"/>
                  </a:lnTo>
                  <a:lnTo>
                    <a:pt x="52531" y="77256"/>
                  </a:lnTo>
                  <a:lnTo>
                    <a:pt x="53300" y="77318"/>
                  </a:lnTo>
                  <a:lnTo>
                    <a:pt x="53848" y="77223"/>
                  </a:lnTo>
                  <a:lnTo>
                    <a:pt x="54158" y="76746"/>
                  </a:lnTo>
                  <a:lnTo>
                    <a:pt x="54516" y="75911"/>
                  </a:lnTo>
                  <a:lnTo>
                    <a:pt x="55089" y="74241"/>
                  </a:lnTo>
                  <a:lnTo>
                    <a:pt x="55995" y="71927"/>
                  </a:lnTo>
                  <a:lnTo>
                    <a:pt x="56329" y="70519"/>
                  </a:lnTo>
                  <a:lnTo>
                    <a:pt x="56973" y="69637"/>
                  </a:lnTo>
                  <a:lnTo>
                    <a:pt x="58118" y="67943"/>
                  </a:lnTo>
                  <a:lnTo>
                    <a:pt x="58599" y="67136"/>
                  </a:lnTo>
                  <a:lnTo>
                    <a:pt x="58593" y="66949"/>
                  </a:lnTo>
                  <a:lnTo>
                    <a:pt x="58457" y="66615"/>
                  </a:lnTo>
                  <a:lnTo>
                    <a:pt x="55238" y="63928"/>
                  </a:lnTo>
                  <a:lnTo>
                    <a:pt x="55059" y="63332"/>
                  </a:lnTo>
                  <a:lnTo>
                    <a:pt x="55089" y="63123"/>
                  </a:lnTo>
                  <a:lnTo>
                    <a:pt x="55268" y="62705"/>
                  </a:lnTo>
                  <a:lnTo>
                    <a:pt x="55381" y="62150"/>
                  </a:lnTo>
                  <a:lnTo>
                    <a:pt x="55209" y="61692"/>
                  </a:lnTo>
                  <a:lnTo>
                    <a:pt x="54612" y="61095"/>
                  </a:lnTo>
                  <a:lnTo>
                    <a:pt x="53419" y="60558"/>
                  </a:lnTo>
                  <a:lnTo>
                    <a:pt x="51899" y="60201"/>
                  </a:lnTo>
                  <a:lnTo>
                    <a:pt x="50915" y="60111"/>
                  </a:lnTo>
                  <a:lnTo>
                    <a:pt x="49781" y="60201"/>
                  </a:lnTo>
                  <a:lnTo>
                    <a:pt x="48857" y="60529"/>
                  </a:lnTo>
                  <a:lnTo>
                    <a:pt x="46949" y="61721"/>
                  </a:lnTo>
                  <a:lnTo>
                    <a:pt x="41342" y="65359"/>
                  </a:lnTo>
                  <a:lnTo>
                    <a:pt x="39318" y="66689"/>
                  </a:lnTo>
                  <a:lnTo>
                    <a:pt x="28946" y="74541"/>
                  </a:lnTo>
                  <a:lnTo>
                    <a:pt x="27871" y="75354"/>
                  </a:lnTo>
                  <a:lnTo>
                    <a:pt x="25452" y="77186"/>
                  </a:lnTo>
                  <a:lnTo>
                    <a:pt x="19266" y="81489"/>
                  </a:lnTo>
                  <a:lnTo>
                    <a:pt x="18787" y="80896"/>
                  </a:lnTo>
                  <a:lnTo>
                    <a:pt x="17468" y="79269"/>
                  </a:lnTo>
                  <a:lnTo>
                    <a:pt x="11905" y="70140"/>
                  </a:lnTo>
                  <a:lnTo>
                    <a:pt x="9762" y="64712"/>
                  </a:lnTo>
                  <a:lnTo>
                    <a:pt x="8598" y="61763"/>
                  </a:lnTo>
                  <a:lnTo>
                    <a:pt x="9050" y="61659"/>
                  </a:lnTo>
                  <a:lnTo>
                    <a:pt x="7945" y="57642"/>
                  </a:lnTo>
                  <a:lnTo>
                    <a:pt x="7582" y="56325"/>
                  </a:lnTo>
                  <a:lnTo>
                    <a:pt x="7496" y="56010"/>
                  </a:lnTo>
                  <a:lnTo>
                    <a:pt x="5693" y="49463"/>
                  </a:lnTo>
                  <a:lnTo>
                    <a:pt x="5424" y="48483"/>
                  </a:lnTo>
                  <a:lnTo>
                    <a:pt x="3543" y="41649"/>
                  </a:lnTo>
                  <a:lnTo>
                    <a:pt x="3305" y="40470"/>
                  </a:lnTo>
                  <a:lnTo>
                    <a:pt x="3154" y="39725"/>
                  </a:lnTo>
                  <a:lnTo>
                    <a:pt x="2935" y="38638"/>
                  </a:lnTo>
                  <a:lnTo>
                    <a:pt x="2257" y="35285"/>
                  </a:lnTo>
                  <a:lnTo>
                    <a:pt x="1287" y="31712"/>
                  </a:lnTo>
                  <a:lnTo>
                    <a:pt x="1069" y="30910"/>
                  </a:lnTo>
                  <a:lnTo>
                    <a:pt x="925" y="30383"/>
                  </a:lnTo>
                  <a:lnTo>
                    <a:pt x="768" y="29803"/>
                  </a:lnTo>
                  <a:lnTo>
                    <a:pt x="0" y="26975"/>
                  </a:lnTo>
                  <a:lnTo>
                    <a:pt x="1624" y="26292"/>
                  </a:lnTo>
                  <a:lnTo>
                    <a:pt x="1972" y="26146"/>
                  </a:lnTo>
                  <a:lnTo>
                    <a:pt x="10492" y="22566"/>
                  </a:lnTo>
                  <a:lnTo>
                    <a:pt x="10858" y="22412"/>
                  </a:lnTo>
                  <a:lnTo>
                    <a:pt x="11703" y="22057"/>
                  </a:lnTo>
                  <a:lnTo>
                    <a:pt x="12816" y="22096"/>
                  </a:lnTo>
                  <a:lnTo>
                    <a:pt x="12780" y="22365"/>
                  </a:lnTo>
                  <a:lnTo>
                    <a:pt x="12520" y="24446"/>
                  </a:lnTo>
                  <a:lnTo>
                    <a:pt x="12229" y="26797"/>
                  </a:lnTo>
                  <a:lnTo>
                    <a:pt x="12058" y="28245"/>
                  </a:lnTo>
                  <a:lnTo>
                    <a:pt x="12166" y="28774"/>
                  </a:lnTo>
                  <a:lnTo>
                    <a:pt x="12404" y="29177"/>
                  </a:lnTo>
                  <a:lnTo>
                    <a:pt x="12643" y="29505"/>
                  </a:lnTo>
                  <a:lnTo>
                    <a:pt x="13374" y="29967"/>
                  </a:lnTo>
                  <a:lnTo>
                    <a:pt x="14432" y="30832"/>
                  </a:lnTo>
                  <a:lnTo>
                    <a:pt x="15073" y="31369"/>
                  </a:lnTo>
                  <a:lnTo>
                    <a:pt x="15357" y="31756"/>
                  </a:lnTo>
                  <a:lnTo>
                    <a:pt x="15608" y="32555"/>
                  </a:lnTo>
                  <a:lnTo>
                    <a:pt x="16085" y="37326"/>
                  </a:lnTo>
                  <a:lnTo>
                    <a:pt x="16299" y="39521"/>
                  </a:lnTo>
                  <a:lnTo>
                    <a:pt x="17731" y="43552"/>
                  </a:lnTo>
                  <a:lnTo>
                    <a:pt x="19878" y="49525"/>
                  </a:lnTo>
                  <a:lnTo>
                    <a:pt x="20069" y="50527"/>
                  </a:lnTo>
                  <a:lnTo>
                    <a:pt x="19925" y="51076"/>
                  </a:lnTo>
                  <a:lnTo>
                    <a:pt x="18256" y="52316"/>
                  </a:lnTo>
                  <a:lnTo>
                    <a:pt x="18852" y="53103"/>
                  </a:lnTo>
                  <a:lnTo>
                    <a:pt x="20069" y="52865"/>
                  </a:lnTo>
                  <a:lnTo>
                    <a:pt x="22049" y="51577"/>
                  </a:lnTo>
                  <a:lnTo>
                    <a:pt x="23742" y="49978"/>
                  </a:lnTo>
                  <a:lnTo>
                    <a:pt x="24864" y="48261"/>
                  </a:lnTo>
                  <a:lnTo>
                    <a:pt x="23885" y="47688"/>
                  </a:lnTo>
                  <a:lnTo>
                    <a:pt x="24339" y="46806"/>
                  </a:lnTo>
                  <a:lnTo>
                    <a:pt x="25341" y="44826"/>
                  </a:lnTo>
                  <a:lnTo>
                    <a:pt x="26605" y="43227"/>
                  </a:lnTo>
                  <a:lnTo>
                    <a:pt x="28108" y="42368"/>
                  </a:lnTo>
                  <a:lnTo>
                    <a:pt x="28898" y="41870"/>
                  </a:lnTo>
                  <a:lnTo>
                    <a:pt x="29465" y="41274"/>
                  </a:lnTo>
                  <a:lnTo>
                    <a:pt x="29644" y="40260"/>
                  </a:lnTo>
                  <a:lnTo>
                    <a:pt x="29614" y="39217"/>
                  </a:lnTo>
                  <a:lnTo>
                    <a:pt x="29823" y="37785"/>
                  </a:lnTo>
                  <a:lnTo>
                    <a:pt x="30479" y="37189"/>
                  </a:lnTo>
                  <a:lnTo>
                    <a:pt x="32029" y="36622"/>
                  </a:lnTo>
                  <a:lnTo>
                    <a:pt x="33967" y="36026"/>
                  </a:lnTo>
                  <a:lnTo>
                    <a:pt x="35995" y="35638"/>
                  </a:lnTo>
                  <a:lnTo>
                    <a:pt x="38053" y="35161"/>
                  </a:lnTo>
                  <a:lnTo>
                    <a:pt x="39454" y="34654"/>
                  </a:lnTo>
                  <a:lnTo>
                    <a:pt x="40468" y="34117"/>
                  </a:lnTo>
                  <a:lnTo>
                    <a:pt x="41340" y="33379"/>
                  </a:lnTo>
                  <a:lnTo>
                    <a:pt x="42104" y="32377"/>
                  </a:lnTo>
                  <a:lnTo>
                    <a:pt x="40787" y="30927"/>
                  </a:lnTo>
                  <a:lnTo>
                    <a:pt x="40186" y="30451"/>
                  </a:lnTo>
                  <a:lnTo>
                    <a:pt x="39068" y="30898"/>
                  </a:lnTo>
                  <a:lnTo>
                    <a:pt x="38173" y="30720"/>
                  </a:lnTo>
                  <a:lnTo>
                    <a:pt x="37189" y="30138"/>
                  </a:lnTo>
                  <a:lnTo>
                    <a:pt x="36518" y="29467"/>
                  </a:lnTo>
                  <a:lnTo>
                    <a:pt x="35803" y="28394"/>
                  </a:lnTo>
                  <a:lnTo>
                    <a:pt x="36831" y="27633"/>
                  </a:lnTo>
                  <a:lnTo>
                    <a:pt x="35355" y="24457"/>
                  </a:lnTo>
                  <a:lnTo>
                    <a:pt x="34371" y="22937"/>
                  </a:lnTo>
                  <a:lnTo>
                    <a:pt x="34192" y="21953"/>
                  </a:lnTo>
                  <a:lnTo>
                    <a:pt x="35042" y="20700"/>
                  </a:lnTo>
                  <a:lnTo>
                    <a:pt x="36250" y="20119"/>
                  </a:lnTo>
                  <a:lnTo>
                    <a:pt x="37502" y="19179"/>
                  </a:lnTo>
                  <a:lnTo>
                    <a:pt x="37592" y="18106"/>
                  </a:lnTo>
                  <a:lnTo>
                    <a:pt x="39023" y="16898"/>
                  </a:lnTo>
                  <a:lnTo>
                    <a:pt x="40052" y="15825"/>
                  </a:lnTo>
                  <a:lnTo>
                    <a:pt x="40365" y="14885"/>
                  </a:lnTo>
                  <a:lnTo>
                    <a:pt x="40947" y="14304"/>
                  </a:lnTo>
                  <a:lnTo>
                    <a:pt x="41662" y="13767"/>
                  </a:lnTo>
                  <a:lnTo>
                    <a:pt x="43407" y="12917"/>
                  </a:lnTo>
                  <a:lnTo>
                    <a:pt x="45106" y="12738"/>
                  </a:lnTo>
                  <a:lnTo>
                    <a:pt x="46090" y="11889"/>
                  </a:lnTo>
                  <a:lnTo>
                    <a:pt x="47566" y="10994"/>
                  </a:lnTo>
                  <a:lnTo>
                    <a:pt x="49042" y="10457"/>
                  </a:lnTo>
                  <a:lnTo>
                    <a:pt x="49982" y="10010"/>
                  </a:lnTo>
                  <a:lnTo>
                    <a:pt x="50787" y="9294"/>
                  </a:lnTo>
                  <a:lnTo>
                    <a:pt x="51547" y="8757"/>
                  </a:lnTo>
                  <a:lnTo>
                    <a:pt x="52621" y="8757"/>
                  </a:lnTo>
                  <a:lnTo>
                    <a:pt x="53202" y="7147"/>
                  </a:lnTo>
                  <a:lnTo>
                    <a:pt x="53627" y="5054"/>
                  </a:lnTo>
                  <a:lnTo>
                    <a:pt x="54298" y="2415"/>
                  </a:lnTo>
                  <a:lnTo>
                    <a:pt x="55640" y="357"/>
                  </a:lnTo>
                  <a:lnTo>
                    <a:pt x="55953" y="89"/>
                  </a:lnTo>
                  <a:lnTo>
                    <a:pt x="56937" y="0"/>
                  </a:lnTo>
                  <a:lnTo>
                    <a:pt x="57877" y="715"/>
                  </a:lnTo>
                  <a:lnTo>
                    <a:pt x="58234" y="1207"/>
                  </a:lnTo>
                  <a:lnTo>
                    <a:pt x="58592" y="2057"/>
                  </a:lnTo>
                  <a:lnTo>
                    <a:pt x="59084" y="3623"/>
                  </a:lnTo>
                  <a:lnTo>
                    <a:pt x="59490" y="4428"/>
                  </a:lnTo>
                  <a:lnTo>
                    <a:pt x="60265" y="4696"/>
                  </a:lnTo>
                  <a:lnTo>
                    <a:pt x="59242" y="7730"/>
                  </a:lnTo>
                  <a:lnTo>
                    <a:pt x="59010" y="8482"/>
                  </a:lnTo>
                  <a:lnTo>
                    <a:pt x="58545" y="8643"/>
                  </a:lnTo>
                  <a:lnTo>
                    <a:pt x="57954" y="8750"/>
                  </a:lnTo>
                  <a:lnTo>
                    <a:pt x="57525" y="8875"/>
                  </a:lnTo>
                  <a:lnTo>
                    <a:pt x="57435" y="10665"/>
                  </a:lnTo>
                  <a:lnTo>
                    <a:pt x="58164" y="10785"/>
                  </a:lnTo>
                  <a:lnTo>
                    <a:pt x="59123" y="10967"/>
                  </a:lnTo>
                  <a:lnTo>
                    <a:pt x="59577" y="11144"/>
                  </a:lnTo>
                  <a:lnTo>
                    <a:pt x="60122" y="11356"/>
                  </a:lnTo>
                  <a:lnTo>
                    <a:pt x="61565" y="11934"/>
                  </a:lnTo>
                  <a:lnTo>
                    <a:pt x="62579" y="12203"/>
                  </a:lnTo>
                  <a:lnTo>
                    <a:pt x="63742" y="12573"/>
                  </a:lnTo>
                  <a:lnTo>
                    <a:pt x="64534" y="12759"/>
                  </a:lnTo>
                  <a:lnTo>
                    <a:pt x="64195" y="14295"/>
                  </a:lnTo>
                  <a:lnTo>
                    <a:pt x="63659" y="16239"/>
                  </a:lnTo>
                  <a:lnTo>
                    <a:pt x="63182" y="17777"/>
                  </a:lnTo>
                  <a:lnTo>
                    <a:pt x="62836" y="18457"/>
                  </a:lnTo>
                  <a:lnTo>
                    <a:pt x="63241" y="20151"/>
                  </a:lnTo>
                  <a:lnTo>
                    <a:pt x="63671" y="21714"/>
                  </a:lnTo>
                  <a:lnTo>
                    <a:pt x="63838" y="22215"/>
                  </a:lnTo>
                  <a:lnTo>
                    <a:pt x="64219" y="22596"/>
                  </a:lnTo>
                  <a:lnTo>
                    <a:pt x="65130" y="23260"/>
                  </a:lnTo>
                  <a:lnTo>
                    <a:pt x="66278" y="23931"/>
                  </a:lnTo>
                  <a:lnTo>
                    <a:pt x="67396" y="2436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 name="pg27"/>
            <p:cNvSpPr/>
            <p:nvPr/>
          </p:nvSpPr>
          <p:spPr>
            <a:xfrm>
              <a:off x="4757123" y="3476232"/>
              <a:ext cx="134609" cy="127634"/>
            </a:xfrm>
            <a:custGeom>
              <a:avLst/>
              <a:pathLst>
                <a:path w="134609" h="127634">
                  <a:moveTo>
                    <a:pt x="121023" y="29695"/>
                  </a:moveTo>
                  <a:lnTo>
                    <a:pt x="129270" y="52432"/>
                  </a:lnTo>
                  <a:lnTo>
                    <a:pt x="129737" y="53718"/>
                  </a:lnTo>
                  <a:lnTo>
                    <a:pt x="129957" y="54278"/>
                  </a:lnTo>
                  <a:lnTo>
                    <a:pt x="132287" y="60234"/>
                  </a:lnTo>
                  <a:lnTo>
                    <a:pt x="134013" y="64643"/>
                  </a:lnTo>
                  <a:lnTo>
                    <a:pt x="134256" y="66374"/>
                  </a:lnTo>
                  <a:lnTo>
                    <a:pt x="134279" y="66538"/>
                  </a:lnTo>
                  <a:lnTo>
                    <a:pt x="134549" y="68460"/>
                  </a:lnTo>
                  <a:lnTo>
                    <a:pt x="134609" y="71025"/>
                  </a:lnTo>
                  <a:lnTo>
                    <a:pt x="134500" y="72773"/>
                  </a:lnTo>
                  <a:lnTo>
                    <a:pt x="134475" y="73176"/>
                  </a:lnTo>
                  <a:lnTo>
                    <a:pt x="134370" y="74842"/>
                  </a:lnTo>
                  <a:lnTo>
                    <a:pt x="133714" y="79494"/>
                  </a:lnTo>
                  <a:lnTo>
                    <a:pt x="132983" y="81607"/>
                  </a:lnTo>
                  <a:lnTo>
                    <a:pt x="132909" y="81821"/>
                  </a:lnTo>
                  <a:lnTo>
                    <a:pt x="132641" y="82595"/>
                  </a:lnTo>
                  <a:lnTo>
                    <a:pt x="130136" y="87903"/>
                  </a:lnTo>
                  <a:lnTo>
                    <a:pt x="128762" y="89925"/>
                  </a:lnTo>
                  <a:lnTo>
                    <a:pt x="128595" y="90171"/>
                  </a:lnTo>
                  <a:lnTo>
                    <a:pt x="127989" y="91064"/>
                  </a:lnTo>
                  <a:lnTo>
                    <a:pt x="123993" y="95358"/>
                  </a:lnTo>
                  <a:lnTo>
                    <a:pt x="120860" y="97673"/>
                  </a:lnTo>
                  <a:lnTo>
                    <a:pt x="117512" y="100146"/>
                  </a:lnTo>
                  <a:lnTo>
                    <a:pt x="117376" y="100247"/>
                  </a:lnTo>
                  <a:lnTo>
                    <a:pt x="114522" y="101674"/>
                  </a:lnTo>
                  <a:lnTo>
                    <a:pt x="114388" y="101741"/>
                  </a:lnTo>
                  <a:lnTo>
                    <a:pt x="112602" y="102634"/>
                  </a:lnTo>
                  <a:lnTo>
                    <a:pt x="108640" y="103688"/>
                  </a:lnTo>
                  <a:lnTo>
                    <a:pt x="108405" y="103750"/>
                  </a:lnTo>
                  <a:lnTo>
                    <a:pt x="108137" y="103822"/>
                  </a:lnTo>
                  <a:lnTo>
                    <a:pt x="107587" y="103968"/>
                  </a:lnTo>
                  <a:lnTo>
                    <a:pt x="107340" y="104033"/>
                  </a:lnTo>
                  <a:lnTo>
                    <a:pt x="106102" y="104363"/>
                  </a:lnTo>
                  <a:lnTo>
                    <a:pt x="100048" y="105831"/>
                  </a:lnTo>
                  <a:lnTo>
                    <a:pt x="84453" y="109611"/>
                  </a:lnTo>
                  <a:lnTo>
                    <a:pt x="84112" y="109691"/>
                  </a:lnTo>
                  <a:lnTo>
                    <a:pt x="78878" y="110918"/>
                  </a:lnTo>
                  <a:lnTo>
                    <a:pt x="60748" y="115169"/>
                  </a:lnTo>
                  <a:lnTo>
                    <a:pt x="57359" y="115964"/>
                  </a:lnTo>
                  <a:lnTo>
                    <a:pt x="56317" y="116208"/>
                  </a:lnTo>
                  <a:lnTo>
                    <a:pt x="54693" y="116589"/>
                  </a:lnTo>
                  <a:lnTo>
                    <a:pt x="55006" y="118591"/>
                  </a:lnTo>
                  <a:lnTo>
                    <a:pt x="32847" y="124547"/>
                  </a:lnTo>
                  <a:lnTo>
                    <a:pt x="21362" y="127634"/>
                  </a:lnTo>
                  <a:lnTo>
                    <a:pt x="20179" y="125194"/>
                  </a:lnTo>
                  <a:lnTo>
                    <a:pt x="12004" y="108333"/>
                  </a:lnTo>
                  <a:lnTo>
                    <a:pt x="15251" y="106675"/>
                  </a:lnTo>
                  <a:lnTo>
                    <a:pt x="14864" y="105860"/>
                  </a:lnTo>
                  <a:lnTo>
                    <a:pt x="13234" y="102423"/>
                  </a:lnTo>
                  <a:lnTo>
                    <a:pt x="0" y="91813"/>
                  </a:lnTo>
                  <a:lnTo>
                    <a:pt x="12559" y="77076"/>
                  </a:lnTo>
                  <a:lnTo>
                    <a:pt x="15057" y="74145"/>
                  </a:lnTo>
                  <a:lnTo>
                    <a:pt x="15398" y="73745"/>
                  </a:lnTo>
                  <a:lnTo>
                    <a:pt x="16032" y="73001"/>
                  </a:lnTo>
                  <a:lnTo>
                    <a:pt x="23366" y="64395"/>
                  </a:lnTo>
                  <a:lnTo>
                    <a:pt x="30792" y="55734"/>
                  </a:lnTo>
                  <a:lnTo>
                    <a:pt x="38693" y="46520"/>
                  </a:lnTo>
                  <a:lnTo>
                    <a:pt x="38945" y="46225"/>
                  </a:lnTo>
                  <a:lnTo>
                    <a:pt x="43486" y="40934"/>
                  </a:lnTo>
                  <a:lnTo>
                    <a:pt x="53960" y="28725"/>
                  </a:lnTo>
                  <a:lnTo>
                    <a:pt x="54353" y="28370"/>
                  </a:lnTo>
                  <a:lnTo>
                    <a:pt x="60936" y="34060"/>
                  </a:lnTo>
                  <a:lnTo>
                    <a:pt x="66382" y="38768"/>
                  </a:lnTo>
                  <a:lnTo>
                    <a:pt x="69800" y="41532"/>
                  </a:lnTo>
                  <a:lnTo>
                    <a:pt x="71305" y="42760"/>
                  </a:lnTo>
                  <a:lnTo>
                    <a:pt x="73913" y="44888"/>
                  </a:lnTo>
                  <a:lnTo>
                    <a:pt x="74251" y="45164"/>
                  </a:lnTo>
                  <a:lnTo>
                    <a:pt x="74738" y="45463"/>
                  </a:lnTo>
                  <a:lnTo>
                    <a:pt x="79603" y="48445"/>
                  </a:lnTo>
                  <a:lnTo>
                    <a:pt x="79854" y="48546"/>
                  </a:lnTo>
                  <a:lnTo>
                    <a:pt x="85093" y="50642"/>
                  </a:lnTo>
                  <a:lnTo>
                    <a:pt x="85508" y="50808"/>
                  </a:lnTo>
                  <a:lnTo>
                    <a:pt x="85802" y="50945"/>
                  </a:lnTo>
                  <a:lnTo>
                    <a:pt x="85938" y="50440"/>
                  </a:lnTo>
                  <a:lnTo>
                    <a:pt x="86571" y="48436"/>
                  </a:lnTo>
                  <a:lnTo>
                    <a:pt x="87091" y="47088"/>
                  </a:lnTo>
                  <a:lnTo>
                    <a:pt x="87584" y="45812"/>
                  </a:lnTo>
                  <a:lnTo>
                    <a:pt x="87685" y="45549"/>
                  </a:lnTo>
                  <a:lnTo>
                    <a:pt x="87917" y="44946"/>
                  </a:lnTo>
                  <a:lnTo>
                    <a:pt x="88336" y="43856"/>
                  </a:lnTo>
                  <a:lnTo>
                    <a:pt x="88896" y="42615"/>
                  </a:lnTo>
                  <a:lnTo>
                    <a:pt x="89097" y="42224"/>
                  </a:lnTo>
                  <a:lnTo>
                    <a:pt x="89826" y="40802"/>
                  </a:lnTo>
                  <a:lnTo>
                    <a:pt x="90324" y="39852"/>
                  </a:lnTo>
                  <a:lnTo>
                    <a:pt x="91673" y="37700"/>
                  </a:lnTo>
                  <a:lnTo>
                    <a:pt x="96247" y="29797"/>
                  </a:lnTo>
                  <a:lnTo>
                    <a:pt x="96899" y="28672"/>
                  </a:lnTo>
                  <a:lnTo>
                    <a:pt x="97907" y="27248"/>
                  </a:lnTo>
                  <a:lnTo>
                    <a:pt x="101076" y="21587"/>
                  </a:lnTo>
                  <a:lnTo>
                    <a:pt x="101530" y="20776"/>
                  </a:lnTo>
                  <a:lnTo>
                    <a:pt x="102365" y="19286"/>
                  </a:lnTo>
                  <a:lnTo>
                    <a:pt x="103364" y="17259"/>
                  </a:lnTo>
                  <a:lnTo>
                    <a:pt x="104437" y="14560"/>
                  </a:lnTo>
                  <a:lnTo>
                    <a:pt x="104506" y="14356"/>
                  </a:lnTo>
                  <a:lnTo>
                    <a:pt x="104959" y="13024"/>
                  </a:lnTo>
                  <a:lnTo>
                    <a:pt x="105693" y="10678"/>
                  </a:lnTo>
                  <a:lnTo>
                    <a:pt x="106171" y="8811"/>
                  </a:lnTo>
                  <a:lnTo>
                    <a:pt x="106247" y="8513"/>
                  </a:lnTo>
                  <a:lnTo>
                    <a:pt x="106394" y="7372"/>
                  </a:lnTo>
                  <a:lnTo>
                    <a:pt x="106498" y="6562"/>
                  </a:lnTo>
                  <a:lnTo>
                    <a:pt x="106677" y="2018"/>
                  </a:lnTo>
                  <a:lnTo>
                    <a:pt x="106671" y="1237"/>
                  </a:lnTo>
                  <a:lnTo>
                    <a:pt x="107270" y="1117"/>
                  </a:lnTo>
                  <a:lnTo>
                    <a:pt x="108566" y="858"/>
                  </a:lnTo>
                  <a:lnTo>
                    <a:pt x="110189" y="533"/>
                  </a:lnTo>
                  <a:lnTo>
                    <a:pt x="111023" y="366"/>
                  </a:lnTo>
                  <a:lnTo>
                    <a:pt x="112353" y="99"/>
                  </a:lnTo>
                  <a:lnTo>
                    <a:pt x="112852" y="0"/>
                  </a:lnTo>
                  <a:lnTo>
                    <a:pt x="112930" y="209"/>
                  </a:lnTo>
                  <a:lnTo>
                    <a:pt x="113891" y="2768"/>
                  </a:lnTo>
                  <a:lnTo>
                    <a:pt x="115400" y="6790"/>
                  </a:lnTo>
                  <a:lnTo>
                    <a:pt x="116239" y="9025"/>
                  </a:lnTo>
                  <a:lnTo>
                    <a:pt x="117000" y="11051"/>
                  </a:lnTo>
                  <a:lnTo>
                    <a:pt x="117111" y="11349"/>
                  </a:lnTo>
                  <a:lnTo>
                    <a:pt x="115455" y="12007"/>
                  </a:lnTo>
                  <a:lnTo>
                    <a:pt x="115559" y="12280"/>
                  </a:lnTo>
                  <a:lnTo>
                    <a:pt x="115823" y="12974"/>
                  </a:lnTo>
                  <a:lnTo>
                    <a:pt x="116335" y="14318"/>
                  </a:lnTo>
                  <a:lnTo>
                    <a:pt x="117194" y="16574"/>
                  </a:lnTo>
                  <a:lnTo>
                    <a:pt x="118419" y="21548"/>
                  </a:lnTo>
                  <a:lnTo>
                    <a:pt x="118515" y="21935"/>
                  </a:lnTo>
                  <a:lnTo>
                    <a:pt x="119162" y="24566"/>
                  </a:lnTo>
                  <a:lnTo>
                    <a:pt x="119545" y="25620"/>
                  </a:lnTo>
                  <a:lnTo>
                    <a:pt x="120827" y="29155"/>
                  </a:lnTo>
                  <a:lnTo>
                    <a:pt x="120889" y="2932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 name="pg28"/>
            <p:cNvSpPr/>
            <p:nvPr/>
          </p:nvSpPr>
          <p:spPr>
            <a:xfrm>
              <a:off x="4633635" y="3513639"/>
              <a:ext cx="146854" cy="211499"/>
            </a:xfrm>
            <a:custGeom>
              <a:avLst/>
              <a:pathLst>
                <a:path w="146854" h="211499">
                  <a:moveTo>
                    <a:pt x="131219" y="143191"/>
                  </a:moveTo>
                  <a:lnTo>
                    <a:pt x="121718" y="147338"/>
                  </a:lnTo>
                  <a:lnTo>
                    <a:pt x="119692" y="146646"/>
                  </a:lnTo>
                  <a:lnTo>
                    <a:pt x="118037" y="146335"/>
                  </a:lnTo>
                  <a:lnTo>
                    <a:pt x="117324" y="146202"/>
                  </a:lnTo>
                  <a:lnTo>
                    <a:pt x="116639" y="146559"/>
                  </a:lnTo>
                  <a:lnTo>
                    <a:pt x="116671" y="147051"/>
                  </a:lnTo>
                  <a:lnTo>
                    <a:pt x="116572" y="147747"/>
                  </a:lnTo>
                  <a:lnTo>
                    <a:pt x="116809" y="150197"/>
                  </a:lnTo>
                  <a:lnTo>
                    <a:pt x="114823" y="153988"/>
                  </a:lnTo>
                  <a:lnTo>
                    <a:pt x="111062" y="158504"/>
                  </a:lnTo>
                  <a:lnTo>
                    <a:pt x="107682" y="161818"/>
                  </a:lnTo>
                  <a:lnTo>
                    <a:pt x="105759" y="162813"/>
                  </a:lnTo>
                  <a:lnTo>
                    <a:pt x="103373" y="162945"/>
                  </a:lnTo>
                  <a:lnTo>
                    <a:pt x="101583" y="162017"/>
                  </a:lnTo>
                  <a:lnTo>
                    <a:pt x="100589" y="161156"/>
                  </a:lnTo>
                  <a:lnTo>
                    <a:pt x="98731" y="160498"/>
                  </a:lnTo>
                  <a:lnTo>
                    <a:pt x="98251" y="160328"/>
                  </a:lnTo>
                  <a:lnTo>
                    <a:pt x="96912" y="160863"/>
                  </a:lnTo>
                  <a:lnTo>
                    <a:pt x="96148" y="162150"/>
                  </a:lnTo>
                  <a:lnTo>
                    <a:pt x="95949" y="163144"/>
                  </a:lnTo>
                  <a:lnTo>
                    <a:pt x="95817" y="165464"/>
                  </a:lnTo>
                  <a:lnTo>
                    <a:pt x="96270" y="167375"/>
                  </a:lnTo>
                  <a:lnTo>
                    <a:pt x="98170" y="170283"/>
                  </a:lnTo>
                  <a:lnTo>
                    <a:pt x="97537" y="174207"/>
                  </a:lnTo>
                  <a:lnTo>
                    <a:pt x="92652" y="181734"/>
                  </a:lnTo>
                  <a:lnTo>
                    <a:pt x="89184" y="182658"/>
                  </a:lnTo>
                  <a:lnTo>
                    <a:pt x="85197" y="181416"/>
                  </a:lnTo>
                  <a:lnTo>
                    <a:pt x="84802" y="185361"/>
                  </a:lnTo>
                  <a:lnTo>
                    <a:pt x="84603" y="187344"/>
                  </a:lnTo>
                  <a:lnTo>
                    <a:pt x="83809" y="187200"/>
                  </a:lnTo>
                  <a:lnTo>
                    <a:pt x="83560" y="187624"/>
                  </a:lnTo>
                  <a:lnTo>
                    <a:pt x="83564" y="188034"/>
                  </a:lnTo>
                  <a:lnTo>
                    <a:pt x="83695" y="189615"/>
                  </a:lnTo>
                  <a:lnTo>
                    <a:pt x="83596" y="190911"/>
                  </a:lnTo>
                  <a:lnTo>
                    <a:pt x="83554" y="191454"/>
                  </a:lnTo>
                  <a:lnTo>
                    <a:pt x="83480" y="191921"/>
                  </a:lnTo>
                  <a:lnTo>
                    <a:pt x="83273" y="193222"/>
                  </a:lnTo>
                  <a:lnTo>
                    <a:pt x="83189" y="194318"/>
                  </a:lnTo>
                  <a:lnTo>
                    <a:pt x="83429" y="194952"/>
                  </a:lnTo>
                  <a:lnTo>
                    <a:pt x="83564" y="196310"/>
                  </a:lnTo>
                  <a:lnTo>
                    <a:pt x="83584" y="196891"/>
                  </a:lnTo>
                  <a:lnTo>
                    <a:pt x="83653" y="198931"/>
                  </a:lnTo>
                  <a:lnTo>
                    <a:pt x="83701" y="200352"/>
                  </a:lnTo>
                  <a:lnTo>
                    <a:pt x="83711" y="200637"/>
                  </a:lnTo>
                  <a:lnTo>
                    <a:pt x="83557" y="203475"/>
                  </a:lnTo>
                  <a:lnTo>
                    <a:pt x="83366" y="207017"/>
                  </a:lnTo>
                  <a:lnTo>
                    <a:pt x="83123" y="211499"/>
                  </a:lnTo>
                  <a:lnTo>
                    <a:pt x="82606" y="211467"/>
                  </a:lnTo>
                  <a:lnTo>
                    <a:pt x="81340" y="211388"/>
                  </a:lnTo>
                  <a:lnTo>
                    <a:pt x="80497" y="211335"/>
                  </a:lnTo>
                  <a:lnTo>
                    <a:pt x="79128" y="211249"/>
                  </a:lnTo>
                  <a:lnTo>
                    <a:pt x="76369" y="211077"/>
                  </a:lnTo>
                  <a:lnTo>
                    <a:pt x="73579" y="210903"/>
                  </a:lnTo>
                  <a:lnTo>
                    <a:pt x="72824" y="210855"/>
                  </a:lnTo>
                  <a:lnTo>
                    <a:pt x="67364" y="210506"/>
                  </a:lnTo>
                  <a:lnTo>
                    <a:pt x="66874" y="210474"/>
                  </a:lnTo>
                  <a:lnTo>
                    <a:pt x="65627" y="210341"/>
                  </a:lnTo>
                  <a:lnTo>
                    <a:pt x="65279" y="210303"/>
                  </a:lnTo>
                  <a:lnTo>
                    <a:pt x="64055" y="210172"/>
                  </a:lnTo>
                  <a:lnTo>
                    <a:pt x="62574" y="209873"/>
                  </a:lnTo>
                  <a:lnTo>
                    <a:pt x="61214" y="209371"/>
                  </a:lnTo>
                  <a:lnTo>
                    <a:pt x="58946" y="208473"/>
                  </a:lnTo>
                  <a:lnTo>
                    <a:pt x="56936" y="207566"/>
                  </a:lnTo>
                  <a:lnTo>
                    <a:pt x="55853" y="207077"/>
                  </a:lnTo>
                  <a:lnTo>
                    <a:pt x="54808" y="206507"/>
                  </a:lnTo>
                  <a:lnTo>
                    <a:pt x="54679" y="206437"/>
                  </a:lnTo>
                  <a:lnTo>
                    <a:pt x="52576" y="205291"/>
                  </a:lnTo>
                  <a:lnTo>
                    <a:pt x="52305" y="205143"/>
                  </a:lnTo>
                  <a:lnTo>
                    <a:pt x="51683" y="204804"/>
                  </a:lnTo>
                  <a:lnTo>
                    <a:pt x="48998" y="203340"/>
                  </a:lnTo>
                  <a:lnTo>
                    <a:pt x="48851" y="203260"/>
                  </a:lnTo>
                  <a:lnTo>
                    <a:pt x="47014" y="202259"/>
                  </a:lnTo>
                  <a:lnTo>
                    <a:pt x="46544" y="202002"/>
                  </a:lnTo>
                  <a:lnTo>
                    <a:pt x="46334" y="201888"/>
                  </a:lnTo>
                  <a:lnTo>
                    <a:pt x="46228" y="201308"/>
                  </a:lnTo>
                  <a:lnTo>
                    <a:pt x="46119" y="200778"/>
                  </a:lnTo>
                  <a:lnTo>
                    <a:pt x="45995" y="200080"/>
                  </a:lnTo>
                  <a:lnTo>
                    <a:pt x="45746" y="199591"/>
                  </a:lnTo>
                  <a:lnTo>
                    <a:pt x="45476" y="199189"/>
                  </a:lnTo>
                  <a:lnTo>
                    <a:pt x="44648" y="198412"/>
                  </a:lnTo>
                  <a:lnTo>
                    <a:pt x="43930" y="197881"/>
                  </a:lnTo>
                  <a:lnTo>
                    <a:pt x="43230" y="197546"/>
                  </a:lnTo>
                  <a:lnTo>
                    <a:pt x="42605" y="197376"/>
                  </a:lnTo>
                  <a:lnTo>
                    <a:pt x="41927" y="197267"/>
                  </a:lnTo>
                  <a:lnTo>
                    <a:pt x="41469" y="197336"/>
                  </a:lnTo>
                  <a:lnTo>
                    <a:pt x="40362" y="197607"/>
                  </a:lnTo>
                  <a:lnTo>
                    <a:pt x="37944" y="198137"/>
                  </a:lnTo>
                  <a:lnTo>
                    <a:pt x="36619" y="198257"/>
                  </a:lnTo>
                  <a:lnTo>
                    <a:pt x="35431" y="197966"/>
                  </a:lnTo>
                  <a:lnTo>
                    <a:pt x="34828" y="197737"/>
                  </a:lnTo>
                  <a:lnTo>
                    <a:pt x="34181" y="197373"/>
                  </a:lnTo>
                  <a:lnTo>
                    <a:pt x="31857" y="195827"/>
                  </a:lnTo>
                  <a:lnTo>
                    <a:pt x="29250" y="193558"/>
                  </a:lnTo>
                  <a:lnTo>
                    <a:pt x="28018" y="192171"/>
                  </a:lnTo>
                  <a:lnTo>
                    <a:pt x="26362" y="189839"/>
                  </a:lnTo>
                  <a:lnTo>
                    <a:pt x="25309" y="188062"/>
                  </a:lnTo>
                  <a:lnTo>
                    <a:pt x="24406" y="185850"/>
                  </a:lnTo>
                  <a:lnTo>
                    <a:pt x="23666" y="183804"/>
                  </a:lnTo>
                  <a:lnTo>
                    <a:pt x="21586" y="177476"/>
                  </a:lnTo>
                  <a:lnTo>
                    <a:pt x="20497" y="174164"/>
                  </a:lnTo>
                  <a:lnTo>
                    <a:pt x="19669" y="171865"/>
                  </a:lnTo>
                  <a:lnTo>
                    <a:pt x="18922" y="169794"/>
                  </a:lnTo>
                  <a:lnTo>
                    <a:pt x="15979" y="161625"/>
                  </a:lnTo>
                  <a:lnTo>
                    <a:pt x="15778" y="161017"/>
                  </a:lnTo>
                  <a:lnTo>
                    <a:pt x="12971" y="152529"/>
                  </a:lnTo>
                  <a:lnTo>
                    <a:pt x="12768" y="151914"/>
                  </a:lnTo>
                  <a:lnTo>
                    <a:pt x="12672" y="151624"/>
                  </a:lnTo>
                  <a:lnTo>
                    <a:pt x="11269" y="147805"/>
                  </a:lnTo>
                  <a:lnTo>
                    <a:pt x="10193" y="144874"/>
                  </a:lnTo>
                  <a:lnTo>
                    <a:pt x="9659" y="143421"/>
                  </a:lnTo>
                  <a:lnTo>
                    <a:pt x="8778" y="141023"/>
                  </a:lnTo>
                  <a:lnTo>
                    <a:pt x="5014" y="130777"/>
                  </a:lnTo>
                  <a:lnTo>
                    <a:pt x="4886" y="130428"/>
                  </a:lnTo>
                  <a:lnTo>
                    <a:pt x="3231" y="125921"/>
                  </a:lnTo>
                  <a:lnTo>
                    <a:pt x="2885" y="124981"/>
                  </a:lnTo>
                  <a:lnTo>
                    <a:pt x="582" y="118711"/>
                  </a:lnTo>
                  <a:lnTo>
                    <a:pt x="200" y="117670"/>
                  </a:lnTo>
                  <a:lnTo>
                    <a:pt x="118" y="117403"/>
                  </a:lnTo>
                  <a:lnTo>
                    <a:pt x="0" y="117087"/>
                  </a:lnTo>
                  <a:lnTo>
                    <a:pt x="708" y="116803"/>
                  </a:lnTo>
                  <a:lnTo>
                    <a:pt x="2090" y="116248"/>
                  </a:lnTo>
                  <a:lnTo>
                    <a:pt x="5331" y="114990"/>
                  </a:lnTo>
                  <a:lnTo>
                    <a:pt x="6931" y="114368"/>
                  </a:lnTo>
                  <a:lnTo>
                    <a:pt x="7165" y="114277"/>
                  </a:lnTo>
                  <a:lnTo>
                    <a:pt x="14428" y="111378"/>
                  </a:lnTo>
                  <a:lnTo>
                    <a:pt x="16117" y="110916"/>
                  </a:lnTo>
                  <a:lnTo>
                    <a:pt x="16883" y="110707"/>
                  </a:lnTo>
                  <a:lnTo>
                    <a:pt x="22145" y="109268"/>
                  </a:lnTo>
                  <a:lnTo>
                    <a:pt x="26165" y="107611"/>
                  </a:lnTo>
                  <a:lnTo>
                    <a:pt x="26526" y="107462"/>
                  </a:lnTo>
                  <a:lnTo>
                    <a:pt x="27781" y="106944"/>
                  </a:lnTo>
                  <a:lnTo>
                    <a:pt x="28910" y="106479"/>
                  </a:lnTo>
                  <a:lnTo>
                    <a:pt x="30954" y="105657"/>
                  </a:lnTo>
                  <a:lnTo>
                    <a:pt x="34851" y="104089"/>
                  </a:lnTo>
                  <a:lnTo>
                    <a:pt x="36268" y="103525"/>
                  </a:lnTo>
                  <a:lnTo>
                    <a:pt x="36542" y="103416"/>
                  </a:lnTo>
                  <a:lnTo>
                    <a:pt x="39516" y="102233"/>
                  </a:lnTo>
                  <a:lnTo>
                    <a:pt x="47958" y="98869"/>
                  </a:lnTo>
                  <a:lnTo>
                    <a:pt x="49261" y="98357"/>
                  </a:lnTo>
                  <a:lnTo>
                    <a:pt x="49861" y="98121"/>
                  </a:lnTo>
                  <a:lnTo>
                    <a:pt x="57815" y="94991"/>
                  </a:lnTo>
                  <a:lnTo>
                    <a:pt x="58275" y="94811"/>
                  </a:lnTo>
                  <a:lnTo>
                    <a:pt x="59149" y="94464"/>
                  </a:lnTo>
                  <a:lnTo>
                    <a:pt x="66637" y="91498"/>
                  </a:lnTo>
                  <a:lnTo>
                    <a:pt x="67726" y="91067"/>
                  </a:lnTo>
                  <a:lnTo>
                    <a:pt x="71289" y="89802"/>
                  </a:lnTo>
                  <a:lnTo>
                    <a:pt x="82604" y="85785"/>
                  </a:lnTo>
                  <a:lnTo>
                    <a:pt x="82136" y="84639"/>
                  </a:lnTo>
                  <a:lnTo>
                    <a:pt x="79050" y="77078"/>
                  </a:lnTo>
                  <a:lnTo>
                    <a:pt x="75445" y="68246"/>
                  </a:lnTo>
                  <a:lnTo>
                    <a:pt x="73025" y="62317"/>
                  </a:lnTo>
                  <a:lnTo>
                    <a:pt x="70372" y="55818"/>
                  </a:lnTo>
                  <a:lnTo>
                    <a:pt x="67635" y="49112"/>
                  </a:lnTo>
                  <a:lnTo>
                    <a:pt x="65631" y="44202"/>
                  </a:lnTo>
                  <a:lnTo>
                    <a:pt x="65259" y="43290"/>
                  </a:lnTo>
                  <a:lnTo>
                    <a:pt x="63734" y="39555"/>
                  </a:lnTo>
                  <a:lnTo>
                    <a:pt x="63438" y="38830"/>
                  </a:lnTo>
                  <a:lnTo>
                    <a:pt x="62415" y="36323"/>
                  </a:lnTo>
                  <a:lnTo>
                    <a:pt x="62306" y="36056"/>
                  </a:lnTo>
                  <a:lnTo>
                    <a:pt x="63221" y="35680"/>
                  </a:lnTo>
                  <a:lnTo>
                    <a:pt x="63498" y="35566"/>
                  </a:lnTo>
                  <a:lnTo>
                    <a:pt x="64051" y="35339"/>
                  </a:lnTo>
                  <a:lnTo>
                    <a:pt x="64348" y="35167"/>
                  </a:lnTo>
                  <a:lnTo>
                    <a:pt x="65165" y="34674"/>
                  </a:lnTo>
                  <a:lnTo>
                    <a:pt x="65759" y="34316"/>
                  </a:lnTo>
                  <a:lnTo>
                    <a:pt x="67240" y="33423"/>
                  </a:lnTo>
                  <a:lnTo>
                    <a:pt x="69616" y="31990"/>
                  </a:lnTo>
                  <a:lnTo>
                    <a:pt x="70068" y="31718"/>
                  </a:lnTo>
                  <a:lnTo>
                    <a:pt x="75530" y="28425"/>
                  </a:lnTo>
                  <a:lnTo>
                    <a:pt x="80257" y="25575"/>
                  </a:lnTo>
                  <a:lnTo>
                    <a:pt x="82532" y="24204"/>
                  </a:lnTo>
                  <a:lnTo>
                    <a:pt x="89547" y="19975"/>
                  </a:lnTo>
                  <a:lnTo>
                    <a:pt x="89861" y="19785"/>
                  </a:lnTo>
                  <a:lnTo>
                    <a:pt x="90874" y="19174"/>
                  </a:lnTo>
                  <a:lnTo>
                    <a:pt x="95285" y="16515"/>
                  </a:lnTo>
                  <a:lnTo>
                    <a:pt x="96510" y="15777"/>
                  </a:lnTo>
                  <a:lnTo>
                    <a:pt x="108200" y="8729"/>
                  </a:lnTo>
                  <a:lnTo>
                    <a:pt x="108973" y="8263"/>
                  </a:lnTo>
                  <a:lnTo>
                    <a:pt x="110063" y="7629"/>
                  </a:lnTo>
                  <a:lnTo>
                    <a:pt x="116456" y="3915"/>
                  </a:lnTo>
                  <a:lnTo>
                    <a:pt x="116629" y="3814"/>
                  </a:lnTo>
                  <a:lnTo>
                    <a:pt x="117770" y="3151"/>
                  </a:lnTo>
                  <a:lnTo>
                    <a:pt x="119227" y="2304"/>
                  </a:lnTo>
                  <a:lnTo>
                    <a:pt x="119654" y="2056"/>
                  </a:lnTo>
                  <a:lnTo>
                    <a:pt x="120837" y="1369"/>
                  </a:lnTo>
                  <a:lnTo>
                    <a:pt x="121871" y="844"/>
                  </a:lnTo>
                  <a:lnTo>
                    <a:pt x="123537" y="0"/>
                  </a:lnTo>
                  <a:lnTo>
                    <a:pt x="124581" y="1461"/>
                  </a:lnTo>
                  <a:lnTo>
                    <a:pt x="125257" y="2405"/>
                  </a:lnTo>
                  <a:lnTo>
                    <a:pt x="125439" y="2661"/>
                  </a:lnTo>
                  <a:lnTo>
                    <a:pt x="126513" y="4927"/>
                  </a:lnTo>
                  <a:lnTo>
                    <a:pt x="127412" y="6991"/>
                  </a:lnTo>
                  <a:lnTo>
                    <a:pt x="128123" y="8625"/>
                  </a:lnTo>
                  <a:lnTo>
                    <a:pt x="128884" y="10391"/>
                  </a:lnTo>
                  <a:lnTo>
                    <a:pt x="128945" y="10532"/>
                  </a:lnTo>
                  <a:lnTo>
                    <a:pt x="129614" y="12084"/>
                  </a:lnTo>
                  <a:lnTo>
                    <a:pt x="130680" y="13459"/>
                  </a:lnTo>
                  <a:lnTo>
                    <a:pt x="135016" y="17086"/>
                  </a:lnTo>
                  <a:lnTo>
                    <a:pt x="135767" y="17714"/>
                  </a:lnTo>
                  <a:lnTo>
                    <a:pt x="136880" y="18645"/>
                  </a:lnTo>
                  <a:lnTo>
                    <a:pt x="139752" y="21047"/>
                  </a:lnTo>
                  <a:lnTo>
                    <a:pt x="141043" y="22127"/>
                  </a:lnTo>
                  <a:lnTo>
                    <a:pt x="144511" y="25027"/>
                  </a:lnTo>
                  <a:lnTo>
                    <a:pt x="146656" y="26821"/>
                  </a:lnTo>
                  <a:lnTo>
                    <a:pt x="146854" y="26987"/>
                  </a:lnTo>
                  <a:lnTo>
                    <a:pt x="139520" y="35593"/>
                  </a:lnTo>
                  <a:lnTo>
                    <a:pt x="138886" y="36337"/>
                  </a:lnTo>
                  <a:lnTo>
                    <a:pt x="138545" y="36737"/>
                  </a:lnTo>
                  <a:lnTo>
                    <a:pt x="136047" y="39668"/>
                  </a:lnTo>
                  <a:lnTo>
                    <a:pt x="123488" y="54405"/>
                  </a:lnTo>
                  <a:lnTo>
                    <a:pt x="136722" y="65015"/>
                  </a:lnTo>
                  <a:lnTo>
                    <a:pt x="138352" y="68453"/>
                  </a:lnTo>
                  <a:lnTo>
                    <a:pt x="138739" y="69267"/>
                  </a:lnTo>
                  <a:lnTo>
                    <a:pt x="135492" y="70925"/>
                  </a:lnTo>
                  <a:lnTo>
                    <a:pt x="143667" y="87786"/>
                  </a:lnTo>
                  <a:lnTo>
                    <a:pt x="137343" y="89476"/>
                  </a:lnTo>
                  <a:lnTo>
                    <a:pt x="137286" y="90105"/>
                  </a:lnTo>
                  <a:lnTo>
                    <a:pt x="136635" y="97329"/>
                  </a:lnTo>
                  <a:lnTo>
                    <a:pt x="136523" y="98568"/>
                  </a:lnTo>
                  <a:lnTo>
                    <a:pt x="133866" y="115955"/>
                  </a:lnTo>
                  <a:lnTo>
                    <a:pt x="136273" y="120175"/>
                  </a:lnTo>
                  <a:lnTo>
                    <a:pt x="138464" y="124015"/>
                  </a:lnTo>
                  <a:lnTo>
                    <a:pt x="137384" y="127372"/>
                  </a:lnTo>
                  <a:lnTo>
                    <a:pt x="133132" y="132165"/>
                  </a:lnTo>
                  <a:lnTo>
                    <a:pt x="134009" y="135895"/>
                  </a:lnTo>
                  <a:lnTo>
                    <a:pt x="133235" y="14096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 name="pg29"/>
            <p:cNvSpPr/>
            <p:nvPr/>
          </p:nvSpPr>
          <p:spPr>
            <a:xfrm>
              <a:off x="4661387" y="3460069"/>
              <a:ext cx="150035" cy="89627"/>
            </a:xfrm>
            <a:custGeom>
              <a:avLst/>
              <a:pathLst>
                <a:path w="150035" h="89627">
                  <a:moveTo>
                    <a:pt x="84454" y="27897"/>
                  </a:moveTo>
                  <a:lnTo>
                    <a:pt x="84867" y="28822"/>
                  </a:lnTo>
                  <a:lnTo>
                    <a:pt x="85799" y="28439"/>
                  </a:lnTo>
                  <a:lnTo>
                    <a:pt x="90981" y="26308"/>
                  </a:lnTo>
                  <a:lnTo>
                    <a:pt x="91152" y="26237"/>
                  </a:lnTo>
                  <a:lnTo>
                    <a:pt x="109749" y="18590"/>
                  </a:lnTo>
                  <a:lnTo>
                    <a:pt x="115660" y="16159"/>
                  </a:lnTo>
                  <a:lnTo>
                    <a:pt x="117669" y="22065"/>
                  </a:lnTo>
                  <a:lnTo>
                    <a:pt x="118213" y="23791"/>
                  </a:lnTo>
                  <a:lnTo>
                    <a:pt x="119242" y="26279"/>
                  </a:lnTo>
                  <a:lnTo>
                    <a:pt x="121168" y="29223"/>
                  </a:lnTo>
                  <a:lnTo>
                    <a:pt x="121472" y="29607"/>
                  </a:lnTo>
                  <a:lnTo>
                    <a:pt x="125806" y="35091"/>
                  </a:lnTo>
                  <a:lnTo>
                    <a:pt x="125975" y="35306"/>
                  </a:lnTo>
                  <a:lnTo>
                    <a:pt x="126224" y="35052"/>
                  </a:lnTo>
                  <a:lnTo>
                    <a:pt x="126794" y="34470"/>
                  </a:lnTo>
                  <a:lnTo>
                    <a:pt x="127729" y="33517"/>
                  </a:lnTo>
                  <a:lnTo>
                    <a:pt x="131234" y="29323"/>
                  </a:lnTo>
                  <a:lnTo>
                    <a:pt x="131449" y="29497"/>
                  </a:lnTo>
                  <a:lnTo>
                    <a:pt x="136743" y="33763"/>
                  </a:lnTo>
                  <a:lnTo>
                    <a:pt x="148438" y="43187"/>
                  </a:lnTo>
                  <a:lnTo>
                    <a:pt x="150035" y="44489"/>
                  </a:lnTo>
                  <a:lnTo>
                    <a:pt x="149695" y="44890"/>
                  </a:lnTo>
                  <a:lnTo>
                    <a:pt x="139222" y="57097"/>
                  </a:lnTo>
                  <a:lnTo>
                    <a:pt x="134682" y="62388"/>
                  </a:lnTo>
                  <a:lnTo>
                    <a:pt x="134430" y="62682"/>
                  </a:lnTo>
                  <a:lnTo>
                    <a:pt x="126529" y="71897"/>
                  </a:lnTo>
                  <a:lnTo>
                    <a:pt x="119103" y="80558"/>
                  </a:lnTo>
                  <a:lnTo>
                    <a:pt x="118904" y="80392"/>
                  </a:lnTo>
                  <a:lnTo>
                    <a:pt x="116759" y="78598"/>
                  </a:lnTo>
                  <a:lnTo>
                    <a:pt x="113291" y="75698"/>
                  </a:lnTo>
                  <a:lnTo>
                    <a:pt x="112001" y="74618"/>
                  </a:lnTo>
                  <a:lnTo>
                    <a:pt x="109128" y="72215"/>
                  </a:lnTo>
                  <a:lnTo>
                    <a:pt x="108015" y="71285"/>
                  </a:lnTo>
                  <a:lnTo>
                    <a:pt x="107264" y="70657"/>
                  </a:lnTo>
                  <a:lnTo>
                    <a:pt x="102928" y="67030"/>
                  </a:lnTo>
                  <a:lnTo>
                    <a:pt x="101863" y="65655"/>
                  </a:lnTo>
                  <a:lnTo>
                    <a:pt x="101194" y="64103"/>
                  </a:lnTo>
                  <a:lnTo>
                    <a:pt x="101133" y="63962"/>
                  </a:lnTo>
                  <a:lnTo>
                    <a:pt x="100372" y="62196"/>
                  </a:lnTo>
                  <a:lnTo>
                    <a:pt x="99660" y="60562"/>
                  </a:lnTo>
                  <a:lnTo>
                    <a:pt x="98761" y="58498"/>
                  </a:lnTo>
                  <a:lnTo>
                    <a:pt x="97688" y="56232"/>
                  </a:lnTo>
                  <a:lnTo>
                    <a:pt x="97505" y="55976"/>
                  </a:lnTo>
                  <a:lnTo>
                    <a:pt x="96830" y="55032"/>
                  </a:lnTo>
                  <a:lnTo>
                    <a:pt x="95785" y="53570"/>
                  </a:lnTo>
                  <a:lnTo>
                    <a:pt x="94119" y="54415"/>
                  </a:lnTo>
                  <a:lnTo>
                    <a:pt x="93083" y="54941"/>
                  </a:lnTo>
                  <a:lnTo>
                    <a:pt x="91902" y="55627"/>
                  </a:lnTo>
                  <a:lnTo>
                    <a:pt x="91476" y="55875"/>
                  </a:lnTo>
                  <a:lnTo>
                    <a:pt x="90018" y="56722"/>
                  </a:lnTo>
                  <a:lnTo>
                    <a:pt x="88878" y="57385"/>
                  </a:lnTo>
                  <a:lnTo>
                    <a:pt x="88704" y="57485"/>
                  </a:lnTo>
                  <a:lnTo>
                    <a:pt x="82312" y="61200"/>
                  </a:lnTo>
                  <a:lnTo>
                    <a:pt x="81221" y="61834"/>
                  </a:lnTo>
                  <a:lnTo>
                    <a:pt x="80448" y="62300"/>
                  </a:lnTo>
                  <a:lnTo>
                    <a:pt x="68759" y="69348"/>
                  </a:lnTo>
                  <a:lnTo>
                    <a:pt x="67419" y="70155"/>
                  </a:lnTo>
                  <a:lnTo>
                    <a:pt x="63123" y="72745"/>
                  </a:lnTo>
                  <a:lnTo>
                    <a:pt x="62110" y="73356"/>
                  </a:lnTo>
                  <a:lnTo>
                    <a:pt x="61796" y="73545"/>
                  </a:lnTo>
                  <a:lnTo>
                    <a:pt x="54781" y="77774"/>
                  </a:lnTo>
                  <a:lnTo>
                    <a:pt x="52506" y="79146"/>
                  </a:lnTo>
                  <a:lnTo>
                    <a:pt x="47779" y="81996"/>
                  </a:lnTo>
                  <a:lnTo>
                    <a:pt x="42316" y="85289"/>
                  </a:lnTo>
                  <a:lnTo>
                    <a:pt x="41865" y="85561"/>
                  </a:lnTo>
                  <a:lnTo>
                    <a:pt x="39489" y="86994"/>
                  </a:lnTo>
                  <a:lnTo>
                    <a:pt x="38007" y="87887"/>
                  </a:lnTo>
                  <a:lnTo>
                    <a:pt x="37413" y="88245"/>
                  </a:lnTo>
                  <a:lnTo>
                    <a:pt x="36597" y="88737"/>
                  </a:lnTo>
                  <a:lnTo>
                    <a:pt x="36300" y="88909"/>
                  </a:lnTo>
                  <a:lnTo>
                    <a:pt x="35746" y="89137"/>
                  </a:lnTo>
                  <a:lnTo>
                    <a:pt x="35469" y="89251"/>
                  </a:lnTo>
                  <a:lnTo>
                    <a:pt x="34554" y="89627"/>
                  </a:lnTo>
                  <a:lnTo>
                    <a:pt x="34416" y="89288"/>
                  </a:lnTo>
                  <a:lnTo>
                    <a:pt x="34271" y="88932"/>
                  </a:lnTo>
                  <a:lnTo>
                    <a:pt x="34006" y="88284"/>
                  </a:lnTo>
                  <a:lnTo>
                    <a:pt x="33789" y="87753"/>
                  </a:lnTo>
                  <a:lnTo>
                    <a:pt x="33686" y="87500"/>
                  </a:lnTo>
                  <a:lnTo>
                    <a:pt x="33173" y="86243"/>
                  </a:lnTo>
                  <a:lnTo>
                    <a:pt x="32858" y="85471"/>
                  </a:lnTo>
                  <a:lnTo>
                    <a:pt x="32522" y="84648"/>
                  </a:lnTo>
                  <a:lnTo>
                    <a:pt x="32318" y="84148"/>
                  </a:lnTo>
                  <a:lnTo>
                    <a:pt x="31738" y="82728"/>
                  </a:lnTo>
                  <a:lnTo>
                    <a:pt x="31615" y="82426"/>
                  </a:lnTo>
                  <a:lnTo>
                    <a:pt x="31212" y="81438"/>
                  </a:lnTo>
                  <a:lnTo>
                    <a:pt x="30869" y="80599"/>
                  </a:lnTo>
                  <a:lnTo>
                    <a:pt x="30600" y="79940"/>
                  </a:lnTo>
                  <a:lnTo>
                    <a:pt x="30354" y="79336"/>
                  </a:lnTo>
                  <a:lnTo>
                    <a:pt x="29903" y="78233"/>
                  </a:lnTo>
                  <a:lnTo>
                    <a:pt x="29691" y="77712"/>
                  </a:lnTo>
                  <a:lnTo>
                    <a:pt x="29279" y="76704"/>
                  </a:lnTo>
                  <a:lnTo>
                    <a:pt x="29217" y="76552"/>
                  </a:lnTo>
                  <a:lnTo>
                    <a:pt x="29068" y="76187"/>
                  </a:lnTo>
                  <a:lnTo>
                    <a:pt x="28688" y="75254"/>
                  </a:lnTo>
                  <a:lnTo>
                    <a:pt x="28459" y="74695"/>
                  </a:lnTo>
                  <a:lnTo>
                    <a:pt x="28286" y="74270"/>
                  </a:lnTo>
                  <a:lnTo>
                    <a:pt x="28018" y="73614"/>
                  </a:lnTo>
                  <a:lnTo>
                    <a:pt x="27857" y="73219"/>
                  </a:lnTo>
                  <a:lnTo>
                    <a:pt x="27664" y="72747"/>
                  </a:lnTo>
                  <a:lnTo>
                    <a:pt x="25722" y="67990"/>
                  </a:lnTo>
                  <a:lnTo>
                    <a:pt x="25414" y="67234"/>
                  </a:lnTo>
                  <a:lnTo>
                    <a:pt x="25316" y="66994"/>
                  </a:lnTo>
                  <a:lnTo>
                    <a:pt x="24681" y="65438"/>
                  </a:lnTo>
                  <a:lnTo>
                    <a:pt x="24315" y="64543"/>
                  </a:lnTo>
                  <a:lnTo>
                    <a:pt x="24176" y="64201"/>
                  </a:lnTo>
                  <a:lnTo>
                    <a:pt x="23698" y="63029"/>
                  </a:lnTo>
                  <a:lnTo>
                    <a:pt x="23592" y="62771"/>
                  </a:lnTo>
                  <a:lnTo>
                    <a:pt x="23404" y="62310"/>
                  </a:lnTo>
                  <a:lnTo>
                    <a:pt x="23244" y="61916"/>
                  </a:lnTo>
                  <a:lnTo>
                    <a:pt x="23067" y="61484"/>
                  </a:lnTo>
                  <a:lnTo>
                    <a:pt x="22865" y="60989"/>
                  </a:lnTo>
                  <a:lnTo>
                    <a:pt x="22697" y="60576"/>
                  </a:lnTo>
                  <a:lnTo>
                    <a:pt x="22534" y="60178"/>
                  </a:lnTo>
                  <a:lnTo>
                    <a:pt x="22358" y="59748"/>
                  </a:lnTo>
                  <a:lnTo>
                    <a:pt x="22289" y="59579"/>
                  </a:lnTo>
                  <a:lnTo>
                    <a:pt x="21874" y="58562"/>
                  </a:lnTo>
                  <a:lnTo>
                    <a:pt x="21707" y="58152"/>
                  </a:lnTo>
                  <a:lnTo>
                    <a:pt x="21537" y="57735"/>
                  </a:lnTo>
                  <a:lnTo>
                    <a:pt x="21108" y="56685"/>
                  </a:lnTo>
                  <a:lnTo>
                    <a:pt x="21024" y="56478"/>
                  </a:lnTo>
                  <a:lnTo>
                    <a:pt x="20645" y="55549"/>
                  </a:lnTo>
                  <a:lnTo>
                    <a:pt x="20520" y="55244"/>
                  </a:lnTo>
                  <a:lnTo>
                    <a:pt x="20221" y="54511"/>
                  </a:lnTo>
                  <a:lnTo>
                    <a:pt x="20099" y="54213"/>
                  </a:lnTo>
                  <a:lnTo>
                    <a:pt x="19750" y="53357"/>
                  </a:lnTo>
                  <a:lnTo>
                    <a:pt x="19645" y="53100"/>
                  </a:lnTo>
                  <a:lnTo>
                    <a:pt x="19283" y="52214"/>
                  </a:lnTo>
                  <a:lnTo>
                    <a:pt x="19218" y="52054"/>
                  </a:lnTo>
                  <a:lnTo>
                    <a:pt x="18802" y="51036"/>
                  </a:lnTo>
                  <a:lnTo>
                    <a:pt x="18742" y="50887"/>
                  </a:lnTo>
                  <a:lnTo>
                    <a:pt x="18647" y="50655"/>
                  </a:lnTo>
                  <a:lnTo>
                    <a:pt x="18363" y="49952"/>
                  </a:lnTo>
                  <a:lnTo>
                    <a:pt x="17890" y="48779"/>
                  </a:lnTo>
                  <a:lnTo>
                    <a:pt x="17742" y="48411"/>
                  </a:lnTo>
                  <a:lnTo>
                    <a:pt x="17574" y="47994"/>
                  </a:lnTo>
                  <a:lnTo>
                    <a:pt x="17494" y="47795"/>
                  </a:lnTo>
                  <a:lnTo>
                    <a:pt x="17377" y="47505"/>
                  </a:lnTo>
                  <a:lnTo>
                    <a:pt x="17220" y="47116"/>
                  </a:lnTo>
                  <a:lnTo>
                    <a:pt x="17060" y="46719"/>
                  </a:lnTo>
                  <a:lnTo>
                    <a:pt x="16751" y="45960"/>
                  </a:lnTo>
                  <a:lnTo>
                    <a:pt x="16160" y="44508"/>
                  </a:lnTo>
                  <a:lnTo>
                    <a:pt x="15930" y="43941"/>
                  </a:lnTo>
                  <a:lnTo>
                    <a:pt x="15741" y="43543"/>
                  </a:lnTo>
                  <a:lnTo>
                    <a:pt x="14311" y="40527"/>
                  </a:lnTo>
                  <a:lnTo>
                    <a:pt x="14206" y="40305"/>
                  </a:lnTo>
                  <a:lnTo>
                    <a:pt x="12991" y="37743"/>
                  </a:lnTo>
                  <a:lnTo>
                    <a:pt x="12556" y="36825"/>
                  </a:lnTo>
                  <a:lnTo>
                    <a:pt x="11746" y="35118"/>
                  </a:lnTo>
                  <a:lnTo>
                    <a:pt x="11590" y="34789"/>
                  </a:lnTo>
                  <a:lnTo>
                    <a:pt x="10418" y="32317"/>
                  </a:lnTo>
                  <a:lnTo>
                    <a:pt x="9388" y="30145"/>
                  </a:lnTo>
                  <a:lnTo>
                    <a:pt x="7844" y="26887"/>
                  </a:lnTo>
                  <a:lnTo>
                    <a:pt x="5762" y="22497"/>
                  </a:lnTo>
                  <a:lnTo>
                    <a:pt x="5437" y="21812"/>
                  </a:lnTo>
                  <a:lnTo>
                    <a:pt x="5111" y="21125"/>
                  </a:lnTo>
                  <a:lnTo>
                    <a:pt x="4785" y="20438"/>
                  </a:lnTo>
                  <a:lnTo>
                    <a:pt x="3651" y="18046"/>
                  </a:lnTo>
                  <a:lnTo>
                    <a:pt x="1592" y="13415"/>
                  </a:lnTo>
                  <a:lnTo>
                    <a:pt x="0" y="9831"/>
                  </a:lnTo>
                  <a:lnTo>
                    <a:pt x="1508" y="9642"/>
                  </a:lnTo>
                  <a:lnTo>
                    <a:pt x="3226" y="9426"/>
                  </a:lnTo>
                  <a:lnTo>
                    <a:pt x="5945" y="9084"/>
                  </a:lnTo>
                  <a:lnTo>
                    <a:pt x="6531" y="9010"/>
                  </a:lnTo>
                  <a:lnTo>
                    <a:pt x="31589" y="5859"/>
                  </a:lnTo>
                  <a:lnTo>
                    <a:pt x="47099" y="3908"/>
                  </a:lnTo>
                  <a:lnTo>
                    <a:pt x="48181" y="3762"/>
                  </a:lnTo>
                  <a:lnTo>
                    <a:pt x="49320" y="3609"/>
                  </a:lnTo>
                  <a:lnTo>
                    <a:pt x="49774" y="3548"/>
                  </a:lnTo>
                  <a:lnTo>
                    <a:pt x="74551" y="206"/>
                  </a:lnTo>
                  <a:lnTo>
                    <a:pt x="76081" y="0"/>
                  </a:lnTo>
                  <a:lnTo>
                    <a:pt x="76305" y="2039"/>
                  </a:lnTo>
                  <a:lnTo>
                    <a:pt x="76485" y="3776"/>
                  </a:lnTo>
                  <a:lnTo>
                    <a:pt x="76947" y="8248"/>
                  </a:lnTo>
                  <a:lnTo>
                    <a:pt x="76977" y="8541"/>
                  </a:lnTo>
                  <a:lnTo>
                    <a:pt x="77636" y="11950"/>
                  </a:lnTo>
                  <a:lnTo>
                    <a:pt x="78666" y="14933"/>
                  </a:lnTo>
                  <a:lnTo>
                    <a:pt x="82403" y="2330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 name="pg30"/>
            <p:cNvSpPr/>
            <p:nvPr/>
          </p:nvSpPr>
          <p:spPr>
            <a:xfrm>
              <a:off x="4737469" y="3427549"/>
              <a:ext cx="132507" cy="99628"/>
            </a:xfrm>
            <a:custGeom>
              <a:avLst/>
              <a:pathLst>
                <a:path w="132507" h="99628">
                  <a:moveTo>
                    <a:pt x="112995" y="14399"/>
                  </a:moveTo>
                  <a:lnTo>
                    <a:pt x="118168" y="25298"/>
                  </a:lnTo>
                  <a:lnTo>
                    <a:pt x="121464" y="21454"/>
                  </a:lnTo>
                  <a:lnTo>
                    <a:pt x="122311" y="23639"/>
                  </a:lnTo>
                  <a:lnTo>
                    <a:pt x="124870" y="29799"/>
                  </a:lnTo>
                  <a:lnTo>
                    <a:pt x="129764" y="41580"/>
                  </a:lnTo>
                  <a:lnTo>
                    <a:pt x="129900" y="41906"/>
                  </a:lnTo>
                  <a:lnTo>
                    <a:pt x="130175" y="42569"/>
                  </a:lnTo>
                  <a:lnTo>
                    <a:pt x="130560" y="43495"/>
                  </a:lnTo>
                  <a:lnTo>
                    <a:pt x="131446" y="45856"/>
                  </a:lnTo>
                  <a:lnTo>
                    <a:pt x="132283" y="48085"/>
                  </a:lnTo>
                  <a:lnTo>
                    <a:pt x="132507" y="48682"/>
                  </a:lnTo>
                  <a:lnTo>
                    <a:pt x="132008" y="48782"/>
                  </a:lnTo>
                  <a:lnTo>
                    <a:pt x="130677" y="49049"/>
                  </a:lnTo>
                  <a:lnTo>
                    <a:pt x="129844" y="49216"/>
                  </a:lnTo>
                  <a:lnTo>
                    <a:pt x="128220" y="49541"/>
                  </a:lnTo>
                  <a:lnTo>
                    <a:pt x="126925" y="49800"/>
                  </a:lnTo>
                  <a:lnTo>
                    <a:pt x="126326" y="49920"/>
                  </a:lnTo>
                  <a:lnTo>
                    <a:pt x="126331" y="50701"/>
                  </a:lnTo>
                  <a:lnTo>
                    <a:pt x="126153" y="55245"/>
                  </a:lnTo>
                  <a:lnTo>
                    <a:pt x="126049" y="56055"/>
                  </a:lnTo>
                  <a:lnTo>
                    <a:pt x="125902" y="57196"/>
                  </a:lnTo>
                  <a:lnTo>
                    <a:pt x="125826" y="57494"/>
                  </a:lnTo>
                  <a:lnTo>
                    <a:pt x="125347" y="59361"/>
                  </a:lnTo>
                  <a:lnTo>
                    <a:pt x="124614" y="61707"/>
                  </a:lnTo>
                  <a:lnTo>
                    <a:pt x="124161" y="63039"/>
                  </a:lnTo>
                  <a:lnTo>
                    <a:pt x="124092" y="63243"/>
                  </a:lnTo>
                  <a:lnTo>
                    <a:pt x="123019" y="65942"/>
                  </a:lnTo>
                  <a:lnTo>
                    <a:pt x="122020" y="67969"/>
                  </a:lnTo>
                  <a:lnTo>
                    <a:pt x="121185" y="69459"/>
                  </a:lnTo>
                  <a:lnTo>
                    <a:pt x="120731" y="70270"/>
                  </a:lnTo>
                  <a:lnTo>
                    <a:pt x="117562" y="75931"/>
                  </a:lnTo>
                  <a:lnTo>
                    <a:pt x="116497" y="77453"/>
                  </a:lnTo>
                  <a:lnTo>
                    <a:pt x="115902" y="78480"/>
                  </a:lnTo>
                  <a:lnTo>
                    <a:pt x="111328" y="86383"/>
                  </a:lnTo>
                  <a:lnTo>
                    <a:pt x="109922" y="88627"/>
                  </a:lnTo>
                  <a:lnTo>
                    <a:pt x="109481" y="89485"/>
                  </a:lnTo>
                  <a:lnTo>
                    <a:pt x="108752" y="90907"/>
                  </a:lnTo>
                  <a:lnTo>
                    <a:pt x="108551" y="91298"/>
                  </a:lnTo>
                  <a:lnTo>
                    <a:pt x="107991" y="92539"/>
                  </a:lnTo>
                  <a:lnTo>
                    <a:pt x="107572" y="93629"/>
                  </a:lnTo>
                  <a:lnTo>
                    <a:pt x="107340" y="94232"/>
                  </a:lnTo>
                  <a:lnTo>
                    <a:pt x="107239" y="94495"/>
                  </a:lnTo>
                  <a:lnTo>
                    <a:pt x="106746" y="95771"/>
                  </a:lnTo>
                  <a:lnTo>
                    <a:pt x="106225" y="97119"/>
                  </a:lnTo>
                  <a:lnTo>
                    <a:pt x="105550" y="99282"/>
                  </a:lnTo>
                  <a:lnTo>
                    <a:pt x="105457" y="99628"/>
                  </a:lnTo>
                  <a:lnTo>
                    <a:pt x="105163" y="99491"/>
                  </a:lnTo>
                  <a:lnTo>
                    <a:pt x="104748" y="99325"/>
                  </a:lnTo>
                  <a:lnTo>
                    <a:pt x="99509" y="97229"/>
                  </a:lnTo>
                  <a:lnTo>
                    <a:pt x="99258" y="97128"/>
                  </a:lnTo>
                  <a:lnTo>
                    <a:pt x="94393" y="94146"/>
                  </a:lnTo>
                  <a:lnTo>
                    <a:pt x="93846" y="93799"/>
                  </a:lnTo>
                  <a:lnTo>
                    <a:pt x="93568" y="93571"/>
                  </a:lnTo>
                  <a:lnTo>
                    <a:pt x="90960" y="91443"/>
                  </a:lnTo>
                  <a:lnTo>
                    <a:pt x="89347" y="90128"/>
                  </a:lnTo>
                  <a:lnTo>
                    <a:pt x="86037" y="87451"/>
                  </a:lnTo>
                  <a:lnTo>
                    <a:pt x="80591" y="82743"/>
                  </a:lnTo>
                  <a:lnTo>
                    <a:pt x="73961" y="77000"/>
                  </a:lnTo>
                  <a:lnTo>
                    <a:pt x="72357" y="75707"/>
                  </a:lnTo>
                  <a:lnTo>
                    <a:pt x="60662" y="66283"/>
                  </a:lnTo>
                  <a:lnTo>
                    <a:pt x="55368" y="62017"/>
                  </a:lnTo>
                  <a:lnTo>
                    <a:pt x="55152" y="61843"/>
                  </a:lnTo>
                  <a:lnTo>
                    <a:pt x="51647" y="66037"/>
                  </a:lnTo>
                  <a:lnTo>
                    <a:pt x="50712" y="66990"/>
                  </a:lnTo>
                  <a:lnTo>
                    <a:pt x="50142" y="67572"/>
                  </a:lnTo>
                  <a:lnTo>
                    <a:pt x="49893" y="67826"/>
                  </a:lnTo>
                  <a:lnTo>
                    <a:pt x="49724" y="67611"/>
                  </a:lnTo>
                  <a:lnTo>
                    <a:pt x="45391" y="62127"/>
                  </a:lnTo>
                  <a:lnTo>
                    <a:pt x="45087" y="61743"/>
                  </a:lnTo>
                  <a:lnTo>
                    <a:pt x="43160" y="58799"/>
                  </a:lnTo>
                  <a:lnTo>
                    <a:pt x="42132" y="56312"/>
                  </a:lnTo>
                  <a:lnTo>
                    <a:pt x="41587" y="54585"/>
                  </a:lnTo>
                  <a:lnTo>
                    <a:pt x="39579" y="48679"/>
                  </a:lnTo>
                  <a:lnTo>
                    <a:pt x="33667" y="51110"/>
                  </a:lnTo>
                  <a:lnTo>
                    <a:pt x="15070" y="58757"/>
                  </a:lnTo>
                  <a:lnTo>
                    <a:pt x="14899" y="58828"/>
                  </a:lnTo>
                  <a:lnTo>
                    <a:pt x="9718" y="60959"/>
                  </a:lnTo>
                  <a:lnTo>
                    <a:pt x="8785" y="61342"/>
                  </a:lnTo>
                  <a:lnTo>
                    <a:pt x="8372" y="60417"/>
                  </a:lnTo>
                  <a:lnTo>
                    <a:pt x="6321" y="55823"/>
                  </a:lnTo>
                  <a:lnTo>
                    <a:pt x="2584" y="47453"/>
                  </a:lnTo>
                  <a:lnTo>
                    <a:pt x="1554" y="44470"/>
                  </a:lnTo>
                  <a:lnTo>
                    <a:pt x="896" y="41061"/>
                  </a:lnTo>
                  <a:lnTo>
                    <a:pt x="865" y="40768"/>
                  </a:lnTo>
                  <a:lnTo>
                    <a:pt x="403" y="36296"/>
                  </a:lnTo>
                  <a:lnTo>
                    <a:pt x="223" y="34559"/>
                  </a:lnTo>
                  <a:lnTo>
                    <a:pt x="0" y="32520"/>
                  </a:lnTo>
                  <a:lnTo>
                    <a:pt x="1296" y="32301"/>
                  </a:lnTo>
                  <a:lnTo>
                    <a:pt x="7166" y="31312"/>
                  </a:lnTo>
                  <a:lnTo>
                    <a:pt x="17751" y="29528"/>
                  </a:lnTo>
                  <a:lnTo>
                    <a:pt x="25555" y="26976"/>
                  </a:lnTo>
                  <a:lnTo>
                    <a:pt x="46116" y="20253"/>
                  </a:lnTo>
                  <a:lnTo>
                    <a:pt x="58077" y="16343"/>
                  </a:lnTo>
                  <a:lnTo>
                    <a:pt x="59910" y="15743"/>
                  </a:lnTo>
                  <a:lnTo>
                    <a:pt x="60616" y="15512"/>
                  </a:lnTo>
                  <a:lnTo>
                    <a:pt x="61951" y="15065"/>
                  </a:lnTo>
                  <a:lnTo>
                    <a:pt x="79927" y="9042"/>
                  </a:lnTo>
                  <a:lnTo>
                    <a:pt x="105603" y="433"/>
                  </a:lnTo>
                  <a:lnTo>
                    <a:pt x="106169" y="0"/>
                  </a:lnTo>
                  <a:lnTo>
                    <a:pt x="106878" y="148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 name="pg31"/>
            <p:cNvSpPr/>
            <p:nvPr/>
          </p:nvSpPr>
          <p:spPr>
            <a:xfrm>
              <a:off x="4739521" y="3374457"/>
              <a:ext cx="108586" cy="84403"/>
            </a:xfrm>
            <a:custGeom>
              <a:avLst/>
              <a:pathLst>
                <a:path w="108586" h="84403">
                  <a:moveTo>
                    <a:pt x="44889" y="24223"/>
                  </a:moveTo>
                  <a:lnTo>
                    <a:pt x="45858" y="29699"/>
                  </a:lnTo>
                  <a:lnTo>
                    <a:pt x="47214" y="29199"/>
                  </a:lnTo>
                  <a:lnTo>
                    <a:pt x="48571" y="28699"/>
                  </a:lnTo>
                  <a:lnTo>
                    <a:pt x="51464" y="27632"/>
                  </a:lnTo>
                  <a:lnTo>
                    <a:pt x="54356" y="26565"/>
                  </a:lnTo>
                  <a:lnTo>
                    <a:pt x="55973" y="25969"/>
                  </a:lnTo>
                  <a:lnTo>
                    <a:pt x="57864" y="25797"/>
                  </a:lnTo>
                  <a:lnTo>
                    <a:pt x="69294" y="24756"/>
                  </a:lnTo>
                  <a:lnTo>
                    <a:pt x="87408" y="23107"/>
                  </a:lnTo>
                  <a:lnTo>
                    <a:pt x="87778" y="23074"/>
                  </a:lnTo>
                  <a:lnTo>
                    <a:pt x="101806" y="21819"/>
                  </a:lnTo>
                  <a:lnTo>
                    <a:pt x="102509" y="31884"/>
                  </a:lnTo>
                  <a:lnTo>
                    <a:pt x="102712" y="34793"/>
                  </a:lnTo>
                  <a:lnTo>
                    <a:pt x="103534" y="38159"/>
                  </a:lnTo>
                  <a:lnTo>
                    <a:pt x="108248" y="48798"/>
                  </a:lnTo>
                  <a:lnTo>
                    <a:pt x="108586" y="49668"/>
                  </a:lnTo>
                  <a:lnTo>
                    <a:pt x="108099" y="50041"/>
                  </a:lnTo>
                  <a:lnTo>
                    <a:pt x="105057" y="52371"/>
                  </a:lnTo>
                  <a:lnTo>
                    <a:pt x="104116" y="53091"/>
                  </a:lnTo>
                  <a:lnTo>
                    <a:pt x="103539" y="53533"/>
                  </a:lnTo>
                  <a:lnTo>
                    <a:pt x="77874" y="62133"/>
                  </a:lnTo>
                  <a:lnTo>
                    <a:pt x="59899" y="68157"/>
                  </a:lnTo>
                  <a:lnTo>
                    <a:pt x="58564" y="68604"/>
                  </a:lnTo>
                  <a:lnTo>
                    <a:pt x="57858" y="68835"/>
                  </a:lnTo>
                  <a:lnTo>
                    <a:pt x="56025" y="69434"/>
                  </a:lnTo>
                  <a:lnTo>
                    <a:pt x="44064" y="73345"/>
                  </a:lnTo>
                  <a:lnTo>
                    <a:pt x="23502" y="80067"/>
                  </a:lnTo>
                  <a:lnTo>
                    <a:pt x="15698" y="82619"/>
                  </a:lnTo>
                  <a:lnTo>
                    <a:pt x="5113" y="84403"/>
                  </a:lnTo>
                  <a:lnTo>
                    <a:pt x="5082" y="83820"/>
                  </a:lnTo>
                  <a:lnTo>
                    <a:pt x="5005" y="82418"/>
                  </a:lnTo>
                  <a:lnTo>
                    <a:pt x="2610" y="57378"/>
                  </a:lnTo>
                  <a:lnTo>
                    <a:pt x="1609" y="46836"/>
                  </a:lnTo>
                  <a:lnTo>
                    <a:pt x="788" y="40343"/>
                  </a:lnTo>
                  <a:lnTo>
                    <a:pt x="0" y="36187"/>
                  </a:lnTo>
                  <a:lnTo>
                    <a:pt x="256" y="36139"/>
                  </a:lnTo>
                  <a:lnTo>
                    <a:pt x="863" y="36026"/>
                  </a:lnTo>
                  <a:lnTo>
                    <a:pt x="6825" y="34914"/>
                  </a:lnTo>
                  <a:lnTo>
                    <a:pt x="4789" y="24803"/>
                  </a:lnTo>
                  <a:lnTo>
                    <a:pt x="3384" y="17820"/>
                  </a:lnTo>
                  <a:lnTo>
                    <a:pt x="3259" y="17098"/>
                  </a:lnTo>
                  <a:lnTo>
                    <a:pt x="1793" y="8598"/>
                  </a:lnTo>
                  <a:lnTo>
                    <a:pt x="1520" y="7375"/>
                  </a:lnTo>
                  <a:lnTo>
                    <a:pt x="1261" y="6211"/>
                  </a:lnTo>
                  <a:lnTo>
                    <a:pt x="1170" y="5800"/>
                  </a:lnTo>
                  <a:lnTo>
                    <a:pt x="15831" y="3670"/>
                  </a:lnTo>
                  <a:lnTo>
                    <a:pt x="20325" y="3017"/>
                  </a:lnTo>
                  <a:lnTo>
                    <a:pt x="20595" y="2978"/>
                  </a:lnTo>
                  <a:lnTo>
                    <a:pt x="30700" y="1510"/>
                  </a:lnTo>
                  <a:lnTo>
                    <a:pt x="40449" y="95"/>
                  </a:lnTo>
                  <a:lnTo>
                    <a:pt x="41151" y="0"/>
                  </a:lnTo>
                  <a:lnTo>
                    <a:pt x="41662" y="3594"/>
                  </a:lnTo>
                  <a:lnTo>
                    <a:pt x="41717" y="3982"/>
                  </a:lnTo>
                  <a:lnTo>
                    <a:pt x="41752" y="4234"/>
                  </a:lnTo>
                  <a:lnTo>
                    <a:pt x="42560" y="9916"/>
                  </a:lnTo>
                  <a:lnTo>
                    <a:pt x="43012" y="13103"/>
                  </a:lnTo>
                  <a:lnTo>
                    <a:pt x="43380" y="15690"/>
                  </a:lnTo>
                  <a:lnTo>
                    <a:pt x="43834" y="1825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 name="pg32"/>
            <p:cNvSpPr/>
            <p:nvPr/>
          </p:nvSpPr>
          <p:spPr>
            <a:xfrm>
              <a:off x="4641046" y="3380258"/>
              <a:ext cx="105299" cy="89642"/>
            </a:xfrm>
            <a:custGeom>
              <a:avLst/>
              <a:pathLst>
                <a:path w="105299" h="89642">
                  <a:moveTo>
                    <a:pt x="21848" y="89452"/>
                  </a:moveTo>
                  <a:lnTo>
                    <a:pt x="20340" y="89642"/>
                  </a:lnTo>
                  <a:lnTo>
                    <a:pt x="20226" y="89286"/>
                  </a:lnTo>
                  <a:lnTo>
                    <a:pt x="19565" y="87217"/>
                  </a:lnTo>
                  <a:lnTo>
                    <a:pt x="19387" y="86660"/>
                  </a:lnTo>
                  <a:lnTo>
                    <a:pt x="19287" y="86348"/>
                  </a:lnTo>
                  <a:lnTo>
                    <a:pt x="17672" y="81296"/>
                  </a:lnTo>
                  <a:lnTo>
                    <a:pt x="17116" y="79524"/>
                  </a:lnTo>
                  <a:lnTo>
                    <a:pt x="15121" y="73160"/>
                  </a:lnTo>
                  <a:lnTo>
                    <a:pt x="14676" y="71742"/>
                  </a:lnTo>
                  <a:lnTo>
                    <a:pt x="13838" y="68453"/>
                  </a:lnTo>
                  <a:lnTo>
                    <a:pt x="12956" y="64992"/>
                  </a:lnTo>
                  <a:lnTo>
                    <a:pt x="12447" y="62997"/>
                  </a:lnTo>
                  <a:lnTo>
                    <a:pt x="11871" y="60737"/>
                  </a:lnTo>
                  <a:lnTo>
                    <a:pt x="10593" y="55726"/>
                  </a:lnTo>
                  <a:lnTo>
                    <a:pt x="10517" y="55427"/>
                  </a:lnTo>
                  <a:lnTo>
                    <a:pt x="13314" y="54702"/>
                  </a:lnTo>
                  <a:lnTo>
                    <a:pt x="17122" y="53714"/>
                  </a:lnTo>
                  <a:lnTo>
                    <a:pt x="16904" y="52924"/>
                  </a:lnTo>
                  <a:lnTo>
                    <a:pt x="14341" y="43661"/>
                  </a:lnTo>
                  <a:lnTo>
                    <a:pt x="13989" y="42392"/>
                  </a:lnTo>
                  <a:lnTo>
                    <a:pt x="13239" y="35787"/>
                  </a:lnTo>
                  <a:lnTo>
                    <a:pt x="13183" y="35292"/>
                  </a:lnTo>
                  <a:lnTo>
                    <a:pt x="13158" y="35076"/>
                  </a:lnTo>
                  <a:lnTo>
                    <a:pt x="13384" y="28722"/>
                  </a:lnTo>
                  <a:lnTo>
                    <a:pt x="13499" y="25480"/>
                  </a:lnTo>
                  <a:lnTo>
                    <a:pt x="13473" y="23157"/>
                  </a:lnTo>
                  <a:lnTo>
                    <a:pt x="12098" y="22882"/>
                  </a:lnTo>
                  <a:lnTo>
                    <a:pt x="10443" y="22552"/>
                  </a:lnTo>
                  <a:lnTo>
                    <a:pt x="4018" y="21271"/>
                  </a:lnTo>
                  <a:lnTo>
                    <a:pt x="2374" y="20785"/>
                  </a:lnTo>
                  <a:lnTo>
                    <a:pt x="2065" y="20694"/>
                  </a:lnTo>
                  <a:lnTo>
                    <a:pt x="1606" y="19248"/>
                  </a:lnTo>
                  <a:lnTo>
                    <a:pt x="900" y="17316"/>
                  </a:lnTo>
                  <a:lnTo>
                    <a:pt x="313" y="15710"/>
                  </a:lnTo>
                  <a:lnTo>
                    <a:pt x="72" y="15053"/>
                  </a:lnTo>
                  <a:lnTo>
                    <a:pt x="24" y="14920"/>
                  </a:lnTo>
                  <a:lnTo>
                    <a:pt x="0" y="14508"/>
                  </a:lnTo>
                  <a:lnTo>
                    <a:pt x="1379" y="14297"/>
                  </a:lnTo>
                  <a:lnTo>
                    <a:pt x="3975" y="13899"/>
                  </a:lnTo>
                  <a:lnTo>
                    <a:pt x="55162" y="6462"/>
                  </a:lnTo>
                  <a:lnTo>
                    <a:pt x="64461" y="5111"/>
                  </a:lnTo>
                  <a:lnTo>
                    <a:pt x="99644" y="0"/>
                  </a:lnTo>
                  <a:lnTo>
                    <a:pt x="99736" y="410"/>
                  </a:lnTo>
                  <a:lnTo>
                    <a:pt x="99995" y="1575"/>
                  </a:lnTo>
                  <a:lnTo>
                    <a:pt x="100267" y="2797"/>
                  </a:lnTo>
                  <a:lnTo>
                    <a:pt x="101734" y="11297"/>
                  </a:lnTo>
                  <a:lnTo>
                    <a:pt x="101858" y="12019"/>
                  </a:lnTo>
                  <a:lnTo>
                    <a:pt x="103264" y="19002"/>
                  </a:lnTo>
                  <a:lnTo>
                    <a:pt x="105299" y="29113"/>
                  </a:lnTo>
                  <a:lnTo>
                    <a:pt x="99338" y="30225"/>
                  </a:lnTo>
                  <a:lnTo>
                    <a:pt x="98723" y="30340"/>
                  </a:lnTo>
                  <a:lnTo>
                    <a:pt x="98474" y="30386"/>
                  </a:lnTo>
                  <a:lnTo>
                    <a:pt x="99275" y="34638"/>
                  </a:lnTo>
                  <a:lnTo>
                    <a:pt x="100083" y="41035"/>
                  </a:lnTo>
                  <a:lnTo>
                    <a:pt x="101089" y="51622"/>
                  </a:lnTo>
                  <a:lnTo>
                    <a:pt x="103480" y="76617"/>
                  </a:lnTo>
                  <a:lnTo>
                    <a:pt x="103556" y="78019"/>
                  </a:lnTo>
                  <a:lnTo>
                    <a:pt x="103588" y="78602"/>
                  </a:lnTo>
                  <a:lnTo>
                    <a:pt x="97718" y="79592"/>
                  </a:lnTo>
                  <a:lnTo>
                    <a:pt x="96422" y="79810"/>
                  </a:lnTo>
                  <a:lnTo>
                    <a:pt x="94892" y="80016"/>
                  </a:lnTo>
                  <a:lnTo>
                    <a:pt x="70114" y="83358"/>
                  </a:lnTo>
                  <a:lnTo>
                    <a:pt x="69661" y="83419"/>
                  </a:lnTo>
                  <a:lnTo>
                    <a:pt x="68521" y="83573"/>
                  </a:lnTo>
                  <a:lnTo>
                    <a:pt x="67440" y="83719"/>
                  </a:lnTo>
                  <a:lnTo>
                    <a:pt x="51930" y="85669"/>
                  </a:lnTo>
                  <a:lnTo>
                    <a:pt x="26872" y="88820"/>
                  </a:lnTo>
                  <a:lnTo>
                    <a:pt x="26286" y="88894"/>
                  </a:lnTo>
                  <a:lnTo>
                    <a:pt x="23567" y="8923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 name="pg33"/>
            <p:cNvSpPr/>
            <p:nvPr/>
          </p:nvSpPr>
          <p:spPr>
            <a:xfrm>
              <a:off x="4498122" y="3329162"/>
              <a:ext cx="261994" cy="90189"/>
            </a:xfrm>
            <a:custGeom>
              <a:avLst/>
              <a:pathLst>
                <a:path w="261994" h="90189">
                  <a:moveTo>
                    <a:pt x="61877" y="22799"/>
                  </a:moveTo>
                  <a:lnTo>
                    <a:pt x="62470" y="22601"/>
                  </a:lnTo>
                  <a:lnTo>
                    <a:pt x="65440" y="26036"/>
                  </a:lnTo>
                  <a:lnTo>
                    <a:pt x="66549" y="26376"/>
                  </a:lnTo>
                  <a:lnTo>
                    <a:pt x="68088" y="26394"/>
                  </a:lnTo>
                  <a:lnTo>
                    <a:pt x="68353" y="26229"/>
                  </a:lnTo>
                  <a:lnTo>
                    <a:pt x="68536" y="26115"/>
                  </a:lnTo>
                  <a:lnTo>
                    <a:pt x="69063" y="25787"/>
                  </a:lnTo>
                  <a:lnTo>
                    <a:pt x="69388" y="25585"/>
                  </a:lnTo>
                  <a:lnTo>
                    <a:pt x="69982" y="25156"/>
                  </a:lnTo>
                  <a:lnTo>
                    <a:pt x="70291" y="24922"/>
                  </a:lnTo>
                  <a:lnTo>
                    <a:pt x="70600" y="24688"/>
                  </a:lnTo>
                  <a:lnTo>
                    <a:pt x="71555" y="23966"/>
                  </a:lnTo>
                  <a:lnTo>
                    <a:pt x="72309" y="23823"/>
                  </a:lnTo>
                  <a:lnTo>
                    <a:pt x="72741" y="23742"/>
                  </a:lnTo>
                  <a:lnTo>
                    <a:pt x="73439" y="23610"/>
                  </a:lnTo>
                  <a:lnTo>
                    <a:pt x="74919" y="23565"/>
                  </a:lnTo>
                  <a:lnTo>
                    <a:pt x="75554" y="24677"/>
                  </a:lnTo>
                  <a:lnTo>
                    <a:pt x="77472" y="25481"/>
                  </a:lnTo>
                  <a:lnTo>
                    <a:pt x="77688" y="25572"/>
                  </a:lnTo>
                  <a:lnTo>
                    <a:pt x="78022" y="25712"/>
                  </a:lnTo>
                  <a:lnTo>
                    <a:pt x="78532" y="25692"/>
                  </a:lnTo>
                  <a:lnTo>
                    <a:pt x="79379" y="25457"/>
                  </a:lnTo>
                  <a:lnTo>
                    <a:pt x="80311" y="24733"/>
                  </a:lnTo>
                  <a:lnTo>
                    <a:pt x="80757" y="24387"/>
                  </a:lnTo>
                  <a:lnTo>
                    <a:pt x="81034" y="24380"/>
                  </a:lnTo>
                  <a:lnTo>
                    <a:pt x="82402" y="24342"/>
                  </a:lnTo>
                  <a:lnTo>
                    <a:pt x="83632" y="24516"/>
                  </a:lnTo>
                  <a:lnTo>
                    <a:pt x="84315" y="24330"/>
                  </a:lnTo>
                  <a:lnTo>
                    <a:pt x="84506" y="24278"/>
                  </a:lnTo>
                  <a:lnTo>
                    <a:pt x="85380" y="24041"/>
                  </a:lnTo>
                  <a:lnTo>
                    <a:pt x="87009" y="23196"/>
                  </a:lnTo>
                  <a:lnTo>
                    <a:pt x="89087" y="22119"/>
                  </a:lnTo>
                  <a:lnTo>
                    <a:pt x="89371" y="21971"/>
                  </a:lnTo>
                  <a:lnTo>
                    <a:pt x="89696" y="21803"/>
                  </a:lnTo>
                  <a:lnTo>
                    <a:pt x="90214" y="21534"/>
                  </a:lnTo>
                  <a:lnTo>
                    <a:pt x="91721" y="20752"/>
                  </a:lnTo>
                  <a:lnTo>
                    <a:pt x="92917" y="20701"/>
                  </a:lnTo>
                  <a:lnTo>
                    <a:pt x="97623" y="21243"/>
                  </a:lnTo>
                  <a:lnTo>
                    <a:pt x="98706" y="21347"/>
                  </a:lnTo>
                  <a:lnTo>
                    <a:pt x="98921" y="21367"/>
                  </a:lnTo>
                  <a:lnTo>
                    <a:pt x="99789" y="21450"/>
                  </a:lnTo>
                  <a:lnTo>
                    <a:pt x="100853" y="21301"/>
                  </a:lnTo>
                  <a:lnTo>
                    <a:pt x="101782" y="21033"/>
                  </a:lnTo>
                  <a:lnTo>
                    <a:pt x="102244" y="20484"/>
                  </a:lnTo>
                  <a:lnTo>
                    <a:pt x="102439" y="20182"/>
                  </a:lnTo>
                  <a:lnTo>
                    <a:pt x="102571" y="19978"/>
                  </a:lnTo>
                  <a:lnTo>
                    <a:pt x="103014" y="19291"/>
                  </a:lnTo>
                  <a:lnTo>
                    <a:pt x="103678" y="18667"/>
                  </a:lnTo>
                  <a:lnTo>
                    <a:pt x="104507" y="18205"/>
                  </a:lnTo>
                  <a:lnTo>
                    <a:pt x="105628" y="17956"/>
                  </a:lnTo>
                  <a:lnTo>
                    <a:pt x="106406" y="17709"/>
                  </a:lnTo>
                  <a:lnTo>
                    <a:pt x="106680" y="17621"/>
                  </a:lnTo>
                  <a:lnTo>
                    <a:pt x="107184" y="17461"/>
                  </a:lnTo>
                  <a:lnTo>
                    <a:pt x="108641" y="16773"/>
                  </a:lnTo>
                  <a:lnTo>
                    <a:pt x="111868" y="14977"/>
                  </a:lnTo>
                  <a:lnTo>
                    <a:pt x="111974" y="15127"/>
                  </a:lnTo>
                  <a:lnTo>
                    <a:pt x="112112" y="15321"/>
                  </a:lnTo>
                  <a:lnTo>
                    <a:pt x="112591" y="15170"/>
                  </a:lnTo>
                  <a:lnTo>
                    <a:pt x="113069" y="15018"/>
                  </a:lnTo>
                  <a:lnTo>
                    <a:pt x="114312" y="14625"/>
                  </a:lnTo>
                  <a:lnTo>
                    <a:pt x="115248" y="14329"/>
                  </a:lnTo>
                  <a:lnTo>
                    <a:pt x="120321" y="13187"/>
                  </a:lnTo>
                  <a:lnTo>
                    <a:pt x="121212" y="12987"/>
                  </a:lnTo>
                  <a:lnTo>
                    <a:pt x="121442" y="12948"/>
                  </a:lnTo>
                  <a:lnTo>
                    <a:pt x="122905" y="12702"/>
                  </a:lnTo>
                  <a:lnTo>
                    <a:pt x="124530" y="12429"/>
                  </a:lnTo>
                  <a:lnTo>
                    <a:pt x="126948" y="12022"/>
                  </a:lnTo>
                  <a:lnTo>
                    <a:pt x="130348" y="11385"/>
                  </a:lnTo>
                  <a:lnTo>
                    <a:pt x="132976" y="11070"/>
                  </a:lnTo>
                  <a:lnTo>
                    <a:pt x="133396" y="11195"/>
                  </a:lnTo>
                  <a:lnTo>
                    <a:pt x="137751" y="9824"/>
                  </a:lnTo>
                  <a:lnTo>
                    <a:pt x="140149" y="9442"/>
                  </a:lnTo>
                  <a:lnTo>
                    <a:pt x="141321" y="9059"/>
                  </a:lnTo>
                  <a:lnTo>
                    <a:pt x="141649" y="8952"/>
                  </a:lnTo>
                  <a:lnTo>
                    <a:pt x="142492" y="8676"/>
                  </a:lnTo>
                  <a:lnTo>
                    <a:pt x="145617" y="7615"/>
                  </a:lnTo>
                  <a:lnTo>
                    <a:pt x="149117" y="6948"/>
                  </a:lnTo>
                  <a:lnTo>
                    <a:pt x="150696" y="6787"/>
                  </a:lnTo>
                  <a:lnTo>
                    <a:pt x="151181" y="6738"/>
                  </a:lnTo>
                  <a:lnTo>
                    <a:pt x="151536" y="6702"/>
                  </a:lnTo>
                  <a:lnTo>
                    <a:pt x="152930" y="6714"/>
                  </a:lnTo>
                  <a:lnTo>
                    <a:pt x="154473" y="6775"/>
                  </a:lnTo>
                  <a:lnTo>
                    <a:pt x="155573" y="7198"/>
                  </a:lnTo>
                  <a:lnTo>
                    <a:pt x="155803" y="7316"/>
                  </a:lnTo>
                  <a:lnTo>
                    <a:pt x="156033" y="7434"/>
                  </a:lnTo>
                  <a:lnTo>
                    <a:pt x="156680" y="7505"/>
                  </a:lnTo>
                  <a:lnTo>
                    <a:pt x="158358" y="7362"/>
                  </a:lnTo>
                  <a:lnTo>
                    <a:pt x="160320" y="6979"/>
                  </a:lnTo>
                  <a:lnTo>
                    <a:pt x="160859" y="6874"/>
                  </a:lnTo>
                  <a:lnTo>
                    <a:pt x="161307" y="6703"/>
                  </a:lnTo>
                  <a:lnTo>
                    <a:pt x="161588" y="6595"/>
                  </a:lnTo>
                  <a:lnTo>
                    <a:pt x="164189" y="5600"/>
                  </a:lnTo>
                  <a:lnTo>
                    <a:pt x="165486" y="5096"/>
                  </a:lnTo>
                  <a:lnTo>
                    <a:pt x="166175" y="4829"/>
                  </a:lnTo>
                  <a:lnTo>
                    <a:pt x="166847" y="4694"/>
                  </a:lnTo>
                  <a:lnTo>
                    <a:pt x="167203" y="4623"/>
                  </a:lnTo>
                  <a:lnTo>
                    <a:pt x="167519" y="4560"/>
                  </a:lnTo>
                  <a:lnTo>
                    <a:pt x="168909" y="4325"/>
                  </a:lnTo>
                  <a:lnTo>
                    <a:pt x="170667" y="4200"/>
                  </a:lnTo>
                  <a:lnTo>
                    <a:pt x="172339" y="4380"/>
                  </a:lnTo>
                  <a:lnTo>
                    <a:pt x="172758" y="4426"/>
                  </a:lnTo>
                  <a:lnTo>
                    <a:pt x="173520" y="4508"/>
                  </a:lnTo>
                  <a:lnTo>
                    <a:pt x="175771" y="4940"/>
                  </a:lnTo>
                  <a:lnTo>
                    <a:pt x="178607" y="5835"/>
                  </a:lnTo>
                  <a:lnTo>
                    <a:pt x="179933" y="6154"/>
                  </a:lnTo>
                  <a:lnTo>
                    <a:pt x="180531" y="6147"/>
                  </a:lnTo>
                  <a:lnTo>
                    <a:pt x="180881" y="6143"/>
                  </a:lnTo>
                  <a:lnTo>
                    <a:pt x="182899" y="5737"/>
                  </a:lnTo>
                  <a:lnTo>
                    <a:pt x="183199" y="5628"/>
                  </a:lnTo>
                  <a:lnTo>
                    <a:pt x="186563" y="4401"/>
                  </a:lnTo>
                  <a:lnTo>
                    <a:pt x="186853" y="4295"/>
                  </a:lnTo>
                  <a:lnTo>
                    <a:pt x="187211" y="4165"/>
                  </a:lnTo>
                  <a:lnTo>
                    <a:pt x="188213" y="3822"/>
                  </a:lnTo>
                  <a:lnTo>
                    <a:pt x="188817" y="3859"/>
                  </a:lnTo>
                  <a:lnTo>
                    <a:pt x="189367" y="3944"/>
                  </a:lnTo>
                  <a:lnTo>
                    <a:pt x="191106" y="4831"/>
                  </a:lnTo>
                  <a:lnTo>
                    <a:pt x="192019" y="5430"/>
                  </a:lnTo>
                  <a:lnTo>
                    <a:pt x="192782" y="5707"/>
                  </a:lnTo>
                  <a:lnTo>
                    <a:pt x="193327" y="5764"/>
                  </a:lnTo>
                  <a:lnTo>
                    <a:pt x="193559" y="5789"/>
                  </a:lnTo>
                  <a:lnTo>
                    <a:pt x="194182" y="5854"/>
                  </a:lnTo>
                  <a:lnTo>
                    <a:pt x="194814" y="5724"/>
                  </a:lnTo>
                  <a:lnTo>
                    <a:pt x="195405" y="5602"/>
                  </a:lnTo>
                  <a:lnTo>
                    <a:pt x="196639" y="5006"/>
                  </a:lnTo>
                  <a:lnTo>
                    <a:pt x="198474" y="3931"/>
                  </a:lnTo>
                  <a:lnTo>
                    <a:pt x="199052" y="3593"/>
                  </a:lnTo>
                  <a:lnTo>
                    <a:pt x="199424" y="3375"/>
                  </a:lnTo>
                  <a:lnTo>
                    <a:pt x="200309" y="2857"/>
                  </a:lnTo>
                  <a:lnTo>
                    <a:pt x="201739" y="2784"/>
                  </a:lnTo>
                  <a:lnTo>
                    <a:pt x="204633" y="2638"/>
                  </a:lnTo>
                  <a:lnTo>
                    <a:pt x="207544" y="2586"/>
                  </a:lnTo>
                  <a:lnTo>
                    <a:pt x="208307" y="2572"/>
                  </a:lnTo>
                  <a:lnTo>
                    <a:pt x="214425" y="2462"/>
                  </a:lnTo>
                  <a:lnTo>
                    <a:pt x="220153" y="2354"/>
                  </a:lnTo>
                  <a:lnTo>
                    <a:pt x="222575" y="2308"/>
                  </a:lnTo>
                  <a:lnTo>
                    <a:pt x="224255" y="2220"/>
                  </a:lnTo>
                  <a:lnTo>
                    <a:pt x="224501" y="2207"/>
                  </a:lnTo>
                  <a:lnTo>
                    <a:pt x="225702" y="2144"/>
                  </a:lnTo>
                  <a:lnTo>
                    <a:pt x="227315" y="2060"/>
                  </a:lnTo>
                  <a:lnTo>
                    <a:pt x="233666" y="2313"/>
                  </a:lnTo>
                  <a:lnTo>
                    <a:pt x="235271" y="2036"/>
                  </a:lnTo>
                  <a:lnTo>
                    <a:pt x="237314" y="1854"/>
                  </a:lnTo>
                  <a:lnTo>
                    <a:pt x="238265" y="2188"/>
                  </a:lnTo>
                  <a:lnTo>
                    <a:pt x="242225" y="4229"/>
                  </a:lnTo>
                  <a:lnTo>
                    <a:pt x="244439" y="4564"/>
                  </a:lnTo>
                  <a:lnTo>
                    <a:pt x="245484" y="3964"/>
                  </a:lnTo>
                  <a:lnTo>
                    <a:pt x="245696" y="3794"/>
                  </a:lnTo>
                  <a:lnTo>
                    <a:pt x="246367" y="3254"/>
                  </a:lnTo>
                  <a:lnTo>
                    <a:pt x="247124" y="2958"/>
                  </a:lnTo>
                  <a:lnTo>
                    <a:pt x="250451" y="1027"/>
                  </a:lnTo>
                  <a:lnTo>
                    <a:pt x="254477" y="291"/>
                  </a:lnTo>
                  <a:lnTo>
                    <a:pt x="255576" y="0"/>
                  </a:lnTo>
                  <a:lnTo>
                    <a:pt x="257340" y="132"/>
                  </a:lnTo>
                  <a:lnTo>
                    <a:pt x="257493" y="8778"/>
                  </a:lnTo>
                  <a:lnTo>
                    <a:pt x="257487" y="9775"/>
                  </a:lnTo>
                  <a:lnTo>
                    <a:pt x="257471" y="12397"/>
                  </a:lnTo>
                  <a:lnTo>
                    <a:pt x="255858" y="12376"/>
                  </a:lnTo>
                  <a:lnTo>
                    <a:pt x="254868" y="12524"/>
                  </a:lnTo>
                  <a:lnTo>
                    <a:pt x="254158" y="12692"/>
                  </a:lnTo>
                  <a:lnTo>
                    <a:pt x="253749" y="12923"/>
                  </a:lnTo>
                  <a:lnTo>
                    <a:pt x="253427" y="13218"/>
                  </a:lnTo>
                  <a:lnTo>
                    <a:pt x="253298" y="13639"/>
                  </a:lnTo>
                  <a:lnTo>
                    <a:pt x="253362" y="14207"/>
                  </a:lnTo>
                  <a:lnTo>
                    <a:pt x="254435" y="18306"/>
                  </a:lnTo>
                  <a:lnTo>
                    <a:pt x="256228" y="25152"/>
                  </a:lnTo>
                  <a:lnTo>
                    <a:pt x="257521" y="29336"/>
                  </a:lnTo>
                  <a:lnTo>
                    <a:pt x="259026" y="35648"/>
                  </a:lnTo>
                  <a:lnTo>
                    <a:pt x="260618" y="42655"/>
                  </a:lnTo>
                  <a:lnTo>
                    <a:pt x="261936" y="48015"/>
                  </a:lnTo>
                  <a:lnTo>
                    <a:pt x="261994" y="48273"/>
                  </a:lnTo>
                  <a:lnTo>
                    <a:pt x="261724" y="48312"/>
                  </a:lnTo>
                  <a:lnTo>
                    <a:pt x="257230" y="48965"/>
                  </a:lnTo>
                  <a:lnTo>
                    <a:pt x="242569" y="51095"/>
                  </a:lnTo>
                  <a:lnTo>
                    <a:pt x="207385" y="56207"/>
                  </a:lnTo>
                  <a:lnTo>
                    <a:pt x="198086" y="57558"/>
                  </a:lnTo>
                  <a:lnTo>
                    <a:pt x="146899" y="64995"/>
                  </a:lnTo>
                  <a:lnTo>
                    <a:pt x="144304" y="65392"/>
                  </a:lnTo>
                  <a:lnTo>
                    <a:pt x="142801" y="65491"/>
                  </a:lnTo>
                  <a:lnTo>
                    <a:pt x="139737" y="65967"/>
                  </a:lnTo>
                  <a:lnTo>
                    <a:pt x="138066" y="66227"/>
                  </a:lnTo>
                  <a:lnTo>
                    <a:pt x="118880" y="69211"/>
                  </a:lnTo>
                  <a:lnTo>
                    <a:pt x="115635" y="69678"/>
                  </a:lnTo>
                  <a:lnTo>
                    <a:pt x="114682" y="69815"/>
                  </a:lnTo>
                  <a:lnTo>
                    <a:pt x="84887" y="74099"/>
                  </a:lnTo>
                  <a:lnTo>
                    <a:pt x="83002" y="74370"/>
                  </a:lnTo>
                  <a:lnTo>
                    <a:pt x="70929" y="76107"/>
                  </a:lnTo>
                  <a:lnTo>
                    <a:pt x="71026" y="76463"/>
                  </a:lnTo>
                  <a:lnTo>
                    <a:pt x="71223" y="77180"/>
                  </a:lnTo>
                  <a:lnTo>
                    <a:pt x="71365" y="77698"/>
                  </a:lnTo>
                  <a:lnTo>
                    <a:pt x="53113" y="80769"/>
                  </a:lnTo>
                  <a:lnTo>
                    <a:pt x="50424" y="81237"/>
                  </a:lnTo>
                  <a:lnTo>
                    <a:pt x="48543" y="81565"/>
                  </a:lnTo>
                  <a:lnTo>
                    <a:pt x="45857" y="82032"/>
                  </a:lnTo>
                  <a:lnTo>
                    <a:pt x="32689" y="84251"/>
                  </a:lnTo>
                  <a:lnTo>
                    <a:pt x="32102" y="84351"/>
                  </a:lnTo>
                  <a:lnTo>
                    <a:pt x="26653" y="85277"/>
                  </a:lnTo>
                  <a:lnTo>
                    <a:pt x="12997" y="87591"/>
                  </a:lnTo>
                  <a:lnTo>
                    <a:pt x="12292" y="87710"/>
                  </a:lnTo>
                  <a:lnTo>
                    <a:pt x="10007" y="88091"/>
                  </a:lnTo>
                  <a:lnTo>
                    <a:pt x="8856" y="88282"/>
                  </a:lnTo>
                  <a:lnTo>
                    <a:pt x="1460" y="89513"/>
                  </a:lnTo>
                  <a:lnTo>
                    <a:pt x="0" y="90189"/>
                  </a:lnTo>
                  <a:lnTo>
                    <a:pt x="855" y="87850"/>
                  </a:lnTo>
                  <a:lnTo>
                    <a:pt x="2216" y="85149"/>
                  </a:lnTo>
                  <a:lnTo>
                    <a:pt x="4638" y="80340"/>
                  </a:lnTo>
                  <a:lnTo>
                    <a:pt x="7680" y="75032"/>
                  </a:lnTo>
                  <a:lnTo>
                    <a:pt x="9601" y="72984"/>
                  </a:lnTo>
                  <a:lnTo>
                    <a:pt x="11953" y="71295"/>
                  </a:lnTo>
                  <a:lnTo>
                    <a:pt x="12412" y="70965"/>
                  </a:lnTo>
                  <a:lnTo>
                    <a:pt x="13226" y="70380"/>
                  </a:lnTo>
                  <a:lnTo>
                    <a:pt x="13778" y="70224"/>
                  </a:lnTo>
                  <a:lnTo>
                    <a:pt x="13075" y="69040"/>
                  </a:lnTo>
                  <a:lnTo>
                    <a:pt x="12347" y="67814"/>
                  </a:lnTo>
                  <a:lnTo>
                    <a:pt x="11526" y="67445"/>
                  </a:lnTo>
                  <a:lnTo>
                    <a:pt x="13556" y="65286"/>
                  </a:lnTo>
                  <a:lnTo>
                    <a:pt x="15719" y="62808"/>
                  </a:lnTo>
                  <a:lnTo>
                    <a:pt x="17014" y="61995"/>
                  </a:lnTo>
                  <a:lnTo>
                    <a:pt x="17504" y="61042"/>
                  </a:lnTo>
                  <a:lnTo>
                    <a:pt x="17749" y="60566"/>
                  </a:lnTo>
                  <a:lnTo>
                    <a:pt x="17994" y="60090"/>
                  </a:lnTo>
                  <a:lnTo>
                    <a:pt x="18067" y="59258"/>
                  </a:lnTo>
                  <a:lnTo>
                    <a:pt x="18622" y="58389"/>
                  </a:lnTo>
                  <a:lnTo>
                    <a:pt x="19769" y="57446"/>
                  </a:lnTo>
                  <a:lnTo>
                    <a:pt x="21377" y="56318"/>
                  </a:lnTo>
                  <a:lnTo>
                    <a:pt x="22257" y="55679"/>
                  </a:lnTo>
                  <a:lnTo>
                    <a:pt x="22524" y="55486"/>
                  </a:lnTo>
                  <a:lnTo>
                    <a:pt x="22884" y="55044"/>
                  </a:lnTo>
                  <a:lnTo>
                    <a:pt x="23578" y="54192"/>
                  </a:lnTo>
                  <a:lnTo>
                    <a:pt x="24113" y="53478"/>
                  </a:lnTo>
                  <a:lnTo>
                    <a:pt x="24436" y="53047"/>
                  </a:lnTo>
                  <a:lnTo>
                    <a:pt x="25350" y="53369"/>
                  </a:lnTo>
                  <a:lnTo>
                    <a:pt x="25807" y="52748"/>
                  </a:lnTo>
                  <a:lnTo>
                    <a:pt x="24733" y="52031"/>
                  </a:lnTo>
                  <a:lnTo>
                    <a:pt x="24203" y="51678"/>
                  </a:lnTo>
                  <a:lnTo>
                    <a:pt x="24374" y="51332"/>
                  </a:lnTo>
                  <a:lnTo>
                    <a:pt x="24715" y="50639"/>
                  </a:lnTo>
                  <a:lnTo>
                    <a:pt x="25014" y="50033"/>
                  </a:lnTo>
                  <a:lnTo>
                    <a:pt x="25594" y="48854"/>
                  </a:lnTo>
                  <a:lnTo>
                    <a:pt x="26565" y="46883"/>
                  </a:lnTo>
                  <a:lnTo>
                    <a:pt x="23679" y="45356"/>
                  </a:lnTo>
                  <a:lnTo>
                    <a:pt x="23835" y="44976"/>
                  </a:lnTo>
                  <a:lnTo>
                    <a:pt x="23960" y="44672"/>
                  </a:lnTo>
                  <a:lnTo>
                    <a:pt x="26213" y="39211"/>
                  </a:lnTo>
                  <a:lnTo>
                    <a:pt x="27869" y="39916"/>
                  </a:lnTo>
                  <a:lnTo>
                    <a:pt x="30060" y="40849"/>
                  </a:lnTo>
                  <a:lnTo>
                    <a:pt x="31161" y="41318"/>
                  </a:lnTo>
                  <a:lnTo>
                    <a:pt x="31609" y="41509"/>
                  </a:lnTo>
                  <a:lnTo>
                    <a:pt x="32024" y="41124"/>
                  </a:lnTo>
                  <a:lnTo>
                    <a:pt x="32334" y="40404"/>
                  </a:lnTo>
                  <a:lnTo>
                    <a:pt x="32379" y="39956"/>
                  </a:lnTo>
                  <a:lnTo>
                    <a:pt x="32444" y="39740"/>
                  </a:lnTo>
                  <a:lnTo>
                    <a:pt x="32556" y="38845"/>
                  </a:lnTo>
                  <a:lnTo>
                    <a:pt x="32492" y="38328"/>
                  </a:lnTo>
                  <a:lnTo>
                    <a:pt x="32431" y="38033"/>
                  </a:lnTo>
                  <a:lnTo>
                    <a:pt x="32378" y="37775"/>
                  </a:lnTo>
                  <a:lnTo>
                    <a:pt x="32334" y="37561"/>
                  </a:lnTo>
                  <a:lnTo>
                    <a:pt x="31868" y="36430"/>
                  </a:lnTo>
                  <a:lnTo>
                    <a:pt x="31514" y="35520"/>
                  </a:lnTo>
                  <a:lnTo>
                    <a:pt x="31380" y="35075"/>
                  </a:lnTo>
                  <a:lnTo>
                    <a:pt x="33493" y="33041"/>
                  </a:lnTo>
                  <a:lnTo>
                    <a:pt x="33823" y="32770"/>
                  </a:lnTo>
                  <a:lnTo>
                    <a:pt x="34904" y="31875"/>
                  </a:lnTo>
                  <a:lnTo>
                    <a:pt x="35028" y="31732"/>
                  </a:lnTo>
                  <a:lnTo>
                    <a:pt x="35970" y="31185"/>
                  </a:lnTo>
                  <a:lnTo>
                    <a:pt x="37414" y="30645"/>
                  </a:lnTo>
                  <a:lnTo>
                    <a:pt x="38547" y="30509"/>
                  </a:lnTo>
                  <a:lnTo>
                    <a:pt x="39910" y="30363"/>
                  </a:lnTo>
                  <a:lnTo>
                    <a:pt x="41851" y="30385"/>
                  </a:lnTo>
                  <a:lnTo>
                    <a:pt x="42733" y="30341"/>
                  </a:lnTo>
                  <a:lnTo>
                    <a:pt x="43032" y="30326"/>
                  </a:lnTo>
                  <a:lnTo>
                    <a:pt x="43615" y="30297"/>
                  </a:lnTo>
                  <a:lnTo>
                    <a:pt x="46876" y="29886"/>
                  </a:lnTo>
                  <a:lnTo>
                    <a:pt x="46637" y="27126"/>
                  </a:lnTo>
                  <a:lnTo>
                    <a:pt x="46774" y="26811"/>
                  </a:lnTo>
                  <a:lnTo>
                    <a:pt x="48095" y="26588"/>
                  </a:lnTo>
                  <a:lnTo>
                    <a:pt x="52525" y="25837"/>
                  </a:lnTo>
                  <a:lnTo>
                    <a:pt x="53500" y="25672"/>
                  </a:lnTo>
                  <a:lnTo>
                    <a:pt x="54955" y="25120"/>
                  </a:lnTo>
                  <a:lnTo>
                    <a:pt x="56006" y="24767"/>
                  </a:lnTo>
                  <a:lnTo>
                    <a:pt x="61268" y="23003"/>
                  </a:lnTo>
                  <a:lnTo>
                    <a:pt x="61572" y="2290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 name="pg34"/>
            <p:cNvSpPr/>
            <p:nvPr/>
          </p:nvSpPr>
          <p:spPr>
            <a:xfrm>
              <a:off x="4751420" y="3329295"/>
              <a:ext cx="161285" cy="123551"/>
            </a:xfrm>
            <a:custGeom>
              <a:avLst/>
              <a:pathLst>
                <a:path w="161285" h="123551">
                  <a:moveTo>
                    <a:pt x="14511" y="1679"/>
                  </a:moveTo>
                  <a:lnTo>
                    <a:pt x="23092" y="3075"/>
                  </a:lnTo>
                  <a:lnTo>
                    <a:pt x="24356" y="3280"/>
                  </a:lnTo>
                  <a:lnTo>
                    <a:pt x="31142" y="2939"/>
                  </a:lnTo>
                  <a:lnTo>
                    <a:pt x="42725" y="2356"/>
                  </a:lnTo>
                  <a:lnTo>
                    <a:pt x="51477" y="2253"/>
                  </a:lnTo>
                  <a:lnTo>
                    <a:pt x="54888" y="2213"/>
                  </a:lnTo>
                  <a:lnTo>
                    <a:pt x="59983" y="2153"/>
                  </a:lnTo>
                  <a:lnTo>
                    <a:pt x="67955" y="2304"/>
                  </a:lnTo>
                  <a:lnTo>
                    <a:pt x="70743" y="2356"/>
                  </a:lnTo>
                  <a:lnTo>
                    <a:pt x="79677" y="2153"/>
                  </a:lnTo>
                  <a:lnTo>
                    <a:pt x="82112" y="2940"/>
                  </a:lnTo>
                  <a:lnTo>
                    <a:pt x="99168" y="8447"/>
                  </a:lnTo>
                  <a:lnTo>
                    <a:pt x="110175" y="8044"/>
                  </a:lnTo>
                  <a:lnTo>
                    <a:pt x="112996" y="7941"/>
                  </a:lnTo>
                  <a:lnTo>
                    <a:pt x="115816" y="7838"/>
                  </a:lnTo>
                  <a:lnTo>
                    <a:pt x="121629" y="5965"/>
                  </a:lnTo>
                  <a:lnTo>
                    <a:pt x="125027" y="4869"/>
                  </a:lnTo>
                  <a:lnTo>
                    <a:pt x="124771" y="7098"/>
                  </a:lnTo>
                  <a:lnTo>
                    <a:pt x="124515" y="9327"/>
                  </a:lnTo>
                  <a:lnTo>
                    <a:pt x="124506" y="9487"/>
                  </a:lnTo>
                  <a:lnTo>
                    <a:pt x="124491" y="9771"/>
                  </a:lnTo>
                  <a:lnTo>
                    <a:pt x="124474" y="13141"/>
                  </a:lnTo>
                  <a:lnTo>
                    <a:pt x="124582" y="14090"/>
                  </a:lnTo>
                  <a:lnTo>
                    <a:pt x="124752" y="14975"/>
                  </a:lnTo>
                  <a:lnTo>
                    <a:pt x="125431" y="16773"/>
                  </a:lnTo>
                  <a:lnTo>
                    <a:pt x="125601" y="17313"/>
                  </a:lnTo>
                  <a:lnTo>
                    <a:pt x="126585" y="20449"/>
                  </a:lnTo>
                  <a:lnTo>
                    <a:pt x="126684" y="20763"/>
                  </a:lnTo>
                  <a:lnTo>
                    <a:pt x="127095" y="21980"/>
                  </a:lnTo>
                  <a:lnTo>
                    <a:pt x="127389" y="23325"/>
                  </a:lnTo>
                  <a:lnTo>
                    <a:pt x="128103" y="26603"/>
                  </a:lnTo>
                  <a:lnTo>
                    <a:pt x="128178" y="26945"/>
                  </a:lnTo>
                  <a:lnTo>
                    <a:pt x="128392" y="27490"/>
                  </a:lnTo>
                  <a:lnTo>
                    <a:pt x="128606" y="28460"/>
                  </a:lnTo>
                  <a:lnTo>
                    <a:pt x="129166" y="30528"/>
                  </a:lnTo>
                  <a:lnTo>
                    <a:pt x="129210" y="30662"/>
                  </a:lnTo>
                  <a:lnTo>
                    <a:pt x="130146" y="30642"/>
                  </a:lnTo>
                  <a:lnTo>
                    <a:pt x="130710" y="33193"/>
                  </a:lnTo>
                  <a:lnTo>
                    <a:pt x="133334" y="32557"/>
                  </a:lnTo>
                  <a:lnTo>
                    <a:pt x="134336" y="32676"/>
                  </a:lnTo>
                  <a:lnTo>
                    <a:pt x="135573" y="32824"/>
                  </a:lnTo>
                  <a:lnTo>
                    <a:pt x="139412" y="33282"/>
                  </a:lnTo>
                  <a:lnTo>
                    <a:pt x="140060" y="33359"/>
                  </a:lnTo>
                  <a:lnTo>
                    <a:pt x="141561" y="33538"/>
                  </a:lnTo>
                  <a:lnTo>
                    <a:pt x="145635" y="34024"/>
                  </a:lnTo>
                  <a:lnTo>
                    <a:pt x="146176" y="34088"/>
                  </a:lnTo>
                  <a:lnTo>
                    <a:pt x="147962" y="34363"/>
                  </a:lnTo>
                  <a:lnTo>
                    <a:pt x="148942" y="34514"/>
                  </a:lnTo>
                  <a:lnTo>
                    <a:pt x="150270" y="34719"/>
                  </a:lnTo>
                  <a:lnTo>
                    <a:pt x="154047" y="35300"/>
                  </a:lnTo>
                  <a:lnTo>
                    <a:pt x="154311" y="35354"/>
                  </a:lnTo>
                  <a:lnTo>
                    <a:pt x="159932" y="36504"/>
                  </a:lnTo>
                  <a:lnTo>
                    <a:pt x="160260" y="36584"/>
                  </a:lnTo>
                  <a:lnTo>
                    <a:pt x="161253" y="36933"/>
                  </a:lnTo>
                  <a:lnTo>
                    <a:pt x="161275" y="37644"/>
                  </a:lnTo>
                  <a:lnTo>
                    <a:pt x="161285" y="37970"/>
                  </a:lnTo>
                  <a:lnTo>
                    <a:pt x="160464" y="38951"/>
                  </a:lnTo>
                  <a:lnTo>
                    <a:pt x="158723" y="41031"/>
                  </a:lnTo>
                  <a:lnTo>
                    <a:pt x="158513" y="41282"/>
                  </a:lnTo>
                  <a:lnTo>
                    <a:pt x="155567" y="45052"/>
                  </a:lnTo>
                  <a:lnTo>
                    <a:pt x="154744" y="46106"/>
                  </a:lnTo>
                  <a:lnTo>
                    <a:pt x="154500" y="46418"/>
                  </a:lnTo>
                  <a:lnTo>
                    <a:pt x="153618" y="47405"/>
                  </a:lnTo>
                  <a:lnTo>
                    <a:pt x="150084" y="51359"/>
                  </a:lnTo>
                  <a:lnTo>
                    <a:pt x="149688" y="51803"/>
                  </a:lnTo>
                  <a:lnTo>
                    <a:pt x="147326" y="54446"/>
                  </a:lnTo>
                  <a:lnTo>
                    <a:pt x="146094" y="55824"/>
                  </a:lnTo>
                  <a:lnTo>
                    <a:pt x="145749" y="56224"/>
                  </a:lnTo>
                  <a:lnTo>
                    <a:pt x="147356" y="57840"/>
                  </a:lnTo>
                  <a:lnTo>
                    <a:pt x="148507" y="58998"/>
                  </a:lnTo>
                  <a:lnTo>
                    <a:pt x="149105" y="59492"/>
                  </a:lnTo>
                  <a:lnTo>
                    <a:pt x="151496" y="56843"/>
                  </a:lnTo>
                  <a:lnTo>
                    <a:pt x="153700" y="54401"/>
                  </a:lnTo>
                  <a:lnTo>
                    <a:pt x="154033" y="54671"/>
                  </a:lnTo>
                  <a:lnTo>
                    <a:pt x="155574" y="55922"/>
                  </a:lnTo>
                  <a:lnTo>
                    <a:pt x="156616" y="56843"/>
                  </a:lnTo>
                  <a:lnTo>
                    <a:pt x="157122" y="57291"/>
                  </a:lnTo>
                  <a:lnTo>
                    <a:pt x="158019" y="58084"/>
                  </a:lnTo>
                  <a:lnTo>
                    <a:pt x="158921" y="58986"/>
                  </a:lnTo>
                  <a:lnTo>
                    <a:pt x="159103" y="59560"/>
                  </a:lnTo>
                  <a:lnTo>
                    <a:pt x="156744" y="60228"/>
                  </a:lnTo>
                  <a:lnTo>
                    <a:pt x="155324" y="60972"/>
                  </a:lnTo>
                  <a:lnTo>
                    <a:pt x="152637" y="62312"/>
                  </a:lnTo>
                  <a:lnTo>
                    <a:pt x="151600" y="62670"/>
                  </a:lnTo>
                  <a:lnTo>
                    <a:pt x="149444" y="63475"/>
                  </a:lnTo>
                  <a:lnTo>
                    <a:pt x="149368" y="63607"/>
                  </a:lnTo>
                  <a:lnTo>
                    <a:pt x="149360" y="64031"/>
                  </a:lnTo>
                  <a:lnTo>
                    <a:pt x="149395" y="64387"/>
                  </a:lnTo>
                  <a:lnTo>
                    <a:pt x="149444" y="64888"/>
                  </a:lnTo>
                  <a:lnTo>
                    <a:pt x="149842" y="68933"/>
                  </a:lnTo>
                  <a:lnTo>
                    <a:pt x="150053" y="70758"/>
                  </a:lnTo>
                  <a:lnTo>
                    <a:pt x="149810" y="70954"/>
                  </a:lnTo>
                  <a:lnTo>
                    <a:pt x="149087" y="71649"/>
                  </a:lnTo>
                  <a:lnTo>
                    <a:pt x="148364" y="72344"/>
                  </a:lnTo>
                  <a:lnTo>
                    <a:pt x="146022" y="74761"/>
                  </a:lnTo>
                  <a:lnTo>
                    <a:pt x="140387" y="81348"/>
                  </a:lnTo>
                  <a:lnTo>
                    <a:pt x="131932" y="91230"/>
                  </a:lnTo>
                  <a:lnTo>
                    <a:pt x="123954" y="100534"/>
                  </a:lnTo>
                  <a:lnTo>
                    <a:pt x="119624" y="105584"/>
                  </a:lnTo>
                  <a:lnTo>
                    <a:pt x="107796" y="119377"/>
                  </a:lnTo>
                  <a:lnTo>
                    <a:pt x="107513" y="119707"/>
                  </a:lnTo>
                  <a:lnTo>
                    <a:pt x="104216" y="123551"/>
                  </a:lnTo>
                  <a:lnTo>
                    <a:pt x="99043" y="112653"/>
                  </a:lnTo>
                  <a:lnTo>
                    <a:pt x="92927" y="99740"/>
                  </a:lnTo>
                  <a:lnTo>
                    <a:pt x="92218" y="98253"/>
                  </a:lnTo>
                  <a:lnTo>
                    <a:pt x="93158" y="97533"/>
                  </a:lnTo>
                  <a:lnTo>
                    <a:pt x="96200" y="95203"/>
                  </a:lnTo>
                  <a:lnTo>
                    <a:pt x="96687" y="94831"/>
                  </a:lnTo>
                  <a:lnTo>
                    <a:pt x="96349" y="93961"/>
                  </a:lnTo>
                  <a:lnTo>
                    <a:pt x="91635" y="83321"/>
                  </a:lnTo>
                  <a:lnTo>
                    <a:pt x="90813" y="79955"/>
                  </a:lnTo>
                  <a:lnTo>
                    <a:pt x="90610" y="77046"/>
                  </a:lnTo>
                  <a:lnTo>
                    <a:pt x="89907" y="66981"/>
                  </a:lnTo>
                  <a:lnTo>
                    <a:pt x="75879" y="68236"/>
                  </a:lnTo>
                  <a:lnTo>
                    <a:pt x="75510" y="68269"/>
                  </a:lnTo>
                  <a:lnTo>
                    <a:pt x="57395" y="69918"/>
                  </a:lnTo>
                  <a:lnTo>
                    <a:pt x="45965" y="70959"/>
                  </a:lnTo>
                  <a:lnTo>
                    <a:pt x="44074" y="71131"/>
                  </a:lnTo>
                  <a:lnTo>
                    <a:pt x="42457" y="71727"/>
                  </a:lnTo>
                  <a:lnTo>
                    <a:pt x="39565" y="72794"/>
                  </a:lnTo>
                  <a:lnTo>
                    <a:pt x="36672" y="73861"/>
                  </a:lnTo>
                  <a:lnTo>
                    <a:pt x="35315" y="74361"/>
                  </a:lnTo>
                  <a:lnTo>
                    <a:pt x="33959" y="74862"/>
                  </a:lnTo>
                  <a:lnTo>
                    <a:pt x="32990" y="69385"/>
                  </a:lnTo>
                  <a:lnTo>
                    <a:pt x="31935" y="63420"/>
                  </a:lnTo>
                  <a:lnTo>
                    <a:pt x="31481" y="60852"/>
                  </a:lnTo>
                  <a:lnTo>
                    <a:pt x="31113" y="58265"/>
                  </a:lnTo>
                  <a:lnTo>
                    <a:pt x="30661" y="55078"/>
                  </a:lnTo>
                  <a:lnTo>
                    <a:pt x="29854" y="49396"/>
                  </a:lnTo>
                  <a:lnTo>
                    <a:pt x="29818" y="49144"/>
                  </a:lnTo>
                  <a:lnTo>
                    <a:pt x="29763" y="48756"/>
                  </a:lnTo>
                  <a:lnTo>
                    <a:pt x="29252" y="45162"/>
                  </a:lnTo>
                  <a:lnTo>
                    <a:pt x="28448" y="45271"/>
                  </a:lnTo>
                  <a:lnTo>
                    <a:pt x="18801" y="46672"/>
                  </a:lnTo>
                  <a:lnTo>
                    <a:pt x="8696" y="48140"/>
                  </a:lnTo>
                  <a:lnTo>
                    <a:pt x="8638" y="47883"/>
                  </a:lnTo>
                  <a:lnTo>
                    <a:pt x="7320" y="42522"/>
                  </a:lnTo>
                  <a:lnTo>
                    <a:pt x="5728" y="35516"/>
                  </a:lnTo>
                  <a:lnTo>
                    <a:pt x="4222" y="29203"/>
                  </a:lnTo>
                  <a:lnTo>
                    <a:pt x="2930" y="25020"/>
                  </a:lnTo>
                  <a:lnTo>
                    <a:pt x="1137" y="18174"/>
                  </a:lnTo>
                  <a:lnTo>
                    <a:pt x="64" y="14074"/>
                  </a:lnTo>
                  <a:lnTo>
                    <a:pt x="0" y="13506"/>
                  </a:lnTo>
                  <a:lnTo>
                    <a:pt x="156" y="13060"/>
                  </a:lnTo>
                  <a:lnTo>
                    <a:pt x="451" y="12791"/>
                  </a:lnTo>
                  <a:lnTo>
                    <a:pt x="860" y="12559"/>
                  </a:lnTo>
                  <a:lnTo>
                    <a:pt x="1570" y="12391"/>
                  </a:lnTo>
                  <a:lnTo>
                    <a:pt x="2560" y="12244"/>
                  </a:lnTo>
                  <a:lnTo>
                    <a:pt x="4173" y="12265"/>
                  </a:lnTo>
                  <a:lnTo>
                    <a:pt x="4189" y="9641"/>
                  </a:lnTo>
                  <a:lnTo>
                    <a:pt x="4195" y="8645"/>
                  </a:lnTo>
                  <a:lnTo>
                    <a:pt x="4042" y="0"/>
                  </a:lnTo>
                  <a:lnTo>
                    <a:pt x="4465" y="66"/>
                  </a:lnTo>
                  <a:lnTo>
                    <a:pt x="7590" y="553"/>
                  </a:lnTo>
                  <a:lnTo>
                    <a:pt x="11051" y="111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 name="pg35"/>
            <p:cNvSpPr/>
            <p:nvPr/>
          </p:nvSpPr>
          <p:spPr>
            <a:xfrm>
              <a:off x="4858933" y="3362810"/>
              <a:ext cx="126190" cy="124682"/>
            </a:xfrm>
            <a:custGeom>
              <a:avLst/>
              <a:pathLst>
                <a:path w="126190" h="124682">
                  <a:moveTo>
                    <a:pt x="123602" y="40242"/>
                  </a:moveTo>
                  <a:lnTo>
                    <a:pt x="123891" y="42460"/>
                  </a:lnTo>
                  <a:lnTo>
                    <a:pt x="123293" y="42285"/>
                  </a:lnTo>
                  <a:lnTo>
                    <a:pt x="123049" y="42155"/>
                  </a:lnTo>
                  <a:lnTo>
                    <a:pt x="121945" y="41563"/>
                  </a:lnTo>
                  <a:lnTo>
                    <a:pt x="121787" y="41478"/>
                  </a:lnTo>
                  <a:lnTo>
                    <a:pt x="119533" y="44661"/>
                  </a:lnTo>
                  <a:lnTo>
                    <a:pt x="119445" y="45066"/>
                  </a:lnTo>
                  <a:lnTo>
                    <a:pt x="118699" y="46796"/>
                  </a:lnTo>
                  <a:lnTo>
                    <a:pt x="117417" y="48525"/>
                  </a:lnTo>
                  <a:lnTo>
                    <a:pt x="116075" y="49629"/>
                  </a:lnTo>
                  <a:lnTo>
                    <a:pt x="114704" y="50642"/>
                  </a:lnTo>
                  <a:lnTo>
                    <a:pt x="113213" y="51358"/>
                  </a:lnTo>
                  <a:lnTo>
                    <a:pt x="112437" y="51090"/>
                  </a:lnTo>
                  <a:lnTo>
                    <a:pt x="112032" y="50285"/>
                  </a:lnTo>
                  <a:lnTo>
                    <a:pt x="111540" y="48719"/>
                  </a:lnTo>
                  <a:lnTo>
                    <a:pt x="111182" y="47869"/>
                  </a:lnTo>
                  <a:lnTo>
                    <a:pt x="110824" y="47377"/>
                  </a:lnTo>
                  <a:lnTo>
                    <a:pt x="109885" y="46661"/>
                  </a:lnTo>
                  <a:lnTo>
                    <a:pt x="108901" y="46751"/>
                  </a:lnTo>
                  <a:lnTo>
                    <a:pt x="108588" y="47019"/>
                  </a:lnTo>
                  <a:lnTo>
                    <a:pt x="107246" y="49077"/>
                  </a:lnTo>
                  <a:lnTo>
                    <a:pt x="106575" y="51716"/>
                  </a:lnTo>
                  <a:lnTo>
                    <a:pt x="106150" y="53809"/>
                  </a:lnTo>
                  <a:lnTo>
                    <a:pt x="105568" y="55419"/>
                  </a:lnTo>
                  <a:lnTo>
                    <a:pt x="104495" y="55419"/>
                  </a:lnTo>
                  <a:lnTo>
                    <a:pt x="103735" y="55956"/>
                  </a:lnTo>
                  <a:lnTo>
                    <a:pt x="102929" y="56672"/>
                  </a:lnTo>
                  <a:lnTo>
                    <a:pt x="101990" y="57119"/>
                  </a:lnTo>
                  <a:lnTo>
                    <a:pt x="100514" y="57656"/>
                  </a:lnTo>
                  <a:lnTo>
                    <a:pt x="99038" y="58551"/>
                  </a:lnTo>
                  <a:lnTo>
                    <a:pt x="98054" y="59400"/>
                  </a:lnTo>
                  <a:lnTo>
                    <a:pt x="96354" y="59579"/>
                  </a:lnTo>
                  <a:lnTo>
                    <a:pt x="94610" y="60429"/>
                  </a:lnTo>
                  <a:lnTo>
                    <a:pt x="93894" y="60966"/>
                  </a:lnTo>
                  <a:lnTo>
                    <a:pt x="93313" y="61547"/>
                  </a:lnTo>
                  <a:lnTo>
                    <a:pt x="93000" y="62487"/>
                  </a:lnTo>
                  <a:lnTo>
                    <a:pt x="91971" y="63560"/>
                  </a:lnTo>
                  <a:lnTo>
                    <a:pt x="90539" y="64768"/>
                  </a:lnTo>
                  <a:lnTo>
                    <a:pt x="90450" y="65841"/>
                  </a:lnTo>
                  <a:lnTo>
                    <a:pt x="89198" y="66781"/>
                  </a:lnTo>
                  <a:lnTo>
                    <a:pt x="87990" y="67362"/>
                  </a:lnTo>
                  <a:lnTo>
                    <a:pt x="87140" y="68615"/>
                  </a:lnTo>
                  <a:lnTo>
                    <a:pt x="87319" y="69599"/>
                  </a:lnTo>
                  <a:lnTo>
                    <a:pt x="88303" y="71119"/>
                  </a:lnTo>
                  <a:lnTo>
                    <a:pt x="89779" y="74295"/>
                  </a:lnTo>
                  <a:lnTo>
                    <a:pt x="88750" y="75056"/>
                  </a:lnTo>
                  <a:lnTo>
                    <a:pt x="89466" y="76129"/>
                  </a:lnTo>
                  <a:lnTo>
                    <a:pt x="90137" y="76800"/>
                  </a:lnTo>
                  <a:lnTo>
                    <a:pt x="91121" y="77382"/>
                  </a:lnTo>
                  <a:lnTo>
                    <a:pt x="92015" y="77560"/>
                  </a:lnTo>
                  <a:lnTo>
                    <a:pt x="93134" y="77113"/>
                  </a:lnTo>
                  <a:lnTo>
                    <a:pt x="93735" y="77588"/>
                  </a:lnTo>
                  <a:lnTo>
                    <a:pt x="95051" y="79039"/>
                  </a:lnTo>
                  <a:lnTo>
                    <a:pt x="94288" y="80041"/>
                  </a:lnTo>
                  <a:lnTo>
                    <a:pt x="93416" y="80779"/>
                  </a:lnTo>
                  <a:lnTo>
                    <a:pt x="92402" y="81316"/>
                  </a:lnTo>
                  <a:lnTo>
                    <a:pt x="91000" y="81823"/>
                  </a:lnTo>
                  <a:lnTo>
                    <a:pt x="88943" y="82300"/>
                  </a:lnTo>
                  <a:lnTo>
                    <a:pt x="86915" y="82688"/>
                  </a:lnTo>
                  <a:lnTo>
                    <a:pt x="84977" y="83284"/>
                  </a:lnTo>
                  <a:lnTo>
                    <a:pt x="83426" y="83851"/>
                  </a:lnTo>
                  <a:lnTo>
                    <a:pt x="82770" y="84447"/>
                  </a:lnTo>
                  <a:lnTo>
                    <a:pt x="82561" y="85879"/>
                  </a:lnTo>
                  <a:lnTo>
                    <a:pt x="82591" y="86922"/>
                  </a:lnTo>
                  <a:lnTo>
                    <a:pt x="82412" y="87936"/>
                  </a:lnTo>
                  <a:lnTo>
                    <a:pt x="81846" y="88532"/>
                  </a:lnTo>
                  <a:lnTo>
                    <a:pt x="81056" y="89030"/>
                  </a:lnTo>
                  <a:lnTo>
                    <a:pt x="79553" y="89889"/>
                  </a:lnTo>
                  <a:lnTo>
                    <a:pt x="78288" y="91488"/>
                  </a:lnTo>
                  <a:lnTo>
                    <a:pt x="77286" y="93468"/>
                  </a:lnTo>
                  <a:lnTo>
                    <a:pt x="76833" y="94350"/>
                  </a:lnTo>
                  <a:lnTo>
                    <a:pt x="77811" y="94923"/>
                  </a:lnTo>
                  <a:lnTo>
                    <a:pt x="76690" y="96640"/>
                  </a:lnTo>
                  <a:lnTo>
                    <a:pt x="74996" y="98239"/>
                  </a:lnTo>
                  <a:lnTo>
                    <a:pt x="73016" y="99527"/>
                  </a:lnTo>
                  <a:lnTo>
                    <a:pt x="71800" y="99765"/>
                  </a:lnTo>
                  <a:lnTo>
                    <a:pt x="71203" y="98978"/>
                  </a:lnTo>
                  <a:lnTo>
                    <a:pt x="72873" y="97738"/>
                  </a:lnTo>
                  <a:lnTo>
                    <a:pt x="73016" y="97189"/>
                  </a:lnTo>
                  <a:lnTo>
                    <a:pt x="72825" y="96187"/>
                  </a:lnTo>
                  <a:lnTo>
                    <a:pt x="70678" y="90214"/>
                  </a:lnTo>
                  <a:lnTo>
                    <a:pt x="69247" y="86183"/>
                  </a:lnTo>
                  <a:lnTo>
                    <a:pt x="69032" y="83988"/>
                  </a:lnTo>
                  <a:lnTo>
                    <a:pt x="68555" y="79217"/>
                  </a:lnTo>
                  <a:lnTo>
                    <a:pt x="68304" y="78418"/>
                  </a:lnTo>
                  <a:lnTo>
                    <a:pt x="68021" y="78030"/>
                  </a:lnTo>
                  <a:lnTo>
                    <a:pt x="67380" y="77494"/>
                  </a:lnTo>
                  <a:lnTo>
                    <a:pt x="66321" y="76629"/>
                  </a:lnTo>
                  <a:lnTo>
                    <a:pt x="65591" y="76167"/>
                  </a:lnTo>
                  <a:lnTo>
                    <a:pt x="65352" y="75839"/>
                  </a:lnTo>
                  <a:lnTo>
                    <a:pt x="65114" y="75436"/>
                  </a:lnTo>
                  <a:lnTo>
                    <a:pt x="65006" y="74907"/>
                  </a:lnTo>
                  <a:lnTo>
                    <a:pt x="65176" y="73459"/>
                  </a:lnTo>
                  <a:lnTo>
                    <a:pt x="65467" y="71108"/>
                  </a:lnTo>
                  <a:lnTo>
                    <a:pt x="65728" y="69027"/>
                  </a:lnTo>
                  <a:lnTo>
                    <a:pt x="65763" y="68758"/>
                  </a:lnTo>
                  <a:lnTo>
                    <a:pt x="64650" y="68719"/>
                  </a:lnTo>
                  <a:lnTo>
                    <a:pt x="63805" y="69074"/>
                  </a:lnTo>
                  <a:lnTo>
                    <a:pt x="63439" y="69228"/>
                  </a:lnTo>
                  <a:lnTo>
                    <a:pt x="54919" y="72808"/>
                  </a:lnTo>
                  <a:lnTo>
                    <a:pt x="54571" y="72954"/>
                  </a:lnTo>
                  <a:lnTo>
                    <a:pt x="52947" y="73637"/>
                  </a:lnTo>
                  <a:lnTo>
                    <a:pt x="53715" y="76465"/>
                  </a:lnTo>
                  <a:lnTo>
                    <a:pt x="53873" y="77045"/>
                  </a:lnTo>
                  <a:lnTo>
                    <a:pt x="54016" y="77572"/>
                  </a:lnTo>
                  <a:lnTo>
                    <a:pt x="54234" y="78374"/>
                  </a:lnTo>
                  <a:lnTo>
                    <a:pt x="55205" y="81947"/>
                  </a:lnTo>
                  <a:lnTo>
                    <a:pt x="55882" y="85300"/>
                  </a:lnTo>
                  <a:lnTo>
                    <a:pt x="56102" y="86387"/>
                  </a:lnTo>
                  <a:lnTo>
                    <a:pt x="56252" y="87132"/>
                  </a:lnTo>
                  <a:lnTo>
                    <a:pt x="56490" y="88311"/>
                  </a:lnTo>
                  <a:lnTo>
                    <a:pt x="58371" y="95144"/>
                  </a:lnTo>
                  <a:lnTo>
                    <a:pt x="58641" y="96125"/>
                  </a:lnTo>
                  <a:lnTo>
                    <a:pt x="60443" y="102672"/>
                  </a:lnTo>
                  <a:lnTo>
                    <a:pt x="60530" y="102987"/>
                  </a:lnTo>
                  <a:lnTo>
                    <a:pt x="60892" y="104304"/>
                  </a:lnTo>
                  <a:lnTo>
                    <a:pt x="61998" y="108321"/>
                  </a:lnTo>
                  <a:lnTo>
                    <a:pt x="61546" y="108425"/>
                  </a:lnTo>
                  <a:lnTo>
                    <a:pt x="60301" y="108792"/>
                  </a:lnTo>
                  <a:lnTo>
                    <a:pt x="47152" y="112662"/>
                  </a:lnTo>
                  <a:lnTo>
                    <a:pt x="38496" y="115152"/>
                  </a:lnTo>
                  <a:lnTo>
                    <a:pt x="35050" y="116358"/>
                  </a:lnTo>
                  <a:lnTo>
                    <a:pt x="34071" y="116701"/>
                  </a:lnTo>
                  <a:lnTo>
                    <a:pt x="31604" y="117565"/>
                  </a:lnTo>
                  <a:lnTo>
                    <a:pt x="30259" y="118250"/>
                  </a:lnTo>
                  <a:lnTo>
                    <a:pt x="29874" y="118476"/>
                  </a:lnTo>
                  <a:lnTo>
                    <a:pt x="26466" y="120469"/>
                  </a:lnTo>
                  <a:lnTo>
                    <a:pt x="26285" y="120540"/>
                  </a:lnTo>
                  <a:lnTo>
                    <a:pt x="25223" y="120960"/>
                  </a:lnTo>
                  <a:lnTo>
                    <a:pt x="22798" y="121918"/>
                  </a:lnTo>
                  <a:lnTo>
                    <a:pt x="21633" y="122406"/>
                  </a:lnTo>
                  <a:lnTo>
                    <a:pt x="21185" y="122594"/>
                  </a:lnTo>
                  <a:lnTo>
                    <a:pt x="15269" y="124682"/>
                  </a:lnTo>
                  <a:lnTo>
                    <a:pt x="15190" y="124472"/>
                  </a:lnTo>
                  <a:lnTo>
                    <a:pt x="14430" y="122447"/>
                  </a:lnTo>
                  <a:lnTo>
                    <a:pt x="13591" y="120211"/>
                  </a:lnTo>
                  <a:lnTo>
                    <a:pt x="12068" y="116154"/>
                  </a:lnTo>
                  <a:lnTo>
                    <a:pt x="11121" y="113630"/>
                  </a:lnTo>
                  <a:lnTo>
                    <a:pt x="11042" y="113421"/>
                  </a:lnTo>
                  <a:lnTo>
                    <a:pt x="10818" y="112823"/>
                  </a:lnTo>
                  <a:lnTo>
                    <a:pt x="9981" y="110594"/>
                  </a:lnTo>
                  <a:lnTo>
                    <a:pt x="9095" y="108233"/>
                  </a:lnTo>
                  <a:lnTo>
                    <a:pt x="8711" y="107307"/>
                  </a:lnTo>
                  <a:lnTo>
                    <a:pt x="8435" y="106645"/>
                  </a:lnTo>
                  <a:lnTo>
                    <a:pt x="8300" y="106318"/>
                  </a:lnTo>
                  <a:lnTo>
                    <a:pt x="3406" y="94537"/>
                  </a:lnTo>
                  <a:lnTo>
                    <a:pt x="847" y="88378"/>
                  </a:lnTo>
                  <a:lnTo>
                    <a:pt x="0" y="86192"/>
                  </a:lnTo>
                  <a:lnTo>
                    <a:pt x="283" y="85862"/>
                  </a:lnTo>
                  <a:lnTo>
                    <a:pt x="12111" y="72068"/>
                  </a:lnTo>
                  <a:lnTo>
                    <a:pt x="16441" y="67019"/>
                  </a:lnTo>
                  <a:lnTo>
                    <a:pt x="24419" y="57715"/>
                  </a:lnTo>
                  <a:lnTo>
                    <a:pt x="32874" y="47832"/>
                  </a:lnTo>
                  <a:lnTo>
                    <a:pt x="38509" y="41246"/>
                  </a:lnTo>
                  <a:lnTo>
                    <a:pt x="40850" y="38829"/>
                  </a:lnTo>
                  <a:lnTo>
                    <a:pt x="41624" y="38085"/>
                  </a:lnTo>
                  <a:lnTo>
                    <a:pt x="42296" y="37438"/>
                  </a:lnTo>
                  <a:lnTo>
                    <a:pt x="42539" y="37243"/>
                  </a:lnTo>
                  <a:lnTo>
                    <a:pt x="42900" y="36954"/>
                  </a:lnTo>
                  <a:lnTo>
                    <a:pt x="44159" y="35942"/>
                  </a:lnTo>
                  <a:lnTo>
                    <a:pt x="45270" y="35050"/>
                  </a:lnTo>
                  <a:lnTo>
                    <a:pt x="47705" y="33397"/>
                  </a:lnTo>
                  <a:lnTo>
                    <a:pt x="50581" y="31538"/>
                  </a:lnTo>
                  <a:lnTo>
                    <a:pt x="54035" y="29400"/>
                  </a:lnTo>
                  <a:lnTo>
                    <a:pt x="55137" y="28772"/>
                  </a:lnTo>
                  <a:lnTo>
                    <a:pt x="56286" y="28118"/>
                  </a:lnTo>
                  <a:lnTo>
                    <a:pt x="59571" y="26202"/>
                  </a:lnTo>
                  <a:lnTo>
                    <a:pt x="62096" y="24699"/>
                  </a:lnTo>
                  <a:lnTo>
                    <a:pt x="63635" y="23764"/>
                  </a:lnTo>
                  <a:lnTo>
                    <a:pt x="64911" y="22989"/>
                  </a:lnTo>
                  <a:lnTo>
                    <a:pt x="66447" y="22090"/>
                  </a:lnTo>
                  <a:lnTo>
                    <a:pt x="67016" y="21754"/>
                  </a:lnTo>
                  <a:lnTo>
                    <a:pt x="68369" y="20957"/>
                  </a:lnTo>
                  <a:lnTo>
                    <a:pt x="68972" y="20601"/>
                  </a:lnTo>
                  <a:lnTo>
                    <a:pt x="69573" y="20245"/>
                  </a:lnTo>
                  <a:lnTo>
                    <a:pt x="71017" y="19388"/>
                  </a:lnTo>
                  <a:lnTo>
                    <a:pt x="72336" y="18606"/>
                  </a:lnTo>
                  <a:lnTo>
                    <a:pt x="77597" y="15487"/>
                  </a:lnTo>
                  <a:lnTo>
                    <a:pt x="80897" y="13571"/>
                  </a:lnTo>
                  <a:lnTo>
                    <a:pt x="81330" y="13333"/>
                  </a:lnTo>
                  <a:lnTo>
                    <a:pt x="83710" y="12025"/>
                  </a:lnTo>
                  <a:lnTo>
                    <a:pt x="83870" y="11929"/>
                  </a:lnTo>
                  <a:lnTo>
                    <a:pt x="84650" y="11464"/>
                  </a:lnTo>
                  <a:lnTo>
                    <a:pt x="88305" y="9699"/>
                  </a:lnTo>
                  <a:lnTo>
                    <a:pt x="90125" y="8932"/>
                  </a:lnTo>
                  <a:lnTo>
                    <a:pt x="93572" y="7481"/>
                  </a:lnTo>
                  <a:lnTo>
                    <a:pt x="95769" y="6638"/>
                  </a:lnTo>
                  <a:lnTo>
                    <a:pt x="98788" y="5556"/>
                  </a:lnTo>
                  <a:lnTo>
                    <a:pt x="99672" y="5271"/>
                  </a:lnTo>
                  <a:lnTo>
                    <a:pt x="100043" y="5152"/>
                  </a:lnTo>
                  <a:lnTo>
                    <a:pt x="103628" y="3997"/>
                  </a:lnTo>
                  <a:lnTo>
                    <a:pt x="107754" y="2646"/>
                  </a:lnTo>
                  <a:lnTo>
                    <a:pt x="112311" y="1130"/>
                  </a:lnTo>
                  <a:lnTo>
                    <a:pt x="115389" y="105"/>
                  </a:lnTo>
                  <a:lnTo>
                    <a:pt x="115714" y="0"/>
                  </a:lnTo>
                  <a:lnTo>
                    <a:pt x="123447" y="14589"/>
                  </a:lnTo>
                  <a:lnTo>
                    <a:pt x="126190" y="19765"/>
                  </a:lnTo>
                  <a:lnTo>
                    <a:pt x="125898" y="19802"/>
                  </a:lnTo>
                  <a:lnTo>
                    <a:pt x="121025" y="20464"/>
                  </a:lnTo>
                  <a:lnTo>
                    <a:pt x="121606" y="24922"/>
                  </a:lnTo>
                  <a:lnTo>
                    <a:pt x="122178" y="29314"/>
                  </a:lnTo>
                  <a:lnTo>
                    <a:pt x="122773" y="3387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 name="pg36"/>
            <p:cNvSpPr/>
            <p:nvPr/>
          </p:nvSpPr>
          <p:spPr>
            <a:xfrm>
              <a:off x="4875895" y="3311104"/>
              <a:ext cx="135513" cy="88949"/>
            </a:xfrm>
            <a:custGeom>
              <a:avLst/>
              <a:pathLst>
                <a:path w="135513" h="88949">
                  <a:moveTo>
                    <a:pt x="108154" y="48643"/>
                  </a:moveTo>
                  <a:lnTo>
                    <a:pt x="98752" y="51705"/>
                  </a:lnTo>
                  <a:lnTo>
                    <a:pt x="98427" y="51811"/>
                  </a:lnTo>
                  <a:lnTo>
                    <a:pt x="95350" y="52835"/>
                  </a:lnTo>
                  <a:lnTo>
                    <a:pt x="90792" y="54352"/>
                  </a:lnTo>
                  <a:lnTo>
                    <a:pt x="86667" y="55703"/>
                  </a:lnTo>
                  <a:lnTo>
                    <a:pt x="83082" y="56858"/>
                  </a:lnTo>
                  <a:lnTo>
                    <a:pt x="82711" y="56977"/>
                  </a:lnTo>
                  <a:lnTo>
                    <a:pt x="81827" y="57262"/>
                  </a:lnTo>
                  <a:lnTo>
                    <a:pt x="78807" y="58344"/>
                  </a:lnTo>
                  <a:lnTo>
                    <a:pt x="76611" y="59187"/>
                  </a:lnTo>
                  <a:lnTo>
                    <a:pt x="73164" y="60638"/>
                  </a:lnTo>
                  <a:lnTo>
                    <a:pt x="71343" y="61404"/>
                  </a:lnTo>
                  <a:lnTo>
                    <a:pt x="67688" y="63170"/>
                  </a:lnTo>
                  <a:lnTo>
                    <a:pt x="66909" y="63635"/>
                  </a:lnTo>
                  <a:lnTo>
                    <a:pt x="66749" y="63731"/>
                  </a:lnTo>
                  <a:lnTo>
                    <a:pt x="64369" y="65039"/>
                  </a:lnTo>
                  <a:lnTo>
                    <a:pt x="63936" y="65277"/>
                  </a:lnTo>
                  <a:lnTo>
                    <a:pt x="60635" y="67192"/>
                  </a:lnTo>
                  <a:lnTo>
                    <a:pt x="55375" y="70312"/>
                  </a:lnTo>
                  <a:lnTo>
                    <a:pt x="54056" y="71094"/>
                  </a:lnTo>
                  <a:lnTo>
                    <a:pt x="52611" y="71951"/>
                  </a:lnTo>
                  <a:lnTo>
                    <a:pt x="52010" y="72307"/>
                  </a:lnTo>
                  <a:lnTo>
                    <a:pt x="51407" y="72663"/>
                  </a:lnTo>
                  <a:lnTo>
                    <a:pt x="50054" y="73460"/>
                  </a:lnTo>
                  <a:lnTo>
                    <a:pt x="49485" y="73796"/>
                  </a:lnTo>
                  <a:lnTo>
                    <a:pt x="47949" y="74694"/>
                  </a:lnTo>
                  <a:lnTo>
                    <a:pt x="46674" y="75470"/>
                  </a:lnTo>
                  <a:lnTo>
                    <a:pt x="45135" y="76405"/>
                  </a:lnTo>
                  <a:lnTo>
                    <a:pt x="42610" y="77908"/>
                  </a:lnTo>
                  <a:lnTo>
                    <a:pt x="39324" y="79824"/>
                  </a:lnTo>
                  <a:lnTo>
                    <a:pt x="38176" y="80478"/>
                  </a:lnTo>
                  <a:lnTo>
                    <a:pt x="37073" y="81106"/>
                  </a:lnTo>
                  <a:lnTo>
                    <a:pt x="33620" y="83244"/>
                  </a:lnTo>
                  <a:lnTo>
                    <a:pt x="30744" y="85103"/>
                  </a:lnTo>
                  <a:lnTo>
                    <a:pt x="28308" y="86756"/>
                  </a:lnTo>
                  <a:lnTo>
                    <a:pt x="27197" y="87648"/>
                  </a:lnTo>
                  <a:lnTo>
                    <a:pt x="25938" y="88660"/>
                  </a:lnTo>
                  <a:lnTo>
                    <a:pt x="25578" y="88949"/>
                  </a:lnTo>
                  <a:lnTo>
                    <a:pt x="25367" y="87123"/>
                  </a:lnTo>
                  <a:lnTo>
                    <a:pt x="24969" y="83078"/>
                  </a:lnTo>
                  <a:lnTo>
                    <a:pt x="24920" y="82577"/>
                  </a:lnTo>
                  <a:lnTo>
                    <a:pt x="24885" y="82222"/>
                  </a:lnTo>
                  <a:lnTo>
                    <a:pt x="24893" y="81798"/>
                  </a:lnTo>
                  <a:lnTo>
                    <a:pt x="24969" y="81666"/>
                  </a:lnTo>
                  <a:lnTo>
                    <a:pt x="27125" y="80860"/>
                  </a:lnTo>
                  <a:lnTo>
                    <a:pt x="28163" y="80503"/>
                  </a:lnTo>
                  <a:lnTo>
                    <a:pt x="30849" y="79162"/>
                  </a:lnTo>
                  <a:lnTo>
                    <a:pt x="32269" y="78418"/>
                  </a:lnTo>
                  <a:lnTo>
                    <a:pt x="34628" y="77750"/>
                  </a:lnTo>
                  <a:lnTo>
                    <a:pt x="34447" y="77177"/>
                  </a:lnTo>
                  <a:lnTo>
                    <a:pt x="33545" y="76275"/>
                  </a:lnTo>
                  <a:lnTo>
                    <a:pt x="32647" y="75481"/>
                  </a:lnTo>
                  <a:lnTo>
                    <a:pt x="32141" y="75034"/>
                  </a:lnTo>
                  <a:lnTo>
                    <a:pt x="31099" y="74113"/>
                  </a:lnTo>
                  <a:lnTo>
                    <a:pt x="29558" y="72862"/>
                  </a:lnTo>
                  <a:lnTo>
                    <a:pt x="29149" y="72676"/>
                  </a:lnTo>
                  <a:lnTo>
                    <a:pt x="27021" y="75034"/>
                  </a:lnTo>
                  <a:lnTo>
                    <a:pt x="24630" y="77682"/>
                  </a:lnTo>
                  <a:lnTo>
                    <a:pt x="24033" y="77189"/>
                  </a:lnTo>
                  <a:lnTo>
                    <a:pt x="22881" y="76031"/>
                  </a:lnTo>
                  <a:lnTo>
                    <a:pt x="21293" y="74392"/>
                  </a:lnTo>
                  <a:lnTo>
                    <a:pt x="21620" y="74015"/>
                  </a:lnTo>
                  <a:lnTo>
                    <a:pt x="22852" y="72636"/>
                  </a:lnTo>
                  <a:lnTo>
                    <a:pt x="25213" y="69994"/>
                  </a:lnTo>
                  <a:lnTo>
                    <a:pt x="25610" y="69550"/>
                  </a:lnTo>
                  <a:lnTo>
                    <a:pt x="29143" y="65596"/>
                  </a:lnTo>
                  <a:lnTo>
                    <a:pt x="30025" y="64609"/>
                  </a:lnTo>
                  <a:lnTo>
                    <a:pt x="30270" y="64296"/>
                  </a:lnTo>
                  <a:lnTo>
                    <a:pt x="31093" y="63243"/>
                  </a:lnTo>
                  <a:lnTo>
                    <a:pt x="34051" y="59482"/>
                  </a:lnTo>
                  <a:lnTo>
                    <a:pt x="34336" y="59117"/>
                  </a:lnTo>
                  <a:lnTo>
                    <a:pt x="35989" y="57142"/>
                  </a:lnTo>
                  <a:lnTo>
                    <a:pt x="36810" y="56161"/>
                  </a:lnTo>
                  <a:lnTo>
                    <a:pt x="36800" y="55835"/>
                  </a:lnTo>
                  <a:lnTo>
                    <a:pt x="36778" y="55124"/>
                  </a:lnTo>
                  <a:lnTo>
                    <a:pt x="35785" y="54775"/>
                  </a:lnTo>
                  <a:lnTo>
                    <a:pt x="35457" y="54694"/>
                  </a:lnTo>
                  <a:lnTo>
                    <a:pt x="29836" y="53544"/>
                  </a:lnTo>
                  <a:lnTo>
                    <a:pt x="29572" y="53490"/>
                  </a:lnTo>
                  <a:lnTo>
                    <a:pt x="25796" y="52909"/>
                  </a:lnTo>
                  <a:lnTo>
                    <a:pt x="24467" y="52705"/>
                  </a:lnTo>
                  <a:lnTo>
                    <a:pt x="23488" y="52554"/>
                  </a:lnTo>
                  <a:lnTo>
                    <a:pt x="21701" y="52279"/>
                  </a:lnTo>
                  <a:lnTo>
                    <a:pt x="21161" y="52215"/>
                  </a:lnTo>
                  <a:lnTo>
                    <a:pt x="17086" y="51729"/>
                  </a:lnTo>
                  <a:lnTo>
                    <a:pt x="15585" y="51549"/>
                  </a:lnTo>
                  <a:lnTo>
                    <a:pt x="14937" y="51472"/>
                  </a:lnTo>
                  <a:lnTo>
                    <a:pt x="11098" y="51014"/>
                  </a:lnTo>
                  <a:lnTo>
                    <a:pt x="9862" y="50867"/>
                  </a:lnTo>
                  <a:lnTo>
                    <a:pt x="8859" y="50747"/>
                  </a:lnTo>
                  <a:lnTo>
                    <a:pt x="6235" y="51384"/>
                  </a:lnTo>
                  <a:lnTo>
                    <a:pt x="5671" y="48832"/>
                  </a:lnTo>
                  <a:lnTo>
                    <a:pt x="4735" y="48853"/>
                  </a:lnTo>
                  <a:lnTo>
                    <a:pt x="4691" y="48719"/>
                  </a:lnTo>
                  <a:lnTo>
                    <a:pt x="4131" y="46650"/>
                  </a:lnTo>
                  <a:lnTo>
                    <a:pt x="3918" y="45681"/>
                  </a:lnTo>
                  <a:lnTo>
                    <a:pt x="3703" y="45135"/>
                  </a:lnTo>
                  <a:lnTo>
                    <a:pt x="3629" y="44794"/>
                  </a:lnTo>
                  <a:lnTo>
                    <a:pt x="2914" y="41515"/>
                  </a:lnTo>
                  <a:lnTo>
                    <a:pt x="2621" y="40170"/>
                  </a:lnTo>
                  <a:lnTo>
                    <a:pt x="2209" y="38954"/>
                  </a:lnTo>
                  <a:lnTo>
                    <a:pt x="2111" y="38640"/>
                  </a:lnTo>
                  <a:lnTo>
                    <a:pt x="1126" y="35503"/>
                  </a:lnTo>
                  <a:lnTo>
                    <a:pt x="957" y="34964"/>
                  </a:lnTo>
                  <a:lnTo>
                    <a:pt x="277" y="33166"/>
                  </a:lnTo>
                  <a:lnTo>
                    <a:pt x="107" y="32280"/>
                  </a:lnTo>
                  <a:lnTo>
                    <a:pt x="0" y="31332"/>
                  </a:lnTo>
                  <a:lnTo>
                    <a:pt x="16" y="27961"/>
                  </a:lnTo>
                  <a:lnTo>
                    <a:pt x="32" y="27678"/>
                  </a:lnTo>
                  <a:lnTo>
                    <a:pt x="40" y="27518"/>
                  </a:lnTo>
                  <a:lnTo>
                    <a:pt x="296" y="25289"/>
                  </a:lnTo>
                  <a:lnTo>
                    <a:pt x="552" y="23060"/>
                  </a:lnTo>
                  <a:lnTo>
                    <a:pt x="792" y="19842"/>
                  </a:lnTo>
                  <a:lnTo>
                    <a:pt x="10053" y="19370"/>
                  </a:lnTo>
                  <a:lnTo>
                    <a:pt x="28882" y="18411"/>
                  </a:lnTo>
                  <a:lnTo>
                    <a:pt x="54288" y="15369"/>
                  </a:lnTo>
                  <a:lnTo>
                    <a:pt x="83383" y="10103"/>
                  </a:lnTo>
                  <a:lnTo>
                    <a:pt x="93829" y="8213"/>
                  </a:lnTo>
                  <a:lnTo>
                    <a:pt x="128324" y="0"/>
                  </a:lnTo>
                  <a:lnTo>
                    <a:pt x="128835" y="1543"/>
                  </a:lnTo>
                  <a:lnTo>
                    <a:pt x="129587" y="3815"/>
                  </a:lnTo>
                  <a:lnTo>
                    <a:pt x="130278" y="6564"/>
                  </a:lnTo>
                  <a:lnTo>
                    <a:pt x="130677" y="8151"/>
                  </a:lnTo>
                  <a:lnTo>
                    <a:pt x="132703" y="16206"/>
                  </a:lnTo>
                  <a:lnTo>
                    <a:pt x="133658" y="17808"/>
                  </a:lnTo>
                  <a:lnTo>
                    <a:pt x="132933" y="20861"/>
                  </a:lnTo>
                  <a:lnTo>
                    <a:pt x="133851" y="22975"/>
                  </a:lnTo>
                  <a:lnTo>
                    <a:pt x="134852" y="25011"/>
                  </a:lnTo>
                  <a:lnTo>
                    <a:pt x="135513" y="26356"/>
                  </a:lnTo>
                  <a:lnTo>
                    <a:pt x="135179" y="29293"/>
                  </a:lnTo>
                  <a:lnTo>
                    <a:pt x="135105" y="35094"/>
                  </a:lnTo>
                  <a:lnTo>
                    <a:pt x="135268" y="39853"/>
                  </a:lnTo>
                  <a:lnTo>
                    <a:pt x="135072" y="39924"/>
                  </a:lnTo>
                  <a:lnTo>
                    <a:pt x="129853" y="41807"/>
                  </a:lnTo>
                  <a:lnTo>
                    <a:pt x="128963" y="42085"/>
                  </a:lnTo>
                  <a:lnTo>
                    <a:pt x="128503" y="42228"/>
                  </a:lnTo>
                  <a:lnTo>
                    <a:pt x="117853" y="45551"/>
                  </a:lnTo>
                  <a:lnTo>
                    <a:pt x="115519" y="46295"/>
                  </a:lnTo>
                  <a:lnTo>
                    <a:pt x="113348" y="46987"/>
                  </a:lnTo>
                  <a:lnTo>
                    <a:pt x="109811" y="481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 name="pg37"/>
            <p:cNvSpPr/>
            <p:nvPr/>
          </p:nvSpPr>
          <p:spPr>
            <a:xfrm>
              <a:off x="5004219" y="3246804"/>
              <a:ext cx="186211" cy="135841"/>
            </a:xfrm>
            <a:custGeom>
              <a:avLst/>
              <a:pathLst>
                <a:path w="186211" h="135841">
                  <a:moveTo>
                    <a:pt x="166981" y="20396"/>
                  </a:moveTo>
                  <a:lnTo>
                    <a:pt x="168075" y="22112"/>
                  </a:lnTo>
                  <a:lnTo>
                    <a:pt x="173280" y="17905"/>
                  </a:lnTo>
                  <a:lnTo>
                    <a:pt x="173711" y="17766"/>
                  </a:lnTo>
                  <a:lnTo>
                    <a:pt x="174242" y="18674"/>
                  </a:lnTo>
                  <a:lnTo>
                    <a:pt x="174773" y="19582"/>
                  </a:lnTo>
                  <a:lnTo>
                    <a:pt x="173165" y="20977"/>
                  </a:lnTo>
                  <a:lnTo>
                    <a:pt x="171170" y="22744"/>
                  </a:lnTo>
                  <a:lnTo>
                    <a:pt x="170350" y="23515"/>
                  </a:lnTo>
                  <a:lnTo>
                    <a:pt x="169234" y="24564"/>
                  </a:lnTo>
                  <a:lnTo>
                    <a:pt x="168239" y="25893"/>
                  </a:lnTo>
                  <a:lnTo>
                    <a:pt x="169917" y="31037"/>
                  </a:lnTo>
                  <a:lnTo>
                    <a:pt x="171777" y="36389"/>
                  </a:lnTo>
                  <a:lnTo>
                    <a:pt x="172587" y="38720"/>
                  </a:lnTo>
                  <a:lnTo>
                    <a:pt x="173611" y="41953"/>
                  </a:lnTo>
                  <a:lnTo>
                    <a:pt x="174241" y="43942"/>
                  </a:lnTo>
                  <a:lnTo>
                    <a:pt x="174746" y="45538"/>
                  </a:lnTo>
                  <a:lnTo>
                    <a:pt x="177441" y="44666"/>
                  </a:lnTo>
                  <a:lnTo>
                    <a:pt x="177668" y="45199"/>
                  </a:lnTo>
                  <a:lnTo>
                    <a:pt x="178084" y="46183"/>
                  </a:lnTo>
                  <a:lnTo>
                    <a:pt x="179162" y="48728"/>
                  </a:lnTo>
                  <a:lnTo>
                    <a:pt x="178547" y="49002"/>
                  </a:lnTo>
                  <a:lnTo>
                    <a:pt x="179128" y="50438"/>
                  </a:lnTo>
                  <a:lnTo>
                    <a:pt x="181171" y="55497"/>
                  </a:lnTo>
                  <a:lnTo>
                    <a:pt x="182651" y="60497"/>
                  </a:lnTo>
                  <a:lnTo>
                    <a:pt x="182645" y="63228"/>
                  </a:lnTo>
                  <a:lnTo>
                    <a:pt x="182641" y="70760"/>
                  </a:lnTo>
                  <a:lnTo>
                    <a:pt x="182534" y="75372"/>
                  </a:lnTo>
                  <a:lnTo>
                    <a:pt x="183007" y="81124"/>
                  </a:lnTo>
                  <a:lnTo>
                    <a:pt x="183504" y="87472"/>
                  </a:lnTo>
                  <a:lnTo>
                    <a:pt x="183791" y="92175"/>
                  </a:lnTo>
                  <a:lnTo>
                    <a:pt x="183379" y="95231"/>
                  </a:lnTo>
                  <a:lnTo>
                    <a:pt x="183020" y="97166"/>
                  </a:lnTo>
                  <a:lnTo>
                    <a:pt x="183869" y="104462"/>
                  </a:lnTo>
                  <a:lnTo>
                    <a:pt x="184110" y="106535"/>
                  </a:lnTo>
                  <a:lnTo>
                    <a:pt x="184617" y="113206"/>
                  </a:lnTo>
                  <a:lnTo>
                    <a:pt x="184701" y="113868"/>
                  </a:lnTo>
                  <a:lnTo>
                    <a:pt x="185686" y="121663"/>
                  </a:lnTo>
                  <a:lnTo>
                    <a:pt x="185954" y="124242"/>
                  </a:lnTo>
                  <a:lnTo>
                    <a:pt x="186121" y="125849"/>
                  </a:lnTo>
                  <a:lnTo>
                    <a:pt x="186196" y="126572"/>
                  </a:lnTo>
                  <a:lnTo>
                    <a:pt x="186211" y="126716"/>
                  </a:lnTo>
                  <a:lnTo>
                    <a:pt x="186067" y="126738"/>
                  </a:lnTo>
                  <a:lnTo>
                    <a:pt x="176829" y="127952"/>
                  </a:lnTo>
                  <a:lnTo>
                    <a:pt x="166681" y="129494"/>
                  </a:lnTo>
                  <a:lnTo>
                    <a:pt x="159154" y="130409"/>
                  </a:lnTo>
                  <a:lnTo>
                    <a:pt x="156165" y="130772"/>
                  </a:lnTo>
                  <a:lnTo>
                    <a:pt x="148348" y="131916"/>
                  </a:lnTo>
                  <a:lnTo>
                    <a:pt x="147397" y="132035"/>
                  </a:lnTo>
                  <a:lnTo>
                    <a:pt x="136824" y="133360"/>
                  </a:lnTo>
                  <a:lnTo>
                    <a:pt x="133951" y="133761"/>
                  </a:lnTo>
                  <a:lnTo>
                    <a:pt x="123671" y="135195"/>
                  </a:lnTo>
                  <a:lnTo>
                    <a:pt x="122799" y="135313"/>
                  </a:lnTo>
                  <a:lnTo>
                    <a:pt x="119421" y="135766"/>
                  </a:lnTo>
                  <a:lnTo>
                    <a:pt x="118867" y="135841"/>
                  </a:lnTo>
                  <a:lnTo>
                    <a:pt x="118745" y="135551"/>
                  </a:lnTo>
                  <a:lnTo>
                    <a:pt x="115654" y="128572"/>
                  </a:lnTo>
                  <a:lnTo>
                    <a:pt x="113055" y="122632"/>
                  </a:lnTo>
                  <a:lnTo>
                    <a:pt x="111268" y="119014"/>
                  </a:lnTo>
                  <a:lnTo>
                    <a:pt x="110003" y="118995"/>
                  </a:lnTo>
                  <a:lnTo>
                    <a:pt x="108275" y="114479"/>
                  </a:lnTo>
                  <a:lnTo>
                    <a:pt x="107073" y="109746"/>
                  </a:lnTo>
                  <a:lnTo>
                    <a:pt x="105536" y="103322"/>
                  </a:lnTo>
                  <a:lnTo>
                    <a:pt x="104863" y="100508"/>
                  </a:lnTo>
                  <a:lnTo>
                    <a:pt x="103315" y="94393"/>
                  </a:lnTo>
                  <a:lnTo>
                    <a:pt x="104105" y="88019"/>
                  </a:lnTo>
                  <a:lnTo>
                    <a:pt x="103876" y="86791"/>
                  </a:lnTo>
                  <a:lnTo>
                    <a:pt x="101787" y="80549"/>
                  </a:lnTo>
                  <a:lnTo>
                    <a:pt x="101048" y="78527"/>
                  </a:lnTo>
                  <a:lnTo>
                    <a:pt x="100486" y="76989"/>
                  </a:lnTo>
                  <a:lnTo>
                    <a:pt x="99587" y="74620"/>
                  </a:lnTo>
                  <a:lnTo>
                    <a:pt x="95956" y="75779"/>
                  </a:lnTo>
                  <a:lnTo>
                    <a:pt x="92195" y="76980"/>
                  </a:lnTo>
                  <a:lnTo>
                    <a:pt x="72958" y="83190"/>
                  </a:lnTo>
                  <a:lnTo>
                    <a:pt x="66017" y="85515"/>
                  </a:lnTo>
                  <a:lnTo>
                    <a:pt x="64646" y="85975"/>
                  </a:lnTo>
                  <a:lnTo>
                    <a:pt x="61723" y="86954"/>
                  </a:lnTo>
                  <a:lnTo>
                    <a:pt x="61257" y="87110"/>
                  </a:lnTo>
                  <a:lnTo>
                    <a:pt x="59798" y="87583"/>
                  </a:lnTo>
                  <a:lnTo>
                    <a:pt x="51901" y="90144"/>
                  </a:lnTo>
                  <a:lnTo>
                    <a:pt x="49692" y="90852"/>
                  </a:lnTo>
                  <a:lnTo>
                    <a:pt x="48201" y="91329"/>
                  </a:lnTo>
                  <a:lnTo>
                    <a:pt x="38636" y="94395"/>
                  </a:lnTo>
                  <a:lnTo>
                    <a:pt x="37768" y="94673"/>
                  </a:lnTo>
                  <a:lnTo>
                    <a:pt x="33499" y="96061"/>
                  </a:lnTo>
                  <a:lnTo>
                    <a:pt x="29669" y="97306"/>
                  </a:lnTo>
                  <a:lnTo>
                    <a:pt x="23698" y="99252"/>
                  </a:lnTo>
                  <a:lnTo>
                    <a:pt x="21482" y="99952"/>
                  </a:lnTo>
                  <a:lnTo>
                    <a:pt x="20393" y="100297"/>
                  </a:lnTo>
                  <a:lnTo>
                    <a:pt x="15735" y="101550"/>
                  </a:lnTo>
                  <a:lnTo>
                    <a:pt x="12819" y="102405"/>
                  </a:lnTo>
                  <a:lnTo>
                    <a:pt x="10847" y="102983"/>
                  </a:lnTo>
                  <a:lnTo>
                    <a:pt x="9989" y="103240"/>
                  </a:lnTo>
                  <a:lnTo>
                    <a:pt x="6944" y="104154"/>
                  </a:lnTo>
                  <a:lnTo>
                    <a:pt x="6780" y="99394"/>
                  </a:lnTo>
                  <a:lnTo>
                    <a:pt x="6854" y="93593"/>
                  </a:lnTo>
                  <a:lnTo>
                    <a:pt x="7162" y="90603"/>
                  </a:lnTo>
                  <a:lnTo>
                    <a:pt x="6528" y="89312"/>
                  </a:lnTo>
                  <a:lnTo>
                    <a:pt x="5504" y="87223"/>
                  </a:lnTo>
                  <a:lnTo>
                    <a:pt x="4609" y="85161"/>
                  </a:lnTo>
                  <a:lnTo>
                    <a:pt x="5334" y="82108"/>
                  </a:lnTo>
                  <a:lnTo>
                    <a:pt x="4379" y="80506"/>
                  </a:lnTo>
                  <a:lnTo>
                    <a:pt x="2353" y="72452"/>
                  </a:lnTo>
                  <a:lnTo>
                    <a:pt x="1953" y="70864"/>
                  </a:lnTo>
                  <a:lnTo>
                    <a:pt x="1262" y="68116"/>
                  </a:lnTo>
                  <a:lnTo>
                    <a:pt x="510" y="65844"/>
                  </a:lnTo>
                  <a:lnTo>
                    <a:pt x="0" y="64300"/>
                  </a:lnTo>
                  <a:lnTo>
                    <a:pt x="614" y="63953"/>
                  </a:lnTo>
                  <a:lnTo>
                    <a:pt x="5799" y="61562"/>
                  </a:lnTo>
                  <a:lnTo>
                    <a:pt x="12773" y="59663"/>
                  </a:lnTo>
                  <a:lnTo>
                    <a:pt x="20537" y="57646"/>
                  </a:lnTo>
                  <a:lnTo>
                    <a:pt x="27304" y="55918"/>
                  </a:lnTo>
                  <a:lnTo>
                    <a:pt x="36936" y="50274"/>
                  </a:lnTo>
                  <a:lnTo>
                    <a:pt x="40507" y="48182"/>
                  </a:lnTo>
                  <a:lnTo>
                    <a:pt x="43133" y="46754"/>
                  </a:lnTo>
                  <a:lnTo>
                    <a:pt x="45273" y="45590"/>
                  </a:lnTo>
                  <a:lnTo>
                    <a:pt x="50634" y="40105"/>
                  </a:lnTo>
                  <a:lnTo>
                    <a:pt x="62290" y="35527"/>
                  </a:lnTo>
                  <a:lnTo>
                    <a:pt x="67996" y="32419"/>
                  </a:lnTo>
                  <a:lnTo>
                    <a:pt x="75148" y="31291"/>
                  </a:lnTo>
                  <a:lnTo>
                    <a:pt x="79163" y="30707"/>
                  </a:lnTo>
                  <a:lnTo>
                    <a:pt x="83179" y="30122"/>
                  </a:lnTo>
                  <a:lnTo>
                    <a:pt x="85075" y="29740"/>
                  </a:lnTo>
                  <a:lnTo>
                    <a:pt x="91531" y="28437"/>
                  </a:lnTo>
                  <a:lnTo>
                    <a:pt x="94686" y="28789"/>
                  </a:lnTo>
                  <a:lnTo>
                    <a:pt x="99164" y="28675"/>
                  </a:lnTo>
                  <a:lnTo>
                    <a:pt x="107960" y="26501"/>
                  </a:lnTo>
                  <a:lnTo>
                    <a:pt x="119368" y="20544"/>
                  </a:lnTo>
                  <a:lnTo>
                    <a:pt x="126964" y="15767"/>
                  </a:lnTo>
                  <a:lnTo>
                    <a:pt x="131122" y="12097"/>
                  </a:lnTo>
                  <a:lnTo>
                    <a:pt x="138921" y="7383"/>
                  </a:lnTo>
                  <a:lnTo>
                    <a:pt x="143040" y="5538"/>
                  </a:lnTo>
                  <a:lnTo>
                    <a:pt x="145731" y="4271"/>
                  </a:lnTo>
                  <a:lnTo>
                    <a:pt x="148422" y="3004"/>
                  </a:lnTo>
                  <a:lnTo>
                    <a:pt x="149787" y="2362"/>
                  </a:lnTo>
                  <a:lnTo>
                    <a:pt x="154279" y="0"/>
                  </a:lnTo>
                  <a:lnTo>
                    <a:pt x="156469" y="3903"/>
                  </a:lnTo>
                  <a:lnTo>
                    <a:pt x="166434" y="195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 name="pg38"/>
            <p:cNvSpPr/>
            <p:nvPr/>
          </p:nvSpPr>
          <p:spPr>
            <a:xfrm>
              <a:off x="4974647" y="3321424"/>
              <a:ext cx="151204" cy="95241"/>
            </a:xfrm>
            <a:custGeom>
              <a:avLst/>
              <a:pathLst>
                <a:path w="151204" h="95241">
                  <a:moveTo>
                    <a:pt x="145225" y="53952"/>
                  </a:moveTo>
                  <a:lnTo>
                    <a:pt x="148317" y="60931"/>
                  </a:lnTo>
                  <a:lnTo>
                    <a:pt x="148439" y="61220"/>
                  </a:lnTo>
                  <a:lnTo>
                    <a:pt x="149100" y="62790"/>
                  </a:lnTo>
                  <a:lnTo>
                    <a:pt x="149721" y="68274"/>
                  </a:lnTo>
                  <a:lnTo>
                    <a:pt x="149832" y="69271"/>
                  </a:lnTo>
                  <a:lnTo>
                    <a:pt x="150649" y="76659"/>
                  </a:lnTo>
                  <a:lnTo>
                    <a:pt x="150694" y="77262"/>
                  </a:lnTo>
                  <a:lnTo>
                    <a:pt x="150985" y="81164"/>
                  </a:lnTo>
                  <a:lnTo>
                    <a:pt x="151091" y="82094"/>
                  </a:lnTo>
                  <a:lnTo>
                    <a:pt x="151204" y="83075"/>
                  </a:lnTo>
                  <a:lnTo>
                    <a:pt x="150780" y="83142"/>
                  </a:lnTo>
                  <a:lnTo>
                    <a:pt x="134319" y="85396"/>
                  </a:lnTo>
                  <a:lnTo>
                    <a:pt x="126693" y="86440"/>
                  </a:lnTo>
                  <a:lnTo>
                    <a:pt x="126156" y="86514"/>
                  </a:lnTo>
                  <a:lnTo>
                    <a:pt x="119247" y="87351"/>
                  </a:lnTo>
                  <a:lnTo>
                    <a:pt x="115224" y="87838"/>
                  </a:lnTo>
                  <a:lnTo>
                    <a:pt x="98019" y="90133"/>
                  </a:lnTo>
                  <a:lnTo>
                    <a:pt x="89699" y="91422"/>
                  </a:lnTo>
                  <a:lnTo>
                    <a:pt x="80771" y="92638"/>
                  </a:lnTo>
                  <a:lnTo>
                    <a:pt x="80609" y="91696"/>
                  </a:lnTo>
                  <a:lnTo>
                    <a:pt x="73903" y="92531"/>
                  </a:lnTo>
                  <a:lnTo>
                    <a:pt x="73065" y="92658"/>
                  </a:lnTo>
                  <a:lnTo>
                    <a:pt x="73022" y="92363"/>
                  </a:lnTo>
                  <a:lnTo>
                    <a:pt x="72528" y="88957"/>
                  </a:lnTo>
                  <a:lnTo>
                    <a:pt x="71776" y="82623"/>
                  </a:lnTo>
                  <a:lnTo>
                    <a:pt x="70900" y="77453"/>
                  </a:lnTo>
                  <a:lnTo>
                    <a:pt x="70688" y="76950"/>
                  </a:lnTo>
                  <a:lnTo>
                    <a:pt x="65150" y="77700"/>
                  </a:lnTo>
                  <a:lnTo>
                    <a:pt x="60232" y="78411"/>
                  </a:lnTo>
                  <a:lnTo>
                    <a:pt x="54655" y="79216"/>
                  </a:lnTo>
                  <a:lnTo>
                    <a:pt x="54625" y="78968"/>
                  </a:lnTo>
                  <a:lnTo>
                    <a:pt x="54482" y="77800"/>
                  </a:lnTo>
                  <a:lnTo>
                    <a:pt x="53522" y="69931"/>
                  </a:lnTo>
                  <a:lnTo>
                    <a:pt x="52490" y="61477"/>
                  </a:lnTo>
                  <a:lnTo>
                    <a:pt x="58061" y="60714"/>
                  </a:lnTo>
                  <a:lnTo>
                    <a:pt x="57384" y="55196"/>
                  </a:lnTo>
                  <a:lnTo>
                    <a:pt x="46827" y="56454"/>
                  </a:lnTo>
                  <a:lnTo>
                    <a:pt x="42444" y="57095"/>
                  </a:lnTo>
                  <a:lnTo>
                    <a:pt x="38723" y="57622"/>
                  </a:lnTo>
                  <a:lnTo>
                    <a:pt x="37508" y="57794"/>
                  </a:lnTo>
                  <a:lnTo>
                    <a:pt x="38641" y="65827"/>
                  </a:lnTo>
                  <a:lnTo>
                    <a:pt x="38854" y="67338"/>
                  </a:lnTo>
                  <a:lnTo>
                    <a:pt x="39424" y="71735"/>
                  </a:lnTo>
                  <a:lnTo>
                    <a:pt x="44378" y="71101"/>
                  </a:lnTo>
                  <a:lnTo>
                    <a:pt x="49156" y="70490"/>
                  </a:lnTo>
                  <a:lnTo>
                    <a:pt x="50284" y="78347"/>
                  </a:lnTo>
                  <a:lnTo>
                    <a:pt x="48153" y="78625"/>
                  </a:lnTo>
                  <a:lnTo>
                    <a:pt x="48208" y="78893"/>
                  </a:lnTo>
                  <a:lnTo>
                    <a:pt x="47528" y="79001"/>
                  </a:lnTo>
                  <a:lnTo>
                    <a:pt x="45529" y="79251"/>
                  </a:lnTo>
                  <a:lnTo>
                    <a:pt x="40632" y="79863"/>
                  </a:lnTo>
                  <a:lnTo>
                    <a:pt x="40503" y="79000"/>
                  </a:lnTo>
                  <a:lnTo>
                    <a:pt x="35799" y="79589"/>
                  </a:lnTo>
                  <a:lnTo>
                    <a:pt x="26418" y="80764"/>
                  </a:lnTo>
                  <a:lnTo>
                    <a:pt x="28044" y="94195"/>
                  </a:lnTo>
                  <a:lnTo>
                    <a:pt x="28170" y="95241"/>
                  </a:lnTo>
                  <a:lnTo>
                    <a:pt x="23126" y="92184"/>
                  </a:lnTo>
                  <a:lnTo>
                    <a:pt x="18944" y="89595"/>
                  </a:lnTo>
                  <a:lnTo>
                    <a:pt x="18645" y="89410"/>
                  </a:lnTo>
                  <a:lnTo>
                    <a:pt x="18123" y="89087"/>
                  </a:lnTo>
                  <a:lnTo>
                    <a:pt x="17508" y="88706"/>
                  </a:lnTo>
                  <a:lnTo>
                    <a:pt x="12642" y="85693"/>
                  </a:lnTo>
                  <a:lnTo>
                    <a:pt x="8478" y="83970"/>
                  </a:lnTo>
                  <a:lnTo>
                    <a:pt x="8348" y="83917"/>
                  </a:lnTo>
                  <a:lnTo>
                    <a:pt x="8177" y="83846"/>
                  </a:lnTo>
                  <a:lnTo>
                    <a:pt x="7888" y="81628"/>
                  </a:lnTo>
                  <a:lnTo>
                    <a:pt x="7059" y="75265"/>
                  </a:lnTo>
                  <a:lnTo>
                    <a:pt x="6464" y="70700"/>
                  </a:lnTo>
                  <a:lnTo>
                    <a:pt x="5891" y="66308"/>
                  </a:lnTo>
                  <a:lnTo>
                    <a:pt x="5311" y="61850"/>
                  </a:lnTo>
                  <a:lnTo>
                    <a:pt x="10184" y="61188"/>
                  </a:lnTo>
                  <a:lnTo>
                    <a:pt x="10476" y="61151"/>
                  </a:lnTo>
                  <a:lnTo>
                    <a:pt x="7733" y="55975"/>
                  </a:lnTo>
                  <a:lnTo>
                    <a:pt x="0" y="41386"/>
                  </a:lnTo>
                  <a:lnTo>
                    <a:pt x="9401" y="38323"/>
                  </a:lnTo>
                  <a:lnTo>
                    <a:pt x="11058" y="37794"/>
                  </a:lnTo>
                  <a:lnTo>
                    <a:pt x="14596" y="36667"/>
                  </a:lnTo>
                  <a:lnTo>
                    <a:pt x="16766" y="35975"/>
                  </a:lnTo>
                  <a:lnTo>
                    <a:pt x="19101" y="35231"/>
                  </a:lnTo>
                  <a:lnTo>
                    <a:pt x="29750" y="31908"/>
                  </a:lnTo>
                  <a:lnTo>
                    <a:pt x="30211" y="31765"/>
                  </a:lnTo>
                  <a:lnTo>
                    <a:pt x="31100" y="31487"/>
                  </a:lnTo>
                  <a:lnTo>
                    <a:pt x="36320" y="29604"/>
                  </a:lnTo>
                  <a:lnTo>
                    <a:pt x="36515" y="29533"/>
                  </a:lnTo>
                  <a:lnTo>
                    <a:pt x="39560" y="28620"/>
                  </a:lnTo>
                  <a:lnTo>
                    <a:pt x="40419" y="28362"/>
                  </a:lnTo>
                  <a:lnTo>
                    <a:pt x="42391" y="27784"/>
                  </a:lnTo>
                  <a:lnTo>
                    <a:pt x="45306" y="26930"/>
                  </a:lnTo>
                  <a:lnTo>
                    <a:pt x="49964" y="25676"/>
                  </a:lnTo>
                  <a:lnTo>
                    <a:pt x="51054" y="25332"/>
                  </a:lnTo>
                  <a:lnTo>
                    <a:pt x="53270" y="24632"/>
                  </a:lnTo>
                  <a:lnTo>
                    <a:pt x="59241" y="22686"/>
                  </a:lnTo>
                  <a:lnTo>
                    <a:pt x="63071" y="21440"/>
                  </a:lnTo>
                  <a:lnTo>
                    <a:pt x="67340" y="20052"/>
                  </a:lnTo>
                  <a:lnTo>
                    <a:pt x="68207" y="19775"/>
                  </a:lnTo>
                  <a:lnTo>
                    <a:pt x="77772" y="16709"/>
                  </a:lnTo>
                  <a:lnTo>
                    <a:pt x="79263" y="16231"/>
                  </a:lnTo>
                  <a:lnTo>
                    <a:pt x="81473" y="15523"/>
                  </a:lnTo>
                  <a:lnTo>
                    <a:pt x="89369" y="12963"/>
                  </a:lnTo>
                  <a:lnTo>
                    <a:pt x="90829" y="12490"/>
                  </a:lnTo>
                  <a:lnTo>
                    <a:pt x="91295" y="12333"/>
                  </a:lnTo>
                  <a:lnTo>
                    <a:pt x="94218" y="11354"/>
                  </a:lnTo>
                  <a:lnTo>
                    <a:pt x="95589" y="10895"/>
                  </a:lnTo>
                  <a:lnTo>
                    <a:pt x="102530" y="8569"/>
                  </a:lnTo>
                  <a:lnTo>
                    <a:pt x="121767" y="2360"/>
                  </a:lnTo>
                  <a:lnTo>
                    <a:pt x="125528" y="1159"/>
                  </a:lnTo>
                  <a:lnTo>
                    <a:pt x="129159" y="0"/>
                  </a:lnTo>
                  <a:lnTo>
                    <a:pt x="130075" y="2417"/>
                  </a:lnTo>
                  <a:lnTo>
                    <a:pt x="130620" y="3906"/>
                  </a:lnTo>
                  <a:lnTo>
                    <a:pt x="131359" y="5929"/>
                  </a:lnTo>
                  <a:lnTo>
                    <a:pt x="133448" y="12171"/>
                  </a:lnTo>
                  <a:lnTo>
                    <a:pt x="133677" y="13399"/>
                  </a:lnTo>
                  <a:lnTo>
                    <a:pt x="132887" y="19772"/>
                  </a:lnTo>
                  <a:lnTo>
                    <a:pt x="134435" y="25888"/>
                  </a:lnTo>
                  <a:lnTo>
                    <a:pt x="135108" y="28701"/>
                  </a:lnTo>
                  <a:lnTo>
                    <a:pt x="136645" y="35126"/>
                  </a:lnTo>
                  <a:lnTo>
                    <a:pt x="137847" y="39859"/>
                  </a:lnTo>
                  <a:lnTo>
                    <a:pt x="139574" y="44375"/>
                  </a:lnTo>
                  <a:lnTo>
                    <a:pt x="140856" y="44425"/>
                  </a:lnTo>
                  <a:lnTo>
                    <a:pt x="142627" y="480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 name="pg39"/>
            <p:cNvSpPr/>
            <p:nvPr/>
          </p:nvSpPr>
          <p:spPr>
            <a:xfrm>
              <a:off x="4969317" y="3376621"/>
              <a:ext cx="78396" cy="71536"/>
            </a:xfrm>
            <a:custGeom>
              <a:avLst/>
              <a:pathLst>
                <a:path w="78396" h="71536">
                  <a:moveTo>
                    <a:pt x="58853" y="14735"/>
                  </a:moveTo>
                  <a:lnTo>
                    <a:pt x="59813" y="22603"/>
                  </a:lnTo>
                  <a:lnTo>
                    <a:pt x="59956" y="23772"/>
                  </a:lnTo>
                  <a:lnTo>
                    <a:pt x="59986" y="24019"/>
                  </a:lnTo>
                  <a:lnTo>
                    <a:pt x="65563" y="23214"/>
                  </a:lnTo>
                  <a:lnTo>
                    <a:pt x="70480" y="22504"/>
                  </a:lnTo>
                  <a:lnTo>
                    <a:pt x="76019" y="21753"/>
                  </a:lnTo>
                  <a:lnTo>
                    <a:pt x="76230" y="22256"/>
                  </a:lnTo>
                  <a:lnTo>
                    <a:pt x="77107" y="27427"/>
                  </a:lnTo>
                  <a:lnTo>
                    <a:pt x="77858" y="33760"/>
                  </a:lnTo>
                  <a:lnTo>
                    <a:pt x="78353" y="37166"/>
                  </a:lnTo>
                  <a:lnTo>
                    <a:pt x="78396" y="37461"/>
                  </a:lnTo>
                  <a:lnTo>
                    <a:pt x="77304" y="37627"/>
                  </a:lnTo>
                  <a:lnTo>
                    <a:pt x="73089" y="38266"/>
                  </a:lnTo>
                  <a:lnTo>
                    <a:pt x="72960" y="38284"/>
                  </a:lnTo>
                  <a:lnTo>
                    <a:pt x="72986" y="38458"/>
                  </a:lnTo>
                  <a:lnTo>
                    <a:pt x="74077" y="45834"/>
                  </a:lnTo>
                  <a:lnTo>
                    <a:pt x="74105" y="46023"/>
                  </a:lnTo>
                  <a:lnTo>
                    <a:pt x="74647" y="49683"/>
                  </a:lnTo>
                  <a:lnTo>
                    <a:pt x="74980" y="50308"/>
                  </a:lnTo>
                  <a:lnTo>
                    <a:pt x="75049" y="51039"/>
                  </a:lnTo>
                  <a:lnTo>
                    <a:pt x="75082" y="51395"/>
                  </a:lnTo>
                  <a:lnTo>
                    <a:pt x="75307" y="53794"/>
                  </a:lnTo>
                  <a:lnTo>
                    <a:pt x="75414" y="54933"/>
                  </a:lnTo>
                  <a:lnTo>
                    <a:pt x="74217" y="54483"/>
                  </a:lnTo>
                  <a:lnTo>
                    <a:pt x="74027" y="54417"/>
                  </a:lnTo>
                  <a:lnTo>
                    <a:pt x="72889" y="54022"/>
                  </a:lnTo>
                  <a:lnTo>
                    <a:pt x="72222" y="53875"/>
                  </a:lnTo>
                  <a:lnTo>
                    <a:pt x="71319" y="53866"/>
                  </a:lnTo>
                  <a:lnTo>
                    <a:pt x="69376" y="54164"/>
                  </a:lnTo>
                  <a:lnTo>
                    <a:pt x="69438" y="54943"/>
                  </a:lnTo>
                  <a:lnTo>
                    <a:pt x="69481" y="55471"/>
                  </a:lnTo>
                  <a:lnTo>
                    <a:pt x="69523" y="55999"/>
                  </a:lnTo>
                  <a:lnTo>
                    <a:pt x="71170" y="55981"/>
                  </a:lnTo>
                  <a:lnTo>
                    <a:pt x="72085" y="56076"/>
                  </a:lnTo>
                  <a:lnTo>
                    <a:pt x="73248" y="56412"/>
                  </a:lnTo>
                  <a:lnTo>
                    <a:pt x="73841" y="56583"/>
                  </a:lnTo>
                  <a:lnTo>
                    <a:pt x="73732" y="56792"/>
                  </a:lnTo>
                  <a:lnTo>
                    <a:pt x="73263" y="57703"/>
                  </a:lnTo>
                  <a:lnTo>
                    <a:pt x="72873" y="58460"/>
                  </a:lnTo>
                  <a:lnTo>
                    <a:pt x="72109" y="59237"/>
                  </a:lnTo>
                  <a:lnTo>
                    <a:pt x="71547" y="59794"/>
                  </a:lnTo>
                  <a:lnTo>
                    <a:pt x="70903" y="61000"/>
                  </a:lnTo>
                  <a:lnTo>
                    <a:pt x="70591" y="61586"/>
                  </a:lnTo>
                  <a:lnTo>
                    <a:pt x="70032" y="64390"/>
                  </a:lnTo>
                  <a:lnTo>
                    <a:pt x="68590" y="64808"/>
                  </a:lnTo>
                  <a:lnTo>
                    <a:pt x="67499" y="64790"/>
                  </a:lnTo>
                  <a:lnTo>
                    <a:pt x="66193" y="64647"/>
                  </a:lnTo>
                  <a:lnTo>
                    <a:pt x="64845" y="64539"/>
                  </a:lnTo>
                  <a:lnTo>
                    <a:pt x="63324" y="64539"/>
                  </a:lnTo>
                  <a:lnTo>
                    <a:pt x="61401" y="64539"/>
                  </a:lnTo>
                  <a:lnTo>
                    <a:pt x="59164" y="64673"/>
                  </a:lnTo>
                  <a:lnTo>
                    <a:pt x="57017" y="64987"/>
                  </a:lnTo>
                  <a:lnTo>
                    <a:pt x="54289" y="64897"/>
                  </a:lnTo>
                  <a:lnTo>
                    <a:pt x="52097" y="64763"/>
                  </a:lnTo>
                  <a:lnTo>
                    <a:pt x="50173" y="64405"/>
                  </a:lnTo>
                  <a:lnTo>
                    <a:pt x="47356" y="63197"/>
                  </a:lnTo>
                  <a:lnTo>
                    <a:pt x="45343" y="62661"/>
                  </a:lnTo>
                  <a:lnTo>
                    <a:pt x="43391" y="61785"/>
                  </a:lnTo>
                  <a:lnTo>
                    <a:pt x="42103" y="61445"/>
                  </a:lnTo>
                  <a:lnTo>
                    <a:pt x="40045" y="61749"/>
                  </a:lnTo>
                  <a:lnTo>
                    <a:pt x="38882" y="62447"/>
                  </a:lnTo>
                  <a:lnTo>
                    <a:pt x="37665" y="63449"/>
                  </a:lnTo>
                  <a:lnTo>
                    <a:pt x="36502" y="64146"/>
                  </a:lnTo>
                  <a:lnTo>
                    <a:pt x="35053" y="64880"/>
                  </a:lnTo>
                  <a:lnTo>
                    <a:pt x="33300" y="65453"/>
                  </a:lnTo>
                  <a:lnTo>
                    <a:pt x="32316" y="66383"/>
                  </a:lnTo>
                  <a:lnTo>
                    <a:pt x="30544" y="67886"/>
                  </a:lnTo>
                  <a:lnTo>
                    <a:pt x="29149" y="69818"/>
                  </a:lnTo>
                  <a:lnTo>
                    <a:pt x="28254" y="70766"/>
                  </a:lnTo>
                  <a:lnTo>
                    <a:pt x="27252" y="71536"/>
                  </a:lnTo>
                  <a:lnTo>
                    <a:pt x="27217" y="71321"/>
                  </a:lnTo>
                  <a:lnTo>
                    <a:pt x="27235" y="70838"/>
                  </a:lnTo>
                  <a:lnTo>
                    <a:pt x="27324" y="69568"/>
                  </a:lnTo>
                  <a:lnTo>
                    <a:pt x="27199" y="68798"/>
                  </a:lnTo>
                  <a:lnTo>
                    <a:pt x="26859" y="67546"/>
                  </a:lnTo>
                  <a:lnTo>
                    <a:pt x="26499" y="66769"/>
                  </a:lnTo>
                  <a:lnTo>
                    <a:pt x="25592" y="66101"/>
                  </a:lnTo>
                  <a:lnTo>
                    <a:pt x="24137" y="65480"/>
                  </a:lnTo>
                  <a:lnTo>
                    <a:pt x="22181" y="64741"/>
                  </a:lnTo>
                  <a:lnTo>
                    <a:pt x="19843" y="64121"/>
                  </a:lnTo>
                  <a:lnTo>
                    <a:pt x="18126" y="63906"/>
                  </a:lnTo>
                  <a:lnTo>
                    <a:pt x="15859" y="63715"/>
                  </a:lnTo>
                  <a:lnTo>
                    <a:pt x="15549" y="63453"/>
                  </a:lnTo>
                  <a:lnTo>
                    <a:pt x="15764" y="60161"/>
                  </a:lnTo>
                  <a:lnTo>
                    <a:pt x="15764" y="57513"/>
                  </a:lnTo>
                  <a:lnTo>
                    <a:pt x="14880" y="57483"/>
                  </a:lnTo>
                  <a:lnTo>
                    <a:pt x="14314" y="57483"/>
                  </a:lnTo>
                  <a:lnTo>
                    <a:pt x="12346" y="57513"/>
                  </a:lnTo>
                  <a:lnTo>
                    <a:pt x="10705" y="57379"/>
                  </a:lnTo>
                  <a:lnTo>
                    <a:pt x="9960" y="57215"/>
                  </a:lnTo>
                  <a:lnTo>
                    <a:pt x="8842" y="56782"/>
                  </a:lnTo>
                  <a:lnTo>
                    <a:pt x="7694" y="56111"/>
                  </a:lnTo>
                  <a:lnTo>
                    <a:pt x="6783" y="55448"/>
                  </a:lnTo>
                  <a:lnTo>
                    <a:pt x="6402" y="55066"/>
                  </a:lnTo>
                  <a:lnTo>
                    <a:pt x="6235" y="54565"/>
                  </a:lnTo>
                  <a:lnTo>
                    <a:pt x="5805" y="53002"/>
                  </a:lnTo>
                  <a:lnTo>
                    <a:pt x="5400" y="51309"/>
                  </a:lnTo>
                  <a:lnTo>
                    <a:pt x="5746" y="50629"/>
                  </a:lnTo>
                  <a:lnTo>
                    <a:pt x="6223" y="49090"/>
                  </a:lnTo>
                  <a:lnTo>
                    <a:pt x="6760" y="47146"/>
                  </a:lnTo>
                  <a:lnTo>
                    <a:pt x="7098" y="45610"/>
                  </a:lnTo>
                  <a:lnTo>
                    <a:pt x="6306" y="45424"/>
                  </a:lnTo>
                  <a:lnTo>
                    <a:pt x="5143" y="45054"/>
                  </a:lnTo>
                  <a:lnTo>
                    <a:pt x="4129" y="44786"/>
                  </a:lnTo>
                  <a:lnTo>
                    <a:pt x="2686" y="44208"/>
                  </a:lnTo>
                  <a:lnTo>
                    <a:pt x="2142" y="43995"/>
                  </a:lnTo>
                  <a:lnTo>
                    <a:pt x="1688" y="43819"/>
                  </a:lnTo>
                  <a:lnTo>
                    <a:pt x="729" y="43637"/>
                  </a:lnTo>
                  <a:lnTo>
                    <a:pt x="0" y="43516"/>
                  </a:lnTo>
                  <a:lnTo>
                    <a:pt x="89" y="41727"/>
                  </a:lnTo>
                  <a:lnTo>
                    <a:pt x="518" y="41602"/>
                  </a:lnTo>
                  <a:lnTo>
                    <a:pt x="1109" y="41494"/>
                  </a:lnTo>
                  <a:lnTo>
                    <a:pt x="1574" y="41333"/>
                  </a:lnTo>
                  <a:lnTo>
                    <a:pt x="1807" y="40582"/>
                  </a:lnTo>
                  <a:lnTo>
                    <a:pt x="2829" y="37547"/>
                  </a:lnTo>
                  <a:lnTo>
                    <a:pt x="4320" y="36832"/>
                  </a:lnTo>
                  <a:lnTo>
                    <a:pt x="5692" y="35818"/>
                  </a:lnTo>
                  <a:lnTo>
                    <a:pt x="7034" y="34715"/>
                  </a:lnTo>
                  <a:lnTo>
                    <a:pt x="8316" y="32985"/>
                  </a:lnTo>
                  <a:lnTo>
                    <a:pt x="9061" y="31256"/>
                  </a:lnTo>
                  <a:lnTo>
                    <a:pt x="9149" y="30850"/>
                  </a:lnTo>
                  <a:lnTo>
                    <a:pt x="11404" y="27668"/>
                  </a:lnTo>
                  <a:lnTo>
                    <a:pt x="11561" y="27752"/>
                  </a:lnTo>
                  <a:lnTo>
                    <a:pt x="12666" y="28344"/>
                  </a:lnTo>
                  <a:lnTo>
                    <a:pt x="12910" y="28475"/>
                  </a:lnTo>
                  <a:lnTo>
                    <a:pt x="13507" y="28649"/>
                  </a:lnTo>
                  <a:lnTo>
                    <a:pt x="13678" y="28720"/>
                  </a:lnTo>
                  <a:lnTo>
                    <a:pt x="13809" y="28774"/>
                  </a:lnTo>
                  <a:lnTo>
                    <a:pt x="17972" y="30497"/>
                  </a:lnTo>
                  <a:lnTo>
                    <a:pt x="22838" y="33510"/>
                  </a:lnTo>
                  <a:lnTo>
                    <a:pt x="23454" y="33890"/>
                  </a:lnTo>
                  <a:lnTo>
                    <a:pt x="23976" y="34214"/>
                  </a:lnTo>
                  <a:lnTo>
                    <a:pt x="24274" y="34398"/>
                  </a:lnTo>
                  <a:lnTo>
                    <a:pt x="28456" y="36988"/>
                  </a:lnTo>
                  <a:lnTo>
                    <a:pt x="33501" y="40044"/>
                  </a:lnTo>
                  <a:lnTo>
                    <a:pt x="33374" y="38999"/>
                  </a:lnTo>
                  <a:lnTo>
                    <a:pt x="31748" y="25567"/>
                  </a:lnTo>
                  <a:lnTo>
                    <a:pt x="41129" y="24392"/>
                  </a:lnTo>
                  <a:lnTo>
                    <a:pt x="45834" y="23803"/>
                  </a:lnTo>
                  <a:lnTo>
                    <a:pt x="45963" y="24666"/>
                  </a:lnTo>
                  <a:lnTo>
                    <a:pt x="50859" y="24054"/>
                  </a:lnTo>
                  <a:lnTo>
                    <a:pt x="52859" y="23804"/>
                  </a:lnTo>
                  <a:lnTo>
                    <a:pt x="53539" y="23697"/>
                  </a:lnTo>
                  <a:lnTo>
                    <a:pt x="53484" y="23428"/>
                  </a:lnTo>
                  <a:lnTo>
                    <a:pt x="55615" y="23151"/>
                  </a:lnTo>
                  <a:lnTo>
                    <a:pt x="54487" y="15293"/>
                  </a:lnTo>
                  <a:lnTo>
                    <a:pt x="49708" y="15905"/>
                  </a:lnTo>
                  <a:lnTo>
                    <a:pt x="44755" y="16539"/>
                  </a:lnTo>
                  <a:lnTo>
                    <a:pt x="44185" y="12141"/>
                  </a:lnTo>
                  <a:lnTo>
                    <a:pt x="43972" y="10631"/>
                  </a:lnTo>
                  <a:lnTo>
                    <a:pt x="42838" y="2597"/>
                  </a:lnTo>
                  <a:lnTo>
                    <a:pt x="44053" y="2425"/>
                  </a:lnTo>
                  <a:lnTo>
                    <a:pt x="47774" y="1899"/>
                  </a:lnTo>
                  <a:lnTo>
                    <a:pt x="52158" y="1257"/>
                  </a:lnTo>
                  <a:lnTo>
                    <a:pt x="62715" y="0"/>
                  </a:lnTo>
                  <a:lnTo>
                    <a:pt x="63392" y="5517"/>
                  </a:lnTo>
                  <a:lnTo>
                    <a:pt x="57821" y="628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 name="pg40"/>
            <p:cNvSpPr/>
            <p:nvPr/>
          </p:nvSpPr>
          <p:spPr>
            <a:xfrm>
              <a:off x="5038693" y="3404499"/>
              <a:ext cx="93984" cy="90453"/>
            </a:xfrm>
            <a:custGeom>
              <a:avLst/>
              <a:pathLst>
                <a:path w="93984" h="90453">
                  <a:moveTo>
                    <a:pt x="88626" y="7863"/>
                  </a:moveTo>
                  <a:lnTo>
                    <a:pt x="88851" y="11165"/>
                  </a:lnTo>
                  <a:lnTo>
                    <a:pt x="89032" y="13491"/>
                  </a:lnTo>
                  <a:lnTo>
                    <a:pt x="89204" y="15702"/>
                  </a:lnTo>
                  <a:lnTo>
                    <a:pt x="89261" y="16440"/>
                  </a:lnTo>
                  <a:lnTo>
                    <a:pt x="89397" y="19491"/>
                  </a:lnTo>
                  <a:lnTo>
                    <a:pt x="89484" y="21435"/>
                  </a:lnTo>
                  <a:lnTo>
                    <a:pt x="89494" y="21854"/>
                  </a:lnTo>
                  <a:lnTo>
                    <a:pt x="89601" y="26149"/>
                  </a:lnTo>
                  <a:lnTo>
                    <a:pt x="89787" y="29066"/>
                  </a:lnTo>
                  <a:lnTo>
                    <a:pt x="89916" y="31077"/>
                  </a:lnTo>
                  <a:lnTo>
                    <a:pt x="89952" y="31639"/>
                  </a:lnTo>
                  <a:lnTo>
                    <a:pt x="90012" y="32399"/>
                  </a:lnTo>
                  <a:lnTo>
                    <a:pt x="90057" y="32972"/>
                  </a:lnTo>
                  <a:lnTo>
                    <a:pt x="90138" y="33991"/>
                  </a:lnTo>
                  <a:lnTo>
                    <a:pt x="90417" y="34904"/>
                  </a:lnTo>
                  <a:lnTo>
                    <a:pt x="90897" y="36475"/>
                  </a:lnTo>
                  <a:lnTo>
                    <a:pt x="91518" y="38506"/>
                  </a:lnTo>
                  <a:lnTo>
                    <a:pt x="91580" y="38708"/>
                  </a:lnTo>
                  <a:lnTo>
                    <a:pt x="91595" y="38978"/>
                  </a:lnTo>
                  <a:lnTo>
                    <a:pt x="91945" y="45338"/>
                  </a:lnTo>
                  <a:lnTo>
                    <a:pt x="92095" y="47573"/>
                  </a:lnTo>
                  <a:lnTo>
                    <a:pt x="92246" y="49809"/>
                  </a:lnTo>
                  <a:lnTo>
                    <a:pt x="92276" y="50262"/>
                  </a:lnTo>
                  <a:lnTo>
                    <a:pt x="92526" y="54603"/>
                  </a:lnTo>
                  <a:lnTo>
                    <a:pt x="92568" y="55325"/>
                  </a:lnTo>
                  <a:lnTo>
                    <a:pt x="92775" y="58919"/>
                  </a:lnTo>
                  <a:lnTo>
                    <a:pt x="93054" y="62665"/>
                  </a:lnTo>
                  <a:lnTo>
                    <a:pt x="93478" y="67765"/>
                  </a:lnTo>
                  <a:lnTo>
                    <a:pt x="93495" y="67970"/>
                  </a:lnTo>
                  <a:lnTo>
                    <a:pt x="93984" y="75127"/>
                  </a:lnTo>
                  <a:lnTo>
                    <a:pt x="92527" y="75402"/>
                  </a:lnTo>
                  <a:lnTo>
                    <a:pt x="91129" y="75665"/>
                  </a:lnTo>
                  <a:lnTo>
                    <a:pt x="89913" y="75894"/>
                  </a:lnTo>
                  <a:lnTo>
                    <a:pt x="83822" y="77072"/>
                  </a:lnTo>
                  <a:lnTo>
                    <a:pt x="83634" y="77109"/>
                  </a:lnTo>
                  <a:lnTo>
                    <a:pt x="81329" y="77238"/>
                  </a:lnTo>
                  <a:lnTo>
                    <a:pt x="76367" y="77517"/>
                  </a:lnTo>
                  <a:lnTo>
                    <a:pt x="74140" y="77726"/>
                  </a:lnTo>
                  <a:lnTo>
                    <a:pt x="73334" y="77516"/>
                  </a:lnTo>
                  <a:lnTo>
                    <a:pt x="71726" y="77644"/>
                  </a:lnTo>
                  <a:lnTo>
                    <a:pt x="70739" y="79096"/>
                  </a:lnTo>
                  <a:lnTo>
                    <a:pt x="70333" y="79694"/>
                  </a:lnTo>
                  <a:lnTo>
                    <a:pt x="70206" y="79881"/>
                  </a:lnTo>
                  <a:lnTo>
                    <a:pt x="70069" y="80042"/>
                  </a:lnTo>
                  <a:lnTo>
                    <a:pt x="68867" y="79299"/>
                  </a:lnTo>
                  <a:lnTo>
                    <a:pt x="68336" y="78971"/>
                  </a:lnTo>
                  <a:lnTo>
                    <a:pt x="67795" y="79874"/>
                  </a:lnTo>
                  <a:lnTo>
                    <a:pt x="67079" y="81069"/>
                  </a:lnTo>
                  <a:lnTo>
                    <a:pt x="66850" y="81508"/>
                  </a:lnTo>
                  <a:lnTo>
                    <a:pt x="66764" y="81671"/>
                  </a:lnTo>
                  <a:lnTo>
                    <a:pt x="66363" y="82441"/>
                  </a:lnTo>
                  <a:lnTo>
                    <a:pt x="66320" y="82643"/>
                  </a:lnTo>
                  <a:lnTo>
                    <a:pt x="66194" y="83245"/>
                  </a:lnTo>
                  <a:lnTo>
                    <a:pt x="66166" y="83379"/>
                  </a:lnTo>
                  <a:lnTo>
                    <a:pt x="66138" y="83513"/>
                  </a:lnTo>
                  <a:lnTo>
                    <a:pt x="66157" y="83778"/>
                  </a:lnTo>
                  <a:lnTo>
                    <a:pt x="66349" y="85122"/>
                  </a:lnTo>
                  <a:lnTo>
                    <a:pt x="66379" y="85367"/>
                  </a:lnTo>
                  <a:lnTo>
                    <a:pt x="66455" y="85997"/>
                  </a:lnTo>
                  <a:lnTo>
                    <a:pt x="66477" y="86183"/>
                  </a:lnTo>
                  <a:lnTo>
                    <a:pt x="66564" y="86899"/>
                  </a:lnTo>
                  <a:lnTo>
                    <a:pt x="66660" y="87358"/>
                  </a:lnTo>
                  <a:lnTo>
                    <a:pt x="66923" y="88610"/>
                  </a:lnTo>
                  <a:lnTo>
                    <a:pt x="67077" y="89366"/>
                  </a:lnTo>
                  <a:lnTo>
                    <a:pt x="66134" y="90263"/>
                  </a:lnTo>
                  <a:lnTo>
                    <a:pt x="65935" y="90453"/>
                  </a:lnTo>
                  <a:lnTo>
                    <a:pt x="65602" y="89713"/>
                  </a:lnTo>
                  <a:lnTo>
                    <a:pt x="65109" y="88822"/>
                  </a:lnTo>
                  <a:lnTo>
                    <a:pt x="64925" y="87358"/>
                  </a:lnTo>
                  <a:lnTo>
                    <a:pt x="64645" y="85122"/>
                  </a:lnTo>
                  <a:lnTo>
                    <a:pt x="64503" y="83994"/>
                  </a:lnTo>
                  <a:lnTo>
                    <a:pt x="64349" y="82769"/>
                  </a:lnTo>
                  <a:lnTo>
                    <a:pt x="64364" y="82411"/>
                  </a:lnTo>
                  <a:lnTo>
                    <a:pt x="64339" y="82182"/>
                  </a:lnTo>
                  <a:lnTo>
                    <a:pt x="64263" y="81486"/>
                  </a:lnTo>
                  <a:lnTo>
                    <a:pt x="64536" y="79521"/>
                  </a:lnTo>
                  <a:lnTo>
                    <a:pt x="64930" y="78233"/>
                  </a:lnTo>
                  <a:lnTo>
                    <a:pt x="65326" y="77281"/>
                  </a:lnTo>
                  <a:lnTo>
                    <a:pt x="65437" y="77017"/>
                  </a:lnTo>
                  <a:lnTo>
                    <a:pt x="65511" y="76838"/>
                  </a:lnTo>
                  <a:lnTo>
                    <a:pt x="65307" y="76859"/>
                  </a:lnTo>
                  <a:lnTo>
                    <a:pt x="63613" y="77034"/>
                  </a:lnTo>
                  <a:lnTo>
                    <a:pt x="63348" y="77061"/>
                  </a:lnTo>
                  <a:lnTo>
                    <a:pt x="62022" y="77198"/>
                  </a:lnTo>
                  <a:lnTo>
                    <a:pt x="61790" y="77297"/>
                  </a:lnTo>
                  <a:lnTo>
                    <a:pt x="62016" y="77510"/>
                  </a:lnTo>
                  <a:lnTo>
                    <a:pt x="62844" y="78293"/>
                  </a:lnTo>
                  <a:lnTo>
                    <a:pt x="62307" y="80000"/>
                  </a:lnTo>
                  <a:lnTo>
                    <a:pt x="62053" y="80352"/>
                  </a:lnTo>
                  <a:lnTo>
                    <a:pt x="60526" y="79745"/>
                  </a:lnTo>
                  <a:lnTo>
                    <a:pt x="60388" y="80713"/>
                  </a:lnTo>
                  <a:lnTo>
                    <a:pt x="60355" y="80945"/>
                  </a:lnTo>
                  <a:lnTo>
                    <a:pt x="60288" y="81414"/>
                  </a:lnTo>
                  <a:lnTo>
                    <a:pt x="60005" y="81847"/>
                  </a:lnTo>
                  <a:lnTo>
                    <a:pt x="59930" y="83979"/>
                  </a:lnTo>
                  <a:lnTo>
                    <a:pt x="59908" y="84367"/>
                  </a:lnTo>
                  <a:lnTo>
                    <a:pt x="59887" y="84754"/>
                  </a:lnTo>
                  <a:lnTo>
                    <a:pt x="59783" y="86622"/>
                  </a:lnTo>
                  <a:lnTo>
                    <a:pt x="56180" y="86066"/>
                  </a:lnTo>
                  <a:lnTo>
                    <a:pt x="54842" y="85912"/>
                  </a:lnTo>
                  <a:lnTo>
                    <a:pt x="52640" y="85872"/>
                  </a:lnTo>
                  <a:lnTo>
                    <a:pt x="51824" y="85922"/>
                  </a:lnTo>
                  <a:lnTo>
                    <a:pt x="51450" y="85945"/>
                  </a:lnTo>
                  <a:lnTo>
                    <a:pt x="51530" y="85265"/>
                  </a:lnTo>
                  <a:lnTo>
                    <a:pt x="51805" y="84711"/>
                  </a:lnTo>
                  <a:lnTo>
                    <a:pt x="52559" y="83608"/>
                  </a:lnTo>
                  <a:lnTo>
                    <a:pt x="52787" y="82686"/>
                  </a:lnTo>
                  <a:lnTo>
                    <a:pt x="52839" y="81529"/>
                  </a:lnTo>
                  <a:lnTo>
                    <a:pt x="52932" y="80811"/>
                  </a:lnTo>
                  <a:lnTo>
                    <a:pt x="52891" y="80375"/>
                  </a:lnTo>
                  <a:lnTo>
                    <a:pt x="52874" y="79877"/>
                  </a:lnTo>
                  <a:lnTo>
                    <a:pt x="52851" y="79194"/>
                  </a:lnTo>
                  <a:lnTo>
                    <a:pt x="52819" y="78655"/>
                  </a:lnTo>
                  <a:lnTo>
                    <a:pt x="52764" y="77732"/>
                  </a:lnTo>
                  <a:lnTo>
                    <a:pt x="52747" y="77452"/>
                  </a:lnTo>
                  <a:lnTo>
                    <a:pt x="52761" y="76513"/>
                  </a:lnTo>
                  <a:lnTo>
                    <a:pt x="52787" y="75444"/>
                  </a:lnTo>
                  <a:lnTo>
                    <a:pt x="53036" y="74517"/>
                  </a:lnTo>
                  <a:lnTo>
                    <a:pt x="53581" y="73615"/>
                  </a:lnTo>
                  <a:lnTo>
                    <a:pt x="54133" y="72777"/>
                  </a:lnTo>
                  <a:lnTo>
                    <a:pt x="55028" y="71417"/>
                  </a:lnTo>
                  <a:lnTo>
                    <a:pt x="55938" y="70641"/>
                  </a:lnTo>
                  <a:lnTo>
                    <a:pt x="58729" y="68107"/>
                  </a:lnTo>
                  <a:lnTo>
                    <a:pt x="60567" y="66545"/>
                  </a:lnTo>
                  <a:lnTo>
                    <a:pt x="61222" y="65988"/>
                  </a:lnTo>
                  <a:lnTo>
                    <a:pt x="61705" y="65447"/>
                  </a:lnTo>
                  <a:lnTo>
                    <a:pt x="62945" y="63490"/>
                  </a:lnTo>
                  <a:lnTo>
                    <a:pt x="63542" y="61343"/>
                  </a:lnTo>
                  <a:lnTo>
                    <a:pt x="63852" y="59697"/>
                  </a:lnTo>
                  <a:lnTo>
                    <a:pt x="63757" y="57932"/>
                  </a:lnTo>
                  <a:lnTo>
                    <a:pt x="63355" y="56808"/>
                  </a:lnTo>
                  <a:lnTo>
                    <a:pt x="62687" y="56283"/>
                  </a:lnTo>
                  <a:lnTo>
                    <a:pt x="60779" y="55520"/>
                  </a:lnTo>
                  <a:lnTo>
                    <a:pt x="59180" y="54804"/>
                  </a:lnTo>
                  <a:lnTo>
                    <a:pt x="58703" y="54470"/>
                  </a:lnTo>
                  <a:lnTo>
                    <a:pt x="58059" y="53564"/>
                  </a:lnTo>
                  <a:lnTo>
                    <a:pt x="57558" y="52562"/>
                  </a:lnTo>
                  <a:lnTo>
                    <a:pt x="57606" y="51894"/>
                  </a:lnTo>
                  <a:lnTo>
                    <a:pt x="57916" y="48816"/>
                  </a:lnTo>
                  <a:lnTo>
                    <a:pt x="58322" y="46884"/>
                  </a:lnTo>
                  <a:lnTo>
                    <a:pt x="58894" y="45954"/>
                  </a:lnTo>
                  <a:lnTo>
                    <a:pt x="62207" y="40852"/>
                  </a:lnTo>
                  <a:lnTo>
                    <a:pt x="60232" y="39324"/>
                  </a:lnTo>
                  <a:lnTo>
                    <a:pt x="57809" y="38877"/>
                  </a:lnTo>
                  <a:lnTo>
                    <a:pt x="55796" y="38914"/>
                  </a:lnTo>
                  <a:lnTo>
                    <a:pt x="54044" y="38504"/>
                  </a:lnTo>
                  <a:lnTo>
                    <a:pt x="52031" y="38131"/>
                  </a:lnTo>
                  <a:lnTo>
                    <a:pt x="50466" y="37907"/>
                  </a:lnTo>
                  <a:lnTo>
                    <a:pt x="49459" y="37684"/>
                  </a:lnTo>
                  <a:lnTo>
                    <a:pt x="48975" y="37497"/>
                  </a:lnTo>
                  <a:lnTo>
                    <a:pt x="48155" y="38802"/>
                  </a:lnTo>
                  <a:lnTo>
                    <a:pt x="46887" y="40703"/>
                  </a:lnTo>
                  <a:lnTo>
                    <a:pt x="46186" y="40438"/>
                  </a:lnTo>
                  <a:lnTo>
                    <a:pt x="44614" y="40591"/>
                  </a:lnTo>
                  <a:lnTo>
                    <a:pt x="42899" y="41038"/>
                  </a:lnTo>
                  <a:lnTo>
                    <a:pt x="42154" y="40666"/>
                  </a:lnTo>
                  <a:lnTo>
                    <a:pt x="40728" y="40087"/>
                  </a:lnTo>
                  <a:lnTo>
                    <a:pt x="39511" y="40421"/>
                  </a:lnTo>
                  <a:lnTo>
                    <a:pt x="38223" y="41017"/>
                  </a:lnTo>
                  <a:lnTo>
                    <a:pt x="36768" y="41829"/>
                  </a:lnTo>
                  <a:lnTo>
                    <a:pt x="35575" y="42711"/>
                  </a:lnTo>
                  <a:lnTo>
                    <a:pt x="30732" y="45168"/>
                  </a:lnTo>
                  <a:lnTo>
                    <a:pt x="29969" y="44047"/>
                  </a:lnTo>
                  <a:lnTo>
                    <a:pt x="28967" y="44381"/>
                  </a:lnTo>
                  <a:lnTo>
                    <a:pt x="27727" y="44882"/>
                  </a:lnTo>
                  <a:lnTo>
                    <a:pt x="24554" y="45288"/>
                  </a:lnTo>
                  <a:lnTo>
                    <a:pt x="22812" y="45192"/>
                  </a:lnTo>
                  <a:lnTo>
                    <a:pt x="20039" y="44861"/>
                  </a:lnTo>
                  <a:lnTo>
                    <a:pt x="16938" y="44741"/>
                  </a:lnTo>
                  <a:lnTo>
                    <a:pt x="14850" y="44503"/>
                  </a:lnTo>
                  <a:lnTo>
                    <a:pt x="12853" y="43727"/>
                  </a:lnTo>
                  <a:lnTo>
                    <a:pt x="5636" y="40298"/>
                  </a:lnTo>
                  <a:lnTo>
                    <a:pt x="2406" y="37842"/>
                  </a:lnTo>
                  <a:lnTo>
                    <a:pt x="1754" y="37346"/>
                  </a:lnTo>
                  <a:lnTo>
                    <a:pt x="656" y="36511"/>
                  </a:lnTo>
                  <a:lnTo>
                    <a:pt x="1269" y="33606"/>
                  </a:lnTo>
                  <a:lnTo>
                    <a:pt x="1527" y="33122"/>
                  </a:lnTo>
                  <a:lnTo>
                    <a:pt x="2171" y="31915"/>
                  </a:lnTo>
                  <a:lnTo>
                    <a:pt x="2733" y="31359"/>
                  </a:lnTo>
                  <a:lnTo>
                    <a:pt x="3497" y="30581"/>
                  </a:lnTo>
                  <a:lnTo>
                    <a:pt x="3887" y="29825"/>
                  </a:lnTo>
                  <a:lnTo>
                    <a:pt x="4356" y="28914"/>
                  </a:lnTo>
                  <a:lnTo>
                    <a:pt x="4465" y="28705"/>
                  </a:lnTo>
                  <a:lnTo>
                    <a:pt x="3872" y="28534"/>
                  </a:lnTo>
                  <a:lnTo>
                    <a:pt x="2709" y="28198"/>
                  </a:lnTo>
                  <a:lnTo>
                    <a:pt x="1794" y="28102"/>
                  </a:lnTo>
                  <a:lnTo>
                    <a:pt x="147" y="28121"/>
                  </a:lnTo>
                  <a:lnTo>
                    <a:pt x="105" y="27593"/>
                  </a:lnTo>
                  <a:lnTo>
                    <a:pt x="62" y="27064"/>
                  </a:lnTo>
                  <a:lnTo>
                    <a:pt x="0" y="26285"/>
                  </a:lnTo>
                  <a:lnTo>
                    <a:pt x="1943" y="25987"/>
                  </a:lnTo>
                  <a:lnTo>
                    <a:pt x="2846" y="25996"/>
                  </a:lnTo>
                  <a:lnTo>
                    <a:pt x="3513" y="26144"/>
                  </a:lnTo>
                  <a:lnTo>
                    <a:pt x="4651" y="26539"/>
                  </a:lnTo>
                  <a:lnTo>
                    <a:pt x="4840" y="26604"/>
                  </a:lnTo>
                  <a:lnTo>
                    <a:pt x="6038" y="27055"/>
                  </a:lnTo>
                  <a:lnTo>
                    <a:pt x="5931" y="25915"/>
                  </a:lnTo>
                  <a:lnTo>
                    <a:pt x="5706" y="23517"/>
                  </a:lnTo>
                  <a:lnTo>
                    <a:pt x="5673" y="23161"/>
                  </a:lnTo>
                  <a:lnTo>
                    <a:pt x="5604" y="22429"/>
                  </a:lnTo>
                  <a:lnTo>
                    <a:pt x="5271" y="21804"/>
                  </a:lnTo>
                  <a:lnTo>
                    <a:pt x="4729" y="18144"/>
                  </a:lnTo>
                  <a:lnTo>
                    <a:pt x="4701" y="17955"/>
                  </a:lnTo>
                  <a:lnTo>
                    <a:pt x="3609" y="10579"/>
                  </a:lnTo>
                  <a:lnTo>
                    <a:pt x="3584" y="10405"/>
                  </a:lnTo>
                  <a:lnTo>
                    <a:pt x="3713" y="10388"/>
                  </a:lnTo>
                  <a:lnTo>
                    <a:pt x="7928" y="9748"/>
                  </a:lnTo>
                  <a:lnTo>
                    <a:pt x="9020" y="9583"/>
                  </a:lnTo>
                  <a:lnTo>
                    <a:pt x="9858" y="9456"/>
                  </a:lnTo>
                  <a:lnTo>
                    <a:pt x="16563" y="8621"/>
                  </a:lnTo>
                  <a:lnTo>
                    <a:pt x="16726" y="9563"/>
                  </a:lnTo>
                  <a:lnTo>
                    <a:pt x="25654" y="8347"/>
                  </a:lnTo>
                  <a:lnTo>
                    <a:pt x="33973" y="7058"/>
                  </a:lnTo>
                  <a:lnTo>
                    <a:pt x="51179" y="4763"/>
                  </a:lnTo>
                  <a:lnTo>
                    <a:pt x="55201" y="4276"/>
                  </a:lnTo>
                  <a:lnTo>
                    <a:pt x="62110" y="3439"/>
                  </a:lnTo>
                  <a:lnTo>
                    <a:pt x="62647" y="3365"/>
                  </a:lnTo>
                  <a:lnTo>
                    <a:pt x="70273" y="2321"/>
                  </a:lnTo>
                  <a:lnTo>
                    <a:pt x="86735" y="67"/>
                  </a:lnTo>
                  <a:lnTo>
                    <a:pt x="87159" y="0"/>
                  </a:lnTo>
                  <a:lnTo>
                    <a:pt x="87899" y="3230"/>
                  </a:lnTo>
                  <a:lnTo>
                    <a:pt x="88103" y="4893"/>
                  </a:lnTo>
                  <a:lnTo>
                    <a:pt x="88566" y="752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 name="pg41"/>
            <p:cNvSpPr/>
            <p:nvPr/>
          </p:nvSpPr>
          <p:spPr>
            <a:xfrm>
              <a:off x="5092315" y="3479677"/>
              <a:ext cx="62244" cy="158231"/>
            </a:xfrm>
            <a:custGeom>
              <a:avLst/>
              <a:pathLst>
                <a:path w="62244" h="158231">
                  <a:moveTo>
                    <a:pt x="40365" y="0"/>
                  </a:moveTo>
                  <a:lnTo>
                    <a:pt x="40798" y="4976"/>
                  </a:lnTo>
                  <a:lnTo>
                    <a:pt x="41218" y="11662"/>
                  </a:lnTo>
                  <a:lnTo>
                    <a:pt x="41365" y="14056"/>
                  </a:lnTo>
                  <a:lnTo>
                    <a:pt x="41920" y="16350"/>
                  </a:lnTo>
                  <a:lnTo>
                    <a:pt x="43593" y="23278"/>
                  </a:lnTo>
                  <a:lnTo>
                    <a:pt x="43721" y="23807"/>
                  </a:lnTo>
                  <a:lnTo>
                    <a:pt x="44337" y="26817"/>
                  </a:lnTo>
                  <a:lnTo>
                    <a:pt x="45570" y="32843"/>
                  </a:lnTo>
                  <a:lnTo>
                    <a:pt x="46214" y="35607"/>
                  </a:lnTo>
                  <a:lnTo>
                    <a:pt x="46359" y="36228"/>
                  </a:lnTo>
                  <a:lnTo>
                    <a:pt x="46882" y="38477"/>
                  </a:lnTo>
                  <a:lnTo>
                    <a:pt x="46702" y="39907"/>
                  </a:lnTo>
                  <a:lnTo>
                    <a:pt x="44615" y="44425"/>
                  </a:lnTo>
                  <a:lnTo>
                    <a:pt x="40828" y="52834"/>
                  </a:lnTo>
                  <a:lnTo>
                    <a:pt x="38591" y="58529"/>
                  </a:lnTo>
                  <a:lnTo>
                    <a:pt x="37097" y="63990"/>
                  </a:lnTo>
                  <a:lnTo>
                    <a:pt x="36951" y="64523"/>
                  </a:lnTo>
                  <a:lnTo>
                    <a:pt x="36305" y="67525"/>
                  </a:lnTo>
                  <a:lnTo>
                    <a:pt x="35609" y="70755"/>
                  </a:lnTo>
                  <a:lnTo>
                    <a:pt x="34267" y="76600"/>
                  </a:lnTo>
                  <a:lnTo>
                    <a:pt x="33431" y="79727"/>
                  </a:lnTo>
                  <a:lnTo>
                    <a:pt x="33015" y="81281"/>
                  </a:lnTo>
                  <a:lnTo>
                    <a:pt x="32627" y="84114"/>
                  </a:lnTo>
                  <a:lnTo>
                    <a:pt x="32543" y="85081"/>
                  </a:lnTo>
                  <a:lnTo>
                    <a:pt x="32389" y="86858"/>
                  </a:lnTo>
                  <a:lnTo>
                    <a:pt x="32598" y="89840"/>
                  </a:lnTo>
                  <a:lnTo>
                    <a:pt x="32866" y="91122"/>
                  </a:lnTo>
                  <a:lnTo>
                    <a:pt x="34566" y="95207"/>
                  </a:lnTo>
                  <a:lnTo>
                    <a:pt x="36206" y="98249"/>
                  </a:lnTo>
                  <a:lnTo>
                    <a:pt x="39724" y="101559"/>
                  </a:lnTo>
                  <a:lnTo>
                    <a:pt x="43384" y="106257"/>
                  </a:lnTo>
                  <a:lnTo>
                    <a:pt x="43498" y="106402"/>
                  </a:lnTo>
                  <a:lnTo>
                    <a:pt x="43929" y="106956"/>
                  </a:lnTo>
                  <a:lnTo>
                    <a:pt x="46344" y="109610"/>
                  </a:lnTo>
                  <a:lnTo>
                    <a:pt x="47597" y="111638"/>
                  </a:lnTo>
                  <a:lnTo>
                    <a:pt x="48193" y="112532"/>
                  </a:lnTo>
                  <a:lnTo>
                    <a:pt x="46077" y="118091"/>
                  </a:lnTo>
                  <a:lnTo>
                    <a:pt x="46095" y="118923"/>
                  </a:lnTo>
                  <a:lnTo>
                    <a:pt x="46312" y="119770"/>
                  </a:lnTo>
                  <a:lnTo>
                    <a:pt x="46133" y="120918"/>
                  </a:lnTo>
                  <a:lnTo>
                    <a:pt x="46258" y="122427"/>
                  </a:lnTo>
                  <a:lnTo>
                    <a:pt x="46273" y="123918"/>
                  </a:lnTo>
                  <a:lnTo>
                    <a:pt x="46496" y="126015"/>
                  </a:lnTo>
                  <a:lnTo>
                    <a:pt x="47010" y="128470"/>
                  </a:lnTo>
                  <a:lnTo>
                    <a:pt x="48152" y="130488"/>
                  </a:lnTo>
                  <a:lnTo>
                    <a:pt x="48257" y="130879"/>
                  </a:lnTo>
                  <a:lnTo>
                    <a:pt x="49584" y="135823"/>
                  </a:lnTo>
                  <a:lnTo>
                    <a:pt x="51573" y="139082"/>
                  </a:lnTo>
                  <a:lnTo>
                    <a:pt x="51992" y="139769"/>
                  </a:lnTo>
                  <a:lnTo>
                    <a:pt x="54800" y="141863"/>
                  </a:lnTo>
                  <a:lnTo>
                    <a:pt x="56816" y="142066"/>
                  </a:lnTo>
                  <a:lnTo>
                    <a:pt x="59216" y="141200"/>
                  </a:lnTo>
                  <a:lnTo>
                    <a:pt x="60986" y="141092"/>
                  </a:lnTo>
                  <a:lnTo>
                    <a:pt x="62244" y="141701"/>
                  </a:lnTo>
                  <a:lnTo>
                    <a:pt x="61612" y="144742"/>
                  </a:lnTo>
                  <a:lnTo>
                    <a:pt x="61574" y="144900"/>
                  </a:lnTo>
                  <a:lnTo>
                    <a:pt x="60719" y="148969"/>
                  </a:lnTo>
                  <a:lnTo>
                    <a:pt x="60230" y="150514"/>
                  </a:lnTo>
                  <a:lnTo>
                    <a:pt x="59879" y="151620"/>
                  </a:lnTo>
                  <a:lnTo>
                    <a:pt x="58594" y="154081"/>
                  </a:lnTo>
                  <a:lnTo>
                    <a:pt x="57148" y="156544"/>
                  </a:lnTo>
                  <a:lnTo>
                    <a:pt x="56798" y="157731"/>
                  </a:lnTo>
                  <a:lnTo>
                    <a:pt x="54126" y="158231"/>
                  </a:lnTo>
                  <a:lnTo>
                    <a:pt x="50203" y="158172"/>
                  </a:lnTo>
                  <a:lnTo>
                    <a:pt x="47691" y="157793"/>
                  </a:lnTo>
                  <a:lnTo>
                    <a:pt x="44710" y="156753"/>
                  </a:lnTo>
                  <a:lnTo>
                    <a:pt x="44163" y="156508"/>
                  </a:lnTo>
                  <a:lnTo>
                    <a:pt x="42361" y="155702"/>
                  </a:lnTo>
                  <a:lnTo>
                    <a:pt x="40877" y="155257"/>
                  </a:lnTo>
                  <a:lnTo>
                    <a:pt x="39694" y="154904"/>
                  </a:lnTo>
                  <a:lnTo>
                    <a:pt x="37074" y="154204"/>
                  </a:lnTo>
                  <a:lnTo>
                    <a:pt x="35612" y="153187"/>
                  </a:lnTo>
                  <a:lnTo>
                    <a:pt x="34048" y="152049"/>
                  </a:lnTo>
                  <a:lnTo>
                    <a:pt x="33240" y="151335"/>
                  </a:lnTo>
                  <a:lnTo>
                    <a:pt x="32865" y="151003"/>
                  </a:lnTo>
                  <a:lnTo>
                    <a:pt x="32334" y="150847"/>
                  </a:lnTo>
                  <a:lnTo>
                    <a:pt x="31400" y="150220"/>
                  </a:lnTo>
                  <a:lnTo>
                    <a:pt x="31311" y="150090"/>
                  </a:lnTo>
                  <a:lnTo>
                    <a:pt x="31172" y="149999"/>
                  </a:lnTo>
                  <a:lnTo>
                    <a:pt x="31033" y="149906"/>
                  </a:lnTo>
                  <a:lnTo>
                    <a:pt x="30893" y="149814"/>
                  </a:lnTo>
                  <a:lnTo>
                    <a:pt x="30716" y="149680"/>
                  </a:lnTo>
                  <a:lnTo>
                    <a:pt x="30562" y="149593"/>
                  </a:lnTo>
                  <a:lnTo>
                    <a:pt x="30296" y="149420"/>
                  </a:lnTo>
                  <a:lnTo>
                    <a:pt x="30149" y="149291"/>
                  </a:lnTo>
                  <a:lnTo>
                    <a:pt x="29943" y="149242"/>
                  </a:lnTo>
                  <a:lnTo>
                    <a:pt x="29796" y="149113"/>
                  </a:lnTo>
                  <a:lnTo>
                    <a:pt x="29597" y="149024"/>
                  </a:lnTo>
                  <a:lnTo>
                    <a:pt x="29469" y="149019"/>
                  </a:lnTo>
                  <a:lnTo>
                    <a:pt x="29312" y="148931"/>
                  </a:lnTo>
                  <a:lnTo>
                    <a:pt x="29156" y="148842"/>
                  </a:lnTo>
                  <a:lnTo>
                    <a:pt x="28949" y="148793"/>
                  </a:lnTo>
                  <a:lnTo>
                    <a:pt x="28792" y="148704"/>
                  </a:lnTo>
                  <a:lnTo>
                    <a:pt x="28627" y="148657"/>
                  </a:lnTo>
                  <a:lnTo>
                    <a:pt x="28327" y="148646"/>
                  </a:lnTo>
                  <a:lnTo>
                    <a:pt x="28127" y="148591"/>
                  </a:lnTo>
                  <a:lnTo>
                    <a:pt x="27884" y="148572"/>
                  </a:lnTo>
                  <a:lnTo>
                    <a:pt x="27647" y="148511"/>
                  </a:lnTo>
                  <a:lnTo>
                    <a:pt x="27286" y="148440"/>
                  </a:lnTo>
                  <a:lnTo>
                    <a:pt x="27047" y="148379"/>
                  </a:lnTo>
                  <a:lnTo>
                    <a:pt x="26841" y="148362"/>
                  </a:lnTo>
                  <a:lnTo>
                    <a:pt x="26636" y="148346"/>
                  </a:lnTo>
                  <a:lnTo>
                    <a:pt x="26347" y="148323"/>
                  </a:lnTo>
                  <a:lnTo>
                    <a:pt x="26182" y="148309"/>
                  </a:lnTo>
                  <a:lnTo>
                    <a:pt x="25974" y="148293"/>
                  </a:lnTo>
                  <a:lnTo>
                    <a:pt x="25725" y="148273"/>
                  </a:lnTo>
                  <a:lnTo>
                    <a:pt x="25481" y="148210"/>
                  </a:lnTo>
                  <a:lnTo>
                    <a:pt x="25188" y="148187"/>
                  </a:lnTo>
                  <a:lnTo>
                    <a:pt x="24900" y="148121"/>
                  </a:lnTo>
                  <a:lnTo>
                    <a:pt x="24737" y="148065"/>
                  </a:lnTo>
                  <a:lnTo>
                    <a:pt x="24415" y="147910"/>
                  </a:lnTo>
                  <a:lnTo>
                    <a:pt x="24213" y="147807"/>
                  </a:lnTo>
                  <a:lnTo>
                    <a:pt x="23956" y="147751"/>
                  </a:lnTo>
                  <a:lnTo>
                    <a:pt x="23737" y="147741"/>
                  </a:lnTo>
                  <a:lnTo>
                    <a:pt x="23562" y="147733"/>
                  </a:lnTo>
                  <a:lnTo>
                    <a:pt x="23039" y="147669"/>
                  </a:lnTo>
                  <a:lnTo>
                    <a:pt x="22866" y="147620"/>
                  </a:lnTo>
                  <a:lnTo>
                    <a:pt x="22647" y="147610"/>
                  </a:lnTo>
                  <a:lnTo>
                    <a:pt x="22474" y="147561"/>
                  </a:lnTo>
                  <a:lnTo>
                    <a:pt x="22255" y="147551"/>
                  </a:lnTo>
                  <a:lnTo>
                    <a:pt x="22082" y="147502"/>
                  </a:lnTo>
                  <a:lnTo>
                    <a:pt x="21953" y="147454"/>
                  </a:lnTo>
                  <a:lnTo>
                    <a:pt x="21645" y="147441"/>
                  </a:lnTo>
                  <a:lnTo>
                    <a:pt x="21430" y="147348"/>
                  </a:lnTo>
                  <a:lnTo>
                    <a:pt x="21298" y="147342"/>
                  </a:lnTo>
                  <a:lnTo>
                    <a:pt x="21080" y="147290"/>
                  </a:lnTo>
                  <a:lnTo>
                    <a:pt x="20600" y="147185"/>
                  </a:lnTo>
                  <a:lnTo>
                    <a:pt x="20468" y="147180"/>
                  </a:lnTo>
                  <a:lnTo>
                    <a:pt x="20296" y="147088"/>
                  </a:lnTo>
                  <a:lnTo>
                    <a:pt x="20078" y="147036"/>
                  </a:lnTo>
                  <a:lnTo>
                    <a:pt x="19861" y="146942"/>
                  </a:lnTo>
                  <a:lnTo>
                    <a:pt x="19684" y="146935"/>
                  </a:lnTo>
                  <a:lnTo>
                    <a:pt x="19555" y="146882"/>
                  </a:lnTo>
                  <a:lnTo>
                    <a:pt x="19383" y="146783"/>
                  </a:lnTo>
                  <a:lnTo>
                    <a:pt x="19165" y="146722"/>
                  </a:lnTo>
                  <a:lnTo>
                    <a:pt x="18949" y="146618"/>
                  </a:lnTo>
                  <a:lnTo>
                    <a:pt x="18776" y="146518"/>
                  </a:lnTo>
                  <a:lnTo>
                    <a:pt x="18600" y="146459"/>
                  </a:lnTo>
                  <a:lnTo>
                    <a:pt x="18426" y="146358"/>
                  </a:lnTo>
                  <a:lnTo>
                    <a:pt x="18252" y="146257"/>
                  </a:lnTo>
                  <a:lnTo>
                    <a:pt x="18077" y="146156"/>
                  </a:lnTo>
                  <a:lnTo>
                    <a:pt x="17904" y="145968"/>
                  </a:lnTo>
                  <a:lnTo>
                    <a:pt x="17728" y="145866"/>
                  </a:lnTo>
                  <a:lnTo>
                    <a:pt x="17596" y="145767"/>
                  </a:lnTo>
                  <a:lnTo>
                    <a:pt x="17330" y="145626"/>
                  </a:lnTo>
                  <a:lnTo>
                    <a:pt x="16957" y="145369"/>
                  </a:lnTo>
                  <a:lnTo>
                    <a:pt x="16799" y="145261"/>
                  </a:lnTo>
                  <a:lnTo>
                    <a:pt x="16577" y="145122"/>
                  </a:lnTo>
                  <a:lnTo>
                    <a:pt x="16398" y="145028"/>
                  </a:lnTo>
                  <a:lnTo>
                    <a:pt x="16174" y="144931"/>
                  </a:lnTo>
                  <a:lnTo>
                    <a:pt x="15996" y="144794"/>
                  </a:lnTo>
                  <a:lnTo>
                    <a:pt x="15818" y="144658"/>
                  </a:lnTo>
                  <a:lnTo>
                    <a:pt x="15638" y="144563"/>
                  </a:lnTo>
                  <a:lnTo>
                    <a:pt x="15414" y="144423"/>
                  </a:lnTo>
                  <a:lnTo>
                    <a:pt x="15142" y="144323"/>
                  </a:lnTo>
                  <a:lnTo>
                    <a:pt x="14915" y="144225"/>
                  </a:lnTo>
                  <a:lnTo>
                    <a:pt x="14645" y="144040"/>
                  </a:lnTo>
                  <a:lnTo>
                    <a:pt x="14464" y="143944"/>
                  </a:lnTo>
                  <a:lnTo>
                    <a:pt x="14281" y="143891"/>
                  </a:lnTo>
                  <a:lnTo>
                    <a:pt x="14053" y="143793"/>
                  </a:lnTo>
                  <a:lnTo>
                    <a:pt x="13871" y="143697"/>
                  </a:lnTo>
                  <a:lnTo>
                    <a:pt x="13733" y="143644"/>
                  </a:lnTo>
                  <a:lnTo>
                    <a:pt x="13496" y="143519"/>
                  </a:lnTo>
                  <a:lnTo>
                    <a:pt x="13305" y="143396"/>
                  </a:lnTo>
                  <a:lnTo>
                    <a:pt x="13112" y="143273"/>
                  </a:lnTo>
                  <a:lnTo>
                    <a:pt x="12915" y="143094"/>
                  </a:lnTo>
                  <a:lnTo>
                    <a:pt x="12669" y="142909"/>
                  </a:lnTo>
                  <a:lnTo>
                    <a:pt x="12432" y="142892"/>
                  </a:lnTo>
                  <a:lnTo>
                    <a:pt x="12093" y="142755"/>
                  </a:lnTo>
                  <a:lnTo>
                    <a:pt x="11719" y="142650"/>
                  </a:lnTo>
                  <a:lnTo>
                    <a:pt x="11441" y="142556"/>
                  </a:lnTo>
                  <a:lnTo>
                    <a:pt x="11302" y="142509"/>
                  </a:lnTo>
                  <a:lnTo>
                    <a:pt x="11073" y="142464"/>
                  </a:lnTo>
                  <a:lnTo>
                    <a:pt x="10822" y="142286"/>
                  </a:lnTo>
                  <a:lnTo>
                    <a:pt x="10572" y="142157"/>
                  </a:lnTo>
                  <a:lnTo>
                    <a:pt x="10366" y="141980"/>
                  </a:lnTo>
                  <a:lnTo>
                    <a:pt x="10110" y="141796"/>
                  </a:lnTo>
                  <a:lnTo>
                    <a:pt x="9848" y="141558"/>
                  </a:lnTo>
                  <a:lnTo>
                    <a:pt x="9538" y="141366"/>
                  </a:lnTo>
                  <a:lnTo>
                    <a:pt x="9280" y="141231"/>
                  </a:lnTo>
                  <a:lnTo>
                    <a:pt x="9120" y="141107"/>
                  </a:lnTo>
                  <a:lnTo>
                    <a:pt x="8860" y="140971"/>
                  </a:lnTo>
                  <a:lnTo>
                    <a:pt x="8542" y="140775"/>
                  </a:lnTo>
                  <a:lnTo>
                    <a:pt x="8324" y="140588"/>
                  </a:lnTo>
                  <a:lnTo>
                    <a:pt x="8110" y="140455"/>
                  </a:lnTo>
                  <a:lnTo>
                    <a:pt x="7843" y="140316"/>
                  </a:lnTo>
                  <a:lnTo>
                    <a:pt x="7678" y="140187"/>
                  </a:lnTo>
                  <a:lnTo>
                    <a:pt x="7351" y="139985"/>
                  </a:lnTo>
                  <a:lnTo>
                    <a:pt x="7131" y="139848"/>
                  </a:lnTo>
                  <a:lnTo>
                    <a:pt x="6956" y="139662"/>
                  </a:lnTo>
                  <a:lnTo>
                    <a:pt x="6872" y="139508"/>
                  </a:lnTo>
                  <a:lnTo>
                    <a:pt x="6616" y="139457"/>
                  </a:lnTo>
                  <a:lnTo>
                    <a:pt x="1303" y="134360"/>
                  </a:lnTo>
                  <a:lnTo>
                    <a:pt x="0" y="129514"/>
                  </a:lnTo>
                  <a:lnTo>
                    <a:pt x="805" y="126636"/>
                  </a:lnTo>
                  <a:lnTo>
                    <a:pt x="4750" y="123741"/>
                  </a:lnTo>
                  <a:lnTo>
                    <a:pt x="11422" y="113764"/>
                  </a:lnTo>
                  <a:lnTo>
                    <a:pt x="14460" y="112434"/>
                  </a:lnTo>
                  <a:lnTo>
                    <a:pt x="15012" y="112613"/>
                  </a:lnTo>
                  <a:lnTo>
                    <a:pt x="15809" y="111076"/>
                  </a:lnTo>
                  <a:lnTo>
                    <a:pt x="16280" y="109169"/>
                  </a:lnTo>
                  <a:lnTo>
                    <a:pt x="16231" y="107271"/>
                  </a:lnTo>
                  <a:lnTo>
                    <a:pt x="11512" y="103636"/>
                  </a:lnTo>
                  <a:lnTo>
                    <a:pt x="10812" y="98798"/>
                  </a:lnTo>
                  <a:lnTo>
                    <a:pt x="13217" y="93794"/>
                  </a:lnTo>
                  <a:lnTo>
                    <a:pt x="13251" y="93120"/>
                  </a:lnTo>
                  <a:lnTo>
                    <a:pt x="13658" y="84946"/>
                  </a:lnTo>
                  <a:lnTo>
                    <a:pt x="7373" y="75969"/>
                  </a:lnTo>
                  <a:lnTo>
                    <a:pt x="7551" y="74831"/>
                  </a:lnTo>
                  <a:lnTo>
                    <a:pt x="10371" y="56976"/>
                  </a:lnTo>
                  <a:lnTo>
                    <a:pt x="10682" y="56773"/>
                  </a:lnTo>
                  <a:lnTo>
                    <a:pt x="11841" y="56020"/>
                  </a:lnTo>
                  <a:lnTo>
                    <a:pt x="11966" y="55873"/>
                  </a:lnTo>
                  <a:lnTo>
                    <a:pt x="12497" y="54128"/>
                  </a:lnTo>
                  <a:lnTo>
                    <a:pt x="13167" y="52712"/>
                  </a:lnTo>
                  <a:lnTo>
                    <a:pt x="13481" y="51847"/>
                  </a:lnTo>
                  <a:lnTo>
                    <a:pt x="14122" y="48627"/>
                  </a:lnTo>
                  <a:lnTo>
                    <a:pt x="15866" y="47881"/>
                  </a:lnTo>
                  <a:lnTo>
                    <a:pt x="16038" y="47099"/>
                  </a:lnTo>
                  <a:lnTo>
                    <a:pt x="16124" y="46877"/>
                  </a:lnTo>
                  <a:lnTo>
                    <a:pt x="17775" y="42635"/>
                  </a:lnTo>
                  <a:lnTo>
                    <a:pt x="17905" y="42302"/>
                  </a:lnTo>
                  <a:lnTo>
                    <a:pt x="18786" y="40036"/>
                  </a:lnTo>
                  <a:lnTo>
                    <a:pt x="20195" y="37290"/>
                  </a:lnTo>
                  <a:lnTo>
                    <a:pt x="21399" y="34560"/>
                  </a:lnTo>
                  <a:lnTo>
                    <a:pt x="22034" y="32763"/>
                  </a:lnTo>
                  <a:lnTo>
                    <a:pt x="23554" y="29532"/>
                  </a:lnTo>
                  <a:lnTo>
                    <a:pt x="23984" y="27030"/>
                  </a:lnTo>
                  <a:lnTo>
                    <a:pt x="24246" y="25500"/>
                  </a:lnTo>
                  <a:lnTo>
                    <a:pt x="24127" y="23830"/>
                  </a:lnTo>
                  <a:lnTo>
                    <a:pt x="24091" y="23534"/>
                  </a:lnTo>
                  <a:lnTo>
                    <a:pt x="23960" y="22470"/>
                  </a:lnTo>
                  <a:lnTo>
                    <a:pt x="24523" y="20623"/>
                  </a:lnTo>
                  <a:lnTo>
                    <a:pt x="24816" y="19918"/>
                  </a:lnTo>
                  <a:lnTo>
                    <a:pt x="25071" y="18971"/>
                  </a:lnTo>
                  <a:lnTo>
                    <a:pt x="25080" y="18416"/>
                  </a:lnTo>
                  <a:lnTo>
                    <a:pt x="25049" y="17664"/>
                  </a:lnTo>
                  <a:lnTo>
                    <a:pt x="25272" y="16858"/>
                  </a:lnTo>
                  <a:lnTo>
                    <a:pt x="25432" y="16288"/>
                  </a:lnTo>
                  <a:lnTo>
                    <a:pt x="25610" y="15756"/>
                  </a:lnTo>
                  <a:lnTo>
                    <a:pt x="26029" y="14824"/>
                  </a:lnTo>
                  <a:lnTo>
                    <a:pt x="26723" y="12978"/>
                  </a:lnTo>
                  <a:lnTo>
                    <a:pt x="27284" y="11797"/>
                  </a:lnTo>
                  <a:lnTo>
                    <a:pt x="27305" y="11475"/>
                  </a:lnTo>
                  <a:lnTo>
                    <a:pt x="27336" y="10999"/>
                  </a:lnTo>
                  <a:lnTo>
                    <a:pt x="27345" y="10862"/>
                  </a:lnTo>
                  <a:lnTo>
                    <a:pt x="27356" y="10706"/>
                  </a:lnTo>
                  <a:lnTo>
                    <a:pt x="26999" y="9711"/>
                  </a:lnTo>
                  <a:lnTo>
                    <a:pt x="26795" y="9609"/>
                  </a:lnTo>
                  <a:lnTo>
                    <a:pt x="26016" y="9221"/>
                  </a:lnTo>
                  <a:lnTo>
                    <a:pt x="25181" y="11198"/>
                  </a:lnTo>
                  <a:lnTo>
                    <a:pt x="24218" y="13442"/>
                  </a:lnTo>
                  <a:lnTo>
                    <a:pt x="23653" y="15053"/>
                  </a:lnTo>
                  <a:lnTo>
                    <a:pt x="23509" y="15841"/>
                  </a:lnTo>
                  <a:lnTo>
                    <a:pt x="23478" y="16010"/>
                  </a:lnTo>
                  <a:lnTo>
                    <a:pt x="22855" y="20040"/>
                  </a:lnTo>
                  <a:lnTo>
                    <a:pt x="22214" y="22187"/>
                  </a:lnTo>
                  <a:lnTo>
                    <a:pt x="19083" y="26168"/>
                  </a:lnTo>
                  <a:lnTo>
                    <a:pt x="16255" y="24437"/>
                  </a:lnTo>
                  <a:lnTo>
                    <a:pt x="17953" y="21393"/>
                  </a:lnTo>
                  <a:lnTo>
                    <a:pt x="18976" y="18788"/>
                  </a:lnTo>
                  <a:lnTo>
                    <a:pt x="19259" y="17430"/>
                  </a:lnTo>
                  <a:lnTo>
                    <a:pt x="19509" y="16501"/>
                  </a:lnTo>
                  <a:lnTo>
                    <a:pt x="19760" y="15569"/>
                  </a:lnTo>
                  <a:lnTo>
                    <a:pt x="20055" y="14093"/>
                  </a:lnTo>
                  <a:lnTo>
                    <a:pt x="19679" y="13818"/>
                  </a:lnTo>
                  <a:lnTo>
                    <a:pt x="19393" y="13610"/>
                  </a:lnTo>
                  <a:lnTo>
                    <a:pt x="17250" y="12200"/>
                  </a:lnTo>
                  <a:lnTo>
                    <a:pt x="16613" y="11790"/>
                  </a:lnTo>
                  <a:lnTo>
                    <a:pt x="15818" y="11278"/>
                  </a:lnTo>
                  <a:lnTo>
                    <a:pt x="15155" y="12039"/>
                  </a:lnTo>
                  <a:lnTo>
                    <a:pt x="14904" y="12328"/>
                  </a:lnTo>
                  <a:lnTo>
                    <a:pt x="14754" y="12501"/>
                  </a:lnTo>
                  <a:lnTo>
                    <a:pt x="14603" y="12674"/>
                  </a:lnTo>
                  <a:lnTo>
                    <a:pt x="13454" y="14188"/>
                  </a:lnTo>
                  <a:lnTo>
                    <a:pt x="13300" y="13432"/>
                  </a:lnTo>
                  <a:lnTo>
                    <a:pt x="13016" y="12082"/>
                  </a:lnTo>
                  <a:lnTo>
                    <a:pt x="12942" y="11721"/>
                  </a:lnTo>
                  <a:lnTo>
                    <a:pt x="12855" y="11005"/>
                  </a:lnTo>
                  <a:lnTo>
                    <a:pt x="12832" y="10819"/>
                  </a:lnTo>
                  <a:lnTo>
                    <a:pt x="12753" y="10164"/>
                  </a:lnTo>
                  <a:lnTo>
                    <a:pt x="12713" y="9834"/>
                  </a:lnTo>
                  <a:lnTo>
                    <a:pt x="12534" y="8600"/>
                  </a:lnTo>
                  <a:lnTo>
                    <a:pt x="12515" y="8335"/>
                  </a:lnTo>
                  <a:lnTo>
                    <a:pt x="12543" y="8201"/>
                  </a:lnTo>
                  <a:lnTo>
                    <a:pt x="12572" y="8067"/>
                  </a:lnTo>
                  <a:lnTo>
                    <a:pt x="12698" y="7465"/>
                  </a:lnTo>
                  <a:lnTo>
                    <a:pt x="12740" y="7263"/>
                  </a:lnTo>
                  <a:lnTo>
                    <a:pt x="13142" y="6494"/>
                  </a:lnTo>
                  <a:lnTo>
                    <a:pt x="13255" y="6276"/>
                  </a:lnTo>
                  <a:lnTo>
                    <a:pt x="13456" y="5891"/>
                  </a:lnTo>
                  <a:lnTo>
                    <a:pt x="14172" y="4696"/>
                  </a:lnTo>
                  <a:lnTo>
                    <a:pt x="14713" y="3793"/>
                  </a:lnTo>
                  <a:lnTo>
                    <a:pt x="15245" y="4122"/>
                  </a:lnTo>
                  <a:lnTo>
                    <a:pt x="16446" y="4865"/>
                  </a:lnTo>
                  <a:lnTo>
                    <a:pt x="16583" y="4703"/>
                  </a:lnTo>
                  <a:lnTo>
                    <a:pt x="16710" y="4516"/>
                  </a:lnTo>
                  <a:lnTo>
                    <a:pt x="17116" y="3919"/>
                  </a:lnTo>
                  <a:lnTo>
                    <a:pt x="18103" y="2466"/>
                  </a:lnTo>
                  <a:lnTo>
                    <a:pt x="19711" y="2338"/>
                  </a:lnTo>
                  <a:lnTo>
                    <a:pt x="20518" y="2548"/>
                  </a:lnTo>
                  <a:lnTo>
                    <a:pt x="22745" y="2339"/>
                  </a:lnTo>
                  <a:lnTo>
                    <a:pt x="27707" y="2060"/>
                  </a:lnTo>
                  <a:lnTo>
                    <a:pt x="30012" y="1931"/>
                  </a:lnTo>
                  <a:lnTo>
                    <a:pt x="30199" y="1895"/>
                  </a:lnTo>
                  <a:lnTo>
                    <a:pt x="36290" y="716"/>
                  </a:lnTo>
                  <a:lnTo>
                    <a:pt x="37507" y="487"/>
                  </a:lnTo>
                  <a:lnTo>
                    <a:pt x="38904" y="22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 name="pg42"/>
            <p:cNvSpPr/>
            <p:nvPr/>
          </p:nvSpPr>
          <p:spPr>
            <a:xfrm>
              <a:off x="5124705" y="3518144"/>
              <a:ext cx="90792" cy="146805"/>
            </a:xfrm>
            <a:custGeom>
              <a:avLst/>
              <a:pathLst>
                <a:path w="90792" h="146805">
                  <a:moveTo>
                    <a:pt x="19692" y="4039"/>
                  </a:moveTo>
                  <a:lnTo>
                    <a:pt x="19816" y="4176"/>
                  </a:lnTo>
                  <a:lnTo>
                    <a:pt x="20138" y="4096"/>
                  </a:lnTo>
                  <a:lnTo>
                    <a:pt x="21981" y="5375"/>
                  </a:lnTo>
                  <a:lnTo>
                    <a:pt x="23421" y="6176"/>
                  </a:lnTo>
                  <a:lnTo>
                    <a:pt x="23685" y="6300"/>
                  </a:lnTo>
                  <a:lnTo>
                    <a:pt x="24039" y="6467"/>
                  </a:lnTo>
                  <a:lnTo>
                    <a:pt x="24588" y="6601"/>
                  </a:lnTo>
                  <a:lnTo>
                    <a:pt x="26592" y="6315"/>
                  </a:lnTo>
                  <a:lnTo>
                    <a:pt x="30930" y="4427"/>
                  </a:lnTo>
                  <a:lnTo>
                    <a:pt x="35464" y="3764"/>
                  </a:lnTo>
                  <a:lnTo>
                    <a:pt x="37453" y="2721"/>
                  </a:lnTo>
                  <a:lnTo>
                    <a:pt x="38598" y="2220"/>
                  </a:lnTo>
                  <a:lnTo>
                    <a:pt x="39527" y="2267"/>
                  </a:lnTo>
                  <a:lnTo>
                    <a:pt x="39993" y="2291"/>
                  </a:lnTo>
                  <a:lnTo>
                    <a:pt x="41860" y="2417"/>
                  </a:lnTo>
                  <a:lnTo>
                    <a:pt x="42510" y="2472"/>
                  </a:lnTo>
                  <a:lnTo>
                    <a:pt x="44228" y="2619"/>
                  </a:lnTo>
                  <a:lnTo>
                    <a:pt x="45397" y="1808"/>
                  </a:lnTo>
                  <a:lnTo>
                    <a:pt x="45916" y="1528"/>
                  </a:lnTo>
                  <a:lnTo>
                    <a:pt x="46171" y="1456"/>
                  </a:lnTo>
                  <a:lnTo>
                    <a:pt x="46782" y="1378"/>
                  </a:lnTo>
                  <a:lnTo>
                    <a:pt x="49888" y="1523"/>
                  </a:lnTo>
                  <a:lnTo>
                    <a:pt x="50448" y="1523"/>
                  </a:lnTo>
                  <a:lnTo>
                    <a:pt x="51289" y="1499"/>
                  </a:lnTo>
                  <a:lnTo>
                    <a:pt x="52103" y="1494"/>
                  </a:lnTo>
                  <a:lnTo>
                    <a:pt x="52515" y="3471"/>
                  </a:lnTo>
                  <a:lnTo>
                    <a:pt x="52649" y="5162"/>
                  </a:lnTo>
                  <a:lnTo>
                    <a:pt x="52805" y="6195"/>
                  </a:lnTo>
                  <a:lnTo>
                    <a:pt x="53714" y="6772"/>
                  </a:lnTo>
                  <a:lnTo>
                    <a:pt x="55458" y="7872"/>
                  </a:lnTo>
                  <a:lnTo>
                    <a:pt x="56411" y="8558"/>
                  </a:lnTo>
                  <a:lnTo>
                    <a:pt x="56764" y="8812"/>
                  </a:lnTo>
                  <a:lnTo>
                    <a:pt x="57721" y="9518"/>
                  </a:lnTo>
                  <a:lnTo>
                    <a:pt x="59197" y="10297"/>
                  </a:lnTo>
                  <a:lnTo>
                    <a:pt x="60781" y="11173"/>
                  </a:lnTo>
                  <a:lnTo>
                    <a:pt x="59840" y="12473"/>
                  </a:lnTo>
                  <a:lnTo>
                    <a:pt x="57514" y="15873"/>
                  </a:lnTo>
                  <a:lnTo>
                    <a:pt x="55743" y="18651"/>
                  </a:lnTo>
                  <a:lnTo>
                    <a:pt x="53478" y="21980"/>
                  </a:lnTo>
                  <a:lnTo>
                    <a:pt x="51688" y="25152"/>
                  </a:lnTo>
                  <a:lnTo>
                    <a:pt x="51067" y="26559"/>
                  </a:lnTo>
                  <a:lnTo>
                    <a:pt x="50946" y="26946"/>
                  </a:lnTo>
                  <a:lnTo>
                    <a:pt x="50546" y="27666"/>
                  </a:lnTo>
                  <a:lnTo>
                    <a:pt x="50061" y="29202"/>
                  </a:lnTo>
                  <a:lnTo>
                    <a:pt x="49890" y="30044"/>
                  </a:lnTo>
                  <a:lnTo>
                    <a:pt x="49636" y="31349"/>
                  </a:lnTo>
                  <a:lnTo>
                    <a:pt x="49228" y="32755"/>
                  </a:lnTo>
                  <a:lnTo>
                    <a:pt x="48773" y="34730"/>
                  </a:lnTo>
                  <a:lnTo>
                    <a:pt x="48818" y="35013"/>
                  </a:lnTo>
                  <a:lnTo>
                    <a:pt x="49351" y="36154"/>
                  </a:lnTo>
                  <a:lnTo>
                    <a:pt x="49828" y="37037"/>
                  </a:lnTo>
                  <a:lnTo>
                    <a:pt x="50579" y="39046"/>
                  </a:lnTo>
                  <a:lnTo>
                    <a:pt x="49573" y="40360"/>
                  </a:lnTo>
                  <a:lnTo>
                    <a:pt x="48373" y="42203"/>
                  </a:lnTo>
                  <a:lnTo>
                    <a:pt x="48196" y="42447"/>
                  </a:lnTo>
                  <a:lnTo>
                    <a:pt x="47787" y="43558"/>
                  </a:lnTo>
                  <a:lnTo>
                    <a:pt x="48488" y="44826"/>
                  </a:lnTo>
                  <a:lnTo>
                    <a:pt x="49400" y="46714"/>
                  </a:lnTo>
                  <a:lnTo>
                    <a:pt x="49655" y="47308"/>
                  </a:lnTo>
                  <a:lnTo>
                    <a:pt x="50247" y="47781"/>
                  </a:lnTo>
                  <a:lnTo>
                    <a:pt x="51102" y="48464"/>
                  </a:lnTo>
                  <a:lnTo>
                    <a:pt x="51646" y="49627"/>
                  </a:lnTo>
                  <a:lnTo>
                    <a:pt x="51445" y="50693"/>
                  </a:lnTo>
                  <a:lnTo>
                    <a:pt x="52514" y="52353"/>
                  </a:lnTo>
                  <a:lnTo>
                    <a:pt x="54160" y="55216"/>
                  </a:lnTo>
                  <a:lnTo>
                    <a:pt x="54828" y="56337"/>
                  </a:lnTo>
                  <a:lnTo>
                    <a:pt x="54846" y="58328"/>
                  </a:lnTo>
                  <a:lnTo>
                    <a:pt x="54893" y="60436"/>
                  </a:lnTo>
                  <a:lnTo>
                    <a:pt x="54189" y="62704"/>
                  </a:lnTo>
                  <a:lnTo>
                    <a:pt x="53384" y="65776"/>
                  </a:lnTo>
                  <a:lnTo>
                    <a:pt x="52967" y="67296"/>
                  </a:lnTo>
                  <a:lnTo>
                    <a:pt x="54905" y="67953"/>
                  </a:lnTo>
                  <a:lnTo>
                    <a:pt x="58424" y="69742"/>
                  </a:lnTo>
                  <a:lnTo>
                    <a:pt x="59736" y="70905"/>
                  </a:lnTo>
                  <a:lnTo>
                    <a:pt x="60595" y="72730"/>
                  </a:lnTo>
                  <a:lnTo>
                    <a:pt x="60630" y="74465"/>
                  </a:lnTo>
                  <a:lnTo>
                    <a:pt x="60710" y="74900"/>
                  </a:lnTo>
                  <a:lnTo>
                    <a:pt x="61044" y="75568"/>
                  </a:lnTo>
                  <a:lnTo>
                    <a:pt x="62349" y="77394"/>
                  </a:lnTo>
                  <a:lnTo>
                    <a:pt x="62454" y="77692"/>
                  </a:lnTo>
                  <a:lnTo>
                    <a:pt x="62812" y="79804"/>
                  </a:lnTo>
                  <a:lnTo>
                    <a:pt x="62818" y="80096"/>
                  </a:lnTo>
                  <a:lnTo>
                    <a:pt x="62831" y="80664"/>
                  </a:lnTo>
                  <a:lnTo>
                    <a:pt x="62767" y="81105"/>
                  </a:lnTo>
                  <a:lnTo>
                    <a:pt x="62694" y="81606"/>
                  </a:lnTo>
                  <a:lnTo>
                    <a:pt x="62703" y="83112"/>
                  </a:lnTo>
                  <a:lnTo>
                    <a:pt x="63400" y="85006"/>
                  </a:lnTo>
                  <a:lnTo>
                    <a:pt x="63955" y="85866"/>
                  </a:lnTo>
                  <a:lnTo>
                    <a:pt x="68504" y="90331"/>
                  </a:lnTo>
                  <a:lnTo>
                    <a:pt x="70336" y="91949"/>
                  </a:lnTo>
                  <a:lnTo>
                    <a:pt x="72170" y="92821"/>
                  </a:lnTo>
                  <a:lnTo>
                    <a:pt x="74882" y="93796"/>
                  </a:lnTo>
                  <a:lnTo>
                    <a:pt x="76746" y="94739"/>
                  </a:lnTo>
                  <a:lnTo>
                    <a:pt x="77524" y="97762"/>
                  </a:lnTo>
                  <a:lnTo>
                    <a:pt x="76742" y="100368"/>
                  </a:lnTo>
                  <a:lnTo>
                    <a:pt x="76174" y="102585"/>
                  </a:lnTo>
                  <a:lnTo>
                    <a:pt x="76094" y="103029"/>
                  </a:lnTo>
                  <a:lnTo>
                    <a:pt x="74514" y="105204"/>
                  </a:lnTo>
                  <a:lnTo>
                    <a:pt x="72099" y="107410"/>
                  </a:lnTo>
                  <a:lnTo>
                    <a:pt x="70339" y="109706"/>
                  </a:lnTo>
                  <a:lnTo>
                    <a:pt x="69922" y="111555"/>
                  </a:lnTo>
                  <a:lnTo>
                    <a:pt x="70548" y="112808"/>
                  </a:lnTo>
                  <a:lnTo>
                    <a:pt x="73291" y="114716"/>
                  </a:lnTo>
                  <a:lnTo>
                    <a:pt x="76124" y="117400"/>
                  </a:lnTo>
                  <a:lnTo>
                    <a:pt x="77734" y="120233"/>
                  </a:lnTo>
                  <a:lnTo>
                    <a:pt x="79744" y="124534"/>
                  </a:lnTo>
                  <a:lnTo>
                    <a:pt x="79872" y="124972"/>
                  </a:lnTo>
                  <a:lnTo>
                    <a:pt x="80203" y="125520"/>
                  </a:lnTo>
                  <a:lnTo>
                    <a:pt x="80513" y="125994"/>
                  </a:lnTo>
                  <a:lnTo>
                    <a:pt x="80778" y="126322"/>
                  </a:lnTo>
                  <a:lnTo>
                    <a:pt x="81100" y="126559"/>
                  </a:lnTo>
                  <a:lnTo>
                    <a:pt x="81264" y="126830"/>
                  </a:lnTo>
                  <a:lnTo>
                    <a:pt x="81528" y="127156"/>
                  </a:lnTo>
                  <a:lnTo>
                    <a:pt x="81870" y="127463"/>
                  </a:lnTo>
                  <a:lnTo>
                    <a:pt x="82210" y="127840"/>
                  </a:lnTo>
                  <a:lnTo>
                    <a:pt x="82600" y="128125"/>
                  </a:lnTo>
                  <a:lnTo>
                    <a:pt x="82824" y="128376"/>
                  </a:lnTo>
                  <a:lnTo>
                    <a:pt x="83326" y="128786"/>
                  </a:lnTo>
                  <a:lnTo>
                    <a:pt x="83755" y="129215"/>
                  </a:lnTo>
                  <a:lnTo>
                    <a:pt x="84069" y="129447"/>
                  </a:lnTo>
                  <a:lnTo>
                    <a:pt x="84407" y="129750"/>
                  </a:lnTo>
                  <a:lnTo>
                    <a:pt x="84914" y="130087"/>
                  </a:lnTo>
                  <a:lnTo>
                    <a:pt x="85368" y="130512"/>
                  </a:lnTo>
                  <a:lnTo>
                    <a:pt x="85776" y="130793"/>
                  </a:lnTo>
                  <a:lnTo>
                    <a:pt x="86222" y="131216"/>
                  </a:lnTo>
                  <a:lnTo>
                    <a:pt x="86600" y="131426"/>
                  </a:lnTo>
                  <a:lnTo>
                    <a:pt x="87017" y="131778"/>
                  </a:lnTo>
                  <a:lnTo>
                    <a:pt x="87245" y="132024"/>
                  </a:lnTo>
                  <a:lnTo>
                    <a:pt x="87680" y="132444"/>
                  </a:lnTo>
                  <a:lnTo>
                    <a:pt x="87834" y="132708"/>
                  </a:lnTo>
                  <a:lnTo>
                    <a:pt x="88300" y="133511"/>
                  </a:lnTo>
                  <a:lnTo>
                    <a:pt x="89612" y="135773"/>
                  </a:lnTo>
                  <a:lnTo>
                    <a:pt x="90792" y="137805"/>
                  </a:lnTo>
                  <a:lnTo>
                    <a:pt x="89898" y="141085"/>
                  </a:lnTo>
                  <a:lnTo>
                    <a:pt x="84670" y="143094"/>
                  </a:lnTo>
                  <a:lnTo>
                    <a:pt x="82161" y="145463"/>
                  </a:lnTo>
                  <a:lnTo>
                    <a:pt x="78404" y="146805"/>
                  </a:lnTo>
                  <a:lnTo>
                    <a:pt x="75228" y="144201"/>
                  </a:lnTo>
                  <a:lnTo>
                    <a:pt x="72585" y="144206"/>
                  </a:lnTo>
                  <a:lnTo>
                    <a:pt x="65360" y="144827"/>
                  </a:lnTo>
                  <a:lnTo>
                    <a:pt x="61720" y="145597"/>
                  </a:lnTo>
                  <a:lnTo>
                    <a:pt x="56442" y="146000"/>
                  </a:lnTo>
                  <a:lnTo>
                    <a:pt x="53697" y="138751"/>
                  </a:lnTo>
                  <a:lnTo>
                    <a:pt x="49961" y="130376"/>
                  </a:lnTo>
                  <a:lnTo>
                    <a:pt x="47246" y="129410"/>
                  </a:lnTo>
                  <a:lnTo>
                    <a:pt x="44307" y="132211"/>
                  </a:lnTo>
                  <a:lnTo>
                    <a:pt x="39871" y="131900"/>
                  </a:lnTo>
                  <a:lnTo>
                    <a:pt x="37555" y="130461"/>
                  </a:lnTo>
                  <a:lnTo>
                    <a:pt x="34308" y="125367"/>
                  </a:lnTo>
                  <a:lnTo>
                    <a:pt x="28566" y="126944"/>
                  </a:lnTo>
                  <a:lnTo>
                    <a:pt x="24584" y="123775"/>
                  </a:lnTo>
                  <a:lnTo>
                    <a:pt x="24409" y="119264"/>
                  </a:lnTo>
                  <a:lnTo>
                    <a:pt x="24780" y="118041"/>
                  </a:lnTo>
                  <a:lnTo>
                    <a:pt x="26205" y="115614"/>
                  </a:lnTo>
                  <a:lnTo>
                    <a:pt x="27491" y="113153"/>
                  </a:lnTo>
                  <a:lnTo>
                    <a:pt x="27841" y="112048"/>
                  </a:lnTo>
                  <a:lnTo>
                    <a:pt x="28330" y="110502"/>
                  </a:lnTo>
                  <a:lnTo>
                    <a:pt x="29186" y="106434"/>
                  </a:lnTo>
                  <a:lnTo>
                    <a:pt x="29223" y="106275"/>
                  </a:lnTo>
                  <a:lnTo>
                    <a:pt x="29855" y="103234"/>
                  </a:lnTo>
                  <a:lnTo>
                    <a:pt x="28596" y="102625"/>
                  </a:lnTo>
                  <a:lnTo>
                    <a:pt x="26827" y="102733"/>
                  </a:lnTo>
                  <a:lnTo>
                    <a:pt x="24427" y="103599"/>
                  </a:lnTo>
                  <a:lnTo>
                    <a:pt x="22410" y="103397"/>
                  </a:lnTo>
                  <a:lnTo>
                    <a:pt x="19603" y="101302"/>
                  </a:lnTo>
                  <a:lnTo>
                    <a:pt x="19184" y="100615"/>
                  </a:lnTo>
                  <a:lnTo>
                    <a:pt x="17195" y="97356"/>
                  </a:lnTo>
                  <a:lnTo>
                    <a:pt x="15868" y="92412"/>
                  </a:lnTo>
                  <a:lnTo>
                    <a:pt x="15763" y="92021"/>
                  </a:lnTo>
                  <a:lnTo>
                    <a:pt x="14621" y="90003"/>
                  </a:lnTo>
                  <a:lnTo>
                    <a:pt x="14106" y="87548"/>
                  </a:lnTo>
                  <a:lnTo>
                    <a:pt x="13884" y="85451"/>
                  </a:lnTo>
                  <a:lnTo>
                    <a:pt x="13869" y="83960"/>
                  </a:lnTo>
                  <a:lnTo>
                    <a:pt x="13744" y="82451"/>
                  </a:lnTo>
                  <a:lnTo>
                    <a:pt x="13923" y="81303"/>
                  </a:lnTo>
                  <a:lnTo>
                    <a:pt x="13706" y="80456"/>
                  </a:lnTo>
                  <a:lnTo>
                    <a:pt x="13688" y="79624"/>
                  </a:lnTo>
                  <a:lnTo>
                    <a:pt x="15804" y="74065"/>
                  </a:lnTo>
                  <a:lnTo>
                    <a:pt x="15207" y="73171"/>
                  </a:lnTo>
                  <a:lnTo>
                    <a:pt x="13955" y="71143"/>
                  </a:lnTo>
                  <a:lnTo>
                    <a:pt x="11540" y="68489"/>
                  </a:lnTo>
                  <a:lnTo>
                    <a:pt x="11108" y="67935"/>
                  </a:lnTo>
                  <a:lnTo>
                    <a:pt x="10995" y="67790"/>
                  </a:lnTo>
                  <a:lnTo>
                    <a:pt x="7335" y="63092"/>
                  </a:lnTo>
                  <a:lnTo>
                    <a:pt x="3816" y="59782"/>
                  </a:lnTo>
                  <a:lnTo>
                    <a:pt x="2176" y="56740"/>
                  </a:lnTo>
                  <a:lnTo>
                    <a:pt x="477" y="52655"/>
                  </a:lnTo>
                  <a:lnTo>
                    <a:pt x="208" y="51373"/>
                  </a:lnTo>
                  <a:lnTo>
                    <a:pt x="0" y="48391"/>
                  </a:lnTo>
                  <a:lnTo>
                    <a:pt x="154" y="46615"/>
                  </a:lnTo>
                  <a:lnTo>
                    <a:pt x="238" y="45647"/>
                  </a:lnTo>
                  <a:lnTo>
                    <a:pt x="626" y="42815"/>
                  </a:lnTo>
                  <a:lnTo>
                    <a:pt x="1042" y="41260"/>
                  </a:lnTo>
                  <a:lnTo>
                    <a:pt x="1878" y="38133"/>
                  </a:lnTo>
                  <a:lnTo>
                    <a:pt x="3220" y="32288"/>
                  </a:lnTo>
                  <a:lnTo>
                    <a:pt x="3915" y="29058"/>
                  </a:lnTo>
                  <a:lnTo>
                    <a:pt x="4562" y="26056"/>
                  </a:lnTo>
                  <a:lnTo>
                    <a:pt x="4708" y="25523"/>
                  </a:lnTo>
                  <a:lnTo>
                    <a:pt x="6202" y="20062"/>
                  </a:lnTo>
                  <a:lnTo>
                    <a:pt x="8438" y="14367"/>
                  </a:lnTo>
                  <a:lnTo>
                    <a:pt x="12226" y="5958"/>
                  </a:lnTo>
                  <a:lnTo>
                    <a:pt x="14313" y="1440"/>
                  </a:lnTo>
                  <a:lnTo>
                    <a:pt x="14497" y="0"/>
                  </a:lnTo>
                  <a:lnTo>
                    <a:pt x="15263" y="455"/>
                  </a:lnTo>
                  <a:lnTo>
                    <a:pt x="16211" y="974"/>
                  </a:lnTo>
                  <a:lnTo>
                    <a:pt x="17741" y="2190"/>
                  </a:lnTo>
                  <a:lnTo>
                    <a:pt x="18385" y="260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 name="pg43"/>
            <p:cNvSpPr/>
            <p:nvPr/>
          </p:nvSpPr>
          <p:spPr>
            <a:xfrm>
              <a:off x="5172465" y="3529318"/>
              <a:ext cx="73694" cy="124599"/>
            </a:xfrm>
            <a:custGeom>
              <a:avLst/>
              <a:pathLst>
                <a:path w="73694" h="124599">
                  <a:moveTo>
                    <a:pt x="17398" y="1924"/>
                  </a:moveTo>
                  <a:lnTo>
                    <a:pt x="17690" y="2057"/>
                  </a:lnTo>
                  <a:lnTo>
                    <a:pt x="17944" y="1626"/>
                  </a:lnTo>
                  <a:lnTo>
                    <a:pt x="18021" y="1493"/>
                  </a:lnTo>
                  <a:lnTo>
                    <a:pt x="22031" y="3405"/>
                  </a:lnTo>
                  <a:lnTo>
                    <a:pt x="22754" y="3485"/>
                  </a:lnTo>
                  <a:lnTo>
                    <a:pt x="23278" y="3492"/>
                  </a:lnTo>
                  <a:lnTo>
                    <a:pt x="23505" y="3494"/>
                  </a:lnTo>
                  <a:lnTo>
                    <a:pt x="23666" y="3836"/>
                  </a:lnTo>
                  <a:lnTo>
                    <a:pt x="23917" y="4371"/>
                  </a:lnTo>
                  <a:lnTo>
                    <a:pt x="26400" y="4840"/>
                  </a:lnTo>
                  <a:lnTo>
                    <a:pt x="26618" y="4881"/>
                  </a:lnTo>
                  <a:lnTo>
                    <a:pt x="26353" y="7081"/>
                  </a:lnTo>
                  <a:lnTo>
                    <a:pt x="26314" y="8938"/>
                  </a:lnTo>
                  <a:lnTo>
                    <a:pt x="27576" y="9408"/>
                  </a:lnTo>
                  <a:lnTo>
                    <a:pt x="30976" y="10676"/>
                  </a:lnTo>
                  <a:lnTo>
                    <a:pt x="32578" y="11273"/>
                  </a:lnTo>
                  <a:lnTo>
                    <a:pt x="32838" y="11049"/>
                  </a:lnTo>
                  <a:lnTo>
                    <a:pt x="33496" y="11050"/>
                  </a:lnTo>
                  <a:lnTo>
                    <a:pt x="35655" y="9202"/>
                  </a:lnTo>
                  <a:lnTo>
                    <a:pt x="36246" y="8807"/>
                  </a:lnTo>
                  <a:lnTo>
                    <a:pt x="36502" y="8637"/>
                  </a:lnTo>
                  <a:lnTo>
                    <a:pt x="36754" y="8469"/>
                  </a:lnTo>
                  <a:lnTo>
                    <a:pt x="38031" y="8656"/>
                  </a:lnTo>
                  <a:lnTo>
                    <a:pt x="39501" y="8720"/>
                  </a:lnTo>
                  <a:lnTo>
                    <a:pt x="40270" y="8464"/>
                  </a:lnTo>
                  <a:lnTo>
                    <a:pt x="40893" y="8082"/>
                  </a:lnTo>
                  <a:lnTo>
                    <a:pt x="41864" y="8237"/>
                  </a:lnTo>
                  <a:lnTo>
                    <a:pt x="43732" y="8535"/>
                  </a:lnTo>
                  <a:lnTo>
                    <a:pt x="45330" y="8940"/>
                  </a:lnTo>
                  <a:lnTo>
                    <a:pt x="44453" y="13059"/>
                  </a:lnTo>
                  <a:lnTo>
                    <a:pt x="44233" y="14093"/>
                  </a:lnTo>
                  <a:lnTo>
                    <a:pt x="44021" y="14935"/>
                  </a:lnTo>
                  <a:lnTo>
                    <a:pt x="43460" y="17162"/>
                  </a:lnTo>
                  <a:lnTo>
                    <a:pt x="42172" y="16732"/>
                  </a:lnTo>
                  <a:lnTo>
                    <a:pt x="41279" y="19328"/>
                  </a:lnTo>
                  <a:lnTo>
                    <a:pt x="41249" y="21505"/>
                  </a:lnTo>
                  <a:lnTo>
                    <a:pt x="41875" y="23115"/>
                  </a:lnTo>
                  <a:lnTo>
                    <a:pt x="44171" y="23712"/>
                  </a:lnTo>
                  <a:lnTo>
                    <a:pt x="43634" y="25173"/>
                  </a:lnTo>
                  <a:lnTo>
                    <a:pt x="45774" y="25695"/>
                  </a:lnTo>
                  <a:lnTo>
                    <a:pt x="46996" y="24204"/>
                  </a:lnTo>
                  <a:lnTo>
                    <a:pt x="47897" y="24509"/>
                  </a:lnTo>
                  <a:lnTo>
                    <a:pt x="50694" y="25456"/>
                  </a:lnTo>
                  <a:lnTo>
                    <a:pt x="52424" y="25904"/>
                  </a:lnTo>
                  <a:lnTo>
                    <a:pt x="53646" y="26440"/>
                  </a:lnTo>
                  <a:lnTo>
                    <a:pt x="57464" y="27147"/>
                  </a:lnTo>
                  <a:lnTo>
                    <a:pt x="59745" y="26968"/>
                  </a:lnTo>
                  <a:lnTo>
                    <a:pt x="61355" y="27102"/>
                  </a:lnTo>
                  <a:lnTo>
                    <a:pt x="65157" y="27013"/>
                  </a:lnTo>
                  <a:lnTo>
                    <a:pt x="66812" y="27862"/>
                  </a:lnTo>
                  <a:lnTo>
                    <a:pt x="69930" y="31846"/>
                  </a:lnTo>
                  <a:lnTo>
                    <a:pt x="66290" y="34445"/>
                  </a:lnTo>
                  <a:lnTo>
                    <a:pt x="65141" y="35899"/>
                  </a:lnTo>
                  <a:lnTo>
                    <a:pt x="66724" y="36540"/>
                  </a:lnTo>
                  <a:lnTo>
                    <a:pt x="66319" y="37780"/>
                  </a:lnTo>
                  <a:lnTo>
                    <a:pt x="65342" y="40336"/>
                  </a:lnTo>
                  <a:lnTo>
                    <a:pt x="62238" y="40000"/>
                  </a:lnTo>
                  <a:lnTo>
                    <a:pt x="61459" y="41317"/>
                  </a:lnTo>
                  <a:lnTo>
                    <a:pt x="60436" y="43045"/>
                  </a:lnTo>
                  <a:lnTo>
                    <a:pt x="57397" y="49206"/>
                  </a:lnTo>
                  <a:lnTo>
                    <a:pt x="55368" y="56310"/>
                  </a:lnTo>
                  <a:lnTo>
                    <a:pt x="64604" y="63491"/>
                  </a:lnTo>
                  <a:lnTo>
                    <a:pt x="69603" y="67121"/>
                  </a:lnTo>
                  <a:lnTo>
                    <a:pt x="72457" y="68759"/>
                  </a:lnTo>
                  <a:lnTo>
                    <a:pt x="73316" y="69567"/>
                  </a:lnTo>
                  <a:lnTo>
                    <a:pt x="73694" y="69922"/>
                  </a:lnTo>
                  <a:lnTo>
                    <a:pt x="72847" y="71142"/>
                  </a:lnTo>
                  <a:lnTo>
                    <a:pt x="72041" y="72520"/>
                  </a:lnTo>
                  <a:lnTo>
                    <a:pt x="69868" y="71500"/>
                  </a:lnTo>
                  <a:lnTo>
                    <a:pt x="66924" y="74837"/>
                  </a:lnTo>
                  <a:lnTo>
                    <a:pt x="67067" y="77266"/>
                  </a:lnTo>
                  <a:lnTo>
                    <a:pt x="67376" y="78696"/>
                  </a:lnTo>
                  <a:lnTo>
                    <a:pt x="67603" y="79525"/>
                  </a:lnTo>
                  <a:lnTo>
                    <a:pt x="67662" y="79999"/>
                  </a:lnTo>
                  <a:lnTo>
                    <a:pt x="67742" y="80641"/>
                  </a:lnTo>
                  <a:lnTo>
                    <a:pt x="67113" y="81034"/>
                  </a:lnTo>
                  <a:lnTo>
                    <a:pt x="65220" y="82010"/>
                  </a:lnTo>
                  <a:lnTo>
                    <a:pt x="61259" y="82482"/>
                  </a:lnTo>
                  <a:lnTo>
                    <a:pt x="60954" y="83744"/>
                  </a:lnTo>
                  <a:lnTo>
                    <a:pt x="60737" y="84644"/>
                  </a:lnTo>
                  <a:lnTo>
                    <a:pt x="60617" y="85979"/>
                  </a:lnTo>
                  <a:lnTo>
                    <a:pt x="60502" y="87254"/>
                  </a:lnTo>
                  <a:lnTo>
                    <a:pt x="60215" y="89073"/>
                  </a:lnTo>
                  <a:lnTo>
                    <a:pt x="60424" y="90563"/>
                  </a:lnTo>
                  <a:lnTo>
                    <a:pt x="61527" y="92099"/>
                  </a:lnTo>
                  <a:lnTo>
                    <a:pt x="63107" y="94023"/>
                  </a:lnTo>
                  <a:lnTo>
                    <a:pt x="62735" y="95856"/>
                  </a:lnTo>
                  <a:lnTo>
                    <a:pt x="65645" y="98958"/>
                  </a:lnTo>
                  <a:lnTo>
                    <a:pt x="68126" y="101606"/>
                  </a:lnTo>
                  <a:lnTo>
                    <a:pt x="70013" y="103320"/>
                  </a:lnTo>
                  <a:lnTo>
                    <a:pt x="65923" y="106991"/>
                  </a:lnTo>
                  <a:lnTo>
                    <a:pt x="64829" y="108073"/>
                  </a:lnTo>
                  <a:lnTo>
                    <a:pt x="64610" y="108219"/>
                  </a:lnTo>
                  <a:lnTo>
                    <a:pt x="63758" y="110064"/>
                  </a:lnTo>
                  <a:lnTo>
                    <a:pt x="62512" y="111533"/>
                  </a:lnTo>
                  <a:lnTo>
                    <a:pt x="62792" y="115340"/>
                  </a:lnTo>
                  <a:lnTo>
                    <a:pt x="63016" y="119440"/>
                  </a:lnTo>
                  <a:lnTo>
                    <a:pt x="63165" y="123540"/>
                  </a:lnTo>
                  <a:lnTo>
                    <a:pt x="59177" y="122981"/>
                  </a:lnTo>
                  <a:lnTo>
                    <a:pt x="53985" y="121542"/>
                  </a:lnTo>
                  <a:lnTo>
                    <a:pt x="48502" y="121804"/>
                  </a:lnTo>
                  <a:lnTo>
                    <a:pt x="41852" y="124599"/>
                  </a:lnTo>
                  <a:lnTo>
                    <a:pt x="40540" y="122337"/>
                  </a:lnTo>
                  <a:lnTo>
                    <a:pt x="40073" y="121534"/>
                  </a:lnTo>
                  <a:lnTo>
                    <a:pt x="39920" y="121270"/>
                  </a:lnTo>
                  <a:lnTo>
                    <a:pt x="39484" y="120850"/>
                  </a:lnTo>
                  <a:lnTo>
                    <a:pt x="39256" y="120604"/>
                  </a:lnTo>
                  <a:lnTo>
                    <a:pt x="38839" y="120252"/>
                  </a:lnTo>
                  <a:lnTo>
                    <a:pt x="38462" y="120042"/>
                  </a:lnTo>
                  <a:lnTo>
                    <a:pt x="38015" y="119619"/>
                  </a:lnTo>
                  <a:lnTo>
                    <a:pt x="37489" y="119214"/>
                  </a:lnTo>
                  <a:lnTo>
                    <a:pt x="37154" y="118913"/>
                  </a:lnTo>
                  <a:lnTo>
                    <a:pt x="36646" y="118576"/>
                  </a:lnTo>
                  <a:lnTo>
                    <a:pt x="36309" y="118273"/>
                  </a:lnTo>
                  <a:lnTo>
                    <a:pt x="35995" y="118041"/>
                  </a:lnTo>
                  <a:lnTo>
                    <a:pt x="35566" y="117612"/>
                  </a:lnTo>
                  <a:lnTo>
                    <a:pt x="35064" y="117202"/>
                  </a:lnTo>
                  <a:lnTo>
                    <a:pt x="34840" y="116951"/>
                  </a:lnTo>
                  <a:lnTo>
                    <a:pt x="34450" y="116666"/>
                  </a:lnTo>
                  <a:lnTo>
                    <a:pt x="34110" y="116289"/>
                  </a:lnTo>
                  <a:lnTo>
                    <a:pt x="33768" y="115982"/>
                  </a:lnTo>
                  <a:lnTo>
                    <a:pt x="33504" y="115656"/>
                  </a:lnTo>
                  <a:lnTo>
                    <a:pt x="33340" y="115385"/>
                  </a:lnTo>
                  <a:lnTo>
                    <a:pt x="33018" y="115148"/>
                  </a:lnTo>
                  <a:lnTo>
                    <a:pt x="32752" y="114820"/>
                  </a:lnTo>
                  <a:lnTo>
                    <a:pt x="32443" y="114346"/>
                  </a:lnTo>
                  <a:lnTo>
                    <a:pt x="32112" y="113798"/>
                  </a:lnTo>
                  <a:lnTo>
                    <a:pt x="31984" y="113360"/>
                  </a:lnTo>
                  <a:lnTo>
                    <a:pt x="29974" y="109059"/>
                  </a:lnTo>
                  <a:lnTo>
                    <a:pt x="28364" y="106226"/>
                  </a:lnTo>
                  <a:lnTo>
                    <a:pt x="25531" y="103542"/>
                  </a:lnTo>
                  <a:lnTo>
                    <a:pt x="22788" y="101634"/>
                  </a:lnTo>
                  <a:lnTo>
                    <a:pt x="22162" y="100381"/>
                  </a:lnTo>
                  <a:lnTo>
                    <a:pt x="22579" y="98532"/>
                  </a:lnTo>
                  <a:lnTo>
                    <a:pt x="24338" y="96236"/>
                  </a:lnTo>
                  <a:lnTo>
                    <a:pt x="26754" y="94030"/>
                  </a:lnTo>
                  <a:lnTo>
                    <a:pt x="28334" y="91855"/>
                  </a:lnTo>
                  <a:lnTo>
                    <a:pt x="28414" y="91412"/>
                  </a:lnTo>
                  <a:lnTo>
                    <a:pt x="28981" y="89194"/>
                  </a:lnTo>
                  <a:lnTo>
                    <a:pt x="29764" y="86588"/>
                  </a:lnTo>
                  <a:lnTo>
                    <a:pt x="28986" y="83565"/>
                  </a:lnTo>
                  <a:lnTo>
                    <a:pt x="27122" y="82622"/>
                  </a:lnTo>
                  <a:lnTo>
                    <a:pt x="24410" y="81647"/>
                  </a:lnTo>
                  <a:lnTo>
                    <a:pt x="22576" y="80775"/>
                  </a:lnTo>
                  <a:lnTo>
                    <a:pt x="20744" y="79157"/>
                  </a:lnTo>
                  <a:lnTo>
                    <a:pt x="16195" y="74692"/>
                  </a:lnTo>
                  <a:lnTo>
                    <a:pt x="15640" y="73832"/>
                  </a:lnTo>
                  <a:lnTo>
                    <a:pt x="14943" y="71938"/>
                  </a:lnTo>
                  <a:lnTo>
                    <a:pt x="14934" y="70432"/>
                  </a:lnTo>
                  <a:lnTo>
                    <a:pt x="15007" y="69931"/>
                  </a:lnTo>
                  <a:lnTo>
                    <a:pt x="15069" y="69400"/>
                  </a:lnTo>
                  <a:lnTo>
                    <a:pt x="15058" y="68922"/>
                  </a:lnTo>
                  <a:lnTo>
                    <a:pt x="15052" y="68630"/>
                  </a:lnTo>
                  <a:lnTo>
                    <a:pt x="14694" y="66518"/>
                  </a:lnTo>
                  <a:lnTo>
                    <a:pt x="14589" y="66220"/>
                  </a:lnTo>
                  <a:lnTo>
                    <a:pt x="13284" y="64394"/>
                  </a:lnTo>
                  <a:lnTo>
                    <a:pt x="12950" y="63726"/>
                  </a:lnTo>
                  <a:lnTo>
                    <a:pt x="12870" y="63291"/>
                  </a:lnTo>
                  <a:lnTo>
                    <a:pt x="12835" y="61556"/>
                  </a:lnTo>
                  <a:lnTo>
                    <a:pt x="11976" y="59731"/>
                  </a:lnTo>
                  <a:lnTo>
                    <a:pt x="10664" y="58568"/>
                  </a:lnTo>
                  <a:lnTo>
                    <a:pt x="7145" y="56779"/>
                  </a:lnTo>
                  <a:lnTo>
                    <a:pt x="5207" y="56123"/>
                  </a:lnTo>
                  <a:lnTo>
                    <a:pt x="5624" y="54602"/>
                  </a:lnTo>
                  <a:lnTo>
                    <a:pt x="6429" y="51530"/>
                  </a:lnTo>
                  <a:lnTo>
                    <a:pt x="7133" y="49263"/>
                  </a:lnTo>
                  <a:lnTo>
                    <a:pt x="7086" y="47154"/>
                  </a:lnTo>
                  <a:lnTo>
                    <a:pt x="7067" y="45163"/>
                  </a:lnTo>
                  <a:lnTo>
                    <a:pt x="6400" y="44042"/>
                  </a:lnTo>
                  <a:lnTo>
                    <a:pt x="4753" y="41179"/>
                  </a:lnTo>
                  <a:lnTo>
                    <a:pt x="3684" y="39519"/>
                  </a:lnTo>
                  <a:lnTo>
                    <a:pt x="3886" y="38453"/>
                  </a:lnTo>
                  <a:lnTo>
                    <a:pt x="3342" y="37290"/>
                  </a:lnTo>
                  <a:lnTo>
                    <a:pt x="2487" y="36607"/>
                  </a:lnTo>
                  <a:lnTo>
                    <a:pt x="1895" y="36134"/>
                  </a:lnTo>
                  <a:lnTo>
                    <a:pt x="1640" y="35540"/>
                  </a:lnTo>
                  <a:lnTo>
                    <a:pt x="728" y="33653"/>
                  </a:lnTo>
                  <a:lnTo>
                    <a:pt x="0" y="32334"/>
                  </a:lnTo>
                  <a:lnTo>
                    <a:pt x="517" y="31173"/>
                  </a:lnTo>
                  <a:lnTo>
                    <a:pt x="695" y="30929"/>
                  </a:lnTo>
                  <a:lnTo>
                    <a:pt x="1813" y="29186"/>
                  </a:lnTo>
                  <a:lnTo>
                    <a:pt x="2786" y="27410"/>
                  </a:lnTo>
                  <a:lnTo>
                    <a:pt x="2068" y="25863"/>
                  </a:lnTo>
                  <a:lnTo>
                    <a:pt x="1591" y="24980"/>
                  </a:lnTo>
                  <a:lnTo>
                    <a:pt x="1057" y="23839"/>
                  </a:lnTo>
                  <a:lnTo>
                    <a:pt x="1013" y="23556"/>
                  </a:lnTo>
                  <a:lnTo>
                    <a:pt x="1467" y="21581"/>
                  </a:lnTo>
                  <a:lnTo>
                    <a:pt x="1876" y="20175"/>
                  </a:lnTo>
                  <a:lnTo>
                    <a:pt x="2129" y="18870"/>
                  </a:lnTo>
                  <a:lnTo>
                    <a:pt x="2301" y="18028"/>
                  </a:lnTo>
                  <a:lnTo>
                    <a:pt x="2785" y="16492"/>
                  </a:lnTo>
                  <a:lnTo>
                    <a:pt x="3186" y="15772"/>
                  </a:lnTo>
                  <a:lnTo>
                    <a:pt x="3307" y="15385"/>
                  </a:lnTo>
                  <a:lnTo>
                    <a:pt x="3927" y="13978"/>
                  </a:lnTo>
                  <a:lnTo>
                    <a:pt x="5717" y="10806"/>
                  </a:lnTo>
                  <a:lnTo>
                    <a:pt x="7983" y="7477"/>
                  </a:lnTo>
                  <a:lnTo>
                    <a:pt x="9754" y="4699"/>
                  </a:lnTo>
                  <a:lnTo>
                    <a:pt x="12080" y="1299"/>
                  </a:lnTo>
                  <a:lnTo>
                    <a:pt x="13021" y="0"/>
                  </a:lnTo>
                  <a:lnTo>
                    <a:pt x="15865" y="122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 name="pg44"/>
            <p:cNvSpPr/>
            <p:nvPr/>
          </p:nvSpPr>
          <p:spPr>
            <a:xfrm>
              <a:off x="5227833" y="3561164"/>
              <a:ext cx="39164" cy="75769"/>
            </a:xfrm>
            <a:custGeom>
              <a:avLst/>
              <a:pathLst>
                <a:path w="39164" h="75769">
                  <a:moveTo>
                    <a:pt x="9773" y="4053"/>
                  </a:moveTo>
                  <a:lnTo>
                    <a:pt x="10922" y="2598"/>
                  </a:lnTo>
                  <a:lnTo>
                    <a:pt x="14561" y="0"/>
                  </a:lnTo>
                  <a:lnTo>
                    <a:pt x="15469" y="1160"/>
                  </a:lnTo>
                  <a:lnTo>
                    <a:pt x="20747" y="6662"/>
                  </a:lnTo>
                  <a:lnTo>
                    <a:pt x="21597" y="7332"/>
                  </a:lnTo>
                  <a:lnTo>
                    <a:pt x="22894" y="7825"/>
                  </a:lnTo>
                  <a:lnTo>
                    <a:pt x="24281" y="8093"/>
                  </a:lnTo>
                  <a:lnTo>
                    <a:pt x="25969" y="8771"/>
                  </a:lnTo>
                  <a:lnTo>
                    <a:pt x="28019" y="10784"/>
                  </a:lnTo>
                  <a:lnTo>
                    <a:pt x="30256" y="14288"/>
                  </a:lnTo>
                  <a:lnTo>
                    <a:pt x="31351" y="15108"/>
                  </a:lnTo>
                  <a:lnTo>
                    <a:pt x="32276" y="15555"/>
                  </a:lnTo>
                  <a:lnTo>
                    <a:pt x="33051" y="16062"/>
                  </a:lnTo>
                  <a:lnTo>
                    <a:pt x="33886" y="16867"/>
                  </a:lnTo>
                  <a:lnTo>
                    <a:pt x="34632" y="17822"/>
                  </a:lnTo>
                  <a:lnTo>
                    <a:pt x="35228" y="18328"/>
                  </a:lnTo>
                  <a:lnTo>
                    <a:pt x="36147" y="19230"/>
                  </a:lnTo>
                  <a:lnTo>
                    <a:pt x="37198" y="19783"/>
                  </a:lnTo>
                  <a:lnTo>
                    <a:pt x="37890" y="20141"/>
                  </a:lnTo>
                  <a:lnTo>
                    <a:pt x="38915" y="23099"/>
                  </a:lnTo>
                  <a:lnTo>
                    <a:pt x="38510" y="24292"/>
                  </a:lnTo>
                  <a:lnTo>
                    <a:pt x="38200" y="24912"/>
                  </a:lnTo>
                  <a:lnTo>
                    <a:pt x="38247" y="25723"/>
                  </a:lnTo>
                  <a:lnTo>
                    <a:pt x="38677" y="26844"/>
                  </a:lnTo>
                  <a:lnTo>
                    <a:pt x="38925" y="28041"/>
                  </a:lnTo>
                  <a:lnTo>
                    <a:pt x="39164" y="28906"/>
                  </a:lnTo>
                  <a:lnTo>
                    <a:pt x="38359" y="30009"/>
                  </a:lnTo>
                  <a:lnTo>
                    <a:pt x="36898" y="32276"/>
                  </a:lnTo>
                  <a:lnTo>
                    <a:pt x="36152" y="33737"/>
                  </a:lnTo>
                  <a:lnTo>
                    <a:pt x="32076" y="36404"/>
                  </a:lnTo>
                  <a:lnTo>
                    <a:pt x="31797" y="37001"/>
                  </a:lnTo>
                  <a:lnTo>
                    <a:pt x="31644" y="37330"/>
                  </a:lnTo>
                  <a:lnTo>
                    <a:pt x="31398" y="37855"/>
                  </a:lnTo>
                  <a:lnTo>
                    <a:pt x="31252" y="38049"/>
                  </a:lnTo>
                  <a:lnTo>
                    <a:pt x="29090" y="40928"/>
                  </a:lnTo>
                  <a:lnTo>
                    <a:pt x="29342" y="42657"/>
                  </a:lnTo>
                  <a:lnTo>
                    <a:pt x="29223" y="43403"/>
                  </a:lnTo>
                  <a:lnTo>
                    <a:pt x="28895" y="44298"/>
                  </a:lnTo>
                  <a:lnTo>
                    <a:pt x="27135" y="47101"/>
                  </a:lnTo>
                  <a:lnTo>
                    <a:pt x="26956" y="47995"/>
                  </a:lnTo>
                  <a:lnTo>
                    <a:pt x="27016" y="49814"/>
                  </a:lnTo>
                  <a:lnTo>
                    <a:pt x="27016" y="51603"/>
                  </a:lnTo>
                  <a:lnTo>
                    <a:pt x="26956" y="53631"/>
                  </a:lnTo>
                  <a:lnTo>
                    <a:pt x="27255" y="55778"/>
                  </a:lnTo>
                  <a:lnTo>
                    <a:pt x="27314" y="56732"/>
                  </a:lnTo>
                  <a:lnTo>
                    <a:pt x="26394" y="58533"/>
                  </a:lnTo>
                  <a:lnTo>
                    <a:pt x="25201" y="61336"/>
                  </a:lnTo>
                  <a:lnTo>
                    <a:pt x="23293" y="63722"/>
                  </a:lnTo>
                  <a:lnTo>
                    <a:pt x="21205" y="66048"/>
                  </a:lnTo>
                  <a:lnTo>
                    <a:pt x="20549" y="67598"/>
                  </a:lnTo>
                  <a:lnTo>
                    <a:pt x="20072" y="69626"/>
                  </a:lnTo>
                  <a:lnTo>
                    <a:pt x="20311" y="72250"/>
                  </a:lnTo>
                  <a:lnTo>
                    <a:pt x="20430" y="73682"/>
                  </a:lnTo>
                  <a:lnTo>
                    <a:pt x="20132" y="75769"/>
                  </a:lnTo>
                  <a:lnTo>
                    <a:pt x="14644" y="71474"/>
                  </a:lnTo>
                  <a:lnTo>
                    <a:pt x="12758" y="69759"/>
                  </a:lnTo>
                  <a:lnTo>
                    <a:pt x="10277" y="67111"/>
                  </a:lnTo>
                  <a:lnTo>
                    <a:pt x="7366" y="64010"/>
                  </a:lnTo>
                  <a:lnTo>
                    <a:pt x="7739" y="62176"/>
                  </a:lnTo>
                  <a:lnTo>
                    <a:pt x="6159" y="60253"/>
                  </a:lnTo>
                  <a:lnTo>
                    <a:pt x="5055" y="58717"/>
                  </a:lnTo>
                  <a:lnTo>
                    <a:pt x="4847" y="57226"/>
                  </a:lnTo>
                  <a:lnTo>
                    <a:pt x="5134" y="55408"/>
                  </a:lnTo>
                  <a:lnTo>
                    <a:pt x="5249" y="54133"/>
                  </a:lnTo>
                  <a:lnTo>
                    <a:pt x="5368" y="52798"/>
                  </a:lnTo>
                  <a:lnTo>
                    <a:pt x="5586" y="51898"/>
                  </a:lnTo>
                  <a:lnTo>
                    <a:pt x="5890" y="50636"/>
                  </a:lnTo>
                  <a:lnTo>
                    <a:pt x="9852" y="50163"/>
                  </a:lnTo>
                  <a:lnTo>
                    <a:pt x="11745" y="49188"/>
                  </a:lnTo>
                  <a:lnTo>
                    <a:pt x="12374" y="48794"/>
                  </a:lnTo>
                  <a:lnTo>
                    <a:pt x="12294" y="48153"/>
                  </a:lnTo>
                  <a:lnTo>
                    <a:pt x="12235" y="47679"/>
                  </a:lnTo>
                  <a:lnTo>
                    <a:pt x="12007" y="46849"/>
                  </a:lnTo>
                  <a:lnTo>
                    <a:pt x="11699" y="45420"/>
                  </a:lnTo>
                  <a:lnTo>
                    <a:pt x="11556" y="42990"/>
                  </a:lnTo>
                  <a:lnTo>
                    <a:pt x="14499" y="39654"/>
                  </a:lnTo>
                  <a:lnTo>
                    <a:pt x="16673" y="40673"/>
                  </a:lnTo>
                  <a:lnTo>
                    <a:pt x="17478" y="39296"/>
                  </a:lnTo>
                  <a:lnTo>
                    <a:pt x="18326" y="38076"/>
                  </a:lnTo>
                  <a:lnTo>
                    <a:pt x="17947" y="37720"/>
                  </a:lnTo>
                  <a:lnTo>
                    <a:pt x="17088" y="36913"/>
                  </a:lnTo>
                  <a:lnTo>
                    <a:pt x="14235" y="35275"/>
                  </a:lnTo>
                  <a:lnTo>
                    <a:pt x="9236" y="31644"/>
                  </a:lnTo>
                  <a:lnTo>
                    <a:pt x="0" y="24464"/>
                  </a:lnTo>
                  <a:lnTo>
                    <a:pt x="2029" y="17359"/>
                  </a:lnTo>
                  <a:lnTo>
                    <a:pt x="5067" y="11199"/>
                  </a:lnTo>
                  <a:lnTo>
                    <a:pt x="6090" y="9470"/>
                  </a:lnTo>
                  <a:lnTo>
                    <a:pt x="6870" y="8154"/>
                  </a:lnTo>
                  <a:lnTo>
                    <a:pt x="9973" y="8490"/>
                  </a:lnTo>
                  <a:lnTo>
                    <a:pt x="10950" y="5934"/>
                  </a:lnTo>
                  <a:lnTo>
                    <a:pt x="11356" y="469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 name="pg45"/>
            <p:cNvSpPr/>
            <p:nvPr/>
          </p:nvSpPr>
          <p:spPr>
            <a:xfrm>
              <a:off x="5130211" y="3440392"/>
              <a:ext cx="125983" cy="100199"/>
            </a:xfrm>
            <a:custGeom>
              <a:avLst/>
              <a:pathLst>
                <a:path w="125983" h="100199">
                  <a:moveTo>
                    <a:pt x="230" y="2614"/>
                  </a:moveTo>
                  <a:lnTo>
                    <a:pt x="515" y="2614"/>
                  </a:lnTo>
                  <a:lnTo>
                    <a:pt x="4022" y="2616"/>
                  </a:lnTo>
                  <a:lnTo>
                    <a:pt x="5271" y="2502"/>
                  </a:lnTo>
                  <a:lnTo>
                    <a:pt x="6116" y="2424"/>
                  </a:lnTo>
                  <a:lnTo>
                    <a:pt x="8214" y="2299"/>
                  </a:lnTo>
                  <a:lnTo>
                    <a:pt x="9450" y="2226"/>
                  </a:lnTo>
                  <a:lnTo>
                    <a:pt x="12773" y="2028"/>
                  </a:lnTo>
                  <a:lnTo>
                    <a:pt x="15274" y="1879"/>
                  </a:lnTo>
                  <a:lnTo>
                    <a:pt x="20950" y="1542"/>
                  </a:lnTo>
                  <a:lnTo>
                    <a:pt x="23170" y="1354"/>
                  </a:lnTo>
                  <a:lnTo>
                    <a:pt x="23669" y="1311"/>
                  </a:lnTo>
                  <a:lnTo>
                    <a:pt x="24058" y="1297"/>
                  </a:lnTo>
                  <a:lnTo>
                    <a:pt x="25106" y="1257"/>
                  </a:lnTo>
                  <a:lnTo>
                    <a:pt x="25875" y="1206"/>
                  </a:lnTo>
                  <a:lnTo>
                    <a:pt x="26957" y="1134"/>
                  </a:lnTo>
                  <a:lnTo>
                    <a:pt x="28724" y="1034"/>
                  </a:lnTo>
                  <a:lnTo>
                    <a:pt x="29660" y="988"/>
                  </a:lnTo>
                  <a:lnTo>
                    <a:pt x="30147" y="984"/>
                  </a:lnTo>
                  <a:lnTo>
                    <a:pt x="30380" y="863"/>
                  </a:lnTo>
                  <a:lnTo>
                    <a:pt x="30891" y="0"/>
                  </a:lnTo>
                  <a:lnTo>
                    <a:pt x="34954" y="2348"/>
                  </a:lnTo>
                  <a:lnTo>
                    <a:pt x="34731" y="3242"/>
                  </a:lnTo>
                  <a:lnTo>
                    <a:pt x="38309" y="4882"/>
                  </a:lnTo>
                  <a:lnTo>
                    <a:pt x="37787" y="10958"/>
                  </a:lnTo>
                  <a:lnTo>
                    <a:pt x="42696" y="11915"/>
                  </a:lnTo>
                  <a:lnTo>
                    <a:pt x="41130" y="19979"/>
                  </a:lnTo>
                  <a:lnTo>
                    <a:pt x="43289" y="20011"/>
                  </a:lnTo>
                  <a:lnTo>
                    <a:pt x="48522" y="20053"/>
                  </a:lnTo>
                  <a:lnTo>
                    <a:pt x="49561" y="17941"/>
                  </a:lnTo>
                  <a:lnTo>
                    <a:pt x="52118" y="18003"/>
                  </a:lnTo>
                  <a:lnTo>
                    <a:pt x="52511" y="20761"/>
                  </a:lnTo>
                  <a:lnTo>
                    <a:pt x="51914" y="25980"/>
                  </a:lnTo>
                  <a:lnTo>
                    <a:pt x="50833" y="31757"/>
                  </a:lnTo>
                  <a:lnTo>
                    <a:pt x="45438" y="32703"/>
                  </a:lnTo>
                  <a:lnTo>
                    <a:pt x="36894" y="33095"/>
                  </a:lnTo>
                  <a:lnTo>
                    <a:pt x="38484" y="35809"/>
                  </a:lnTo>
                  <a:lnTo>
                    <a:pt x="38666" y="36118"/>
                  </a:lnTo>
                  <a:lnTo>
                    <a:pt x="39539" y="37609"/>
                  </a:lnTo>
                  <a:lnTo>
                    <a:pt x="38447" y="38266"/>
                  </a:lnTo>
                  <a:lnTo>
                    <a:pt x="35108" y="40275"/>
                  </a:lnTo>
                  <a:lnTo>
                    <a:pt x="32765" y="42237"/>
                  </a:lnTo>
                  <a:lnTo>
                    <a:pt x="30534" y="47797"/>
                  </a:lnTo>
                  <a:lnTo>
                    <a:pt x="28291" y="54974"/>
                  </a:lnTo>
                  <a:lnTo>
                    <a:pt x="28776" y="57495"/>
                  </a:lnTo>
                  <a:lnTo>
                    <a:pt x="34021" y="58565"/>
                  </a:lnTo>
                  <a:lnTo>
                    <a:pt x="36948" y="57911"/>
                  </a:lnTo>
                  <a:lnTo>
                    <a:pt x="38412" y="51042"/>
                  </a:lnTo>
                  <a:lnTo>
                    <a:pt x="40036" y="47412"/>
                  </a:lnTo>
                  <a:lnTo>
                    <a:pt x="42541" y="47159"/>
                  </a:lnTo>
                  <a:lnTo>
                    <a:pt x="43341" y="45996"/>
                  </a:lnTo>
                  <a:lnTo>
                    <a:pt x="46062" y="43051"/>
                  </a:lnTo>
                  <a:lnTo>
                    <a:pt x="50991" y="43415"/>
                  </a:lnTo>
                  <a:lnTo>
                    <a:pt x="51345" y="43398"/>
                  </a:lnTo>
                  <a:lnTo>
                    <a:pt x="55466" y="44112"/>
                  </a:lnTo>
                  <a:lnTo>
                    <a:pt x="58097" y="44568"/>
                  </a:lnTo>
                  <a:lnTo>
                    <a:pt x="61464" y="46344"/>
                  </a:lnTo>
                  <a:lnTo>
                    <a:pt x="61626" y="49357"/>
                  </a:lnTo>
                  <a:lnTo>
                    <a:pt x="63772" y="51655"/>
                  </a:lnTo>
                  <a:lnTo>
                    <a:pt x="68216" y="50254"/>
                  </a:lnTo>
                  <a:lnTo>
                    <a:pt x="67400" y="48123"/>
                  </a:lnTo>
                  <a:lnTo>
                    <a:pt x="71080" y="45928"/>
                  </a:lnTo>
                  <a:lnTo>
                    <a:pt x="73560" y="48360"/>
                  </a:lnTo>
                  <a:lnTo>
                    <a:pt x="75298" y="46933"/>
                  </a:lnTo>
                  <a:lnTo>
                    <a:pt x="77916" y="45384"/>
                  </a:lnTo>
                  <a:lnTo>
                    <a:pt x="78531" y="44489"/>
                  </a:lnTo>
                  <a:lnTo>
                    <a:pt x="80733" y="43125"/>
                  </a:lnTo>
                  <a:lnTo>
                    <a:pt x="82325" y="41847"/>
                  </a:lnTo>
                  <a:lnTo>
                    <a:pt x="82243" y="39835"/>
                  </a:lnTo>
                  <a:lnTo>
                    <a:pt x="82486" y="37990"/>
                  </a:lnTo>
                  <a:lnTo>
                    <a:pt x="82523" y="36636"/>
                  </a:lnTo>
                  <a:lnTo>
                    <a:pt x="82609" y="33541"/>
                  </a:lnTo>
                  <a:lnTo>
                    <a:pt x="87669" y="28405"/>
                  </a:lnTo>
                  <a:lnTo>
                    <a:pt x="89320" y="27292"/>
                  </a:lnTo>
                  <a:lnTo>
                    <a:pt x="92232" y="28931"/>
                  </a:lnTo>
                  <a:lnTo>
                    <a:pt x="93462" y="22870"/>
                  </a:lnTo>
                  <a:lnTo>
                    <a:pt x="91368" y="21822"/>
                  </a:lnTo>
                  <a:lnTo>
                    <a:pt x="95511" y="14401"/>
                  </a:lnTo>
                  <a:lnTo>
                    <a:pt x="95817" y="13852"/>
                  </a:lnTo>
                  <a:lnTo>
                    <a:pt x="96891" y="14806"/>
                  </a:lnTo>
                  <a:lnTo>
                    <a:pt x="101662" y="18623"/>
                  </a:lnTo>
                  <a:lnTo>
                    <a:pt x="110149" y="23996"/>
                  </a:lnTo>
                  <a:lnTo>
                    <a:pt x="111243" y="24804"/>
                  </a:lnTo>
                  <a:lnTo>
                    <a:pt x="112411" y="25666"/>
                  </a:lnTo>
                  <a:lnTo>
                    <a:pt x="112689" y="25871"/>
                  </a:lnTo>
                  <a:lnTo>
                    <a:pt x="115796" y="28166"/>
                  </a:lnTo>
                  <a:lnTo>
                    <a:pt x="122071" y="34637"/>
                  </a:lnTo>
                  <a:lnTo>
                    <a:pt x="123628" y="36795"/>
                  </a:lnTo>
                  <a:lnTo>
                    <a:pt x="123912" y="37188"/>
                  </a:lnTo>
                  <a:lnTo>
                    <a:pt x="124546" y="38067"/>
                  </a:lnTo>
                  <a:lnTo>
                    <a:pt x="125794" y="39796"/>
                  </a:lnTo>
                  <a:lnTo>
                    <a:pt x="125983" y="40272"/>
                  </a:lnTo>
                  <a:lnTo>
                    <a:pt x="125303" y="42713"/>
                  </a:lnTo>
                  <a:lnTo>
                    <a:pt x="123859" y="48020"/>
                  </a:lnTo>
                  <a:lnTo>
                    <a:pt x="123024" y="51088"/>
                  </a:lnTo>
                  <a:lnTo>
                    <a:pt x="121600" y="56404"/>
                  </a:lnTo>
                  <a:lnTo>
                    <a:pt x="122874" y="58619"/>
                  </a:lnTo>
                  <a:lnTo>
                    <a:pt x="123563" y="59908"/>
                  </a:lnTo>
                  <a:lnTo>
                    <a:pt x="123583" y="60408"/>
                  </a:lnTo>
                  <a:lnTo>
                    <a:pt x="123602" y="60909"/>
                  </a:lnTo>
                  <a:lnTo>
                    <a:pt x="123443" y="61951"/>
                  </a:lnTo>
                  <a:lnTo>
                    <a:pt x="123498" y="62292"/>
                  </a:lnTo>
                  <a:lnTo>
                    <a:pt x="123575" y="62762"/>
                  </a:lnTo>
                  <a:lnTo>
                    <a:pt x="123729" y="63228"/>
                  </a:lnTo>
                  <a:lnTo>
                    <a:pt x="123577" y="64079"/>
                  </a:lnTo>
                  <a:lnTo>
                    <a:pt x="123374" y="64774"/>
                  </a:lnTo>
                  <a:lnTo>
                    <a:pt x="123193" y="65492"/>
                  </a:lnTo>
                  <a:lnTo>
                    <a:pt x="122296" y="65482"/>
                  </a:lnTo>
                  <a:lnTo>
                    <a:pt x="121103" y="65594"/>
                  </a:lnTo>
                  <a:lnTo>
                    <a:pt x="118308" y="66526"/>
                  </a:lnTo>
                  <a:lnTo>
                    <a:pt x="115251" y="67868"/>
                  </a:lnTo>
                  <a:lnTo>
                    <a:pt x="113015" y="68651"/>
                  </a:lnTo>
                  <a:lnTo>
                    <a:pt x="110629" y="69322"/>
                  </a:lnTo>
                  <a:lnTo>
                    <a:pt x="107684" y="70216"/>
                  </a:lnTo>
                  <a:lnTo>
                    <a:pt x="106143" y="70719"/>
                  </a:lnTo>
                  <a:lnTo>
                    <a:pt x="103534" y="71390"/>
                  </a:lnTo>
                  <a:lnTo>
                    <a:pt x="102826" y="71464"/>
                  </a:lnTo>
                  <a:lnTo>
                    <a:pt x="101446" y="71129"/>
                  </a:lnTo>
                  <a:lnTo>
                    <a:pt x="99024" y="70495"/>
                  </a:lnTo>
                  <a:lnTo>
                    <a:pt x="97533" y="70421"/>
                  </a:lnTo>
                  <a:lnTo>
                    <a:pt x="96899" y="74297"/>
                  </a:lnTo>
                  <a:lnTo>
                    <a:pt x="97123" y="76198"/>
                  </a:lnTo>
                  <a:lnTo>
                    <a:pt x="97644" y="77391"/>
                  </a:lnTo>
                  <a:lnTo>
                    <a:pt x="98800" y="78472"/>
                  </a:lnTo>
                  <a:lnTo>
                    <a:pt x="99322" y="78845"/>
                  </a:lnTo>
                  <a:lnTo>
                    <a:pt x="98353" y="81566"/>
                  </a:lnTo>
                  <a:lnTo>
                    <a:pt x="98281" y="81734"/>
                  </a:lnTo>
                  <a:lnTo>
                    <a:pt x="96969" y="81663"/>
                  </a:lnTo>
                  <a:lnTo>
                    <a:pt x="95753" y="81567"/>
                  </a:lnTo>
                  <a:lnTo>
                    <a:pt x="94751" y="81400"/>
                  </a:lnTo>
                  <a:lnTo>
                    <a:pt x="94417" y="81352"/>
                  </a:lnTo>
                  <a:lnTo>
                    <a:pt x="91626" y="86314"/>
                  </a:lnTo>
                  <a:lnTo>
                    <a:pt x="88691" y="86076"/>
                  </a:lnTo>
                  <a:lnTo>
                    <a:pt x="87021" y="85980"/>
                  </a:lnTo>
                  <a:lnTo>
                    <a:pt x="84994" y="85646"/>
                  </a:lnTo>
                  <a:lnTo>
                    <a:pt x="84339" y="85341"/>
                  </a:lnTo>
                  <a:lnTo>
                    <a:pt x="81634" y="87974"/>
                  </a:lnTo>
                  <a:lnTo>
                    <a:pt x="81834" y="88402"/>
                  </a:lnTo>
                  <a:lnTo>
                    <a:pt x="82135" y="89047"/>
                  </a:lnTo>
                  <a:lnTo>
                    <a:pt x="82255" y="90073"/>
                  </a:lnTo>
                  <a:lnTo>
                    <a:pt x="82302" y="91194"/>
                  </a:lnTo>
                  <a:lnTo>
                    <a:pt x="81968" y="92626"/>
                  </a:lnTo>
                  <a:lnTo>
                    <a:pt x="81875" y="93740"/>
                  </a:lnTo>
                  <a:lnTo>
                    <a:pt x="81882" y="94336"/>
                  </a:lnTo>
                  <a:lnTo>
                    <a:pt x="82212" y="94389"/>
                  </a:lnTo>
                  <a:lnTo>
                    <a:pt x="83504" y="94598"/>
                  </a:lnTo>
                  <a:lnTo>
                    <a:pt x="83443" y="95008"/>
                  </a:lnTo>
                  <a:lnTo>
                    <a:pt x="83146" y="97008"/>
                  </a:lnTo>
                  <a:lnTo>
                    <a:pt x="82524" y="97390"/>
                  </a:lnTo>
                  <a:lnTo>
                    <a:pt x="81755" y="97646"/>
                  </a:lnTo>
                  <a:lnTo>
                    <a:pt x="80284" y="97582"/>
                  </a:lnTo>
                  <a:lnTo>
                    <a:pt x="79008" y="97395"/>
                  </a:lnTo>
                  <a:lnTo>
                    <a:pt x="78755" y="97563"/>
                  </a:lnTo>
                  <a:lnTo>
                    <a:pt x="78488" y="97742"/>
                  </a:lnTo>
                  <a:lnTo>
                    <a:pt x="77792" y="98206"/>
                  </a:lnTo>
                  <a:lnTo>
                    <a:pt x="75750" y="99976"/>
                  </a:lnTo>
                  <a:lnTo>
                    <a:pt x="75092" y="99975"/>
                  </a:lnTo>
                  <a:lnTo>
                    <a:pt x="74832" y="100199"/>
                  </a:lnTo>
                  <a:lnTo>
                    <a:pt x="73230" y="99602"/>
                  </a:lnTo>
                  <a:lnTo>
                    <a:pt x="69829" y="98334"/>
                  </a:lnTo>
                  <a:lnTo>
                    <a:pt x="68568" y="97864"/>
                  </a:lnTo>
                  <a:lnTo>
                    <a:pt x="68607" y="96007"/>
                  </a:lnTo>
                  <a:lnTo>
                    <a:pt x="68872" y="93807"/>
                  </a:lnTo>
                  <a:lnTo>
                    <a:pt x="68654" y="93766"/>
                  </a:lnTo>
                  <a:lnTo>
                    <a:pt x="66170" y="93297"/>
                  </a:lnTo>
                  <a:lnTo>
                    <a:pt x="65919" y="92763"/>
                  </a:lnTo>
                  <a:lnTo>
                    <a:pt x="65759" y="92420"/>
                  </a:lnTo>
                  <a:lnTo>
                    <a:pt x="65532" y="92418"/>
                  </a:lnTo>
                  <a:lnTo>
                    <a:pt x="65007" y="92412"/>
                  </a:lnTo>
                  <a:lnTo>
                    <a:pt x="64284" y="92331"/>
                  </a:lnTo>
                  <a:lnTo>
                    <a:pt x="60275" y="90420"/>
                  </a:lnTo>
                  <a:lnTo>
                    <a:pt x="60197" y="90552"/>
                  </a:lnTo>
                  <a:lnTo>
                    <a:pt x="59944" y="90983"/>
                  </a:lnTo>
                  <a:lnTo>
                    <a:pt x="59651" y="90850"/>
                  </a:lnTo>
                  <a:lnTo>
                    <a:pt x="58119" y="90151"/>
                  </a:lnTo>
                  <a:lnTo>
                    <a:pt x="55274" y="88926"/>
                  </a:lnTo>
                  <a:lnTo>
                    <a:pt x="53691" y="88049"/>
                  </a:lnTo>
                  <a:lnTo>
                    <a:pt x="52215" y="87271"/>
                  </a:lnTo>
                  <a:lnTo>
                    <a:pt x="51257" y="86564"/>
                  </a:lnTo>
                  <a:lnTo>
                    <a:pt x="50904" y="86310"/>
                  </a:lnTo>
                  <a:lnTo>
                    <a:pt x="49951" y="85625"/>
                  </a:lnTo>
                  <a:lnTo>
                    <a:pt x="48207" y="84524"/>
                  </a:lnTo>
                  <a:lnTo>
                    <a:pt x="47298" y="83947"/>
                  </a:lnTo>
                  <a:lnTo>
                    <a:pt x="47142" y="82914"/>
                  </a:lnTo>
                  <a:lnTo>
                    <a:pt x="47008" y="81223"/>
                  </a:lnTo>
                  <a:lnTo>
                    <a:pt x="46597" y="79246"/>
                  </a:lnTo>
                  <a:lnTo>
                    <a:pt x="45783" y="79251"/>
                  </a:lnTo>
                  <a:lnTo>
                    <a:pt x="44942" y="79275"/>
                  </a:lnTo>
                  <a:lnTo>
                    <a:pt x="44381" y="79275"/>
                  </a:lnTo>
                  <a:lnTo>
                    <a:pt x="41275" y="79130"/>
                  </a:lnTo>
                  <a:lnTo>
                    <a:pt x="40664" y="79209"/>
                  </a:lnTo>
                  <a:lnTo>
                    <a:pt x="40409" y="79280"/>
                  </a:lnTo>
                  <a:lnTo>
                    <a:pt x="39890" y="79560"/>
                  </a:lnTo>
                  <a:lnTo>
                    <a:pt x="38721" y="80371"/>
                  </a:lnTo>
                  <a:lnTo>
                    <a:pt x="37004" y="80224"/>
                  </a:lnTo>
                  <a:lnTo>
                    <a:pt x="36353" y="80169"/>
                  </a:lnTo>
                  <a:lnTo>
                    <a:pt x="34487" y="80043"/>
                  </a:lnTo>
                  <a:lnTo>
                    <a:pt x="34020" y="80020"/>
                  </a:lnTo>
                  <a:lnTo>
                    <a:pt x="33091" y="79972"/>
                  </a:lnTo>
                  <a:lnTo>
                    <a:pt x="31946" y="80473"/>
                  </a:lnTo>
                  <a:lnTo>
                    <a:pt x="29957" y="81516"/>
                  </a:lnTo>
                  <a:lnTo>
                    <a:pt x="25423" y="82179"/>
                  </a:lnTo>
                  <a:lnTo>
                    <a:pt x="21085" y="84067"/>
                  </a:lnTo>
                  <a:lnTo>
                    <a:pt x="19081" y="84353"/>
                  </a:lnTo>
                  <a:lnTo>
                    <a:pt x="18532" y="84219"/>
                  </a:lnTo>
                  <a:lnTo>
                    <a:pt x="18178" y="84052"/>
                  </a:lnTo>
                  <a:lnTo>
                    <a:pt x="17914" y="83928"/>
                  </a:lnTo>
                  <a:lnTo>
                    <a:pt x="16475" y="83127"/>
                  </a:lnTo>
                  <a:lnTo>
                    <a:pt x="14632" y="81848"/>
                  </a:lnTo>
                  <a:lnTo>
                    <a:pt x="14310" y="81929"/>
                  </a:lnTo>
                  <a:lnTo>
                    <a:pt x="14185" y="81791"/>
                  </a:lnTo>
                  <a:lnTo>
                    <a:pt x="12878" y="80354"/>
                  </a:lnTo>
                  <a:lnTo>
                    <a:pt x="12234" y="79943"/>
                  </a:lnTo>
                  <a:lnTo>
                    <a:pt x="10705" y="78726"/>
                  </a:lnTo>
                  <a:lnTo>
                    <a:pt x="9756" y="78207"/>
                  </a:lnTo>
                  <a:lnTo>
                    <a:pt x="8987" y="77759"/>
                  </a:lnTo>
                  <a:lnTo>
                    <a:pt x="8463" y="75513"/>
                  </a:lnTo>
                  <a:lnTo>
                    <a:pt x="8318" y="74892"/>
                  </a:lnTo>
                  <a:lnTo>
                    <a:pt x="7674" y="72128"/>
                  </a:lnTo>
                  <a:lnTo>
                    <a:pt x="6441" y="66102"/>
                  </a:lnTo>
                  <a:lnTo>
                    <a:pt x="5825" y="63093"/>
                  </a:lnTo>
                  <a:lnTo>
                    <a:pt x="5697" y="62563"/>
                  </a:lnTo>
                  <a:lnTo>
                    <a:pt x="4024" y="55636"/>
                  </a:lnTo>
                  <a:lnTo>
                    <a:pt x="3469" y="53297"/>
                  </a:lnTo>
                  <a:lnTo>
                    <a:pt x="3322" y="50947"/>
                  </a:lnTo>
                  <a:lnTo>
                    <a:pt x="2902" y="44261"/>
                  </a:lnTo>
                  <a:lnTo>
                    <a:pt x="2465" y="39235"/>
                  </a:lnTo>
                  <a:lnTo>
                    <a:pt x="1976" y="32078"/>
                  </a:lnTo>
                  <a:lnTo>
                    <a:pt x="1959" y="31872"/>
                  </a:lnTo>
                  <a:lnTo>
                    <a:pt x="1536" y="26773"/>
                  </a:lnTo>
                  <a:lnTo>
                    <a:pt x="1256" y="23027"/>
                  </a:lnTo>
                  <a:lnTo>
                    <a:pt x="1049" y="19432"/>
                  </a:lnTo>
                  <a:lnTo>
                    <a:pt x="1008" y="18711"/>
                  </a:lnTo>
                  <a:lnTo>
                    <a:pt x="758" y="14369"/>
                  </a:lnTo>
                  <a:lnTo>
                    <a:pt x="727" y="13916"/>
                  </a:lnTo>
                  <a:lnTo>
                    <a:pt x="577" y="11681"/>
                  </a:lnTo>
                  <a:lnTo>
                    <a:pt x="426" y="9445"/>
                  </a:lnTo>
                  <a:lnTo>
                    <a:pt x="76" y="3085"/>
                  </a:lnTo>
                  <a:lnTo>
                    <a:pt x="61" y="2815"/>
                  </a:lnTo>
                  <a:lnTo>
                    <a:pt x="0" y="26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 name="pg46"/>
            <p:cNvSpPr/>
            <p:nvPr/>
          </p:nvSpPr>
          <p:spPr>
            <a:xfrm>
              <a:off x="5158503" y="3403578"/>
              <a:ext cx="67526" cy="95379"/>
            </a:xfrm>
            <a:custGeom>
              <a:avLst/>
              <a:pathLst>
                <a:path w="67526" h="95379">
                  <a:moveTo>
                    <a:pt x="43140" y="29127"/>
                  </a:moveTo>
                  <a:lnTo>
                    <a:pt x="45513" y="29211"/>
                  </a:lnTo>
                  <a:lnTo>
                    <a:pt x="48012" y="28951"/>
                  </a:lnTo>
                  <a:lnTo>
                    <a:pt x="49417" y="28805"/>
                  </a:lnTo>
                  <a:lnTo>
                    <a:pt x="50610" y="29426"/>
                  </a:lnTo>
                  <a:lnTo>
                    <a:pt x="52098" y="31408"/>
                  </a:lnTo>
                  <a:lnTo>
                    <a:pt x="52401" y="31811"/>
                  </a:lnTo>
                  <a:lnTo>
                    <a:pt x="53967" y="35697"/>
                  </a:lnTo>
                  <a:lnTo>
                    <a:pt x="55858" y="40874"/>
                  </a:lnTo>
                  <a:lnTo>
                    <a:pt x="56514" y="41795"/>
                  </a:lnTo>
                  <a:lnTo>
                    <a:pt x="57879" y="43713"/>
                  </a:lnTo>
                  <a:lnTo>
                    <a:pt x="59090" y="45323"/>
                  </a:lnTo>
                  <a:lnTo>
                    <a:pt x="61265" y="48213"/>
                  </a:lnTo>
                  <a:lnTo>
                    <a:pt x="63704" y="49055"/>
                  </a:lnTo>
                  <a:lnTo>
                    <a:pt x="67526" y="50666"/>
                  </a:lnTo>
                  <a:lnTo>
                    <a:pt x="67176" y="51292"/>
                  </a:lnTo>
                  <a:lnTo>
                    <a:pt x="63077" y="58635"/>
                  </a:lnTo>
                  <a:lnTo>
                    <a:pt x="65170" y="59684"/>
                  </a:lnTo>
                  <a:lnTo>
                    <a:pt x="63940" y="65744"/>
                  </a:lnTo>
                  <a:lnTo>
                    <a:pt x="61029" y="64106"/>
                  </a:lnTo>
                  <a:lnTo>
                    <a:pt x="59377" y="65219"/>
                  </a:lnTo>
                  <a:lnTo>
                    <a:pt x="54317" y="70354"/>
                  </a:lnTo>
                  <a:lnTo>
                    <a:pt x="54232" y="73450"/>
                  </a:lnTo>
                  <a:lnTo>
                    <a:pt x="54194" y="74804"/>
                  </a:lnTo>
                  <a:lnTo>
                    <a:pt x="53952" y="76648"/>
                  </a:lnTo>
                  <a:lnTo>
                    <a:pt x="54033" y="78661"/>
                  </a:lnTo>
                  <a:lnTo>
                    <a:pt x="52441" y="79939"/>
                  </a:lnTo>
                  <a:lnTo>
                    <a:pt x="50239" y="81303"/>
                  </a:lnTo>
                  <a:lnTo>
                    <a:pt x="49624" y="82197"/>
                  </a:lnTo>
                  <a:lnTo>
                    <a:pt x="47007" y="83746"/>
                  </a:lnTo>
                  <a:lnTo>
                    <a:pt x="45268" y="85174"/>
                  </a:lnTo>
                  <a:lnTo>
                    <a:pt x="42788" y="82742"/>
                  </a:lnTo>
                  <a:lnTo>
                    <a:pt x="39108" y="84937"/>
                  </a:lnTo>
                  <a:lnTo>
                    <a:pt x="39924" y="87068"/>
                  </a:lnTo>
                  <a:lnTo>
                    <a:pt x="35481" y="88469"/>
                  </a:lnTo>
                  <a:lnTo>
                    <a:pt x="33334" y="86171"/>
                  </a:lnTo>
                  <a:lnTo>
                    <a:pt x="33172" y="83158"/>
                  </a:lnTo>
                  <a:lnTo>
                    <a:pt x="29805" y="81382"/>
                  </a:lnTo>
                  <a:lnTo>
                    <a:pt x="27174" y="80926"/>
                  </a:lnTo>
                  <a:lnTo>
                    <a:pt x="23054" y="80212"/>
                  </a:lnTo>
                  <a:lnTo>
                    <a:pt x="22699" y="80228"/>
                  </a:lnTo>
                  <a:lnTo>
                    <a:pt x="17770" y="79865"/>
                  </a:lnTo>
                  <a:lnTo>
                    <a:pt x="15049" y="82810"/>
                  </a:lnTo>
                  <a:lnTo>
                    <a:pt x="14249" y="83973"/>
                  </a:lnTo>
                  <a:lnTo>
                    <a:pt x="11745" y="84226"/>
                  </a:lnTo>
                  <a:lnTo>
                    <a:pt x="10121" y="87856"/>
                  </a:lnTo>
                  <a:lnTo>
                    <a:pt x="8657" y="94724"/>
                  </a:lnTo>
                  <a:lnTo>
                    <a:pt x="5729" y="95379"/>
                  </a:lnTo>
                  <a:lnTo>
                    <a:pt x="484" y="94309"/>
                  </a:lnTo>
                  <a:lnTo>
                    <a:pt x="0" y="91788"/>
                  </a:lnTo>
                  <a:lnTo>
                    <a:pt x="2242" y="84610"/>
                  </a:lnTo>
                  <a:lnTo>
                    <a:pt x="4474" y="79051"/>
                  </a:lnTo>
                  <a:lnTo>
                    <a:pt x="6817" y="77089"/>
                  </a:lnTo>
                  <a:lnTo>
                    <a:pt x="10156" y="75080"/>
                  </a:lnTo>
                  <a:lnTo>
                    <a:pt x="11247" y="74423"/>
                  </a:lnTo>
                  <a:lnTo>
                    <a:pt x="10374" y="72932"/>
                  </a:lnTo>
                  <a:lnTo>
                    <a:pt x="10193" y="72622"/>
                  </a:lnTo>
                  <a:lnTo>
                    <a:pt x="8603" y="69908"/>
                  </a:lnTo>
                  <a:lnTo>
                    <a:pt x="17146" y="69517"/>
                  </a:lnTo>
                  <a:lnTo>
                    <a:pt x="22541" y="68571"/>
                  </a:lnTo>
                  <a:lnTo>
                    <a:pt x="23622" y="62793"/>
                  </a:lnTo>
                  <a:lnTo>
                    <a:pt x="24219" y="57575"/>
                  </a:lnTo>
                  <a:lnTo>
                    <a:pt x="23826" y="54817"/>
                  </a:lnTo>
                  <a:lnTo>
                    <a:pt x="21269" y="54754"/>
                  </a:lnTo>
                  <a:lnTo>
                    <a:pt x="20230" y="56867"/>
                  </a:lnTo>
                  <a:lnTo>
                    <a:pt x="14997" y="56825"/>
                  </a:lnTo>
                  <a:lnTo>
                    <a:pt x="12839" y="56793"/>
                  </a:lnTo>
                  <a:lnTo>
                    <a:pt x="14404" y="48728"/>
                  </a:lnTo>
                  <a:lnTo>
                    <a:pt x="9495" y="47772"/>
                  </a:lnTo>
                  <a:lnTo>
                    <a:pt x="10017" y="41696"/>
                  </a:lnTo>
                  <a:lnTo>
                    <a:pt x="11776" y="38996"/>
                  </a:lnTo>
                  <a:lnTo>
                    <a:pt x="14317" y="35964"/>
                  </a:lnTo>
                  <a:lnTo>
                    <a:pt x="20074" y="24624"/>
                  </a:lnTo>
                  <a:lnTo>
                    <a:pt x="28434" y="7770"/>
                  </a:lnTo>
                  <a:lnTo>
                    <a:pt x="27597" y="0"/>
                  </a:lnTo>
                  <a:lnTo>
                    <a:pt x="28788" y="269"/>
                  </a:lnTo>
                  <a:lnTo>
                    <a:pt x="29791" y="2364"/>
                  </a:lnTo>
                  <a:lnTo>
                    <a:pt x="31608" y="5120"/>
                  </a:lnTo>
                  <a:lnTo>
                    <a:pt x="34007" y="10423"/>
                  </a:lnTo>
                  <a:lnTo>
                    <a:pt x="34901" y="14258"/>
                  </a:lnTo>
                  <a:lnTo>
                    <a:pt x="36928" y="16930"/>
                  </a:lnTo>
                  <a:lnTo>
                    <a:pt x="38909" y="19278"/>
                  </a:lnTo>
                  <a:lnTo>
                    <a:pt x="39385" y="23006"/>
                  </a:lnTo>
                  <a:lnTo>
                    <a:pt x="39917" y="27250"/>
                  </a:lnTo>
                  <a:lnTo>
                    <a:pt x="41929" y="2842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 name="pg47"/>
            <p:cNvSpPr/>
            <p:nvPr/>
          </p:nvSpPr>
          <p:spPr>
            <a:xfrm>
              <a:off x="5123086" y="3372043"/>
              <a:ext cx="182993" cy="137484"/>
            </a:xfrm>
            <a:custGeom>
              <a:avLst/>
              <a:pathLst>
                <a:path w="182993" h="137484">
                  <a:moveTo>
                    <a:pt x="78937" y="15542"/>
                  </a:moveTo>
                  <a:lnTo>
                    <a:pt x="79405" y="20698"/>
                  </a:lnTo>
                  <a:lnTo>
                    <a:pt x="81671" y="20358"/>
                  </a:lnTo>
                  <a:lnTo>
                    <a:pt x="86267" y="19599"/>
                  </a:lnTo>
                  <a:lnTo>
                    <a:pt x="89695" y="19100"/>
                  </a:lnTo>
                  <a:lnTo>
                    <a:pt x="95176" y="18237"/>
                  </a:lnTo>
                  <a:lnTo>
                    <a:pt x="101603" y="17270"/>
                  </a:lnTo>
                  <a:lnTo>
                    <a:pt x="108802" y="16262"/>
                  </a:lnTo>
                  <a:lnTo>
                    <a:pt x="116517" y="15138"/>
                  </a:lnTo>
                  <a:lnTo>
                    <a:pt x="120325" y="14583"/>
                  </a:lnTo>
                  <a:lnTo>
                    <a:pt x="129893" y="13188"/>
                  </a:lnTo>
                  <a:lnTo>
                    <a:pt x="139856" y="11685"/>
                  </a:lnTo>
                  <a:lnTo>
                    <a:pt x="146295" y="10756"/>
                  </a:lnTo>
                  <a:lnTo>
                    <a:pt x="150445" y="10118"/>
                  </a:lnTo>
                  <a:lnTo>
                    <a:pt x="151424" y="14554"/>
                  </a:lnTo>
                  <a:lnTo>
                    <a:pt x="151519" y="14983"/>
                  </a:lnTo>
                  <a:lnTo>
                    <a:pt x="153807" y="25951"/>
                  </a:lnTo>
                  <a:lnTo>
                    <a:pt x="154880" y="30932"/>
                  </a:lnTo>
                  <a:lnTo>
                    <a:pt x="155355" y="33370"/>
                  </a:lnTo>
                  <a:lnTo>
                    <a:pt x="156374" y="38605"/>
                  </a:lnTo>
                  <a:lnTo>
                    <a:pt x="157178" y="42988"/>
                  </a:lnTo>
                  <a:lnTo>
                    <a:pt x="157440" y="44416"/>
                  </a:lnTo>
                  <a:lnTo>
                    <a:pt x="157488" y="44681"/>
                  </a:lnTo>
                  <a:lnTo>
                    <a:pt x="157773" y="46246"/>
                  </a:lnTo>
                  <a:lnTo>
                    <a:pt x="158544" y="50479"/>
                  </a:lnTo>
                  <a:lnTo>
                    <a:pt x="158642" y="51012"/>
                  </a:lnTo>
                  <a:lnTo>
                    <a:pt x="158727" y="51478"/>
                  </a:lnTo>
                  <a:lnTo>
                    <a:pt x="158943" y="51844"/>
                  </a:lnTo>
                  <a:lnTo>
                    <a:pt x="159251" y="52313"/>
                  </a:lnTo>
                  <a:lnTo>
                    <a:pt x="159701" y="52350"/>
                  </a:lnTo>
                  <a:lnTo>
                    <a:pt x="159776" y="52536"/>
                  </a:lnTo>
                  <a:lnTo>
                    <a:pt x="160149" y="53458"/>
                  </a:lnTo>
                  <a:lnTo>
                    <a:pt x="160656" y="54709"/>
                  </a:lnTo>
                  <a:lnTo>
                    <a:pt x="161383" y="56014"/>
                  </a:lnTo>
                  <a:lnTo>
                    <a:pt x="161702" y="56588"/>
                  </a:lnTo>
                  <a:lnTo>
                    <a:pt x="162695" y="58370"/>
                  </a:lnTo>
                  <a:lnTo>
                    <a:pt x="164122" y="60934"/>
                  </a:lnTo>
                  <a:lnTo>
                    <a:pt x="165294" y="62980"/>
                  </a:lnTo>
                  <a:lnTo>
                    <a:pt x="165900" y="64039"/>
                  </a:lnTo>
                  <a:lnTo>
                    <a:pt x="169117" y="69656"/>
                  </a:lnTo>
                  <a:lnTo>
                    <a:pt x="169506" y="70325"/>
                  </a:lnTo>
                  <a:lnTo>
                    <a:pt x="169627" y="70534"/>
                  </a:lnTo>
                  <a:lnTo>
                    <a:pt x="170197" y="71517"/>
                  </a:lnTo>
                  <a:lnTo>
                    <a:pt x="170345" y="72221"/>
                  </a:lnTo>
                  <a:lnTo>
                    <a:pt x="170380" y="73133"/>
                  </a:lnTo>
                  <a:lnTo>
                    <a:pt x="170273" y="76032"/>
                  </a:lnTo>
                  <a:lnTo>
                    <a:pt x="170174" y="77859"/>
                  </a:lnTo>
                  <a:lnTo>
                    <a:pt x="170148" y="78340"/>
                  </a:lnTo>
                  <a:lnTo>
                    <a:pt x="170237" y="79395"/>
                  </a:lnTo>
                  <a:lnTo>
                    <a:pt x="170416" y="80021"/>
                  </a:lnTo>
                  <a:lnTo>
                    <a:pt x="171027" y="80644"/>
                  </a:lnTo>
                  <a:lnTo>
                    <a:pt x="171472" y="81328"/>
                  </a:lnTo>
                  <a:lnTo>
                    <a:pt x="171955" y="82526"/>
                  </a:lnTo>
                  <a:lnTo>
                    <a:pt x="172077" y="83270"/>
                  </a:lnTo>
                  <a:lnTo>
                    <a:pt x="172315" y="86967"/>
                  </a:lnTo>
                  <a:lnTo>
                    <a:pt x="172357" y="89001"/>
                  </a:lnTo>
                  <a:lnTo>
                    <a:pt x="172500" y="90057"/>
                  </a:lnTo>
                  <a:lnTo>
                    <a:pt x="172661" y="91166"/>
                  </a:lnTo>
                  <a:lnTo>
                    <a:pt x="173341" y="92794"/>
                  </a:lnTo>
                  <a:lnTo>
                    <a:pt x="174701" y="95120"/>
                  </a:lnTo>
                  <a:lnTo>
                    <a:pt x="175363" y="95764"/>
                  </a:lnTo>
                  <a:lnTo>
                    <a:pt x="175989" y="96247"/>
                  </a:lnTo>
                  <a:lnTo>
                    <a:pt x="176758" y="96623"/>
                  </a:lnTo>
                  <a:lnTo>
                    <a:pt x="179102" y="98680"/>
                  </a:lnTo>
                  <a:lnTo>
                    <a:pt x="180354" y="99893"/>
                  </a:lnTo>
                  <a:lnTo>
                    <a:pt x="181294" y="101190"/>
                  </a:lnTo>
                  <a:lnTo>
                    <a:pt x="182159" y="102750"/>
                  </a:lnTo>
                  <a:lnTo>
                    <a:pt x="182708" y="103776"/>
                  </a:lnTo>
                  <a:lnTo>
                    <a:pt x="182979" y="106081"/>
                  </a:lnTo>
                  <a:lnTo>
                    <a:pt x="182993" y="107065"/>
                  </a:lnTo>
                  <a:lnTo>
                    <a:pt x="182800" y="108004"/>
                  </a:lnTo>
                  <a:lnTo>
                    <a:pt x="182378" y="111008"/>
                  </a:lnTo>
                  <a:lnTo>
                    <a:pt x="182448" y="111567"/>
                  </a:lnTo>
                  <a:lnTo>
                    <a:pt x="181724" y="111848"/>
                  </a:lnTo>
                  <a:lnTo>
                    <a:pt x="179729" y="111383"/>
                  </a:lnTo>
                  <a:lnTo>
                    <a:pt x="175020" y="110206"/>
                  </a:lnTo>
                  <a:lnTo>
                    <a:pt x="174560" y="110627"/>
                  </a:lnTo>
                  <a:lnTo>
                    <a:pt x="173595" y="111510"/>
                  </a:lnTo>
                  <a:lnTo>
                    <a:pt x="172999" y="112209"/>
                  </a:lnTo>
                  <a:lnTo>
                    <a:pt x="172474" y="113259"/>
                  </a:lnTo>
                  <a:lnTo>
                    <a:pt x="171973" y="114308"/>
                  </a:lnTo>
                  <a:lnTo>
                    <a:pt x="171042" y="115167"/>
                  </a:lnTo>
                  <a:lnTo>
                    <a:pt x="169778" y="115978"/>
                  </a:lnTo>
                  <a:lnTo>
                    <a:pt x="169567" y="116050"/>
                  </a:lnTo>
                  <a:lnTo>
                    <a:pt x="168371" y="116455"/>
                  </a:lnTo>
                  <a:lnTo>
                    <a:pt x="165985" y="116837"/>
                  </a:lnTo>
                  <a:lnTo>
                    <a:pt x="163337" y="117028"/>
                  </a:lnTo>
                  <a:lnTo>
                    <a:pt x="161351" y="117460"/>
                  </a:lnTo>
                  <a:lnTo>
                    <a:pt x="155984" y="114016"/>
                  </a:lnTo>
                  <a:lnTo>
                    <a:pt x="155320" y="117037"/>
                  </a:lnTo>
                  <a:lnTo>
                    <a:pt x="154686" y="119162"/>
                  </a:lnTo>
                  <a:lnTo>
                    <a:pt x="154462" y="119796"/>
                  </a:lnTo>
                  <a:lnTo>
                    <a:pt x="154463" y="120772"/>
                  </a:lnTo>
                  <a:lnTo>
                    <a:pt x="154798" y="122666"/>
                  </a:lnTo>
                  <a:lnTo>
                    <a:pt x="154909" y="123784"/>
                  </a:lnTo>
                  <a:lnTo>
                    <a:pt x="154537" y="124865"/>
                  </a:lnTo>
                  <a:lnTo>
                    <a:pt x="153679" y="126505"/>
                  </a:lnTo>
                  <a:lnTo>
                    <a:pt x="151629" y="128518"/>
                  </a:lnTo>
                  <a:lnTo>
                    <a:pt x="146597" y="132469"/>
                  </a:lnTo>
                  <a:lnTo>
                    <a:pt x="145890" y="133293"/>
                  </a:lnTo>
                  <a:lnTo>
                    <a:pt x="145778" y="134337"/>
                  </a:lnTo>
                  <a:lnTo>
                    <a:pt x="144480" y="135881"/>
                  </a:lnTo>
                  <a:lnTo>
                    <a:pt x="142840" y="136925"/>
                  </a:lnTo>
                  <a:lnTo>
                    <a:pt x="139783" y="137484"/>
                  </a:lnTo>
                  <a:lnTo>
                    <a:pt x="137435" y="136216"/>
                  </a:lnTo>
                  <a:lnTo>
                    <a:pt x="134453" y="134763"/>
                  </a:lnTo>
                  <a:lnTo>
                    <a:pt x="132738" y="133868"/>
                  </a:lnTo>
                  <a:lnTo>
                    <a:pt x="131739" y="133857"/>
                  </a:lnTo>
                  <a:lnTo>
                    <a:pt x="130318" y="133841"/>
                  </a:lnTo>
                  <a:lnTo>
                    <a:pt x="130499" y="133123"/>
                  </a:lnTo>
                  <a:lnTo>
                    <a:pt x="130702" y="132428"/>
                  </a:lnTo>
                  <a:lnTo>
                    <a:pt x="130854" y="131576"/>
                  </a:lnTo>
                  <a:lnTo>
                    <a:pt x="130700" y="131111"/>
                  </a:lnTo>
                  <a:lnTo>
                    <a:pt x="130623" y="130641"/>
                  </a:lnTo>
                  <a:lnTo>
                    <a:pt x="130568" y="130299"/>
                  </a:lnTo>
                  <a:lnTo>
                    <a:pt x="130727" y="129258"/>
                  </a:lnTo>
                  <a:lnTo>
                    <a:pt x="130708" y="128757"/>
                  </a:lnTo>
                  <a:lnTo>
                    <a:pt x="130688" y="128256"/>
                  </a:lnTo>
                  <a:lnTo>
                    <a:pt x="129999" y="126968"/>
                  </a:lnTo>
                  <a:lnTo>
                    <a:pt x="128710" y="124726"/>
                  </a:lnTo>
                  <a:lnTo>
                    <a:pt x="130149" y="119437"/>
                  </a:lnTo>
                  <a:lnTo>
                    <a:pt x="130984" y="116368"/>
                  </a:lnTo>
                  <a:lnTo>
                    <a:pt x="132428" y="111061"/>
                  </a:lnTo>
                  <a:lnTo>
                    <a:pt x="133108" y="108621"/>
                  </a:lnTo>
                  <a:lnTo>
                    <a:pt x="132919" y="108145"/>
                  </a:lnTo>
                  <a:lnTo>
                    <a:pt x="131671" y="106416"/>
                  </a:lnTo>
                  <a:lnTo>
                    <a:pt x="131037" y="105537"/>
                  </a:lnTo>
                  <a:lnTo>
                    <a:pt x="130753" y="105144"/>
                  </a:lnTo>
                  <a:lnTo>
                    <a:pt x="129196" y="102986"/>
                  </a:lnTo>
                  <a:lnTo>
                    <a:pt x="122921" y="96514"/>
                  </a:lnTo>
                  <a:lnTo>
                    <a:pt x="119814" y="94220"/>
                  </a:lnTo>
                  <a:lnTo>
                    <a:pt x="119536" y="94014"/>
                  </a:lnTo>
                  <a:lnTo>
                    <a:pt x="118210" y="93035"/>
                  </a:lnTo>
                  <a:lnTo>
                    <a:pt x="117274" y="92344"/>
                  </a:lnTo>
                  <a:lnTo>
                    <a:pt x="108787" y="86972"/>
                  </a:lnTo>
                  <a:lnTo>
                    <a:pt x="104016" y="83155"/>
                  </a:lnTo>
                  <a:lnTo>
                    <a:pt x="102942" y="82201"/>
                  </a:lnTo>
                  <a:lnTo>
                    <a:pt x="99121" y="80590"/>
                  </a:lnTo>
                  <a:lnTo>
                    <a:pt x="96681" y="79748"/>
                  </a:lnTo>
                  <a:lnTo>
                    <a:pt x="94507" y="76858"/>
                  </a:lnTo>
                  <a:lnTo>
                    <a:pt x="93296" y="75248"/>
                  </a:lnTo>
                  <a:lnTo>
                    <a:pt x="91931" y="73330"/>
                  </a:lnTo>
                  <a:lnTo>
                    <a:pt x="91274" y="72409"/>
                  </a:lnTo>
                  <a:lnTo>
                    <a:pt x="89384" y="67232"/>
                  </a:lnTo>
                  <a:lnTo>
                    <a:pt x="87817" y="63346"/>
                  </a:lnTo>
                  <a:lnTo>
                    <a:pt x="87514" y="62943"/>
                  </a:lnTo>
                  <a:lnTo>
                    <a:pt x="86027" y="60961"/>
                  </a:lnTo>
                  <a:lnTo>
                    <a:pt x="84834" y="60340"/>
                  </a:lnTo>
                  <a:lnTo>
                    <a:pt x="83429" y="60486"/>
                  </a:lnTo>
                  <a:lnTo>
                    <a:pt x="80930" y="60746"/>
                  </a:lnTo>
                  <a:lnTo>
                    <a:pt x="78557" y="60662"/>
                  </a:lnTo>
                  <a:lnTo>
                    <a:pt x="77346" y="59957"/>
                  </a:lnTo>
                  <a:lnTo>
                    <a:pt x="75334" y="58785"/>
                  </a:lnTo>
                  <a:lnTo>
                    <a:pt x="74801" y="54541"/>
                  </a:lnTo>
                  <a:lnTo>
                    <a:pt x="74326" y="50812"/>
                  </a:lnTo>
                  <a:lnTo>
                    <a:pt x="72345" y="48465"/>
                  </a:lnTo>
                  <a:lnTo>
                    <a:pt x="70318" y="45793"/>
                  </a:lnTo>
                  <a:lnTo>
                    <a:pt x="69424" y="41958"/>
                  </a:lnTo>
                  <a:lnTo>
                    <a:pt x="67024" y="36655"/>
                  </a:lnTo>
                  <a:lnTo>
                    <a:pt x="65208" y="33899"/>
                  </a:lnTo>
                  <a:lnTo>
                    <a:pt x="64205" y="31804"/>
                  </a:lnTo>
                  <a:lnTo>
                    <a:pt x="63013" y="31534"/>
                  </a:lnTo>
                  <a:lnTo>
                    <a:pt x="63850" y="39305"/>
                  </a:lnTo>
                  <a:lnTo>
                    <a:pt x="55491" y="56159"/>
                  </a:lnTo>
                  <a:lnTo>
                    <a:pt x="49733" y="67499"/>
                  </a:lnTo>
                  <a:lnTo>
                    <a:pt x="47193" y="70531"/>
                  </a:lnTo>
                  <a:lnTo>
                    <a:pt x="45434" y="73231"/>
                  </a:lnTo>
                  <a:lnTo>
                    <a:pt x="41856" y="71591"/>
                  </a:lnTo>
                  <a:lnTo>
                    <a:pt x="42079" y="70696"/>
                  </a:lnTo>
                  <a:lnTo>
                    <a:pt x="38016" y="68348"/>
                  </a:lnTo>
                  <a:lnTo>
                    <a:pt x="37505" y="69212"/>
                  </a:lnTo>
                  <a:lnTo>
                    <a:pt x="37272" y="69332"/>
                  </a:lnTo>
                  <a:lnTo>
                    <a:pt x="36785" y="69337"/>
                  </a:lnTo>
                  <a:lnTo>
                    <a:pt x="35849" y="69383"/>
                  </a:lnTo>
                  <a:lnTo>
                    <a:pt x="34082" y="69483"/>
                  </a:lnTo>
                  <a:lnTo>
                    <a:pt x="33000" y="69554"/>
                  </a:lnTo>
                  <a:lnTo>
                    <a:pt x="32231" y="69605"/>
                  </a:lnTo>
                  <a:lnTo>
                    <a:pt x="31183" y="69645"/>
                  </a:lnTo>
                  <a:lnTo>
                    <a:pt x="30794" y="69660"/>
                  </a:lnTo>
                  <a:lnTo>
                    <a:pt x="30295" y="69702"/>
                  </a:lnTo>
                  <a:lnTo>
                    <a:pt x="28075" y="69890"/>
                  </a:lnTo>
                  <a:lnTo>
                    <a:pt x="22399" y="70228"/>
                  </a:lnTo>
                  <a:lnTo>
                    <a:pt x="19898" y="70377"/>
                  </a:lnTo>
                  <a:lnTo>
                    <a:pt x="16575" y="70574"/>
                  </a:lnTo>
                  <a:lnTo>
                    <a:pt x="15339" y="70648"/>
                  </a:lnTo>
                  <a:lnTo>
                    <a:pt x="13241" y="70773"/>
                  </a:lnTo>
                  <a:lnTo>
                    <a:pt x="12396" y="70850"/>
                  </a:lnTo>
                  <a:lnTo>
                    <a:pt x="11147" y="70965"/>
                  </a:lnTo>
                  <a:lnTo>
                    <a:pt x="7640" y="70963"/>
                  </a:lnTo>
                  <a:lnTo>
                    <a:pt x="7355" y="70963"/>
                  </a:lnTo>
                  <a:lnTo>
                    <a:pt x="7124" y="70963"/>
                  </a:lnTo>
                  <a:lnTo>
                    <a:pt x="6504" y="68932"/>
                  </a:lnTo>
                  <a:lnTo>
                    <a:pt x="6024" y="67360"/>
                  </a:lnTo>
                  <a:lnTo>
                    <a:pt x="5744" y="66447"/>
                  </a:lnTo>
                  <a:lnTo>
                    <a:pt x="5664" y="65428"/>
                  </a:lnTo>
                  <a:lnTo>
                    <a:pt x="5618" y="64855"/>
                  </a:lnTo>
                  <a:lnTo>
                    <a:pt x="5558" y="64095"/>
                  </a:lnTo>
                  <a:lnTo>
                    <a:pt x="5522" y="63533"/>
                  </a:lnTo>
                  <a:lnTo>
                    <a:pt x="5394" y="61522"/>
                  </a:lnTo>
                  <a:lnTo>
                    <a:pt x="5208" y="58605"/>
                  </a:lnTo>
                  <a:lnTo>
                    <a:pt x="5100" y="54310"/>
                  </a:lnTo>
                  <a:lnTo>
                    <a:pt x="5090" y="53891"/>
                  </a:lnTo>
                  <a:lnTo>
                    <a:pt x="5003" y="51947"/>
                  </a:lnTo>
                  <a:lnTo>
                    <a:pt x="4867" y="48896"/>
                  </a:lnTo>
                  <a:lnTo>
                    <a:pt x="4810" y="48158"/>
                  </a:lnTo>
                  <a:lnTo>
                    <a:pt x="4638" y="45947"/>
                  </a:lnTo>
                  <a:lnTo>
                    <a:pt x="4457" y="43621"/>
                  </a:lnTo>
                  <a:lnTo>
                    <a:pt x="4232" y="40319"/>
                  </a:lnTo>
                  <a:lnTo>
                    <a:pt x="4173" y="39981"/>
                  </a:lnTo>
                  <a:lnTo>
                    <a:pt x="3709" y="37349"/>
                  </a:lnTo>
                  <a:lnTo>
                    <a:pt x="3506" y="35686"/>
                  </a:lnTo>
                  <a:lnTo>
                    <a:pt x="2765" y="32456"/>
                  </a:lnTo>
                  <a:lnTo>
                    <a:pt x="2652" y="31475"/>
                  </a:lnTo>
                  <a:lnTo>
                    <a:pt x="2545" y="30544"/>
                  </a:lnTo>
                  <a:lnTo>
                    <a:pt x="2255" y="26643"/>
                  </a:lnTo>
                  <a:lnTo>
                    <a:pt x="2210" y="26040"/>
                  </a:lnTo>
                  <a:lnTo>
                    <a:pt x="1392" y="18652"/>
                  </a:lnTo>
                  <a:lnTo>
                    <a:pt x="1282" y="17655"/>
                  </a:lnTo>
                  <a:lnTo>
                    <a:pt x="661" y="12171"/>
                  </a:lnTo>
                  <a:lnTo>
                    <a:pt x="0" y="10601"/>
                  </a:lnTo>
                  <a:lnTo>
                    <a:pt x="554" y="10527"/>
                  </a:lnTo>
                  <a:lnTo>
                    <a:pt x="3931" y="10073"/>
                  </a:lnTo>
                  <a:lnTo>
                    <a:pt x="4804" y="9956"/>
                  </a:lnTo>
                  <a:lnTo>
                    <a:pt x="15155" y="8511"/>
                  </a:lnTo>
                  <a:lnTo>
                    <a:pt x="17957" y="8120"/>
                  </a:lnTo>
                  <a:lnTo>
                    <a:pt x="28530" y="6796"/>
                  </a:lnTo>
                  <a:lnTo>
                    <a:pt x="29480" y="6677"/>
                  </a:lnTo>
                  <a:lnTo>
                    <a:pt x="37297" y="5533"/>
                  </a:lnTo>
                  <a:lnTo>
                    <a:pt x="40287" y="5169"/>
                  </a:lnTo>
                  <a:lnTo>
                    <a:pt x="47814" y="4254"/>
                  </a:lnTo>
                  <a:lnTo>
                    <a:pt x="57961" y="2713"/>
                  </a:lnTo>
                  <a:lnTo>
                    <a:pt x="67200" y="1499"/>
                  </a:lnTo>
                  <a:lnTo>
                    <a:pt x="67344" y="1477"/>
                  </a:lnTo>
                  <a:lnTo>
                    <a:pt x="68421" y="1310"/>
                  </a:lnTo>
                  <a:lnTo>
                    <a:pt x="76894" y="0"/>
                  </a:lnTo>
                  <a:lnTo>
                    <a:pt x="77614" y="5248"/>
                  </a:lnTo>
                  <a:lnTo>
                    <a:pt x="78008" y="8504"/>
                  </a:lnTo>
                  <a:lnTo>
                    <a:pt x="78493" y="12251"/>
                  </a:lnTo>
                  <a:lnTo>
                    <a:pt x="78882" y="151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 name="pg48"/>
            <p:cNvSpPr/>
            <p:nvPr/>
          </p:nvSpPr>
          <p:spPr>
            <a:xfrm>
              <a:off x="5247906" y="3588921"/>
              <a:ext cx="197548" cy="129437"/>
            </a:xfrm>
            <a:custGeom>
              <a:avLst/>
              <a:pathLst>
                <a:path w="197548" h="129437">
                  <a:moveTo>
                    <a:pt x="68735" y="6456"/>
                  </a:moveTo>
                  <a:lnTo>
                    <a:pt x="70085" y="8914"/>
                  </a:lnTo>
                  <a:lnTo>
                    <a:pt x="77964" y="19576"/>
                  </a:lnTo>
                  <a:lnTo>
                    <a:pt x="80767" y="20053"/>
                  </a:lnTo>
                  <a:lnTo>
                    <a:pt x="87415" y="18886"/>
                  </a:lnTo>
                  <a:lnTo>
                    <a:pt x="90340" y="18453"/>
                  </a:lnTo>
                  <a:lnTo>
                    <a:pt x="93965" y="19282"/>
                  </a:lnTo>
                  <a:lnTo>
                    <a:pt x="97739" y="21180"/>
                  </a:lnTo>
                  <a:lnTo>
                    <a:pt x="95975" y="25958"/>
                  </a:lnTo>
                  <a:lnTo>
                    <a:pt x="101880" y="28582"/>
                  </a:lnTo>
                  <a:lnTo>
                    <a:pt x="107057" y="26875"/>
                  </a:lnTo>
                  <a:lnTo>
                    <a:pt x="108440" y="31206"/>
                  </a:lnTo>
                  <a:lnTo>
                    <a:pt x="102118" y="34784"/>
                  </a:lnTo>
                  <a:lnTo>
                    <a:pt x="101820" y="35679"/>
                  </a:lnTo>
                  <a:lnTo>
                    <a:pt x="108738" y="38899"/>
                  </a:lnTo>
                  <a:lnTo>
                    <a:pt x="112124" y="40264"/>
                  </a:lnTo>
                  <a:lnTo>
                    <a:pt x="123388" y="43582"/>
                  </a:lnTo>
                  <a:lnTo>
                    <a:pt x="147498" y="41750"/>
                  </a:lnTo>
                  <a:lnTo>
                    <a:pt x="152548" y="45504"/>
                  </a:lnTo>
                  <a:lnTo>
                    <a:pt x="153871" y="48191"/>
                  </a:lnTo>
                  <a:lnTo>
                    <a:pt x="154233" y="53968"/>
                  </a:lnTo>
                  <a:lnTo>
                    <a:pt x="154608" y="54306"/>
                  </a:lnTo>
                  <a:lnTo>
                    <a:pt x="157918" y="55111"/>
                  </a:lnTo>
                  <a:lnTo>
                    <a:pt x="161049" y="54753"/>
                  </a:lnTo>
                  <a:lnTo>
                    <a:pt x="163912" y="54753"/>
                  </a:lnTo>
                  <a:lnTo>
                    <a:pt x="169816" y="55379"/>
                  </a:lnTo>
                  <a:lnTo>
                    <a:pt x="178046" y="56990"/>
                  </a:lnTo>
                  <a:lnTo>
                    <a:pt x="183772" y="58421"/>
                  </a:lnTo>
                  <a:lnTo>
                    <a:pt x="182967" y="59763"/>
                  </a:lnTo>
                  <a:lnTo>
                    <a:pt x="182340" y="62446"/>
                  </a:lnTo>
                  <a:lnTo>
                    <a:pt x="187171" y="63520"/>
                  </a:lnTo>
                  <a:lnTo>
                    <a:pt x="196296" y="64683"/>
                  </a:lnTo>
                  <a:lnTo>
                    <a:pt x="196385" y="65935"/>
                  </a:lnTo>
                  <a:lnTo>
                    <a:pt x="196654" y="68440"/>
                  </a:lnTo>
                  <a:lnTo>
                    <a:pt x="197280" y="71124"/>
                  </a:lnTo>
                  <a:lnTo>
                    <a:pt x="197548" y="73808"/>
                  </a:lnTo>
                  <a:lnTo>
                    <a:pt x="194149" y="75776"/>
                  </a:lnTo>
                  <a:lnTo>
                    <a:pt x="190392" y="73092"/>
                  </a:lnTo>
                  <a:lnTo>
                    <a:pt x="187618" y="71661"/>
                  </a:lnTo>
                  <a:lnTo>
                    <a:pt x="184130" y="71571"/>
                  </a:lnTo>
                  <a:lnTo>
                    <a:pt x="182519" y="72287"/>
                  </a:lnTo>
                  <a:lnTo>
                    <a:pt x="181535" y="74344"/>
                  </a:lnTo>
                  <a:lnTo>
                    <a:pt x="180820" y="75597"/>
                  </a:lnTo>
                  <a:lnTo>
                    <a:pt x="181267" y="77565"/>
                  </a:lnTo>
                  <a:lnTo>
                    <a:pt x="180551" y="80159"/>
                  </a:lnTo>
                  <a:lnTo>
                    <a:pt x="175452" y="82754"/>
                  </a:lnTo>
                  <a:lnTo>
                    <a:pt x="171874" y="81770"/>
                  </a:lnTo>
                  <a:lnTo>
                    <a:pt x="169011" y="81680"/>
                  </a:lnTo>
                  <a:lnTo>
                    <a:pt x="165343" y="82664"/>
                  </a:lnTo>
                  <a:lnTo>
                    <a:pt x="163286" y="84006"/>
                  </a:lnTo>
                  <a:lnTo>
                    <a:pt x="161318" y="85437"/>
                  </a:lnTo>
                  <a:lnTo>
                    <a:pt x="158992" y="85169"/>
                  </a:lnTo>
                  <a:lnTo>
                    <a:pt x="158634" y="82485"/>
                  </a:lnTo>
                  <a:lnTo>
                    <a:pt x="158544" y="80159"/>
                  </a:lnTo>
                  <a:lnTo>
                    <a:pt x="157381" y="79175"/>
                  </a:lnTo>
                  <a:lnTo>
                    <a:pt x="155145" y="77386"/>
                  </a:lnTo>
                  <a:lnTo>
                    <a:pt x="153714" y="76044"/>
                  </a:lnTo>
                  <a:lnTo>
                    <a:pt x="151477" y="74881"/>
                  </a:lnTo>
                  <a:lnTo>
                    <a:pt x="149933" y="74229"/>
                  </a:lnTo>
                  <a:lnTo>
                    <a:pt x="147452" y="73181"/>
                  </a:lnTo>
                  <a:lnTo>
                    <a:pt x="137701" y="71929"/>
                  </a:lnTo>
                  <a:lnTo>
                    <a:pt x="130544" y="72108"/>
                  </a:lnTo>
                  <a:lnTo>
                    <a:pt x="127234" y="72734"/>
                  </a:lnTo>
                  <a:lnTo>
                    <a:pt x="123990" y="72734"/>
                  </a:lnTo>
                  <a:lnTo>
                    <a:pt x="120593" y="71699"/>
                  </a:lnTo>
                  <a:lnTo>
                    <a:pt x="118472" y="71053"/>
                  </a:lnTo>
                  <a:lnTo>
                    <a:pt x="111543" y="69073"/>
                  </a:lnTo>
                  <a:lnTo>
                    <a:pt x="104445" y="68094"/>
                  </a:lnTo>
                  <a:lnTo>
                    <a:pt x="102694" y="66358"/>
                  </a:lnTo>
                  <a:lnTo>
                    <a:pt x="103163" y="61552"/>
                  </a:lnTo>
                  <a:lnTo>
                    <a:pt x="99616" y="61101"/>
                  </a:lnTo>
                  <a:lnTo>
                    <a:pt x="92194" y="60157"/>
                  </a:lnTo>
                  <a:lnTo>
                    <a:pt x="89526" y="61276"/>
                  </a:lnTo>
                  <a:lnTo>
                    <a:pt x="87780" y="64597"/>
                  </a:lnTo>
                  <a:lnTo>
                    <a:pt x="86798" y="71823"/>
                  </a:lnTo>
                  <a:lnTo>
                    <a:pt x="88365" y="78140"/>
                  </a:lnTo>
                  <a:lnTo>
                    <a:pt x="87593" y="88755"/>
                  </a:lnTo>
                  <a:lnTo>
                    <a:pt x="97715" y="96968"/>
                  </a:lnTo>
                  <a:lnTo>
                    <a:pt x="98481" y="103078"/>
                  </a:lnTo>
                  <a:lnTo>
                    <a:pt x="98807" y="105673"/>
                  </a:lnTo>
                  <a:lnTo>
                    <a:pt x="94833" y="111361"/>
                  </a:lnTo>
                  <a:lnTo>
                    <a:pt x="83149" y="103182"/>
                  </a:lnTo>
                  <a:lnTo>
                    <a:pt x="81423" y="101974"/>
                  </a:lnTo>
                  <a:lnTo>
                    <a:pt x="77603" y="103971"/>
                  </a:lnTo>
                  <a:lnTo>
                    <a:pt x="75303" y="106278"/>
                  </a:lnTo>
                  <a:lnTo>
                    <a:pt x="72960" y="109334"/>
                  </a:lnTo>
                  <a:lnTo>
                    <a:pt x="71572" y="111873"/>
                  </a:lnTo>
                  <a:lnTo>
                    <a:pt x="71171" y="114792"/>
                  </a:lnTo>
                  <a:lnTo>
                    <a:pt x="71606" y="117942"/>
                  </a:lnTo>
                  <a:lnTo>
                    <a:pt x="74550" y="124862"/>
                  </a:lnTo>
                  <a:lnTo>
                    <a:pt x="75650" y="127448"/>
                  </a:lnTo>
                  <a:lnTo>
                    <a:pt x="65169" y="129437"/>
                  </a:lnTo>
                  <a:lnTo>
                    <a:pt x="64333" y="127611"/>
                  </a:lnTo>
                  <a:lnTo>
                    <a:pt x="62943" y="124577"/>
                  </a:lnTo>
                  <a:lnTo>
                    <a:pt x="60715" y="115897"/>
                  </a:lnTo>
                  <a:lnTo>
                    <a:pt x="63499" y="106948"/>
                  </a:lnTo>
                  <a:lnTo>
                    <a:pt x="61052" y="105085"/>
                  </a:lnTo>
                  <a:lnTo>
                    <a:pt x="59588" y="105588"/>
                  </a:lnTo>
                  <a:lnTo>
                    <a:pt x="57481" y="106599"/>
                  </a:lnTo>
                  <a:lnTo>
                    <a:pt x="54643" y="109453"/>
                  </a:lnTo>
                  <a:lnTo>
                    <a:pt x="52361" y="112882"/>
                  </a:lnTo>
                  <a:lnTo>
                    <a:pt x="49622" y="117233"/>
                  </a:lnTo>
                  <a:lnTo>
                    <a:pt x="46578" y="125920"/>
                  </a:lnTo>
                  <a:lnTo>
                    <a:pt x="41688" y="124906"/>
                  </a:lnTo>
                  <a:lnTo>
                    <a:pt x="37811" y="122819"/>
                  </a:lnTo>
                  <a:lnTo>
                    <a:pt x="34650" y="119897"/>
                  </a:lnTo>
                  <a:lnTo>
                    <a:pt x="37042" y="114096"/>
                  </a:lnTo>
                  <a:lnTo>
                    <a:pt x="37233" y="112891"/>
                  </a:lnTo>
                  <a:lnTo>
                    <a:pt x="39986" y="108665"/>
                  </a:lnTo>
                  <a:lnTo>
                    <a:pt x="40651" y="107273"/>
                  </a:lnTo>
                  <a:lnTo>
                    <a:pt x="39253" y="104410"/>
                  </a:lnTo>
                  <a:lnTo>
                    <a:pt x="39127" y="104152"/>
                  </a:lnTo>
                  <a:lnTo>
                    <a:pt x="38312" y="100399"/>
                  </a:lnTo>
                  <a:lnTo>
                    <a:pt x="39180" y="98752"/>
                  </a:lnTo>
                  <a:lnTo>
                    <a:pt x="42348" y="97148"/>
                  </a:lnTo>
                  <a:lnTo>
                    <a:pt x="45367" y="95213"/>
                  </a:lnTo>
                  <a:lnTo>
                    <a:pt x="47795" y="93373"/>
                  </a:lnTo>
                  <a:lnTo>
                    <a:pt x="48222" y="93049"/>
                  </a:lnTo>
                  <a:lnTo>
                    <a:pt x="49698" y="90388"/>
                  </a:lnTo>
                  <a:lnTo>
                    <a:pt x="53173" y="88743"/>
                  </a:lnTo>
                  <a:lnTo>
                    <a:pt x="53777" y="88453"/>
                  </a:lnTo>
                  <a:lnTo>
                    <a:pt x="56209" y="87285"/>
                  </a:lnTo>
                  <a:lnTo>
                    <a:pt x="56245" y="87055"/>
                  </a:lnTo>
                  <a:lnTo>
                    <a:pt x="58339" y="84858"/>
                  </a:lnTo>
                  <a:lnTo>
                    <a:pt x="61596" y="81442"/>
                  </a:lnTo>
                  <a:lnTo>
                    <a:pt x="64971" y="73446"/>
                  </a:lnTo>
                  <a:lnTo>
                    <a:pt x="60513" y="68580"/>
                  </a:lnTo>
                  <a:lnTo>
                    <a:pt x="59755" y="65213"/>
                  </a:lnTo>
                  <a:lnTo>
                    <a:pt x="57784" y="63880"/>
                  </a:lnTo>
                  <a:lnTo>
                    <a:pt x="57307" y="63557"/>
                  </a:lnTo>
                  <a:lnTo>
                    <a:pt x="52468" y="55498"/>
                  </a:lnTo>
                  <a:lnTo>
                    <a:pt x="48318" y="53896"/>
                  </a:lnTo>
                  <a:lnTo>
                    <a:pt x="44143" y="48051"/>
                  </a:lnTo>
                  <a:lnTo>
                    <a:pt x="40251" y="51356"/>
                  </a:lnTo>
                  <a:lnTo>
                    <a:pt x="36365" y="54655"/>
                  </a:lnTo>
                  <a:lnTo>
                    <a:pt x="28671" y="62617"/>
                  </a:lnTo>
                  <a:lnTo>
                    <a:pt x="21738" y="57786"/>
                  </a:lnTo>
                  <a:lnTo>
                    <a:pt x="16818" y="54432"/>
                  </a:lnTo>
                  <a:lnTo>
                    <a:pt x="16281" y="55281"/>
                  </a:lnTo>
                  <a:lnTo>
                    <a:pt x="14940" y="57160"/>
                  </a:lnTo>
                  <a:lnTo>
                    <a:pt x="11965" y="55199"/>
                  </a:lnTo>
                  <a:lnTo>
                    <a:pt x="14625" y="50991"/>
                  </a:lnTo>
                  <a:lnTo>
                    <a:pt x="14465" y="48917"/>
                  </a:lnTo>
                  <a:lnTo>
                    <a:pt x="14373" y="47716"/>
                  </a:lnTo>
                  <a:lnTo>
                    <a:pt x="10892" y="48132"/>
                  </a:lnTo>
                  <a:lnTo>
                    <a:pt x="10431" y="45990"/>
                  </a:lnTo>
                  <a:lnTo>
                    <a:pt x="4955" y="47628"/>
                  </a:lnTo>
                  <a:lnTo>
                    <a:pt x="59" y="48012"/>
                  </a:lnTo>
                  <a:lnTo>
                    <a:pt x="357" y="45925"/>
                  </a:lnTo>
                  <a:lnTo>
                    <a:pt x="238" y="44493"/>
                  </a:lnTo>
                  <a:lnTo>
                    <a:pt x="0" y="41869"/>
                  </a:lnTo>
                  <a:lnTo>
                    <a:pt x="477" y="39841"/>
                  </a:lnTo>
                  <a:lnTo>
                    <a:pt x="1133" y="38291"/>
                  </a:lnTo>
                  <a:lnTo>
                    <a:pt x="3220" y="35965"/>
                  </a:lnTo>
                  <a:lnTo>
                    <a:pt x="5128" y="33579"/>
                  </a:lnTo>
                  <a:lnTo>
                    <a:pt x="6321" y="30776"/>
                  </a:lnTo>
                  <a:lnTo>
                    <a:pt x="7242" y="28975"/>
                  </a:lnTo>
                  <a:lnTo>
                    <a:pt x="7182" y="28021"/>
                  </a:lnTo>
                  <a:lnTo>
                    <a:pt x="6884" y="25874"/>
                  </a:lnTo>
                  <a:lnTo>
                    <a:pt x="6943" y="23846"/>
                  </a:lnTo>
                  <a:lnTo>
                    <a:pt x="6943" y="22057"/>
                  </a:lnTo>
                  <a:lnTo>
                    <a:pt x="6884" y="20238"/>
                  </a:lnTo>
                  <a:lnTo>
                    <a:pt x="7063" y="19343"/>
                  </a:lnTo>
                  <a:lnTo>
                    <a:pt x="8822" y="16540"/>
                  </a:lnTo>
                  <a:lnTo>
                    <a:pt x="9150" y="15646"/>
                  </a:lnTo>
                  <a:lnTo>
                    <a:pt x="9269" y="14900"/>
                  </a:lnTo>
                  <a:lnTo>
                    <a:pt x="9017" y="13171"/>
                  </a:lnTo>
                  <a:lnTo>
                    <a:pt x="11180" y="10292"/>
                  </a:lnTo>
                  <a:lnTo>
                    <a:pt x="11326" y="10097"/>
                  </a:lnTo>
                  <a:lnTo>
                    <a:pt x="11571" y="9573"/>
                  </a:lnTo>
                  <a:lnTo>
                    <a:pt x="11724" y="9244"/>
                  </a:lnTo>
                  <a:lnTo>
                    <a:pt x="12004" y="8647"/>
                  </a:lnTo>
                  <a:lnTo>
                    <a:pt x="16080" y="5980"/>
                  </a:lnTo>
                  <a:lnTo>
                    <a:pt x="24890" y="7330"/>
                  </a:lnTo>
                  <a:lnTo>
                    <a:pt x="26620" y="13354"/>
                  </a:lnTo>
                  <a:lnTo>
                    <a:pt x="26523" y="16753"/>
                  </a:lnTo>
                  <a:lnTo>
                    <a:pt x="26781" y="17152"/>
                  </a:lnTo>
                  <a:lnTo>
                    <a:pt x="27068" y="17596"/>
                  </a:lnTo>
                  <a:lnTo>
                    <a:pt x="31048" y="14025"/>
                  </a:lnTo>
                  <a:lnTo>
                    <a:pt x="35054" y="10453"/>
                  </a:lnTo>
                  <a:lnTo>
                    <a:pt x="36214" y="9455"/>
                  </a:lnTo>
                  <a:lnTo>
                    <a:pt x="37538" y="10242"/>
                  </a:lnTo>
                  <a:lnTo>
                    <a:pt x="39931" y="8672"/>
                  </a:lnTo>
                  <a:lnTo>
                    <a:pt x="40041" y="8842"/>
                  </a:lnTo>
                  <a:lnTo>
                    <a:pt x="41492" y="11070"/>
                  </a:lnTo>
                  <a:lnTo>
                    <a:pt x="43805" y="9880"/>
                  </a:lnTo>
                  <a:lnTo>
                    <a:pt x="49136" y="7218"/>
                  </a:lnTo>
                  <a:lnTo>
                    <a:pt x="48978" y="6953"/>
                  </a:lnTo>
                  <a:lnTo>
                    <a:pt x="48648" y="6399"/>
                  </a:lnTo>
                  <a:lnTo>
                    <a:pt x="52841" y="4039"/>
                  </a:lnTo>
                  <a:lnTo>
                    <a:pt x="57984" y="1006"/>
                  </a:lnTo>
                  <a:lnTo>
                    <a:pt x="59026" y="2798"/>
                  </a:lnTo>
                  <a:lnTo>
                    <a:pt x="57145" y="3747"/>
                  </a:lnTo>
                  <a:lnTo>
                    <a:pt x="58860" y="7078"/>
                  </a:lnTo>
                  <a:lnTo>
                    <a:pt x="64884" y="4239"/>
                  </a:lnTo>
                  <a:lnTo>
                    <a:pt x="64807" y="4045"/>
                  </a:lnTo>
                  <a:lnTo>
                    <a:pt x="63875" y="1677"/>
                  </a:lnTo>
                  <a:lnTo>
                    <a:pt x="67941"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 name="pg49"/>
            <p:cNvSpPr/>
            <p:nvPr/>
          </p:nvSpPr>
          <p:spPr>
            <a:xfrm>
              <a:off x="5211846" y="3413481"/>
              <a:ext cx="253186" cy="193036"/>
            </a:xfrm>
            <a:custGeom>
              <a:avLst/>
              <a:pathLst>
                <a:path w="253186" h="193036">
                  <a:moveTo>
                    <a:pt x="133377" y="35968"/>
                  </a:moveTo>
                  <a:lnTo>
                    <a:pt x="136097" y="36102"/>
                  </a:lnTo>
                  <a:lnTo>
                    <a:pt x="138363" y="36102"/>
                  </a:lnTo>
                  <a:lnTo>
                    <a:pt x="140414" y="36341"/>
                  </a:lnTo>
                  <a:lnTo>
                    <a:pt x="141798" y="36556"/>
                  </a:lnTo>
                  <a:lnTo>
                    <a:pt x="144017" y="36078"/>
                  </a:lnTo>
                  <a:lnTo>
                    <a:pt x="152438" y="37820"/>
                  </a:lnTo>
                  <a:lnTo>
                    <a:pt x="160905" y="39740"/>
                  </a:lnTo>
                  <a:lnTo>
                    <a:pt x="167096" y="41189"/>
                  </a:lnTo>
                  <a:lnTo>
                    <a:pt x="172141" y="42442"/>
                  </a:lnTo>
                  <a:lnTo>
                    <a:pt x="173266" y="42732"/>
                  </a:lnTo>
                  <a:lnTo>
                    <a:pt x="181396" y="44829"/>
                  </a:lnTo>
                  <a:lnTo>
                    <a:pt x="195411" y="47811"/>
                  </a:lnTo>
                  <a:lnTo>
                    <a:pt x="198171" y="48172"/>
                  </a:lnTo>
                  <a:lnTo>
                    <a:pt x="198901" y="48254"/>
                  </a:lnTo>
                  <a:lnTo>
                    <a:pt x="204479" y="48806"/>
                  </a:lnTo>
                  <a:lnTo>
                    <a:pt x="205795" y="48592"/>
                  </a:lnTo>
                  <a:lnTo>
                    <a:pt x="206892" y="48414"/>
                  </a:lnTo>
                  <a:lnTo>
                    <a:pt x="208925" y="47759"/>
                  </a:lnTo>
                  <a:lnTo>
                    <a:pt x="212365" y="46853"/>
                  </a:lnTo>
                  <a:lnTo>
                    <a:pt x="214943" y="46038"/>
                  </a:lnTo>
                  <a:lnTo>
                    <a:pt x="219891" y="45096"/>
                  </a:lnTo>
                  <a:lnTo>
                    <a:pt x="220761" y="44930"/>
                  </a:lnTo>
                  <a:lnTo>
                    <a:pt x="220902" y="44902"/>
                  </a:lnTo>
                  <a:lnTo>
                    <a:pt x="221461" y="44924"/>
                  </a:lnTo>
                  <a:lnTo>
                    <a:pt x="223537" y="45007"/>
                  </a:lnTo>
                  <a:lnTo>
                    <a:pt x="226847" y="46036"/>
                  </a:lnTo>
                  <a:lnTo>
                    <a:pt x="233511" y="48317"/>
                  </a:lnTo>
                  <a:lnTo>
                    <a:pt x="237656" y="49465"/>
                  </a:lnTo>
                  <a:lnTo>
                    <a:pt x="240303" y="50471"/>
                  </a:lnTo>
                  <a:lnTo>
                    <a:pt x="243918" y="52894"/>
                  </a:lnTo>
                  <a:lnTo>
                    <a:pt x="250180" y="57479"/>
                  </a:lnTo>
                  <a:lnTo>
                    <a:pt x="251336" y="58187"/>
                  </a:lnTo>
                  <a:lnTo>
                    <a:pt x="253186" y="58900"/>
                  </a:lnTo>
                  <a:lnTo>
                    <a:pt x="252155" y="62408"/>
                  </a:lnTo>
                  <a:lnTo>
                    <a:pt x="247039" y="79810"/>
                  </a:lnTo>
                  <a:lnTo>
                    <a:pt x="243604" y="78704"/>
                  </a:lnTo>
                  <a:lnTo>
                    <a:pt x="240207" y="83198"/>
                  </a:lnTo>
                  <a:lnTo>
                    <a:pt x="240662" y="85570"/>
                  </a:lnTo>
                  <a:lnTo>
                    <a:pt x="245179" y="88330"/>
                  </a:lnTo>
                  <a:lnTo>
                    <a:pt x="243481" y="93315"/>
                  </a:lnTo>
                  <a:lnTo>
                    <a:pt x="242855" y="93494"/>
                  </a:lnTo>
                  <a:lnTo>
                    <a:pt x="238859" y="94180"/>
                  </a:lnTo>
                  <a:lnTo>
                    <a:pt x="237249" y="94687"/>
                  </a:lnTo>
                  <a:lnTo>
                    <a:pt x="236575" y="95656"/>
                  </a:lnTo>
                  <a:lnTo>
                    <a:pt x="232936" y="101325"/>
                  </a:lnTo>
                  <a:lnTo>
                    <a:pt x="230252" y="105112"/>
                  </a:lnTo>
                  <a:lnTo>
                    <a:pt x="227503" y="105617"/>
                  </a:lnTo>
                  <a:lnTo>
                    <a:pt x="224756" y="105857"/>
                  </a:lnTo>
                  <a:lnTo>
                    <a:pt x="222254" y="106203"/>
                  </a:lnTo>
                  <a:lnTo>
                    <a:pt x="220807" y="107039"/>
                  </a:lnTo>
                  <a:lnTo>
                    <a:pt x="220088" y="107507"/>
                  </a:lnTo>
                  <a:lnTo>
                    <a:pt x="217415" y="109182"/>
                  </a:lnTo>
                  <a:lnTo>
                    <a:pt x="210461" y="113743"/>
                  </a:lnTo>
                  <a:lnTo>
                    <a:pt x="209521" y="114359"/>
                  </a:lnTo>
                  <a:lnTo>
                    <a:pt x="208617" y="114953"/>
                  </a:lnTo>
                  <a:lnTo>
                    <a:pt x="211466" y="119705"/>
                  </a:lnTo>
                  <a:lnTo>
                    <a:pt x="211057" y="120217"/>
                  </a:lnTo>
                  <a:lnTo>
                    <a:pt x="210194" y="121291"/>
                  </a:lnTo>
                  <a:lnTo>
                    <a:pt x="207114" y="125125"/>
                  </a:lnTo>
                  <a:lnTo>
                    <a:pt x="203579" y="130246"/>
                  </a:lnTo>
                  <a:lnTo>
                    <a:pt x="202674" y="131558"/>
                  </a:lnTo>
                  <a:lnTo>
                    <a:pt x="199573" y="135603"/>
                  </a:lnTo>
                  <a:lnTo>
                    <a:pt x="199502" y="135254"/>
                  </a:lnTo>
                  <a:lnTo>
                    <a:pt x="196424" y="132613"/>
                  </a:lnTo>
                  <a:lnTo>
                    <a:pt x="187195" y="130947"/>
                  </a:lnTo>
                  <a:lnTo>
                    <a:pt x="183652" y="132331"/>
                  </a:lnTo>
                  <a:lnTo>
                    <a:pt x="174116" y="132378"/>
                  </a:lnTo>
                  <a:lnTo>
                    <a:pt x="153038" y="128017"/>
                  </a:lnTo>
                  <a:lnTo>
                    <a:pt x="146289" y="125252"/>
                  </a:lnTo>
                  <a:lnTo>
                    <a:pt x="141829" y="121652"/>
                  </a:lnTo>
                  <a:lnTo>
                    <a:pt x="141075" y="121044"/>
                  </a:lnTo>
                  <a:lnTo>
                    <a:pt x="137993" y="118556"/>
                  </a:lnTo>
                  <a:lnTo>
                    <a:pt x="136889" y="119917"/>
                  </a:lnTo>
                  <a:lnTo>
                    <a:pt x="136174" y="121319"/>
                  </a:lnTo>
                  <a:lnTo>
                    <a:pt x="132297" y="121423"/>
                  </a:lnTo>
                  <a:lnTo>
                    <a:pt x="130623" y="121745"/>
                  </a:lnTo>
                  <a:lnTo>
                    <a:pt x="129549" y="124906"/>
                  </a:lnTo>
                  <a:lnTo>
                    <a:pt x="126957" y="128291"/>
                  </a:lnTo>
                  <a:lnTo>
                    <a:pt x="124063" y="131705"/>
                  </a:lnTo>
                  <a:lnTo>
                    <a:pt x="121896" y="132982"/>
                  </a:lnTo>
                  <a:lnTo>
                    <a:pt x="120896" y="133346"/>
                  </a:lnTo>
                  <a:lnTo>
                    <a:pt x="118976" y="134046"/>
                  </a:lnTo>
                  <a:lnTo>
                    <a:pt x="118910" y="133861"/>
                  </a:lnTo>
                  <a:lnTo>
                    <a:pt x="118112" y="131608"/>
                  </a:lnTo>
                  <a:lnTo>
                    <a:pt x="117024" y="131794"/>
                  </a:lnTo>
                  <a:lnTo>
                    <a:pt x="114875" y="132161"/>
                  </a:lnTo>
                  <a:lnTo>
                    <a:pt x="114177" y="132105"/>
                  </a:lnTo>
                  <a:lnTo>
                    <a:pt x="112666" y="131982"/>
                  </a:lnTo>
                  <a:lnTo>
                    <a:pt x="111100" y="131647"/>
                  </a:lnTo>
                  <a:lnTo>
                    <a:pt x="110765" y="131200"/>
                  </a:lnTo>
                  <a:lnTo>
                    <a:pt x="109423" y="129597"/>
                  </a:lnTo>
                  <a:lnTo>
                    <a:pt x="107671" y="127696"/>
                  </a:lnTo>
                  <a:lnTo>
                    <a:pt x="105099" y="125646"/>
                  </a:lnTo>
                  <a:lnTo>
                    <a:pt x="101222" y="124975"/>
                  </a:lnTo>
                  <a:lnTo>
                    <a:pt x="100179" y="123819"/>
                  </a:lnTo>
                  <a:lnTo>
                    <a:pt x="97830" y="120390"/>
                  </a:lnTo>
                  <a:lnTo>
                    <a:pt x="97458" y="119160"/>
                  </a:lnTo>
                  <a:lnTo>
                    <a:pt x="97719" y="117893"/>
                  </a:lnTo>
                  <a:lnTo>
                    <a:pt x="98914" y="117609"/>
                  </a:lnTo>
                  <a:lnTo>
                    <a:pt x="101933" y="116677"/>
                  </a:lnTo>
                  <a:lnTo>
                    <a:pt x="103610" y="115746"/>
                  </a:lnTo>
                  <a:lnTo>
                    <a:pt x="106443" y="114739"/>
                  </a:lnTo>
                  <a:lnTo>
                    <a:pt x="109239" y="113807"/>
                  </a:lnTo>
                  <a:lnTo>
                    <a:pt x="109798" y="113099"/>
                  </a:lnTo>
                  <a:lnTo>
                    <a:pt x="111997" y="110564"/>
                  </a:lnTo>
                  <a:lnTo>
                    <a:pt x="113115" y="108179"/>
                  </a:lnTo>
                  <a:lnTo>
                    <a:pt x="113600" y="105644"/>
                  </a:lnTo>
                  <a:lnTo>
                    <a:pt x="112444" y="103818"/>
                  </a:lnTo>
                  <a:lnTo>
                    <a:pt x="110394" y="102252"/>
                  </a:lnTo>
                  <a:lnTo>
                    <a:pt x="108531" y="104489"/>
                  </a:lnTo>
                  <a:lnTo>
                    <a:pt x="107860" y="104116"/>
                  </a:lnTo>
                  <a:lnTo>
                    <a:pt x="103648" y="101209"/>
                  </a:lnTo>
                  <a:lnTo>
                    <a:pt x="102194" y="102774"/>
                  </a:lnTo>
                  <a:lnTo>
                    <a:pt x="99175" y="105197"/>
                  </a:lnTo>
                  <a:lnTo>
                    <a:pt x="96081" y="104750"/>
                  </a:lnTo>
                  <a:lnTo>
                    <a:pt x="95413" y="104200"/>
                  </a:lnTo>
                  <a:lnTo>
                    <a:pt x="93219" y="102053"/>
                  </a:lnTo>
                  <a:lnTo>
                    <a:pt x="92502" y="101351"/>
                  </a:lnTo>
                  <a:lnTo>
                    <a:pt x="92183" y="101039"/>
                  </a:lnTo>
                  <a:lnTo>
                    <a:pt x="88927" y="97854"/>
                  </a:lnTo>
                  <a:lnTo>
                    <a:pt x="89746" y="97192"/>
                  </a:lnTo>
                  <a:lnTo>
                    <a:pt x="90748" y="96252"/>
                  </a:lnTo>
                  <a:lnTo>
                    <a:pt x="91374" y="95551"/>
                  </a:lnTo>
                  <a:lnTo>
                    <a:pt x="92552" y="94105"/>
                  </a:lnTo>
                  <a:lnTo>
                    <a:pt x="92733" y="93825"/>
                  </a:lnTo>
                  <a:lnTo>
                    <a:pt x="88642" y="91125"/>
                  </a:lnTo>
                  <a:lnTo>
                    <a:pt x="89113" y="90562"/>
                  </a:lnTo>
                  <a:lnTo>
                    <a:pt x="89329" y="90304"/>
                  </a:lnTo>
                  <a:lnTo>
                    <a:pt x="88034" y="89282"/>
                  </a:lnTo>
                  <a:lnTo>
                    <a:pt x="86677" y="90520"/>
                  </a:lnTo>
                  <a:lnTo>
                    <a:pt x="83554" y="93174"/>
                  </a:lnTo>
                  <a:lnTo>
                    <a:pt x="76931" y="98803"/>
                  </a:lnTo>
                  <a:lnTo>
                    <a:pt x="76099" y="99510"/>
                  </a:lnTo>
                  <a:lnTo>
                    <a:pt x="74362" y="100987"/>
                  </a:lnTo>
                  <a:lnTo>
                    <a:pt x="73300" y="102348"/>
                  </a:lnTo>
                  <a:lnTo>
                    <a:pt x="69996" y="106961"/>
                  </a:lnTo>
                  <a:lnTo>
                    <a:pt x="68362" y="109243"/>
                  </a:lnTo>
                  <a:lnTo>
                    <a:pt x="63027" y="116739"/>
                  </a:lnTo>
                  <a:lnTo>
                    <a:pt x="62722" y="117288"/>
                  </a:lnTo>
                  <a:lnTo>
                    <a:pt x="62507" y="118516"/>
                  </a:lnTo>
                  <a:lnTo>
                    <a:pt x="62374" y="121906"/>
                  </a:lnTo>
                  <a:lnTo>
                    <a:pt x="62009" y="123484"/>
                  </a:lnTo>
                  <a:lnTo>
                    <a:pt x="60667" y="126407"/>
                  </a:lnTo>
                  <a:lnTo>
                    <a:pt x="59624" y="129061"/>
                  </a:lnTo>
                  <a:lnTo>
                    <a:pt x="58759" y="130760"/>
                  </a:lnTo>
                  <a:lnTo>
                    <a:pt x="57417" y="132728"/>
                  </a:lnTo>
                  <a:lnTo>
                    <a:pt x="56833" y="133338"/>
                  </a:lnTo>
                  <a:lnTo>
                    <a:pt x="56015" y="134190"/>
                  </a:lnTo>
                  <a:lnTo>
                    <a:pt x="55866" y="134425"/>
                  </a:lnTo>
                  <a:lnTo>
                    <a:pt x="55674" y="134934"/>
                  </a:lnTo>
                  <a:lnTo>
                    <a:pt x="55603" y="135954"/>
                  </a:lnTo>
                  <a:lnTo>
                    <a:pt x="56050" y="137708"/>
                  </a:lnTo>
                  <a:lnTo>
                    <a:pt x="56605" y="140051"/>
                  </a:lnTo>
                  <a:lnTo>
                    <a:pt x="57195" y="141393"/>
                  </a:lnTo>
                  <a:lnTo>
                    <a:pt x="59378" y="145329"/>
                  </a:lnTo>
                  <a:lnTo>
                    <a:pt x="61956" y="149980"/>
                  </a:lnTo>
                  <a:lnTo>
                    <a:pt x="63981" y="153631"/>
                  </a:lnTo>
                  <a:lnTo>
                    <a:pt x="66613" y="158515"/>
                  </a:lnTo>
                  <a:lnTo>
                    <a:pt x="67615" y="160374"/>
                  </a:lnTo>
                  <a:lnTo>
                    <a:pt x="67774" y="160669"/>
                  </a:lnTo>
                  <a:lnTo>
                    <a:pt x="67964" y="161766"/>
                  </a:lnTo>
                  <a:lnTo>
                    <a:pt x="68916" y="171115"/>
                  </a:lnTo>
                  <a:lnTo>
                    <a:pt x="69242" y="174016"/>
                  </a:lnTo>
                  <a:lnTo>
                    <a:pt x="69326" y="174768"/>
                  </a:lnTo>
                  <a:lnTo>
                    <a:pt x="70326" y="183406"/>
                  </a:lnTo>
                  <a:lnTo>
                    <a:pt x="70576" y="185124"/>
                  </a:lnTo>
                  <a:lnTo>
                    <a:pt x="70807" y="185453"/>
                  </a:lnTo>
                  <a:lnTo>
                    <a:pt x="71113" y="185893"/>
                  </a:lnTo>
                  <a:lnTo>
                    <a:pt x="67108" y="189465"/>
                  </a:lnTo>
                  <a:lnTo>
                    <a:pt x="63128" y="193036"/>
                  </a:lnTo>
                  <a:lnTo>
                    <a:pt x="62840" y="192592"/>
                  </a:lnTo>
                  <a:lnTo>
                    <a:pt x="62582" y="192193"/>
                  </a:lnTo>
                  <a:lnTo>
                    <a:pt x="62679" y="188794"/>
                  </a:lnTo>
                  <a:lnTo>
                    <a:pt x="60949" y="182770"/>
                  </a:lnTo>
                  <a:lnTo>
                    <a:pt x="52139" y="181420"/>
                  </a:lnTo>
                  <a:lnTo>
                    <a:pt x="52885" y="179959"/>
                  </a:lnTo>
                  <a:lnTo>
                    <a:pt x="54346" y="177693"/>
                  </a:lnTo>
                  <a:lnTo>
                    <a:pt x="55151" y="176589"/>
                  </a:lnTo>
                  <a:lnTo>
                    <a:pt x="54912" y="175724"/>
                  </a:lnTo>
                  <a:lnTo>
                    <a:pt x="54664" y="174527"/>
                  </a:lnTo>
                  <a:lnTo>
                    <a:pt x="54234" y="173406"/>
                  </a:lnTo>
                  <a:lnTo>
                    <a:pt x="54187" y="172595"/>
                  </a:lnTo>
                  <a:lnTo>
                    <a:pt x="54497" y="171975"/>
                  </a:lnTo>
                  <a:lnTo>
                    <a:pt x="54902" y="170782"/>
                  </a:lnTo>
                  <a:lnTo>
                    <a:pt x="53877" y="167824"/>
                  </a:lnTo>
                  <a:lnTo>
                    <a:pt x="53185" y="167466"/>
                  </a:lnTo>
                  <a:lnTo>
                    <a:pt x="52134" y="166914"/>
                  </a:lnTo>
                  <a:lnTo>
                    <a:pt x="51215" y="166011"/>
                  </a:lnTo>
                  <a:lnTo>
                    <a:pt x="50619" y="165505"/>
                  </a:lnTo>
                  <a:lnTo>
                    <a:pt x="49873" y="164550"/>
                  </a:lnTo>
                  <a:lnTo>
                    <a:pt x="49038" y="163745"/>
                  </a:lnTo>
                  <a:lnTo>
                    <a:pt x="48263" y="163238"/>
                  </a:lnTo>
                  <a:lnTo>
                    <a:pt x="47338" y="162791"/>
                  </a:lnTo>
                  <a:lnTo>
                    <a:pt x="46242" y="161971"/>
                  </a:lnTo>
                  <a:lnTo>
                    <a:pt x="44006" y="158467"/>
                  </a:lnTo>
                  <a:lnTo>
                    <a:pt x="41956" y="156454"/>
                  </a:lnTo>
                  <a:lnTo>
                    <a:pt x="40268" y="155776"/>
                  </a:lnTo>
                  <a:lnTo>
                    <a:pt x="38881" y="155508"/>
                  </a:lnTo>
                  <a:lnTo>
                    <a:pt x="37584" y="155016"/>
                  </a:lnTo>
                  <a:lnTo>
                    <a:pt x="36734" y="154345"/>
                  </a:lnTo>
                  <a:lnTo>
                    <a:pt x="31456" y="148843"/>
                  </a:lnTo>
                  <a:lnTo>
                    <a:pt x="30548" y="147683"/>
                  </a:lnTo>
                  <a:lnTo>
                    <a:pt x="27431" y="143699"/>
                  </a:lnTo>
                  <a:lnTo>
                    <a:pt x="25776" y="142849"/>
                  </a:lnTo>
                  <a:lnTo>
                    <a:pt x="21974" y="142939"/>
                  </a:lnTo>
                  <a:lnTo>
                    <a:pt x="20363" y="142804"/>
                  </a:lnTo>
                  <a:lnTo>
                    <a:pt x="18082" y="142983"/>
                  </a:lnTo>
                  <a:lnTo>
                    <a:pt x="14265" y="142277"/>
                  </a:lnTo>
                  <a:lnTo>
                    <a:pt x="13042" y="141740"/>
                  </a:lnTo>
                  <a:lnTo>
                    <a:pt x="11313" y="141293"/>
                  </a:lnTo>
                  <a:lnTo>
                    <a:pt x="8516" y="140346"/>
                  </a:lnTo>
                  <a:lnTo>
                    <a:pt x="7615" y="140041"/>
                  </a:lnTo>
                  <a:lnTo>
                    <a:pt x="6392" y="141532"/>
                  </a:lnTo>
                  <a:lnTo>
                    <a:pt x="4253" y="141010"/>
                  </a:lnTo>
                  <a:lnTo>
                    <a:pt x="4790" y="139549"/>
                  </a:lnTo>
                  <a:lnTo>
                    <a:pt x="2494" y="138952"/>
                  </a:lnTo>
                  <a:lnTo>
                    <a:pt x="1867" y="137342"/>
                  </a:lnTo>
                  <a:lnTo>
                    <a:pt x="1897" y="135165"/>
                  </a:lnTo>
                  <a:lnTo>
                    <a:pt x="2791" y="132569"/>
                  </a:lnTo>
                  <a:lnTo>
                    <a:pt x="4079" y="132998"/>
                  </a:lnTo>
                  <a:lnTo>
                    <a:pt x="4639" y="130772"/>
                  </a:lnTo>
                  <a:lnTo>
                    <a:pt x="4851" y="129930"/>
                  </a:lnTo>
                  <a:lnTo>
                    <a:pt x="5071" y="128895"/>
                  </a:lnTo>
                  <a:lnTo>
                    <a:pt x="5948" y="124777"/>
                  </a:lnTo>
                  <a:lnTo>
                    <a:pt x="4350" y="124372"/>
                  </a:lnTo>
                  <a:lnTo>
                    <a:pt x="2482" y="124073"/>
                  </a:lnTo>
                  <a:lnTo>
                    <a:pt x="1511" y="123918"/>
                  </a:lnTo>
                  <a:lnTo>
                    <a:pt x="1808" y="121918"/>
                  </a:lnTo>
                  <a:lnTo>
                    <a:pt x="1869" y="121509"/>
                  </a:lnTo>
                  <a:lnTo>
                    <a:pt x="577" y="121300"/>
                  </a:lnTo>
                  <a:lnTo>
                    <a:pt x="247" y="121246"/>
                  </a:lnTo>
                  <a:lnTo>
                    <a:pt x="240" y="120651"/>
                  </a:lnTo>
                  <a:lnTo>
                    <a:pt x="333" y="119536"/>
                  </a:lnTo>
                  <a:lnTo>
                    <a:pt x="667" y="118105"/>
                  </a:lnTo>
                  <a:lnTo>
                    <a:pt x="620" y="116984"/>
                  </a:lnTo>
                  <a:lnTo>
                    <a:pt x="500" y="115958"/>
                  </a:lnTo>
                  <a:lnTo>
                    <a:pt x="199" y="115312"/>
                  </a:lnTo>
                  <a:lnTo>
                    <a:pt x="0" y="114884"/>
                  </a:lnTo>
                  <a:lnTo>
                    <a:pt x="2704" y="112252"/>
                  </a:lnTo>
                  <a:lnTo>
                    <a:pt x="3359" y="112557"/>
                  </a:lnTo>
                  <a:lnTo>
                    <a:pt x="5387" y="112891"/>
                  </a:lnTo>
                  <a:lnTo>
                    <a:pt x="7057" y="112986"/>
                  </a:lnTo>
                  <a:lnTo>
                    <a:pt x="9991" y="113225"/>
                  </a:lnTo>
                  <a:lnTo>
                    <a:pt x="12782" y="108263"/>
                  </a:lnTo>
                  <a:lnTo>
                    <a:pt x="13116" y="108311"/>
                  </a:lnTo>
                  <a:lnTo>
                    <a:pt x="14118" y="108478"/>
                  </a:lnTo>
                  <a:lnTo>
                    <a:pt x="15334" y="108573"/>
                  </a:lnTo>
                  <a:lnTo>
                    <a:pt x="16646" y="108645"/>
                  </a:lnTo>
                  <a:lnTo>
                    <a:pt x="16718" y="108476"/>
                  </a:lnTo>
                  <a:lnTo>
                    <a:pt x="17687" y="105755"/>
                  </a:lnTo>
                  <a:lnTo>
                    <a:pt x="17165" y="105382"/>
                  </a:lnTo>
                  <a:lnTo>
                    <a:pt x="16010" y="104301"/>
                  </a:lnTo>
                  <a:lnTo>
                    <a:pt x="15488" y="103109"/>
                  </a:lnTo>
                  <a:lnTo>
                    <a:pt x="15264" y="101208"/>
                  </a:lnTo>
                  <a:lnTo>
                    <a:pt x="15898" y="97331"/>
                  </a:lnTo>
                  <a:lnTo>
                    <a:pt x="17389" y="97406"/>
                  </a:lnTo>
                  <a:lnTo>
                    <a:pt x="19812" y="98039"/>
                  </a:lnTo>
                  <a:lnTo>
                    <a:pt x="21191" y="98375"/>
                  </a:lnTo>
                  <a:lnTo>
                    <a:pt x="21899" y="98300"/>
                  </a:lnTo>
                  <a:lnTo>
                    <a:pt x="24508" y="97629"/>
                  </a:lnTo>
                  <a:lnTo>
                    <a:pt x="26050" y="97127"/>
                  </a:lnTo>
                  <a:lnTo>
                    <a:pt x="28994" y="96232"/>
                  </a:lnTo>
                  <a:lnTo>
                    <a:pt x="31380" y="95561"/>
                  </a:lnTo>
                  <a:lnTo>
                    <a:pt x="33616" y="94778"/>
                  </a:lnTo>
                  <a:lnTo>
                    <a:pt x="36673" y="93437"/>
                  </a:lnTo>
                  <a:lnTo>
                    <a:pt x="39468" y="92505"/>
                  </a:lnTo>
                  <a:lnTo>
                    <a:pt x="40661" y="92393"/>
                  </a:lnTo>
                  <a:lnTo>
                    <a:pt x="41558" y="92403"/>
                  </a:lnTo>
                  <a:lnTo>
                    <a:pt x="42979" y="92419"/>
                  </a:lnTo>
                  <a:lnTo>
                    <a:pt x="43979" y="92430"/>
                  </a:lnTo>
                  <a:lnTo>
                    <a:pt x="45693" y="93325"/>
                  </a:lnTo>
                  <a:lnTo>
                    <a:pt x="48675" y="94778"/>
                  </a:lnTo>
                  <a:lnTo>
                    <a:pt x="51023" y="96046"/>
                  </a:lnTo>
                  <a:lnTo>
                    <a:pt x="54080" y="95487"/>
                  </a:lnTo>
                  <a:lnTo>
                    <a:pt x="55720" y="94443"/>
                  </a:lnTo>
                  <a:lnTo>
                    <a:pt x="57018" y="92899"/>
                  </a:lnTo>
                  <a:lnTo>
                    <a:pt x="57130" y="91855"/>
                  </a:lnTo>
                  <a:lnTo>
                    <a:pt x="57837" y="91031"/>
                  </a:lnTo>
                  <a:lnTo>
                    <a:pt x="62870" y="87080"/>
                  </a:lnTo>
                  <a:lnTo>
                    <a:pt x="64920" y="85067"/>
                  </a:lnTo>
                  <a:lnTo>
                    <a:pt x="65777" y="83427"/>
                  </a:lnTo>
                  <a:lnTo>
                    <a:pt x="66150" y="82346"/>
                  </a:lnTo>
                  <a:lnTo>
                    <a:pt x="66038" y="81228"/>
                  </a:lnTo>
                  <a:lnTo>
                    <a:pt x="65702" y="79327"/>
                  </a:lnTo>
                  <a:lnTo>
                    <a:pt x="65704" y="78354"/>
                  </a:lnTo>
                  <a:lnTo>
                    <a:pt x="65926" y="77724"/>
                  </a:lnTo>
                  <a:lnTo>
                    <a:pt x="66560" y="75599"/>
                  </a:lnTo>
                  <a:lnTo>
                    <a:pt x="67224" y="72578"/>
                  </a:lnTo>
                  <a:lnTo>
                    <a:pt x="72591" y="76022"/>
                  </a:lnTo>
                  <a:lnTo>
                    <a:pt x="74577" y="75590"/>
                  </a:lnTo>
                  <a:lnTo>
                    <a:pt x="77225" y="75399"/>
                  </a:lnTo>
                  <a:lnTo>
                    <a:pt x="79611" y="75017"/>
                  </a:lnTo>
                  <a:lnTo>
                    <a:pt x="80807" y="74612"/>
                  </a:lnTo>
                  <a:lnTo>
                    <a:pt x="81018" y="74540"/>
                  </a:lnTo>
                  <a:lnTo>
                    <a:pt x="82283" y="73729"/>
                  </a:lnTo>
                  <a:lnTo>
                    <a:pt x="83213" y="72870"/>
                  </a:lnTo>
                  <a:lnTo>
                    <a:pt x="83714" y="71821"/>
                  </a:lnTo>
                  <a:lnTo>
                    <a:pt x="84239" y="70771"/>
                  </a:lnTo>
                  <a:lnTo>
                    <a:pt x="84835" y="70072"/>
                  </a:lnTo>
                  <a:lnTo>
                    <a:pt x="85800" y="69189"/>
                  </a:lnTo>
                  <a:lnTo>
                    <a:pt x="86261" y="68768"/>
                  </a:lnTo>
                  <a:lnTo>
                    <a:pt x="90969" y="69945"/>
                  </a:lnTo>
                  <a:lnTo>
                    <a:pt x="92964" y="70410"/>
                  </a:lnTo>
                  <a:lnTo>
                    <a:pt x="93688" y="70129"/>
                  </a:lnTo>
                  <a:lnTo>
                    <a:pt x="93618" y="69570"/>
                  </a:lnTo>
                  <a:lnTo>
                    <a:pt x="94040" y="66566"/>
                  </a:lnTo>
                  <a:lnTo>
                    <a:pt x="94234" y="65627"/>
                  </a:lnTo>
                  <a:lnTo>
                    <a:pt x="94219" y="64642"/>
                  </a:lnTo>
                  <a:lnTo>
                    <a:pt x="93948" y="62338"/>
                  </a:lnTo>
                  <a:lnTo>
                    <a:pt x="93399" y="61312"/>
                  </a:lnTo>
                  <a:lnTo>
                    <a:pt x="92534" y="59752"/>
                  </a:lnTo>
                  <a:lnTo>
                    <a:pt x="91595" y="58455"/>
                  </a:lnTo>
                  <a:lnTo>
                    <a:pt x="90342" y="57242"/>
                  </a:lnTo>
                  <a:lnTo>
                    <a:pt x="87998" y="55185"/>
                  </a:lnTo>
                  <a:lnTo>
                    <a:pt x="87229" y="54809"/>
                  </a:lnTo>
                  <a:lnTo>
                    <a:pt x="86603" y="54326"/>
                  </a:lnTo>
                  <a:lnTo>
                    <a:pt x="85941" y="53682"/>
                  </a:lnTo>
                  <a:lnTo>
                    <a:pt x="84581" y="51356"/>
                  </a:lnTo>
                  <a:lnTo>
                    <a:pt x="83901" y="49728"/>
                  </a:lnTo>
                  <a:lnTo>
                    <a:pt x="83740" y="48619"/>
                  </a:lnTo>
                  <a:lnTo>
                    <a:pt x="83597" y="47563"/>
                  </a:lnTo>
                  <a:lnTo>
                    <a:pt x="83555" y="45529"/>
                  </a:lnTo>
                  <a:lnTo>
                    <a:pt x="83317" y="41832"/>
                  </a:lnTo>
                  <a:lnTo>
                    <a:pt x="83195" y="41088"/>
                  </a:lnTo>
                  <a:lnTo>
                    <a:pt x="82712" y="39890"/>
                  </a:lnTo>
                  <a:lnTo>
                    <a:pt x="82211" y="39120"/>
                  </a:lnTo>
                  <a:lnTo>
                    <a:pt x="81656" y="38583"/>
                  </a:lnTo>
                  <a:lnTo>
                    <a:pt x="81477" y="37957"/>
                  </a:lnTo>
                  <a:lnTo>
                    <a:pt x="81388" y="36902"/>
                  </a:lnTo>
                  <a:lnTo>
                    <a:pt x="81414" y="36421"/>
                  </a:lnTo>
                  <a:lnTo>
                    <a:pt x="81513" y="34594"/>
                  </a:lnTo>
                  <a:lnTo>
                    <a:pt x="81621" y="31695"/>
                  </a:lnTo>
                  <a:lnTo>
                    <a:pt x="81585" y="30783"/>
                  </a:lnTo>
                  <a:lnTo>
                    <a:pt x="81438" y="30079"/>
                  </a:lnTo>
                  <a:lnTo>
                    <a:pt x="80867" y="29096"/>
                  </a:lnTo>
                  <a:lnTo>
                    <a:pt x="80746" y="28887"/>
                  </a:lnTo>
                  <a:lnTo>
                    <a:pt x="80357" y="28218"/>
                  </a:lnTo>
                  <a:lnTo>
                    <a:pt x="77141" y="22601"/>
                  </a:lnTo>
                  <a:lnTo>
                    <a:pt x="76534" y="21542"/>
                  </a:lnTo>
                  <a:lnTo>
                    <a:pt x="75362" y="19496"/>
                  </a:lnTo>
                  <a:lnTo>
                    <a:pt x="73935" y="16932"/>
                  </a:lnTo>
                  <a:lnTo>
                    <a:pt x="72942" y="15150"/>
                  </a:lnTo>
                  <a:lnTo>
                    <a:pt x="72623" y="14576"/>
                  </a:lnTo>
                  <a:lnTo>
                    <a:pt x="71896" y="13271"/>
                  </a:lnTo>
                  <a:lnTo>
                    <a:pt x="71390" y="12020"/>
                  </a:lnTo>
                  <a:lnTo>
                    <a:pt x="71016" y="11098"/>
                  </a:lnTo>
                  <a:lnTo>
                    <a:pt x="70941" y="10912"/>
                  </a:lnTo>
                  <a:lnTo>
                    <a:pt x="72765" y="10691"/>
                  </a:lnTo>
                  <a:lnTo>
                    <a:pt x="81921" y="9577"/>
                  </a:lnTo>
                  <a:lnTo>
                    <a:pt x="85798" y="9106"/>
                  </a:lnTo>
                  <a:lnTo>
                    <a:pt x="88179" y="8816"/>
                  </a:lnTo>
                  <a:lnTo>
                    <a:pt x="90061" y="8537"/>
                  </a:lnTo>
                  <a:lnTo>
                    <a:pt x="95927" y="7666"/>
                  </a:lnTo>
                  <a:lnTo>
                    <a:pt x="100313" y="7015"/>
                  </a:lnTo>
                  <a:lnTo>
                    <a:pt x="101680" y="6812"/>
                  </a:lnTo>
                  <a:lnTo>
                    <a:pt x="104251" y="6431"/>
                  </a:lnTo>
                  <a:lnTo>
                    <a:pt x="107580" y="5963"/>
                  </a:lnTo>
                  <a:lnTo>
                    <a:pt x="112756" y="5236"/>
                  </a:lnTo>
                  <a:lnTo>
                    <a:pt x="113537" y="5127"/>
                  </a:lnTo>
                  <a:lnTo>
                    <a:pt x="119547" y="4283"/>
                  </a:lnTo>
                  <a:lnTo>
                    <a:pt x="125240" y="3483"/>
                  </a:lnTo>
                  <a:lnTo>
                    <a:pt x="132513" y="2462"/>
                  </a:lnTo>
                  <a:lnTo>
                    <a:pt x="134447" y="2181"/>
                  </a:lnTo>
                  <a:lnTo>
                    <a:pt x="136818" y="1837"/>
                  </a:lnTo>
                  <a:lnTo>
                    <a:pt x="139454" y="1454"/>
                  </a:lnTo>
                  <a:lnTo>
                    <a:pt x="141582" y="1197"/>
                  </a:lnTo>
                  <a:lnTo>
                    <a:pt x="151489" y="0"/>
                  </a:lnTo>
                  <a:lnTo>
                    <a:pt x="150345" y="1923"/>
                  </a:lnTo>
                  <a:lnTo>
                    <a:pt x="149921" y="2635"/>
                  </a:lnTo>
                  <a:lnTo>
                    <a:pt x="148211" y="5825"/>
                  </a:lnTo>
                  <a:lnTo>
                    <a:pt x="146068" y="9824"/>
                  </a:lnTo>
                  <a:lnTo>
                    <a:pt x="145523" y="10842"/>
                  </a:lnTo>
                  <a:lnTo>
                    <a:pt x="145220" y="11415"/>
                  </a:lnTo>
                  <a:lnTo>
                    <a:pt x="144878" y="12059"/>
                  </a:lnTo>
                  <a:lnTo>
                    <a:pt x="142988" y="15627"/>
                  </a:lnTo>
                  <a:lnTo>
                    <a:pt x="137001" y="27865"/>
                  </a:lnTo>
                  <a:lnTo>
                    <a:pt x="135190" y="31708"/>
                  </a:lnTo>
                  <a:lnTo>
                    <a:pt x="134663" y="3282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 name="pg50"/>
            <p:cNvSpPr/>
            <p:nvPr/>
          </p:nvSpPr>
          <p:spPr>
            <a:xfrm>
              <a:off x="5273532" y="3286863"/>
              <a:ext cx="192544" cy="137530"/>
            </a:xfrm>
            <a:custGeom>
              <a:avLst/>
              <a:pathLst>
                <a:path w="192544" h="137530">
                  <a:moveTo>
                    <a:pt x="92953" y="39464"/>
                  </a:moveTo>
                  <a:lnTo>
                    <a:pt x="92650" y="47493"/>
                  </a:lnTo>
                  <a:lnTo>
                    <a:pt x="98530" y="46825"/>
                  </a:lnTo>
                  <a:lnTo>
                    <a:pt x="103542" y="46255"/>
                  </a:lnTo>
                  <a:lnTo>
                    <a:pt x="112371" y="45252"/>
                  </a:lnTo>
                  <a:lnTo>
                    <a:pt x="112966" y="45184"/>
                  </a:lnTo>
                  <a:lnTo>
                    <a:pt x="114972" y="44956"/>
                  </a:lnTo>
                  <a:lnTo>
                    <a:pt x="120262" y="44355"/>
                  </a:lnTo>
                  <a:lnTo>
                    <a:pt x="123238" y="44017"/>
                  </a:lnTo>
                  <a:lnTo>
                    <a:pt x="128738" y="43391"/>
                  </a:lnTo>
                  <a:lnTo>
                    <a:pt x="129155" y="43344"/>
                  </a:lnTo>
                  <a:lnTo>
                    <a:pt x="129121" y="44570"/>
                  </a:lnTo>
                  <a:lnTo>
                    <a:pt x="129088" y="45797"/>
                  </a:lnTo>
                  <a:lnTo>
                    <a:pt x="126848" y="47801"/>
                  </a:lnTo>
                  <a:lnTo>
                    <a:pt x="128397" y="50927"/>
                  </a:lnTo>
                  <a:lnTo>
                    <a:pt x="129715" y="54984"/>
                  </a:lnTo>
                  <a:lnTo>
                    <a:pt x="130806" y="57318"/>
                  </a:lnTo>
                  <a:lnTo>
                    <a:pt x="131825" y="58553"/>
                  </a:lnTo>
                  <a:lnTo>
                    <a:pt x="133076" y="60070"/>
                  </a:lnTo>
                  <a:lnTo>
                    <a:pt x="139477" y="64485"/>
                  </a:lnTo>
                  <a:lnTo>
                    <a:pt x="143102" y="66436"/>
                  </a:lnTo>
                  <a:lnTo>
                    <a:pt x="143994" y="66795"/>
                  </a:lnTo>
                  <a:lnTo>
                    <a:pt x="148526" y="68619"/>
                  </a:lnTo>
                  <a:lnTo>
                    <a:pt x="150101" y="69316"/>
                  </a:lnTo>
                  <a:lnTo>
                    <a:pt x="151105" y="71605"/>
                  </a:lnTo>
                  <a:lnTo>
                    <a:pt x="151965" y="73447"/>
                  </a:lnTo>
                  <a:lnTo>
                    <a:pt x="152759" y="74714"/>
                  </a:lnTo>
                  <a:lnTo>
                    <a:pt x="153095" y="75669"/>
                  </a:lnTo>
                  <a:lnTo>
                    <a:pt x="153244" y="76094"/>
                  </a:lnTo>
                  <a:lnTo>
                    <a:pt x="153353" y="76405"/>
                  </a:lnTo>
                  <a:lnTo>
                    <a:pt x="153638" y="76381"/>
                  </a:lnTo>
                  <a:lnTo>
                    <a:pt x="155049" y="76261"/>
                  </a:lnTo>
                  <a:lnTo>
                    <a:pt x="157770" y="76026"/>
                  </a:lnTo>
                  <a:lnTo>
                    <a:pt x="159903" y="75842"/>
                  </a:lnTo>
                  <a:lnTo>
                    <a:pt x="161450" y="75852"/>
                  </a:lnTo>
                  <a:lnTo>
                    <a:pt x="162015" y="75856"/>
                  </a:lnTo>
                  <a:lnTo>
                    <a:pt x="162385" y="75876"/>
                  </a:lnTo>
                  <a:lnTo>
                    <a:pt x="164186" y="75975"/>
                  </a:lnTo>
                  <a:lnTo>
                    <a:pt x="166302" y="76260"/>
                  </a:lnTo>
                  <a:lnTo>
                    <a:pt x="169125" y="77030"/>
                  </a:lnTo>
                  <a:lnTo>
                    <a:pt x="170141" y="77340"/>
                  </a:lnTo>
                  <a:lnTo>
                    <a:pt x="169758" y="78192"/>
                  </a:lnTo>
                  <a:lnTo>
                    <a:pt x="168734" y="80467"/>
                  </a:lnTo>
                  <a:lnTo>
                    <a:pt x="167414" y="81430"/>
                  </a:lnTo>
                  <a:lnTo>
                    <a:pt x="167406" y="86625"/>
                  </a:lnTo>
                  <a:lnTo>
                    <a:pt x="169081" y="86890"/>
                  </a:lnTo>
                  <a:lnTo>
                    <a:pt x="169300" y="88907"/>
                  </a:lnTo>
                  <a:lnTo>
                    <a:pt x="171892" y="89824"/>
                  </a:lnTo>
                  <a:lnTo>
                    <a:pt x="173399" y="89516"/>
                  </a:lnTo>
                  <a:lnTo>
                    <a:pt x="174664" y="89257"/>
                  </a:lnTo>
                  <a:lnTo>
                    <a:pt x="176336" y="87954"/>
                  </a:lnTo>
                  <a:lnTo>
                    <a:pt x="179243" y="85689"/>
                  </a:lnTo>
                  <a:lnTo>
                    <a:pt x="180836" y="84622"/>
                  </a:lnTo>
                  <a:lnTo>
                    <a:pt x="183725" y="84315"/>
                  </a:lnTo>
                  <a:lnTo>
                    <a:pt x="184462" y="84237"/>
                  </a:lnTo>
                  <a:lnTo>
                    <a:pt x="186599" y="84613"/>
                  </a:lnTo>
                  <a:lnTo>
                    <a:pt x="190739" y="92220"/>
                  </a:lnTo>
                  <a:lnTo>
                    <a:pt x="191665" y="96755"/>
                  </a:lnTo>
                  <a:lnTo>
                    <a:pt x="191792" y="97378"/>
                  </a:lnTo>
                  <a:lnTo>
                    <a:pt x="192398" y="100348"/>
                  </a:lnTo>
                  <a:lnTo>
                    <a:pt x="192458" y="100643"/>
                  </a:lnTo>
                  <a:lnTo>
                    <a:pt x="192495" y="100824"/>
                  </a:lnTo>
                  <a:lnTo>
                    <a:pt x="192544" y="101061"/>
                  </a:lnTo>
                  <a:lnTo>
                    <a:pt x="192156" y="101548"/>
                  </a:lnTo>
                  <a:lnTo>
                    <a:pt x="186005" y="103173"/>
                  </a:lnTo>
                  <a:lnTo>
                    <a:pt x="181034" y="104586"/>
                  </a:lnTo>
                  <a:lnTo>
                    <a:pt x="176799" y="106647"/>
                  </a:lnTo>
                  <a:lnTo>
                    <a:pt x="170025" y="107605"/>
                  </a:lnTo>
                  <a:lnTo>
                    <a:pt x="164321" y="106852"/>
                  </a:lnTo>
                  <a:lnTo>
                    <a:pt x="161539" y="105891"/>
                  </a:lnTo>
                  <a:lnTo>
                    <a:pt x="157084" y="104161"/>
                  </a:lnTo>
                  <a:lnTo>
                    <a:pt x="153984" y="103770"/>
                  </a:lnTo>
                  <a:lnTo>
                    <a:pt x="148066" y="102304"/>
                  </a:lnTo>
                  <a:lnTo>
                    <a:pt x="144997" y="100511"/>
                  </a:lnTo>
                  <a:lnTo>
                    <a:pt x="143485" y="99596"/>
                  </a:lnTo>
                  <a:lnTo>
                    <a:pt x="139762" y="98408"/>
                  </a:lnTo>
                  <a:lnTo>
                    <a:pt x="136496" y="97860"/>
                  </a:lnTo>
                  <a:lnTo>
                    <a:pt x="135536" y="92758"/>
                  </a:lnTo>
                  <a:lnTo>
                    <a:pt x="133578" y="92714"/>
                  </a:lnTo>
                  <a:lnTo>
                    <a:pt x="132116" y="93380"/>
                  </a:lnTo>
                  <a:lnTo>
                    <a:pt x="130163" y="94261"/>
                  </a:lnTo>
                  <a:lnTo>
                    <a:pt x="126844" y="95686"/>
                  </a:lnTo>
                  <a:lnTo>
                    <a:pt x="123407" y="97779"/>
                  </a:lnTo>
                  <a:lnTo>
                    <a:pt x="118684" y="98741"/>
                  </a:lnTo>
                  <a:lnTo>
                    <a:pt x="115497" y="98928"/>
                  </a:lnTo>
                  <a:lnTo>
                    <a:pt x="112456" y="99414"/>
                  </a:lnTo>
                  <a:lnTo>
                    <a:pt x="111410" y="104414"/>
                  </a:lnTo>
                  <a:lnTo>
                    <a:pt x="108792" y="110798"/>
                  </a:lnTo>
                  <a:lnTo>
                    <a:pt x="109085" y="114590"/>
                  </a:lnTo>
                  <a:lnTo>
                    <a:pt x="106140" y="116202"/>
                  </a:lnTo>
                  <a:lnTo>
                    <a:pt x="104544" y="116723"/>
                  </a:lnTo>
                  <a:lnTo>
                    <a:pt x="102683" y="117539"/>
                  </a:lnTo>
                  <a:lnTo>
                    <a:pt x="102284" y="117530"/>
                  </a:lnTo>
                  <a:lnTo>
                    <a:pt x="100852" y="117495"/>
                  </a:lnTo>
                  <a:lnTo>
                    <a:pt x="97125" y="117756"/>
                  </a:lnTo>
                  <a:lnTo>
                    <a:pt x="96825" y="117724"/>
                  </a:lnTo>
                  <a:lnTo>
                    <a:pt x="95719" y="117606"/>
                  </a:lnTo>
                  <a:lnTo>
                    <a:pt x="95334" y="117565"/>
                  </a:lnTo>
                  <a:lnTo>
                    <a:pt x="94199" y="117444"/>
                  </a:lnTo>
                  <a:lnTo>
                    <a:pt x="92537" y="121148"/>
                  </a:lnTo>
                  <a:lnTo>
                    <a:pt x="92112" y="122096"/>
                  </a:lnTo>
                  <a:lnTo>
                    <a:pt x="90715" y="124962"/>
                  </a:lnTo>
                  <a:lnTo>
                    <a:pt x="90382" y="125645"/>
                  </a:lnTo>
                  <a:lnTo>
                    <a:pt x="89803" y="126617"/>
                  </a:lnTo>
                  <a:lnTo>
                    <a:pt x="79897" y="127815"/>
                  </a:lnTo>
                  <a:lnTo>
                    <a:pt x="77768" y="128072"/>
                  </a:lnTo>
                  <a:lnTo>
                    <a:pt x="75132" y="128455"/>
                  </a:lnTo>
                  <a:lnTo>
                    <a:pt x="72761" y="128799"/>
                  </a:lnTo>
                  <a:lnTo>
                    <a:pt x="70828" y="129080"/>
                  </a:lnTo>
                  <a:lnTo>
                    <a:pt x="63554" y="130101"/>
                  </a:lnTo>
                  <a:lnTo>
                    <a:pt x="57861" y="130901"/>
                  </a:lnTo>
                  <a:lnTo>
                    <a:pt x="51851" y="131745"/>
                  </a:lnTo>
                  <a:lnTo>
                    <a:pt x="51070" y="131854"/>
                  </a:lnTo>
                  <a:lnTo>
                    <a:pt x="45895" y="132581"/>
                  </a:lnTo>
                  <a:lnTo>
                    <a:pt x="42566" y="133049"/>
                  </a:lnTo>
                  <a:lnTo>
                    <a:pt x="39995" y="133430"/>
                  </a:lnTo>
                  <a:lnTo>
                    <a:pt x="38627" y="133633"/>
                  </a:lnTo>
                  <a:lnTo>
                    <a:pt x="34242" y="134284"/>
                  </a:lnTo>
                  <a:lnTo>
                    <a:pt x="28375" y="135155"/>
                  </a:lnTo>
                  <a:lnTo>
                    <a:pt x="26493" y="135434"/>
                  </a:lnTo>
                  <a:lnTo>
                    <a:pt x="24112" y="135724"/>
                  </a:lnTo>
                  <a:lnTo>
                    <a:pt x="20235" y="136195"/>
                  </a:lnTo>
                  <a:lnTo>
                    <a:pt x="11079" y="137308"/>
                  </a:lnTo>
                  <a:lnTo>
                    <a:pt x="9255" y="137530"/>
                  </a:lnTo>
                  <a:lnTo>
                    <a:pt x="8691" y="137353"/>
                  </a:lnTo>
                  <a:lnTo>
                    <a:pt x="8497" y="137024"/>
                  </a:lnTo>
                  <a:lnTo>
                    <a:pt x="8281" y="136658"/>
                  </a:lnTo>
                  <a:lnTo>
                    <a:pt x="8196" y="136192"/>
                  </a:lnTo>
                  <a:lnTo>
                    <a:pt x="8099" y="135659"/>
                  </a:lnTo>
                  <a:lnTo>
                    <a:pt x="7328" y="131426"/>
                  </a:lnTo>
                  <a:lnTo>
                    <a:pt x="7043" y="129861"/>
                  </a:lnTo>
                  <a:lnTo>
                    <a:pt x="6994" y="129596"/>
                  </a:lnTo>
                  <a:lnTo>
                    <a:pt x="6732" y="128168"/>
                  </a:lnTo>
                  <a:lnTo>
                    <a:pt x="5929" y="123785"/>
                  </a:lnTo>
                  <a:lnTo>
                    <a:pt x="4909" y="118550"/>
                  </a:lnTo>
                  <a:lnTo>
                    <a:pt x="4435" y="116112"/>
                  </a:lnTo>
                  <a:lnTo>
                    <a:pt x="3361" y="111130"/>
                  </a:lnTo>
                  <a:lnTo>
                    <a:pt x="1073" y="100163"/>
                  </a:lnTo>
                  <a:lnTo>
                    <a:pt x="979" y="99734"/>
                  </a:lnTo>
                  <a:lnTo>
                    <a:pt x="0" y="95297"/>
                  </a:lnTo>
                  <a:lnTo>
                    <a:pt x="1651" y="95063"/>
                  </a:lnTo>
                  <a:lnTo>
                    <a:pt x="9159" y="93996"/>
                  </a:lnTo>
                  <a:lnTo>
                    <a:pt x="11995" y="93563"/>
                  </a:lnTo>
                  <a:lnTo>
                    <a:pt x="14833" y="93130"/>
                  </a:lnTo>
                  <a:lnTo>
                    <a:pt x="18782" y="92620"/>
                  </a:lnTo>
                  <a:lnTo>
                    <a:pt x="18463" y="88822"/>
                  </a:lnTo>
                  <a:lnTo>
                    <a:pt x="17459" y="81229"/>
                  </a:lnTo>
                  <a:lnTo>
                    <a:pt x="16526" y="73221"/>
                  </a:lnTo>
                  <a:lnTo>
                    <a:pt x="15911" y="68434"/>
                  </a:lnTo>
                  <a:lnTo>
                    <a:pt x="14820" y="59935"/>
                  </a:lnTo>
                  <a:lnTo>
                    <a:pt x="14522" y="57176"/>
                  </a:lnTo>
                  <a:lnTo>
                    <a:pt x="19665" y="56673"/>
                  </a:lnTo>
                  <a:lnTo>
                    <a:pt x="22307" y="56338"/>
                  </a:lnTo>
                  <a:lnTo>
                    <a:pt x="21901" y="53009"/>
                  </a:lnTo>
                  <a:lnTo>
                    <a:pt x="20748" y="44197"/>
                  </a:lnTo>
                  <a:lnTo>
                    <a:pt x="20569" y="42915"/>
                  </a:lnTo>
                  <a:lnTo>
                    <a:pt x="19186" y="33065"/>
                  </a:lnTo>
                  <a:lnTo>
                    <a:pt x="18648" y="28525"/>
                  </a:lnTo>
                  <a:lnTo>
                    <a:pt x="20657" y="27411"/>
                  </a:lnTo>
                  <a:lnTo>
                    <a:pt x="24953" y="25525"/>
                  </a:lnTo>
                  <a:lnTo>
                    <a:pt x="29444" y="23728"/>
                  </a:lnTo>
                  <a:lnTo>
                    <a:pt x="33779" y="21937"/>
                  </a:lnTo>
                  <a:lnTo>
                    <a:pt x="38627" y="20003"/>
                  </a:lnTo>
                  <a:lnTo>
                    <a:pt x="41965" y="18830"/>
                  </a:lnTo>
                  <a:lnTo>
                    <a:pt x="45019" y="17700"/>
                  </a:lnTo>
                  <a:lnTo>
                    <a:pt x="45952" y="17526"/>
                  </a:lnTo>
                  <a:lnTo>
                    <a:pt x="49181" y="16923"/>
                  </a:lnTo>
                  <a:lnTo>
                    <a:pt x="52551" y="16466"/>
                  </a:lnTo>
                  <a:lnTo>
                    <a:pt x="55771" y="15811"/>
                  </a:lnTo>
                  <a:lnTo>
                    <a:pt x="57233" y="15438"/>
                  </a:lnTo>
                  <a:lnTo>
                    <a:pt x="59806" y="14801"/>
                  </a:lnTo>
                  <a:lnTo>
                    <a:pt x="62251" y="13989"/>
                  </a:lnTo>
                  <a:lnTo>
                    <a:pt x="64343" y="13209"/>
                  </a:lnTo>
                  <a:lnTo>
                    <a:pt x="66808" y="12211"/>
                  </a:lnTo>
                  <a:lnTo>
                    <a:pt x="67120" y="12084"/>
                  </a:lnTo>
                  <a:lnTo>
                    <a:pt x="69752" y="11102"/>
                  </a:lnTo>
                  <a:lnTo>
                    <a:pt x="71809" y="10186"/>
                  </a:lnTo>
                  <a:lnTo>
                    <a:pt x="73252" y="9544"/>
                  </a:lnTo>
                  <a:lnTo>
                    <a:pt x="75908" y="8168"/>
                  </a:lnTo>
                  <a:lnTo>
                    <a:pt x="77267" y="7424"/>
                  </a:lnTo>
                  <a:lnTo>
                    <a:pt x="79947" y="5958"/>
                  </a:lnTo>
                  <a:lnTo>
                    <a:pt x="83242" y="4362"/>
                  </a:lnTo>
                  <a:lnTo>
                    <a:pt x="86390" y="2892"/>
                  </a:lnTo>
                  <a:lnTo>
                    <a:pt x="86657" y="2764"/>
                  </a:lnTo>
                  <a:lnTo>
                    <a:pt x="87364" y="2428"/>
                  </a:lnTo>
                  <a:lnTo>
                    <a:pt x="93725" y="0"/>
                  </a:lnTo>
                  <a:lnTo>
                    <a:pt x="93854" y="4191"/>
                  </a:lnTo>
                  <a:lnTo>
                    <a:pt x="93884" y="5144"/>
                  </a:lnTo>
                  <a:lnTo>
                    <a:pt x="93958" y="7538"/>
                  </a:lnTo>
                  <a:lnTo>
                    <a:pt x="94026" y="9734"/>
                  </a:lnTo>
                  <a:lnTo>
                    <a:pt x="94018" y="16256"/>
                  </a:lnTo>
                  <a:lnTo>
                    <a:pt x="94017" y="17981"/>
                  </a:lnTo>
                  <a:lnTo>
                    <a:pt x="93836" y="21213"/>
                  </a:lnTo>
                  <a:lnTo>
                    <a:pt x="93681" y="23982"/>
                  </a:lnTo>
                  <a:lnTo>
                    <a:pt x="93643" y="24504"/>
                  </a:lnTo>
                  <a:lnTo>
                    <a:pt x="93470" y="26888"/>
                  </a:lnTo>
                  <a:lnTo>
                    <a:pt x="93383" y="28083"/>
                  </a:lnTo>
                  <a:lnTo>
                    <a:pt x="93214" y="3256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 name="pg51"/>
            <p:cNvSpPr/>
            <p:nvPr/>
          </p:nvSpPr>
          <p:spPr>
            <a:xfrm>
              <a:off x="5345223" y="3402531"/>
              <a:ext cx="71119" cy="53683"/>
            </a:xfrm>
            <a:custGeom>
              <a:avLst/>
              <a:pathLst>
                <a:path w="71119" h="53683">
                  <a:moveTo>
                    <a:pt x="49457" y="1606"/>
                  </a:moveTo>
                  <a:lnTo>
                    <a:pt x="50322" y="1874"/>
                  </a:lnTo>
                  <a:lnTo>
                    <a:pt x="51395" y="1844"/>
                  </a:lnTo>
                  <a:lnTo>
                    <a:pt x="52320" y="1934"/>
                  </a:lnTo>
                  <a:lnTo>
                    <a:pt x="53005" y="2113"/>
                  </a:lnTo>
                  <a:lnTo>
                    <a:pt x="53602" y="2471"/>
                  </a:lnTo>
                  <a:lnTo>
                    <a:pt x="53989" y="2977"/>
                  </a:lnTo>
                  <a:lnTo>
                    <a:pt x="54798" y="4949"/>
                  </a:lnTo>
                  <a:lnTo>
                    <a:pt x="55085" y="5551"/>
                  </a:lnTo>
                  <a:lnTo>
                    <a:pt x="55428" y="5846"/>
                  </a:lnTo>
                  <a:lnTo>
                    <a:pt x="55735" y="6066"/>
                  </a:lnTo>
                  <a:lnTo>
                    <a:pt x="56047" y="6163"/>
                  </a:lnTo>
                  <a:lnTo>
                    <a:pt x="56362" y="6112"/>
                  </a:lnTo>
                  <a:lnTo>
                    <a:pt x="56856" y="6021"/>
                  </a:lnTo>
                  <a:lnTo>
                    <a:pt x="57950" y="5364"/>
                  </a:lnTo>
                  <a:lnTo>
                    <a:pt x="59167" y="4457"/>
                  </a:lnTo>
                  <a:lnTo>
                    <a:pt x="60574" y="3622"/>
                  </a:lnTo>
                  <a:lnTo>
                    <a:pt x="61886" y="3193"/>
                  </a:lnTo>
                  <a:lnTo>
                    <a:pt x="62984" y="2906"/>
                  </a:lnTo>
                  <a:lnTo>
                    <a:pt x="63747" y="3073"/>
                  </a:lnTo>
                  <a:lnTo>
                    <a:pt x="64439" y="3455"/>
                  </a:lnTo>
                  <a:lnTo>
                    <a:pt x="64964" y="3717"/>
                  </a:lnTo>
                  <a:lnTo>
                    <a:pt x="65870" y="3765"/>
                  </a:lnTo>
                  <a:lnTo>
                    <a:pt x="67063" y="3646"/>
                  </a:lnTo>
                  <a:lnTo>
                    <a:pt x="68089" y="3837"/>
                  </a:lnTo>
                  <a:lnTo>
                    <a:pt x="68805" y="4028"/>
                  </a:lnTo>
                  <a:lnTo>
                    <a:pt x="69139" y="4314"/>
                  </a:lnTo>
                  <a:lnTo>
                    <a:pt x="69329" y="4815"/>
                  </a:lnTo>
                  <a:lnTo>
                    <a:pt x="69711" y="5387"/>
                  </a:lnTo>
                  <a:lnTo>
                    <a:pt x="70260" y="5841"/>
                  </a:lnTo>
                  <a:lnTo>
                    <a:pt x="70522" y="6198"/>
                  </a:lnTo>
                  <a:lnTo>
                    <a:pt x="70880" y="6986"/>
                  </a:lnTo>
                  <a:lnTo>
                    <a:pt x="71119" y="7725"/>
                  </a:lnTo>
                  <a:lnTo>
                    <a:pt x="70610" y="8645"/>
                  </a:lnTo>
                  <a:lnTo>
                    <a:pt x="68512" y="13400"/>
                  </a:lnTo>
                  <a:lnTo>
                    <a:pt x="64441" y="23016"/>
                  </a:lnTo>
                  <a:lnTo>
                    <a:pt x="61287" y="28655"/>
                  </a:lnTo>
                  <a:lnTo>
                    <a:pt x="59036" y="33333"/>
                  </a:lnTo>
                  <a:lnTo>
                    <a:pt x="57676" y="35261"/>
                  </a:lnTo>
                  <a:lnTo>
                    <a:pt x="56043" y="36959"/>
                  </a:lnTo>
                  <a:lnTo>
                    <a:pt x="53836" y="38897"/>
                  </a:lnTo>
                  <a:lnTo>
                    <a:pt x="52047" y="40298"/>
                  </a:lnTo>
                  <a:lnTo>
                    <a:pt x="51093" y="41282"/>
                  </a:lnTo>
                  <a:lnTo>
                    <a:pt x="47387" y="43359"/>
                  </a:lnTo>
                  <a:lnTo>
                    <a:pt x="39889" y="53683"/>
                  </a:lnTo>
                  <a:lnTo>
                    <a:pt x="38764" y="53392"/>
                  </a:lnTo>
                  <a:lnTo>
                    <a:pt x="33718" y="52140"/>
                  </a:lnTo>
                  <a:lnTo>
                    <a:pt x="27528" y="50691"/>
                  </a:lnTo>
                  <a:lnTo>
                    <a:pt x="19061" y="48770"/>
                  </a:lnTo>
                  <a:lnTo>
                    <a:pt x="10640" y="47029"/>
                  </a:lnTo>
                  <a:lnTo>
                    <a:pt x="8421" y="47506"/>
                  </a:lnTo>
                  <a:lnTo>
                    <a:pt x="7037" y="47291"/>
                  </a:lnTo>
                  <a:lnTo>
                    <a:pt x="4986" y="47053"/>
                  </a:lnTo>
                  <a:lnTo>
                    <a:pt x="2720" y="47053"/>
                  </a:lnTo>
                  <a:lnTo>
                    <a:pt x="0" y="46918"/>
                  </a:lnTo>
                  <a:lnTo>
                    <a:pt x="1286" y="43778"/>
                  </a:lnTo>
                  <a:lnTo>
                    <a:pt x="1813" y="42659"/>
                  </a:lnTo>
                  <a:lnTo>
                    <a:pt x="3624" y="38816"/>
                  </a:lnTo>
                  <a:lnTo>
                    <a:pt x="9611" y="26578"/>
                  </a:lnTo>
                  <a:lnTo>
                    <a:pt x="11501" y="23010"/>
                  </a:lnTo>
                  <a:lnTo>
                    <a:pt x="11842" y="22365"/>
                  </a:lnTo>
                  <a:lnTo>
                    <a:pt x="12146" y="21793"/>
                  </a:lnTo>
                  <a:lnTo>
                    <a:pt x="12691" y="20775"/>
                  </a:lnTo>
                  <a:lnTo>
                    <a:pt x="14834" y="16776"/>
                  </a:lnTo>
                  <a:lnTo>
                    <a:pt x="16544" y="13585"/>
                  </a:lnTo>
                  <a:lnTo>
                    <a:pt x="16968" y="12873"/>
                  </a:lnTo>
                  <a:lnTo>
                    <a:pt x="18112" y="10950"/>
                  </a:lnTo>
                  <a:lnTo>
                    <a:pt x="18691" y="9977"/>
                  </a:lnTo>
                  <a:lnTo>
                    <a:pt x="19023" y="9295"/>
                  </a:lnTo>
                  <a:lnTo>
                    <a:pt x="20420" y="6429"/>
                  </a:lnTo>
                  <a:lnTo>
                    <a:pt x="20846" y="5481"/>
                  </a:lnTo>
                  <a:lnTo>
                    <a:pt x="22508" y="1777"/>
                  </a:lnTo>
                  <a:lnTo>
                    <a:pt x="23658" y="1899"/>
                  </a:lnTo>
                  <a:lnTo>
                    <a:pt x="24028" y="1939"/>
                  </a:lnTo>
                  <a:lnTo>
                    <a:pt x="25134" y="2057"/>
                  </a:lnTo>
                  <a:lnTo>
                    <a:pt x="25433" y="2089"/>
                  </a:lnTo>
                  <a:lnTo>
                    <a:pt x="29161" y="1828"/>
                  </a:lnTo>
                  <a:lnTo>
                    <a:pt x="30593" y="1862"/>
                  </a:lnTo>
                  <a:lnTo>
                    <a:pt x="30991" y="1872"/>
                  </a:lnTo>
                  <a:lnTo>
                    <a:pt x="31268" y="2216"/>
                  </a:lnTo>
                  <a:lnTo>
                    <a:pt x="31791" y="2438"/>
                  </a:lnTo>
                  <a:lnTo>
                    <a:pt x="32364" y="2621"/>
                  </a:lnTo>
                  <a:lnTo>
                    <a:pt x="33215" y="2681"/>
                  </a:lnTo>
                  <a:lnTo>
                    <a:pt x="34168" y="2797"/>
                  </a:lnTo>
                  <a:lnTo>
                    <a:pt x="34971" y="2665"/>
                  </a:lnTo>
                  <a:lnTo>
                    <a:pt x="35926" y="2519"/>
                  </a:lnTo>
                  <a:lnTo>
                    <a:pt x="36810" y="2313"/>
                  </a:lnTo>
                  <a:lnTo>
                    <a:pt x="37044" y="2212"/>
                  </a:lnTo>
                  <a:lnTo>
                    <a:pt x="37751" y="1904"/>
                  </a:lnTo>
                  <a:lnTo>
                    <a:pt x="38809" y="1416"/>
                  </a:lnTo>
                  <a:lnTo>
                    <a:pt x="39840" y="691"/>
                  </a:lnTo>
                  <a:lnTo>
                    <a:pt x="41037" y="352"/>
                  </a:lnTo>
                  <a:lnTo>
                    <a:pt x="42394" y="0"/>
                  </a:lnTo>
                  <a:lnTo>
                    <a:pt x="43612" y="96"/>
                  </a:lnTo>
                  <a:lnTo>
                    <a:pt x="44396" y="253"/>
                  </a:lnTo>
                  <a:lnTo>
                    <a:pt x="45700" y="592"/>
                  </a:lnTo>
                  <a:lnTo>
                    <a:pt x="46803" y="890"/>
                  </a:lnTo>
                  <a:lnTo>
                    <a:pt x="48413" y="136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3" name="pg52"/>
            <p:cNvSpPr/>
            <p:nvPr/>
          </p:nvSpPr>
          <p:spPr>
            <a:xfrm>
              <a:off x="5158499" y="3211115"/>
              <a:ext cx="201691" cy="181627"/>
            </a:xfrm>
            <a:custGeom>
              <a:avLst/>
              <a:pathLst>
                <a:path w="201691" h="181627">
                  <a:moveTo>
                    <a:pt x="90403" y="5716"/>
                  </a:moveTo>
                  <a:lnTo>
                    <a:pt x="91771" y="5586"/>
                  </a:lnTo>
                  <a:lnTo>
                    <a:pt x="92182" y="5546"/>
                  </a:lnTo>
                  <a:lnTo>
                    <a:pt x="94185" y="5166"/>
                  </a:lnTo>
                  <a:lnTo>
                    <a:pt x="101857" y="681"/>
                  </a:lnTo>
                  <a:lnTo>
                    <a:pt x="103023" y="0"/>
                  </a:lnTo>
                  <a:lnTo>
                    <a:pt x="104092" y="1361"/>
                  </a:lnTo>
                  <a:lnTo>
                    <a:pt x="105691" y="3395"/>
                  </a:lnTo>
                  <a:lnTo>
                    <a:pt x="106996" y="5055"/>
                  </a:lnTo>
                  <a:lnTo>
                    <a:pt x="108058" y="6335"/>
                  </a:lnTo>
                  <a:lnTo>
                    <a:pt x="108424" y="6834"/>
                  </a:lnTo>
                  <a:lnTo>
                    <a:pt x="109110" y="7772"/>
                  </a:lnTo>
                  <a:lnTo>
                    <a:pt x="111136" y="10539"/>
                  </a:lnTo>
                  <a:lnTo>
                    <a:pt x="111879" y="11554"/>
                  </a:lnTo>
                  <a:lnTo>
                    <a:pt x="113368" y="13588"/>
                  </a:lnTo>
                  <a:lnTo>
                    <a:pt x="113602" y="13907"/>
                  </a:lnTo>
                  <a:lnTo>
                    <a:pt x="114763" y="13565"/>
                  </a:lnTo>
                  <a:lnTo>
                    <a:pt x="115807" y="13565"/>
                  </a:lnTo>
                  <a:lnTo>
                    <a:pt x="116880" y="13700"/>
                  </a:lnTo>
                  <a:lnTo>
                    <a:pt x="117819" y="13908"/>
                  </a:lnTo>
                  <a:lnTo>
                    <a:pt x="118848" y="14266"/>
                  </a:lnTo>
                  <a:lnTo>
                    <a:pt x="120429" y="15027"/>
                  </a:lnTo>
                  <a:lnTo>
                    <a:pt x="121770" y="15906"/>
                  </a:lnTo>
                  <a:lnTo>
                    <a:pt x="123008" y="16875"/>
                  </a:lnTo>
                  <a:lnTo>
                    <a:pt x="124260" y="18083"/>
                  </a:lnTo>
                  <a:lnTo>
                    <a:pt x="125407" y="18911"/>
                  </a:lnTo>
                  <a:lnTo>
                    <a:pt x="126154" y="21611"/>
                  </a:lnTo>
                  <a:lnTo>
                    <a:pt x="127315" y="25279"/>
                  </a:lnTo>
                  <a:lnTo>
                    <a:pt x="127980" y="27021"/>
                  </a:lnTo>
                  <a:lnTo>
                    <a:pt x="128483" y="28337"/>
                  </a:lnTo>
                  <a:lnTo>
                    <a:pt x="129313" y="30509"/>
                  </a:lnTo>
                  <a:lnTo>
                    <a:pt x="130812" y="34216"/>
                  </a:lnTo>
                  <a:lnTo>
                    <a:pt x="131358" y="35158"/>
                  </a:lnTo>
                  <a:lnTo>
                    <a:pt x="132202" y="35762"/>
                  </a:lnTo>
                  <a:lnTo>
                    <a:pt x="133172" y="36263"/>
                  </a:lnTo>
                  <a:lnTo>
                    <a:pt x="133357" y="36358"/>
                  </a:lnTo>
                  <a:lnTo>
                    <a:pt x="135705" y="37141"/>
                  </a:lnTo>
                  <a:lnTo>
                    <a:pt x="137905" y="37588"/>
                  </a:lnTo>
                  <a:lnTo>
                    <a:pt x="139820" y="37815"/>
                  </a:lnTo>
                  <a:lnTo>
                    <a:pt x="141407" y="37909"/>
                  </a:lnTo>
                  <a:lnTo>
                    <a:pt x="142063" y="37947"/>
                  </a:lnTo>
                  <a:lnTo>
                    <a:pt x="144088" y="38067"/>
                  </a:lnTo>
                  <a:lnTo>
                    <a:pt x="144494" y="38061"/>
                  </a:lnTo>
                  <a:lnTo>
                    <a:pt x="150044" y="37977"/>
                  </a:lnTo>
                  <a:lnTo>
                    <a:pt x="152709" y="37656"/>
                  </a:lnTo>
                  <a:lnTo>
                    <a:pt x="154081" y="37255"/>
                  </a:lnTo>
                  <a:lnTo>
                    <a:pt x="155624" y="36805"/>
                  </a:lnTo>
                  <a:lnTo>
                    <a:pt x="161785" y="34735"/>
                  </a:lnTo>
                  <a:lnTo>
                    <a:pt x="162389" y="34533"/>
                  </a:lnTo>
                  <a:lnTo>
                    <a:pt x="162965" y="36130"/>
                  </a:lnTo>
                  <a:lnTo>
                    <a:pt x="163961" y="38888"/>
                  </a:lnTo>
                  <a:lnTo>
                    <a:pt x="164282" y="38786"/>
                  </a:lnTo>
                  <a:lnTo>
                    <a:pt x="166122" y="38199"/>
                  </a:lnTo>
                  <a:lnTo>
                    <a:pt x="171402" y="36514"/>
                  </a:lnTo>
                  <a:lnTo>
                    <a:pt x="171899" y="36355"/>
                  </a:lnTo>
                  <a:lnTo>
                    <a:pt x="172222" y="36253"/>
                  </a:lnTo>
                  <a:lnTo>
                    <a:pt x="173699" y="35781"/>
                  </a:lnTo>
                  <a:lnTo>
                    <a:pt x="174718" y="35456"/>
                  </a:lnTo>
                  <a:lnTo>
                    <a:pt x="176182" y="34989"/>
                  </a:lnTo>
                  <a:lnTo>
                    <a:pt x="178827" y="42353"/>
                  </a:lnTo>
                  <a:lnTo>
                    <a:pt x="179498" y="44220"/>
                  </a:lnTo>
                  <a:lnTo>
                    <a:pt x="179917" y="45387"/>
                  </a:lnTo>
                  <a:lnTo>
                    <a:pt x="180477" y="46946"/>
                  </a:lnTo>
                  <a:lnTo>
                    <a:pt x="181751" y="50493"/>
                  </a:lnTo>
                  <a:lnTo>
                    <a:pt x="183310" y="55145"/>
                  </a:lnTo>
                  <a:lnTo>
                    <a:pt x="183648" y="56156"/>
                  </a:lnTo>
                  <a:lnTo>
                    <a:pt x="184446" y="58537"/>
                  </a:lnTo>
                  <a:lnTo>
                    <a:pt x="184920" y="59952"/>
                  </a:lnTo>
                  <a:lnTo>
                    <a:pt x="185707" y="62302"/>
                  </a:lnTo>
                  <a:lnTo>
                    <a:pt x="186499" y="64664"/>
                  </a:lnTo>
                  <a:lnTo>
                    <a:pt x="187907" y="69094"/>
                  </a:lnTo>
                  <a:lnTo>
                    <a:pt x="190222" y="68398"/>
                  </a:lnTo>
                  <a:lnTo>
                    <a:pt x="195908" y="66688"/>
                  </a:lnTo>
                  <a:lnTo>
                    <a:pt x="197184" y="66304"/>
                  </a:lnTo>
                  <a:lnTo>
                    <a:pt x="197647" y="66172"/>
                  </a:lnTo>
                  <a:lnTo>
                    <a:pt x="198956" y="70168"/>
                  </a:lnTo>
                  <a:lnTo>
                    <a:pt x="199618" y="72187"/>
                  </a:lnTo>
                  <a:lnTo>
                    <a:pt x="199990" y="73324"/>
                  </a:lnTo>
                  <a:lnTo>
                    <a:pt x="200318" y="74325"/>
                  </a:lnTo>
                  <a:lnTo>
                    <a:pt x="201691" y="78512"/>
                  </a:lnTo>
                  <a:lnTo>
                    <a:pt x="201423" y="78640"/>
                  </a:lnTo>
                  <a:lnTo>
                    <a:pt x="198276" y="80111"/>
                  </a:lnTo>
                  <a:lnTo>
                    <a:pt x="194981" y="81706"/>
                  </a:lnTo>
                  <a:lnTo>
                    <a:pt x="192301" y="83173"/>
                  </a:lnTo>
                  <a:lnTo>
                    <a:pt x="190942" y="83916"/>
                  </a:lnTo>
                  <a:lnTo>
                    <a:pt x="188285" y="85292"/>
                  </a:lnTo>
                  <a:lnTo>
                    <a:pt x="186843" y="85935"/>
                  </a:lnTo>
                  <a:lnTo>
                    <a:pt x="184786" y="86851"/>
                  </a:lnTo>
                  <a:lnTo>
                    <a:pt x="182153" y="87833"/>
                  </a:lnTo>
                  <a:lnTo>
                    <a:pt x="181841" y="87959"/>
                  </a:lnTo>
                  <a:lnTo>
                    <a:pt x="179377" y="88957"/>
                  </a:lnTo>
                  <a:lnTo>
                    <a:pt x="177285" y="89737"/>
                  </a:lnTo>
                  <a:lnTo>
                    <a:pt x="174840" y="90549"/>
                  </a:lnTo>
                  <a:lnTo>
                    <a:pt x="172267" y="91187"/>
                  </a:lnTo>
                  <a:lnTo>
                    <a:pt x="170805" y="91559"/>
                  </a:lnTo>
                  <a:lnTo>
                    <a:pt x="167585" y="92214"/>
                  </a:lnTo>
                  <a:lnTo>
                    <a:pt x="164214" y="92671"/>
                  </a:lnTo>
                  <a:lnTo>
                    <a:pt x="160986" y="93274"/>
                  </a:lnTo>
                  <a:lnTo>
                    <a:pt x="160052" y="93449"/>
                  </a:lnTo>
                  <a:lnTo>
                    <a:pt x="156998" y="94578"/>
                  </a:lnTo>
                  <a:lnTo>
                    <a:pt x="153660" y="95751"/>
                  </a:lnTo>
                  <a:lnTo>
                    <a:pt x="148812" y="97686"/>
                  </a:lnTo>
                  <a:lnTo>
                    <a:pt x="144478" y="99476"/>
                  </a:lnTo>
                  <a:lnTo>
                    <a:pt x="139986" y="101273"/>
                  </a:lnTo>
                  <a:lnTo>
                    <a:pt x="135691" y="103159"/>
                  </a:lnTo>
                  <a:lnTo>
                    <a:pt x="133682" y="104273"/>
                  </a:lnTo>
                  <a:lnTo>
                    <a:pt x="134219" y="108813"/>
                  </a:lnTo>
                  <a:lnTo>
                    <a:pt x="135602" y="118663"/>
                  </a:lnTo>
                  <a:lnTo>
                    <a:pt x="135782" y="119945"/>
                  </a:lnTo>
                  <a:lnTo>
                    <a:pt x="136934" y="128757"/>
                  </a:lnTo>
                  <a:lnTo>
                    <a:pt x="137340" y="132087"/>
                  </a:lnTo>
                  <a:lnTo>
                    <a:pt x="134699" y="132421"/>
                  </a:lnTo>
                  <a:lnTo>
                    <a:pt x="129555" y="132924"/>
                  </a:lnTo>
                  <a:lnTo>
                    <a:pt x="129853" y="135683"/>
                  </a:lnTo>
                  <a:lnTo>
                    <a:pt x="130945" y="144183"/>
                  </a:lnTo>
                  <a:lnTo>
                    <a:pt x="131560" y="148969"/>
                  </a:lnTo>
                  <a:lnTo>
                    <a:pt x="132492" y="156977"/>
                  </a:lnTo>
                  <a:lnTo>
                    <a:pt x="133496" y="164570"/>
                  </a:lnTo>
                  <a:lnTo>
                    <a:pt x="133815" y="168368"/>
                  </a:lnTo>
                  <a:lnTo>
                    <a:pt x="129867" y="168878"/>
                  </a:lnTo>
                  <a:lnTo>
                    <a:pt x="127028" y="169312"/>
                  </a:lnTo>
                  <a:lnTo>
                    <a:pt x="124192" y="169745"/>
                  </a:lnTo>
                  <a:lnTo>
                    <a:pt x="116684" y="170811"/>
                  </a:lnTo>
                  <a:lnTo>
                    <a:pt x="115006" y="171050"/>
                  </a:lnTo>
                  <a:lnTo>
                    <a:pt x="110883" y="171684"/>
                  </a:lnTo>
                  <a:lnTo>
                    <a:pt x="104444" y="172613"/>
                  </a:lnTo>
                  <a:lnTo>
                    <a:pt x="94481" y="174117"/>
                  </a:lnTo>
                  <a:lnTo>
                    <a:pt x="84913" y="175511"/>
                  </a:lnTo>
                  <a:lnTo>
                    <a:pt x="81105" y="176066"/>
                  </a:lnTo>
                  <a:lnTo>
                    <a:pt x="73389" y="177190"/>
                  </a:lnTo>
                  <a:lnTo>
                    <a:pt x="66190" y="178199"/>
                  </a:lnTo>
                  <a:lnTo>
                    <a:pt x="59764" y="179165"/>
                  </a:lnTo>
                  <a:lnTo>
                    <a:pt x="54283" y="180028"/>
                  </a:lnTo>
                  <a:lnTo>
                    <a:pt x="50855" y="180527"/>
                  </a:lnTo>
                  <a:lnTo>
                    <a:pt x="46259" y="181286"/>
                  </a:lnTo>
                  <a:lnTo>
                    <a:pt x="43993" y="181627"/>
                  </a:lnTo>
                  <a:lnTo>
                    <a:pt x="43524" y="176470"/>
                  </a:lnTo>
                  <a:lnTo>
                    <a:pt x="43470" y="176066"/>
                  </a:lnTo>
                  <a:lnTo>
                    <a:pt x="43081" y="173179"/>
                  </a:lnTo>
                  <a:lnTo>
                    <a:pt x="42595" y="169432"/>
                  </a:lnTo>
                  <a:lnTo>
                    <a:pt x="42202" y="166176"/>
                  </a:lnTo>
                  <a:lnTo>
                    <a:pt x="41482" y="160928"/>
                  </a:lnTo>
                  <a:lnTo>
                    <a:pt x="33009" y="162238"/>
                  </a:lnTo>
                  <a:lnTo>
                    <a:pt x="31932" y="162405"/>
                  </a:lnTo>
                  <a:lnTo>
                    <a:pt x="31917" y="162260"/>
                  </a:lnTo>
                  <a:lnTo>
                    <a:pt x="31842" y="161538"/>
                  </a:lnTo>
                  <a:lnTo>
                    <a:pt x="31674" y="159931"/>
                  </a:lnTo>
                  <a:lnTo>
                    <a:pt x="31406" y="157351"/>
                  </a:lnTo>
                  <a:lnTo>
                    <a:pt x="30421" y="149557"/>
                  </a:lnTo>
                  <a:lnTo>
                    <a:pt x="30338" y="148894"/>
                  </a:lnTo>
                  <a:lnTo>
                    <a:pt x="29831" y="142224"/>
                  </a:lnTo>
                  <a:lnTo>
                    <a:pt x="29589" y="140145"/>
                  </a:lnTo>
                  <a:lnTo>
                    <a:pt x="28740" y="132855"/>
                  </a:lnTo>
                  <a:lnTo>
                    <a:pt x="29100" y="130920"/>
                  </a:lnTo>
                  <a:lnTo>
                    <a:pt x="29511" y="127864"/>
                  </a:lnTo>
                  <a:lnTo>
                    <a:pt x="29224" y="123161"/>
                  </a:lnTo>
                  <a:lnTo>
                    <a:pt x="28727" y="116813"/>
                  </a:lnTo>
                  <a:lnTo>
                    <a:pt x="28255" y="111061"/>
                  </a:lnTo>
                  <a:lnTo>
                    <a:pt x="28362" y="106448"/>
                  </a:lnTo>
                  <a:lnTo>
                    <a:pt x="28365" y="98916"/>
                  </a:lnTo>
                  <a:lnTo>
                    <a:pt x="28371" y="96186"/>
                  </a:lnTo>
                  <a:lnTo>
                    <a:pt x="26892" y="91186"/>
                  </a:lnTo>
                  <a:lnTo>
                    <a:pt x="24848" y="86127"/>
                  </a:lnTo>
                  <a:lnTo>
                    <a:pt x="24268" y="84691"/>
                  </a:lnTo>
                  <a:lnTo>
                    <a:pt x="24883" y="84416"/>
                  </a:lnTo>
                  <a:lnTo>
                    <a:pt x="23805" y="81872"/>
                  </a:lnTo>
                  <a:lnTo>
                    <a:pt x="23388" y="80888"/>
                  </a:lnTo>
                  <a:lnTo>
                    <a:pt x="23162" y="80354"/>
                  </a:lnTo>
                  <a:lnTo>
                    <a:pt x="20466" y="81226"/>
                  </a:lnTo>
                  <a:lnTo>
                    <a:pt x="19961" y="79631"/>
                  </a:lnTo>
                  <a:lnTo>
                    <a:pt x="19331" y="77642"/>
                  </a:lnTo>
                  <a:lnTo>
                    <a:pt x="18307" y="74408"/>
                  </a:lnTo>
                  <a:lnTo>
                    <a:pt x="17497" y="72077"/>
                  </a:lnTo>
                  <a:lnTo>
                    <a:pt x="15637" y="66726"/>
                  </a:lnTo>
                  <a:lnTo>
                    <a:pt x="13959" y="61581"/>
                  </a:lnTo>
                  <a:lnTo>
                    <a:pt x="14954" y="60253"/>
                  </a:lnTo>
                  <a:lnTo>
                    <a:pt x="16070" y="59204"/>
                  </a:lnTo>
                  <a:lnTo>
                    <a:pt x="16890" y="58433"/>
                  </a:lnTo>
                  <a:lnTo>
                    <a:pt x="18886" y="56666"/>
                  </a:lnTo>
                  <a:lnTo>
                    <a:pt x="20493" y="55271"/>
                  </a:lnTo>
                  <a:lnTo>
                    <a:pt x="19962" y="54363"/>
                  </a:lnTo>
                  <a:lnTo>
                    <a:pt x="19431" y="53455"/>
                  </a:lnTo>
                  <a:lnTo>
                    <a:pt x="19001" y="53594"/>
                  </a:lnTo>
                  <a:lnTo>
                    <a:pt x="13796" y="57801"/>
                  </a:lnTo>
                  <a:lnTo>
                    <a:pt x="12702" y="56084"/>
                  </a:lnTo>
                  <a:lnTo>
                    <a:pt x="12155" y="55226"/>
                  </a:lnTo>
                  <a:lnTo>
                    <a:pt x="2190" y="39592"/>
                  </a:lnTo>
                  <a:lnTo>
                    <a:pt x="0" y="35688"/>
                  </a:lnTo>
                  <a:lnTo>
                    <a:pt x="1286" y="35012"/>
                  </a:lnTo>
                  <a:lnTo>
                    <a:pt x="6241" y="31785"/>
                  </a:lnTo>
                  <a:lnTo>
                    <a:pt x="6508" y="31609"/>
                  </a:lnTo>
                  <a:lnTo>
                    <a:pt x="12607" y="27582"/>
                  </a:lnTo>
                  <a:lnTo>
                    <a:pt x="17875" y="24451"/>
                  </a:lnTo>
                  <a:lnTo>
                    <a:pt x="23971" y="21021"/>
                  </a:lnTo>
                  <a:lnTo>
                    <a:pt x="25244" y="20274"/>
                  </a:lnTo>
                  <a:lnTo>
                    <a:pt x="29709" y="17651"/>
                  </a:lnTo>
                  <a:lnTo>
                    <a:pt x="33773" y="15663"/>
                  </a:lnTo>
                  <a:lnTo>
                    <a:pt x="36474" y="15031"/>
                  </a:lnTo>
                  <a:lnTo>
                    <a:pt x="38465" y="15209"/>
                  </a:lnTo>
                  <a:lnTo>
                    <a:pt x="45286" y="12357"/>
                  </a:lnTo>
                  <a:lnTo>
                    <a:pt x="48810" y="11383"/>
                  </a:lnTo>
                  <a:lnTo>
                    <a:pt x="52333" y="10408"/>
                  </a:lnTo>
                  <a:lnTo>
                    <a:pt x="54589" y="10100"/>
                  </a:lnTo>
                  <a:lnTo>
                    <a:pt x="57270" y="9734"/>
                  </a:lnTo>
                  <a:lnTo>
                    <a:pt x="59566" y="9107"/>
                  </a:lnTo>
                  <a:lnTo>
                    <a:pt x="62100" y="7256"/>
                  </a:lnTo>
                  <a:lnTo>
                    <a:pt x="65765" y="6202"/>
                  </a:lnTo>
                  <a:lnTo>
                    <a:pt x="68770" y="5790"/>
                  </a:lnTo>
                  <a:lnTo>
                    <a:pt x="73944" y="5670"/>
                  </a:lnTo>
                  <a:lnTo>
                    <a:pt x="75406" y="5597"/>
                  </a:lnTo>
                  <a:lnTo>
                    <a:pt x="77081" y="5514"/>
                  </a:lnTo>
                  <a:lnTo>
                    <a:pt x="78309" y="5624"/>
                  </a:lnTo>
                  <a:lnTo>
                    <a:pt x="80718" y="5841"/>
                  </a:lnTo>
                  <a:lnTo>
                    <a:pt x="86034" y="5819"/>
                  </a:lnTo>
                  <a:lnTo>
                    <a:pt x="89034" y="584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4" name="pg53"/>
            <p:cNvSpPr/>
            <p:nvPr/>
          </p:nvSpPr>
          <p:spPr>
            <a:xfrm>
              <a:off x="5261522" y="3169891"/>
              <a:ext cx="233792" cy="119737"/>
            </a:xfrm>
            <a:custGeom>
              <a:avLst/>
              <a:pathLst>
                <a:path w="233792" h="119737">
                  <a:moveTo>
                    <a:pt x="175982" y="37606"/>
                  </a:moveTo>
                  <a:lnTo>
                    <a:pt x="176913" y="41168"/>
                  </a:lnTo>
                  <a:lnTo>
                    <a:pt x="182334" y="39355"/>
                  </a:lnTo>
                  <a:lnTo>
                    <a:pt x="182896" y="41160"/>
                  </a:lnTo>
                  <a:lnTo>
                    <a:pt x="183559" y="45521"/>
                  </a:lnTo>
                  <a:lnTo>
                    <a:pt x="183778" y="46963"/>
                  </a:lnTo>
                  <a:lnTo>
                    <a:pt x="183903" y="47466"/>
                  </a:lnTo>
                  <a:lnTo>
                    <a:pt x="184279" y="48973"/>
                  </a:lnTo>
                  <a:lnTo>
                    <a:pt x="184707" y="50688"/>
                  </a:lnTo>
                  <a:lnTo>
                    <a:pt x="185832" y="54840"/>
                  </a:lnTo>
                  <a:lnTo>
                    <a:pt x="186251" y="56389"/>
                  </a:lnTo>
                  <a:lnTo>
                    <a:pt x="187449" y="60376"/>
                  </a:lnTo>
                  <a:lnTo>
                    <a:pt x="188044" y="62430"/>
                  </a:lnTo>
                  <a:lnTo>
                    <a:pt x="189928" y="68572"/>
                  </a:lnTo>
                  <a:lnTo>
                    <a:pt x="193644" y="67908"/>
                  </a:lnTo>
                  <a:lnTo>
                    <a:pt x="195113" y="67645"/>
                  </a:lnTo>
                  <a:lnTo>
                    <a:pt x="203724" y="66105"/>
                  </a:lnTo>
                  <a:lnTo>
                    <a:pt x="213491" y="64358"/>
                  </a:lnTo>
                  <a:lnTo>
                    <a:pt x="214201" y="64231"/>
                  </a:lnTo>
                  <a:lnTo>
                    <a:pt x="220073" y="63181"/>
                  </a:lnTo>
                  <a:lnTo>
                    <a:pt x="223540" y="62581"/>
                  </a:lnTo>
                  <a:lnTo>
                    <a:pt x="227085" y="61967"/>
                  </a:lnTo>
                  <a:lnTo>
                    <a:pt x="228656" y="67132"/>
                  </a:lnTo>
                  <a:lnTo>
                    <a:pt x="230321" y="72496"/>
                  </a:lnTo>
                  <a:lnTo>
                    <a:pt x="230524" y="73170"/>
                  </a:lnTo>
                  <a:lnTo>
                    <a:pt x="230742" y="73894"/>
                  </a:lnTo>
                  <a:lnTo>
                    <a:pt x="230961" y="74618"/>
                  </a:lnTo>
                  <a:lnTo>
                    <a:pt x="233792" y="84017"/>
                  </a:lnTo>
                  <a:lnTo>
                    <a:pt x="232054" y="84424"/>
                  </a:lnTo>
                  <a:lnTo>
                    <a:pt x="221018" y="87011"/>
                  </a:lnTo>
                  <a:lnTo>
                    <a:pt x="209110" y="89803"/>
                  </a:lnTo>
                  <a:lnTo>
                    <a:pt x="208661" y="89910"/>
                  </a:lnTo>
                  <a:lnTo>
                    <a:pt x="202382" y="91402"/>
                  </a:lnTo>
                  <a:lnTo>
                    <a:pt x="192970" y="93638"/>
                  </a:lnTo>
                  <a:lnTo>
                    <a:pt x="192793" y="93680"/>
                  </a:lnTo>
                  <a:lnTo>
                    <a:pt x="166811" y="99371"/>
                  </a:lnTo>
                  <a:lnTo>
                    <a:pt x="164055" y="99974"/>
                  </a:lnTo>
                  <a:lnTo>
                    <a:pt x="163842" y="100021"/>
                  </a:lnTo>
                  <a:lnTo>
                    <a:pt x="163767" y="99482"/>
                  </a:lnTo>
                  <a:lnTo>
                    <a:pt x="163634" y="99512"/>
                  </a:lnTo>
                  <a:lnTo>
                    <a:pt x="163147" y="99618"/>
                  </a:lnTo>
                  <a:lnTo>
                    <a:pt x="162895" y="99673"/>
                  </a:lnTo>
                  <a:lnTo>
                    <a:pt x="160596" y="100178"/>
                  </a:lnTo>
                  <a:lnTo>
                    <a:pt x="158328" y="100675"/>
                  </a:lnTo>
                  <a:lnTo>
                    <a:pt x="158045" y="100737"/>
                  </a:lnTo>
                  <a:lnTo>
                    <a:pt x="157402" y="100878"/>
                  </a:lnTo>
                  <a:lnTo>
                    <a:pt x="155388" y="101319"/>
                  </a:lnTo>
                  <a:lnTo>
                    <a:pt x="154359" y="101545"/>
                  </a:lnTo>
                  <a:lnTo>
                    <a:pt x="153560" y="101720"/>
                  </a:lnTo>
                  <a:lnTo>
                    <a:pt x="152068" y="102068"/>
                  </a:lnTo>
                  <a:lnTo>
                    <a:pt x="148529" y="102892"/>
                  </a:lnTo>
                  <a:lnTo>
                    <a:pt x="148293" y="103052"/>
                  </a:lnTo>
                  <a:lnTo>
                    <a:pt x="147807" y="103383"/>
                  </a:lnTo>
                  <a:lnTo>
                    <a:pt x="142483" y="105465"/>
                  </a:lnTo>
                  <a:lnTo>
                    <a:pt x="141297" y="105929"/>
                  </a:lnTo>
                  <a:lnTo>
                    <a:pt x="140579" y="106210"/>
                  </a:lnTo>
                  <a:lnTo>
                    <a:pt x="138914" y="106838"/>
                  </a:lnTo>
                  <a:lnTo>
                    <a:pt x="137890" y="107225"/>
                  </a:lnTo>
                  <a:lnTo>
                    <a:pt x="135981" y="107945"/>
                  </a:lnTo>
                  <a:lnTo>
                    <a:pt x="133065" y="108679"/>
                  </a:lnTo>
                  <a:lnTo>
                    <a:pt x="130188" y="109439"/>
                  </a:lnTo>
                  <a:lnTo>
                    <a:pt x="128291" y="109940"/>
                  </a:lnTo>
                  <a:lnTo>
                    <a:pt x="122625" y="111437"/>
                  </a:lnTo>
                  <a:lnTo>
                    <a:pt x="121769" y="111663"/>
                  </a:lnTo>
                  <a:lnTo>
                    <a:pt x="121405" y="111760"/>
                  </a:lnTo>
                  <a:lnTo>
                    <a:pt x="119982" y="112157"/>
                  </a:lnTo>
                  <a:lnTo>
                    <a:pt x="114698" y="113633"/>
                  </a:lnTo>
                  <a:lnTo>
                    <a:pt x="110507" y="114803"/>
                  </a:lnTo>
                  <a:lnTo>
                    <a:pt x="110324" y="114854"/>
                  </a:lnTo>
                  <a:lnTo>
                    <a:pt x="107962" y="115513"/>
                  </a:lnTo>
                  <a:lnTo>
                    <a:pt x="107372" y="116066"/>
                  </a:lnTo>
                  <a:lnTo>
                    <a:pt x="106835" y="116569"/>
                  </a:lnTo>
                  <a:lnTo>
                    <a:pt x="105735" y="116972"/>
                  </a:lnTo>
                  <a:lnTo>
                    <a:pt x="99374" y="119400"/>
                  </a:lnTo>
                  <a:lnTo>
                    <a:pt x="98668" y="119737"/>
                  </a:lnTo>
                  <a:lnTo>
                    <a:pt x="97295" y="115550"/>
                  </a:lnTo>
                  <a:lnTo>
                    <a:pt x="96967" y="114549"/>
                  </a:lnTo>
                  <a:lnTo>
                    <a:pt x="96595" y="113412"/>
                  </a:lnTo>
                  <a:lnTo>
                    <a:pt x="95933" y="111393"/>
                  </a:lnTo>
                  <a:lnTo>
                    <a:pt x="94624" y="107396"/>
                  </a:lnTo>
                  <a:lnTo>
                    <a:pt x="94161" y="107528"/>
                  </a:lnTo>
                  <a:lnTo>
                    <a:pt x="92885" y="107912"/>
                  </a:lnTo>
                  <a:lnTo>
                    <a:pt x="87199" y="109623"/>
                  </a:lnTo>
                  <a:lnTo>
                    <a:pt x="84883" y="110319"/>
                  </a:lnTo>
                  <a:lnTo>
                    <a:pt x="83475" y="105888"/>
                  </a:lnTo>
                  <a:lnTo>
                    <a:pt x="82684" y="103527"/>
                  </a:lnTo>
                  <a:lnTo>
                    <a:pt x="81897" y="101176"/>
                  </a:lnTo>
                  <a:lnTo>
                    <a:pt x="81423" y="99762"/>
                  </a:lnTo>
                  <a:lnTo>
                    <a:pt x="80625" y="97381"/>
                  </a:lnTo>
                  <a:lnTo>
                    <a:pt x="80287" y="96370"/>
                  </a:lnTo>
                  <a:lnTo>
                    <a:pt x="78728" y="91718"/>
                  </a:lnTo>
                  <a:lnTo>
                    <a:pt x="77454" y="88170"/>
                  </a:lnTo>
                  <a:lnTo>
                    <a:pt x="76894" y="86612"/>
                  </a:lnTo>
                  <a:lnTo>
                    <a:pt x="76475" y="85445"/>
                  </a:lnTo>
                  <a:lnTo>
                    <a:pt x="75804" y="83577"/>
                  </a:lnTo>
                  <a:lnTo>
                    <a:pt x="73159" y="76214"/>
                  </a:lnTo>
                  <a:lnTo>
                    <a:pt x="71695" y="76681"/>
                  </a:lnTo>
                  <a:lnTo>
                    <a:pt x="70608" y="77028"/>
                  </a:lnTo>
                  <a:lnTo>
                    <a:pt x="69199" y="77477"/>
                  </a:lnTo>
                  <a:lnTo>
                    <a:pt x="68876" y="77580"/>
                  </a:lnTo>
                  <a:lnTo>
                    <a:pt x="68379" y="77739"/>
                  </a:lnTo>
                  <a:lnTo>
                    <a:pt x="63099" y="79423"/>
                  </a:lnTo>
                  <a:lnTo>
                    <a:pt x="61259" y="80011"/>
                  </a:lnTo>
                  <a:lnTo>
                    <a:pt x="60938" y="80113"/>
                  </a:lnTo>
                  <a:lnTo>
                    <a:pt x="59942" y="77354"/>
                  </a:lnTo>
                  <a:lnTo>
                    <a:pt x="59366" y="75757"/>
                  </a:lnTo>
                  <a:lnTo>
                    <a:pt x="58762" y="75960"/>
                  </a:lnTo>
                  <a:lnTo>
                    <a:pt x="52601" y="78030"/>
                  </a:lnTo>
                  <a:lnTo>
                    <a:pt x="51058" y="78480"/>
                  </a:lnTo>
                  <a:lnTo>
                    <a:pt x="49686" y="78881"/>
                  </a:lnTo>
                  <a:lnTo>
                    <a:pt x="47021" y="79202"/>
                  </a:lnTo>
                  <a:lnTo>
                    <a:pt x="41471" y="79285"/>
                  </a:lnTo>
                  <a:lnTo>
                    <a:pt x="41065" y="79291"/>
                  </a:lnTo>
                  <a:lnTo>
                    <a:pt x="39040" y="79172"/>
                  </a:lnTo>
                  <a:lnTo>
                    <a:pt x="38384" y="79133"/>
                  </a:lnTo>
                  <a:lnTo>
                    <a:pt x="36745" y="79036"/>
                  </a:lnTo>
                  <a:lnTo>
                    <a:pt x="34882" y="78813"/>
                  </a:lnTo>
                  <a:lnTo>
                    <a:pt x="32682" y="78366"/>
                  </a:lnTo>
                  <a:lnTo>
                    <a:pt x="30334" y="77583"/>
                  </a:lnTo>
                  <a:lnTo>
                    <a:pt x="30149" y="77487"/>
                  </a:lnTo>
                  <a:lnTo>
                    <a:pt x="29179" y="76986"/>
                  </a:lnTo>
                  <a:lnTo>
                    <a:pt x="28335" y="76382"/>
                  </a:lnTo>
                  <a:lnTo>
                    <a:pt x="27789" y="75441"/>
                  </a:lnTo>
                  <a:lnTo>
                    <a:pt x="26290" y="71733"/>
                  </a:lnTo>
                  <a:lnTo>
                    <a:pt x="25460" y="69562"/>
                  </a:lnTo>
                  <a:lnTo>
                    <a:pt x="24957" y="68245"/>
                  </a:lnTo>
                  <a:lnTo>
                    <a:pt x="24292" y="66503"/>
                  </a:lnTo>
                  <a:lnTo>
                    <a:pt x="23131" y="62835"/>
                  </a:lnTo>
                  <a:lnTo>
                    <a:pt x="22384" y="60136"/>
                  </a:lnTo>
                  <a:lnTo>
                    <a:pt x="21237" y="59308"/>
                  </a:lnTo>
                  <a:lnTo>
                    <a:pt x="19985" y="58100"/>
                  </a:lnTo>
                  <a:lnTo>
                    <a:pt x="18747" y="57131"/>
                  </a:lnTo>
                  <a:lnTo>
                    <a:pt x="17406" y="56251"/>
                  </a:lnTo>
                  <a:lnTo>
                    <a:pt x="15825" y="55491"/>
                  </a:lnTo>
                  <a:lnTo>
                    <a:pt x="14796" y="55133"/>
                  </a:lnTo>
                  <a:lnTo>
                    <a:pt x="13857" y="54924"/>
                  </a:lnTo>
                  <a:lnTo>
                    <a:pt x="12784" y="54790"/>
                  </a:lnTo>
                  <a:lnTo>
                    <a:pt x="11740" y="54790"/>
                  </a:lnTo>
                  <a:lnTo>
                    <a:pt x="10579" y="55132"/>
                  </a:lnTo>
                  <a:lnTo>
                    <a:pt x="10345" y="54813"/>
                  </a:lnTo>
                  <a:lnTo>
                    <a:pt x="8856" y="52779"/>
                  </a:lnTo>
                  <a:lnTo>
                    <a:pt x="6087" y="48997"/>
                  </a:lnTo>
                  <a:lnTo>
                    <a:pt x="5401" y="48059"/>
                  </a:lnTo>
                  <a:lnTo>
                    <a:pt x="5035" y="47559"/>
                  </a:lnTo>
                  <a:lnTo>
                    <a:pt x="3973" y="46280"/>
                  </a:lnTo>
                  <a:lnTo>
                    <a:pt x="2668" y="44620"/>
                  </a:lnTo>
                  <a:lnTo>
                    <a:pt x="1069" y="42585"/>
                  </a:lnTo>
                  <a:lnTo>
                    <a:pt x="0" y="41224"/>
                  </a:lnTo>
                  <a:lnTo>
                    <a:pt x="6622" y="40569"/>
                  </a:lnTo>
                  <a:lnTo>
                    <a:pt x="14237" y="40480"/>
                  </a:lnTo>
                  <a:lnTo>
                    <a:pt x="26167" y="41699"/>
                  </a:lnTo>
                  <a:lnTo>
                    <a:pt x="27392" y="41825"/>
                  </a:lnTo>
                  <a:lnTo>
                    <a:pt x="28590" y="41677"/>
                  </a:lnTo>
                  <a:lnTo>
                    <a:pt x="29336" y="41585"/>
                  </a:lnTo>
                  <a:lnTo>
                    <a:pt x="29342" y="41408"/>
                  </a:lnTo>
                  <a:lnTo>
                    <a:pt x="29569" y="41387"/>
                  </a:lnTo>
                  <a:lnTo>
                    <a:pt x="31101" y="41269"/>
                  </a:lnTo>
                  <a:lnTo>
                    <a:pt x="31584" y="41231"/>
                  </a:lnTo>
                  <a:lnTo>
                    <a:pt x="32554" y="41156"/>
                  </a:lnTo>
                  <a:lnTo>
                    <a:pt x="33239" y="41103"/>
                  </a:lnTo>
                  <a:lnTo>
                    <a:pt x="42392" y="39974"/>
                  </a:lnTo>
                  <a:lnTo>
                    <a:pt x="47721" y="39317"/>
                  </a:lnTo>
                  <a:lnTo>
                    <a:pt x="48241" y="39152"/>
                  </a:lnTo>
                  <a:lnTo>
                    <a:pt x="51837" y="38014"/>
                  </a:lnTo>
                  <a:lnTo>
                    <a:pt x="54300" y="37234"/>
                  </a:lnTo>
                  <a:lnTo>
                    <a:pt x="62824" y="34536"/>
                  </a:lnTo>
                  <a:lnTo>
                    <a:pt x="69324" y="32479"/>
                  </a:lnTo>
                  <a:lnTo>
                    <a:pt x="76092" y="30836"/>
                  </a:lnTo>
                  <a:lnTo>
                    <a:pt x="79076" y="30112"/>
                  </a:lnTo>
                  <a:lnTo>
                    <a:pt x="85182" y="28630"/>
                  </a:lnTo>
                  <a:lnTo>
                    <a:pt x="85457" y="28630"/>
                  </a:lnTo>
                  <a:lnTo>
                    <a:pt x="85823" y="28361"/>
                  </a:lnTo>
                  <a:lnTo>
                    <a:pt x="88674" y="27102"/>
                  </a:lnTo>
                  <a:lnTo>
                    <a:pt x="92982" y="25200"/>
                  </a:lnTo>
                  <a:lnTo>
                    <a:pt x="94629" y="24473"/>
                  </a:lnTo>
                  <a:lnTo>
                    <a:pt x="101846" y="21286"/>
                  </a:lnTo>
                  <a:lnTo>
                    <a:pt x="122079" y="12337"/>
                  </a:lnTo>
                  <a:lnTo>
                    <a:pt x="126826" y="10237"/>
                  </a:lnTo>
                  <a:lnTo>
                    <a:pt x="134083" y="7398"/>
                  </a:lnTo>
                  <a:lnTo>
                    <a:pt x="143808" y="5850"/>
                  </a:lnTo>
                  <a:lnTo>
                    <a:pt x="151724" y="5721"/>
                  </a:lnTo>
                  <a:lnTo>
                    <a:pt x="165517" y="1712"/>
                  </a:lnTo>
                  <a:lnTo>
                    <a:pt x="166503" y="1425"/>
                  </a:lnTo>
                  <a:lnTo>
                    <a:pt x="168821" y="751"/>
                  </a:lnTo>
                  <a:lnTo>
                    <a:pt x="171800" y="0"/>
                  </a:lnTo>
                  <a:lnTo>
                    <a:pt x="173975" y="4447"/>
                  </a:lnTo>
                  <a:lnTo>
                    <a:pt x="175489" y="7542"/>
                  </a:lnTo>
                  <a:lnTo>
                    <a:pt x="177002" y="10638"/>
                  </a:lnTo>
                  <a:lnTo>
                    <a:pt x="177739" y="12219"/>
                  </a:lnTo>
                  <a:lnTo>
                    <a:pt x="178107" y="13010"/>
                  </a:lnTo>
                  <a:lnTo>
                    <a:pt x="178476" y="13801"/>
                  </a:lnTo>
                  <a:lnTo>
                    <a:pt x="177820" y="14755"/>
                  </a:lnTo>
                  <a:lnTo>
                    <a:pt x="175058" y="15418"/>
                  </a:lnTo>
                  <a:lnTo>
                    <a:pt x="171670" y="16277"/>
                  </a:lnTo>
                  <a:lnTo>
                    <a:pt x="171733" y="16832"/>
                  </a:lnTo>
                  <a:lnTo>
                    <a:pt x="175369" y="3460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5" name="pg54"/>
            <p:cNvSpPr/>
            <p:nvPr/>
          </p:nvSpPr>
          <p:spPr>
            <a:xfrm>
              <a:off x="5366182" y="3241789"/>
              <a:ext cx="173195" cy="137421"/>
            </a:xfrm>
            <a:custGeom>
              <a:avLst/>
              <a:pathLst>
                <a:path w="173195" h="137421">
                  <a:moveTo>
                    <a:pt x="156813" y="23515"/>
                  </a:moveTo>
                  <a:lnTo>
                    <a:pt x="154518" y="24427"/>
                  </a:lnTo>
                  <a:lnTo>
                    <a:pt x="152243" y="25197"/>
                  </a:lnTo>
                  <a:lnTo>
                    <a:pt x="150009" y="25954"/>
                  </a:lnTo>
                  <a:lnTo>
                    <a:pt x="148650" y="26550"/>
                  </a:lnTo>
                  <a:lnTo>
                    <a:pt x="147862" y="26955"/>
                  </a:lnTo>
                  <a:lnTo>
                    <a:pt x="147600" y="27576"/>
                  </a:lnTo>
                  <a:lnTo>
                    <a:pt x="148220" y="28196"/>
                  </a:lnTo>
                  <a:lnTo>
                    <a:pt x="149986" y="28458"/>
                  </a:lnTo>
                  <a:lnTo>
                    <a:pt x="151202" y="28268"/>
                  </a:lnTo>
                  <a:lnTo>
                    <a:pt x="156951" y="26860"/>
                  </a:lnTo>
                  <a:lnTo>
                    <a:pt x="159265" y="26717"/>
                  </a:lnTo>
                  <a:lnTo>
                    <a:pt x="160697" y="26812"/>
                  </a:lnTo>
                  <a:lnTo>
                    <a:pt x="161937" y="26932"/>
                  </a:lnTo>
                  <a:lnTo>
                    <a:pt x="163392" y="27790"/>
                  </a:lnTo>
                  <a:lnTo>
                    <a:pt x="164307" y="29967"/>
                  </a:lnTo>
                  <a:lnTo>
                    <a:pt x="164307" y="30149"/>
                  </a:lnTo>
                  <a:lnTo>
                    <a:pt x="164307" y="31939"/>
                  </a:lnTo>
                  <a:lnTo>
                    <a:pt x="164576" y="33459"/>
                  </a:lnTo>
                  <a:lnTo>
                    <a:pt x="165470" y="35785"/>
                  </a:lnTo>
                  <a:lnTo>
                    <a:pt x="166007" y="36680"/>
                  </a:lnTo>
                  <a:lnTo>
                    <a:pt x="166901" y="38380"/>
                  </a:lnTo>
                  <a:lnTo>
                    <a:pt x="168243" y="39900"/>
                  </a:lnTo>
                  <a:lnTo>
                    <a:pt x="169227" y="40706"/>
                  </a:lnTo>
                  <a:lnTo>
                    <a:pt x="170247" y="41191"/>
                  </a:lnTo>
                  <a:lnTo>
                    <a:pt x="168917" y="43974"/>
                  </a:lnTo>
                  <a:lnTo>
                    <a:pt x="163804" y="53547"/>
                  </a:lnTo>
                  <a:lnTo>
                    <a:pt x="169021" y="56351"/>
                  </a:lnTo>
                  <a:lnTo>
                    <a:pt x="161367" y="70585"/>
                  </a:lnTo>
                  <a:lnTo>
                    <a:pt x="158974" y="75169"/>
                  </a:lnTo>
                  <a:lnTo>
                    <a:pt x="157491" y="78009"/>
                  </a:lnTo>
                  <a:lnTo>
                    <a:pt x="162645" y="80956"/>
                  </a:lnTo>
                  <a:lnTo>
                    <a:pt x="162422" y="81696"/>
                  </a:lnTo>
                  <a:lnTo>
                    <a:pt x="161512" y="84728"/>
                  </a:lnTo>
                  <a:lnTo>
                    <a:pt x="159438" y="83941"/>
                  </a:lnTo>
                  <a:lnTo>
                    <a:pt x="157431" y="83061"/>
                  </a:lnTo>
                  <a:lnTo>
                    <a:pt x="157050" y="83180"/>
                  </a:lnTo>
                  <a:lnTo>
                    <a:pt x="156978" y="83681"/>
                  </a:lnTo>
                  <a:lnTo>
                    <a:pt x="157861" y="87069"/>
                  </a:lnTo>
                  <a:lnTo>
                    <a:pt x="157527" y="87593"/>
                  </a:lnTo>
                  <a:lnTo>
                    <a:pt x="154044" y="88309"/>
                  </a:lnTo>
                  <a:lnTo>
                    <a:pt x="156682" y="100330"/>
                  </a:lnTo>
                  <a:lnTo>
                    <a:pt x="157539" y="100176"/>
                  </a:lnTo>
                  <a:lnTo>
                    <a:pt x="158214" y="100032"/>
                  </a:lnTo>
                  <a:lnTo>
                    <a:pt x="158516" y="102997"/>
                  </a:lnTo>
                  <a:lnTo>
                    <a:pt x="158670" y="104519"/>
                  </a:lnTo>
                  <a:lnTo>
                    <a:pt x="158542" y="108586"/>
                  </a:lnTo>
                  <a:lnTo>
                    <a:pt x="158494" y="110098"/>
                  </a:lnTo>
                  <a:lnTo>
                    <a:pt x="158483" y="110440"/>
                  </a:lnTo>
                  <a:lnTo>
                    <a:pt x="158282" y="113170"/>
                  </a:lnTo>
                  <a:lnTo>
                    <a:pt x="158019" y="115711"/>
                  </a:lnTo>
                  <a:lnTo>
                    <a:pt x="157625" y="121175"/>
                  </a:lnTo>
                  <a:lnTo>
                    <a:pt x="157959" y="123728"/>
                  </a:lnTo>
                  <a:lnTo>
                    <a:pt x="158060" y="124424"/>
                  </a:lnTo>
                  <a:lnTo>
                    <a:pt x="158149" y="125040"/>
                  </a:lnTo>
                  <a:lnTo>
                    <a:pt x="158183" y="127674"/>
                  </a:lnTo>
                  <a:lnTo>
                    <a:pt x="158197" y="128737"/>
                  </a:lnTo>
                  <a:lnTo>
                    <a:pt x="158057" y="130731"/>
                  </a:lnTo>
                  <a:lnTo>
                    <a:pt x="157704" y="135754"/>
                  </a:lnTo>
                  <a:lnTo>
                    <a:pt x="157649" y="136538"/>
                  </a:lnTo>
                  <a:lnTo>
                    <a:pt x="157458" y="137421"/>
                  </a:lnTo>
                  <a:lnTo>
                    <a:pt x="155537" y="136850"/>
                  </a:lnTo>
                  <a:lnTo>
                    <a:pt x="154851" y="134299"/>
                  </a:lnTo>
                  <a:lnTo>
                    <a:pt x="152801" y="133665"/>
                  </a:lnTo>
                  <a:lnTo>
                    <a:pt x="152354" y="132994"/>
                  </a:lnTo>
                  <a:lnTo>
                    <a:pt x="152988" y="129826"/>
                  </a:lnTo>
                  <a:lnTo>
                    <a:pt x="148962" y="124272"/>
                  </a:lnTo>
                  <a:lnTo>
                    <a:pt x="147285" y="124533"/>
                  </a:lnTo>
                  <a:lnTo>
                    <a:pt x="146465" y="124757"/>
                  </a:lnTo>
                  <a:lnTo>
                    <a:pt x="144377" y="124831"/>
                  </a:lnTo>
                  <a:lnTo>
                    <a:pt x="142178" y="123638"/>
                  </a:lnTo>
                  <a:lnTo>
                    <a:pt x="141835" y="122452"/>
                  </a:lnTo>
                  <a:lnTo>
                    <a:pt x="141134" y="122222"/>
                  </a:lnTo>
                  <a:lnTo>
                    <a:pt x="138190" y="123750"/>
                  </a:lnTo>
                  <a:lnTo>
                    <a:pt x="131111" y="125517"/>
                  </a:lnTo>
                  <a:lnTo>
                    <a:pt x="128937" y="122316"/>
                  </a:lnTo>
                  <a:lnTo>
                    <a:pt x="128438" y="122363"/>
                  </a:lnTo>
                  <a:lnTo>
                    <a:pt x="126432" y="122555"/>
                  </a:lnTo>
                  <a:lnTo>
                    <a:pt x="126050" y="122769"/>
                  </a:lnTo>
                  <a:lnTo>
                    <a:pt x="123993" y="122517"/>
                  </a:lnTo>
                  <a:lnTo>
                    <a:pt x="122353" y="122316"/>
                  </a:lnTo>
                  <a:lnTo>
                    <a:pt x="122090" y="123556"/>
                  </a:lnTo>
                  <a:lnTo>
                    <a:pt x="121327" y="124391"/>
                  </a:lnTo>
                  <a:lnTo>
                    <a:pt x="120836" y="124664"/>
                  </a:lnTo>
                  <a:lnTo>
                    <a:pt x="118821" y="125779"/>
                  </a:lnTo>
                  <a:lnTo>
                    <a:pt x="118661" y="124982"/>
                  </a:lnTo>
                  <a:lnTo>
                    <a:pt x="118461" y="123504"/>
                  </a:lnTo>
                  <a:lnTo>
                    <a:pt x="118370" y="122741"/>
                  </a:lnTo>
                  <a:lnTo>
                    <a:pt x="118266" y="121872"/>
                  </a:lnTo>
                  <a:lnTo>
                    <a:pt x="117938" y="120530"/>
                  </a:lnTo>
                  <a:lnTo>
                    <a:pt x="117968" y="117608"/>
                  </a:lnTo>
                  <a:lnTo>
                    <a:pt x="118535" y="113433"/>
                  </a:lnTo>
                  <a:lnTo>
                    <a:pt x="119429" y="110123"/>
                  </a:lnTo>
                  <a:lnTo>
                    <a:pt x="120294" y="107618"/>
                  </a:lnTo>
                  <a:lnTo>
                    <a:pt x="121397" y="104636"/>
                  </a:lnTo>
                  <a:lnTo>
                    <a:pt x="122399" y="103658"/>
                  </a:lnTo>
                  <a:lnTo>
                    <a:pt x="122929" y="103897"/>
                  </a:lnTo>
                  <a:lnTo>
                    <a:pt x="125601" y="104044"/>
                  </a:lnTo>
                  <a:lnTo>
                    <a:pt x="125481" y="101628"/>
                  </a:lnTo>
                  <a:lnTo>
                    <a:pt x="124096" y="94765"/>
                  </a:lnTo>
                  <a:lnTo>
                    <a:pt x="121705" y="95014"/>
                  </a:lnTo>
                  <a:lnTo>
                    <a:pt x="118650" y="95461"/>
                  </a:lnTo>
                  <a:lnTo>
                    <a:pt x="114876" y="97012"/>
                  </a:lnTo>
                  <a:lnTo>
                    <a:pt x="114406" y="97269"/>
                  </a:lnTo>
                  <a:lnTo>
                    <a:pt x="113865" y="97566"/>
                  </a:lnTo>
                  <a:lnTo>
                    <a:pt x="112419" y="98490"/>
                  </a:lnTo>
                  <a:lnTo>
                    <a:pt x="111261" y="99368"/>
                  </a:lnTo>
                  <a:lnTo>
                    <a:pt x="110780" y="99688"/>
                  </a:lnTo>
                  <a:lnTo>
                    <a:pt x="110012" y="100197"/>
                  </a:lnTo>
                  <a:lnTo>
                    <a:pt x="108821" y="94542"/>
                  </a:lnTo>
                  <a:lnTo>
                    <a:pt x="104691" y="95297"/>
                  </a:lnTo>
                  <a:lnTo>
                    <a:pt x="103627" y="95492"/>
                  </a:lnTo>
                  <a:lnTo>
                    <a:pt x="102775" y="95647"/>
                  </a:lnTo>
                  <a:lnTo>
                    <a:pt x="102853" y="96043"/>
                  </a:lnTo>
                  <a:lnTo>
                    <a:pt x="102873" y="96175"/>
                  </a:lnTo>
                  <a:lnTo>
                    <a:pt x="101659" y="97237"/>
                  </a:lnTo>
                  <a:lnTo>
                    <a:pt x="99775" y="98883"/>
                  </a:lnTo>
                  <a:lnTo>
                    <a:pt x="99256" y="99563"/>
                  </a:lnTo>
                  <a:lnTo>
                    <a:pt x="98907" y="100020"/>
                  </a:lnTo>
                  <a:lnTo>
                    <a:pt x="98044" y="100905"/>
                  </a:lnTo>
                  <a:lnTo>
                    <a:pt x="96868" y="102113"/>
                  </a:lnTo>
                  <a:lnTo>
                    <a:pt x="95202" y="102288"/>
                  </a:lnTo>
                  <a:lnTo>
                    <a:pt x="94699" y="102425"/>
                  </a:lnTo>
                  <a:lnTo>
                    <a:pt x="93286" y="102475"/>
                  </a:lnTo>
                  <a:lnTo>
                    <a:pt x="90847" y="102560"/>
                  </a:lnTo>
                  <a:lnTo>
                    <a:pt x="90216" y="102595"/>
                  </a:lnTo>
                  <a:lnTo>
                    <a:pt x="89544" y="102632"/>
                  </a:lnTo>
                  <a:lnTo>
                    <a:pt x="89296" y="102645"/>
                  </a:lnTo>
                  <a:lnTo>
                    <a:pt x="89049" y="102659"/>
                  </a:lnTo>
                  <a:lnTo>
                    <a:pt x="86937" y="102839"/>
                  </a:lnTo>
                  <a:lnTo>
                    <a:pt x="84552" y="102678"/>
                  </a:lnTo>
                  <a:lnTo>
                    <a:pt x="83774" y="102626"/>
                  </a:lnTo>
                  <a:lnTo>
                    <a:pt x="83226" y="101833"/>
                  </a:lnTo>
                  <a:lnTo>
                    <a:pt x="82159" y="98510"/>
                  </a:lnTo>
                  <a:lnTo>
                    <a:pt x="78603" y="99370"/>
                  </a:lnTo>
                  <a:lnTo>
                    <a:pt x="77040" y="99747"/>
                  </a:lnTo>
                  <a:lnTo>
                    <a:pt x="76181" y="99954"/>
                  </a:lnTo>
                  <a:lnTo>
                    <a:pt x="74452" y="100371"/>
                  </a:lnTo>
                  <a:lnTo>
                    <a:pt x="73562" y="100573"/>
                  </a:lnTo>
                  <a:lnTo>
                    <a:pt x="72845" y="99296"/>
                  </a:lnTo>
                  <a:lnTo>
                    <a:pt x="72121" y="98500"/>
                  </a:lnTo>
                  <a:lnTo>
                    <a:pt x="70667" y="97528"/>
                  </a:lnTo>
                  <a:lnTo>
                    <a:pt x="70095" y="97278"/>
                  </a:lnTo>
                  <a:lnTo>
                    <a:pt x="69296" y="96980"/>
                  </a:lnTo>
                  <a:lnTo>
                    <a:pt x="68520" y="96741"/>
                  </a:lnTo>
                  <a:lnTo>
                    <a:pt x="67769" y="96574"/>
                  </a:lnTo>
                  <a:lnTo>
                    <a:pt x="67565" y="96564"/>
                  </a:lnTo>
                  <a:lnTo>
                    <a:pt x="66767" y="96526"/>
                  </a:lnTo>
                  <a:lnTo>
                    <a:pt x="65891" y="96514"/>
                  </a:lnTo>
                  <a:lnTo>
                    <a:pt x="63487" y="96479"/>
                  </a:lnTo>
                  <a:lnTo>
                    <a:pt x="62457" y="96511"/>
                  </a:lnTo>
                  <a:lnTo>
                    <a:pt x="61602" y="96538"/>
                  </a:lnTo>
                  <a:lnTo>
                    <a:pt x="61385" y="96525"/>
                  </a:lnTo>
                  <a:lnTo>
                    <a:pt x="58823" y="96371"/>
                  </a:lnTo>
                  <a:lnTo>
                    <a:pt x="58278" y="96251"/>
                  </a:lnTo>
                  <a:lnTo>
                    <a:pt x="57368" y="96049"/>
                  </a:lnTo>
                  <a:lnTo>
                    <a:pt x="56228" y="95612"/>
                  </a:lnTo>
                  <a:lnTo>
                    <a:pt x="55597" y="95370"/>
                  </a:lnTo>
                  <a:lnTo>
                    <a:pt x="54756" y="95047"/>
                  </a:lnTo>
                  <a:lnTo>
                    <a:pt x="52310" y="93664"/>
                  </a:lnTo>
                  <a:lnTo>
                    <a:pt x="51068" y="92889"/>
                  </a:lnTo>
                  <a:lnTo>
                    <a:pt x="50405" y="92475"/>
                  </a:lnTo>
                  <a:lnTo>
                    <a:pt x="50151" y="92317"/>
                  </a:lnTo>
                  <a:lnTo>
                    <a:pt x="49996" y="92220"/>
                  </a:lnTo>
                  <a:lnTo>
                    <a:pt x="47933" y="90849"/>
                  </a:lnTo>
                  <a:lnTo>
                    <a:pt x="47264" y="90246"/>
                  </a:lnTo>
                  <a:lnTo>
                    <a:pt x="46411" y="88574"/>
                  </a:lnTo>
                  <a:lnTo>
                    <a:pt x="46346" y="88382"/>
                  </a:lnTo>
                  <a:lnTo>
                    <a:pt x="46029" y="87440"/>
                  </a:lnTo>
                  <a:lnTo>
                    <a:pt x="45090" y="87554"/>
                  </a:lnTo>
                  <a:lnTo>
                    <a:pt x="44352" y="87526"/>
                  </a:lnTo>
                  <a:lnTo>
                    <a:pt x="43663" y="87604"/>
                  </a:lnTo>
                  <a:lnTo>
                    <a:pt x="39765" y="88047"/>
                  </a:lnTo>
                  <a:lnTo>
                    <a:pt x="39323" y="88098"/>
                  </a:lnTo>
                  <a:lnTo>
                    <a:pt x="37615" y="88292"/>
                  </a:lnTo>
                  <a:lnTo>
                    <a:pt x="36789" y="88386"/>
                  </a:lnTo>
                  <a:lnTo>
                    <a:pt x="36504" y="88418"/>
                  </a:lnTo>
                  <a:lnTo>
                    <a:pt x="36088" y="88465"/>
                  </a:lnTo>
                  <a:lnTo>
                    <a:pt x="30588" y="89091"/>
                  </a:lnTo>
                  <a:lnTo>
                    <a:pt x="27612" y="89429"/>
                  </a:lnTo>
                  <a:lnTo>
                    <a:pt x="22322" y="90030"/>
                  </a:lnTo>
                  <a:lnTo>
                    <a:pt x="20242" y="90266"/>
                  </a:lnTo>
                  <a:lnTo>
                    <a:pt x="19721" y="90326"/>
                  </a:lnTo>
                  <a:lnTo>
                    <a:pt x="10892" y="91329"/>
                  </a:lnTo>
                  <a:lnTo>
                    <a:pt x="5879" y="91899"/>
                  </a:lnTo>
                  <a:lnTo>
                    <a:pt x="0" y="92567"/>
                  </a:lnTo>
                  <a:lnTo>
                    <a:pt x="303" y="84538"/>
                  </a:lnTo>
                  <a:lnTo>
                    <a:pt x="564" y="77635"/>
                  </a:lnTo>
                  <a:lnTo>
                    <a:pt x="733" y="73157"/>
                  </a:lnTo>
                  <a:lnTo>
                    <a:pt x="820" y="71962"/>
                  </a:lnTo>
                  <a:lnTo>
                    <a:pt x="993" y="69578"/>
                  </a:lnTo>
                  <a:lnTo>
                    <a:pt x="1031" y="69056"/>
                  </a:lnTo>
                  <a:lnTo>
                    <a:pt x="1186" y="66287"/>
                  </a:lnTo>
                  <a:lnTo>
                    <a:pt x="1367" y="63055"/>
                  </a:lnTo>
                  <a:lnTo>
                    <a:pt x="1368" y="61330"/>
                  </a:lnTo>
                  <a:lnTo>
                    <a:pt x="1376" y="54808"/>
                  </a:lnTo>
                  <a:lnTo>
                    <a:pt x="1308" y="52612"/>
                  </a:lnTo>
                  <a:lnTo>
                    <a:pt x="1234" y="50218"/>
                  </a:lnTo>
                  <a:lnTo>
                    <a:pt x="1204" y="49265"/>
                  </a:lnTo>
                  <a:lnTo>
                    <a:pt x="1075" y="45073"/>
                  </a:lnTo>
                  <a:lnTo>
                    <a:pt x="2175" y="44670"/>
                  </a:lnTo>
                  <a:lnTo>
                    <a:pt x="2711" y="44168"/>
                  </a:lnTo>
                  <a:lnTo>
                    <a:pt x="3302" y="43614"/>
                  </a:lnTo>
                  <a:lnTo>
                    <a:pt x="5664" y="42955"/>
                  </a:lnTo>
                  <a:lnTo>
                    <a:pt x="5847" y="42904"/>
                  </a:lnTo>
                  <a:lnTo>
                    <a:pt x="10038" y="41734"/>
                  </a:lnTo>
                  <a:lnTo>
                    <a:pt x="15322" y="40258"/>
                  </a:lnTo>
                  <a:lnTo>
                    <a:pt x="16759" y="39857"/>
                  </a:lnTo>
                  <a:lnTo>
                    <a:pt x="17109" y="39764"/>
                  </a:lnTo>
                  <a:lnTo>
                    <a:pt x="17964" y="39538"/>
                  </a:lnTo>
                  <a:lnTo>
                    <a:pt x="23630" y="38041"/>
                  </a:lnTo>
                  <a:lnTo>
                    <a:pt x="25527" y="37540"/>
                  </a:lnTo>
                  <a:lnTo>
                    <a:pt x="28404" y="36780"/>
                  </a:lnTo>
                  <a:lnTo>
                    <a:pt x="31320" y="36046"/>
                  </a:lnTo>
                  <a:lnTo>
                    <a:pt x="33229" y="35326"/>
                  </a:lnTo>
                  <a:lnTo>
                    <a:pt x="34254" y="34939"/>
                  </a:lnTo>
                  <a:lnTo>
                    <a:pt x="35918" y="34311"/>
                  </a:lnTo>
                  <a:lnTo>
                    <a:pt x="36637" y="34030"/>
                  </a:lnTo>
                  <a:lnTo>
                    <a:pt x="37823" y="33566"/>
                  </a:lnTo>
                  <a:lnTo>
                    <a:pt x="43147" y="31484"/>
                  </a:lnTo>
                  <a:lnTo>
                    <a:pt x="43633" y="31154"/>
                  </a:lnTo>
                  <a:lnTo>
                    <a:pt x="43868" y="30994"/>
                  </a:lnTo>
                  <a:lnTo>
                    <a:pt x="47408" y="30169"/>
                  </a:lnTo>
                  <a:lnTo>
                    <a:pt x="48900" y="29821"/>
                  </a:lnTo>
                  <a:lnTo>
                    <a:pt x="49698" y="29646"/>
                  </a:lnTo>
                  <a:lnTo>
                    <a:pt x="50727" y="29420"/>
                  </a:lnTo>
                  <a:lnTo>
                    <a:pt x="52741" y="28979"/>
                  </a:lnTo>
                  <a:lnTo>
                    <a:pt x="53384" y="28838"/>
                  </a:lnTo>
                  <a:lnTo>
                    <a:pt x="53667" y="28776"/>
                  </a:lnTo>
                  <a:lnTo>
                    <a:pt x="55935" y="28279"/>
                  </a:lnTo>
                  <a:lnTo>
                    <a:pt x="58235" y="27774"/>
                  </a:lnTo>
                  <a:lnTo>
                    <a:pt x="58486" y="27719"/>
                  </a:lnTo>
                  <a:lnTo>
                    <a:pt x="58973" y="27613"/>
                  </a:lnTo>
                  <a:lnTo>
                    <a:pt x="59106" y="27583"/>
                  </a:lnTo>
                  <a:lnTo>
                    <a:pt x="59181" y="28122"/>
                  </a:lnTo>
                  <a:lnTo>
                    <a:pt x="59395" y="28076"/>
                  </a:lnTo>
                  <a:lnTo>
                    <a:pt x="62151" y="27472"/>
                  </a:lnTo>
                  <a:lnTo>
                    <a:pt x="88133" y="21781"/>
                  </a:lnTo>
                  <a:lnTo>
                    <a:pt x="88310" y="21739"/>
                  </a:lnTo>
                  <a:lnTo>
                    <a:pt x="97722" y="19503"/>
                  </a:lnTo>
                  <a:lnTo>
                    <a:pt x="104001" y="18011"/>
                  </a:lnTo>
                  <a:lnTo>
                    <a:pt x="104450" y="17904"/>
                  </a:lnTo>
                  <a:lnTo>
                    <a:pt x="116357" y="15112"/>
                  </a:lnTo>
                  <a:lnTo>
                    <a:pt x="127394" y="12525"/>
                  </a:lnTo>
                  <a:lnTo>
                    <a:pt x="129131" y="12118"/>
                  </a:lnTo>
                  <a:lnTo>
                    <a:pt x="129404" y="12054"/>
                  </a:lnTo>
                  <a:lnTo>
                    <a:pt x="129554" y="12017"/>
                  </a:lnTo>
                  <a:lnTo>
                    <a:pt x="130738" y="11728"/>
                  </a:lnTo>
                  <a:lnTo>
                    <a:pt x="133053" y="11162"/>
                  </a:lnTo>
                  <a:lnTo>
                    <a:pt x="134061" y="10916"/>
                  </a:lnTo>
                  <a:lnTo>
                    <a:pt x="134257" y="10868"/>
                  </a:lnTo>
                  <a:lnTo>
                    <a:pt x="135175" y="10644"/>
                  </a:lnTo>
                  <a:lnTo>
                    <a:pt x="137649" y="10039"/>
                  </a:lnTo>
                  <a:lnTo>
                    <a:pt x="138883" y="9737"/>
                  </a:lnTo>
                  <a:lnTo>
                    <a:pt x="139034" y="9700"/>
                  </a:lnTo>
                  <a:lnTo>
                    <a:pt x="141735" y="9040"/>
                  </a:lnTo>
                  <a:lnTo>
                    <a:pt x="141917" y="8995"/>
                  </a:lnTo>
                  <a:lnTo>
                    <a:pt x="144124" y="8456"/>
                  </a:lnTo>
                  <a:lnTo>
                    <a:pt x="145298" y="8169"/>
                  </a:lnTo>
                  <a:lnTo>
                    <a:pt x="149091" y="7241"/>
                  </a:lnTo>
                  <a:lnTo>
                    <a:pt x="149530" y="6595"/>
                  </a:lnTo>
                  <a:lnTo>
                    <a:pt x="150049" y="5832"/>
                  </a:lnTo>
                  <a:lnTo>
                    <a:pt x="151890" y="4549"/>
                  </a:lnTo>
                  <a:lnTo>
                    <a:pt x="153929" y="3851"/>
                  </a:lnTo>
                  <a:lnTo>
                    <a:pt x="154140" y="3779"/>
                  </a:lnTo>
                  <a:lnTo>
                    <a:pt x="157551" y="1870"/>
                  </a:lnTo>
                  <a:lnTo>
                    <a:pt x="158016" y="1847"/>
                  </a:lnTo>
                  <a:lnTo>
                    <a:pt x="158947" y="2766"/>
                  </a:lnTo>
                  <a:lnTo>
                    <a:pt x="159139" y="2576"/>
                  </a:lnTo>
                  <a:lnTo>
                    <a:pt x="159279" y="2437"/>
                  </a:lnTo>
                  <a:lnTo>
                    <a:pt x="161041" y="668"/>
                  </a:lnTo>
                  <a:lnTo>
                    <a:pt x="161336" y="371"/>
                  </a:lnTo>
                  <a:lnTo>
                    <a:pt x="161522" y="185"/>
                  </a:lnTo>
                  <a:lnTo>
                    <a:pt x="161707" y="0"/>
                  </a:lnTo>
                  <a:lnTo>
                    <a:pt x="162355" y="397"/>
                  </a:lnTo>
                  <a:lnTo>
                    <a:pt x="163798" y="1283"/>
                  </a:lnTo>
                  <a:lnTo>
                    <a:pt x="164935" y="2105"/>
                  </a:lnTo>
                  <a:lnTo>
                    <a:pt x="165489" y="2506"/>
                  </a:lnTo>
                  <a:lnTo>
                    <a:pt x="165955" y="2800"/>
                  </a:lnTo>
                  <a:lnTo>
                    <a:pt x="167603" y="3353"/>
                  </a:lnTo>
                  <a:lnTo>
                    <a:pt x="168403" y="3621"/>
                  </a:lnTo>
                  <a:lnTo>
                    <a:pt x="169285" y="3685"/>
                  </a:lnTo>
                  <a:lnTo>
                    <a:pt x="169793" y="3722"/>
                  </a:lnTo>
                  <a:lnTo>
                    <a:pt x="170169" y="4954"/>
                  </a:lnTo>
                  <a:lnTo>
                    <a:pt x="170509" y="5892"/>
                  </a:lnTo>
                  <a:lnTo>
                    <a:pt x="170974" y="7172"/>
                  </a:lnTo>
                  <a:lnTo>
                    <a:pt x="171272" y="7875"/>
                  </a:lnTo>
                  <a:lnTo>
                    <a:pt x="172137" y="9910"/>
                  </a:lnTo>
                  <a:lnTo>
                    <a:pt x="173195" y="11484"/>
                  </a:lnTo>
                  <a:lnTo>
                    <a:pt x="172766" y="11729"/>
                  </a:lnTo>
                  <a:lnTo>
                    <a:pt x="172446" y="11786"/>
                  </a:lnTo>
                  <a:lnTo>
                    <a:pt x="172260" y="11820"/>
                  </a:lnTo>
                  <a:lnTo>
                    <a:pt x="171377" y="12002"/>
                  </a:lnTo>
                  <a:lnTo>
                    <a:pt x="170067" y="12299"/>
                  </a:lnTo>
                  <a:lnTo>
                    <a:pt x="169369" y="12457"/>
                  </a:lnTo>
                  <a:lnTo>
                    <a:pt x="167745" y="12825"/>
                  </a:lnTo>
                  <a:lnTo>
                    <a:pt x="167157" y="12901"/>
                  </a:lnTo>
                  <a:lnTo>
                    <a:pt x="166071" y="13041"/>
                  </a:lnTo>
                  <a:lnTo>
                    <a:pt x="165289" y="13009"/>
                  </a:lnTo>
                  <a:lnTo>
                    <a:pt x="164318" y="12969"/>
                  </a:lnTo>
                  <a:lnTo>
                    <a:pt x="161807" y="13042"/>
                  </a:lnTo>
                  <a:lnTo>
                    <a:pt x="161207" y="13180"/>
                  </a:lnTo>
                  <a:lnTo>
                    <a:pt x="162429" y="14629"/>
                  </a:lnTo>
                  <a:lnTo>
                    <a:pt x="164630" y="17238"/>
                  </a:lnTo>
                  <a:lnTo>
                    <a:pt x="165166" y="17872"/>
                  </a:lnTo>
                  <a:lnTo>
                    <a:pt x="165601" y="18388"/>
                  </a:lnTo>
                  <a:lnTo>
                    <a:pt x="166190" y="19087"/>
                  </a:lnTo>
                  <a:lnTo>
                    <a:pt x="166544" y="19454"/>
                  </a:lnTo>
                  <a:lnTo>
                    <a:pt x="166680" y="19595"/>
                  </a:lnTo>
                  <a:lnTo>
                    <a:pt x="159550" y="2242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6" name="pg55"/>
            <p:cNvSpPr/>
            <p:nvPr/>
          </p:nvSpPr>
          <p:spPr>
            <a:xfrm>
              <a:off x="5400320" y="3329230"/>
              <a:ext cx="91463" cy="39125"/>
            </a:xfrm>
            <a:custGeom>
              <a:avLst/>
              <a:pathLst>
                <a:path w="91463" h="39125">
                  <a:moveTo>
                    <a:pt x="11891" y="0"/>
                  </a:moveTo>
                  <a:lnTo>
                    <a:pt x="12208" y="942"/>
                  </a:lnTo>
                  <a:lnTo>
                    <a:pt x="12273" y="1133"/>
                  </a:lnTo>
                  <a:lnTo>
                    <a:pt x="13126" y="2805"/>
                  </a:lnTo>
                  <a:lnTo>
                    <a:pt x="13795" y="3408"/>
                  </a:lnTo>
                  <a:lnTo>
                    <a:pt x="15858" y="4780"/>
                  </a:lnTo>
                  <a:lnTo>
                    <a:pt x="16013" y="4876"/>
                  </a:lnTo>
                  <a:lnTo>
                    <a:pt x="16267" y="5034"/>
                  </a:lnTo>
                  <a:lnTo>
                    <a:pt x="17013" y="5500"/>
                  </a:lnTo>
                  <a:lnTo>
                    <a:pt x="18172" y="6223"/>
                  </a:lnTo>
                  <a:lnTo>
                    <a:pt x="20618" y="7607"/>
                  </a:lnTo>
                  <a:lnTo>
                    <a:pt x="21459" y="7929"/>
                  </a:lnTo>
                  <a:lnTo>
                    <a:pt x="22090" y="8171"/>
                  </a:lnTo>
                  <a:lnTo>
                    <a:pt x="23230" y="8608"/>
                  </a:lnTo>
                  <a:lnTo>
                    <a:pt x="24140" y="8810"/>
                  </a:lnTo>
                  <a:lnTo>
                    <a:pt x="24685" y="8931"/>
                  </a:lnTo>
                  <a:lnTo>
                    <a:pt x="27247" y="9084"/>
                  </a:lnTo>
                  <a:lnTo>
                    <a:pt x="27464" y="9097"/>
                  </a:lnTo>
                  <a:lnTo>
                    <a:pt x="28319" y="9070"/>
                  </a:lnTo>
                  <a:lnTo>
                    <a:pt x="29349" y="9038"/>
                  </a:lnTo>
                  <a:lnTo>
                    <a:pt x="31753" y="9073"/>
                  </a:lnTo>
                  <a:lnTo>
                    <a:pt x="32629" y="9086"/>
                  </a:lnTo>
                  <a:lnTo>
                    <a:pt x="33427" y="9124"/>
                  </a:lnTo>
                  <a:lnTo>
                    <a:pt x="33631" y="9133"/>
                  </a:lnTo>
                  <a:lnTo>
                    <a:pt x="34382" y="9300"/>
                  </a:lnTo>
                  <a:lnTo>
                    <a:pt x="35158" y="9539"/>
                  </a:lnTo>
                  <a:lnTo>
                    <a:pt x="35957" y="9837"/>
                  </a:lnTo>
                  <a:lnTo>
                    <a:pt x="36529" y="10087"/>
                  </a:lnTo>
                  <a:lnTo>
                    <a:pt x="37983" y="11059"/>
                  </a:lnTo>
                  <a:lnTo>
                    <a:pt x="38707" y="11855"/>
                  </a:lnTo>
                  <a:lnTo>
                    <a:pt x="39424" y="13133"/>
                  </a:lnTo>
                  <a:lnTo>
                    <a:pt x="40314" y="12931"/>
                  </a:lnTo>
                  <a:lnTo>
                    <a:pt x="42043" y="12513"/>
                  </a:lnTo>
                  <a:lnTo>
                    <a:pt x="42902" y="12306"/>
                  </a:lnTo>
                  <a:lnTo>
                    <a:pt x="44465" y="11929"/>
                  </a:lnTo>
                  <a:lnTo>
                    <a:pt x="48021" y="11070"/>
                  </a:lnTo>
                  <a:lnTo>
                    <a:pt x="49088" y="14393"/>
                  </a:lnTo>
                  <a:lnTo>
                    <a:pt x="49636" y="15185"/>
                  </a:lnTo>
                  <a:lnTo>
                    <a:pt x="50414" y="15238"/>
                  </a:lnTo>
                  <a:lnTo>
                    <a:pt x="52799" y="15398"/>
                  </a:lnTo>
                  <a:lnTo>
                    <a:pt x="54911" y="15218"/>
                  </a:lnTo>
                  <a:lnTo>
                    <a:pt x="55158" y="15204"/>
                  </a:lnTo>
                  <a:lnTo>
                    <a:pt x="55406" y="15191"/>
                  </a:lnTo>
                  <a:lnTo>
                    <a:pt x="56078" y="15154"/>
                  </a:lnTo>
                  <a:lnTo>
                    <a:pt x="56709" y="15119"/>
                  </a:lnTo>
                  <a:lnTo>
                    <a:pt x="59148" y="15034"/>
                  </a:lnTo>
                  <a:lnTo>
                    <a:pt x="60561" y="14984"/>
                  </a:lnTo>
                  <a:lnTo>
                    <a:pt x="61064" y="14848"/>
                  </a:lnTo>
                  <a:lnTo>
                    <a:pt x="62730" y="14672"/>
                  </a:lnTo>
                  <a:lnTo>
                    <a:pt x="63906" y="13465"/>
                  </a:lnTo>
                  <a:lnTo>
                    <a:pt x="64769" y="12579"/>
                  </a:lnTo>
                  <a:lnTo>
                    <a:pt x="65118" y="12122"/>
                  </a:lnTo>
                  <a:lnTo>
                    <a:pt x="65637" y="11443"/>
                  </a:lnTo>
                  <a:lnTo>
                    <a:pt x="67521" y="9796"/>
                  </a:lnTo>
                  <a:lnTo>
                    <a:pt x="68735" y="8735"/>
                  </a:lnTo>
                  <a:lnTo>
                    <a:pt x="68715" y="8602"/>
                  </a:lnTo>
                  <a:lnTo>
                    <a:pt x="68637" y="8207"/>
                  </a:lnTo>
                  <a:lnTo>
                    <a:pt x="69489" y="8051"/>
                  </a:lnTo>
                  <a:lnTo>
                    <a:pt x="70553" y="7856"/>
                  </a:lnTo>
                  <a:lnTo>
                    <a:pt x="74683" y="7102"/>
                  </a:lnTo>
                  <a:lnTo>
                    <a:pt x="75874" y="12757"/>
                  </a:lnTo>
                  <a:lnTo>
                    <a:pt x="76642" y="12247"/>
                  </a:lnTo>
                  <a:lnTo>
                    <a:pt x="77123" y="11928"/>
                  </a:lnTo>
                  <a:lnTo>
                    <a:pt x="78281" y="11050"/>
                  </a:lnTo>
                  <a:lnTo>
                    <a:pt x="79727" y="10125"/>
                  </a:lnTo>
                  <a:lnTo>
                    <a:pt x="80268" y="9829"/>
                  </a:lnTo>
                  <a:lnTo>
                    <a:pt x="80738" y="9571"/>
                  </a:lnTo>
                  <a:lnTo>
                    <a:pt x="84585" y="7991"/>
                  </a:lnTo>
                  <a:lnTo>
                    <a:pt x="87567" y="7573"/>
                  </a:lnTo>
                  <a:lnTo>
                    <a:pt x="89962" y="7344"/>
                  </a:lnTo>
                  <a:lnTo>
                    <a:pt x="91343" y="14187"/>
                  </a:lnTo>
                  <a:lnTo>
                    <a:pt x="91463" y="16603"/>
                  </a:lnTo>
                  <a:lnTo>
                    <a:pt x="88791" y="16457"/>
                  </a:lnTo>
                  <a:lnTo>
                    <a:pt x="88261" y="16217"/>
                  </a:lnTo>
                  <a:lnTo>
                    <a:pt x="87259" y="17195"/>
                  </a:lnTo>
                  <a:lnTo>
                    <a:pt x="86156" y="20177"/>
                  </a:lnTo>
                  <a:lnTo>
                    <a:pt x="85291" y="22682"/>
                  </a:lnTo>
                  <a:lnTo>
                    <a:pt x="84397" y="25992"/>
                  </a:lnTo>
                  <a:lnTo>
                    <a:pt x="83830" y="30167"/>
                  </a:lnTo>
                  <a:lnTo>
                    <a:pt x="83800" y="33089"/>
                  </a:lnTo>
                  <a:lnTo>
                    <a:pt x="84128" y="34431"/>
                  </a:lnTo>
                  <a:lnTo>
                    <a:pt x="84232" y="35300"/>
                  </a:lnTo>
                  <a:lnTo>
                    <a:pt x="84323" y="36063"/>
                  </a:lnTo>
                  <a:lnTo>
                    <a:pt x="82583" y="36434"/>
                  </a:lnTo>
                  <a:lnTo>
                    <a:pt x="81575" y="37211"/>
                  </a:lnTo>
                  <a:lnTo>
                    <a:pt x="80484" y="37872"/>
                  </a:lnTo>
                  <a:lnTo>
                    <a:pt x="77845" y="38722"/>
                  </a:lnTo>
                  <a:lnTo>
                    <a:pt x="73640" y="39125"/>
                  </a:lnTo>
                  <a:lnTo>
                    <a:pt x="72343" y="38186"/>
                  </a:lnTo>
                  <a:lnTo>
                    <a:pt x="70062" y="36665"/>
                  </a:lnTo>
                  <a:lnTo>
                    <a:pt x="68854" y="33936"/>
                  </a:lnTo>
                  <a:lnTo>
                    <a:pt x="67870" y="32952"/>
                  </a:lnTo>
                  <a:lnTo>
                    <a:pt x="65723" y="32505"/>
                  </a:lnTo>
                  <a:lnTo>
                    <a:pt x="61206" y="32818"/>
                  </a:lnTo>
                  <a:lnTo>
                    <a:pt x="60221" y="33265"/>
                  </a:lnTo>
                  <a:lnTo>
                    <a:pt x="59416" y="34205"/>
                  </a:lnTo>
                  <a:lnTo>
                    <a:pt x="52618" y="32416"/>
                  </a:lnTo>
                  <a:lnTo>
                    <a:pt x="49442" y="30984"/>
                  </a:lnTo>
                  <a:lnTo>
                    <a:pt x="46847" y="30895"/>
                  </a:lnTo>
                  <a:lnTo>
                    <a:pt x="45327" y="31387"/>
                  </a:lnTo>
                  <a:lnTo>
                    <a:pt x="43940" y="32908"/>
                  </a:lnTo>
                  <a:lnTo>
                    <a:pt x="43353" y="34973"/>
                  </a:lnTo>
                  <a:lnTo>
                    <a:pt x="42337" y="34663"/>
                  </a:lnTo>
                  <a:lnTo>
                    <a:pt x="39514" y="33894"/>
                  </a:lnTo>
                  <a:lnTo>
                    <a:pt x="37398" y="33608"/>
                  </a:lnTo>
                  <a:lnTo>
                    <a:pt x="35597" y="33510"/>
                  </a:lnTo>
                  <a:lnTo>
                    <a:pt x="35227" y="33489"/>
                  </a:lnTo>
                  <a:lnTo>
                    <a:pt x="34662" y="33486"/>
                  </a:lnTo>
                  <a:lnTo>
                    <a:pt x="33115" y="33476"/>
                  </a:lnTo>
                  <a:lnTo>
                    <a:pt x="30982" y="33660"/>
                  </a:lnTo>
                  <a:lnTo>
                    <a:pt x="28261" y="33895"/>
                  </a:lnTo>
                  <a:lnTo>
                    <a:pt x="26850" y="34014"/>
                  </a:lnTo>
                  <a:lnTo>
                    <a:pt x="26565" y="34038"/>
                  </a:lnTo>
                  <a:lnTo>
                    <a:pt x="26456" y="33727"/>
                  </a:lnTo>
                  <a:lnTo>
                    <a:pt x="26307" y="33302"/>
                  </a:lnTo>
                  <a:lnTo>
                    <a:pt x="25971" y="32347"/>
                  </a:lnTo>
                  <a:lnTo>
                    <a:pt x="25177" y="31080"/>
                  </a:lnTo>
                  <a:lnTo>
                    <a:pt x="24317" y="29239"/>
                  </a:lnTo>
                  <a:lnTo>
                    <a:pt x="23313" y="26949"/>
                  </a:lnTo>
                  <a:lnTo>
                    <a:pt x="21738" y="26253"/>
                  </a:lnTo>
                  <a:lnTo>
                    <a:pt x="17206" y="24428"/>
                  </a:lnTo>
                  <a:lnTo>
                    <a:pt x="16314" y="24070"/>
                  </a:lnTo>
                  <a:lnTo>
                    <a:pt x="12689" y="22119"/>
                  </a:lnTo>
                  <a:lnTo>
                    <a:pt x="6288" y="17703"/>
                  </a:lnTo>
                  <a:lnTo>
                    <a:pt x="5037" y="16186"/>
                  </a:lnTo>
                  <a:lnTo>
                    <a:pt x="4018" y="14951"/>
                  </a:lnTo>
                  <a:lnTo>
                    <a:pt x="2927" y="12617"/>
                  </a:lnTo>
                  <a:lnTo>
                    <a:pt x="1609" y="8560"/>
                  </a:lnTo>
                  <a:lnTo>
                    <a:pt x="0" y="5312"/>
                  </a:lnTo>
                  <a:lnTo>
                    <a:pt x="2300" y="3430"/>
                  </a:lnTo>
                  <a:lnTo>
                    <a:pt x="2333" y="2204"/>
                  </a:lnTo>
                  <a:lnTo>
                    <a:pt x="2366" y="977"/>
                  </a:lnTo>
                  <a:lnTo>
                    <a:pt x="2651" y="945"/>
                  </a:lnTo>
                  <a:lnTo>
                    <a:pt x="3477" y="851"/>
                  </a:lnTo>
                  <a:lnTo>
                    <a:pt x="5185" y="657"/>
                  </a:lnTo>
                  <a:lnTo>
                    <a:pt x="5627" y="607"/>
                  </a:lnTo>
                  <a:lnTo>
                    <a:pt x="9525" y="164"/>
                  </a:lnTo>
                  <a:lnTo>
                    <a:pt x="10214" y="85"/>
                  </a:lnTo>
                  <a:lnTo>
                    <a:pt x="10952" y="1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7" name="pg56"/>
            <p:cNvSpPr/>
            <p:nvPr/>
          </p:nvSpPr>
          <p:spPr>
            <a:xfrm>
              <a:off x="5520226" y="3276030"/>
              <a:ext cx="138476" cy="133338"/>
            </a:xfrm>
            <a:custGeom>
              <a:avLst/>
              <a:pathLst>
                <a:path w="138476" h="133338">
                  <a:moveTo>
                    <a:pt x="55283" y="13129"/>
                  </a:moveTo>
                  <a:lnTo>
                    <a:pt x="56991" y="14568"/>
                  </a:lnTo>
                  <a:lnTo>
                    <a:pt x="66195" y="13125"/>
                  </a:lnTo>
                  <a:lnTo>
                    <a:pt x="66669" y="18355"/>
                  </a:lnTo>
                  <a:lnTo>
                    <a:pt x="67361" y="23818"/>
                  </a:lnTo>
                  <a:lnTo>
                    <a:pt x="67713" y="27751"/>
                  </a:lnTo>
                  <a:lnTo>
                    <a:pt x="67886" y="29687"/>
                  </a:lnTo>
                  <a:lnTo>
                    <a:pt x="67983" y="31775"/>
                  </a:lnTo>
                  <a:lnTo>
                    <a:pt x="68101" y="34291"/>
                  </a:lnTo>
                  <a:lnTo>
                    <a:pt x="67992" y="37145"/>
                  </a:lnTo>
                  <a:lnTo>
                    <a:pt x="67433" y="38203"/>
                  </a:lnTo>
                  <a:lnTo>
                    <a:pt x="66980" y="38919"/>
                  </a:lnTo>
                  <a:lnTo>
                    <a:pt x="66025" y="40040"/>
                  </a:lnTo>
                  <a:lnTo>
                    <a:pt x="65882" y="40544"/>
                  </a:lnTo>
                  <a:lnTo>
                    <a:pt x="65221" y="44921"/>
                  </a:lnTo>
                  <a:lnTo>
                    <a:pt x="64808" y="47655"/>
                  </a:lnTo>
                  <a:lnTo>
                    <a:pt x="69726" y="49490"/>
                  </a:lnTo>
                  <a:lnTo>
                    <a:pt x="73399" y="57361"/>
                  </a:lnTo>
                  <a:lnTo>
                    <a:pt x="75517" y="61900"/>
                  </a:lnTo>
                  <a:lnTo>
                    <a:pt x="76697" y="61386"/>
                  </a:lnTo>
                  <a:lnTo>
                    <a:pt x="77314" y="61650"/>
                  </a:lnTo>
                  <a:lnTo>
                    <a:pt x="78009" y="62578"/>
                  </a:lnTo>
                  <a:lnTo>
                    <a:pt x="80540" y="61792"/>
                  </a:lnTo>
                  <a:lnTo>
                    <a:pt x="81850" y="61386"/>
                  </a:lnTo>
                  <a:lnTo>
                    <a:pt x="83902" y="61672"/>
                  </a:lnTo>
                  <a:lnTo>
                    <a:pt x="84713" y="62364"/>
                  </a:lnTo>
                  <a:lnTo>
                    <a:pt x="85129" y="63057"/>
                  </a:lnTo>
                  <a:lnTo>
                    <a:pt x="100006" y="78082"/>
                  </a:lnTo>
                  <a:lnTo>
                    <a:pt x="105581" y="84363"/>
                  </a:lnTo>
                  <a:lnTo>
                    <a:pt x="109915" y="86630"/>
                  </a:lnTo>
                  <a:lnTo>
                    <a:pt x="115859" y="85409"/>
                  </a:lnTo>
                  <a:lnTo>
                    <a:pt x="120194" y="88421"/>
                  </a:lnTo>
                  <a:lnTo>
                    <a:pt x="121543" y="94184"/>
                  </a:lnTo>
                  <a:lnTo>
                    <a:pt x="119932" y="96365"/>
                  </a:lnTo>
                  <a:lnTo>
                    <a:pt x="116732" y="97689"/>
                  </a:lnTo>
                  <a:lnTo>
                    <a:pt x="118733" y="99933"/>
                  </a:lnTo>
                  <a:lnTo>
                    <a:pt x="119533" y="104058"/>
                  </a:lnTo>
                  <a:lnTo>
                    <a:pt x="121219" y="105301"/>
                  </a:lnTo>
                  <a:lnTo>
                    <a:pt x="124149" y="104604"/>
                  </a:lnTo>
                  <a:lnTo>
                    <a:pt x="126706" y="105570"/>
                  </a:lnTo>
                  <a:lnTo>
                    <a:pt x="131374" y="113288"/>
                  </a:lnTo>
                  <a:lnTo>
                    <a:pt x="129486" y="114855"/>
                  </a:lnTo>
                  <a:lnTo>
                    <a:pt x="138476" y="122731"/>
                  </a:lnTo>
                  <a:lnTo>
                    <a:pt x="136661" y="125271"/>
                  </a:lnTo>
                  <a:lnTo>
                    <a:pt x="134991" y="128849"/>
                  </a:lnTo>
                  <a:lnTo>
                    <a:pt x="131293" y="131235"/>
                  </a:lnTo>
                  <a:lnTo>
                    <a:pt x="128721" y="131945"/>
                  </a:lnTo>
                  <a:lnTo>
                    <a:pt x="123682" y="133338"/>
                  </a:lnTo>
                  <a:lnTo>
                    <a:pt x="116422" y="127312"/>
                  </a:lnTo>
                  <a:lnTo>
                    <a:pt x="109033" y="125716"/>
                  </a:lnTo>
                  <a:lnTo>
                    <a:pt x="106142" y="122897"/>
                  </a:lnTo>
                  <a:lnTo>
                    <a:pt x="93884" y="119395"/>
                  </a:lnTo>
                  <a:lnTo>
                    <a:pt x="90547" y="118964"/>
                  </a:lnTo>
                  <a:lnTo>
                    <a:pt x="87672" y="116397"/>
                  </a:lnTo>
                  <a:lnTo>
                    <a:pt x="74527" y="108987"/>
                  </a:lnTo>
                  <a:lnTo>
                    <a:pt x="73970" y="105484"/>
                  </a:lnTo>
                  <a:lnTo>
                    <a:pt x="79130" y="99457"/>
                  </a:lnTo>
                  <a:lnTo>
                    <a:pt x="72592" y="96824"/>
                  </a:lnTo>
                  <a:lnTo>
                    <a:pt x="55979" y="92041"/>
                  </a:lnTo>
                  <a:lnTo>
                    <a:pt x="54518" y="91039"/>
                  </a:lnTo>
                  <a:lnTo>
                    <a:pt x="53545" y="90371"/>
                  </a:lnTo>
                  <a:lnTo>
                    <a:pt x="54737" y="88452"/>
                  </a:lnTo>
                  <a:lnTo>
                    <a:pt x="54953" y="88105"/>
                  </a:lnTo>
                  <a:lnTo>
                    <a:pt x="52468" y="86140"/>
                  </a:lnTo>
                  <a:lnTo>
                    <a:pt x="53546" y="84457"/>
                  </a:lnTo>
                  <a:lnTo>
                    <a:pt x="53937" y="83845"/>
                  </a:lnTo>
                  <a:lnTo>
                    <a:pt x="54501" y="82855"/>
                  </a:lnTo>
                  <a:lnTo>
                    <a:pt x="54897" y="82160"/>
                  </a:lnTo>
                  <a:lnTo>
                    <a:pt x="52376" y="80837"/>
                  </a:lnTo>
                  <a:lnTo>
                    <a:pt x="49358" y="79129"/>
                  </a:lnTo>
                  <a:lnTo>
                    <a:pt x="47159" y="77377"/>
                  </a:lnTo>
                  <a:lnTo>
                    <a:pt x="45094" y="75647"/>
                  </a:lnTo>
                  <a:lnTo>
                    <a:pt x="44483" y="76592"/>
                  </a:lnTo>
                  <a:lnTo>
                    <a:pt x="42718" y="78619"/>
                  </a:lnTo>
                  <a:lnTo>
                    <a:pt x="42479" y="80242"/>
                  </a:lnTo>
                  <a:lnTo>
                    <a:pt x="42169" y="80540"/>
                  </a:lnTo>
                  <a:lnTo>
                    <a:pt x="41859" y="80838"/>
                  </a:lnTo>
                  <a:lnTo>
                    <a:pt x="41111" y="80639"/>
                  </a:lnTo>
                  <a:lnTo>
                    <a:pt x="37637" y="79717"/>
                  </a:lnTo>
                  <a:lnTo>
                    <a:pt x="33313" y="78763"/>
                  </a:lnTo>
                  <a:lnTo>
                    <a:pt x="32502" y="80656"/>
                  </a:lnTo>
                  <a:lnTo>
                    <a:pt x="31906" y="82818"/>
                  </a:lnTo>
                  <a:lnTo>
                    <a:pt x="30713" y="84607"/>
                  </a:lnTo>
                  <a:lnTo>
                    <a:pt x="28924" y="86173"/>
                  </a:lnTo>
                  <a:lnTo>
                    <a:pt x="26538" y="88484"/>
                  </a:lnTo>
                  <a:lnTo>
                    <a:pt x="23183" y="91988"/>
                  </a:lnTo>
                  <a:lnTo>
                    <a:pt x="19903" y="97131"/>
                  </a:lnTo>
                  <a:lnTo>
                    <a:pt x="18040" y="99293"/>
                  </a:lnTo>
                  <a:lnTo>
                    <a:pt x="15952" y="101008"/>
                  </a:lnTo>
                  <a:lnTo>
                    <a:pt x="14461" y="103766"/>
                  </a:lnTo>
                  <a:lnTo>
                    <a:pt x="13268" y="108016"/>
                  </a:lnTo>
                  <a:lnTo>
                    <a:pt x="5366" y="104288"/>
                  </a:lnTo>
                  <a:lnTo>
                    <a:pt x="4272" y="103681"/>
                  </a:lnTo>
                  <a:lnTo>
                    <a:pt x="3413" y="103180"/>
                  </a:lnTo>
                  <a:lnTo>
                    <a:pt x="3604" y="102298"/>
                  </a:lnTo>
                  <a:lnTo>
                    <a:pt x="3659" y="101514"/>
                  </a:lnTo>
                  <a:lnTo>
                    <a:pt x="4013" y="96491"/>
                  </a:lnTo>
                  <a:lnTo>
                    <a:pt x="4153" y="94497"/>
                  </a:lnTo>
                  <a:lnTo>
                    <a:pt x="4139" y="93434"/>
                  </a:lnTo>
                  <a:lnTo>
                    <a:pt x="4105" y="90799"/>
                  </a:lnTo>
                  <a:lnTo>
                    <a:pt x="4016" y="90184"/>
                  </a:lnTo>
                  <a:lnTo>
                    <a:pt x="3914" y="89487"/>
                  </a:lnTo>
                  <a:lnTo>
                    <a:pt x="3580" y="86935"/>
                  </a:lnTo>
                  <a:lnTo>
                    <a:pt x="3975" y="81471"/>
                  </a:lnTo>
                  <a:lnTo>
                    <a:pt x="4238" y="78930"/>
                  </a:lnTo>
                  <a:lnTo>
                    <a:pt x="4439" y="76199"/>
                  </a:lnTo>
                  <a:lnTo>
                    <a:pt x="4450" y="75858"/>
                  </a:lnTo>
                  <a:lnTo>
                    <a:pt x="4497" y="74345"/>
                  </a:lnTo>
                  <a:lnTo>
                    <a:pt x="4626" y="70278"/>
                  </a:lnTo>
                  <a:lnTo>
                    <a:pt x="4471" y="68757"/>
                  </a:lnTo>
                  <a:lnTo>
                    <a:pt x="4060" y="65815"/>
                  </a:lnTo>
                  <a:lnTo>
                    <a:pt x="3495" y="65936"/>
                  </a:lnTo>
                  <a:lnTo>
                    <a:pt x="2638" y="66090"/>
                  </a:lnTo>
                  <a:lnTo>
                    <a:pt x="0" y="54069"/>
                  </a:lnTo>
                  <a:lnTo>
                    <a:pt x="3482" y="53353"/>
                  </a:lnTo>
                  <a:lnTo>
                    <a:pt x="3816" y="52828"/>
                  </a:lnTo>
                  <a:lnTo>
                    <a:pt x="2934" y="49441"/>
                  </a:lnTo>
                  <a:lnTo>
                    <a:pt x="3005" y="48940"/>
                  </a:lnTo>
                  <a:lnTo>
                    <a:pt x="3387" y="48820"/>
                  </a:lnTo>
                  <a:lnTo>
                    <a:pt x="5393" y="49700"/>
                  </a:lnTo>
                  <a:lnTo>
                    <a:pt x="7467" y="50487"/>
                  </a:lnTo>
                  <a:lnTo>
                    <a:pt x="8378" y="47455"/>
                  </a:lnTo>
                  <a:lnTo>
                    <a:pt x="8600" y="46715"/>
                  </a:lnTo>
                  <a:lnTo>
                    <a:pt x="3447" y="43768"/>
                  </a:lnTo>
                  <a:lnTo>
                    <a:pt x="4929" y="40929"/>
                  </a:lnTo>
                  <a:lnTo>
                    <a:pt x="7322" y="36345"/>
                  </a:lnTo>
                  <a:lnTo>
                    <a:pt x="14977" y="22111"/>
                  </a:lnTo>
                  <a:lnTo>
                    <a:pt x="9760" y="19306"/>
                  </a:lnTo>
                  <a:lnTo>
                    <a:pt x="14872" y="9733"/>
                  </a:lnTo>
                  <a:lnTo>
                    <a:pt x="16202" y="6951"/>
                  </a:lnTo>
                  <a:lnTo>
                    <a:pt x="19251" y="4088"/>
                  </a:lnTo>
                  <a:lnTo>
                    <a:pt x="22660" y="1682"/>
                  </a:lnTo>
                  <a:lnTo>
                    <a:pt x="24002" y="750"/>
                  </a:lnTo>
                  <a:lnTo>
                    <a:pt x="24627" y="0"/>
                  </a:lnTo>
                  <a:lnTo>
                    <a:pt x="40775" y="5633"/>
                  </a:lnTo>
                  <a:lnTo>
                    <a:pt x="43832" y="6640"/>
                  </a:lnTo>
                  <a:lnTo>
                    <a:pt x="50668" y="7654"/>
                  </a:lnTo>
                  <a:lnTo>
                    <a:pt x="54214" y="1222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8" name="pg57"/>
            <p:cNvSpPr/>
            <p:nvPr/>
          </p:nvSpPr>
          <p:spPr>
            <a:xfrm>
              <a:off x="5585035" y="3289155"/>
              <a:ext cx="68329" cy="36365"/>
            </a:xfrm>
            <a:custGeom>
              <a:avLst/>
              <a:pathLst>
                <a:path w="68329" h="36365">
                  <a:moveTo>
                    <a:pt x="31472" y="2181"/>
                  </a:moveTo>
                  <a:lnTo>
                    <a:pt x="40716" y="6535"/>
                  </a:lnTo>
                  <a:lnTo>
                    <a:pt x="51652" y="11695"/>
                  </a:lnTo>
                  <a:lnTo>
                    <a:pt x="55464" y="13238"/>
                  </a:lnTo>
                  <a:lnTo>
                    <a:pt x="63136" y="16343"/>
                  </a:lnTo>
                  <a:lnTo>
                    <a:pt x="64602" y="16210"/>
                  </a:lnTo>
                  <a:lnTo>
                    <a:pt x="66719" y="16018"/>
                  </a:lnTo>
                  <a:lnTo>
                    <a:pt x="68329" y="19477"/>
                  </a:lnTo>
                  <a:lnTo>
                    <a:pt x="63329" y="22933"/>
                  </a:lnTo>
                  <a:lnTo>
                    <a:pt x="62597" y="26800"/>
                  </a:lnTo>
                  <a:lnTo>
                    <a:pt x="59861" y="28601"/>
                  </a:lnTo>
                  <a:lnTo>
                    <a:pt x="40657" y="25381"/>
                  </a:lnTo>
                  <a:lnTo>
                    <a:pt x="31234" y="24248"/>
                  </a:lnTo>
                  <a:lnTo>
                    <a:pt x="17727" y="27164"/>
                  </a:lnTo>
                  <a:lnTo>
                    <a:pt x="13743" y="30597"/>
                  </a:lnTo>
                  <a:lnTo>
                    <a:pt x="4917" y="36365"/>
                  </a:lnTo>
                  <a:lnTo>
                    <a:pt x="0" y="34530"/>
                  </a:lnTo>
                  <a:lnTo>
                    <a:pt x="412" y="31796"/>
                  </a:lnTo>
                  <a:lnTo>
                    <a:pt x="1073" y="27419"/>
                  </a:lnTo>
                  <a:lnTo>
                    <a:pt x="1216" y="26915"/>
                  </a:lnTo>
                  <a:lnTo>
                    <a:pt x="2171" y="25793"/>
                  </a:lnTo>
                  <a:lnTo>
                    <a:pt x="2624" y="25078"/>
                  </a:lnTo>
                  <a:lnTo>
                    <a:pt x="3183" y="24020"/>
                  </a:lnTo>
                  <a:lnTo>
                    <a:pt x="3292" y="21165"/>
                  </a:lnTo>
                  <a:lnTo>
                    <a:pt x="3175" y="18650"/>
                  </a:lnTo>
                  <a:lnTo>
                    <a:pt x="3077" y="16561"/>
                  </a:lnTo>
                  <a:lnTo>
                    <a:pt x="2904" y="14626"/>
                  </a:lnTo>
                  <a:lnTo>
                    <a:pt x="2552" y="10693"/>
                  </a:lnTo>
                  <a:lnTo>
                    <a:pt x="1861" y="5230"/>
                  </a:lnTo>
                  <a:lnTo>
                    <a:pt x="1386" y="0"/>
                  </a:lnTo>
                  <a:lnTo>
                    <a:pt x="24137" y="94"/>
                  </a:lnTo>
                  <a:lnTo>
                    <a:pt x="27810" y="113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9" name="pg58"/>
            <p:cNvSpPr/>
            <p:nvPr/>
          </p:nvSpPr>
          <p:spPr>
            <a:xfrm>
              <a:off x="5533514" y="3351677"/>
              <a:ext cx="43499" cy="40127"/>
            </a:xfrm>
            <a:custGeom>
              <a:avLst/>
              <a:pathLst>
                <a:path w="43499" h="40127">
                  <a:moveTo>
                    <a:pt x="39089" y="5189"/>
                  </a:moveTo>
                  <a:lnTo>
                    <a:pt x="41609" y="6513"/>
                  </a:lnTo>
                  <a:lnTo>
                    <a:pt x="41213" y="7208"/>
                  </a:lnTo>
                  <a:lnTo>
                    <a:pt x="40649" y="8198"/>
                  </a:lnTo>
                  <a:lnTo>
                    <a:pt x="40258" y="8809"/>
                  </a:lnTo>
                  <a:lnTo>
                    <a:pt x="39180" y="10492"/>
                  </a:lnTo>
                  <a:lnTo>
                    <a:pt x="41665" y="12458"/>
                  </a:lnTo>
                  <a:lnTo>
                    <a:pt x="41449" y="12805"/>
                  </a:lnTo>
                  <a:lnTo>
                    <a:pt x="40257" y="14724"/>
                  </a:lnTo>
                  <a:lnTo>
                    <a:pt x="41230" y="15392"/>
                  </a:lnTo>
                  <a:lnTo>
                    <a:pt x="42691" y="16394"/>
                  </a:lnTo>
                  <a:lnTo>
                    <a:pt x="42171" y="17270"/>
                  </a:lnTo>
                  <a:lnTo>
                    <a:pt x="41652" y="18146"/>
                  </a:lnTo>
                  <a:lnTo>
                    <a:pt x="41300" y="18740"/>
                  </a:lnTo>
                  <a:lnTo>
                    <a:pt x="41076" y="19820"/>
                  </a:lnTo>
                  <a:lnTo>
                    <a:pt x="41225" y="20715"/>
                  </a:lnTo>
                  <a:lnTo>
                    <a:pt x="41789" y="21335"/>
                  </a:lnTo>
                  <a:lnTo>
                    <a:pt x="42716" y="22355"/>
                  </a:lnTo>
                  <a:lnTo>
                    <a:pt x="43499" y="27014"/>
                  </a:lnTo>
                  <a:lnTo>
                    <a:pt x="42791" y="31562"/>
                  </a:lnTo>
                  <a:lnTo>
                    <a:pt x="42157" y="31823"/>
                  </a:lnTo>
                  <a:lnTo>
                    <a:pt x="41570" y="31886"/>
                  </a:lnTo>
                  <a:lnTo>
                    <a:pt x="41113" y="31935"/>
                  </a:lnTo>
                  <a:lnTo>
                    <a:pt x="40004" y="35752"/>
                  </a:lnTo>
                  <a:lnTo>
                    <a:pt x="33935" y="40127"/>
                  </a:lnTo>
                  <a:lnTo>
                    <a:pt x="15021" y="39613"/>
                  </a:lnTo>
                  <a:lnTo>
                    <a:pt x="5616" y="34958"/>
                  </a:lnTo>
                  <a:lnTo>
                    <a:pt x="0" y="32300"/>
                  </a:lnTo>
                  <a:lnTo>
                    <a:pt x="1173" y="28119"/>
                  </a:lnTo>
                  <a:lnTo>
                    <a:pt x="2664" y="25361"/>
                  </a:lnTo>
                  <a:lnTo>
                    <a:pt x="4752" y="23646"/>
                  </a:lnTo>
                  <a:lnTo>
                    <a:pt x="6615" y="21484"/>
                  </a:lnTo>
                  <a:lnTo>
                    <a:pt x="9895" y="16340"/>
                  </a:lnTo>
                  <a:lnTo>
                    <a:pt x="13250" y="12836"/>
                  </a:lnTo>
                  <a:lnTo>
                    <a:pt x="15636" y="10525"/>
                  </a:lnTo>
                  <a:lnTo>
                    <a:pt x="17425" y="8960"/>
                  </a:lnTo>
                  <a:lnTo>
                    <a:pt x="18618" y="7171"/>
                  </a:lnTo>
                  <a:lnTo>
                    <a:pt x="19214" y="5009"/>
                  </a:lnTo>
                  <a:lnTo>
                    <a:pt x="20026" y="3115"/>
                  </a:lnTo>
                  <a:lnTo>
                    <a:pt x="24349" y="4069"/>
                  </a:lnTo>
                  <a:lnTo>
                    <a:pt x="27824" y="4992"/>
                  </a:lnTo>
                  <a:lnTo>
                    <a:pt x="28571" y="5191"/>
                  </a:lnTo>
                  <a:lnTo>
                    <a:pt x="28881" y="4892"/>
                  </a:lnTo>
                  <a:lnTo>
                    <a:pt x="29191" y="4594"/>
                  </a:lnTo>
                  <a:lnTo>
                    <a:pt x="29430" y="2972"/>
                  </a:lnTo>
                  <a:lnTo>
                    <a:pt x="31195" y="944"/>
                  </a:lnTo>
                  <a:lnTo>
                    <a:pt x="31806" y="0"/>
                  </a:lnTo>
                  <a:lnTo>
                    <a:pt x="33871" y="1730"/>
                  </a:lnTo>
                  <a:lnTo>
                    <a:pt x="36070" y="348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0" name="pg59"/>
            <p:cNvSpPr/>
            <p:nvPr/>
          </p:nvSpPr>
          <p:spPr>
            <a:xfrm>
              <a:off x="5433192" y="3116054"/>
              <a:ext cx="316892" cy="137854"/>
            </a:xfrm>
            <a:custGeom>
              <a:avLst/>
              <a:pathLst>
                <a:path w="316892" h="137854">
                  <a:moveTo>
                    <a:pt x="2304" y="58284"/>
                  </a:moveTo>
                  <a:lnTo>
                    <a:pt x="129" y="53837"/>
                  </a:lnTo>
                  <a:lnTo>
                    <a:pt x="10745" y="51450"/>
                  </a:lnTo>
                  <a:lnTo>
                    <a:pt x="31486" y="48686"/>
                  </a:lnTo>
                  <a:lnTo>
                    <a:pt x="33270" y="48448"/>
                  </a:lnTo>
                  <a:lnTo>
                    <a:pt x="55137" y="45534"/>
                  </a:lnTo>
                  <a:lnTo>
                    <a:pt x="58951" y="45026"/>
                  </a:lnTo>
                  <a:lnTo>
                    <a:pt x="62044" y="44511"/>
                  </a:lnTo>
                  <a:lnTo>
                    <a:pt x="62252" y="44476"/>
                  </a:lnTo>
                  <a:lnTo>
                    <a:pt x="63268" y="44307"/>
                  </a:lnTo>
                  <a:lnTo>
                    <a:pt x="63632" y="44246"/>
                  </a:lnTo>
                  <a:lnTo>
                    <a:pt x="67184" y="43682"/>
                  </a:lnTo>
                  <a:lnTo>
                    <a:pt x="76034" y="42277"/>
                  </a:lnTo>
                  <a:lnTo>
                    <a:pt x="77394" y="42062"/>
                  </a:lnTo>
                  <a:lnTo>
                    <a:pt x="78755" y="41845"/>
                  </a:lnTo>
                  <a:lnTo>
                    <a:pt x="90799" y="40512"/>
                  </a:lnTo>
                  <a:lnTo>
                    <a:pt x="95327" y="39991"/>
                  </a:lnTo>
                  <a:lnTo>
                    <a:pt x="98535" y="39622"/>
                  </a:lnTo>
                  <a:lnTo>
                    <a:pt x="98876" y="39573"/>
                  </a:lnTo>
                  <a:lnTo>
                    <a:pt x="109499" y="38069"/>
                  </a:lnTo>
                  <a:lnTo>
                    <a:pt x="110175" y="37938"/>
                  </a:lnTo>
                  <a:lnTo>
                    <a:pt x="127869" y="34514"/>
                  </a:lnTo>
                  <a:lnTo>
                    <a:pt x="139864" y="31536"/>
                  </a:lnTo>
                  <a:lnTo>
                    <a:pt x="141899" y="31023"/>
                  </a:lnTo>
                  <a:lnTo>
                    <a:pt x="146989" y="29733"/>
                  </a:lnTo>
                  <a:lnTo>
                    <a:pt x="148966" y="29232"/>
                  </a:lnTo>
                  <a:lnTo>
                    <a:pt x="152078" y="28444"/>
                  </a:lnTo>
                  <a:lnTo>
                    <a:pt x="167674" y="24163"/>
                  </a:lnTo>
                  <a:lnTo>
                    <a:pt x="181563" y="20181"/>
                  </a:lnTo>
                  <a:lnTo>
                    <a:pt x="186193" y="19219"/>
                  </a:lnTo>
                  <a:lnTo>
                    <a:pt x="187463" y="18955"/>
                  </a:lnTo>
                  <a:lnTo>
                    <a:pt x="189481" y="18535"/>
                  </a:lnTo>
                  <a:lnTo>
                    <a:pt x="193363" y="17728"/>
                  </a:lnTo>
                  <a:lnTo>
                    <a:pt x="200995" y="16379"/>
                  </a:lnTo>
                  <a:lnTo>
                    <a:pt x="201496" y="16291"/>
                  </a:lnTo>
                  <a:lnTo>
                    <a:pt x="202198" y="16167"/>
                  </a:lnTo>
                  <a:lnTo>
                    <a:pt x="210919" y="14885"/>
                  </a:lnTo>
                  <a:lnTo>
                    <a:pt x="220997" y="13297"/>
                  </a:lnTo>
                  <a:lnTo>
                    <a:pt x="222591" y="13160"/>
                  </a:lnTo>
                  <a:lnTo>
                    <a:pt x="230642" y="12470"/>
                  </a:lnTo>
                  <a:lnTo>
                    <a:pt x="234790" y="12097"/>
                  </a:lnTo>
                  <a:lnTo>
                    <a:pt x="238766" y="11739"/>
                  </a:lnTo>
                  <a:lnTo>
                    <a:pt x="239788" y="11664"/>
                  </a:lnTo>
                  <a:lnTo>
                    <a:pt x="242301" y="11477"/>
                  </a:lnTo>
                  <a:lnTo>
                    <a:pt x="245139" y="11267"/>
                  </a:lnTo>
                  <a:lnTo>
                    <a:pt x="253583" y="10797"/>
                  </a:lnTo>
                  <a:lnTo>
                    <a:pt x="258572" y="10501"/>
                  </a:lnTo>
                  <a:lnTo>
                    <a:pt x="263987" y="9807"/>
                  </a:lnTo>
                  <a:lnTo>
                    <a:pt x="264816" y="9717"/>
                  </a:lnTo>
                  <a:lnTo>
                    <a:pt x="270022" y="9158"/>
                  </a:lnTo>
                  <a:lnTo>
                    <a:pt x="280063" y="7186"/>
                  </a:lnTo>
                  <a:lnTo>
                    <a:pt x="285134" y="6381"/>
                  </a:lnTo>
                  <a:lnTo>
                    <a:pt x="288050" y="5988"/>
                  </a:lnTo>
                  <a:lnTo>
                    <a:pt x="289125" y="5843"/>
                  </a:lnTo>
                  <a:lnTo>
                    <a:pt x="291187" y="5515"/>
                  </a:lnTo>
                  <a:lnTo>
                    <a:pt x="293476" y="5146"/>
                  </a:lnTo>
                  <a:lnTo>
                    <a:pt x="296813" y="4004"/>
                  </a:lnTo>
                  <a:lnTo>
                    <a:pt x="302204" y="2329"/>
                  </a:lnTo>
                  <a:lnTo>
                    <a:pt x="304729" y="1576"/>
                  </a:lnTo>
                  <a:lnTo>
                    <a:pt x="307254" y="823"/>
                  </a:lnTo>
                  <a:lnTo>
                    <a:pt x="310016" y="0"/>
                  </a:lnTo>
                  <a:lnTo>
                    <a:pt x="312048" y="13283"/>
                  </a:lnTo>
                  <a:lnTo>
                    <a:pt x="312088" y="13505"/>
                  </a:lnTo>
                  <a:lnTo>
                    <a:pt x="312122" y="13693"/>
                  </a:lnTo>
                  <a:lnTo>
                    <a:pt x="312515" y="15890"/>
                  </a:lnTo>
                  <a:lnTo>
                    <a:pt x="313050" y="17935"/>
                  </a:lnTo>
                  <a:lnTo>
                    <a:pt x="314124" y="23016"/>
                  </a:lnTo>
                  <a:lnTo>
                    <a:pt x="314548" y="25020"/>
                  </a:lnTo>
                  <a:lnTo>
                    <a:pt x="313256" y="25257"/>
                  </a:lnTo>
                  <a:lnTo>
                    <a:pt x="313617" y="27513"/>
                  </a:lnTo>
                  <a:lnTo>
                    <a:pt x="314500" y="32725"/>
                  </a:lnTo>
                  <a:lnTo>
                    <a:pt x="314642" y="33377"/>
                  </a:lnTo>
                  <a:lnTo>
                    <a:pt x="314775" y="33989"/>
                  </a:lnTo>
                  <a:lnTo>
                    <a:pt x="316530" y="42042"/>
                  </a:lnTo>
                  <a:lnTo>
                    <a:pt x="316706" y="42850"/>
                  </a:lnTo>
                  <a:lnTo>
                    <a:pt x="316892" y="43700"/>
                  </a:lnTo>
                  <a:lnTo>
                    <a:pt x="316450" y="43680"/>
                  </a:lnTo>
                  <a:lnTo>
                    <a:pt x="310471" y="43904"/>
                  </a:lnTo>
                  <a:lnTo>
                    <a:pt x="308807" y="43913"/>
                  </a:lnTo>
                  <a:lnTo>
                    <a:pt x="305604" y="44086"/>
                  </a:lnTo>
                  <a:lnTo>
                    <a:pt x="298351" y="44358"/>
                  </a:lnTo>
                  <a:lnTo>
                    <a:pt x="297852" y="44400"/>
                  </a:lnTo>
                  <a:lnTo>
                    <a:pt x="299812" y="50160"/>
                  </a:lnTo>
                  <a:lnTo>
                    <a:pt x="299982" y="51632"/>
                  </a:lnTo>
                  <a:lnTo>
                    <a:pt x="300285" y="54254"/>
                  </a:lnTo>
                  <a:lnTo>
                    <a:pt x="300097" y="54859"/>
                  </a:lnTo>
                  <a:lnTo>
                    <a:pt x="291806" y="53977"/>
                  </a:lnTo>
                  <a:lnTo>
                    <a:pt x="287683" y="53645"/>
                  </a:lnTo>
                  <a:lnTo>
                    <a:pt x="287331" y="53634"/>
                  </a:lnTo>
                  <a:lnTo>
                    <a:pt x="287140" y="53644"/>
                  </a:lnTo>
                  <a:lnTo>
                    <a:pt x="286171" y="53644"/>
                  </a:lnTo>
                  <a:lnTo>
                    <a:pt x="286015" y="53589"/>
                  </a:lnTo>
                  <a:lnTo>
                    <a:pt x="285448" y="53570"/>
                  </a:lnTo>
                  <a:lnTo>
                    <a:pt x="284098" y="53767"/>
                  </a:lnTo>
                  <a:lnTo>
                    <a:pt x="283000" y="53934"/>
                  </a:lnTo>
                  <a:lnTo>
                    <a:pt x="281489" y="54302"/>
                  </a:lnTo>
                  <a:lnTo>
                    <a:pt x="280888" y="54448"/>
                  </a:lnTo>
                  <a:lnTo>
                    <a:pt x="280701" y="54494"/>
                  </a:lnTo>
                  <a:lnTo>
                    <a:pt x="280073" y="54702"/>
                  </a:lnTo>
                  <a:lnTo>
                    <a:pt x="279115" y="55019"/>
                  </a:lnTo>
                  <a:lnTo>
                    <a:pt x="277255" y="55267"/>
                  </a:lnTo>
                  <a:lnTo>
                    <a:pt x="274850" y="55280"/>
                  </a:lnTo>
                  <a:lnTo>
                    <a:pt x="274281" y="55186"/>
                  </a:lnTo>
                  <a:lnTo>
                    <a:pt x="268831" y="54032"/>
                  </a:lnTo>
                  <a:lnTo>
                    <a:pt x="267888" y="53902"/>
                  </a:lnTo>
                  <a:lnTo>
                    <a:pt x="265235" y="53539"/>
                  </a:lnTo>
                  <a:lnTo>
                    <a:pt x="265092" y="53520"/>
                  </a:lnTo>
                  <a:lnTo>
                    <a:pt x="263810" y="53344"/>
                  </a:lnTo>
                  <a:lnTo>
                    <a:pt x="262629" y="53283"/>
                  </a:lnTo>
                  <a:lnTo>
                    <a:pt x="260241" y="53158"/>
                  </a:lnTo>
                  <a:lnTo>
                    <a:pt x="256947" y="53051"/>
                  </a:lnTo>
                  <a:lnTo>
                    <a:pt x="251288" y="52923"/>
                  </a:lnTo>
                  <a:lnTo>
                    <a:pt x="250864" y="52875"/>
                  </a:lnTo>
                  <a:lnTo>
                    <a:pt x="244745" y="52048"/>
                  </a:lnTo>
                  <a:lnTo>
                    <a:pt x="243018" y="52064"/>
                  </a:lnTo>
                  <a:lnTo>
                    <a:pt x="240895" y="52338"/>
                  </a:lnTo>
                  <a:lnTo>
                    <a:pt x="240244" y="52383"/>
                  </a:lnTo>
                  <a:lnTo>
                    <a:pt x="236901" y="52613"/>
                  </a:lnTo>
                  <a:lnTo>
                    <a:pt x="228768" y="52437"/>
                  </a:lnTo>
                  <a:lnTo>
                    <a:pt x="228311" y="52428"/>
                  </a:lnTo>
                  <a:lnTo>
                    <a:pt x="226877" y="52397"/>
                  </a:lnTo>
                  <a:lnTo>
                    <a:pt x="217208" y="52233"/>
                  </a:lnTo>
                  <a:lnTo>
                    <a:pt x="216654" y="52222"/>
                  </a:lnTo>
                  <a:lnTo>
                    <a:pt x="216376" y="52225"/>
                  </a:lnTo>
                  <a:lnTo>
                    <a:pt x="214237" y="52220"/>
                  </a:lnTo>
                  <a:lnTo>
                    <a:pt x="212888" y="52216"/>
                  </a:lnTo>
                  <a:lnTo>
                    <a:pt x="209104" y="52078"/>
                  </a:lnTo>
                  <a:lnTo>
                    <a:pt x="207092" y="52040"/>
                  </a:lnTo>
                  <a:lnTo>
                    <a:pt x="202407" y="51950"/>
                  </a:lnTo>
                  <a:lnTo>
                    <a:pt x="201297" y="51862"/>
                  </a:lnTo>
                  <a:lnTo>
                    <a:pt x="199856" y="51747"/>
                  </a:lnTo>
                  <a:lnTo>
                    <a:pt x="199657" y="51772"/>
                  </a:lnTo>
                  <a:lnTo>
                    <a:pt x="199506" y="51977"/>
                  </a:lnTo>
                  <a:lnTo>
                    <a:pt x="198981" y="52645"/>
                  </a:lnTo>
                  <a:lnTo>
                    <a:pt x="198261" y="53173"/>
                  </a:lnTo>
                  <a:lnTo>
                    <a:pt x="197606" y="53498"/>
                  </a:lnTo>
                  <a:lnTo>
                    <a:pt x="196683" y="53880"/>
                  </a:lnTo>
                  <a:lnTo>
                    <a:pt x="196049" y="54155"/>
                  </a:lnTo>
                  <a:lnTo>
                    <a:pt x="195379" y="54428"/>
                  </a:lnTo>
                  <a:lnTo>
                    <a:pt x="194697" y="54682"/>
                  </a:lnTo>
                  <a:lnTo>
                    <a:pt x="194238" y="54968"/>
                  </a:lnTo>
                  <a:lnTo>
                    <a:pt x="193104" y="56019"/>
                  </a:lnTo>
                  <a:lnTo>
                    <a:pt x="192180" y="56817"/>
                  </a:lnTo>
                  <a:lnTo>
                    <a:pt x="191156" y="57575"/>
                  </a:lnTo>
                  <a:lnTo>
                    <a:pt x="189557" y="58637"/>
                  </a:lnTo>
                  <a:lnTo>
                    <a:pt x="188238" y="59541"/>
                  </a:lnTo>
                  <a:lnTo>
                    <a:pt x="187731" y="59861"/>
                  </a:lnTo>
                  <a:lnTo>
                    <a:pt x="187172" y="60144"/>
                  </a:lnTo>
                  <a:lnTo>
                    <a:pt x="186575" y="60353"/>
                  </a:lnTo>
                  <a:lnTo>
                    <a:pt x="186161" y="60434"/>
                  </a:lnTo>
                  <a:lnTo>
                    <a:pt x="184028" y="60848"/>
                  </a:lnTo>
                  <a:lnTo>
                    <a:pt x="183412" y="60861"/>
                  </a:lnTo>
                  <a:lnTo>
                    <a:pt x="182387" y="60876"/>
                  </a:lnTo>
                  <a:lnTo>
                    <a:pt x="180156" y="60995"/>
                  </a:lnTo>
                  <a:lnTo>
                    <a:pt x="179262" y="61090"/>
                  </a:lnTo>
                  <a:lnTo>
                    <a:pt x="178522" y="61233"/>
                  </a:lnTo>
                  <a:lnTo>
                    <a:pt x="177890" y="61412"/>
                  </a:lnTo>
                  <a:lnTo>
                    <a:pt x="177329" y="61663"/>
                  </a:lnTo>
                  <a:lnTo>
                    <a:pt x="176459" y="62045"/>
                  </a:lnTo>
                  <a:lnTo>
                    <a:pt x="175340" y="62540"/>
                  </a:lnTo>
                  <a:lnTo>
                    <a:pt x="174224" y="62905"/>
                  </a:lnTo>
                  <a:lnTo>
                    <a:pt x="172898" y="63183"/>
                  </a:lnTo>
                  <a:lnTo>
                    <a:pt x="172427" y="63399"/>
                  </a:lnTo>
                  <a:lnTo>
                    <a:pt x="172122" y="63538"/>
                  </a:lnTo>
                  <a:lnTo>
                    <a:pt x="171717" y="64067"/>
                  </a:lnTo>
                  <a:lnTo>
                    <a:pt x="171451" y="66844"/>
                  </a:lnTo>
                  <a:lnTo>
                    <a:pt x="171888" y="70603"/>
                  </a:lnTo>
                  <a:lnTo>
                    <a:pt x="172382" y="74783"/>
                  </a:lnTo>
                  <a:lnTo>
                    <a:pt x="173202" y="80076"/>
                  </a:lnTo>
                  <a:lnTo>
                    <a:pt x="170931" y="86094"/>
                  </a:lnTo>
                  <a:lnTo>
                    <a:pt x="168987" y="86727"/>
                  </a:lnTo>
                  <a:lnTo>
                    <a:pt x="167014" y="92898"/>
                  </a:lnTo>
                  <a:lnTo>
                    <a:pt x="165471" y="98379"/>
                  </a:lnTo>
                  <a:lnTo>
                    <a:pt x="164674" y="101211"/>
                  </a:lnTo>
                  <a:lnTo>
                    <a:pt x="164137" y="102423"/>
                  </a:lnTo>
                  <a:lnTo>
                    <a:pt x="161528" y="106725"/>
                  </a:lnTo>
                  <a:lnTo>
                    <a:pt x="160185" y="108865"/>
                  </a:lnTo>
                  <a:lnTo>
                    <a:pt x="159007" y="111066"/>
                  </a:lnTo>
                  <a:lnTo>
                    <a:pt x="158608" y="111901"/>
                  </a:lnTo>
                  <a:lnTo>
                    <a:pt x="157497" y="114223"/>
                  </a:lnTo>
                  <a:lnTo>
                    <a:pt x="157025" y="115209"/>
                  </a:lnTo>
                  <a:lnTo>
                    <a:pt x="154586" y="115628"/>
                  </a:lnTo>
                  <a:lnTo>
                    <a:pt x="153431" y="116391"/>
                  </a:lnTo>
                  <a:lnTo>
                    <a:pt x="152681" y="117079"/>
                  </a:lnTo>
                  <a:lnTo>
                    <a:pt x="151684" y="118500"/>
                  </a:lnTo>
                  <a:lnTo>
                    <a:pt x="150368" y="120085"/>
                  </a:lnTo>
                  <a:lnTo>
                    <a:pt x="147783" y="124801"/>
                  </a:lnTo>
                  <a:lnTo>
                    <a:pt x="145989" y="120392"/>
                  </a:lnTo>
                  <a:lnTo>
                    <a:pt x="145814" y="119963"/>
                  </a:lnTo>
                  <a:lnTo>
                    <a:pt x="145291" y="119924"/>
                  </a:lnTo>
                  <a:lnTo>
                    <a:pt x="142651" y="119751"/>
                  </a:lnTo>
                  <a:lnTo>
                    <a:pt x="141456" y="119673"/>
                  </a:lnTo>
                  <a:lnTo>
                    <a:pt x="138918" y="119545"/>
                  </a:lnTo>
                  <a:lnTo>
                    <a:pt x="138690" y="119534"/>
                  </a:lnTo>
                  <a:lnTo>
                    <a:pt x="138223" y="119510"/>
                  </a:lnTo>
                  <a:lnTo>
                    <a:pt x="136281" y="119412"/>
                  </a:lnTo>
                  <a:lnTo>
                    <a:pt x="136275" y="118822"/>
                  </a:lnTo>
                  <a:lnTo>
                    <a:pt x="136263" y="117792"/>
                  </a:lnTo>
                  <a:lnTo>
                    <a:pt x="136238" y="115374"/>
                  </a:lnTo>
                  <a:lnTo>
                    <a:pt x="136272" y="114609"/>
                  </a:lnTo>
                  <a:lnTo>
                    <a:pt x="136305" y="113142"/>
                  </a:lnTo>
                  <a:lnTo>
                    <a:pt x="136388" y="109429"/>
                  </a:lnTo>
                  <a:lnTo>
                    <a:pt x="136389" y="109297"/>
                  </a:lnTo>
                  <a:lnTo>
                    <a:pt x="135990" y="109348"/>
                  </a:lnTo>
                  <a:lnTo>
                    <a:pt x="132399" y="109768"/>
                  </a:lnTo>
                  <a:lnTo>
                    <a:pt x="120518" y="111155"/>
                  </a:lnTo>
                  <a:lnTo>
                    <a:pt x="119637" y="111258"/>
                  </a:lnTo>
                  <a:lnTo>
                    <a:pt x="118816" y="111354"/>
                  </a:lnTo>
                  <a:lnTo>
                    <a:pt x="115687" y="111719"/>
                  </a:lnTo>
                  <a:lnTo>
                    <a:pt x="115121" y="111785"/>
                  </a:lnTo>
                  <a:lnTo>
                    <a:pt x="113589" y="111887"/>
                  </a:lnTo>
                  <a:lnTo>
                    <a:pt x="112135" y="112004"/>
                  </a:lnTo>
                  <a:lnTo>
                    <a:pt x="111249" y="112075"/>
                  </a:lnTo>
                  <a:lnTo>
                    <a:pt x="110680" y="112121"/>
                  </a:lnTo>
                  <a:lnTo>
                    <a:pt x="106974" y="112418"/>
                  </a:lnTo>
                  <a:lnTo>
                    <a:pt x="106713" y="112421"/>
                  </a:lnTo>
                  <a:lnTo>
                    <a:pt x="102784" y="112463"/>
                  </a:lnTo>
                  <a:lnTo>
                    <a:pt x="102149" y="112386"/>
                  </a:lnTo>
                  <a:lnTo>
                    <a:pt x="101943" y="112362"/>
                  </a:lnTo>
                  <a:lnTo>
                    <a:pt x="101998" y="111823"/>
                  </a:lnTo>
                  <a:lnTo>
                    <a:pt x="102034" y="111469"/>
                  </a:lnTo>
                  <a:lnTo>
                    <a:pt x="102140" y="110432"/>
                  </a:lnTo>
                  <a:lnTo>
                    <a:pt x="102227" y="109574"/>
                  </a:lnTo>
                  <a:lnTo>
                    <a:pt x="102262" y="109233"/>
                  </a:lnTo>
                  <a:lnTo>
                    <a:pt x="102317" y="108700"/>
                  </a:lnTo>
                  <a:lnTo>
                    <a:pt x="103998" y="99271"/>
                  </a:lnTo>
                  <a:lnTo>
                    <a:pt x="98258" y="100437"/>
                  </a:lnTo>
                  <a:lnTo>
                    <a:pt x="96880" y="107728"/>
                  </a:lnTo>
                  <a:lnTo>
                    <a:pt x="96730" y="108272"/>
                  </a:lnTo>
                  <a:lnTo>
                    <a:pt x="96665" y="108507"/>
                  </a:lnTo>
                  <a:lnTo>
                    <a:pt x="96513" y="109059"/>
                  </a:lnTo>
                  <a:lnTo>
                    <a:pt x="96358" y="109149"/>
                  </a:lnTo>
                  <a:lnTo>
                    <a:pt x="95715" y="109522"/>
                  </a:lnTo>
                  <a:lnTo>
                    <a:pt x="95433" y="109686"/>
                  </a:lnTo>
                  <a:lnTo>
                    <a:pt x="95055" y="109992"/>
                  </a:lnTo>
                  <a:lnTo>
                    <a:pt x="93775" y="109130"/>
                  </a:lnTo>
                  <a:lnTo>
                    <a:pt x="92851" y="108592"/>
                  </a:lnTo>
                  <a:lnTo>
                    <a:pt x="92392" y="108325"/>
                  </a:lnTo>
                  <a:lnTo>
                    <a:pt x="92131" y="108174"/>
                  </a:lnTo>
                  <a:lnTo>
                    <a:pt x="91468" y="107857"/>
                  </a:lnTo>
                  <a:lnTo>
                    <a:pt x="90663" y="108602"/>
                  </a:lnTo>
                  <a:lnTo>
                    <a:pt x="88891" y="111060"/>
                  </a:lnTo>
                  <a:lnTo>
                    <a:pt x="88547" y="111538"/>
                  </a:lnTo>
                  <a:lnTo>
                    <a:pt x="87294" y="113276"/>
                  </a:lnTo>
                  <a:lnTo>
                    <a:pt x="88390" y="114256"/>
                  </a:lnTo>
                  <a:lnTo>
                    <a:pt x="90335" y="115996"/>
                  </a:lnTo>
                  <a:lnTo>
                    <a:pt x="91055" y="116512"/>
                  </a:lnTo>
                  <a:lnTo>
                    <a:pt x="92607" y="117624"/>
                  </a:lnTo>
                  <a:lnTo>
                    <a:pt x="94551" y="118901"/>
                  </a:lnTo>
                  <a:lnTo>
                    <a:pt x="95166" y="119306"/>
                  </a:lnTo>
                  <a:lnTo>
                    <a:pt x="96365" y="119968"/>
                  </a:lnTo>
                  <a:lnTo>
                    <a:pt x="97027" y="120111"/>
                  </a:lnTo>
                  <a:lnTo>
                    <a:pt x="97671" y="120379"/>
                  </a:lnTo>
                  <a:lnTo>
                    <a:pt x="97832" y="120880"/>
                  </a:lnTo>
                  <a:lnTo>
                    <a:pt x="97787" y="121425"/>
                  </a:lnTo>
                  <a:lnTo>
                    <a:pt x="97649" y="123087"/>
                  </a:lnTo>
                  <a:lnTo>
                    <a:pt x="97532" y="124499"/>
                  </a:lnTo>
                  <a:lnTo>
                    <a:pt x="97492" y="124977"/>
                  </a:lnTo>
                  <a:lnTo>
                    <a:pt x="97270" y="124967"/>
                  </a:lnTo>
                  <a:lnTo>
                    <a:pt x="97064" y="124970"/>
                  </a:lnTo>
                  <a:lnTo>
                    <a:pt x="96505" y="125151"/>
                  </a:lnTo>
                  <a:lnTo>
                    <a:pt x="94696" y="125735"/>
                  </a:lnTo>
                  <a:lnTo>
                    <a:pt x="94511" y="125921"/>
                  </a:lnTo>
                  <a:lnTo>
                    <a:pt x="94326" y="126107"/>
                  </a:lnTo>
                  <a:lnTo>
                    <a:pt x="94030" y="126404"/>
                  </a:lnTo>
                  <a:lnTo>
                    <a:pt x="92269" y="128173"/>
                  </a:lnTo>
                  <a:lnTo>
                    <a:pt x="92128" y="128312"/>
                  </a:lnTo>
                  <a:lnTo>
                    <a:pt x="91936" y="128502"/>
                  </a:lnTo>
                  <a:lnTo>
                    <a:pt x="91006" y="127583"/>
                  </a:lnTo>
                  <a:lnTo>
                    <a:pt x="90541" y="127606"/>
                  </a:lnTo>
                  <a:lnTo>
                    <a:pt x="87130" y="129515"/>
                  </a:lnTo>
                  <a:lnTo>
                    <a:pt x="86918" y="129587"/>
                  </a:lnTo>
                  <a:lnTo>
                    <a:pt x="84880" y="130285"/>
                  </a:lnTo>
                  <a:lnTo>
                    <a:pt x="83039" y="131568"/>
                  </a:lnTo>
                  <a:lnTo>
                    <a:pt x="82520" y="132331"/>
                  </a:lnTo>
                  <a:lnTo>
                    <a:pt x="82081" y="132977"/>
                  </a:lnTo>
                  <a:lnTo>
                    <a:pt x="78204" y="133925"/>
                  </a:lnTo>
                  <a:lnTo>
                    <a:pt x="77113" y="134192"/>
                  </a:lnTo>
                  <a:lnTo>
                    <a:pt x="74906" y="134731"/>
                  </a:lnTo>
                  <a:lnTo>
                    <a:pt x="74725" y="134776"/>
                  </a:lnTo>
                  <a:lnTo>
                    <a:pt x="72024" y="135436"/>
                  </a:lnTo>
                  <a:lnTo>
                    <a:pt x="71747" y="135504"/>
                  </a:lnTo>
                  <a:lnTo>
                    <a:pt x="70638" y="135775"/>
                  </a:lnTo>
                  <a:lnTo>
                    <a:pt x="68164" y="136380"/>
                  </a:lnTo>
                  <a:lnTo>
                    <a:pt x="67247" y="136604"/>
                  </a:lnTo>
                  <a:lnTo>
                    <a:pt x="66913" y="136686"/>
                  </a:lnTo>
                  <a:lnTo>
                    <a:pt x="66043" y="136898"/>
                  </a:lnTo>
                  <a:lnTo>
                    <a:pt x="63727" y="137464"/>
                  </a:lnTo>
                  <a:lnTo>
                    <a:pt x="62539" y="137754"/>
                  </a:lnTo>
                  <a:lnTo>
                    <a:pt x="62394" y="137790"/>
                  </a:lnTo>
                  <a:lnTo>
                    <a:pt x="62121" y="137854"/>
                  </a:lnTo>
                  <a:lnTo>
                    <a:pt x="59290" y="128455"/>
                  </a:lnTo>
                  <a:lnTo>
                    <a:pt x="59072" y="127731"/>
                  </a:lnTo>
                  <a:lnTo>
                    <a:pt x="58853" y="127007"/>
                  </a:lnTo>
                  <a:lnTo>
                    <a:pt x="58622" y="126351"/>
                  </a:lnTo>
                  <a:lnTo>
                    <a:pt x="56985" y="120969"/>
                  </a:lnTo>
                  <a:lnTo>
                    <a:pt x="55414" y="115804"/>
                  </a:lnTo>
                  <a:lnTo>
                    <a:pt x="51869" y="116418"/>
                  </a:lnTo>
                  <a:lnTo>
                    <a:pt x="48402" y="117018"/>
                  </a:lnTo>
                  <a:lnTo>
                    <a:pt x="42530" y="118068"/>
                  </a:lnTo>
                  <a:lnTo>
                    <a:pt x="41820" y="118195"/>
                  </a:lnTo>
                  <a:lnTo>
                    <a:pt x="32054" y="119942"/>
                  </a:lnTo>
                  <a:lnTo>
                    <a:pt x="23442" y="121482"/>
                  </a:lnTo>
                  <a:lnTo>
                    <a:pt x="21973" y="121745"/>
                  </a:lnTo>
                  <a:lnTo>
                    <a:pt x="18160" y="122431"/>
                  </a:lnTo>
                  <a:lnTo>
                    <a:pt x="16373" y="116267"/>
                  </a:lnTo>
                  <a:lnTo>
                    <a:pt x="15778" y="114213"/>
                  </a:lnTo>
                  <a:lnTo>
                    <a:pt x="14580" y="110226"/>
                  </a:lnTo>
                  <a:lnTo>
                    <a:pt x="14161" y="108677"/>
                  </a:lnTo>
                  <a:lnTo>
                    <a:pt x="13036" y="104525"/>
                  </a:lnTo>
                  <a:lnTo>
                    <a:pt x="12608" y="102810"/>
                  </a:lnTo>
                  <a:lnTo>
                    <a:pt x="12232" y="101303"/>
                  </a:lnTo>
                  <a:lnTo>
                    <a:pt x="12107" y="100800"/>
                  </a:lnTo>
                  <a:lnTo>
                    <a:pt x="11888" y="99358"/>
                  </a:lnTo>
                  <a:lnTo>
                    <a:pt x="11225" y="94997"/>
                  </a:lnTo>
                  <a:lnTo>
                    <a:pt x="10663" y="93192"/>
                  </a:lnTo>
                  <a:lnTo>
                    <a:pt x="5242" y="95005"/>
                  </a:lnTo>
                  <a:lnTo>
                    <a:pt x="4311" y="91443"/>
                  </a:lnTo>
                  <a:lnTo>
                    <a:pt x="3698" y="88446"/>
                  </a:lnTo>
                  <a:lnTo>
                    <a:pt x="62" y="70669"/>
                  </a:lnTo>
                  <a:lnTo>
                    <a:pt x="0" y="70114"/>
                  </a:lnTo>
                  <a:lnTo>
                    <a:pt x="3387" y="69255"/>
                  </a:lnTo>
                  <a:lnTo>
                    <a:pt x="6149" y="68592"/>
                  </a:lnTo>
                  <a:lnTo>
                    <a:pt x="6805" y="67638"/>
                  </a:lnTo>
                  <a:lnTo>
                    <a:pt x="6436" y="66847"/>
                  </a:lnTo>
                  <a:lnTo>
                    <a:pt x="6068" y="66057"/>
                  </a:lnTo>
                  <a:lnTo>
                    <a:pt x="5332" y="64475"/>
                  </a:lnTo>
                  <a:lnTo>
                    <a:pt x="3818" y="6137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1" name="pg60"/>
            <p:cNvSpPr/>
            <p:nvPr/>
          </p:nvSpPr>
          <p:spPr>
            <a:xfrm>
              <a:off x="5736086" y="3108256"/>
              <a:ext cx="88689" cy="125208"/>
            </a:xfrm>
            <a:custGeom>
              <a:avLst/>
              <a:pathLst>
                <a:path w="88689" h="125208">
                  <a:moveTo>
                    <a:pt x="87894" y="0"/>
                  </a:moveTo>
                  <a:lnTo>
                    <a:pt x="88435" y="8026"/>
                  </a:lnTo>
                  <a:lnTo>
                    <a:pt x="88689" y="13917"/>
                  </a:lnTo>
                  <a:lnTo>
                    <a:pt x="88474" y="15062"/>
                  </a:lnTo>
                  <a:lnTo>
                    <a:pt x="88164" y="17257"/>
                  </a:lnTo>
                  <a:lnTo>
                    <a:pt x="87998" y="19199"/>
                  </a:lnTo>
                  <a:lnTo>
                    <a:pt x="87664" y="19252"/>
                  </a:lnTo>
                  <a:lnTo>
                    <a:pt x="87287" y="19321"/>
                  </a:lnTo>
                  <a:lnTo>
                    <a:pt x="86877" y="19395"/>
                  </a:lnTo>
                  <a:lnTo>
                    <a:pt x="84904" y="19753"/>
                  </a:lnTo>
                  <a:lnTo>
                    <a:pt x="83613" y="19988"/>
                  </a:lnTo>
                  <a:lnTo>
                    <a:pt x="83311" y="20043"/>
                  </a:lnTo>
                  <a:lnTo>
                    <a:pt x="82603" y="20171"/>
                  </a:lnTo>
                  <a:lnTo>
                    <a:pt x="81626" y="20349"/>
                  </a:lnTo>
                  <a:lnTo>
                    <a:pt x="81288" y="20410"/>
                  </a:lnTo>
                  <a:lnTo>
                    <a:pt x="81337" y="20848"/>
                  </a:lnTo>
                  <a:lnTo>
                    <a:pt x="81280" y="26173"/>
                  </a:lnTo>
                  <a:lnTo>
                    <a:pt x="81275" y="26660"/>
                  </a:lnTo>
                  <a:lnTo>
                    <a:pt x="81261" y="27954"/>
                  </a:lnTo>
                  <a:lnTo>
                    <a:pt x="81257" y="28334"/>
                  </a:lnTo>
                  <a:lnTo>
                    <a:pt x="81251" y="28902"/>
                  </a:lnTo>
                  <a:lnTo>
                    <a:pt x="81237" y="30646"/>
                  </a:lnTo>
                  <a:lnTo>
                    <a:pt x="81234" y="30911"/>
                  </a:lnTo>
                  <a:lnTo>
                    <a:pt x="81221" y="32504"/>
                  </a:lnTo>
                  <a:lnTo>
                    <a:pt x="81205" y="34413"/>
                  </a:lnTo>
                  <a:lnTo>
                    <a:pt x="81183" y="37121"/>
                  </a:lnTo>
                  <a:lnTo>
                    <a:pt x="81180" y="37416"/>
                  </a:lnTo>
                  <a:lnTo>
                    <a:pt x="81162" y="39608"/>
                  </a:lnTo>
                  <a:lnTo>
                    <a:pt x="81128" y="40755"/>
                  </a:lnTo>
                  <a:lnTo>
                    <a:pt x="81075" y="42508"/>
                  </a:lnTo>
                  <a:lnTo>
                    <a:pt x="80187" y="42557"/>
                  </a:lnTo>
                  <a:lnTo>
                    <a:pt x="79804" y="42578"/>
                  </a:lnTo>
                  <a:lnTo>
                    <a:pt x="77556" y="42701"/>
                  </a:lnTo>
                  <a:lnTo>
                    <a:pt x="76501" y="42714"/>
                  </a:lnTo>
                  <a:lnTo>
                    <a:pt x="75662" y="42723"/>
                  </a:lnTo>
                  <a:lnTo>
                    <a:pt x="70491" y="42784"/>
                  </a:lnTo>
                  <a:lnTo>
                    <a:pt x="69836" y="42777"/>
                  </a:lnTo>
                  <a:lnTo>
                    <a:pt x="69364" y="42772"/>
                  </a:lnTo>
                  <a:lnTo>
                    <a:pt x="64643" y="42743"/>
                  </a:lnTo>
                  <a:lnTo>
                    <a:pt x="64484" y="42732"/>
                  </a:lnTo>
                  <a:lnTo>
                    <a:pt x="63986" y="42697"/>
                  </a:lnTo>
                  <a:lnTo>
                    <a:pt x="62780" y="42614"/>
                  </a:lnTo>
                  <a:lnTo>
                    <a:pt x="53942" y="42208"/>
                  </a:lnTo>
                  <a:lnTo>
                    <a:pt x="47662" y="41919"/>
                  </a:lnTo>
                  <a:lnTo>
                    <a:pt x="46515" y="41925"/>
                  </a:lnTo>
                  <a:lnTo>
                    <a:pt x="46562" y="42861"/>
                  </a:lnTo>
                  <a:lnTo>
                    <a:pt x="46656" y="51586"/>
                  </a:lnTo>
                  <a:lnTo>
                    <a:pt x="46693" y="52303"/>
                  </a:lnTo>
                  <a:lnTo>
                    <a:pt x="46727" y="52981"/>
                  </a:lnTo>
                  <a:lnTo>
                    <a:pt x="46758" y="58245"/>
                  </a:lnTo>
                  <a:lnTo>
                    <a:pt x="46773" y="60733"/>
                  </a:lnTo>
                  <a:lnTo>
                    <a:pt x="46788" y="63402"/>
                  </a:lnTo>
                  <a:lnTo>
                    <a:pt x="46807" y="66701"/>
                  </a:lnTo>
                  <a:lnTo>
                    <a:pt x="46819" y="68712"/>
                  </a:lnTo>
                  <a:lnTo>
                    <a:pt x="46825" y="69182"/>
                  </a:lnTo>
                  <a:lnTo>
                    <a:pt x="46859" y="72034"/>
                  </a:lnTo>
                  <a:lnTo>
                    <a:pt x="46900" y="75354"/>
                  </a:lnTo>
                  <a:lnTo>
                    <a:pt x="46965" y="80695"/>
                  </a:lnTo>
                  <a:lnTo>
                    <a:pt x="46985" y="81138"/>
                  </a:lnTo>
                  <a:lnTo>
                    <a:pt x="47107" y="83779"/>
                  </a:lnTo>
                  <a:lnTo>
                    <a:pt x="47138" y="84440"/>
                  </a:lnTo>
                  <a:lnTo>
                    <a:pt x="47176" y="85953"/>
                  </a:lnTo>
                  <a:lnTo>
                    <a:pt x="47204" y="87011"/>
                  </a:lnTo>
                  <a:lnTo>
                    <a:pt x="47265" y="89403"/>
                  </a:lnTo>
                  <a:lnTo>
                    <a:pt x="47281" y="90022"/>
                  </a:lnTo>
                  <a:lnTo>
                    <a:pt x="47343" y="97538"/>
                  </a:lnTo>
                  <a:lnTo>
                    <a:pt x="47341" y="97817"/>
                  </a:lnTo>
                  <a:lnTo>
                    <a:pt x="47306" y="102331"/>
                  </a:lnTo>
                  <a:lnTo>
                    <a:pt x="47297" y="103469"/>
                  </a:lnTo>
                  <a:lnTo>
                    <a:pt x="47270" y="106927"/>
                  </a:lnTo>
                  <a:lnTo>
                    <a:pt x="47262" y="107909"/>
                  </a:lnTo>
                  <a:lnTo>
                    <a:pt x="47249" y="109569"/>
                  </a:lnTo>
                  <a:lnTo>
                    <a:pt x="47295" y="110419"/>
                  </a:lnTo>
                  <a:lnTo>
                    <a:pt x="40944" y="110888"/>
                  </a:lnTo>
                  <a:lnTo>
                    <a:pt x="35335" y="111302"/>
                  </a:lnTo>
                  <a:lnTo>
                    <a:pt x="35333" y="111788"/>
                  </a:lnTo>
                  <a:lnTo>
                    <a:pt x="35331" y="112197"/>
                  </a:lnTo>
                  <a:lnTo>
                    <a:pt x="35331" y="112371"/>
                  </a:lnTo>
                  <a:lnTo>
                    <a:pt x="35315" y="112703"/>
                  </a:lnTo>
                  <a:lnTo>
                    <a:pt x="35179" y="115472"/>
                  </a:lnTo>
                  <a:lnTo>
                    <a:pt x="34928" y="120584"/>
                  </a:lnTo>
                  <a:lnTo>
                    <a:pt x="34769" y="121211"/>
                  </a:lnTo>
                  <a:lnTo>
                    <a:pt x="34726" y="121380"/>
                  </a:lnTo>
                  <a:lnTo>
                    <a:pt x="34501" y="121242"/>
                  </a:lnTo>
                  <a:lnTo>
                    <a:pt x="34313" y="121172"/>
                  </a:lnTo>
                  <a:lnTo>
                    <a:pt x="34033" y="121130"/>
                  </a:lnTo>
                  <a:lnTo>
                    <a:pt x="33593" y="121082"/>
                  </a:lnTo>
                  <a:lnTo>
                    <a:pt x="32960" y="121013"/>
                  </a:lnTo>
                  <a:lnTo>
                    <a:pt x="32740" y="120989"/>
                  </a:lnTo>
                  <a:lnTo>
                    <a:pt x="32224" y="120700"/>
                  </a:lnTo>
                  <a:lnTo>
                    <a:pt x="31932" y="121675"/>
                  </a:lnTo>
                  <a:lnTo>
                    <a:pt x="31867" y="121892"/>
                  </a:lnTo>
                  <a:lnTo>
                    <a:pt x="31760" y="122253"/>
                  </a:lnTo>
                  <a:lnTo>
                    <a:pt x="31585" y="122224"/>
                  </a:lnTo>
                  <a:lnTo>
                    <a:pt x="30267" y="122176"/>
                  </a:lnTo>
                  <a:lnTo>
                    <a:pt x="29384" y="122412"/>
                  </a:lnTo>
                  <a:lnTo>
                    <a:pt x="29040" y="122566"/>
                  </a:lnTo>
                  <a:lnTo>
                    <a:pt x="28833" y="122659"/>
                  </a:lnTo>
                  <a:lnTo>
                    <a:pt x="28467" y="122823"/>
                  </a:lnTo>
                  <a:lnTo>
                    <a:pt x="28256" y="122917"/>
                  </a:lnTo>
                  <a:lnTo>
                    <a:pt x="27089" y="123834"/>
                  </a:lnTo>
                  <a:lnTo>
                    <a:pt x="26888" y="124119"/>
                  </a:lnTo>
                  <a:lnTo>
                    <a:pt x="26388" y="124824"/>
                  </a:lnTo>
                  <a:lnTo>
                    <a:pt x="26116" y="125208"/>
                  </a:lnTo>
                  <a:lnTo>
                    <a:pt x="25772" y="125055"/>
                  </a:lnTo>
                  <a:lnTo>
                    <a:pt x="25391" y="124885"/>
                  </a:lnTo>
                  <a:lnTo>
                    <a:pt x="23214" y="123915"/>
                  </a:lnTo>
                  <a:lnTo>
                    <a:pt x="22124" y="123767"/>
                  </a:lnTo>
                  <a:lnTo>
                    <a:pt x="20818" y="123284"/>
                  </a:lnTo>
                  <a:lnTo>
                    <a:pt x="16319" y="121496"/>
                  </a:lnTo>
                  <a:lnTo>
                    <a:pt x="15710" y="121253"/>
                  </a:lnTo>
                  <a:lnTo>
                    <a:pt x="13879" y="120725"/>
                  </a:lnTo>
                  <a:lnTo>
                    <a:pt x="12832" y="120422"/>
                  </a:lnTo>
                  <a:lnTo>
                    <a:pt x="11558" y="120116"/>
                  </a:lnTo>
                  <a:lnTo>
                    <a:pt x="10637" y="114751"/>
                  </a:lnTo>
                  <a:lnTo>
                    <a:pt x="10695" y="114195"/>
                  </a:lnTo>
                  <a:lnTo>
                    <a:pt x="10800" y="113204"/>
                  </a:lnTo>
                  <a:lnTo>
                    <a:pt x="11594" y="111246"/>
                  </a:lnTo>
                  <a:lnTo>
                    <a:pt x="12741" y="109327"/>
                  </a:lnTo>
                  <a:lnTo>
                    <a:pt x="13365" y="107595"/>
                  </a:lnTo>
                  <a:lnTo>
                    <a:pt x="13502" y="105473"/>
                  </a:lnTo>
                  <a:lnTo>
                    <a:pt x="13883" y="103332"/>
                  </a:lnTo>
                  <a:lnTo>
                    <a:pt x="14473" y="101400"/>
                  </a:lnTo>
                  <a:lnTo>
                    <a:pt x="14735" y="100543"/>
                  </a:lnTo>
                  <a:lnTo>
                    <a:pt x="14756" y="99963"/>
                  </a:lnTo>
                  <a:lnTo>
                    <a:pt x="14803" y="98641"/>
                  </a:lnTo>
                  <a:lnTo>
                    <a:pt x="14285" y="97266"/>
                  </a:lnTo>
                  <a:lnTo>
                    <a:pt x="13274" y="96274"/>
                  </a:lnTo>
                  <a:lnTo>
                    <a:pt x="12890" y="95303"/>
                  </a:lnTo>
                  <a:lnTo>
                    <a:pt x="12661" y="93921"/>
                  </a:lnTo>
                  <a:lnTo>
                    <a:pt x="12647" y="93515"/>
                  </a:lnTo>
                  <a:lnTo>
                    <a:pt x="12620" y="92140"/>
                  </a:lnTo>
                  <a:lnTo>
                    <a:pt x="12401" y="90069"/>
                  </a:lnTo>
                  <a:lnTo>
                    <a:pt x="12070" y="89028"/>
                  </a:lnTo>
                  <a:lnTo>
                    <a:pt x="11900" y="88517"/>
                  </a:lnTo>
                  <a:lnTo>
                    <a:pt x="11425" y="87791"/>
                  </a:lnTo>
                  <a:lnTo>
                    <a:pt x="8063" y="85101"/>
                  </a:lnTo>
                  <a:lnTo>
                    <a:pt x="2182" y="83942"/>
                  </a:lnTo>
                  <a:lnTo>
                    <a:pt x="2327" y="83771"/>
                  </a:lnTo>
                  <a:lnTo>
                    <a:pt x="3083" y="82878"/>
                  </a:lnTo>
                  <a:lnTo>
                    <a:pt x="3217" y="82721"/>
                  </a:lnTo>
                  <a:lnTo>
                    <a:pt x="3790" y="82043"/>
                  </a:lnTo>
                  <a:lnTo>
                    <a:pt x="5175" y="80409"/>
                  </a:lnTo>
                  <a:lnTo>
                    <a:pt x="5564" y="79950"/>
                  </a:lnTo>
                  <a:lnTo>
                    <a:pt x="5758" y="79721"/>
                  </a:lnTo>
                  <a:lnTo>
                    <a:pt x="6266" y="79122"/>
                  </a:lnTo>
                  <a:lnTo>
                    <a:pt x="6397" y="78967"/>
                  </a:lnTo>
                  <a:lnTo>
                    <a:pt x="6544" y="78794"/>
                  </a:lnTo>
                  <a:lnTo>
                    <a:pt x="6096" y="78424"/>
                  </a:lnTo>
                  <a:lnTo>
                    <a:pt x="7160" y="76742"/>
                  </a:lnTo>
                  <a:lnTo>
                    <a:pt x="7350" y="76440"/>
                  </a:lnTo>
                  <a:lnTo>
                    <a:pt x="7468" y="76251"/>
                  </a:lnTo>
                  <a:lnTo>
                    <a:pt x="6971" y="75817"/>
                  </a:lnTo>
                  <a:lnTo>
                    <a:pt x="6776" y="75654"/>
                  </a:lnTo>
                  <a:lnTo>
                    <a:pt x="6494" y="75414"/>
                  </a:lnTo>
                  <a:lnTo>
                    <a:pt x="4282" y="73228"/>
                  </a:lnTo>
                  <a:lnTo>
                    <a:pt x="2937" y="72493"/>
                  </a:lnTo>
                  <a:lnTo>
                    <a:pt x="2769" y="72401"/>
                  </a:lnTo>
                  <a:lnTo>
                    <a:pt x="1393" y="71463"/>
                  </a:lnTo>
                  <a:lnTo>
                    <a:pt x="1066" y="71229"/>
                  </a:lnTo>
                  <a:lnTo>
                    <a:pt x="324" y="70699"/>
                  </a:lnTo>
                  <a:lnTo>
                    <a:pt x="0" y="70427"/>
                  </a:lnTo>
                  <a:lnTo>
                    <a:pt x="398" y="70420"/>
                  </a:lnTo>
                  <a:lnTo>
                    <a:pt x="8229" y="70280"/>
                  </a:lnTo>
                  <a:lnTo>
                    <a:pt x="8563" y="70274"/>
                  </a:lnTo>
                  <a:lnTo>
                    <a:pt x="8971" y="70267"/>
                  </a:lnTo>
                  <a:lnTo>
                    <a:pt x="8961" y="69488"/>
                  </a:lnTo>
                  <a:lnTo>
                    <a:pt x="8972" y="68963"/>
                  </a:lnTo>
                  <a:lnTo>
                    <a:pt x="8979" y="68586"/>
                  </a:lnTo>
                  <a:lnTo>
                    <a:pt x="8987" y="68196"/>
                  </a:lnTo>
                  <a:lnTo>
                    <a:pt x="9041" y="65503"/>
                  </a:lnTo>
                  <a:lnTo>
                    <a:pt x="9046" y="65275"/>
                  </a:lnTo>
                  <a:lnTo>
                    <a:pt x="9066" y="64715"/>
                  </a:lnTo>
                  <a:lnTo>
                    <a:pt x="9132" y="63360"/>
                  </a:lnTo>
                  <a:lnTo>
                    <a:pt x="9160" y="62780"/>
                  </a:lnTo>
                  <a:lnTo>
                    <a:pt x="9170" y="62585"/>
                  </a:lnTo>
                  <a:lnTo>
                    <a:pt x="9266" y="62331"/>
                  </a:lnTo>
                  <a:lnTo>
                    <a:pt x="9374" y="62045"/>
                  </a:lnTo>
                  <a:lnTo>
                    <a:pt x="9493" y="61814"/>
                  </a:lnTo>
                  <a:lnTo>
                    <a:pt x="9983" y="61117"/>
                  </a:lnTo>
                  <a:lnTo>
                    <a:pt x="10703" y="59914"/>
                  </a:lnTo>
                  <a:lnTo>
                    <a:pt x="11021" y="59334"/>
                  </a:lnTo>
                  <a:lnTo>
                    <a:pt x="11332" y="58659"/>
                  </a:lnTo>
                  <a:lnTo>
                    <a:pt x="11418" y="58474"/>
                  </a:lnTo>
                  <a:lnTo>
                    <a:pt x="11726" y="57804"/>
                  </a:lnTo>
                  <a:lnTo>
                    <a:pt x="11994" y="57191"/>
                  </a:lnTo>
                  <a:lnTo>
                    <a:pt x="12800" y="55352"/>
                  </a:lnTo>
                  <a:lnTo>
                    <a:pt x="12856" y="55216"/>
                  </a:lnTo>
                  <a:lnTo>
                    <a:pt x="12980" y="54911"/>
                  </a:lnTo>
                  <a:lnTo>
                    <a:pt x="13643" y="53157"/>
                  </a:lnTo>
                  <a:lnTo>
                    <a:pt x="13922" y="51853"/>
                  </a:lnTo>
                  <a:lnTo>
                    <a:pt x="13978" y="51405"/>
                  </a:lnTo>
                  <a:lnTo>
                    <a:pt x="13813" y="50647"/>
                  </a:lnTo>
                  <a:lnTo>
                    <a:pt x="13637" y="49839"/>
                  </a:lnTo>
                  <a:lnTo>
                    <a:pt x="11882" y="41786"/>
                  </a:lnTo>
                  <a:lnTo>
                    <a:pt x="11748" y="41175"/>
                  </a:lnTo>
                  <a:lnTo>
                    <a:pt x="11606" y="40523"/>
                  </a:lnTo>
                  <a:lnTo>
                    <a:pt x="10724" y="35310"/>
                  </a:lnTo>
                  <a:lnTo>
                    <a:pt x="10362" y="33055"/>
                  </a:lnTo>
                  <a:lnTo>
                    <a:pt x="11654" y="32818"/>
                  </a:lnTo>
                  <a:lnTo>
                    <a:pt x="11230" y="30814"/>
                  </a:lnTo>
                  <a:lnTo>
                    <a:pt x="10157" y="25733"/>
                  </a:lnTo>
                  <a:lnTo>
                    <a:pt x="9621" y="23687"/>
                  </a:lnTo>
                  <a:lnTo>
                    <a:pt x="9228" y="21491"/>
                  </a:lnTo>
                  <a:lnTo>
                    <a:pt x="9194" y="21302"/>
                  </a:lnTo>
                  <a:lnTo>
                    <a:pt x="9155" y="21081"/>
                  </a:lnTo>
                  <a:lnTo>
                    <a:pt x="7122" y="7797"/>
                  </a:lnTo>
                  <a:lnTo>
                    <a:pt x="7665" y="7681"/>
                  </a:lnTo>
                  <a:lnTo>
                    <a:pt x="10338" y="7108"/>
                  </a:lnTo>
                  <a:lnTo>
                    <a:pt x="10551" y="7069"/>
                  </a:lnTo>
                  <a:lnTo>
                    <a:pt x="14167" y="6410"/>
                  </a:lnTo>
                  <a:lnTo>
                    <a:pt x="17681" y="6456"/>
                  </a:lnTo>
                  <a:lnTo>
                    <a:pt x="22860" y="6782"/>
                  </a:lnTo>
                  <a:lnTo>
                    <a:pt x="29268" y="7155"/>
                  </a:lnTo>
                  <a:lnTo>
                    <a:pt x="35081" y="7425"/>
                  </a:lnTo>
                  <a:lnTo>
                    <a:pt x="40100" y="7243"/>
                  </a:lnTo>
                  <a:lnTo>
                    <a:pt x="41924" y="7171"/>
                  </a:lnTo>
                  <a:lnTo>
                    <a:pt x="44747" y="7061"/>
                  </a:lnTo>
                  <a:lnTo>
                    <a:pt x="49626" y="7107"/>
                  </a:lnTo>
                  <a:lnTo>
                    <a:pt x="57944" y="7334"/>
                  </a:lnTo>
                  <a:lnTo>
                    <a:pt x="63195" y="7243"/>
                  </a:lnTo>
                  <a:lnTo>
                    <a:pt x="66959" y="6788"/>
                  </a:lnTo>
                  <a:lnTo>
                    <a:pt x="69003" y="6089"/>
                  </a:lnTo>
                  <a:lnTo>
                    <a:pt x="70792" y="5460"/>
                  </a:lnTo>
                  <a:lnTo>
                    <a:pt x="72581" y="4831"/>
                  </a:lnTo>
                  <a:lnTo>
                    <a:pt x="74233" y="4233"/>
                  </a:lnTo>
                  <a:lnTo>
                    <a:pt x="77051" y="3213"/>
                  </a:lnTo>
                  <a:lnTo>
                    <a:pt x="82644" y="1812"/>
                  </a:lnTo>
                  <a:lnTo>
                    <a:pt x="86282" y="8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2" name="pg61"/>
            <p:cNvSpPr/>
            <p:nvPr/>
          </p:nvSpPr>
          <p:spPr>
            <a:xfrm>
              <a:off x="5737583" y="3123896"/>
              <a:ext cx="120801" cy="220108"/>
            </a:xfrm>
            <a:custGeom>
              <a:avLst/>
              <a:pathLst>
                <a:path w="120801" h="220108">
                  <a:moveTo>
                    <a:pt x="117795" y="25706"/>
                  </a:moveTo>
                  <a:lnTo>
                    <a:pt x="118511" y="27450"/>
                  </a:lnTo>
                  <a:lnTo>
                    <a:pt x="118563" y="30765"/>
                  </a:lnTo>
                  <a:lnTo>
                    <a:pt x="118508" y="32850"/>
                  </a:lnTo>
                  <a:lnTo>
                    <a:pt x="115483" y="32857"/>
                  </a:lnTo>
                  <a:lnTo>
                    <a:pt x="114868" y="32908"/>
                  </a:lnTo>
                  <a:lnTo>
                    <a:pt x="114119" y="32969"/>
                  </a:lnTo>
                  <a:lnTo>
                    <a:pt x="111359" y="33141"/>
                  </a:lnTo>
                  <a:lnTo>
                    <a:pt x="109421" y="33136"/>
                  </a:lnTo>
                  <a:lnTo>
                    <a:pt x="106006" y="32478"/>
                  </a:lnTo>
                  <a:lnTo>
                    <a:pt x="106093" y="32861"/>
                  </a:lnTo>
                  <a:lnTo>
                    <a:pt x="106195" y="34025"/>
                  </a:lnTo>
                  <a:lnTo>
                    <a:pt x="106278" y="34984"/>
                  </a:lnTo>
                  <a:lnTo>
                    <a:pt x="106363" y="35741"/>
                  </a:lnTo>
                  <a:lnTo>
                    <a:pt x="107033" y="38704"/>
                  </a:lnTo>
                  <a:lnTo>
                    <a:pt x="107882" y="40914"/>
                  </a:lnTo>
                  <a:lnTo>
                    <a:pt x="107980" y="41214"/>
                  </a:lnTo>
                  <a:lnTo>
                    <a:pt x="108076" y="41504"/>
                  </a:lnTo>
                  <a:lnTo>
                    <a:pt x="108286" y="42143"/>
                  </a:lnTo>
                  <a:lnTo>
                    <a:pt x="108615" y="43192"/>
                  </a:lnTo>
                  <a:lnTo>
                    <a:pt x="108756" y="43641"/>
                  </a:lnTo>
                  <a:lnTo>
                    <a:pt x="108858" y="43968"/>
                  </a:lnTo>
                  <a:lnTo>
                    <a:pt x="109121" y="45073"/>
                  </a:lnTo>
                  <a:lnTo>
                    <a:pt x="109147" y="45690"/>
                  </a:lnTo>
                  <a:lnTo>
                    <a:pt x="108407" y="45810"/>
                  </a:lnTo>
                  <a:lnTo>
                    <a:pt x="107411" y="45928"/>
                  </a:lnTo>
                  <a:lnTo>
                    <a:pt x="106124" y="46059"/>
                  </a:lnTo>
                  <a:lnTo>
                    <a:pt x="105511" y="46087"/>
                  </a:lnTo>
                  <a:lnTo>
                    <a:pt x="105090" y="46081"/>
                  </a:lnTo>
                  <a:lnTo>
                    <a:pt x="104725" y="46007"/>
                  </a:lnTo>
                  <a:lnTo>
                    <a:pt x="104252" y="47601"/>
                  </a:lnTo>
                  <a:lnTo>
                    <a:pt x="106825" y="51988"/>
                  </a:lnTo>
                  <a:lnTo>
                    <a:pt x="106150" y="52771"/>
                  </a:lnTo>
                  <a:lnTo>
                    <a:pt x="105992" y="52954"/>
                  </a:lnTo>
                  <a:lnTo>
                    <a:pt x="105618" y="54336"/>
                  </a:lnTo>
                  <a:lnTo>
                    <a:pt x="105553" y="54577"/>
                  </a:lnTo>
                  <a:lnTo>
                    <a:pt x="105503" y="55478"/>
                  </a:lnTo>
                  <a:lnTo>
                    <a:pt x="105467" y="56111"/>
                  </a:lnTo>
                  <a:lnTo>
                    <a:pt x="105526" y="57487"/>
                  </a:lnTo>
                  <a:lnTo>
                    <a:pt x="105693" y="58799"/>
                  </a:lnTo>
                  <a:lnTo>
                    <a:pt x="106625" y="60087"/>
                  </a:lnTo>
                  <a:lnTo>
                    <a:pt x="107186" y="60864"/>
                  </a:lnTo>
                  <a:lnTo>
                    <a:pt x="118385" y="64137"/>
                  </a:lnTo>
                  <a:lnTo>
                    <a:pt x="120801" y="72502"/>
                  </a:lnTo>
                  <a:lnTo>
                    <a:pt x="118117" y="78585"/>
                  </a:lnTo>
                  <a:lnTo>
                    <a:pt x="113359" y="77640"/>
                  </a:lnTo>
                  <a:lnTo>
                    <a:pt x="111992" y="77368"/>
                  </a:lnTo>
                  <a:lnTo>
                    <a:pt x="108419" y="76658"/>
                  </a:lnTo>
                  <a:lnTo>
                    <a:pt x="107392" y="77926"/>
                  </a:lnTo>
                  <a:lnTo>
                    <a:pt x="106285" y="79477"/>
                  </a:lnTo>
                  <a:lnTo>
                    <a:pt x="105655" y="80360"/>
                  </a:lnTo>
                  <a:lnTo>
                    <a:pt x="104837" y="82197"/>
                  </a:lnTo>
                  <a:lnTo>
                    <a:pt x="104159" y="84557"/>
                  </a:lnTo>
                  <a:lnTo>
                    <a:pt x="102923" y="87435"/>
                  </a:lnTo>
                  <a:lnTo>
                    <a:pt x="102272" y="89007"/>
                  </a:lnTo>
                  <a:lnTo>
                    <a:pt x="101773" y="90211"/>
                  </a:lnTo>
                  <a:lnTo>
                    <a:pt x="100753" y="92311"/>
                  </a:lnTo>
                  <a:lnTo>
                    <a:pt x="99953" y="94864"/>
                  </a:lnTo>
                  <a:lnTo>
                    <a:pt x="99634" y="96210"/>
                  </a:lnTo>
                  <a:lnTo>
                    <a:pt x="98198" y="97483"/>
                  </a:lnTo>
                  <a:lnTo>
                    <a:pt x="96173" y="98447"/>
                  </a:lnTo>
                  <a:lnTo>
                    <a:pt x="94952" y="99259"/>
                  </a:lnTo>
                  <a:lnTo>
                    <a:pt x="94092" y="100674"/>
                  </a:lnTo>
                  <a:lnTo>
                    <a:pt x="93861" y="104641"/>
                  </a:lnTo>
                  <a:lnTo>
                    <a:pt x="94520" y="113908"/>
                  </a:lnTo>
                  <a:lnTo>
                    <a:pt x="94543" y="114229"/>
                  </a:lnTo>
                  <a:lnTo>
                    <a:pt x="94987" y="117168"/>
                  </a:lnTo>
                  <a:lnTo>
                    <a:pt x="96335" y="119523"/>
                  </a:lnTo>
                  <a:lnTo>
                    <a:pt x="97759" y="121995"/>
                  </a:lnTo>
                  <a:lnTo>
                    <a:pt x="98853" y="125145"/>
                  </a:lnTo>
                  <a:lnTo>
                    <a:pt x="99255" y="128014"/>
                  </a:lnTo>
                  <a:lnTo>
                    <a:pt x="99280" y="129898"/>
                  </a:lnTo>
                  <a:lnTo>
                    <a:pt x="99270" y="130781"/>
                  </a:lnTo>
                  <a:lnTo>
                    <a:pt x="98540" y="132516"/>
                  </a:lnTo>
                  <a:lnTo>
                    <a:pt x="98358" y="132722"/>
                  </a:lnTo>
                  <a:lnTo>
                    <a:pt x="98089" y="133025"/>
                  </a:lnTo>
                  <a:lnTo>
                    <a:pt x="97593" y="133582"/>
                  </a:lnTo>
                  <a:lnTo>
                    <a:pt x="96312" y="135092"/>
                  </a:lnTo>
                  <a:lnTo>
                    <a:pt x="95138" y="137021"/>
                  </a:lnTo>
                  <a:lnTo>
                    <a:pt x="94389" y="137920"/>
                  </a:lnTo>
                  <a:lnTo>
                    <a:pt x="93502" y="138983"/>
                  </a:lnTo>
                  <a:lnTo>
                    <a:pt x="92906" y="139580"/>
                  </a:lnTo>
                  <a:lnTo>
                    <a:pt x="92367" y="140120"/>
                  </a:lnTo>
                  <a:lnTo>
                    <a:pt x="91782" y="140573"/>
                  </a:lnTo>
                  <a:lnTo>
                    <a:pt x="91056" y="141134"/>
                  </a:lnTo>
                  <a:lnTo>
                    <a:pt x="90708" y="141403"/>
                  </a:lnTo>
                  <a:lnTo>
                    <a:pt x="89434" y="142363"/>
                  </a:lnTo>
                  <a:lnTo>
                    <a:pt x="88902" y="143458"/>
                  </a:lnTo>
                  <a:lnTo>
                    <a:pt x="88443" y="145439"/>
                  </a:lnTo>
                  <a:lnTo>
                    <a:pt x="88474" y="146517"/>
                  </a:lnTo>
                  <a:lnTo>
                    <a:pt x="88488" y="146992"/>
                  </a:lnTo>
                  <a:lnTo>
                    <a:pt x="89026" y="149244"/>
                  </a:lnTo>
                  <a:lnTo>
                    <a:pt x="89299" y="149923"/>
                  </a:lnTo>
                  <a:lnTo>
                    <a:pt x="89625" y="150731"/>
                  </a:lnTo>
                  <a:lnTo>
                    <a:pt x="90918" y="152214"/>
                  </a:lnTo>
                  <a:lnTo>
                    <a:pt x="92446" y="153560"/>
                  </a:lnTo>
                  <a:lnTo>
                    <a:pt x="95082" y="155252"/>
                  </a:lnTo>
                  <a:lnTo>
                    <a:pt x="97385" y="156330"/>
                  </a:lnTo>
                  <a:lnTo>
                    <a:pt x="97671" y="156465"/>
                  </a:lnTo>
                  <a:lnTo>
                    <a:pt x="101465" y="157812"/>
                  </a:lnTo>
                  <a:lnTo>
                    <a:pt x="102748" y="158402"/>
                  </a:lnTo>
                  <a:lnTo>
                    <a:pt x="103625" y="158805"/>
                  </a:lnTo>
                  <a:lnTo>
                    <a:pt x="103992" y="158974"/>
                  </a:lnTo>
                  <a:lnTo>
                    <a:pt x="107000" y="160110"/>
                  </a:lnTo>
                  <a:lnTo>
                    <a:pt x="108586" y="161454"/>
                  </a:lnTo>
                  <a:lnTo>
                    <a:pt x="110266" y="163289"/>
                  </a:lnTo>
                  <a:lnTo>
                    <a:pt x="110712" y="164111"/>
                  </a:lnTo>
                  <a:lnTo>
                    <a:pt x="111188" y="164986"/>
                  </a:lnTo>
                  <a:lnTo>
                    <a:pt x="111321" y="165660"/>
                  </a:lnTo>
                  <a:lnTo>
                    <a:pt x="111586" y="167007"/>
                  </a:lnTo>
                  <a:lnTo>
                    <a:pt x="111592" y="167519"/>
                  </a:lnTo>
                  <a:lnTo>
                    <a:pt x="111614" y="169275"/>
                  </a:lnTo>
                  <a:lnTo>
                    <a:pt x="111568" y="169972"/>
                  </a:lnTo>
                  <a:lnTo>
                    <a:pt x="107459" y="175670"/>
                  </a:lnTo>
                  <a:lnTo>
                    <a:pt x="106443" y="177079"/>
                  </a:lnTo>
                  <a:lnTo>
                    <a:pt x="89653" y="172044"/>
                  </a:lnTo>
                  <a:lnTo>
                    <a:pt x="86395" y="179842"/>
                  </a:lnTo>
                  <a:lnTo>
                    <a:pt x="86755" y="180365"/>
                  </a:lnTo>
                  <a:lnTo>
                    <a:pt x="87363" y="181251"/>
                  </a:lnTo>
                  <a:lnTo>
                    <a:pt x="99554" y="190408"/>
                  </a:lnTo>
                  <a:lnTo>
                    <a:pt x="101211" y="196304"/>
                  </a:lnTo>
                  <a:lnTo>
                    <a:pt x="101606" y="197708"/>
                  </a:lnTo>
                  <a:lnTo>
                    <a:pt x="102596" y="201232"/>
                  </a:lnTo>
                  <a:lnTo>
                    <a:pt x="98570" y="209373"/>
                  </a:lnTo>
                  <a:lnTo>
                    <a:pt x="100181" y="212773"/>
                  </a:lnTo>
                  <a:lnTo>
                    <a:pt x="99576" y="213765"/>
                  </a:lnTo>
                  <a:lnTo>
                    <a:pt x="99304" y="214210"/>
                  </a:lnTo>
                  <a:lnTo>
                    <a:pt x="95708" y="220108"/>
                  </a:lnTo>
                  <a:lnTo>
                    <a:pt x="87283" y="216798"/>
                  </a:lnTo>
                  <a:lnTo>
                    <a:pt x="83273" y="215223"/>
                  </a:lnTo>
                  <a:lnTo>
                    <a:pt x="80422" y="214103"/>
                  </a:lnTo>
                  <a:lnTo>
                    <a:pt x="63118" y="207305"/>
                  </a:lnTo>
                  <a:lnTo>
                    <a:pt x="57043" y="204918"/>
                  </a:lnTo>
                  <a:lnTo>
                    <a:pt x="50802" y="198533"/>
                  </a:lnTo>
                  <a:lnTo>
                    <a:pt x="51245" y="196299"/>
                  </a:lnTo>
                  <a:lnTo>
                    <a:pt x="51733" y="194699"/>
                  </a:lnTo>
                  <a:lnTo>
                    <a:pt x="52197" y="193176"/>
                  </a:lnTo>
                  <a:lnTo>
                    <a:pt x="52395" y="192380"/>
                  </a:lnTo>
                  <a:lnTo>
                    <a:pt x="52737" y="190493"/>
                  </a:lnTo>
                  <a:lnTo>
                    <a:pt x="52827" y="188429"/>
                  </a:lnTo>
                  <a:lnTo>
                    <a:pt x="53109" y="186697"/>
                  </a:lnTo>
                  <a:lnTo>
                    <a:pt x="53140" y="185234"/>
                  </a:lnTo>
                  <a:lnTo>
                    <a:pt x="56820" y="167553"/>
                  </a:lnTo>
                  <a:lnTo>
                    <a:pt x="55515" y="166340"/>
                  </a:lnTo>
                  <a:lnTo>
                    <a:pt x="54347" y="164882"/>
                  </a:lnTo>
                  <a:lnTo>
                    <a:pt x="53523" y="163883"/>
                  </a:lnTo>
                  <a:lnTo>
                    <a:pt x="52670" y="161893"/>
                  </a:lnTo>
                  <a:lnTo>
                    <a:pt x="51972" y="160441"/>
                  </a:lnTo>
                  <a:lnTo>
                    <a:pt x="52713" y="159450"/>
                  </a:lnTo>
                  <a:lnTo>
                    <a:pt x="53873" y="158363"/>
                  </a:lnTo>
                  <a:lnTo>
                    <a:pt x="54906" y="157171"/>
                  </a:lnTo>
                  <a:lnTo>
                    <a:pt x="55434" y="156375"/>
                  </a:lnTo>
                  <a:lnTo>
                    <a:pt x="55631" y="156079"/>
                  </a:lnTo>
                  <a:lnTo>
                    <a:pt x="56762" y="154224"/>
                  </a:lnTo>
                  <a:lnTo>
                    <a:pt x="57042" y="152677"/>
                  </a:lnTo>
                  <a:lnTo>
                    <a:pt x="57184" y="151895"/>
                  </a:lnTo>
                  <a:lnTo>
                    <a:pt x="57079" y="151717"/>
                  </a:lnTo>
                  <a:lnTo>
                    <a:pt x="56995" y="151575"/>
                  </a:lnTo>
                  <a:lnTo>
                    <a:pt x="56420" y="150599"/>
                  </a:lnTo>
                  <a:lnTo>
                    <a:pt x="55314" y="148500"/>
                  </a:lnTo>
                  <a:lnTo>
                    <a:pt x="53358" y="146675"/>
                  </a:lnTo>
                  <a:lnTo>
                    <a:pt x="51670" y="145358"/>
                  </a:lnTo>
                  <a:lnTo>
                    <a:pt x="50961" y="144970"/>
                  </a:lnTo>
                  <a:lnTo>
                    <a:pt x="49494" y="144168"/>
                  </a:lnTo>
                  <a:lnTo>
                    <a:pt x="46824" y="143114"/>
                  </a:lnTo>
                  <a:lnTo>
                    <a:pt x="42642" y="142906"/>
                  </a:lnTo>
                  <a:lnTo>
                    <a:pt x="40856" y="143175"/>
                  </a:lnTo>
                  <a:lnTo>
                    <a:pt x="38499" y="144028"/>
                  </a:lnTo>
                  <a:lnTo>
                    <a:pt x="36237" y="144960"/>
                  </a:lnTo>
                  <a:lnTo>
                    <a:pt x="35196" y="145834"/>
                  </a:lnTo>
                  <a:lnTo>
                    <a:pt x="34538" y="147240"/>
                  </a:lnTo>
                  <a:lnTo>
                    <a:pt x="33594" y="148127"/>
                  </a:lnTo>
                  <a:lnTo>
                    <a:pt x="32303" y="148477"/>
                  </a:lnTo>
                  <a:lnTo>
                    <a:pt x="32064" y="148542"/>
                  </a:lnTo>
                  <a:lnTo>
                    <a:pt x="30794" y="148231"/>
                  </a:lnTo>
                  <a:lnTo>
                    <a:pt x="29010" y="147794"/>
                  </a:lnTo>
                  <a:lnTo>
                    <a:pt x="25834" y="147035"/>
                  </a:lnTo>
                  <a:lnTo>
                    <a:pt x="21532" y="147033"/>
                  </a:lnTo>
                  <a:lnTo>
                    <a:pt x="17875" y="146649"/>
                  </a:lnTo>
                  <a:lnTo>
                    <a:pt x="15574" y="146649"/>
                  </a:lnTo>
                  <a:lnTo>
                    <a:pt x="14332" y="146989"/>
                  </a:lnTo>
                  <a:lnTo>
                    <a:pt x="12213" y="148207"/>
                  </a:lnTo>
                  <a:lnTo>
                    <a:pt x="9950" y="149520"/>
                  </a:lnTo>
                  <a:lnTo>
                    <a:pt x="6404" y="151398"/>
                  </a:lnTo>
                  <a:lnTo>
                    <a:pt x="5234" y="151828"/>
                  </a:lnTo>
                  <a:lnTo>
                    <a:pt x="4291" y="151697"/>
                  </a:lnTo>
                  <a:lnTo>
                    <a:pt x="3408" y="151465"/>
                  </a:lnTo>
                  <a:lnTo>
                    <a:pt x="2354" y="150595"/>
                  </a:lnTo>
                  <a:lnTo>
                    <a:pt x="1578" y="149503"/>
                  </a:lnTo>
                  <a:lnTo>
                    <a:pt x="1098" y="147856"/>
                  </a:lnTo>
                  <a:lnTo>
                    <a:pt x="925" y="146191"/>
                  </a:lnTo>
                  <a:lnTo>
                    <a:pt x="603" y="143937"/>
                  </a:lnTo>
                  <a:lnTo>
                    <a:pt x="183" y="142538"/>
                  </a:lnTo>
                  <a:lnTo>
                    <a:pt x="0" y="140370"/>
                  </a:lnTo>
                  <a:lnTo>
                    <a:pt x="431" y="137685"/>
                  </a:lnTo>
                  <a:lnTo>
                    <a:pt x="986" y="135388"/>
                  </a:lnTo>
                  <a:lnTo>
                    <a:pt x="2345" y="133101"/>
                  </a:lnTo>
                  <a:lnTo>
                    <a:pt x="3823" y="129872"/>
                  </a:lnTo>
                  <a:lnTo>
                    <a:pt x="5843" y="126340"/>
                  </a:lnTo>
                  <a:lnTo>
                    <a:pt x="6409" y="125488"/>
                  </a:lnTo>
                  <a:lnTo>
                    <a:pt x="19570" y="120467"/>
                  </a:lnTo>
                  <a:lnTo>
                    <a:pt x="24619" y="109568"/>
                  </a:lnTo>
                  <a:lnTo>
                    <a:pt x="24891" y="109184"/>
                  </a:lnTo>
                  <a:lnTo>
                    <a:pt x="25462" y="108379"/>
                  </a:lnTo>
                  <a:lnTo>
                    <a:pt x="25593" y="108194"/>
                  </a:lnTo>
                  <a:lnTo>
                    <a:pt x="26760" y="107278"/>
                  </a:lnTo>
                  <a:lnTo>
                    <a:pt x="26970" y="107183"/>
                  </a:lnTo>
                  <a:lnTo>
                    <a:pt x="27413" y="106985"/>
                  </a:lnTo>
                  <a:lnTo>
                    <a:pt x="27544" y="106926"/>
                  </a:lnTo>
                  <a:lnTo>
                    <a:pt x="27887" y="106772"/>
                  </a:lnTo>
                  <a:lnTo>
                    <a:pt x="28771" y="106537"/>
                  </a:lnTo>
                  <a:lnTo>
                    <a:pt x="30089" y="106584"/>
                  </a:lnTo>
                  <a:lnTo>
                    <a:pt x="30263" y="106613"/>
                  </a:lnTo>
                  <a:lnTo>
                    <a:pt x="30371" y="106253"/>
                  </a:lnTo>
                  <a:lnTo>
                    <a:pt x="30436" y="106036"/>
                  </a:lnTo>
                  <a:lnTo>
                    <a:pt x="30727" y="105061"/>
                  </a:lnTo>
                  <a:lnTo>
                    <a:pt x="31243" y="105349"/>
                  </a:lnTo>
                  <a:lnTo>
                    <a:pt x="31463" y="105373"/>
                  </a:lnTo>
                  <a:lnTo>
                    <a:pt x="32097" y="105442"/>
                  </a:lnTo>
                  <a:lnTo>
                    <a:pt x="32536" y="105490"/>
                  </a:lnTo>
                  <a:lnTo>
                    <a:pt x="32817" y="105532"/>
                  </a:lnTo>
                  <a:lnTo>
                    <a:pt x="33005" y="105602"/>
                  </a:lnTo>
                  <a:lnTo>
                    <a:pt x="33229" y="105741"/>
                  </a:lnTo>
                  <a:lnTo>
                    <a:pt x="33272" y="105571"/>
                  </a:lnTo>
                  <a:lnTo>
                    <a:pt x="33432" y="104944"/>
                  </a:lnTo>
                  <a:lnTo>
                    <a:pt x="33683" y="99833"/>
                  </a:lnTo>
                  <a:lnTo>
                    <a:pt x="33818" y="97063"/>
                  </a:lnTo>
                  <a:lnTo>
                    <a:pt x="33835" y="96731"/>
                  </a:lnTo>
                  <a:lnTo>
                    <a:pt x="33835" y="96557"/>
                  </a:lnTo>
                  <a:lnTo>
                    <a:pt x="33837" y="96149"/>
                  </a:lnTo>
                  <a:lnTo>
                    <a:pt x="33839" y="95662"/>
                  </a:lnTo>
                  <a:lnTo>
                    <a:pt x="39448" y="95248"/>
                  </a:lnTo>
                  <a:lnTo>
                    <a:pt x="45799" y="94779"/>
                  </a:lnTo>
                  <a:lnTo>
                    <a:pt x="45753" y="93930"/>
                  </a:lnTo>
                  <a:lnTo>
                    <a:pt x="45766" y="92269"/>
                  </a:lnTo>
                  <a:lnTo>
                    <a:pt x="45773" y="91287"/>
                  </a:lnTo>
                  <a:lnTo>
                    <a:pt x="45801" y="87829"/>
                  </a:lnTo>
                  <a:lnTo>
                    <a:pt x="45809" y="86691"/>
                  </a:lnTo>
                  <a:lnTo>
                    <a:pt x="45845" y="82177"/>
                  </a:lnTo>
                  <a:lnTo>
                    <a:pt x="45847" y="81899"/>
                  </a:lnTo>
                  <a:lnTo>
                    <a:pt x="45784" y="74383"/>
                  </a:lnTo>
                  <a:lnTo>
                    <a:pt x="45769" y="73763"/>
                  </a:lnTo>
                  <a:lnTo>
                    <a:pt x="45707" y="71371"/>
                  </a:lnTo>
                  <a:lnTo>
                    <a:pt x="45680" y="70313"/>
                  </a:lnTo>
                  <a:lnTo>
                    <a:pt x="45641" y="68800"/>
                  </a:lnTo>
                  <a:lnTo>
                    <a:pt x="45611" y="68139"/>
                  </a:lnTo>
                  <a:lnTo>
                    <a:pt x="45489" y="65499"/>
                  </a:lnTo>
                  <a:lnTo>
                    <a:pt x="45468" y="65055"/>
                  </a:lnTo>
                  <a:lnTo>
                    <a:pt x="45403" y="59714"/>
                  </a:lnTo>
                  <a:lnTo>
                    <a:pt x="45363" y="56394"/>
                  </a:lnTo>
                  <a:lnTo>
                    <a:pt x="45328" y="53542"/>
                  </a:lnTo>
                  <a:lnTo>
                    <a:pt x="45323" y="53072"/>
                  </a:lnTo>
                  <a:lnTo>
                    <a:pt x="45311" y="51061"/>
                  </a:lnTo>
                  <a:lnTo>
                    <a:pt x="45292" y="47762"/>
                  </a:lnTo>
                  <a:lnTo>
                    <a:pt x="45276" y="45094"/>
                  </a:lnTo>
                  <a:lnTo>
                    <a:pt x="45262" y="42605"/>
                  </a:lnTo>
                  <a:lnTo>
                    <a:pt x="45231" y="37342"/>
                  </a:lnTo>
                  <a:lnTo>
                    <a:pt x="45196" y="36663"/>
                  </a:lnTo>
                  <a:lnTo>
                    <a:pt x="45160" y="35946"/>
                  </a:lnTo>
                  <a:lnTo>
                    <a:pt x="45066" y="27222"/>
                  </a:lnTo>
                  <a:lnTo>
                    <a:pt x="45019" y="26285"/>
                  </a:lnTo>
                  <a:lnTo>
                    <a:pt x="46165" y="26279"/>
                  </a:lnTo>
                  <a:lnTo>
                    <a:pt x="52446" y="26568"/>
                  </a:lnTo>
                  <a:lnTo>
                    <a:pt x="61284" y="26974"/>
                  </a:lnTo>
                  <a:lnTo>
                    <a:pt x="62490" y="27058"/>
                  </a:lnTo>
                  <a:lnTo>
                    <a:pt x="62987" y="27092"/>
                  </a:lnTo>
                  <a:lnTo>
                    <a:pt x="63146" y="27103"/>
                  </a:lnTo>
                  <a:lnTo>
                    <a:pt x="67868" y="27132"/>
                  </a:lnTo>
                  <a:lnTo>
                    <a:pt x="68339" y="27137"/>
                  </a:lnTo>
                  <a:lnTo>
                    <a:pt x="68995" y="27145"/>
                  </a:lnTo>
                  <a:lnTo>
                    <a:pt x="74166" y="27084"/>
                  </a:lnTo>
                  <a:lnTo>
                    <a:pt x="75005" y="27074"/>
                  </a:lnTo>
                  <a:lnTo>
                    <a:pt x="76060" y="27061"/>
                  </a:lnTo>
                  <a:lnTo>
                    <a:pt x="78308" y="26938"/>
                  </a:lnTo>
                  <a:lnTo>
                    <a:pt x="78691" y="26917"/>
                  </a:lnTo>
                  <a:lnTo>
                    <a:pt x="79579" y="26868"/>
                  </a:lnTo>
                  <a:lnTo>
                    <a:pt x="79631" y="25115"/>
                  </a:lnTo>
                  <a:lnTo>
                    <a:pt x="79665" y="23968"/>
                  </a:lnTo>
                  <a:lnTo>
                    <a:pt x="79684" y="21776"/>
                  </a:lnTo>
                  <a:lnTo>
                    <a:pt x="79686" y="21481"/>
                  </a:lnTo>
                  <a:lnTo>
                    <a:pt x="79709" y="18773"/>
                  </a:lnTo>
                  <a:lnTo>
                    <a:pt x="79725" y="16865"/>
                  </a:lnTo>
                  <a:lnTo>
                    <a:pt x="79738" y="15271"/>
                  </a:lnTo>
                  <a:lnTo>
                    <a:pt x="79740" y="15006"/>
                  </a:lnTo>
                  <a:lnTo>
                    <a:pt x="79755" y="13263"/>
                  </a:lnTo>
                  <a:lnTo>
                    <a:pt x="79761" y="12695"/>
                  </a:lnTo>
                  <a:lnTo>
                    <a:pt x="79765" y="12314"/>
                  </a:lnTo>
                  <a:lnTo>
                    <a:pt x="79779" y="11020"/>
                  </a:lnTo>
                  <a:lnTo>
                    <a:pt x="79784" y="10534"/>
                  </a:lnTo>
                  <a:lnTo>
                    <a:pt x="79840" y="5208"/>
                  </a:lnTo>
                  <a:lnTo>
                    <a:pt x="79791" y="4771"/>
                  </a:lnTo>
                  <a:lnTo>
                    <a:pt x="80130" y="4709"/>
                  </a:lnTo>
                  <a:lnTo>
                    <a:pt x="81162" y="4521"/>
                  </a:lnTo>
                  <a:lnTo>
                    <a:pt x="81815" y="4403"/>
                  </a:lnTo>
                  <a:lnTo>
                    <a:pt x="82117" y="4348"/>
                  </a:lnTo>
                  <a:lnTo>
                    <a:pt x="83408" y="4114"/>
                  </a:lnTo>
                  <a:lnTo>
                    <a:pt x="85381" y="3756"/>
                  </a:lnTo>
                  <a:lnTo>
                    <a:pt x="85791" y="3681"/>
                  </a:lnTo>
                  <a:lnTo>
                    <a:pt x="86168" y="3613"/>
                  </a:lnTo>
                  <a:lnTo>
                    <a:pt x="86502" y="3559"/>
                  </a:lnTo>
                  <a:lnTo>
                    <a:pt x="90283" y="2957"/>
                  </a:lnTo>
                  <a:lnTo>
                    <a:pt x="96331" y="1727"/>
                  </a:lnTo>
                  <a:lnTo>
                    <a:pt x="97618" y="1466"/>
                  </a:lnTo>
                  <a:lnTo>
                    <a:pt x="103045" y="273"/>
                  </a:lnTo>
                  <a:lnTo>
                    <a:pt x="104612" y="0"/>
                  </a:lnTo>
                  <a:lnTo>
                    <a:pt x="105786" y="2559"/>
                  </a:lnTo>
                  <a:lnTo>
                    <a:pt x="106923" y="4529"/>
                  </a:lnTo>
                  <a:lnTo>
                    <a:pt x="107663" y="6008"/>
                  </a:lnTo>
                  <a:lnTo>
                    <a:pt x="109548" y="9649"/>
                  </a:lnTo>
                  <a:lnTo>
                    <a:pt x="110375" y="11313"/>
                  </a:lnTo>
                  <a:lnTo>
                    <a:pt x="111033" y="12552"/>
                  </a:lnTo>
                  <a:lnTo>
                    <a:pt x="111492" y="13405"/>
                  </a:lnTo>
                  <a:lnTo>
                    <a:pt x="111615" y="13634"/>
                  </a:lnTo>
                  <a:lnTo>
                    <a:pt x="112278" y="14849"/>
                  </a:lnTo>
                  <a:lnTo>
                    <a:pt x="113179" y="16534"/>
                  </a:lnTo>
                  <a:lnTo>
                    <a:pt x="114218" y="18653"/>
                  </a:lnTo>
                  <a:lnTo>
                    <a:pt x="114616" y="19463"/>
                  </a:lnTo>
                  <a:lnTo>
                    <a:pt x="115556" y="21222"/>
                  </a:lnTo>
                  <a:lnTo>
                    <a:pt x="115640" y="21392"/>
                  </a:lnTo>
                  <a:lnTo>
                    <a:pt x="115902" y="21929"/>
                  </a:lnTo>
                  <a:lnTo>
                    <a:pt x="116821" y="2381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3" name="pg62"/>
            <p:cNvSpPr/>
            <p:nvPr/>
          </p:nvSpPr>
          <p:spPr>
            <a:xfrm>
              <a:off x="5823981" y="3061345"/>
              <a:ext cx="133900" cy="125479"/>
            </a:xfrm>
            <a:custGeom>
              <a:avLst/>
              <a:pathLst>
                <a:path w="133900" h="125479">
                  <a:moveTo>
                    <a:pt x="92424" y="0"/>
                  </a:moveTo>
                  <a:lnTo>
                    <a:pt x="103593" y="13224"/>
                  </a:lnTo>
                  <a:lnTo>
                    <a:pt x="105215" y="11979"/>
                  </a:lnTo>
                  <a:lnTo>
                    <a:pt x="111264" y="6974"/>
                  </a:lnTo>
                  <a:lnTo>
                    <a:pt x="116736" y="2305"/>
                  </a:lnTo>
                  <a:lnTo>
                    <a:pt x="118309" y="4062"/>
                  </a:lnTo>
                  <a:lnTo>
                    <a:pt x="122110" y="8308"/>
                  </a:lnTo>
                  <a:lnTo>
                    <a:pt x="123156" y="9476"/>
                  </a:lnTo>
                  <a:lnTo>
                    <a:pt x="125033" y="11334"/>
                  </a:lnTo>
                  <a:lnTo>
                    <a:pt x="125313" y="11612"/>
                  </a:lnTo>
                  <a:lnTo>
                    <a:pt x="126108" y="13202"/>
                  </a:lnTo>
                  <a:lnTo>
                    <a:pt x="126260" y="13658"/>
                  </a:lnTo>
                  <a:lnTo>
                    <a:pt x="127133" y="16281"/>
                  </a:lnTo>
                  <a:lnTo>
                    <a:pt x="124773" y="18439"/>
                  </a:lnTo>
                  <a:lnTo>
                    <a:pt x="123199" y="20362"/>
                  </a:lnTo>
                  <a:lnTo>
                    <a:pt x="122225" y="22316"/>
                  </a:lnTo>
                  <a:lnTo>
                    <a:pt x="122165" y="22717"/>
                  </a:lnTo>
                  <a:lnTo>
                    <a:pt x="122037" y="23568"/>
                  </a:lnTo>
                  <a:lnTo>
                    <a:pt x="121967" y="24029"/>
                  </a:lnTo>
                  <a:lnTo>
                    <a:pt x="121875" y="24637"/>
                  </a:lnTo>
                  <a:lnTo>
                    <a:pt x="122200" y="27837"/>
                  </a:lnTo>
                  <a:lnTo>
                    <a:pt x="123249" y="31233"/>
                  </a:lnTo>
                  <a:lnTo>
                    <a:pt x="123552" y="32410"/>
                  </a:lnTo>
                  <a:lnTo>
                    <a:pt x="123695" y="32962"/>
                  </a:lnTo>
                  <a:lnTo>
                    <a:pt x="124955" y="32410"/>
                  </a:lnTo>
                  <a:lnTo>
                    <a:pt x="125136" y="32331"/>
                  </a:lnTo>
                  <a:lnTo>
                    <a:pt x="125595" y="32129"/>
                  </a:lnTo>
                  <a:lnTo>
                    <a:pt x="126457" y="31752"/>
                  </a:lnTo>
                  <a:lnTo>
                    <a:pt x="126656" y="32410"/>
                  </a:lnTo>
                  <a:lnTo>
                    <a:pt x="128261" y="37726"/>
                  </a:lnTo>
                  <a:lnTo>
                    <a:pt x="128960" y="39941"/>
                  </a:lnTo>
                  <a:lnTo>
                    <a:pt x="130650" y="45292"/>
                  </a:lnTo>
                  <a:lnTo>
                    <a:pt x="131064" y="46602"/>
                  </a:lnTo>
                  <a:lnTo>
                    <a:pt x="131444" y="47804"/>
                  </a:lnTo>
                  <a:lnTo>
                    <a:pt x="131716" y="48639"/>
                  </a:lnTo>
                  <a:lnTo>
                    <a:pt x="131989" y="49474"/>
                  </a:lnTo>
                  <a:lnTo>
                    <a:pt x="132986" y="52523"/>
                  </a:lnTo>
                  <a:lnTo>
                    <a:pt x="133592" y="54378"/>
                  </a:lnTo>
                  <a:lnTo>
                    <a:pt x="133900" y="55320"/>
                  </a:lnTo>
                  <a:lnTo>
                    <a:pt x="128357" y="57233"/>
                  </a:lnTo>
                  <a:lnTo>
                    <a:pt x="131115" y="63836"/>
                  </a:lnTo>
                  <a:lnTo>
                    <a:pt x="130447" y="64064"/>
                  </a:lnTo>
                  <a:lnTo>
                    <a:pt x="129181" y="64497"/>
                  </a:lnTo>
                  <a:lnTo>
                    <a:pt x="126165" y="65748"/>
                  </a:lnTo>
                  <a:lnTo>
                    <a:pt x="125289" y="66112"/>
                  </a:lnTo>
                  <a:lnTo>
                    <a:pt x="123936" y="66594"/>
                  </a:lnTo>
                  <a:lnTo>
                    <a:pt x="122600" y="67071"/>
                  </a:lnTo>
                  <a:lnTo>
                    <a:pt x="121263" y="67548"/>
                  </a:lnTo>
                  <a:lnTo>
                    <a:pt x="119640" y="68178"/>
                  </a:lnTo>
                  <a:lnTo>
                    <a:pt x="118375" y="68808"/>
                  </a:lnTo>
                  <a:lnTo>
                    <a:pt x="117157" y="70373"/>
                  </a:lnTo>
                  <a:lnTo>
                    <a:pt x="116884" y="71126"/>
                  </a:lnTo>
                  <a:lnTo>
                    <a:pt x="116489" y="72217"/>
                  </a:lnTo>
                  <a:lnTo>
                    <a:pt x="116465" y="73992"/>
                  </a:lnTo>
                  <a:lnTo>
                    <a:pt x="116943" y="76420"/>
                  </a:lnTo>
                  <a:lnTo>
                    <a:pt x="117681" y="78169"/>
                  </a:lnTo>
                  <a:lnTo>
                    <a:pt x="118518" y="80153"/>
                  </a:lnTo>
                  <a:lnTo>
                    <a:pt x="121620" y="84516"/>
                  </a:lnTo>
                  <a:lnTo>
                    <a:pt x="122270" y="85206"/>
                  </a:lnTo>
                  <a:lnTo>
                    <a:pt x="125044" y="88144"/>
                  </a:lnTo>
                  <a:lnTo>
                    <a:pt x="127415" y="90095"/>
                  </a:lnTo>
                  <a:lnTo>
                    <a:pt x="124712" y="90704"/>
                  </a:lnTo>
                  <a:lnTo>
                    <a:pt x="121441" y="91058"/>
                  </a:lnTo>
                  <a:lnTo>
                    <a:pt x="117475" y="91344"/>
                  </a:lnTo>
                  <a:lnTo>
                    <a:pt x="114325" y="91377"/>
                  </a:lnTo>
                  <a:lnTo>
                    <a:pt x="111464" y="91407"/>
                  </a:lnTo>
                  <a:lnTo>
                    <a:pt x="104763" y="91518"/>
                  </a:lnTo>
                  <a:lnTo>
                    <a:pt x="92058" y="91551"/>
                  </a:lnTo>
                  <a:lnTo>
                    <a:pt x="91943" y="91379"/>
                  </a:lnTo>
                  <a:lnTo>
                    <a:pt x="87594" y="84866"/>
                  </a:lnTo>
                  <a:lnTo>
                    <a:pt x="87234" y="84327"/>
                  </a:lnTo>
                  <a:lnTo>
                    <a:pt x="85146" y="81201"/>
                  </a:lnTo>
                  <a:lnTo>
                    <a:pt x="84092" y="79623"/>
                  </a:lnTo>
                  <a:lnTo>
                    <a:pt x="83835" y="79239"/>
                  </a:lnTo>
                  <a:lnTo>
                    <a:pt x="83681" y="79086"/>
                  </a:lnTo>
                  <a:lnTo>
                    <a:pt x="82647" y="79818"/>
                  </a:lnTo>
                  <a:lnTo>
                    <a:pt x="81923" y="80439"/>
                  </a:lnTo>
                  <a:lnTo>
                    <a:pt x="81374" y="80848"/>
                  </a:lnTo>
                  <a:lnTo>
                    <a:pt x="81200" y="80981"/>
                  </a:lnTo>
                  <a:lnTo>
                    <a:pt x="81027" y="81115"/>
                  </a:lnTo>
                  <a:lnTo>
                    <a:pt x="80080" y="81859"/>
                  </a:lnTo>
                  <a:lnTo>
                    <a:pt x="79822" y="82063"/>
                  </a:lnTo>
                  <a:lnTo>
                    <a:pt x="79563" y="82275"/>
                  </a:lnTo>
                  <a:lnTo>
                    <a:pt x="78615" y="83058"/>
                  </a:lnTo>
                  <a:lnTo>
                    <a:pt x="78484" y="83163"/>
                  </a:lnTo>
                  <a:lnTo>
                    <a:pt x="78354" y="83264"/>
                  </a:lnTo>
                  <a:lnTo>
                    <a:pt x="78180" y="83396"/>
                  </a:lnTo>
                  <a:lnTo>
                    <a:pt x="77698" y="83755"/>
                  </a:lnTo>
                  <a:lnTo>
                    <a:pt x="77522" y="83885"/>
                  </a:lnTo>
                  <a:lnTo>
                    <a:pt x="77390" y="83982"/>
                  </a:lnTo>
                  <a:lnTo>
                    <a:pt x="77165" y="84140"/>
                  </a:lnTo>
                  <a:lnTo>
                    <a:pt x="76393" y="84674"/>
                  </a:lnTo>
                  <a:lnTo>
                    <a:pt x="75933" y="85012"/>
                  </a:lnTo>
                  <a:lnTo>
                    <a:pt x="75025" y="85803"/>
                  </a:lnTo>
                  <a:lnTo>
                    <a:pt x="74926" y="85931"/>
                  </a:lnTo>
                  <a:lnTo>
                    <a:pt x="74619" y="86379"/>
                  </a:lnTo>
                  <a:lnTo>
                    <a:pt x="74537" y="86524"/>
                  </a:lnTo>
                  <a:lnTo>
                    <a:pt x="74080" y="87347"/>
                  </a:lnTo>
                  <a:lnTo>
                    <a:pt x="73850" y="87790"/>
                  </a:lnTo>
                  <a:lnTo>
                    <a:pt x="73782" y="87944"/>
                  </a:lnTo>
                  <a:lnTo>
                    <a:pt x="73693" y="88149"/>
                  </a:lnTo>
                  <a:lnTo>
                    <a:pt x="73466" y="88679"/>
                  </a:lnTo>
                  <a:lnTo>
                    <a:pt x="73367" y="88922"/>
                  </a:lnTo>
                  <a:lnTo>
                    <a:pt x="73309" y="89077"/>
                  </a:lnTo>
                  <a:lnTo>
                    <a:pt x="72990" y="89959"/>
                  </a:lnTo>
                  <a:lnTo>
                    <a:pt x="72851" y="90321"/>
                  </a:lnTo>
                  <a:lnTo>
                    <a:pt x="72786" y="90476"/>
                  </a:lnTo>
                  <a:lnTo>
                    <a:pt x="72568" y="90985"/>
                  </a:lnTo>
                  <a:lnTo>
                    <a:pt x="72455" y="91248"/>
                  </a:lnTo>
                  <a:lnTo>
                    <a:pt x="72231" y="91820"/>
                  </a:lnTo>
                  <a:lnTo>
                    <a:pt x="72113" y="92163"/>
                  </a:lnTo>
                  <a:lnTo>
                    <a:pt x="71630" y="93097"/>
                  </a:lnTo>
                  <a:lnTo>
                    <a:pt x="71661" y="94207"/>
                  </a:lnTo>
                  <a:lnTo>
                    <a:pt x="64984" y="94974"/>
                  </a:lnTo>
                  <a:lnTo>
                    <a:pt x="58304" y="95183"/>
                  </a:lnTo>
                  <a:lnTo>
                    <a:pt x="54520" y="95178"/>
                  </a:lnTo>
                  <a:lnTo>
                    <a:pt x="54512" y="95503"/>
                  </a:lnTo>
                  <a:lnTo>
                    <a:pt x="54495" y="96187"/>
                  </a:lnTo>
                  <a:lnTo>
                    <a:pt x="54488" y="96463"/>
                  </a:lnTo>
                  <a:lnTo>
                    <a:pt x="54466" y="97348"/>
                  </a:lnTo>
                  <a:lnTo>
                    <a:pt x="54389" y="100432"/>
                  </a:lnTo>
                  <a:lnTo>
                    <a:pt x="54410" y="101298"/>
                  </a:lnTo>
                  <a:lnTo>
                    <a:pt x="54431" y="102152"/>
                  </a:lnTo>
                  <a:lnTo>
                    <a:pt x="54285" y="107573"/>
                  </a:lnTo>
                  <a:lnTo>
                    <a:pt x="54234" y="111459"/>
                  </a:lnTo>
                  <a:lnTo>
                    <a:pt x="54045" y="114075"/>
                  </a:lnTo>
                  <a:lnTo>
                    <a:pt x="54012" y="114530"/>
                  </a:lnTo>
                  <a:lnTo>
                    <a:pt x="52615" y="115039"/>
                  </a:lnTo>
                  <a:lnTo>
                    <a:pt x="50895" y="115628"/>
                  </a:lnTo>
                  <a:lnTo>
                    <a:pt x="49296" y="115952"/>
                  </a:lnTo>
                  <a:lnTo>
                    <a:pt x="48598" y="115914"/>
                  </a:lnTo>
                  <a:lnTo>
                    <a:pt x="47552" y="115647"/>
                  </a:lnTo>
                  <a:lnTo>
                    <a:pt x="46817" y="115402"/>
                  </a:lnTo>
                  <a:lnTo>
                    <a:pt x="45699" y="115030"/>
                  </a:lnTo>
                  <a:lnTo>
                    <a:pt x="45789" y="116009"/>
                  </a:lnTo>
                  <a:lnTo>
                    <a:pt x="45820" y="116347"/>
                  </a:lnTo>
                  <a:lnTo>
                    <a:pt x="44950" y="120223"/>
                  </a:lnTo>
                  <a:lnTo>
                    <a:pt x="44735" y="120739"/>
                  </a:lnTo>
                  <a:lnTo>
                    <a:pt x="43420" y="123225"/>
                  </a:lnTo>
                  <a:lnTo>
                    <a:pt x="43342" y="123373"/>
                  </a:lnTo>
                  <a:lnTo>
                    <a:pt x="43032" y="123957"/>
                  </a:lnTo>
                  <a:lnTo>
                    <a:pt x="42506" y="124946"/>
                  </a:lnTo>
                  <a:lnTo>
                    <a:pt x="42311" y="125181"/>
                  </a:lnTo>
                  <a:lnTo>
                    <a:pt x="42063" y="125479"/>
                  </a:lnTo>
                  <a:lnTo>
                    <a:pt x="41957" y="125340"/>
                  </a:lnTo>
                  <a:lnTo>
                    <a:pt x="40836" y="123868"/>
                  </a:lnTo>
                  <a:lnTo>
                    <a:pt x="39170" y="120712"/>
                  </a:lnTo>
                  <a:lnTo>
                    <a:pt x="37411" y="119205"/>
                  </a:lnTo>
                  <a:lnTo>
                    <a:pt x="36569" y="117846"/>
                  </a:lnTo>
                  <a:lnTo>
                    <a:pt x="35239" y="116663"/>
                  </a:lnTo>
                  <a:lnTo>
                    <a:pt x="33140" y="115454"/>
                  </a:lnTo>
                  <a:lnTo>
                    <a:pt x="31310" y="114913"/>
                  </a:lnTo>
                  <a:lnTo>
                    <a:pt x="28580" y="114551"/>
                  </a:lnTo>
                  <a:lnTo>
                    <a:pt x="25670" y="114260"/>
                  </a:lnTo>
                  <a:lnTo>
                    <a:pt x="23464" y="114508"/>
                  </a:lnTo>
                  <a:lnTo>
                    <a:pt x="21567" y="114452"/>
                  </a:lnTo>
                  <a:lnTo>
                    <a:pt x="20427" y="114538"/>
                  </a:lnTo>
                  <a:lnTo>
                    <a:pt x="17854" y="110152"/>
                  </a:lnTo>
                  <a:lnTo>
                    <a:pt x="18327" y="108557"/>
                  </a:lnTo>
                  <a:lnTo>
                    <a:pt x="18692" y="108631"/>
                  </a:lnTo>
                  <a:lnTo>
                    <a:pt x="19112" y="108637"/>
                  </a:lnTo>
                  <a:lnTo>
                    <a:pt x="19725" y="108609"/>
                  </a:lnTo>
                  <a:lnTo>
                    <a:pt x="21013" y="108478"/>
                  </a:lnTo>
                  <a:lnTo>
                    <a:pt x="22009" y="108360"/>
                  </a:lnTo>
                  <a:lnTo>
                    <a:pt x="22864" y="108221"/>
                  </a:lnTo>
                  <a:lnTo>
                    <a:pt x="22722" y="107624"/>
                  </a:lnTo>
                  <a:lnTo>
                    <a:pt x="22460" y="106518"/>
                  </a:lnTo>
                  <a:lnTo>
                    <a:pt x="22357" y="106191"/>
                  </a:lnTo>
                  <a:lnTo>
                    <a:pt x="22216" y="105742"/>
                  </a:lnTo>
                  <a:lnTo>
                    <a:pt x="21887" y="104693"/>
                  </a:lnTo>
                  <a:lnTo>
                    <a:pt x="21677" y="104055"/>
                  </a:lnTo>
                  <a:lnTo>
                    <a:pt x="21582" y="103764"/>
                  </a:lnTo>
                  <a:lnTo>
                    <a:pt x="21483" y="103465"/>
                  </a:lnTo>
                  <a:lnTo>
                    <a:pt x="20635" y="101255"/>
                  </a:lnTo>
                  <a:lnTo>
                    <a:pt x="19965" y="98291"/>
                  </a:lnTo>
                  <a:lnTo>
                    <a:pt x="19880" y="97534"/>
                  </a:lnTo>
                  <a:lnTo>
                    <a:pt x="19796" y="96576"/>
                  </a:lnTo>
                  <a:lnTo>
                    <a:pt x="19695" y="95412"/>
                  </a:lnTo>
                  <a:lnTo>
                    <a:pt x="19608" y="95028"/>
                  </a:lnTo>
                  <a:lnTo>
                    <a:pt x="23023" y="95686"/>
                  </a:lnTo>
                  <a:lnTo>
                    <a:pt x="24961" y="95691"/>
                  </a:lnTo>
                  <a:lnTo>
                    <a:pt x="27720" y="95519"/>
                  </a:lnTo>
                  <a:lnTo>
                    <a:pt x="28470" y="95458"/>
                  </a:lnTo>
                  <a:lnTo>
                    <a:pt x="29085" y="95408"/>
                  </a:lnTo>
                  <a:lnTo>
                    <a:pt x="32110" y="95400"/>
                  </a:lnTo>
                  <a:lnTo>
                    <a:pt x="32165" y="93315"/>
                  </a:lnTo>
                  <a:lnTo>
                    <a:pt x="32113" y="90000"/>
                  </a:lnTo>
                  <a:lnTo>
                    <a:pt x="31397" y="88256"/>
                  </a:lnTo>
                  <a:lnTo>
                    <a:pt x="30423" y="86361"/>
                  </a:lnTo>
                  <a:lnTo>
                    <a:pt x="29503" y="84479"/>
                  </a:lnTo>
                  <a:lnTo>
                    <a:pt x="29241" y="83943"/>
                  </a:lnTo>
                  <a:lnTo>
                    <a:pt x="29158" y="83772"/>
                  </a:lnTo>
                  <a:lnTo>
                    <a:pt x="28218" y="82013"/>
                  </a:lnTo>
                  <a:lnTo>
                    <a:pt x="27820" y="81203"/>
                  </a:lnTo>
                  <a:lnTo>
                    <a:pt x="26781" y="79084"/>
                  </a:lnTo>
                  <a:lnTo>
                    <a:pt x="25880" y="77399"/>
                  </a:lnTo>
                  <a:lnTo>
                    <a:pt x="25216" y="76185"/>
                  </a:lnTo>
                  <a:lnTo>
                    <a:pt x="25094" y="75956"/>
                  </a:lnTo>
                  <a:lnTo>
                    <a:pt x="24635" y="75102"/>
                  </a:lnTo>
                  <a:lnTo>
                    <a:pt x="23977" y="73864"/>
                  </a:lnTo>
                  <a:lnTo>
                    <a:pt x="23150" y="72199"/>
                  </a:lnTo>
                  <a:lnTo>
                    <a:pt x="21264" y="68558"/>
                  </a:lnTo>
                  <a:lnTo>
                    <a:pt x="20525" y="67079"/>
                  </a:lnTo>
                  <a:lnTo>
                    <a:pt x="19388" y="65110"/>
                  </a:lnTo>
                  <a:lnTo>
                    <a:pt x="18213" y="62550"/>
                  </a:lnTo>
                  <a:lnTo>
                    <a:pt x="16647" y="62823"/>
                  </a:lnTo>
                  <a:lnTo>
                    <a:pt x="11220" y="64016"/>
                  </a:lnTo>
                  <a:lnTo>
                    <a:pt x="9933" y="64278"/>
                  </a:lnTo>
                  <a:lnTo>
                    <a:pt x="3884" y="65507"/>
                  </a:lnTo>
                  <a:lnTo>
                    <a:pt x="104" y="66110"/>
                  </a:lnTo>
                  <a:lnTo>
                    <a:pt x="269" y="64168"/>
                  </a:lnTo>
                  <a:lnTo>
                    <a:pt x="579" y="61973"/>
                  </a:lnTo>
                  <a:lnTo>
                    <a:pt x="794" y="60828"/>
                  </a:lnTo>
                  <a:lnTo>
                    <a:pt x="541" y="54937"/>
                  </a:lnTo>
                  <a:lnTo>
                    <a:pt x="0" y="46910"/>
                  </a:lnTo>
                  <a:lnTo>
                    <a:pt x="2161" y="45821"/>
                  </a:lnTo>
                  <a:lnTo>
                    <a:pt x="3256" y="45269"/>
                  </a:lnTo>
                  <a:lnTo>
                    <a:pt x="5383" y="44197"/>
                  </a:lnTo>
                  <a:lnTo>
                    <a:pt x="6486" y="43494"/>
                  </a:lnTo>
                  <a:lnTo>
                    <a:pt x="8342" y="42311"/>
                  </a:lnTo>
                  <a:lnTo>
                    <a:pt x="12230" y="39650"/>
                  </a:lnTo>
                  <a:lnTo>
                    <a:pt x="15018" y="38577"/>
                  </a:lnTo>
                  <a:lnTo>
                    <a:pt x="20597" y="37329"/>
                  </a:lnTo>
                  <a:lnTo>
                    <a:pt x="26961" y="35558"/>
                  </a:lnTo>
                  <a:lnTo>
                    <a:pt x="28740" y="35095"/>
                  </a:lnTo>
                  <a:lnTo>
                    <a:pt x="33376" y="33888"/>
                  </a:lnTo>
                  <a:lnTo>
                    <a:pt x="37515" y="32756"/>
                  </a:lnTo>
                  <a:lnTo>
                    <a:pt x="42887" y="30421"/>
                  </a:lnTo>
                  <a:lnTo>
                    <a:pt x="48159" y="28183"/>
                  </a:lnTo>
                  <a:lnTo>
                    <a:pt x="49664" y="27514"/>
                  </a:lnTo>
                  <a:lnTo>
                    <a:pt x="55719" y="24826"/>
                  </a:lnTo>
                  <a:lnTo>
                    <a:pt x="56742" y="24301"/>
                  </a:lnTo>
                  <a:lnTo>
                    <a:pt x="57257" y="24037"/>
                  </a:lnTo>
                  <a:lnTo>
                    <a:pt x="61786" y="21712"/>
                  </a:lnTo>
                  <a:lnTo>
                    <a:pt x="66117" y="19080"/>
                  </a:lnTo>
                  <a:lnTo>
                    <a:pt x="67538" y="18106"/>
                  </a:lnTo>
                  <a:lnTo>
                    <a:pt x="73255" y="14188"/>
                  </a:lnTo>
                  <a:lnTo>
                    <a:pt x="73813" y="13838"/>
                  </a:lnTo>
                  <a:lnTo>
                    <a:pt x="80029" y="9948"/>
                  </a:lnTo>
                  <a:lnTo>
                    <a:pt x="85328" y="6247"/>
                  </a:lnTo>
                  <a:lnTo>
                    <a:pt x="89554" y="2732"/>
                  </a:lnTo>
                  <a:lnTo>
                    <a:pt x="89979" y="237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4" name="pg63"/>
            <p:cNvSpPr/>
            <p:nvPr/>
          </p:nvSpPr>
          <p:spPr>
            <a:xfrm>
              <a:off x="5865617" y="3140429"/>
              <a:ext cx="86730" cy="103985"/>
            </a:xfrm>
            <a:custGeom>
              <a:avLst/>
              <a:pathLst>
                <a:path w="86730" h="103985">
                  <a:moveTo>
                    <a:pt x="50719" y="12959"/>
                  </a:moveTo>
                  <a:lnTo>
                    <a:pt x="54307" y="18916"/>
                  </a:lnTo>
                  <a:lnTo>
                    <a:pt x="56810" y="23071"/>
                  </a:lnTo>
                  <a:lnTo>
                    <a:pt x="59507" y="27173"/>
                  </a:lnTo>
                  <a:lnTo>
                    <a:pt x="66630" y="38006"/>
                  </a:lnTo>
                  <a:lnTo>
                    <a:pt x="73499" y="48354"/>
                  </a:lnTo>
                  <a:lnTo>
                    <a:pt x="75436" y="51272"/>
                  </a:lnTo>
                  <a:lnTo>
                    <a:pt x="76632" y="53074"/>
                  </a:lnTo>
                  <a:lnTo>
                    <a:pt x="76779" y="53295"/>
                  </a:lnTo>
                  <a:lnTo>
                    <a:pt x="79787" y="57826"/>
                  </a:lnTo>
                  <a:lnTo>
                    <a:pt x="83946" y="63440"/>
                  </a:lnTo>
                  <a:lnTo>
                    <a:pt x="84588" y="64306"/>
                  </a:lnTo>
                  <a:lnTo>
                    <a:pt x="85152" y="68421"/>
                  </a:lnTo>
                  <a:lnTo>
                    <a:pt x="85889" y="73795"/>
                  </a:lnTo>
                  <a:lnTo>
                    <a:pt x="86484" y="80030"/>
                  </a:lnTo>
                  <a:lnTo>
                    <a:pt x="86730" y="82598"/>
                  </a:lnTo>
                  <a:lnTo>
                    <a:pt x="82532" y="82995"/>
                  </a:lnTo>
                  <a:lnTo>
                    <a:pt x="68848" y="84119"/>
                  </a:lnTo>
                  <a:lnTo>
                    <a:pt x="59591" y="84924"/>
                  </a:lnTo>
                  <a:lnTo>
                    <a:pt x="60209" y="92491"/>
                  </a:lnTo>
                  <a:lnTo>
                    <a:pt x="62439" y="92391"/>
                  </a:lnTo>
                  <a:lnTo>
                    <a:pt x="62990" y="98419"/>
                  </a:lnTo>
                  <a:lnTo>
                    <a:pt x="63345" y="101836"/>
                  </a:lnTo>
                  <a:lnTo>
                    <a:pt x="63384" y="102231"/>
                  </a:lnTo>
                  <a:lnTo>
                    <a:pt x="61664" y="102370"/>
                  </a:lnTo>
                  <a:lnTo>
                    <a:pt x="59201" y="102591"/>
                  </a:lnTo>
                  <a:lnTo>
                    <a:pt x="57061" y="102708"/>
                  </a:lnTo>
                  <a:lnTo>
                    <a:pt x="55688" y="102775"/>
                  </a:lnTo>
                  <a:lnTo>
                    <a:pt x="55001" y="102809"/>
                  </a:lnTo>
                  <a:lnTo>
                    <a:pt x="54717" y="102848"/>
                  </a:lnTo>
                  <a:lnTo>
                    <a:pt x="52444" y="103112"/>
                  </a:lnTo>
                  <a:lnTo>
                    <a:pt x="49134" y="103469"/>
                  </a:lnTo>
                  <a:lnTo>
                    <a:pt x="47115" y="103673"/>
                  </a:lnTo>
                  <a:lnTo>
                    <a:pt x="44371" y="103901"/>
                  </a:lnTo>
                  <a:lnTo>
                    <a:pt x="41063" y="103985"/>
                  </a:lnTo>
                  <a:lnTo>
                    <a:pt x="42403" y="102306"/>
                  </a:lnTo>
                  <a:lnTo>
                    <a:pt x="42497" y="102108"/>
                  </a:lnTo>
                  <a:lnTo>
                    <a:pt x="44136" y="98985"/>
                  </a:lnTo>
                  <a:lnTo>
                    <a:pt x="44232" y="98783"/>
                  </a:lnTo>
                  <a:lnTo>
                    <a:pt x="45862" y="92507"/>
                  </a:lnTo>
                  <a:lnTo>
                    <a:pt x="45646" y="88146"/>
                  </a:lnTo>
                  <a:lnTo>
                    <a:pt x="43613" y="86142"/>
                  </a:lnTo>
                  <a:lnTo>
                    <a:pt x="38150" y="84952"/>
                  </a:lnTo>
                  <a:lnTo>
                    <a:pt x="33169" y="82965"/>
                  </a:lnTo>
                  <a:lnTo>
                    <a:pt x="30607" y="79786"/>
                  </a:lnTo>
                  <a:lnTo>
                    <a:pt x="30537" y="79465"/>
                  </a:lnTo>
                  <a:lnTo>
                    <a:pt x="28736" y="75234"/>
                  </a:lnTo>
                  <a:lnTo>
                    <a:pt x="22533" y="70937"/>
                  </a:lnTo>
                  <a:lnTo>
                    <a:pt x="19339" y="67737"/>
                  </a:lnTo>
                  <a:lnTo>
                    <a:pt x="16752" y="65520"/>
                  </a:lnTo>
                  <a:lnTo>
                    <a:pt x="14054" y="55509"/>
                  </a:lnTo>
                  <a:lnTo>
                    <a:pt x="5682" y="53634"/>
                  </a:lnTo>
                  <a:lnTo>
                    <a:pt x="4920" y="54340"/>
                  </a:lnTo>
                  <a:lnTo>
                    <a:pt x="340" y="52875"/>
                  </a:lnTo>
                  <a:lnTo>
                    <a:pt x="521" y="51436"/>
                  </a:lnTo>
                  <a:lnTo>
                    <a:pt x="920" y="48259"/>
                  </a:lnTo>
                  <a:lnTo>
                    <a:pt x="0" y="47114"/>
                  </a:lnTo>
                  <a:lnTo>
                    <a:pt x="427" y="46395"/>
                  </a:lnTo>
                  <a:lnTo>
                    <a:pt x="675" y="46097"/>
                  </a:lnTo>
                  <a:lnTo>
                    <a:pt x="870" y="45863"/>
                  </a:lnTo>
                  <a:lnTo>
                    <a:pt x="1396" y="44873"/>
                  </a:lnTo>
                  <a:lnTo>
                    <a:pt x="1706" y="44289"/>
                  </a:lnTo>
                  <a:lnTo>
                    <a:pt x="1785" y="44141"/>
                  </a:lnTo>
                  <a:lnTo>
                    <a:pt x="3100" y="41655"/>
                  </a:lnTo>
                  <a:lnTo>
                    <a:pt x="3336" y="41087"/>
                  </a:lnTo>
                  <a:lnTo>
                    <a:pt x="4184" y="37263"/>
                  </a:lnTo>
                  <a:lnTo>
                    <a:pt x="4153" y="36925"/>
                  </a:lnTo>
                  <a:lnTo>
                    <a:pt x="4063" y="35946"/>
                  </a:lnTo>
                  <a:lnTo>
                    <a:pt x="5181" y="36318"/>
                  </a:lnTo>
                  <a:lnTo>
                    <a:pt x="5917" y="36563"/>
                  </a:lnTo>
                  <a:lnTo>
                    <a:pt x="6962" y="36830"/>
                  </a:lnTo>
                  <a:lnTo>
                    <a:pt x="7660" y="36868"/>
                  </a:lnTo>
                  <a:lnTo>
                    <a:pt x="9260" y="36544"/>
                  </a:lnTo>
                  <a:lnTo>
                    <a:pt x="11005" y="35946"/>
                  </a:lnTo>
                  <a:lnTo>
                    <a:pt x="12377" y="35446"/>
                  </a:lnTo>
                  <a:lnTo>
                    <a:pt x="12410" y="34991"/>
                  </a:lnTo>
                  <a:lnTo>
                    <a:pt x="12599" y="32375"/>
                  </a:lnTo>
                  <a:lnTo>
                    <a:pt x="12649" y="28489"/>
                  </a:lnTo>
                  <a:lnTo>
                    <a:pt x="12795" y="23068"/>
                  </a:lnTo>
                  <a:lnTo>
                    <a:pt x="12774" y="22214"/>
                  </a:lnTo>
                  <a:lnTo>
                    <a:pt x="12753" y="21348"/>
                  </a:lnTo>
                  <a:lnTo>
                    <a:pt x="12830" y="18264"/>
                  </a:lnTo>
                  <a:lnTo>
                    <a:pt x="12852" y="17380"/>
                  </a:lnTo>
                  <a:lnTo>
                    <a:pt x="12859" y="17103"/>
                  </a:lnTo>
                  <a:lnTo>
                    <a:pt x="12877" y="16368"/>
                  </a:lnTo>
                  <a:lnTo>
                    <a:pt x="12884" y="16094"/>
                  </a:lnTo>
                  <a:lnTo>
                    <a:pt x="16668" y="16099"/>
                  </a:lnTo>
                  <a:lnTo>
                    <a:pt x="23348" y="15890"/>
                  </a:lnTo>
                  <a:lnTo>
                    <a:pt x="30026" y="15123"/>
                  </a:lnTo>
                  <a:lnTo>
                    <a:pt x="30408" y="13264"/>
                  </a:lnTo>
                  <a:lnTo>
                    <a:pt x="30486" y="13052"/>
                  </a:lnTo>
                  <a:lnTo>
                    <a:pt x="30754" y="12319"/>
                  </a:lnTo>
                  <a:lnTo>
                    <a:pt x="30852" y="12088"/>
                  </a:lnTo>
                  <a:lnTo>
                    <a:pt x="30932" y="11901"/>
                  </a:lnTo>
                  <a:lnTo>
                    <a:pt x="31150" y="11392"/>
                  </a:lnTo>
                  <a:lnTo>
                    <a:pt x="31297" y="11030"/>
                  </a:lnTo>
                  <a:lnTo>
                    <a:pt x="31354" y="10875"/>
                  </a:lnTo>
                  <a:lnTo>
                    <a:pt x="31673" y="9993"/>
                  </a:lnTo>
                  <a:lnTo>
                    <a:pt x="31772" y="9735"/>
                  </a:lnTo>
                  <a:lnTo>
                    <a:pt x="31858" y="9528"/>
                  </a:lnTo>
                  <a:lnTo>
                    <a:pt x="32057" y="9065"/>
                  </a:lnTo>
                  <a:lnTo>
                    <a:pt x="32146" y="8860"/>
                  </a:lnTo>
                  <a:lnTo>
                    <a:pt x="32365" y="8409"/>
                  </a:lnTo>
                  <a:lnTo>
                    <a:pt x="32444" y="8263"/>
                  </a:lnTo>
                  <a:lnTo>
                    <a:pt x="32901" y="7440"/>
                  </a:lnTo>
                  <a:lnTo>
                    <a:pt x="33193" y="6977"/>
                  </a:lnTo>
                  <a:lnTo>
                    <a:pt x="33290" y="6847"/>
                  </a:lnTo>
                  <a:lnTo>
                    <a:pt x="34077" y="6090"/>
                  </a:lnTo>
                  <a:lnTo>
                    <a:pt x="34297" y="5928"/>
                  </a:lnTo>
                  <a:lnTo>
                    <a:pt x="34758" y="5590"/>
                  </a:lnTo>
                  <a:lnTo>
                    <a:pt x="35529" y="5057"/>
                  </a:lnTo>
                  <a:lnTo>
                    <a:pt x="35754" y="4898"/>
                  </a:lnTo>
                  <a:lnTo>
                    <a:pt x="35887" y="4801"/>
                  </a:lnTo>
                  <a:lnTo>
                    <a:pt x="36062" y="4671"/>
                  </a:lnTo>
                  <a:lnTo>
                    <a:pt x="36544" y="4312"/>
                  </a:lnTo>
                  <a:lnTo>
                    <a:pt x="36718" y="4181"/>
                  </a:lnTo>
                  <a:lnTo>
                    <a:pt x="36848" y="4079"/>
                  </a:lnTo>
                  <a:lnTo>
                    <a:pt x="36979" y="3974"/>
                  </a:lnTo>
                  <a:lnTo>
                    <a:pt x="37927" y="3192"/>
                  </a:lnTo>
                  <a:lnTo>
                    <a:pt x="38186" y="2979"/>
                  </a:lnTo>
                  <a:lnTo>
                    <a:pt x="38638" y="2623"/>
                  </a:lnTo>
                  <a:lnTo>
                    <a:pt x="39391" y="2031"/>
                  </a:lnTo>
                  <a:lnTo>
                    <a:pt x="39564" y="1897"/>
                  </a:lnTo>
                  <a:lnTo>
                    <a:pt x="39738" y="1765"/>
                  </a:lnTo>
                  <a:lnTo>
                    <a:pt x="40330" y="1317"/>
                  </a:lnTo>
                  <a:lnTo>
                    <a:pt x="41011" y="734"/>
                  </a:lnTo>
                  <a:lnTo>
                    <a:pt x="42096" y="0"/>
                  </a:lnTo>
                  <a:lnTo>
                    <a:pt x="42200" y="155"/>
                  </a:lnTo>
                  <a:lnTo>
                    <a:pt x="42535" y="658"/>
                  </a:lnTo>
                  <a:lnTo>
                    <a:pt x="43540" y="2163"/>
                  </a:lnTo>
                  <a:lnTo>
                    <a:pt x="45598" y="5243"/>
                  </a:lnTo>
                  <a:lnTo>
                    <a:pt x="45958" y="5782"/>
                  </a:lnTo>
                  <a:lnTo>
                    <a:pt x="50308" y="12295"/>
                  </a:lnTo>
                  <a:lnTo>
                    <a:pt x="50422" y="1246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5" name="pg64"/>
            <p:cNvSpPr/>
            <p:nvPr/>
          </p:nvSpPr>
          <p:spPr>
            <a:xfrm>
              <a:off x="5906680" y="3242799"/>
              <a:ext cx="68885" cy="92348"/>
            </a:xfrm>
            <a:custGeom>
              <a:avLst/>
              <a:pathLst>
                <a:path w="68885" h="92348">
                  <a:moveTo>
                    <a:pt x="22470" y="15267"/>
                  </a:moveTo>
                  <a:lnTo>
                    <a:pt x="22861" y="19616"/>
                  </a:lnTo>
                  <a:lnTo>
                    <a:pt x="24391" y="19492"/>
                  </a:lnTo>
                  <a:lnTo>
                    <a:pt x="24651" y="19473"/>
                  </a:lnTo>
                  <a:lnTo>
                    <a:pt x="27155" y="19282"/>
                  </a:lnTo>
                  <a:lnTo>
                    <a:pt x="30929" y="19102"/>
                  </a:lnTo>
                  <a:lnTo>
                    <a:pt x="31153" y="19093"/>
                  </a:lnTo>
                  <a:lnTo>
                    <a:pt x="35760" y="18901"/>
                  </a:lnTo>
                  <a:lnTo>
                    <a:pt x="40574" y="18680"/>
                  </a:lnTo>
                  <a:lnTo>
                    <a:pt x="40838" y="18668"/>
                  </a:lnTo>
                  <a:lnTo>
                    <a:pt x="45336" y="18200"/>
                  </a:lnTo>
                  <a:lnTo>
                    <a:pt x="48996" y="17812"/>
                  </a:lnTo>
                  <a:lnTo>
                    <a:pt x="49079" y="19175"/>
                  </a:lnTo>
                  <a:lnTo>
                    <a:pt x="49132" y="20050"/>
                  </a:lnTo>
                  <a:lnTo>
                    <a:pt x="49346" y="23551"/>
                  </a:lnTo>
                  <a:lnTo>
                    <a:pt x="49587" y="27515"/>
                  </a:lnTo>
                  <a:lnTo>
                    <a:pt x="49601" y="27735"/>
                  </a:lnTo>
                  <a:lnTo>
                    <a:pt x="49696" y="29305"/>
                  </a:lnTo>
                  <a:lnTo>
                    <a:pt x="49879" y="32006"/>
                  </a:lnTo>
                  <a:lnTo>
                    <a:pt x="50074" y="35000"/>
                  </a:lnTo>
                  <a:lnTo>
                    <a:pt x="50183" y="36665"/>
                  </a:lnTo>
                  <a:lnTo>
                    <a:pt x="50229" y="37310"/>
                  </a:lnTo>
                  <a:lnTo>
                    <a:pt x="50259" y="37723"/>
                  </a:lnTo>
                  <a:lnTo>
                    <a:pt x="50713" y="42312"/>
                  </a:lnTo>
                  <a:lnTo>
                    <a:pt x="50990" y="45067"/>
                  </a:lnTo>
                  <a:lnTo>
                    <a:pt x="51169" y="46844"/>
                  </a:lnTo>
                  <a:lnTo>
                    <a:pt x="51239" y="47539"/>
                  </a:lnTo>
                  <a:lnTo>
                    <a:pt x="51276" y="47911"/>
                  </a:lnTo>
                  <a:lnTo>
                    <a:pt x="54234" y="52841"/>
                  </a:lnTo>
                  <a:lnTo>
                    <a:pt x="54462" y="53221"/>
                  </a:lnTo>
                  <a:lnTo>
                    <a:pt x="54662" y="53555"/>
                  </a:lnTo>
                  <a:lnTo>
                    <a:pt x="56146" y="56030"/>
                  </a:lnTo>
                  <a:lnTo>
                    <a:pt x="58179" y="59268"/>
                  </a:lnTo>
                  <a:lnTo>
                    <a:pt x="61037" y="63770"/>
                  </a:lnTo>
                  <a:lnTo>
                    <a:pt x="61992" y="67382"/>
                  </a:lnTo>
                  <a:lnTo>
                    <a:pt x="62275" y="68174"/>
                  </a:lnTo>
                  <a:lnTo>
                    <a:pt x="62575" y="69010"/>
                  </a:lnTo>
                  <a:lnTo>
                    <a:pt x="62776" y="69551"/>
                  </a:lnTo>
                  <a:lnTo>
                    <a:pt x="63211" y="70720"/>
                  </a:lnTo>
                  <a:lnTo>
                    <a:pt x="68885" y="78610"/>
                  </a:lnTo>
                  <a:lnTo>
                    <a:pt x="63722" y="82183"/>
                  </a:lnTo>
                  <a:lnTo>
                    <a:pt x="60448" y="77453"/>
                  </a:lnTo>
                  <a:lnTo>
                    <a:pt x="58467" y="79508"/>
                  </a:lnTo>
                  <a:lnTo>
                    <a:pt x="56905" y="81128"/>
                  </a:lnTo>
                  <a:lnTo>
                    <a:pt x="55146" y="84284"/>
                  </a:lnTo>
                  <a:lnTo>
                    <a:pt x="54911" y="84707"/>
                  </a:lnTo>
                  <a:lnTo>
                    <a:pt x="51559" y="86232"/>
                  </a:lnTo>
                  <a:lnTo>
                    <a:pt x="49391" y="87218"/>
                  </a:lnTo>
                  <a:lnTo>
                    <a:pt x="47495" y="88287"/>
                  </a:lnTo>
                  <a:lnTo>
                    <a:pt x="46588" y="88699"/>
                  </a:lnTo>
                  <a:lnTo>
                    <a:pt x="42615" y="90374"/>
                  </a:lnTo>
                  <a:lnTo>
                    <a:pt x="41441" y="90869"/>
                  </a:lnTo>
                  <a:lnTo>
                    <a:pt x="39320" y="91763"/>
                  </a:lnTo>
                  <a:lnTo>
                    <a:pt x="38667" y="92039"/>
                  </a:lnTo>
                  <a:lnTo>
                    <a:pt x="37933" y="92348"/>
                  </a:lnTo>
                  <a:lnTo>
                    <a:pt x="37176" y="92262"/>
                  </a:lnTo>
                  <a:lnTo>
                    <a:pt x="29680" y="91416"/>
                  </a:lnTo>
                  <a:lnTo>
                    <a:pt x="25609" y="89132"/>
                  </a:lnTo>
                  <a:lnTo>
                    <a:pt x="23167" y="87529"/>
                  </a:lnTo>
                  <a:lnTo>
                    <a:pt x="20805" y="85978"/>
                  </a:lnTo>
                  <a:lnTo>
                    <a:pt x="15687" y="86458"/>
                  </a:lnTo>
                  <a:lnTo>
                    <a:pt x="13971" y="85191"/>
                  </a:lnTo>
                  <a:lnTo>
                    <a:pt x="13905" y="84979"/>
                  </a:lnTo>
                  <a:lnTo>
                    <a:pt x="14037" y="82399"/>
                  </a:lnTo>
                  <a:lnTo>
                    <a:pt x="15860" y="80545"/>
                  </a:lnTo>
                  <a:lnTo>
                    <a:pt x="16188" y="80449"/>
                  </a:lnTo>
                  <a:lnTo>
                    <a:pt x="19636" y="78796"/>
                  </a:lnTo>
                  <a:lnTo>
                    <a:pt x="25156" y="76098"/>
                  </a:lnTo>
                  <a:lnTo>
                    <a:pt x="30634" y="73222"/>
                  </a:lnTo>
                  <a:lnTo>
                    <a:pt x="35763" y="69256"/>
                  </a:lnTo>
                  <a:lnTo>
                    <a:pt x="38623" y="65839"/>
                  </a:lnTo>
                  <a:lnTo>
                    <a:pt x="37846" y="61852"/>
                  </a:lnTo>
                  <a:lnTo>
                    <a:pt x="29827" y="61537"/>
                  </a:lnTo>
                  <a:lnTo>
                    <a:pt x="23213" y="62125"/>
                  </a:lnTo>
                  <a:lnTo>
                    <a:pt x="20658" y="61857"/>
                  </a:lnTo>
                  <a:lnTo>
                    <a:pt x="18733" y="59494"/>
                  </a:lnTo>
                  <a:lnTo>
                    <a:pt x="18302" y="56558"/>
                  </a:lnTo>
                  <a:lnTo>
                    <a:pt x="22295" y="52464"/>
                  </a:lnTo>
                  <a:lnTo>
                    <a:pt x="25961" y="49059"/>
                  </a:lnTo>
                  <a:lnTo>
                    <a:pt x="27340" y="46747"/>
                  </a:lnTo>
                  <a:lnTo>
                    <a:pt x="26095" y="44362"/>
                  </a:lnTo>
                  <a:lnTo>
                    <a:pt x="21917" y="41362"/>
                  </a:lnTo>
                  <a:lnTo>
                    <a:pt x="18035" y="40021"/>
                  </a:lnTo>
                  <a:lnTo>
                    <a:pt x="14795" y="37843"/>
                  </a:lnTo>
                  <a:lnTo>
                    <a:pt x="10458" y="33106"/>
                  </a:lnTo>
                  <a:lnTo>
                    <a:pt x="7850" y="28795"/>
                  </a:lnTo>
                  <a:lnTo>
                    <a:pt x="6965" y="25618"/>
                  </a:lnTo>
                  <a:lnTo>
                    <a:pt x="5297" y="22932"/>
                  </a:lnTo>
                  <a:lnTo>
                    <a:pt x="2164" y="17095"/>
                  </a:lnTo>
                  <a:lnTo>
                    <a:pt x="1127" y="14133"/>
                  </a:lnTo>
                  <a:lnTo>
                    <a:pt x="1966" y="12212"/>
                  </a:lnTo>
                  <a:lnTo>
                    <a:pt x="3100" y="8701"/>
                  </a:lnTo>
                  <a:lnTo>
                    <a:pt x="2968" y="6551"/>
                  </a:lnTo>
                  <a:lnTo>
                    <a:pt x="0" y="1615"/>
                  </a:lnTo>
                  <a:lnTo>
                    <a:pt x="3307" y="1531"/>
                  </a:lnTo>
                  <a:lnTo>
                    <a:pt x="6051" y="1303"/>
                  </a:lnTo>
                  <a:lnTo>
                    <a:pt x="8070" y="1099"/>
                  </a:lnTo>
                  <a:lnTo>
                    <a:pt x="11380" y="742"/>
                  </a:lnTo>
                  <a:lnTo>
                    <a:pt x="13653" y="478"/>
                  </a:lnTo>
                  <a:lnTo>
                    <a:pt x="13937" y="439"/>
                  </a:lnTo>
                  <a:lnTo>
                    <a:pt x="14624" y="405"/>
                  </a:lnTo>
                  <a:lnTo>
                    <a:pt x="15997" y="338"/>
                  </a:lnTo>
                  <a:lnTo>
                    <a:pt x="18137" y="221"/>
                  </a:lnTo>
                  <a:lnTo>
                    <a:pt x="20600" y="0"/>
                  </a:lnTo>
                  <a:lnTo>
                    <a:pt x="20725" y="841"/>
                  </a:lnTo>
                  <a:lnTo>
                    <a:pt x="21274" y="4554"/>
                  </a:lnTo>
                  <a:lnTo>
                    <a:pt x="21358" y="5123"/>
                  </a:lnTo>
                  <a:lnTo>
                    <a:pt x="22369" y="6832"/>
                  </a:lnTo>
                  <a:lnTo>
                    <a:pt x="22727" y="9367"/>
                  </a:lnTo>
                  <a:lnTo>
                    <a:pt x="21980" y="9860"/>
                  </a:lnTo>
                  <a:lnTo>
                    <a:pt x="22045" y="11434"/>
                  </a:lnTo>
                  <a:lnTo>
                    <a:pt x="22085" y="1229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6" name="pg65"/>
            <p:cNvSpPr/>
            <p:nvPr/>
          </p:nvSpPr>
          <p:spPr>
            <a:xfrm>
              <a:off x="5940681" y="3318905"/>
              <a:ext cx="141682" cy="175290"/>
            </a:xfrm>
            <a:custGeom>
              <a:avLst/>
              <a:pathLst>
                <a:path w="141682" h="175290">
                  <a:moveTo>
                    <a:pt x="89690" y="8460"/>
                  </a:moveTo>
                  <a:lnTo>
                    <a:pt x="90804" y="9089"/>
                  </a:lnTo>
                  <a:lnTo>
                    <a:pt x="99057" y="4803"/>
                  </a:lnTo>
                  <a:lnTo>
                    <a:pt x="101393" y="7814"/>
                  </a:lnTo>
                  <a:lnTo>
                    <a:pt x="102016" y="8617"/>
                  </a:lnTo>
                  <a:lnTo>
                    <a:pt x="103076" y="9984"/>
                  </a:lnTo>
                  <a:lnTo>
                    <a:pt x="105025" y="9618"/>
                  </a:lnTo>
                  <a:lnTo>
                    <a:pt x="107267" y="9198"/>
                  </a:lnTo>
                  <a:lnTo>
                    <a:pt x="110508" y="8590"/>
                  </a:lnTo>
                  <a:lnTo>
                    <a:pt x="111790" y="13093"/>
                  </a:lnTo>
                  <a:lnTo>
                    <a:pt x="103886" y="16173"/>
                  </a:lnTo>
                  <a:lnTo>
                    <a:pt x="104505" y="18740"/>
                  </a:lnTo>
                  <a:lnTo>
                    <a:pt x="104868" y="20243"/>
                  </a:lnTo>
                  <a:lnTo>
                    <a:pt x="105580" y="23194"/>
                  </a:lnTo>
                  <a:lnTo>
                    <a:pt x="108442" y="22834"/>
                  </a:lnTo>
                  <a:lnTo>
                    <a:pt x="109396" y="27653"/>
                  </a:lnTo>
                  <a:lnTo>
                    <a:pt x="108375" y="27771"/>
                  </a:lnTo>
                  <a:lnTo>
                    <a:pt x="104434" y="28226"/>
                  </a:lnTo>
                  <a:lnTo>
                    <a:pt x="104562" y="29144"/>
                  </a:lnTo>
                  <a:lnTo>
                    <a:pt x="104890" y="30344"/>
                  </a:lnTo>
                  <a:lnTo>
                    <a:pt x="105064" y="30978"/>
                  </a:lnTo>
                  <a:lnTo>
                    <a:pt x="105786" y="32390"/>
                  </a:lnTo>
                  <a:lnTo>
                    <a:pt x="106816" y="33214"/>
                  </a:lnTo>
                  <a:lnTo>
                    <a:pt x="109625" y="33185"/>
                  </a:lnTo>
                  <a:lnTo>
                    <a:pt x="112138" y="32930"/>
                  </a:lnTo>
                  <a:lnTo>
                    <a:pt x="113547" y="33486"/>
                  </a:lnTo>
                  <a:lnTo>
                    <a:pt x="114612" y="35140"/>
                  </a:lnTo>
                  <a:lnTo>
                    <a:pt x="115431" y="36476"/>
                  </a:lnTo>
                  <a:lnTo>
                    <a:pt x="115421" y="37673"/>
                  </a:lnTo>
                  <a:lnTo>
                    <a:pt x="115426" y="39318"/>
                  </a:lnTo>
                  <a:lnTo>
                    <a:pt x="115570" y="40860"/>
                  </a:lnTo>
                  <a:lnTo>
                    <a:pt x="116630" y="43429"/>
                  </a:lnTo>
                  <a:lnTo>
                    <a:pt x="116938" y="46064"/>
                  </a:lnTo>
                  <a:lnTo>
                    <a:pt x="116516" y="47835"/>
                  </a:lnTo>
                  <a:lnTo>
                    <a:pt x="116418" y="51856"/>
                  </a:lnTo>
                  <a:lnTo>
                    <a:pt x="116399" y="54399"/>
                  </a:lnTo>
                  <a:lnTo>
                    <a:pt x="117124" y="57134"/>
                  </a:lnTo>
                  <a:lnTo>
                    <a:pt x="118331" y="58854"/>
                  </a:lnTo>
                  <a:lnTo>
                    <a:pt x="117911" y="61349"/>
                  </a:lnTo>
                  <a:lnTo>
                    <a:pt x="117782" y="63345"/>
                  </a:lnTo>
                  <a:lnTo>
                    <a:pt x="119617" y="65917"/>
                  </a:lnTo>
                  <a:lnTo>
                    <a:pt x="121443" y="66319"/>
                  </a:lnTo>
                  <a:lnTo>
                    <a:pt x="125138" y="64450"/>
                  </a:lnTo>
                  <a:lnTo>
                    <a:pt x="128605" y="63234"/>
                  </a:lnTo>
                  <a:lnTo>
                    <a:pt x="131551" y="62765"/>
                  </a:lnTo>
                  <a:lnTo>
                    <a:pt x="134974" y="61816"/>
                  </a:lnTo>
                  <a:lnTo>
                    <a:pt x="138139" y="61639"/>
                  </a:lnTo>
                  <a:lnTo>
                    <a:pt x="138742" y="65262"/>
                  </a:lnTo>
                  <a:lnTo>
                    <a:pt x="138915" y="65467"/>
                  </a:lnTo>
                  <a:lnTo>
                    <a:pt x="140377" y="67392"/>
                  </a:lnTo>
                  <a:lnTo>
                    <a:pt x="141682" y="74149"/>
                  </a:lnTo>
                  <a:lnTo>
                    <a:pt x="141283" y="77693"/>
                  </a:lnTo>
                  <a:lnTo>
                    <a:pt x="141290" y="77821"/>
                  </a:lnTo>
                  <a:lnTo>
                    <a:pt x="140383" y="80483"/>
                  </a:lnTo>
                  <a:lnTo>
                    <a:pt x="140305" y="84261"/>
                  </a:lnTo>
                  <a:lnTo>
                    <a:pt x="140068" y="87657"/>
                  </a:lnTo>
                  <a:lnTo>
                    <a:pt x="139007" y="89717"/>
                  </a:lnTo>
                  <a:lnTo>
                    <a:pt x="138881" y="90863"/>
                  </a:lnTo>
                  <a:lnTo>
                    <a:pt x="134425" y="91773"/>
                  </a:lnTo>
                  <a:lnTo>
                    <a:pt x="135496" y="95727"/>
                  </a:lnTo>
                  <a:lnTo>
                    <a:pt x="135511" y="95859"/>
                  </a:lnTo>
                  <a:lnTo>
                    <a:pt x="133771" y="99089"/>
                  </a:lnTo>
                  <a:lnTo>
                    <a:pt x="131322" y="102215"/>
                  </a:lnTo>
                  <a:lnTo>
                    <a:pt x="132083" y="104799"/>
                  </a:lnTo>
                  <a:lnTo>
                    <a:pt x="134028" y="108235"/>
                  </a:lnTo>
                  <a:lnTo>
                    <a:pt x="135205" y="108636"/>
                  </a:lnTo>
                  <a:lnTo>
                    <a:pt x="137305" y="111534"/>
                  </a:lnTo>
                  <a:lnTo>
                    <a:pt x="137578" y="114757"/>
                  </a:lnTo>
                  <a:lnTo>
                    <a:pt x="136939" y="118504"/>
                  </a:lnTo>
                  <a:lnTo>
                    <a:pt x="136774" y="121930"/>
                  </a:lnTo>
                  <a:lnTo>
                    <a:pt x="136391" y="124828"/>
                  </a:lnTo>
                  <a:lnTo>
                    <a:pt x="136776" y="127899"/>
                  </a:lnTo>
                  <a:lnTo>
                    <a:pt x="132496" y="129571"/>
                  </a:lnTo>
                  <a:lnTo>
                    <a:pt x="131105" y="134378"/>
                  </a:lnTo>
                  <a:lnTo>
                    <a:pt x="127034" y="134440"/>
                  </a:lnTo>
                  <a:lnTo>
                    <a:pt x="123672" y="136138"/>
                  </a:lnTo>
                  <a:lnTo>
                    <a:pt x="120899" y="136083"/>
                  </a:lnTo>
                  <a:lnTo>
                    <a:pt x="118768" y="140784"/>
                  </a:lnTo>
                  <a:lnTo>
                    <a:pt x="115313" y="143139"/>
                  </a:lnTo>
                  <a:lnTo>
                    <a:pt x="114702" y="145096"/>
                  </a:lnTo>
                  <a:lnTo>
                    <a:pt x="115498" y="148065"/>
                  </a:lnTo>
                  <a:lnTo>
                    <a:pt x="115370" y="151024"/>
                  </a:lnTo>
                  <a:lnTo>
                    <a:pt x="115262" y="152363"/>
                  </a:lnTo>
                  <a:lnTo>
                    <a:pt x="114615" y="153617"/>
                  </a:lnTo>
                  <a:lnTo>
                    <a:pt x="112097" y="153861"/>
                  </a:lnTo>
                  <a:lnTo>
                    <a:pt x="108883" y="156875"/>
                  </a:lnTo>
                  <a:lnTo>
                    <a:pt x="106075" y="158218"/>
                  </a:lnTo>
                  <a:lnTo>
                    <a:pt x="104936" y="157325"/>
                  </a:lnTo>
                  <a:lnTo>
                    <a:pt x="105172" y="157022"/>
                  </a:lnTo>
                  <a:lnTo>
                    <a:pt x="105199" y="151638"/>
                  </a:lnTo>
                  <a:lnTo>
                    <a:pt x="105254" y="151431"/>
                  </a:lnTo>
                  <a:lnTo>
                    <a:pt x="105316" y="151043"/>
                  </a:lnTo>
                  <a:lnTo>
                    <a:pt x="104875" y="147356"/>
                  </a:lnTo>
                  <a:lnTo>
                    <a:pt x="104883" y="147169"/>
                  </a:lnTo>
                  <a:lnTo>
                    <a:pt x="104862" y="146938"/>
                  </a:lnTo>
                  <a:lnTo>
                    <a:pt x="105041" y="143372"/>
                  </a:lnTo>
                  <a:lnTo>
                    <a:pt x="105154" y="142929"/>
                  </a:lnTo>
                  <a:lnTo>
                    <a:pt x="106699" y="138524"/>
                  </a:lnTo>
                  <a:lnTo>
                    <a:pt x="109067" y="133938"/>
                  </a:lnTo>
                  <a:lnTo>
                    <a:pt x="110697" y="130646"/>
                  </a:lnTo>
                  <a:lnTo>
                    <a:pt x="109713" y="124746"/>
                  </a:lnTo>
                  <a:lnTo>
                    <a:pt x="106568" y="124192"/>
                  </a:lnTo>
                  <a:lnTo>
                    <a:pt x="104997" y="118004"/>
                  </a:lnTo>
                  <a:lnTo>
                    <a:pt x="103055" y="116102"/>
                  </a:lnTo>
                  <a:lnTo>
                    <a:pt x="96769" y="118646"/>
                  </a:lnTo>
                  <a:lnTo>
                    <a:pt x="95489" y="116912"/>
                  </a:lnTo>
                  <a:lnTo>
                    <a:pt x="94020" y="115488"/>
                  </a:lnTo>
                  <a:lnTo>
                    <a:pt x="88328" y="115719"/>
                  </a:lnTo>
                  <a:lnTo>
                    <a:pt x="86441" y="111915"/>
                  </a:lnTo>
                  <a:lnTo>
                    <a:pt x="86224" y="111538"/>
                  </a:lnTo>
                  <a:lnTo>
                    <a:pt x="86036" y="111215"/>
                  </a:lnTo>
                  <a:lnTo>
                    <a:pt x="84640" y="108436"/>
                  </a:lnTo>
                  <a:lnTo>
                    <a:pt x="84637" y="108066"/>
                  </a:lnTo>
                  <a:lnTo>
                    <a:pt x="84047" y="104939"/>
                  </a:lnTo>
                  <a:lnTo>
                    <a:pt x="84002" y="104736"/>
                  </a:lnTo>
                  <a:lnTo>
                    <a:pt x="82592" y="102766"/>
                  </a:lnTo>
                  <a:lnTo>
                    <a:pt x="80753" y="100184"/>
                  </a:lnTo>
                  <a:lnTo>
                    <a:pt x="80649" y="100003"/>
                  </a:lnTo>
                  <a:lnTo>
                    <a:pt x="80115" y="98043"/>
                  </a:lnTo>
                  <a:lnTo>
                    <a:pt x="80149" y="95631"/>
                  </a:lnTo>
                  <a:lnTo>
                    <a:pt x="80190" y="95440"/>
                  </a:lnTo>
                  <a:lnTo>
                    <a:pt x="80231" y="95250"/>
                  </a:lnTo>
                  <a:lnTo>
                    <a:pt x="81155" y="92783"/>
                  </a:lnTo>
                  <a:lnTo>
                    <a:pt x="82995" y="91100"/>
                  </a:lnTo>
                  <a:lnTo>
                    <a:pt x="86555" y="89111"/>
                  </a:lnTo>
                  <a:lnTo>
                    <a:pt x="84345" y="84897"/>
                  </a:lnTo>
                  <a:lnTo>
                    <a:pt x="82793" y="83590"/>
                  </a:lnTo>
                  <a:lnTo>
                    <a:pt x="81002" y="82384"/>
                  </a:lnTo>
                  <a:lnTo>
                    <a:pt x="80507" y="79544"/>
                  </a:lnTo>
                  <a:lnTo>
                    <a:pt x="79915" y="76050"/>
                  </a:lnTo>
                  <a:lnTo>
                    <a:pt x="78506" y="72497"/>
                  </a:lnTo>
                  <a:lnTo>
                    <a:pt x="78337" y="72160"/>
                  </a:lnTo>
                  <a:lnTo>
                    <a:pt x="78086" y="71795"/>
                  </a:lnTo>
                  <a:lnTo>
                    <a:pt x="75662" y="68743"/>
                  </a:lnTo>
                  <a:lnTo>
                    <a:pt x="74676" y="66104"/>
                  </a:lnTo>
                  <a:lnTo>
                    <a:pt x="74639" y="63945"/>
                  </a:lnTo>
                  <a:lnTo>
                    <a:pt x="74951" y="63765"/>
                  </a:lnTo>
                  <a:lnTo>
                    <a:pt x="75336" y="63469"/>
                  </a:lnTo>
                  <a:lnTo>
                    <a:pt x="77866" y="61209"/>
                  </a:lnTo>
                  <a:lnTo>
                    <a:pt x="77281" y="58614"/>
                  </a:lnTo>
                  <a:lnTo>
                    <a:pt x="77159" y="58388"/>
                  </a:lnTo>
                  <a:lnTo>
                    <a:pt x="75672" y="54868"/>
                  </a:lnTo>
                  <a:lnTo>
                    <a:pt x="75086" y="52331"/>
                  </a:lnTo>
                  <a:lnTo>
                    <a:pt x="72199" y="46708"/>
                  </a:lnTo>
                  <a:lnTo>
                    <a:pt x="72076" y="46478"/>
                  </a:lnTo>
                  <a:lnTo>
                    <a:pt x="68905" y="42925"/>
                  </a:lnTo>
                  <a:lnTo>
                    <a:pt x="66259" y="41359"/>
                  </a:lnTo>
                  <a:lnTo>
                    <a:pt x="63595" y="38237"/>
                  </a:lnTo>
                  <a:lnTo>
                    <a:pt x="60571" y="33709"/>
                  </a:lnTo>
                  <a:lnTo>
                    <a:pt x="57896" y="34556"/>
                  </a:lnTo>
                  <a:lnTo>
                    <a:pt x="57695" y="45165"/>
                  </a:lnTo>
                  <a:lnTo>
                    <a:pt x="57507" y="50909"/>
                  </a:lnTo>
                  <a:lnTo>
                    <a:pt x="58661" y="54310"/>
                  </a:lnTo>
                  <a:lnTo>
                    <a:pt x="59794" y="56556"/>
                  </a:lnTo>
                  <a:lnTo>
                    <a:pt x="60372" y="58865"/>
                  </a:lnTo>
                  <a:lnTo>
                    <a:pt x="59061" y="62644"/>
                  </a:lnTo>
                  <a:lnTo>
                    <a:pt x="57930" y="65760"/>
                  </a:lnTo>
                  <a:lnTo>
                    <a:pt x="58488" y="69803"/>
                  </a:lnTo>
                  <a:lnTo>
                    <a:pt x="60292" y="73027"/>
                  </a:lnTo>
                  <a:lnTo>
                    <a:pt x="61353" y="76052"/>
                  </a:lnTo>
                  <a:lnTo>
                    <a:pt x="61553" y="76147"/>
                  </a:lnTo>
                  <a:lnTo>
                    <a:pt x="64004" y="77167"/>
                  </a:lnTo>
                  <a:lnTo>
                    <a:pt x="64219" y="77180"/>
                  </a:lnTo>
                  <a:lnTo>
                    <a:pt x="64618" y="77156"/>
                  </a:lnTo>
                  <a:lnTo>
                    <a:pt x="69507" y="76782"/>
                  </a:lnTo>
                  <a:lnTo>
                    <a:pt x="69767" y="76767"/>
                  </a:lnTo>
                  <a:lnTo>
                    <a:pt x="70207" y="76714"/>
                  </a:lnTo>
                  <a:lnTo>
                    <a:pt x="72685" y="76952"/>
                  </a:lnTo>
                  <a:lnTo>
                    <a:pt x="73665" y="77967"/>
                  </a:lnTo>
                  <a:lnTo>
                    <a:pt x="74467" y="82189"/>
                  </a:lnTo>
                  <a:lnTo>
                    <a:pt x="74550" y="82330"/>
                  </a:lnTo>
                  <a:lnTo>
                    <a:pt x="74275" y="83303"/>
                  </a:lnTo>
                  <a:lnTo>
                    <a:pt x="71290" y="84526"/>
                  </a:lnTo>
                  <a:lnTo>
                    <a:pt x="67475" y="85722"/>
                  </a:lnTo>
                  <a:lnTo>
                    <a:pt x="67662" y="90144"/>
                  </a:lnTo>
                  <a:lnTo>
                    <a:pt x="68142" y="95341"/>
                  </a:lnTo>
                  <a:lnTo>
                    <a:pt x="63803" y="95737"/>
                  </a:lnTo>
                  <a:lnTo>
                    <a:pt x="64273" y="99079"/>
                  </a:lnTo>
                  <a:lnTo>
                    <a:pt x="64341" y="102058"/>
                  </a:lnTo>
                  <a:lnTo>
                    <a:pt x="64423" y="102294"/>
                  </a:lnTo>
                  <a:lnTo>
                    <a:pt x="64753" y="105600"/>
                  </a:lnTo>
                  <a:lnTo>
                    <a:pt x="65181" y="107200"/>
                  </a:lnTo>
                  <a:lnTo>
                    <a:pt x="66879" y="109241"/>
                  </a:lnTo>
                  <a:lnTo>
                    <a:pt x="66915" y="111259"/>
                  </a:lnTo>
                  <a:lnTo>
                    <a:pt x="64985" y="112373"/>
                  </a:lnTo>
                  <a:lnTo>
                    <a:pt x="65502" y="114529"/>
                  </a:lnTo>
                  <a:lnTo>
                    <a:pt x="66892" y="116445"/>
                  </a:lnTo>
                  <a:lnTo>
                    <a:pt x="67592" y="120248"/>
                  </a:lnTo>
                  <a:lnTo>
                    <a:pt x="67312" y="123373"/>
                  </a:lnTo>
                  <a:lnTo>
                    <a:pt x="67715" y="126684"/>
                  </a:lnTo>
                  <a:lnTo>
                    <a:pt x="68951" y="128973"/>
                  </a:lnTo>
                  <a:lnTo>
                    <a:pt x="71210" y="137902"/>
                  </a:lnTo>
                  <a:lnTo>
                    <a:pt x="71151" y="141813"/>
                  </a:lnTo>
                  <a:lnTo>
                    <a:pt x="71813" y="143991"/>
                  </a:lnTo>
                  <a:lnTo>
                    <a:pt x="74333" y="146707"/>
                  </a:lnTo>
                  <a:lnTo>
                    <a:pt x="75417" y="149754"/>
                  </a:lnTo>
                  <a:lnTo>
                    <a:pt x="75478" y="152878"/>
                  </a:lnTo>
                  <a:lnTo>
                    <a:pt x="76152" y="155181"/>
                  </a:lnTo>
                  <a:lnTo>
                    <a:pt x="75802" y="159107"/>
                  </a:lnTo>
                  <a:lnTo>
                    <a:pt x="76336" y="162751"/>
                  </a:lnTo>
                  <a:lnTo>
                    <a:pt x="76061" y="165105"/>
                  </a:lnTo>
                  <a:lnTo>
                    <a:pt x="76104" y="167366"/>
                  </a:lnTo>
                  <a:lnTo>
                    <a:pt x="75157" y="171042"/>
                  </a:lnTo>
                  <a:lnTo>
                    <a:pt x="75115" y="171381"/>
                  </a:lnTo>
                  <a:lnTo>
                    <a:pt x="73084" y="175290"/>
                  </a:lnTo>
                  <a:lnTo>
                    <a:pt x="70261" y="171256"/>
                  </a:lnTo>
                  <a:lnTo>
                    <a:pt x="68003" y="172366"/>
                  </a:lnTo>
                  <a:lnTo>
                    <a:pt x="65673" y="171367"/>
                  </a:lnTo>
                  <a:lnTo>
                    <a:pt x="64164" y="170650"/>
                  </a:lnTo>
                  <a:lnTo>
                    <a:pt x="61839" y="169234"/>
                  </a:lnTo>
                  <a:lnTo>
                    <a:pt x="59965" y="167286"/>
                  </a:lnTo>
                  <a:lnTo>
                    <a:pt x="58295" y="164933"/>
                  </a:lnTo>
                  <a:lnTo>
                    <a:pt x="57070" y="157217"/>
                  </a:lnTo>
                  <a:lnTo>
                    <a:pt x="57002" y="152195"/>
                  </a:lnTo>
                  <a:lnTo>
                    <a:pt x="55995" y="149651"/>
                  </a:lnTo>
                  <a:lnTo>
                    <a:pt x="55875" y="149477"/>
                  </a:lnTo>
                  <a:lnTo>
                    <a:pt x="54430" y="146947"/>
                  </a:lnTo>
                  <a:lnTo>
                    <a:pt x="54884" y="143736"/>
                  </a:lnTo>
                  <a:lnTo>
                    <a:pt x="56744" y="138966"/>
                  </a:lnTo>
                  <a:lnTo>
                    <a:pt x="56795" y="138708"/>
                  </a:lnTo>
                  <a:lnTo>
                    <a:pt x="58233" y="134099"/>
                  </a:lnTo>
                  <a:lnTo>
                    <a:pt x="54869" y="129009"/>
                  </a:lnTo>
                  <a:lnTo>
                    <a:pt x="52395" y="125140"/>
                  </a:lnTo>
                  <a:lnTo>
                    <a:pt x="52190" y="124819"/>
                  </a:lnTo>
                  <a:lnTo>
                    <a:pt x="52174" y="124682"/>
                  </a:lnTo>
                  <a:lnTo>
                    <a:pt x="50969" y="121199"/>
                  </a:lnTo>
                  <a:lnTo>
                    <a:pt x="50916" y="121002"/>
                  </a:lnTo>
                  <a:lnTo>
                    <a:pt x="50865" y="120575"/>
                  </a:lnTo>
                  <a:lnTo>
                    <a:pt x="51181" y="117462"/>
                  </a:lnTo>
                  <a:lnTo>
                    <a:pt x="51164" y="117316"/>
                  </a:lnTo>
                  <a:lnTo>
                    <a:pt x="51165" y="117081"/>
                  </a:lnTo>
                  <a:lnTo>
                    <a:pt x="50709" y="113460"/>
                  </a:lnTo>
                  <a:lnTo>
                    <a:pt x="50710" y="113219"/>
                  </a:lnTo>
                  <a:lnTo>
                    <a:pt x="50693" y="112825"/>
                  </a:lnTo>
                  <a:lnTo>
                    <a:pt x="50675" y="112674"/>
                  </a:lnTo>
                  <a:lnTo>
                    <a:pt x="50317" y="108610"/>
                  </a:lnTo>
                  <a:lnTo>
                    <a:pt x="50225" y="108330"/>
                  </a:lnTo>
                  <a:lnTo>
                    <a:pt x="50132" y="107797"/>
                  </a:lnTo>
                  <a:lnTo>
                    <a:pt x="49002" y="104880"/>
                  </a:lnTo>
                  <a:lnTo>
                    <a:pt x="42951" y="91819"/>
                  </a:lnTo>
                  <a:lnTo>
                    <a:pt x="38946" y="92626"/>
                  </a:lnTo>
                  <a:lnTo>
                    <a:pt x="34798" y="92441"/>
                  </a:lnTo>
                  <a:lnTo>
                    <a:pt x="34167" y="92397"/>
                  </a:lnTo>
                  <a:lnTo>
                    <a:pt x="32138" y="91591"/>
                  </a:lnTo>
                  <a:lnTo>
                    <a:pt x="31866" y="91164"/>
                  </a:lnTo>
                  <a:lnTo>
                    <a:pt x="30623" y="88241"/>
                  </a:lnTo>
                  <a:lnTo>
                    <a:pt x="30560" y="88019"/>
                  </a:lnTo>
                  <a:lnTo>
                    <a:pt x="30815" y="85089"/>
                  </a:lnTo>
                  <a:lnTo>
                    <a:pt x="30884" y="82227"/>
                  </a:lnTo>
                  <a:lnTo>
                    <a:pt x="31269" y="80009"/>
                  </a:lnTo>
                  <a:lnTo>
                    <a:pt x="31203" y="79660"/>
                  </a:lnTo>
                  <a:lnTo>
                    <a:pt x="29390" y="76304"/>
                  </a:lnTo>
                  <a:lnTo>
                    <a:pt x="29215" y="72674"/>
                  </a:lnTo>
                  <a:lnTo>
                    <a:pt x="29292" y="72300"/>
                  </a:lnTo>
                  <a:lnTo>
                    <a:pt x="30446" y="69558"/>
                  </a:lnTo>
                  <a:lnTo>
                    <a:pt x="30634" y="69366"/>
                  </a:lnTo>
                  <a:lnTo>
                    <a:pt x="30709" y="69238"/>
                  </a:lnTo>
                  <a:lnTo>
                    <a:pt x="32679" y="66666"/>
                  </a:lnTo>
                  <a:lnTo>
                    <a:pt x="32812" y="66505"/>
                  </a:lnTo>
                  <a:lnTo>
                    <a:pt x="35012" y="64667"/>
                  </a:lnTo>
                  <a:lnTo>
                    <a:pt x="35267" y="60370"/>
                  </a:lnTo>
                  <a:lnTo>
                    <a:pt x="35282" y="60135"/>
                  </a:lnTo>
                  <a:lnTo>
                    <a:pt x="35053" y="53219"/>
                  </a:lnTo>
                  <a:lnTo>
                    <a:pt x="34849" y="47733"/>
                  </a:lnTo>
                  <a:lnTo>
                    <a:pt x="36209" y="40308"/>
                  </a:lnTo>
                  <a:lnTo>
                    <a:pt x="34867" y="38950"/>
                  </a:lnTo>
                  <a:lnTo>
                    <a:pt x="31565" y="37792"/>
                  </a:lnTo>
                  <a:lnTo>
                    <a:pt x="28842" y="37268"/>
                  </a:lnTo>
                  <a:lnTo>
                    <a:pt x="28566" y="37420"/>
                  </a:lnTo>
                  <a:lnTo>
                    <a:pt x="26195" y="40130"/>
                  </a:lnTo>
                  <a:lnTo>
                    <a:pt x="26077" y="40428"/>
                  </a:lnTo>
                  <a:lnTo>
                    <a:pt x="23911" y="45814"/>
                  </a:lnTo>
                  <a:lnTo>
                    <a:pt x="21193" y="52313"/>
                  </a:lnTo>
                  <a:lnTo>
                    <a:pt x="21208" y="52449"/>
                  </a:lnTo>
                  <a:lnTo>
                    <a:pt x="20376" y="55475"/>
                  </a:lnTo>
                  <a:lnTo>
                    <a:pt x="21063" y="60691"/>
                  </a:lnTo>
                  <a:lnTo>
                    <a:pt x="20159" y="65827"/>
                  </a:lnTo>
                  <a:lnTo>
                    <a:pt x="19811" y="73026"/>
                  </a:lnTo>
                  <a:lnTo>
                    <a:pt x="16537" y="73655"/>
                  </a:lnTo>
                  <a:lnTo>
                    <a:pt x="13845" y="72126"/>
                  </a:lnTo>
                  <a:lnTo>
                    <a:pt x="12596" y="70051"/>
                  </a:lnTo>
                  <a:lnTo>
                    <a:pt x="12555" y="69879"/>
                  </a:lnTo>
                  <a:lnTo>
                    <a:pt x="11708" y="66915"/>
                  </a:lnTo>
                  <a:lnTo>
                    <a:pt x="11591" y="66510"/>
                  </a:lnTo>
                  <a:lnTo>
                    <a:pt x="11314" y="63996"/>
                  </a:lnTo>
                  <a:lnTo>
                    <a:pt x="11130" y="62318"/>
                  </a:lnTo>
                  <a:lnTo>
                    <a:pt x="8037" y="60969"/>
                  </a:lnTo>
                  <a:lnTo>
                    <a:pt x="7957" y="60643"/>
                  </a:lnTo>
                  <a:lnTo>
                    <a:pt x="7858" y="60241"/>
                  </a:lnTo>
                  <a:lnTo>
                    <a:pt x="7783" y="59938"/>
                  </a:lnTo>
                  <a:lnTo>
                    <a:pt x="7658" y="59427"/>
                  </a:lnTo>
                  <a:lnTo>
                    <a:pt x="6223" y="53587"/>
                  </a:lnTo>
                  <a:lnTo>
                    <a:pt x="5305" y="52503"/>
                  </a:lnTo>
                  <a:lnTo>
                    <a:pt x="5037" y="52187"/>
                  </a:lnTo>
                  <a:lnTo>
                    <a:pt x="7027" y="48437"/>
                  </a:lnTo>
                  <a:lnTo>
                    <a:pt x="5799" y="45366"/>
                  </a:lnTo>
                  <a:lnTo>
                    <a:pt x="4344" y="42648"/>
                  </a:lnTo>
                  <a:lnTo>
                    <a:pt x="3766" y="39863"/>
                  </a:lnTo>
                  <a:lnTo>
                    <a:pt x="4584" y="38216"/>
                  </a:lnTo>
                  <a:lnTo>
                    <a:pt x="6641" y="35084"/>
                  </a:lnTo>
                  <a:lnTo>
                    <a:pt x="6629" y="33354"/>
                  </a:lnTo>
                  <a:lnTo>
                    <a:pt x="2839" y="29488"/>
                  </a:lnTo>
                  <a:lnTo>
                    <a:pt x="558" y="26097"/>
                  </a:lnTo>
                  <a:lnTo>
                    <a:pt x="259" y="24853"/>
                  </a:lnTo>
                  <a:lnTo>
                    <a:pt x="0" y="23776"/>
                  </a:lnTo>
                  <a:lnTo>
                    <a:pt x="788" y="22415"/>
                  </a:lnTo>
                  <a:lnTo>
                    <a:pt x="3176" y="16156"/>
                  </a:lnTo>
                  <a:lnTo>
                    <a:pt x="3933" y="16242"/>
                  </a:lnTo>
                  <a:lnTo>
                    <a:pt x="4667" y="15933"/>
                  </a:lnTo>
                  <a:lnTo>
                    <a:pt x="5320" y="15657"/>
                  </a:lnTo>
                  <a:lnTo>
                    <a:pt x="7441" y="14763"/>
                  </a:lnTo>
                  <a:lnTo>
                    <a:pt x="8615" y="14268"/>
                  </a:lnTo>
                  <a:lnTo>
                    <a:pt x="12588" y="12593"/>
                  </a:lnTo>
                  <a:lnTo>
                    <a:pt x="13495" y="12181"/>
                  </a:lnTo>
                  <a:lnTo>
                    <a:pt x="15391" y="11112"/>
                  </a:lnTo>
                  <a:lnTo>
                    <a:pt x="17559" y="10126"/>
                  </a:lnTo>
                  <a:lnTo>
                    <a:pt x="20910" y="8601"/>
                  </a:lnTo>
                  <a:lnTo>
                    <a:pt x="21146" y="8178"/>
                  </a:lnTo>
                  <a:lnTo>
                    <a:pt x="22905" y="5021"/>
                  </a:lnTo>
                  <a:lnTo>
                    <a:pt x="24467" y="3401"/>
                  </a:lnTo>
                  <a:lnTo>
                    <a:pt x="26448" y="1347"/>
                  </a:lnTo>
                  <a:lnTo>
                    <a:pt x="29722" y="6077"/>
                  </a:lnTo>
                  <a:lnTo>
                    <a:pt x="34885" y="2504"/>
                  </a:lnTo>
                  <a:lnTo>
                    <a:pt x="35120" y="2828"/>
                  </a:lnTo>
                  <a:lnTo>
                    <a:pt x="37819" y="6546"/>
                  </a:lnTo>
                  <a:lnTo>
                    <a:pt x="38275" y="7175"/>
                  </a:lnTo>
                  <a:lnTo>
                    <a:pt x="38592" y="7614"/>
                  </a:lnTo>
                  <a:lnTo>
                    <a:pt x="43593" y="14535"/>
                  </a:lnTo>
                  <a:lnTo>
                    <a:pt x="44207" y="15385"/>
                  </a:lnTo>
                  <a:lnTo>
                    <a:pt x="44338" y="15566"/>
                  </a:lnTo>
                  <a:lnTo>
                    <a:pt x="46507" y="18568"/>
                  </a:lnTo>
                  <a:lnTo>
                    <a:pt x="49292" y="22422"/>
                  </a:lnTo>
                  <a:lnTo>
                    <a:pt x="49697" y="22982"/>
                  </a:lnTo>
                  <a:lnTo>
                    <a:pt x="49876" y="22857"/>
                  </a:lnTo>
                  <a:lnTo>
                    <a:pt x="54517" y="19610"/>
                  </a:lnTo>
                  <a:lnTo>
                    <a:pt x="55276" y="19079"/>
                  </a:lnTo>
                  <a:lnTo>
                    <a:pt x="60048" y="15742"/>
                  </a:lnTo>
                  <a:lnTo>
                    <a:pt x="62356" y="14128"/>
                  </a:lnTo>
                  <a:lnTo>
                    <a:pt x="62499" y="14336"/>
                  </a:lnTo>
                  <a:lnTo>
                    <a:pt x="62642" y="14544"/>
                  </a:lnTo>
                  <a:lnTo>
                    <a:pt x="62927" y="14960"/>
                  </a:lnTo>
                  <a:lnTo>
                    <a:pt x="63875" y="14342"/>
                  </a:lnTo>
                  <a:lnTo>
                    <a:pt x="64905" y="13670"/>
                  </a:lnTo>
                  <a:lnTo>
                    <a:pt x="65216" y="13467"/>
                  </a:lnTo>
                  <a:lnTo>
                    <a:pt x="66716" y="12456"/>
                  </a:lnTo>
                  <a:lnTo>
                    <a:pt x="66883" y="12343"/>
                  </a:lnTo>
                  <a:lnTo>
                    <a:pt x="67274" y="12079"/>
                  </a:lnTo>
                  <a:lnTo>
                    <a:pt x="68135" y="11503"/>
                  </a:lnTo>
                  <a:lnTo>
                    <a:pt x="68510" y="11252"/>
                  </a:lnTo>
                  <a:lnTo>
                    <a:pt x="71034" y="9563"/>
                  </a:lnTo>
                  <a:lnTo>
                    <a:pt x="70644" y="8994"/>
                  </a:lnTo>
                  <a:lnTo>
                    <a:pt x="70500" y="8756"/>
                  </a:lnTo>
                  <a:lnTo>
                    <a:pt x="70306" y="8436"/>
                  </a:lnTo>
                  <a:lnTo>
                    <a:pt x="70222" y="8287"/>
                  </a:lnTo>
                  <a:lnTo>
                    <a:pt x="69595" y="7175"/>
                  </a:lnTo>
                  <a:lnTo>
                    <a:pt x="69459" y="6957"/>
                  </a:lnTo>
                  <a:lnTo>
                    <a:pt x="70877" y="5720"/>
                  </a:lnTo>
                  <a:lnTo>
                    <a:pt x="71033" y="5584"/>
                  </a:lnTo>
                  <a:lnTo>
                    <a:pt x="71911" y="4819"/>
                  </a:lnTo>
                  <a:lnTo>
                    <a:pt x="72062" y="4688"/>
                  </a:lnTo>
                  <a:lnTo>
                    <a:pt x="74127" y="3587"/>
                  </a:lnTo>
                  <a:lnTo>
                    <a:pt x="74591" y="3220"/>
                  </a:lnTo>
                  <a:lnTo>
                    <a:pt x="76341" y="1834"/>
                  </a:lnTo>
                  <a:lnTo>
                    <a:pt x="76565" y="1655"/>
                  </a:lnTo>
                  <a:lnTo>
                    <a:pt x="78083" y="1303"/>
                  </a:lnTo>
                  <a:lnTo>
                    <a:pt x="83550" y="0"/>
                  </a:lnTo>
                  <a:lnTo>
                    <a:pt x="85817" y="453"/>
                  </a:lnTo>
                  <a:lnTo>
                    <a:pt x="87057" y="2170"/>
                  </a:lnTo>
                  <a:lnTo>
                    <a:pt x="87507" y="4303"/>
                  </a:lnTo>
                  <a:lnTo>
                    <a:pt x="87638" y="4686"/>
                  </a:lnTo>
                  <a:lnTo>
                    <a:pt x="87981" y="5525"/>
                  </a:lnTo>
                  <a:lnTo>
                    <a:pt x="88574" y="6975"/>
                  </a:lnTo>
                  <a:lnTo>
                    <a:pt x="88663" y="7119"/>
                  </a:lnTo>
                  <a:lnTo>
                    <a:pt x="89533" y="842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7" name="pg66"/>
            <p:cNvSpPr/>
            <p:nvPr/>
          </p:nvSpPr>
          <p:spPr>
            <a:xfrm>
              <a:off x="5927281" y="3240774"/>
              <a:ext cx="89882" cy="101114"/>
            </a:xfrm>
            <a:custGeom>
              <a:avLst/>
              <a:pathLst>
                <a:path w="89882" h="101114">
                  <a:moveTo>
                    <a:pt x="26736" y="807"/>
                  </a:moveTo>
                  <a:lnTo>
                    <a:pt x="27008" y="4640"/>
                  </a:lnTo>
                  <a:lnTo>
                    <a:pt x="27380" y="9885"/>
                  </a:lnTo>
                  <a:lnTo>
                    <a:pt x="27423" y="10492"/>
                  </a:lnTo>
                  <a:lnTo>
                    <a:pt x="30775" y="10291"/>
                  </a:lnTo>
                  <a:lnTo>
                    <a:pt x="35542" y="10005"/>
                  </a:lnTo>
                  <a:lnTo>
                    <a:pt x="40016" y="9659"/>
                  </a:lnTo>
                  <a:lnTo>
                    <a:pt x="45118" y="9260"/>
                  </a:lnTo>
                  <a:lnTo>
                    <a:pt x="49624" y="8792"/>
                  </a:lnTo>
                  <a:lnTo>
                    <a:pt x="49908" y="11542"/>
                  </a:lnTo>
                  <a:lnTo>
                    <a:pt x="50601" y="18325"/>
                  </a:lnTo>
                  <a:lnTo>
                    <a:pt x="50908" y="22898"/>
                  </a:lnTo>
                  <a:lnTo>
                    <a:pt x="51217" y="27378"/>
                  </a:lnTo>
                  <a:lnTo>
                    <a:pt x="52028" y="27232"/>
                  </a:lnTo>
                  <a:lnTo>
                    <a:pt x="52204" y="27200"/>
                  </a:lnTo>
                  <a:lnTo>
                    <a:pt x="52429" y="27160"/>
                  </a:lnTo>
                  <a:lnTo>
                    <a:pt x="55286" y="27816"/>
                  </a:lnTo>
                  <a:lnTo>
                    <a:pt x="55203" y="29016"/>
                  </a:lnTo>
                  <a:lnTo>
                    <a:pt x="55966" y="29188"/>
                  </a:lnTo>
                  <a:lnTo>
                    <a:pt x="56311" y="29256"/>
                  </a:lnTo>
                  <a:lnTo>
                    <a:pt x="59619" y="29908"/>
                  </a:lnTo>
                  <a:lnTo>
                    <a:pt x="63545" y="30485"/>
                  </a:lnTo>
                  <a:lnTo>
                    <a:pt x="66040" y="31009"/>
                  </a:lnTo>
                  <a:lnTo>
                    <a:pt x="68218" y="31694"/>
                  </a:lnTo>
                  <a:lnTo>
                    <a:pt x="69856" y="32420"/>
                  </a:lnTo>
                  <a:lnTo>
                    <a:pt x="70935" y="32641"/>
                  </a:lnTo>
                  <a:lnTo>
                    <a:pt x="75271" y="33527"/>
                  </a:lnTo>
                  <a:lnTo>
                    <a:pt x="78081" y="34102"/>
                  </a:lnTo>
                  <a:lnTo>
                    <a:pt x="77885" y="35489"/>
                  </a:lnTo>
                  <a:lnTo>
                    <a:pt x="75799" y="38007"/>
                  </a:lnTo>
                  <a:lnTo>
                    <a:pt x="63967" y="36926"/>
                  </a:lnTo>
                  <a:lnTo>
                    <a:pt x="62435" y="38937"/>
                  </a:lnTo>
                  <a:lnTo>
                    <a:pt x="63021" y="41796"/>
                  </a:lnTo>
                  <a:lnTo>
                    <a:pt x="68009" y="44122"/>
                  </a:lnTo>
                  <a:lnTo>
                    <a:pt x="68358" y="45264"/>
                  </a:lnTo>
                  <a:lnTo>
                    <a:pt x="69639" y="49448"/>
                  </a:lnTo>
                  <a:lnTo>
                    <a:pt x="69388" y="52211"/>
                  </a:lnTo>
                  <a:lnTo>
                    <a:pt x="70514" y="54803"/>
                  </a:lnTo>
                  <a:lnTo>
                    <a:pt x="73608" y="56360"/>
                  </a:lnTo>
                  <a:lnTo>
                    <a:pt x="74609" y="57510"/>
                  </a:lnTo>
                  <a:lnTo>
                    <a:pt x="76310" y="59467"/>
                  </a:lnTo>
                  <a:lnTo>
                    <a:pt x="77023" y="61305"/>
                  </a:lnTo>
                  <a:lnTo>
                    <a:pt x="76454" y="63103"/>
                  </a:lnTo>
                  <a:lnTo>
                    <a:pt x="76961" y="65089"/>
                  </a:lnTo>
                  <a:lnTo>
                    <a:pt x="76853" y="67590"/>
                  </a:lnTo>
                  <a:lnTo>
                    <a:pt x="76664" y="70026"/>
                  </a:lnTo>
                  <a:lnTo>
                    <a:pt x="78189" y="71882"/>
                  </a:lnTo>
                  <a:lnTo>
                    <a:pt x="79511" y="73106"/>
                  </a:lnTo>
                  <a:lnTo>
                    <a:pt x="81778" y="75022"/>
                  </a:lnTo>
                  <a:lnTo>
                    <a:pt x="82459" y="78431"/>
                  </a:lnTo>
                  <a:lnTo>
                    <a:pt x="82517" y="78567"/>
                  </a:lnTo>
                  <a:lnTo>
                    <a:pt x="83725" y="79235"/>
                  </a:lnTo>
                  <a:lnTo>
                    <a:pt x="85943" y="79478"/>
                  </a:lnTo>
                  <a:lnTo>
                    <a:pt x="87864" y="80274"/>
                  </a:lnTo>
                  <a:lnTo>
                    <a:pt x="88415" y="80146"/>
                  </a:lnTo>
                  <a:lnTo>
                    <a:pt x="89882" y="79854"/>
                  </a:lnTo>
                  <a:lnTo>
                    <a:pt x="89740" y="79966"/>
                  </a:lnTo>
                  <a:lnTo>
                    <a:pt x="87991" y="81351"/>
                  </a:lnTo>
                  <a:lnTo>
                    <a:pt x="87526" y="81719"/>
                  </a:lnTo>
                  <a:lnTo>
                    <a:pt x="85461" y="82819"/>
                  </a:lnTo>
                  <a:lnTo>
                    <a:pt x="85311" y="82950"/>
                  </a:lnTo>
                  <a:lnTo>
                    <a:pt x="84433" y="83716"/>
                  </a:lnTo>
                  <a:lnTo>
                    <a:pt x="84277" y="83852"/>
                  </a:lnTo>
                  <a:lnTo>
                    <a:pt x="82859" y="85089"/>
                  </a:lnTo>
                  <a:lnTo>
                    <a:pt x="83059" y="85420"/>
                  </a:lnTo>
                  <a:lnTo>
                    <a:pt x="83622" y="86419"/>
                  </a:lnTo>
                  <a:lnTo>
                    <a:pt x="83755" y="86649"/>
                  </a:lnTo>
                  <a:lnTo>
                    <a:pt x="83900" y="86887"/>
                  </a:lnTo>
                  <a:lnTo>
                    <a:pt x="84154" y="87286"/>
                  </a:lnTo>
                  <a:lnTo>
                    <a:pt x="84433" y="87695"/>
                  </a:lnTo>
                  <a:lnTo>
                    <a:pt x="81909" y="89384"/>
                  </a:lnTo>
                  <a:lnTo>
                    <a:pt x="81534" y="89635"/>
                  </a:lnTo>
                  <a:lnTo>
                    <a:pt x="80674" y="90210"/>
                  </a:lnTo>
                  <a:lnTo>
                    <a:pt x="80282" y="90475"/>
                  </a:lnTo>
                  <a:lnTo>
                    <a:pt x="80115" y="90587"/>
                  </a:lnTo>
                  <a:lnTo>
                    <a:pt x="78616" y="91599"/>
                  </a:lnTo>
                  <a:lnTo>
                    <a:pt x="78305" y="91802"/>
                  </a:lnTo>
                  <a:lnTo>
                    <a:pt x="77275" y="92474"/>
                  </a:lnTo>
                  <a:lnTo>
                    <a:pt x="76327" y="93092"/>
                  </a:lnTo>
                  <a:lnTo>
                    <a:pt x="76041" y="92676"/>
                  </a:lnTo>
                  <a:lnTo>
                    <a:pt x="75898" y="92467"/>
                  </a:lnTo>
                  <a:lnTo>
                    <a:pt x="75755" y="92259"/>
                  </a:lnTo>
                  <a:lnTo>
                    <a:pt x="73447" y="93874"/>
                  </a:lnTo>
                  <a:lnTo>
                    <a:pt x="68676" y="97211"/>
                  </a:lnTo>
                  <a:lnTo>
                    <a:pt x="67917" y="97742"/>
                  </a:lnTo>
                  <a:lnTo>
                    <a:pt x="63276" y="100988"/>
                  </a:lnTo>
                  <a:lnTo>
                    <a:pt x="63096" y="101114"/>
                  </a:lnTo>
                  <a:lnTo>
                    <a:pt x="62691" y="100553"/>
                  </a:lnTo>
                  <a:lnTo>
                    <a:pt x="59907" y="96700"/>
                  </a:lnTo>
                  <a:lnTo>
                    <a:pt x="57738" y="93698"/>
                  </a:lnTo>
                  <a:lnTo>
                    <a:pt x="57607" y="93516"/>
                  </a:lnTo>
                  <a:lnTo>
                    <a:pt x="56993" y="92667"/>
                  </a:lnTo>
                  <a:lnTo>
                    <a:pt x="51946" y="85683"/>
                  </a:lnTo>
                  <a:lnTo>
                    <a:pt x="51675" y="85307"/>
                  </a:lnTo>
                  <a:lnTo>
                    <a:pt x="51218" y="84678"/>
                  </a:lnTo>
                  <a:lnTo>
                    <a:pt x="48520" y="80959"/>
                  </a:lnTo>
                  <a:lnTo>
                    <a:pt x="48216" y="80540"/>
                  </a:lnTo>
                  <a:lnTo>
                    <a:pt x="42610" y="72746"/>
                  </a:lnTo>
                  <a:lnTo>
                    <a:pt x="42175" y="71576"/>
                  </a:lnTo>
                  <a:lnTo>
                    <a:pt x="41974" y="71036"/>
                  </a:lnTo>
                  <a:lnTo>
                    <a:pt x="41675" y="70199"/>
                  </a:lnTo>
                  <a:lnTo>
                    <a:pt x="41392" y="69407"/>
                  </a:lnTo>
                  <a:lnTo>
                    <a:pt x="40437" y="65795"/>
                  </a:lnTo>
                  <a:lnTo>
                    <a:pt x="37579" y="61294"/>
                  </a:lnTo>
                  <a:lnTo>
                    <a:pt x="35546" y="58056"/>
                  </a:lnTo>
                  <a:lnTo>
                    <a:pt x="34062" y="55581"/>
                  </a:lnTo>
                  <a:lnTo>
                    <a:pt x="33861" y="55247"/>
                  </a:lnTo>
                  <a:lnTo>
                    <a:pt x="33634" y="54867"/>
                  </a:lnTo>
                  <a:lnTo>
                    <a:pt x="30676" y="49936"/>
                  </a:lnTo>
                  <a:lnTo>
                    <a:pt x="30638" y="49564"/>
                  </a:lnTo>
                  <a:lnTo>
                    <a:pt x="30568" y="48870"/>
                  </a:lnTo>
                  <a:lnTo>
                    <a:pt x="30390" y="47093"/>
                  </a:lnTo>
                  <a:lnTo>
                    <a:pt x="30113" y="44337"/>
                  </a:lnTo>
                  <a:lnTo>
                    <a:pt x="29659" y="39749"/>
                  </a:lnTo>
                  <a:lnTo>
                    <a:pt x="29629" y="39336"/>
                  </a:lnTo>
                  <a:lnTo>
                    <a:pt x="29582" y="38690"/>
                  </a:lnTo>
                  <a:lnTo>
                    <a:pt x="29474" y="37026"/>
                  </a:lnTo>
                  <a:lnTo>
                    <a:pt x="29278" y="34031"/>
                  </a:lnTo>
                  <a:lnTo>
                    <a:pt x="29096" y="31330"/>
                  </a:lnTo>
                  <a:lnTo>
                    <a:pt x="29000" y="29761"/>
                  </a:lnTo>
                  <a:lnTo>
                    <a:pt x="28987" y="29541"/>
                  </a:lnTo>
                  <a:lnTo>
                    <a:pt x="28745" y="25576"/>
                  </a:lnTo>
                  <a:lnTo>
                    <a:pt x="28532" y="22075"/>
                  </a:lnTo>
                  <a:lnTo>
                    <a:pt x="28478" y="21200"/>
                  </a:lnTo>
                  <a:lnTo>
                    <a:pt x="28395" y="19838"/>
                  </a:lnTo>
                  <a:lnTo>
                    <a:pt x="24735" y="20226"/>
                  </a:lnTo>
                  <a:lnTo>
                    <a:pt x="20237" y="20693"/>
                  </a:lnTo>
                  <a:lnTo>
                    <a:pt x="19974" y="20705"/>
                  </a:lnTo>
                  <a:lnTo>
                    <a:pt x="15159" y="20926"/>
                  </a:lnTo>
                  <a:lnTo>
                    <a:pt x="10552" y="21118"/>
                  </a:lnTo>
                  <a:lnTo>
                    <a:pt x="10329" y="21128"/>
                  </a:lnTo>
                  <a:lnTo>
                    <a:pt x="6554" y="21307"/>
                  </a:lnTo>
                  <a:lnTo>
                    <a:pt x="4050" y="21499"/>
                  </a:lnTo>
                  <a:lnTo>
                    <a:pt x="3790" y="21517"/>
                  </a:lnTo>
                  <a:lnTo>
                    <a:pt x="2260" y="21641"/>
                  </a:lnTo>
                  <a:lnTo>
                    <a:pt x="1869" y="17293"/>
                  </a:lnTo>
                  <a:lnTo>
                    <a:pt x="1484" y="14324"/>
                  </a:lnTo>
                  <a:lnTo>
                    <a:pt x="1445" y="13460"/>
                  </a:lnTo>
                  <a:lnTo>
                    <a:pt x="1380" y="11886"/>
                  </a:lnTo>
                  <a:lnTo>
                    <a:pt x="2127" y="11393"/>
                  </a:lnTo>
                  <a:lnTo>
                    <a:pt x="1769" y="8857"/>
                  </a:lnTo>
                  <a:lnTo>
                    <a:pt x="757" y="7149"/>
                  </a:lnTo>
                  <a:lnTo>
                    <a:pt x="673" y="6579"/>
                  </a:lnTo>
                  <a:lnTo>
                    <a:pt x="124" y="2867"/>
                  </a:lnTo>
                  <a:lnTo>
                    <a:pt x="0" y="2025"/>
                  </a:lnTo>
                  <a:lnTo>
                    <a:pt x="1720" y="1887"/>
                  </a:lnTo>
                  <a:lnTo>
                    <a:pt x="1747" y="2153"/>
                  </a:lnTo>
                  <a:lnTo>
                    <a:pt x="4271" y="1938"/>
                  </a:lnTo>
                  <a:lnTo>
                    <a:pt x="9067" y="1528"/>
                  </a:lnTo>
                  <a:lnTo>
                    <a:pt x="13563" y="1144"/>
                  </a:lnTo>
                  <a:lnTo>
                    <a:pt x="13965" y="1110"/>
                  </a:lnTo>
                  <a:lnTo>
                    <a:pt x="18227" y="746"/>
                  </a:lnTo>
                  <a:lnTo>
                    <a:pt x="22997" y="339"/>
                  </a:lnTo>
                  <a:lnTo>
                    <a:pt x="26679"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8" name="pg67"/>
            <p:cNvSpPr/>
            <p:nvPr/>
          </p:nvSpPr>
          <p:spPr>
            <a:xfrm>
              <a:off x="5916039" y="3151441"/>
              <a:ext cx="89657" cy="123424"/>
            </a:xfrm>
            <a:custGeom>
              <a:avLst/>
              <a:pathLst>
                <a:path w="89657" h="123424">
                  <a:moveTo>
                    <a:pt x="89393" y="80939"/>
                  </a:moveTo>
                  <a:lnTo>
                    <a:pt x="87914" y="85136"/>
                  </a:lnTo>
                  <a:lnTo>
                    <a:pt x="86995" y="88811"/>
                  </a:lnTo>
                  <a:lnTo>
                    <a:pt x="86774" y="92726"/>
                  </a:lnTo>
                  <a:lnTo>
                    <a:pt x="83579" y="94905"/>
                  </a:lnTo>
                  <a:lnTo>
                    <a:pt x="83587" y="99044"/>
                  </a:lnTo>
                  <a:lnTo>
                    <a:pt x="85268" y="103437"/>
                  </a:lnTo>
                  <a:lnTo>
                    <a:pt x="85359" y="103581"/>
                  </a:lnTo>
                  <a:lnTo>
                    <a:pt x="87651" y="108337"/>
                  </a:lnTo>
                  <a:lnTo>
                    <a:pt x="89006" y="110458"/>
                  </a:lnTo>
                  <a:lnTo>
                    <a:pt x="89061" y="113168"/>
                  </a:lnTo>
                  <a:lnTo>
                    <a:pt x="88032" y="115833"/>
                  </a:lnTo>
                  <a:lnTo>
                    <a:pt x="87181" y="117738"/>
                  </a:lnTo>
                  <a:lnTo>
                    <a:pt x="88775" y="119091"/>
                  </a:lnTo>
                  <a:lnTo>
                    <a:pt x="89657" y="121065"/>
                  </a:lnTo>
                  <a:lnTo>
                    <a:pt x="89273" y="123424"/>
                  </a:lnTo>
                  <a:lnTo>
                    <a:pt x="86513" y="122860"/>
                  </a:lnTo>
                  <a:lnTo>
                    <a:pt x="82176" y="121973"/>
                  </a:lnTo>
                  <a:lnTo>
                    <a:pt x="81098" y="121753"/>
                  </a:lnTo>
                  <a:lnTo>
                    <a:pt x="79459" y="121027"/>
                  </a:lnTo>
                  <a:lnTo>
                    <a:pt x="77282" y="120341"/>
                  </a:lnTo>
                  <a:lnTo>
                    <a:pt x="74787" y="119818"/>
                  </a:lnTo>
                  <a:lnTo>
                    <a:pt x="70861" y="119240"/>
                  </a:lnTo>
                  <a:lnTo>
                    <a:pt x="67429" y="118564"/>
                  </a:lnTo>
                  <a:lnTo>
                    <a:pt x="67208" y="118521"/>
                  </a:lnTo>
                  <a:lnTo>
                    <a:pt x="66445" y="118348"/>
                  </a:lnTo>
                  <a:lnTo>
                    <a:pt x="66528" y="117148"/>
                  </a:lnTo>
                  <a:lnTo>
                    <a:pt x="63671" y="116492"/>
                  </a:lnTo>
                  <a:lnTo>
                    <a:pt x="63446" y="116533"/>
                  </a:lnTo>
                  <a:lnTo>
                    <a:pt x="63270" y="116564"/>
                  </a:lnTo>
                  <a:lnTo>
                    <a:pt x="62459" y="116711"/>
                  </a:lnTo>
                  <a:lnTo>
                    <a:pt x="62150" y="112230"/>
                  </a:lnTo>
                  <a:lnTo>
                    <a:pt x="61842" y="107657"/>
                  </a:lnTo>
                  <a:lnTo>
                    <a:pt x="61150" y="100875"/>
                  </a:lnTo>
                  <a:lnTo>
                    <a:pt x="60866" y="98124"/>
                  </a:lnTo>
                  <a:lnTo>
                    <a:pt x="56359" y="98593"/>
                  </a:lnTo>
                  <a:lnTo>
                    <a:pt x="51257" y="98992"/>
                  </a:lnTo>
                  <a:lnTo>
                    <a:pt x="46784" y="99337"/>
                  </a:lnTo>
                  <a:lnTo>
                    <a:pt x="42017" y="99623"/>
                  </a:lnTo>
                  <a:lnTo>
                    <a:pt x="38664" y="99825"/>
                  </a:lnTo>
                  <a:lnTo>
                    <a:pt x="38621" y="99218"/>
                  </a:lnTo>
                  <a:lnTo>
                    <a:pt x="38249" y="93972"/>
                  </a:lnTo>
                  <a:lnTo>
                    <a:pt x="37978" y="90139"/>
                  </a:lnTo>
                  <a:lnTo>
                    <a:pt x="37920" y="89332"/>
                  </a:lnTo>
                  <a:lnTo>
                    <a:pt x="34239" y="89672"/>
                  </a:lnTo>
                  <a:lnTo>
                    <a:pt x="29469" y="90079"/>
                  </a:lnTo>
                  <a:lnTo>
                    <a:pt x="25207" y="90443"/>
                  </a:lnTo>
                  <a:lnTo>
                    <a:pt x="24805" y="90477"/>
                  </a:lnTo>
                  <a:lnTo>
                    <a:pt x="20308" y="90861"/>
                  </a:lnTo>
                  <a:lnTo>
                    <a:pt x="15512" y="91270"/>
                  </a:lnTo>
                  <a:lnTo>
                    <a:pt x="12989" y="91486"/>
                  </a:lnTo>
                  <a:lnTo>
                    <a:pt x="12963" y="91219"/>
                  </a:lnTo>
                  <a:lnTo>
                    <a:pt x="12922" y="90824"/>
                  </a:lnTo>
                  <a:lnTo>
                    <a:pt x="12567" y="87407"/>
                  </a:lnTo>
                  <a:lnTo>
                    <a:pt x="12016" y="81379"/>
                  </a:lnTo>
                  <a:lnTo>
                    <a:pt x="9787" y="81479"/>
                  </a:lnTo>
                  <a:lnTo>
                    <a:pt x="9168" y="73912"/>
                  </a:lnTo>
                  <a:lnTo>
                    <a:pt x="18426" y="73107"/>
                  </a:lnTo>
                  <a:lnTo>
                    <a:pt x="32109" y="71983"/>
                  </a:lnTo>
                  <a:lnTo>
                    <a:pt x="36307" y="71586"/>
                  </a:lnTo>
                  <a:lnTo>
                    <a:pt x="36062" y="69018"/>
                  </a:lnTo>
                  <a:lnTo>
                    <a:pt x="35466" y="62783"/>
                  </a:lnTo>
                  <a:lnTo>
                    <a:pt x="34729" y="57409"/>
                  </a:lnTo>
                  <a:lnTo>
                    <a:pt x="34165" y="53294"/>
                  </a:lnTo>
                  <a:lnTo>
                    <a:pt x="33524" y="52428"/>
                  </a:lnTo>
                  <a:lnTo>
                    <a:pt x="29364" y="46814"/>
                  </a:lnTo>
                  <a:lnTo>
                    <a:pt x="26357" y="42283"/>
                  </a:lnTo>
                  <a:lnTo>
                    <a:pt x="26209" y="42062"/>
                  </a:lnTo>
                  <a:lnTo>
                    <a:pt x="25014" y="40260"/>
                  </a:lnTo>
                  <a:lnTo>
                    <a:pt x="23076" y="37342"/>
                  </a:lnTo>
                  <a:lnTo>
                    <a:pt x="16207" y="26994"/>
                  </a:lnTo>
                  <a:lnTo>
                    <a:pt x="9084" y="16161"/>
                  </a:lnTo>
                  <a:lnTo>
                    <a:pt x="6387" y="12059"/>
                  </a:lnTo>
                  <a:lnTo>
                    <a:pt x="3884" y="7904"/>
                  </a:lnTo>
                  <a:lnTo>
                    <a:pt x="296" y="1947"/>
                  </a:lnTo>
                  <a:lnTo>
                    <a:pt x="0" y="1455"/>
                  </a:lnTo>
                  <a:lnTo>
                    <a:pt x="12705" y="1422"/>
                  </a:lnTo>
                  <a:lnTo>
                    <a:pt x="19406" y="1311"/>
                  </a:lnTo>
                  <a:lnTo>
                    <a:pt x="22266" y="1281"/>
                  </a:lnTo>
                  <a:lnTo>
                    <a:pt x="25416" y="1249"/>
                  </a:lnTo>
                  <a:lnTo>
                    <a:pt x="29383" y="962"/>
                  </a:lnTo>
                  <a:lnTo>
                    <a:pt x="32653" y="608"/>
                  </a:lnTo>
                  <a:lnTo>
                    <a:pt x="35357" y="0"/>
                  </a:lnTo>
                  <a:lnTo>
                    <a:pt x="46593" y="8935"/>
                  </a:lnTo>
                  <a:lnTo>
                    <a:pt x="52890" y="12551"/>
                  </a:lnTo>
                  <a:lnTo>
                    <a:pt x="62564" y="17808"/>
                  </a:lnTo>
                  <a:lnTo>
                    <a:pt x="68726" y="21107"/>
                  </a:lnTo>
                  <a:lnTo>
                    <a:pt x="67242" y="24600"/>
                  </a:lnTo>
                  <a:lnTo>
                    <a:pt x="67093" y="25905"/>
                  </a:lnTo>
                  <a:lnTo>
                    <a:pt x="67219" y="26824"/>
                  </a:lnTo>
                  <a:lnTo>
                    <a:pt x="67503" y="28887"/>
                  </a:lnTo>
                  <a:lnTo>
                    <a:pt x="67801" y="29781"/>
                  </a:lnTo>
                  <a:lnTo>
                    <a:pt x="82171" y="40812"/>
                  </a:lnTo>
                  <a:lnTo>
                    <a:pt x="80031" y="54871"/>
                  </a:lnTo>
                  <a:lnTo>
                    <a:pt x="82347" y="60828"/>
                  </a:lnTo>
                  <a:lnTo>
                    <a:pt x="78804" y="64236"/>
                  </a:lnTo>
                  <a:lnTo>
                    <a:pt x="80683" y="68430"/>
                  </a:lnTo>
                  <a:lnTo>
                    <a:pt x="83739" y="72523"/>
                  </a:lnTo>
                  <a:lnTo>
                    <a:pt x="86933" y="75027"/>
                  </a:lnTo>
                  <a:lnTo>
                    <a:pt x="88584" y="7725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69" name="pg68"/>
            <p:cNvSpPr/>
            <p:nvPr/>
          </p:nvSpPr>
          <p:spPr>
            <a:xfrm>
              <a:off x="5940446" y="3037204"/>
              <a:ext cx="169817" cy="177526"/>
            </a:xfrm>
            <a:custGeom>
              <a:avLst/>
              <a:pathLst>
                <a:path w="169817" h="177526">
                  <a:moveTo>
                    <a:pt x="107035" y="38744"/>
                  </a:moveTo>
                  <a:lnTo>
                    <a:pt x="107450" y="40626"/>
                  </a:lnTo>
                  <a:lnTo>
                    <a:pt x="109275" y="40431"/>
                  </a:lnTo>
                  <a:lnTo>
                    <a:pt x="111201" y="40252"/>
                  </a:lnTo>
                  <a:lnTo>
                    <a:pt x="112651" y="40372"/>
                  </a:lnTo>
                  <a:lnTo>
                    <a:pt x="115452" y="40653"/>
                  </a:lnTo>
                  <a:lnTo>
                    <a:pt x="117249" y="40990"/>
                  </a:lnTo>
                  <a:lnTo>
                    <a:pt x="117057" y="43375"/>
                  </a:lnTo>
                  <a:lnTo>
                    <a:pt x="113824" y="43091"/>
                  </a:lnTo>
                  <a:lnTo>
                    <a:pt x="112429" y="43832"/>
                  </a:lnTo>
                  <a:lnTo>
                    <a:pt x="111107" y="44793"/>
                  </a:lnTo>
                  <a:lnTo>
                    <a:pt x="110681" y="46012"/>
                  </a:lnTo>
                  <a:lnTo>
                    <a:pt x="111077" y="47633"/>
                  </a:lnTo>
                  <a:lnTo>
                    <a:pt x="111661" y="49429"/>
                  </a:lnTo>
                  <a:lnTo>
                    <a:pt x="112027" y="51083"/>
                  </a:lnTo>
                  <a:lnTo>
                    <a:pt x="112716" y="52052"/>
                  </a:lnTo>
                  <a:lnTo>
                    <a:pt x="113316" y="52680"/>
                  </a:lnTo>
                  <a:lnTo>
                    <a:pt x="113577" y="53384"/>
                  </a:lnTo>
                  <a:lnTo>
                    <a:pt x="113507" y="53924"/>
                  </a:lnTo>
                  <a:lnTo>
                    <a:pt x="113314" y="54694"/>
                  </a:lnTo>
                  <a:lnTo>
                    <a:pt x="113302" y="55123"/>
                  </a:lnTo>
                  <a:lnTo>
                    <a:pt x="113549" y="56065"/>
                  </a:lnTo>
                  <a:lnTo>
                    <a:pt x="114068" y="57160"/>
                  </a:lnTo>
                  <a:lnTo>
                    <a:pt x="115152" y="58082"/>
                  </a:lnTo>
                  <a:lnTo>
                    <a:pt x="117366" y="58813"/>
                  </a:lnTo>
                  <a:lnTo>
                    <a:pt x="119808" y="59330"/>
                  </a:lnTo>
                  <a:lnTo>
                    <a:pt x="122176" y="59741"/>
                  </a:lnTo>
                  <a:lnTo>
                    <a:pt x="125987" y="60598"/>
                  </a:lnTo>
                  <a:lnTo>
                    <a:pt x="128593" y="60445"/>
                  </a:lnTo>
                  <a:lnTo>
                    <a:pt x="132855" y="58972"/>
                  </a:lnTo>
                  <a:lnTo>
                    <a:pt x="136181" y="57731"/>
                  </a:lnTo>
                  <a:lnTo>
                    <a:pt x="137989" y="56084"/>
                  </a:lnTo>
                  <a:lnTo>
                    <a:pt x="139284" y="55078"/>
                  </a:lnTo>
                  <a:lnTo>
                    <a:pt x="143375" y="53919"/>
                  </a:lnTo>
                  <a:lnTo>
                    <a:pt x="147933" y="52675"/>
                  </a:lnTo>
                  <a:lnTo>
                    <a:pt x="150630" y="51982"/>
                  </a:lnTo>
                  <a:lnTo>
                    <a:pt x="153302" y="51090"/>
                  </a:lnTo>
                  <a:lnTo>
                    <a:pt x="156464" y="49492"/>
                  </a:lnTo>
                  <a:lnTo>
                    <a:pt x="161000" y="47445"/>
                  </a:lnTo>
                  <a:lnTo>
                    <a:pt x="161208" y="47385"/>
                  </a:lnTo>
                  <a:lnTo>
                    <a:pt x="168172" y="48971"/>
                  </a:lnTo>
                  <a:lnTo>
                    <a:pt x="169817" y="51188"/>
                  </a:lnTo>
                  <a:lnTo>
                    <a:pt x="167392" y="57139"/>
                  </a:lnTo>
                  <a:lnTo>
                    <a:pt x="164904" y="57370"/>
                  </a:lnTo>
                  <a:lnTo>
                    <a:pt x="161558" y="56440"/>
                  </a:lnTo>
                  <a:lnTo>
                    <a:pt x="159339" y="60569"/>
                  </a:lnTo>
                  <a:lnTo>
                    <a:pt x="159289" y="60955"/>
                  </a:lnTo>
                  <a:lnTo>
                    <a:pt x="159275" y="61090"/>
                  </a:lnTo>
                  <a:lnTo>
                    <a:pt x="159150" y="62391"/>
                  </a:lnTo>
                  <a:lnTo>
                    <a:pt x="159139" y="62525"/>
                  </a:lnTo>
                  <a:lnTo>
                    <a:pt x="159125" y="62750"/>
                  </a:lnTo>
                  <a:lnTo>
                    <a:pt x="159119" y="62885"/>
                  </a:lnTo>
                  <a:lnTo>
                    <a:pt x="159042" y="65044"/>
                  </a:lnTo>
                  <a:lnTo>
                    <a:pt x="159057" y="66383"/>
                  </a:lnTo>
                  <a:lnTo>
                    <a:pt x="159091" y="66512"/>
                  </a:lnTo>
                  <a:lnTo>
                    <a:pt x="159173" y="66813"/>
                  </a:lnTo>
                  <a:lnTo>
                    <a:pt x="159363" y="67358"/>
                  </a:lnTo>
                  <a:lnTo>
                    <a:pt x="159596" y="68150"/>
                  </a:lnTo>
                  <a:lnTo>
                    <a:pt x="159729" y="68786"/>
                  </a:lnTo>
                  <a:lnTo>
                    <a:pt x="160672" y="69569"/>
                  </a:lnTo>
                  <a:lnTo>
                    <a:pt x="158417" y="70314"/>
                  </a:lnTo>
                  <a:lnTo>
                    <a:pt x="156094" y="71140"/>
                  </a:lnTo>
                  <a:lnTo>
                    <a:pt x="153367" y="71975"/>
                  </a:lnTo>
                  <a:lnTo>
                    <a:pt x="146005" y="74174"/>
                  </a:lnTo>
                  <a:lnTo>
                    <a:pt x="140025" y="75926"/>
                  </a:lnTo>
                  <a:lnTo>
                    <a:pt x="136913" y="76838"/>
                  </a:lnTo>
                  <a:lnTo>
                    <a:pt x="129051" y="79021"/>
                  </a:lnTo>
                  <a:lnTo>
                    <a:pt x="124431" y="80403"/>
                  </a:lnTo>
                  <a:lnTo>
                    <a:pt x="124177" y="80479"/>
                  </a:lnTo>
                  <a:lnTo>
                    <a:pt x="125148" y="81794"/>
                  </a:lnTo>
                  <a:lnTo>
                    <a:pt x="125725" y="83103"/>
                  </a:lnTo>
                  <a:lnTo>
                    <a:pt x="126034" y="83807"/>
                  </a:lnTo>
                  <a:lnTo>
                    <a:pt x="126771" y="86363"/>
                  </a:lnTo>
                  <a:lnTo>
                    <a:pt x="126847" y="86622"/>
                  </a:lnTo>
                  <a:lnTo>
                    <a:pt x="127422" y="88562"/>
                  </a:lnTo>
                  <a:lnTo>
                    <a:pt x="129403" y="89420"/>
                  </a:lnTo>
                  <a:lnTo>
                    <a:pt x="131213" y="90204"/>
                  </a:lnTo>
                  <a:lnTo>
                    <a:pt x="131464" y="90313"/>
                  </a:lnTo>
                  <a:lnTo>
                    <a:pt x="133922" y="91374"/>
                  </a:lnTo>
                  <a:lnTo>
                    <a:pt x="136143" y="92333"/>
                  </a:lnTo>
                  <a:lnTo>
                    <a:pt x="138646" y="93306"/>
                  </a:lnTo>
                  <a:lnTo>
                    <a:pt x="142778" y="94913"/>
                  </a:lnTo>
                  <a:lnTo>
                    <a:pt x="143892" y="95347"/>
                  </a:lnTo>
                  <a:lnTo>
                    <a:pt x="147770" y="96737"/>
                  </a:lnTo>
                  <a:lnTo>
                    <a:pt x="148568" y="97023"/>
                  </a:lnTo>
                  <a:lnTo>
                    <a:pt x="155873" y="99641"/>
                  </a:lnTo>
                  <a:lnTo>
                    <a:pt x="156354" y="99814"/>
                  </a:lnTo>
                  <a:lnTo>
                    <a:pt x="160138" y="101208"/>
                  </a:lnTo>
                  <a:lnTo>
                    <a:pt x="162384" y="102036"/>
                  </a:lnTo>
                  <a:lnTo>
                    <a:pt x="162575" y="102106"/>
                  </a:lnTo>
                  <a:lnTo>
                    <a:pt x="167282" y="103841"/>
                  </a:lnTo>
                  <a:lnTo>
                    <a:pt x="167481" y="103911"/>
                  </a:lnTo>
                  <a:lnTo>
                    <a:pt x="167990" y="104091"/>
                  </a:lnTo>
                  <a:lnTo>
                    <a:pt x="168532" y="104283"/>
                  </a:lnTo>
                  <a:lnTo>
                    <a:pt x="167708" y="107489"/>
                  </a:lnTo>
                  <a:lnTo>
                    <a:pt x="166347" y="110785"/>
                  </a:lnTo>
                  <a:lnTo>
                    <a:pt x="166158" y="111243"/>
                  </a:lnTo>
                  <a:lnTo>
                    <a:pt x="165701" y="111905"/>
                  </a:lnTo>
                  <a:lnTo>
                    <a:pt x="163495" y="115106"/>
                  </a:lnTo>
                  <a:lnTo>
                    <a:pt x="162319" y="116270"/>
                  </a:lnTo>
                  <a:lnTo>
                    <a:pt x="160675" y="117900"/>
                  </a:lnTo>
                  <a:lnTo>
                    <a:pt x="159268" y="119294"/>
                  </a:lnTo>
                  <a:lnTo>
                    <a:pt x="156333" y="121153"/>
                  </a:lnTo>
                  <a:lnTo>
                    <a:pt x="153820" y="122744"/>
                  </a:lnTo>
                  <a:lnTo>
                    <a:pt x="151172" y="124420"/>
                  </a:lnTo>
                  <a:lnTo>
                    <a:pt x="149942" y="125200"/>
                  </a:lnTo>
                  <a:lnTo>
                    <a:pt x="150937" y="126499"/>
                  </a:lnTo>
                  <a:lnTo>
                    <a:pt x="148946" y="128642"/>
                  </a:lnTo>
                  <a:lnTo>
                    <a:pt x="147802" y="129874"/>
                  </a:lnTo>
                  <a:lnTo>
                    <a:pt x="145881" y="132120"/>
                  </a:lnTo>
                  <a:lnTo>
                    <a:pt x="143998" y="134690"/>
                  </a:lnTo>
                  <a:lnTo>
                    <a:pt x="142647" y="136532"/>
                  </a:lnTo>
                  <a:lnTo>
                    <a:pt x="141523" y="135893"/>
                  </a:lnTo>
                  <a:lnTo>
                    <a:pt x="137885" y="140387"/>
                  </a:lnTo>
                  <a:lnTo>
                    <a:pt x="136636" y="141929"/>
                  </a:lnTo>
                  <a:lnTo>
                    <a:pt x="136532" y="142057"/>
                  </a:lnTo>
                  <a:lnTo>
                    <a:pt x="134726" y="140755"/>
                  </a:lnTo>
                  <a:lnTo>
                    <a:pt x="133101" y="139642"/>
                  </a:lnTo>
                  <a:lnTo>
                    <a:pt x="131974" y="138870"/>
                  </a:lnTo>
                  <a:lnTo>
                    <a:pt x="131222" y="138355"/>
                  </a:lnTo>
                  <a:lnTo>
                    <a:pt x="127523" y="135820"/>
                  </a:lnTo>
                  <a:lnTo>
                    <a:pt x="126882" y="135373"/>
                  </a:lnTo>
                  <a:lnTo>
                    <a:pt x="121291" y="131479"/>
                  </a:lnTo>
                  <a:lnTo>
                    <a:pt x="119793" y="130436"/>
                  </a:lnTo>
                  <a:lnTo>
                    <a:pt x="119380" y="130147"/>
                  </a:lnTo>
                  <a:lnTo>
                    <a:pt x="110081" y="123654"/>
                  </a:lnTo>
                  <a:lnTo>
                    <a:pt x="108989" y="123072"/>
                  </a:lnTo>
                  <a:lnTo>
                    <a:pt x="108862" y="123248"/>
                  </a:lnTo>
                  <a:lnTo>
                    <a:pt x="108628" y="123572"/>
                  </a:lnTo>
                  <a:lnTo>
                    <a:pt x="107437" y="125224"/>
                  </a:lnTo>
                  <a:lnTo>
                    <a:pt x="72048" y="171420"/>
                  </a:lnTo>
                  <a:lnTo>
                    <a:pt x="71310" y="172502"/>
                  </a:lnTo>
                  <a:lnTo>
                    <a:pt x="71047" y="172887"/>
                  </a:lnTo>
                  <a:lnTo>
                    <a:pt x="70604" y="173286"/>
                  </a:lnTo>
                  <a:lnTo>
                    <a:pt x="67971" y="175661"/>
                  </a:lnTo>
                  <a:lnTo>
                    <a:pt x="65903" y="177526"/>
                  </a:lnTo>
                  <a:lnTo>
                    <a:pt x="57940" y="175065"/>
                  </a:lnTo>
                  <a:lnTo>
                    <a:pt x="55623" y="169108"/>
                  </a:lnTo>
                  <a:lnTo>
                    <a:pt x="57764" y="155049"/>
                  </a:lnTo>
                  <a:lnTo>
                    <a:pt x="43394" y="144018"/>
                  </a:lnTo>
                  <a:lnTo>
                    <a:pt x="43096" y="143124"/>
                  </a:lnTo>
                  <a:lnTo>
                    <a:pt x="42812" y="141061"/>
                  </a:lnTo>
                  <a:lnTo>
                    <a:pt x="42686" y="140142"/>
                  </a:lnTo>
                  <a:lnTo>
                    <a:pt x="42835" y="138837"/>
                  </a:lnTo>
                  <a:lnTo>
                    <a:pt x="44319" y="135344"/>
                  </a:lnTo>
                  <a:lnTo>
                    <a:pt x="38157" y="132045"/>
                  </a:lnTo>
                  <a:lnTo>
                    <a:pt x="28483" y="126788"/>
                  </a:lnTo>
                  <a:lnTo>
                    <a:pt x="22186" y="123172"/>
                  </a:lnTo>
                  <a:lnTo>
                    <a:pt x="10949" y="114236"/>
                  </a:lnTo>
                  <a:lnTo>
                    <a:pt x="8578" y="112285"/>
                  </a:lnTo>
                  <a:lnTo>
                    <a:pt x="5805" y="109347"/>
                  </a:lnTo>
                  <a:lnTo>
                    <a:pt x="5154" y="108657"/>
                  </a:lnTo>
                  <a:lnTo>
                    <a:pt x="2052" y="104294"/>
                  </a:lnTo>
                  <a:lnTo>
                    <a:pt x="1215" y="102310"/>
                  </a:lnTo>
                  <a:lnTo>
                    <a:pt x="477" y="100561"/>
                  </a:lnTo>
                  <a:lnTo>
                    <a:pt x="0" y="98133"/>
                  </a:lnTo>
                  <a:lnTo>
                    <a:pt x="23" y="96358"/>
                  </a:lnTo>
                  <a:lnTo>
                    <a:pt x="419" y="95267"/>
                  </a:lnTo>
                  <a:lnTo>
                    <a:pt x="692" y="94514"/>
                  </a:lnTo>
                  <a:lnTo>
                    <a:pt x="1909" y="92949"/>
                  </a:lnTo>
                  <a:lnTo>
                    <a:pt x="3174" y="92319"/>
                  </a:lnTo>
                  <a:lnTo>
                    <a:pt x="4797" y="91689"/>
                  </a:lnTo>
                  <a:lnTo>
                    <a:pt x="6134" y="91212"/>
                  </a:lnTo>
                  <a:lnTo>
                    <a:pt x="7471" y="90735"/>
                  </a:lnTo>
                  <a:lnTo>
                    <a:pt x="8823" y="90253"/>
                  </a:lnTo>
                  <a:lnTo>
                    <a:pt x="9699" y="89889"/>
                  </a:lnTo>
                  <a:lnTo>
                    <a:pt x="12716" y="88638"/>
                  </a:lnTo>
                  <a:lnTo>
                    <a:pt x="13981" y="88205"/>
                  </a:lnTo>
                  <a:lnTo>
                    <a:pt x="14649" y="87977"/>
                  </a:lnTo>
                  <a:lnTo>
                    <a:pt x="11891" y="81374"/>
                  </a:lnTo>
                  <a:lnTo>
                    <a:pt x="17435" y="79461"/>
                  </a:lnTo>
                  <a:lnTo>
                    <a:pt x="17127" y="78519"/>
                  </a:lnTo>
                  <a:lnTo>
                    <a:pt x="16520" y="76664"/>
                  </a:lnTo>
                  <a:lnTo>
                    <a:pt x="15524" y="73615"/>
                  </a:lnTo>
                  <a:lnTo>
                    <a:pt x="15251" y="72780"/>
                  </a:lnTo>
                  <a:lnTo>
                    <a:pt x="14978" y="71945"/>
                  </a:lnTo>
                  <a:lnTo>
                    <a:pt x="14598" y="70743"/>
                  </a:lnTo>
                  <a:lnTo>
                    <a:pt x="14184" y="69433"/>
                  </a:lnTo>
                  <a:lnTo>
                    <a:pt x="12495" y="64082"/>
                  </a:lnTo>
                  <a:lnTo>
                    <a:pt x="11795" y="61867"/>
                  </a:lnTo>
                  <a:lnTo>
                    <a:pt x="10190" y="56551"/>
                  </a:lnTo>
                  <a:lnTo>
                    <a:pt x="9991" y="55893"/>
                  </a:lnTo>
                  <a:lnTo>
                    <a:pt x="10967" y="55465"/>
                  </a:lnTo>
                  <a:lnTo>
                    <a:pt x="13215" y="54479"/>
                  </a:lnTo>
                  <a:lnTo>
                    <a:pt x="13642" y="54292"/>
                  </a:lnTo>
                  <a:lnTo>
                    <a:pt x="15024" y="53687"/>
                  </a:lnTo>
                  <a:lnTo>
                    <a:pt x="16677" y="59040"/>
                  </a:lnTo>
                  <a:lnTo>
                    <a:pt x="18309" y="58364"/>
                  </a:lnTo>
                  <a:lnTo>
                    <a:pt x="21833" y="56906"/>
                  </a:lnTo>
                  <a:lnTo>
                    <a:pt x="22730" y="56534"/>
                  </a:lnTo>
                  <a:lnTo>
                    <a:pt x="23764" y="56107"/>
                  </a:lnTo>
                  <a:lnTo>
                    <a:pt x="25330" y="55390"/>
                  </a:lnTo>
                  <a:lnTo>
                    <a:pt x="27137" y="54562"/>
                  </a:lnTo>
                  <a:lnTo>
                    <a:pt x="28322" y="54019"/>
                  </a:lnTo>
                  <a:lnTo>
                    <a:pt x="29557" y="53453"/>
                  </a:lnTo>
                  <a:lnTo>
                    <a:pt x="29936" y="53279"/>
                  </a:lnTo>
                  <a:lnTo>
                    <a:pt x="31749" y="52449"/>
                  </a:lnTo>
                  <a:lnTo>
                    <a:pt x="34965" y="50924"/>
                  </a:lnTo>
                  <a:lnTo>
                    <a:pt x="35374" y="50730"/>
                  </a:lnTo>
                  <a:lnTo>
                    <a:pt x="36119" y="50377"/>
                  </a:lnTo>
                  <a:lnTo>
                    <a:pt x="41360" y="47892"/>
                  </a:lnTo>
                  <a:lnTo>
                    <a:pt x="42143" y="47521"/>
                  </a:lnTo>
                  <a:lnTo>
                    <a:pt x="42623" y="47293"/>
                  </a:lnTo>
                  <a:lnTo>
                    <a:pt x="44311" y="46493"/>
                  </a:lnTo>
                  <a:lnTo>
                    <a:pt x="48003" y="44866"/>
                  </a:lnTo>
                  <a:lnTo>
                    <a:pt x="48298" y="44736"/>
                  </a:lnTo>
                  <a:lnTo>
                    <a:pt x="50066" y="43957"/>
                  </a:lnTo>
                  <a:lnTo>
                    <a:pt x="52580" y="42849"/>
                  </a:lnTo>
                  <a:lnTo>
                    <a:pt x="53420" y="42479"/>
                  </a:lnTo>
                  <a:lnTo>
                    <a:pt x="55227" y="41683"/>
                  </a:lnTo>
                  <a:lnTo>
                    <a:pt x="58350" y="40307"/>
                  </a:lnTo>
                  <a:lnTo>
                    <a:pt x="58725" y="40141"/>
                  </a:lnTo>
                  <a:lnTo>
                    <a:pt x="60410" y="39378"/>
                  </a:lnTo>
                  <a:lnTo>
                    <a:pt x="62316" y="38516"/>
                  </a:lnTo>
                  <a:lnTo>
                    <a:pt x="64111" y="37703"/>
                  </a:lnTo>
                  <a:lnTo>
                    <a:pt x="65357" y="37139"/>
                  </a:lnTo>
                  <a:lnTo>
                    <a:pt x="65493" y="37077"/>
                  </a:lnTo>
                  <a:lnTo>
                    <a:pt x="68283" y="35814"/>
                  </a:lnTo>
                  <a:lnTo>
                    <a:pt x="69488" y="35269"/>
                  </a:lnTo>
                  <a:lnTo>
                    <a:pt x="72842" y="33750"/>
                  </a:lnTo>
                  <a:lnTo>
                    <a:pt x="74828" y="32851"/>
                  </a:lnTo>
                  <a:lnTo>
                    <a:pt x="75367" y="32607"/>
                  </a:lnTo>
                  <a:lnTo>
                    <a:pt x="77412" y="31836"/>
                  </a:lnTo>
                  <a:lnTo>
                    <a:pt x="82528" y="29908"/>
                  </a:lnTo>
                  <a:lnTo>
                    <a:pt x="80509" y="24194"/>
                  </a:lnTo>
                  <a:lnTo>
                    <a:pt x="87653" y="21185"/>
                  </a:lnTo>
                  <a:lnTo>
                    <a:pt x="87901" y="21080"/>
                  </a:lnTo>
                  <a:lnTo>
                    <a:pt x="87573" y="20331"/>
                  </a:lnTo>
                  <a:lnTo>
                    <a:pt x="86713" y="18365"/>
                  </a:lnTo>
                  <a:lnTo>
                    <a:pt x="86560" y="17977"/>
                  </a:lnTo>
                  <a:lnTo>
                    <a:pt x="86920" y="17830"/>
                  </a:lnTo>
                  <a:lnTo>
                    <a:pt x="87573" y="17562"/>
                  </a:lnTo>
                  <a:lnTo>
                    <a:pt x="89567" y="16744"/>
                  </a:lnTo>
                  <a:lnTo>
                    <a:pt x="94503" y="14719"/>
                  </a:lnTo>
                  <a:lnTo>
                    <a:pt x="98270" y="13174"/>
                  </a:lnTo>
                  <a:lnTo>
                    <a:pt x="100090" y="12340"/>
                  </a:lnTo>
                  <a:lnTo>
                    <a:pt x="105412" y="9898"/>
                  </a:lnTo>
                  <a:lnTo>
                    <a:pt x="109365" y="8084"/>
                  </a:lnTo>
                  <a:lnTo>
                    <a:pt x="110504" y="7594"/>
                  </a:lnTo>
                  <a:lnTo>
                    <a:pt x="112076" y="6917"/>
                  </a:lnTo>
                  <a:lnTo>
                    <a:pt x="119336" y="3789"/>
                  </a:lnTo>
                  <a:lnTo>
                    <a:pt x="120358" y="3289"/>
                  </a:lnTo>
                  <a:lnTo>
                    <a:pt x="122203" y="2540"/>
                  </a:lnTo>
                  <a:lnTo>
                    <a:pt x="128855" y="0"/>
                  </a:lnTo>
                  <a:lnTo>
                    <a:pt x="126654" y="5352"/>
                  </a:lnTo>
                  <a:lnTo>
                    <a:pt x="125437" y="9407"/>
                  </a:lnTo>
                  <a:lnTo>
                    <a:pt x="124984" y="12007"/>
                  </a:lnTo>
                  <a:lnTo>
                    <a:pt x="124912" y="13987"/>
                  </a:lnTo>
                  <a:lnTo>
                    <a:pt x="124889" y="15037"/>
                  </a:lnTo>
                  <a:lnTo>
                    <a:pt x="124149" y="16975"/>
                  </a:lnTo>
                  <a:lnTo>
                    <a:pt x="121128" y="23719"/>
                  </a:lnTo>
                  <a:lnTo>
                    <a:pt x="119156" y="27235"/>
                  </a:lnTo>
                  <a:lnTo>
                    <a:pt x="117999" y="28513"/>
                  </a:lnTo>
                  <a:lnTo>
                    <a:pt x="114547" y="31036"/>
                  </a:lnTo>
                  <a:lnTo>
                    <a:pt x="111510" y="32875"/>
                  </a:lnTo>
                  <a:lnTo>
                    <a:pt x="109500" y="34316"/>
                  </a:lnTo>
                  <a:lnTo>
                    <a:pt x="107149" y="3703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0" name="pg69"/>
            <p:cNvSpPr/>
            <p:nvPr/>
          </p:nvSpPr>
          <p:spPr>
            <a:xfrm>
              <a:off x="5916434" y="2962475"/>
              <a:ext cx="155215" cy="133768"/>
            </a:xfrm>
            <a:custGeom>
              <a:avLst/>
              <a:pathLst>
                <a:path w="155215" h="133768">
                  <a:moveTo>
                    <a:pt x="84044" y="34120"/>
                  </a:moveTo>
                  <a:lnTo>
                    <a:pt x="90267" y="43379"/>
                  </a:lnTo>
                  <a:lnTo>
                    <a:pt x="92932" y="41667"/>
                  </a:lnTo>
                  <a:lnTo>
                    <a:pt x="109888" y="30959"/>
                  </a:lnTo>
                  <a:lnTo>
                    <a:pt x="110219" y="30825"/>
                  </a:lnTo>
                  <a:lnTo>
                    <a:pt x="112589" y="29863"/>
                  </a:lnTo>
                  <a:lnTo>
                    <a:pt x="125499" y="24628"/>
                  </a:lnTo>
                  <a:lnTo>
                    <a:pt x="126694" y="27892"/>
                  </a:lnTo>
                  <a:lnTo>
                    <a:pt x="127274" y="29474"/>
                  </a:lnTo>
                  <a:lnTo>
                    <a:pt x="127472" y="30015"/>
                  </a:lnTo>
                  <a:lnTo>
                    <a:pt x="127915" y="31214"/>
                  </a:lnTo>
                  <a:lnTo>
                    <a:pt x="128179" y="31896"/>
                  </a:lnTo>
                  <a:lnTo>
                    <a:pt x="128726" y="33314"/>
                  </a:lnTo>
                  <a:lnTo>
                    <a:pt x="129767" y="35769"/>
                  </a:lnTo>
                  <a:lnTo>
                    <a:pt x="130756" y="38102"/>
                  </a:lnTo>
                  <a:lnTo>
                    <a:pt x="130863" y="38515"/>
                  </a:lnTo>
                  <a:lnTo>
                    <a:pt x="131111" y="39462"/>
                  </a:lnTo>
                  <a:lnTo>
                    <a:pt x="133885" y="45326"/>
                  </a:lnTo>
                  <a:lnTo>
                    <a:pt x="135646" y="49009"/>
                  </a:lnTo>
                  <a:lnTo>
                    <a:pt x="137473" y="52419"/>
                  </a:lnTo>
                  <a:lnTo>
                    <a:pt x="139038" y="54487"/>
                  </a:lnTo>
                  <a:lnTo>
                    <a:pt x="141675" y="56846"/>
                  </a:lnTo>
                  <a:lnTo>
                    <a:pt x="145420" y="59780"/>
                  </a:lnTo>
                  <a:lnTo>
                    <a:pt x="148838" y="62264"/>
                  </a:lnTo>
                  <a:lnTo>
                    <a:pt x="152121" y="64569"/>
                  </a:lnTo>
                  <a:lnTo>
                    <a:pt x="152483" y="64823"/>
                  </a:lnTo>
                  <a:lnTo>
                    <a:pt x="153803" y="65812"/>
                  </a:lnTo>
                  <a:lnTo>
                    <a:pt x="154641" y="66478"/>
                  </a:lnTo>
                  <a:lnTo>
                    <a:pt x="155215" y="67234"/>
                  </a:lnTo>
                  <a:lnTo>
                    <a:pt x="155194" y="68188"/>
                  </a:lnTo>
                  <a:lnTo>
                    <a:pt x="154697" y="70088"/>
                  </a:lnTo>
                  <a:lnTo>
                    <a:pt x="153321" y="73453"/>
                  </a:lnTo>
                  <a:lnTo>
                    <a:pt x="152867" y="74728"/>
                  </a:lnTo>
                  <a:lnTo>
                    <a:pt x="146215" y="77269"/>
                  </a:lnTo>
                  <a:lnTo>
                    <a:pt x="144371" y="78018"/>
                  </a:lnTo>
                  <a:lnTo>
                    <a:pt x="143349" y="78518"/>
                  </a:lnTo>
                  <a:lnTo>
                    <a:pt x="136088" y="81646"/>
                  </a:lnTo>
                  <a:lnTo>
                    <a:pt x="134517" y="82323"/>
                  </a:lnTo>
                  <a:lnTo>
                    <a:pt x="133377" y="82813"/>
                  </a:lnTo>
                  <a:lnTo>
                    <a:pt x="129425" y="84627"/>
                  </a:lnTo>
                  <a:lnTo>
                    <a:pt x="123990" y="87120"/>
                  </a:lnTo>
                  <a:lnTo>
                    <a:pt x="122283" y="87903"/>
                  </a:lnTo>
                  <a:lnTo>
                    <a:pt x="118515" y="89448"/>
                  </a:lnTo>
                  <a:lnTo>
                    <a:pt x="113580" y="91473"/>
                  </a:lnTo>
                  <a:lnTo>
                    <a:pt x="111586" y="92291"/>
                  </a:lnTo>
                  <a:lnTo>
                    <a:pt x="110932" y="92558"/>
                  </a:lnTo>
                  <a:lnTo>
                    <a:pt x="110572" y="92706"/>
                  </a:lnTo>
                  <a:lnTo>
                    <a:pt x="110726" y="93094"/>
                  </a:lnTo>
                  <a:lnTo>
                    <a:pt x="111586" y="95060"/>
                  </a:lnTo>
                  <a:lnTo>
                    <a:pt x="111913" y="95809"/>
                  </a:lnTo>
                  <a:lnTo>
                    <a:pt x="111665" y="95914"/>
                  </a:lnTo>
                  <a:lnTo>
                    <a:pt x="104522" y="98923"/>
                  </a:lnTo>
                  <a:lnTo>
                    <a:pt x="106540" y="104637"/>
                  </a:lnTo>
                  <a:lnTo>
                    <a:pt x="101425" y="106565"/>
                  </a:lnTo>
                  <a:lnTo>
                    <a:pt x="99379" y="107336"/>
                  </a:lnTo>
                  <a:lnTo>
                    <a:pt x="98841" y="107580"/>
                  </a:lnTo>
                  <a:lnTo>
                    <a:pt x="96855" y="108479"/>
                  </a:lnTo>
                  <a:lnTo>
                    <a:pt x="93500" y="109998"/>
                  </a:lnTo>
                  <a:lnTo>
                    <a:pt x="92296" y="110543"/>
                  </a:lnTo>
                  <a:lnTo>
                    <a:pt x="89505" y="111806"/>
                  </a:lnTo>
                  <a:lnTo>
                    <a:pt x="89370" y="111868"/>
                  </a:lnTo>
                  <a:lnTo>
                    <a:pt x="88124" y="112432"/>
                  </a:lnTo>
                  <a:lnTo>
                    <a:pt x="86328" y="113244"/>
                  </a:lnTo>
                  <a:lnTo>
                    <a:pt x="84422" y="114107"/>
                  </a:lnTo>
                  <a:lnTo>
                    <a:pt x="82709" y="114883"/>
                  </a:lnTo>
                  <a:lnTo>
                    <a:pt x="82362" y="115036"/>
                  </a:lnTo>
                  <a:lnTo>
                    <a:pt x="79240" y="116412"/>
                  </a:lnTo>
                  <a:lnTo>
                    <a:pt x="77432" y="117208"/>
                  </a:lnTo>
                  <a:lnTo>
                    <a:pt x="76592" y="117578"/>
                  </a:lnTo>
                  <a:lnTo>
                    <a:pt x="74078" y="118686"/>
                  </a:lnTo>
                  <a:lnTo>
                    <a:pt x="72311" y="119465"/>
                  </a:lnTo>
                  <a:lnTo>
                    <a:pt x="72015" y="119595"/>
                  </a:lnTo>
                  <a:lnTo>
                    <a:pt x="68324" y="121222"/>
                  </a:lnTo>
                  <a:lnTo>
                    <a:pt x="66636" y="122022"/>
                  </a:lnTo>
                  <a:lnTo>
                    <a:pt x="66155" y="122250"/>
                  </a:lnTo>
                  <a:lnTo>
                    <a:pt x="65373" y="122621"/>
                  </a:lnTo>
                  <a:lnTo>
                    <a:pt x="60132" y="125106"/>
                  </a:lnTo>
                  <a:lnTo>
                    <a:pt x="59386" y="125459"/>
                  </a:lnTo>
                  <a:lnTo>
                    <a:pt x="58978" y="125653"/>
                  </a:lnTo>
                  <a:lnTo>
                    <a:pt x="55762" y="127178"/>
                  </a:lnTo>
                  <a:lnTo>
                    <a:pt x="53949" y="128008"/>
                  </a:lnTo>
                  <a:lnTo>
                    <a:pt x="53570" y="128182"/>
                  </a:lnTo>
                  <a:lnTo>
                    <a:pt x="52334" y="128748"/>
                  </a:lnTo>
                  <a:lnTo>
                    <a:pt x="51150" y="129290"/>
                  </a:lnTo>
                  <a:lnTo>
                    <a:pt x="49342" y="130118"/>
                  </a:lnTo>
                  <a:lnTo>
                    <a:pt x="47777" y="130835"/>
                  </a:lnTo>
                  <a:lnTo>
                    <a:pt x="46743" y="131263"/>
                  </a:lnTo>
                  <a:lnTo>
                    <a:pt x="45845" y="131635"/>
                  </a:lnTo>
                  <a:lnTo>
                    <a:pt x="42270" y="133114"/>
                  </a:lnTo>
                  <a:lnTo>
                    <a:pt x="40689" y="133768"/>
                  </a:lnTo>
                  <a:lnTo>
                    <a:pt x="39036" y="128416"/>
                  </a:lnTo>
                  <a:lnTo>
                    <a:pt x="37654" y="129021"/>
                  </a:lnTo>
                  <a:lnTo>
                    <a:pt x="37228" y="129208"/>
                  </a:lnTo>
                  <a:lnTo>
                    <a:pt x="34979" y="130194"/>
                  </a:lnTo>
                  <a:lnTo>
                    <a:pt x="34004" y="130622"/>
                  </a:lnTo>
                  <a:lnTo>
                    <a:pt x="33142" y="130999"/>
                  </a:lnTo>
                  <a:lnTo>
                    <a:pt x="32683" y="131201"/>
                  </a:lnTo>
                  <a:lnTo>
                    <a:pt x="32502" y="131280"/>
                  </a:lnTo>
                  <a:lnTo>
                    <a:pt x="31242" y="131832"/>
                  </a:lnTo>
                  <a:lnTo>
                    <a:pt x="31099" y="131280"/>
                  </a:lnTo>
                  <a:lnTo>
                    <a:pt x="30796" y="130103"/>
                  </a:lnTo>
                  <a:lnTo>
                    <a:pt x="29747" y="126707"/>
                  </a:lnTo>
                  <a:lnTo>
                    <a:pt x="29422" y="123507"/>
                  </a:lnTo>
                  <a:lnTo>
                    <a:pt x="29514" y="122899"/>
                  </a:lnTo>
                  <a:lnTo>
                    <a:pt x="29583" y="122437"/>
                  </a:lnTo>
                  <a:lnTo>
                    <a:pt x="29711" y="121587"/>
                  </a:lnTo>
                  <a:lnTo>
                    <a:pt x="29772" y="121186"/>
                  </a:lnTo>
                  <a:lnTo>
                    <a:pt x="30746" y="119232"/>
                  </a:lnTo>
                  <a:lnTo>
                    <a:pt x="32320" y="117308"/>
                  </a:lnTo>
                  <a:lnTo>
                    <a:pt x="34680" y="115151"/>
                  </a:lnTo>
                  <a:lnTo>
                    <a:pt x="33807" y="112528"/>
                  </a:lnTo>
                  <a:lnTo>
                    <a:pt x="33655" y="112072"/>
                  </a:lnTo>
                  <a:lnTo>
                    <a:pt x="32860" y="110482"/>
                  </a:lnTo>
                  <a:lnTo>
                    <a:pt x="32580" y="110204"/>
                  </a:lnTo>
                  <a:lnTo>
                    <a:pt x="30703" y="108346"/>
                  </a:lnTo>
                  <a:lnTo>
                    <a:pt x="29657" y="107178"/>
                  </a:lnTo>
                  <a:lnTo>
                    <a:pt x="25856" y="102932"/>
                  </a:lnTo>
                  <a:lnTo>
                    <a:pt x="24283" y="101175"/>
                  </a:lnTo>
                  <a:lnTo>
                    <a:pt x="18810" y="105844"/>
                  </a:lnTo>
                  <a:lnTo>
                    <a:pt x="12762" y="110849"/>
                  </a:lnTo>
                  <a:lnTo>
                    <a:pt x="11140" y="112094"/>
                  </a:lnTo>
                  <a:lnTo>
                    <a:pt x="0" y="98842"/>
                  </a:lnTo>
                  <a:lnTo>
                    <a:pt x="2473" y="96436"/>
                  </a:lnTo>
                  <a:lnTo>
                    <a:pt x="3234" y="95695"/>
                  </a:lnTo>
                  <a:lnTo>
                    <a:pt x="4682" y="93885"/>
                  </a:lnTo>
                  <a:lnTo>
                    <a:pt x="8242" y="89433"/>
                  </a:lnTo>
                  <a:lnTo>
                    <a:pt x="9101" y="87742"/>
                  </a:lnTo>
                  <a:lnTo>
                    <a:pt x="11102" y="80336"/>
                  </a:lnTo>
                  <a:lnTo>
                    <a:pt x="11777" y="78738"/>
                  </a:lnTo>
                  <a:lnTo>
                    <a:pt x="12453" y="77140"/>
                  </a:lnTo>
                  <a:lnTo>
                    <a:pt x="12739" y="76463"/>
                  </a:lnTo>
                  <a:lnTo>
                    <a:pt x="13799" y="73955"/>
                  </a:lnTo>
                  <a:lnTo>
                    <a:pt x="16298" y="68507"/>
                  </a:lnTo>
                  <a:lnTo>
                    <a:pt x="17426" y="64403"/>
                  </a:lnTo>
                  <a:lnTo>
                    <a:pt x="18039" y="60407"/>
                  </a:lnTo>
                  <a:lnTo>
                    <a:pt x="17951" y="57788"/>
                  </a:lnTo>
                  <a:lnTo>
                    <a:pt x="18263" y="52604"/>
                  </a:lnTo>
                  <a:lnTo>
                    <a:pt x="20173" y="46194"/>
                  </a:lnTo>
                  <a:lnTo>
                    <a:pt x="20490" y="45129"/>
                  </a:lnTo>
                  <a:lnTo>
                    <a:pt x="22644" y="40646"/>
                  </a:lnTo>
                  <a:lnTo>
                    <a:pt x="23175" y="39541"/>
                  </a:lnTo>
                  <a:lnTo>
                    <a:pt x="24799" y="36162"/>
                  </a:lnTo>
                  <a:lnTo>
                    <a:pt x="30966" y="29126"/>
                  </a:lnTo>
                  <a:lnTo>
                    <a:pt x="39151" y="21429"/>
                  </a:lnTo>
                  <a:lnTo>
                    <a:pt x="43002" y="18486"/>
                  </a:lnTo>
                  <a:lnTo>
                    <a:pt x="45300" y="16731"/>
                  </a:lnTo>
                  <a:lnTo>
                    <a:pt x="45727" y="16484"/>
                  </a:lnTo>
                  <a:lnTo>
                    <a:pt x="48879" y="14661"/>
                  </a:lnTo>
                  <a:lnTo>
                    <a:pt x="51021" y="13182"/>
                  </a:lnTo>
                  <a:lnTo>
                    <a:pt x="52753" y="10601"/>
                  </a:lnTo>
                  <a:lnTo>
                    <a:pt x="54483" y="7924"/>
                  </a:lnTo>
                  <a:lnTo>
                    <a:pt x="56186" y="4886"/>
                  </a:lnTo>
                  <a:lnTo>
                    <a:pt x="56535" y="4411"/>
                  </a:lnTo>
                  <a:lnTo>
                    <a:pt x="57986" y="3013"/>
                  </a:lnTo>
                  <a:lnTo>
                    <a:pt x="60320" y="763"/>
                  </a:lnTo>
                  <a:lnTo>
                    <a:pt x="61113" y="0"/>
                  </a:lnTo>
                  <a:lnTo>
                    <a:pt x="76011" y="2216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1" name="pg70"/>
            <p:cNvSpPr/>
            <p:nvPr/>
          </p:nvSpPr>
          <p:spPr>
            <a:xfrm>
              <a:off x="6064624" y="3069008"/>
              <a:ext cx="157225" cy="92707"/>
            </a:xfrm>
            <a:custGeom>
              <a:avLst/>
              <a:pathLst>
                <a:path w="157225" h="92707">
                  <a:moveTo>
                    <a:pt x="88768" y="112"/>
                  </a:moveTo>
                  <a:lnTo>
                    <a:pt x="99819" y="4354"/>
                  </a:lnTo>
                  <a:lnTo>
                    <a:pt x="106525" y="478"/>
                  </a:lnTo>
                  <a:lnTo>
                    <a:pt x="106703" y="387"/>
                  </a:lnTo>
                  <a:lnTo>
                    <a:pt x="106889" y="311"/>
                  </a:lnTo>
                  <a:lnTo>
                    <a:pt x="107103" y="246"/>
                  </a:lnTo>
                  <a:lnTo>
                    <a:pt x="107275" y="205"/>
                  </a:lnTo>
                  <a:lnTo>
                    <a:pt x="107726" y="91"/>
                  </a:lnTo>
                  <a:lnTo>
                    <a:pt x="112947" y="165"/>
                  </a:lnTo>
                  <a:lnTo>
                    <a:pt x="125487" y="5660"/>
                  </a:lnTo>
                  <a:lnTo>
                    <a:pt x="128818" y="7119"/>
                  </a:lnTo>
                  <a:lnTo>
                    <a:pt x="130579" y="12690"/>
                  </a:lnTo>
                  <a:lnTo>
                    <a:pt x="132599" y="19077"/>
                  </a:lnTo>
                  <a:lnTo>
                    <a:pt x="132666" y="19290"/>
                  </a:lnTo>
                  <a:lnTo>
                    <a:pt x="131855" y="21923"/>
                  </a:lnTo>
                  <a:lnTo>
                    <a:pt x="127727" y="35325"/>
                  </a:lnTo>
                  <a:lnTo>
                    <a:pt x="125635" y="42116"/>
                  </a:lnTo>
                  <a:lnTo>
                    <a:pt x="125466" y="42222"/>
                  </a:lnTo>
                  <a:lnTo>
                    <a:pt x="128133" y="43440"/>
                  </a:lnTo>
                  <a:lnTo>
                    <a:pt x="133558" y="45917"/>
                  </a:lnTo>
                  <a:lnTo>
                    <a:pt x="136767" y="44160"/>
                  </a:lnTo>
                  <a:lnTo>
                    <a:pt x="153607" y="34941"/>
                  </a:lnTo>
                  <a:lnTo>
                    <a:pt x="157225" y="46540"/>
                  </a:lnTo>
                  <a:lnTo>
                    <a:pt x="155874" y="49985"/>
                  </a:lnTo>
                  <a:lnTo>
                    <a:pt x="155166" y="51788"/>
                  </a:lnTo>
                  <a:lnTo>
                    <a:pt x="148132" y="51285"/>
                  </a:lnTo>
                  <a:lnTo>
                    <a:pt x="147556" y="51745"/>
                  </a:lnTo>
                  <a:lnTo>
                    <a:pt x="146903" y="52383"/>
                  </a:lnTo>
                  <a:lnTo>
                    <a:pt x="145459" y="54197"/>
                  </a:lnTo>
                  <a:lnTo>
                    <a:pt x="143725" y="56067"/>
                  </a:lnTo>
                  <a:lnTo>
                    <a:pt x="143198" y="56636"/>
                  </a:lnTo>
                  <a:lnTo>
                    <a:pt x="143183" y="61860"/>
                  </a:lnTo>
                  <a:lnTo>
                    <a:pt x="138765" y="61731"/>
                  </a:lnTo>
                  <a:lnTo>
                    <a:pt x="138371" y="62165"/>
                  </a:lnTo>
                  <a:lnTo>
                    <a:pt x="138232" y="62318"/>
                  </a:lnTo>
                  <a:lnTo>
                    <a:pt x="134773" y="66552"/>
                  </a:lnTo>
                  <a:lnTo>
                    <a:pt x="130015" y="71003"/>
                  </a:lnTo>
                  <a:lnTo>
                    <a:pt x="127447" y="73405"/>
                  </a:lnTo>
                  <a:lnTo>
                    <a:pt x="126578" y="73700"/>
                  </a:lnTo>
                  <a:lnTo>
                    <a:pt x="125516" y="74061"/>
                  </a:lnTo>
                  <a:lnTo>
                    <a:pt x="125071" y="74212"/>
                  </a:lnTo>
                  <a:lnTo>
                    <a:pt x="123530" y="74648"/>
                  </a:lnTo>
                  <a:lnTo>
                    <a:pt x="120991" y="75337"/>
                  </a:lnTo>
                  <a:lnTo>
                    <a:pt x="118890" y="76064"/>
                  </a:lnTo>
                  <a:lnTo>
                    <a:pt x="117629" y="76623"/>
                  </a:lnTo>
                  <a:lnTo>
                    <a:pt x="116461" y="77140"/>
                  </a:lnTo>
                  <a:lnTo>
                    <a:pt x="115019" y="77610"/>
                  </a:lnTo>
                  <a:lnTo>
                    <a:pt x="114243" y="77863"/>
                  </a:lnTo>
                  <a:lnTo>
                    <a:pt x="113350" y="78170"/>
                  </a:lnTo>
                  <a:lnTo>
                    <a:pt x="112755" y="78395"/>
                  </a:lnTo>
                  <a:lnTo>
                    <a:pt x="111468" y="78882"/>
                  </a:lnTo>
                  <a:lnTo>
                    <a:pt x="110228" y="79464"/>
                  </a:lnTo>
                  <a:lnTo>
                    <a:pt x="108541" y="80402"/>
                  </a:lnTo>
                  <a:lnTo>
                    <a:pt x="107590" y="80951"/>
                  </a:lnTo>
                  <a:lnTo>
                    <a:pt x="107012" y="81375"/>
                  </a:lnTo>
                  <a:lnTo>
                    <a:pt x="104547" y="79390"/>
                  </a:lnTo>
                  <a:lnTo>
                    <a:pt x="103978" y="78932"/>
                  </a:lnTo>
                  <a:lnTo>
                    <a:pt x="101309" y="76574"/>
                  </a:lnTo>
                  <a:lnTo>
                    <a:pt x="100806" y="77031"/>
                  </a:lnTo>
                  <a:lnTo>
                    <a:pt x="98672" y="79770"/>
                  </a:lnTo>
                  <a:lnTo>
                    <a:pt x="97793" y="80898"/>
                  </a:lnTo>
                  <a:lnTo>
                    <a:pt x="96441" y="82794"/>
                  </a:lnTo>
                  <a:lnTo>
                    <a:pt x="95413" y="84235"/>
                  </a:lnTo>
                  <a:lnTo>
                    <a:pt x="93237" y="87297"/>
                  </a:lnTo>
                  <a:lnTo>
                    <a:pt x="93113" y="87463"/>
                  </a:lnTo>
                  <a:lnTo>
                    <a:pt x="92963" y="87662"/>
                  </a:lnTo>
                  <a:lnTo>
                    <a:pt x="90417" y="91055"/>
                  </a:lnTo>
                  <a:lnTo>
                    <a:pt x="89206" y="92707"/>
                  </a:lnTo>
                  <a:lnTo>
                    <a:pt x="87576" y="91563"/>
                  </a:lnTo>
                  <a:lnTo>
                    <a:pt x="86997" y="91218"/>
                  </a:lnTo>
                  <a:lnTo>
                    <a:pt x="86178" y="90729"/>
                  </a:lnTo>
                  <a:lnTo>
                    <a:pt x="82882" y="88761"/>
                  </a:lnTo>
                  <a:lnTo>
                    <a:pt x="82201" y="88354"/>
                  </a:lnTo>
                  <a:lnTo>
                    <a:pt x="81199" y="87756"/>
                  </a:lnTo>
                  <a:lnTo>
                    <a:pt x="80266" y="87199"/>
                  </a:lnTo>
                  <a:lnTo>
                    <a:pt x="79539" y="86765"/>
                  </a:lnTo>
                  <a:lnTo>
                    <a:pt x="79005" y="86446"/>
                  </a:lnTo>
                  <a:lnTo>
                    <a:pt x="75555" y="84612"/>
                  </a:lnTo>
                  <a:lnTo>
                    <a:pt x="71237" y="82315"/>
                  </a:lnTo>
                  <a:lnTo>
                    <a:pt x="70643" y="81999"/>
                  </a:lnTo>
                  <a:lnTo>
                    <a:pt x="69956" y="81634"/>
                  </a:lnTo>
                  <a:lnTo>
                    <a:pt x="68266" y="81024"/>
                  </a:lnTo>
                  <a:lnTo>
                    <a:pt x="64480" y="79656"/>
                  </a:lnTo>
                  <a:lnTo>
                    <a:pt x="61519" y="78586"/>
                  </a:lnTo>
                  <a:lnTo>
                    <a:pt x="58103" y="77353"/>
                  </a:lnTo>
                  <a:lnTo>
                    <a:pt x="56662" y="76832"/>
                  </a:lnTo>
                  <a:lnTo>
                    <a:pt x="52535" y="75373"/>
                  </a:lnTo>
                  <a:lnTo>
                    <a:pt x="52081" y="75212"/>
                  </a:lnTo>
                  <a:lnTo>
                    <a:pt x="50760" y="74745"/>
                  </a:lnTo>
                  <a:lnTo>
                    <a:pt x="44354" y="72479"/>
                  </a:lnTo>
                  <a:lnTo>
                    <a:pt x="43779" y="72276"/>
                  </a:lnTo>
                  <a:lnTo>
                    <a:pt x="43303" y="72108"/>
                  </a:lnTo>
                  <a:lnTo>
                    <a:pt x="43104" y="72037"/>
                  </a:lnTo>
                  <a:lnTo>
                    <a:pt x="38398" y="70303"/>
                  </a:lnTo>
                  <a:lnTo>
                    <a:pt x="38207" y="70233"/>
                  </a:lnTo>
                  <a:lnTo>
                    <a:pt x="35960" y="69405"/>
                  </a:lnTo>
                  <a:lnTo>
                    <a:pt x="32176" y="68010"/>
                  </a:lnTo>
                  <a:lnTo>
                    <a:pt x="31645" y="67820"/>
                  </a:lnTo>
                  <a:lnTo>
                    <a:pt x="24390" y="65220"/>
                  </a:lnTo>
                  <a:lnTo>
                    <a:pt x="23592" y="64933"/>
                  </a:lnTo>
                  <a:lnTo>
                    <a:pt x="19714" y="63543"/>
                  </a:lnTo>
                  <a:lnTo>
                    <a:pt x="18600" y="63110"/>
                  </a:lnTo>
                  <a:lnTo>
                    <a:pt x="14468" y="61503"/>
                  </a:lnTo>
                  <a:lnTo>
                    <a:pt x="11965" y="60529"/>
                  </a:lnTo>
                  <a:lnTo>
                    <a:pt x="9744" y="59571"/>
                  </a:lnTo>
                  <a:lnTo>
                    <a:pt x="7286" y="58509"/>
                  </a:lnTo>
                  <a:lnTo>
                    <a:pt x="7035" y="58401"/>
                  </a:lnTo>
                  <a:lnTo>
                    <a:pt x="5225" y="57617"/>
                  </a:lnTo>
                  <a:lnTo>
                    <a:pt x="3244" y="56759"/>
                  </a:lnTo>
                  <a:lnTo>
                    <a:pt x="2669" y="54819"/>
                  </a:lnTo>
                  <a:lnTo>
                    <a:pt x="2593" y="54560"/>
                  </a:lnTo>
                  <a:lnTo>
                    <a:pt x="1857" y="52003"/>
                  </a:lnTo>
                  <a:lnTo>
                    <a:pt x="1547" y="51300"/>
                  </a:lnTo>
                  <a:lnTo>
                    <a:pt x="970" y="49990"/>
                  </a:lnTo>
                  <a:lnTo>
                    <a:pt x="0" y="48676"/>
                  </a:lnTo>
                  <a:lnTo>
                    <a:pt x="253" y="48600"/>
                  </a:lnTo>
                  <a:lnTo>
                    <a:pt x="4874" y="47217"/>
                  </a:lnTo>
                  <a:lnTo>
                    <a:pt x="12736" y="45034"/>
                  </a:lnTo>
                  <a:lnTo>
                    <a:pt x="15847" y="44123"/>
                  </a:lnTo>
                  <a:lnTo>
                    <a:pt x="21827" y="42370"/>
                  </a:lnTo>
                  <a:lnTo>
                    <a:pt x="29189" y="40171"/>
                  </a:lnTo>
                  <a:lnTo>
                    <a:pt x="31917" y="39337"/>
                  </a:lnTo>
                  <a:lnTo>
                    <a:pt x="34239" y="38510"/>
                  </a:lnTo>
                  <a:lnTo>
                    <a:pt x="35615" y="37146"/>
                  </a:lnTo>
                  <a:lnTo>
                    <a:pt x="35425" y="36474"/>
                  </a:lnTo>
                  <a:lnTo>
                    <a:pt x="35272" y="35760"/>
                  </a:lnTo>
                  <a:lnTo>
                    <a:pt x="35031" y="35138"/>
                  </a:lnTo>
                  <a:lnTo>
                    <a:pt x="34995" y="35009"/>
                  </a:lnTo>
                  <a:lnTo>
                    <a:pt x="34913" y="34709"/>
                  </a:lnTo>
                  <a:lnTo>
                    <a:pt x="34833" y="34050"/>
                  </a:lnTo>
                  <a:lnTo>
                    <a:pt x="34864" y="33240"/>
                  </a:lnTo>
                  <a:lnTo>
                    <a:pt x="34941" y="31082"/>
                  </a:lnTo>
                  <a:lnTo>
                    <a:pt x="34951" y="30857"/>
                  </a:lnTo>
                  <a:lnTo>
                    <a:pt x="34961" y="30722"/>
                  </a:lnTo>
                  <a:lnTo>
                    <a:pt x="34973" y="30587"/>
                  </a:lnTo>
                  <a:lnTo>
                    <a:pt x="35097" y="29286"/>
                  </a:lnTo>
                  <a:lnTo>
                    <a:pt x="35132" y="28975"/>
                  </a:lnTo>
                  <a:lnTo>
                    <a:pt x="34904" y="27971"/>
                  </a:lnTo>
                  <a:lnTo>
                    <a:pt x="37380" y="24636"/>
                  </a:lnTo>
                  <a:lnTo>
                    <a:pt x="40726" y="25567"/>
                  </a:lnTo>
                  <a:lnTo>
                    <a:pt x="43214" y="25336"/>
                  </a:lnTo>
                  <a:lnTo>
                    <a:pt x="45639" y="19385"/>
                  </a:lnTo>
                  <a:lnTo>
                    <a:pt x="46529" y="20584"/>
                  </a:lnTo>
                  <a:lnTo>
                    <a:pt x="47777" y="22267"/>
                  </a:lnTo>
                  <a:lnTo>
                    <a:pt x="68622" y="22290"/>
                  </a:lnTo>
                  <a:lnTo>
                    <a:pt x="69190" y="20478"/>
                  </a:lnTo>
                  <a:lnTo>
                    <a:pt x="70525" y="16220"/>
                  </a:lnTo>
                  <a:lnTo>
                    <a:pt x="71757" y="12290"/>
                  </a:lnTo>
                  <a:lnTo>
                    <a:pt x="73537" y="6614"/>
                  </a:lnTo>
                  <a:lnTo>
                    <a:pt x="73673" y="6468"/>
                  </a:lnTo>
                  <a:lnTo>
                    <a:pt x="80766" y="3360"/>
                  </a:lnTo>
                  <a:lnTo>
                    <a:pt x="83695" y="2077"/>
                  </a:lnTo>
                  <a:lnTo>
                    <a:pt x="88438" y="0"/>
                  </a:lnTo>
                  <a:lnTo>
                    <a:pt x="88629" y="5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2" name="pg71"/>
            <p:cNvSpPr/>
            <p:nvPr/>
          </p:nvSpPr>
          <p:spPr>
            <a:xfrm>
              <a:off x="6101122" y="3141531"/>
              <a:ext cx="64796" cy="58753"/>
            </a:xfrm>
            <a:custGeom>
              <a:avLst/>
              <a:pathLst>
                <a:path w="64796" h="58753">
                  <a:moveTo>
                    <a:pt x="60111" y="25271"/>
                  </a:moveTo>
                  <a:lnTo>
                    <a:pt x="62550" y="26947"/>
                  </a:lnTo>
                  <a:lnTo>
                    <a:pt x="64796" y="28639"/>
                  </a:lnTo>
                  <a:lnTo>
                    <a:pt x="63207" y="30925"/>
                  </a:lnTo>
                  <a:lnTo>
                    <a:pt x="62363" y="32139"/>
                  </a:lnTo>
                  <a:lnTo>
                    <a:pt x="59341" y="36277"/>
                  </a:lnTo>
                  <a:lnTo>
                    <a:pt x="58944" y="36821"/>
                  </a:lnTo>
                  <a:lnTo>
                    <a:pt x="58688" y="37172"/>
                  </a:lnTo>
                  <a:lnTo>
                    <a:pt x="57894" y="38260"/>
                  </a:lnTo>
                  <a:lnTo>
                    <a:pt x="55253" y="41776"/>
                  </a:lnTo>
                  <a:lnTo>
                    <a:pt x="54929" y="42209"/>
                  </a:lnTo>
                  <a:lnTo>
                    <a:pt x="54478" y="42810"/>
                  </a:lnTo>
                  <a:lnTo>
                    <a:pt x="53677" y="43876"/>
                  </a:lnTo>
                  <a:lnTo>
                    <a:pt x="53542" y="44056"/>
                  </a:lnTo>
                  <a:lnTo>
                    <a:pt x="50687" y="47914"/>
                  </a:lnTo>
                  <a:lnTo>
                    <a:pt x="48891" y="50341"/>
                  </a:lnTo>
                  <a:lnTo>
                    <a:pt x="48557" y="50820"/>
                  </a:lnTo>
                  <a:lnTo>
                    <a:pt x="48413" y="51027"/>
                  </a:lnTo>
                  <a:lnTo>
                    <a:pt x="47859" y="51824"/>
                  </a:lnTo>
                  <a:lnTo>
                    <a:pt x="46796" y="53352"/>
                  </a:lnTo>
                  <a:lnTo>
                    <a:pt x="45345" y="55437"/>
                  </a:lnTo>
                  <a:lnTo>
                    <a:pt x="43030" y="58753"/>
                  </a:lnTo>
                  <a:lnTo>
                    <a:pt x="42258" y="58228"/>
                  </a:lnTo>
                  <a:lnTo>
                    <a:pt x="39073" y="55833"/>
                  </a:lnTo>
                  <a:lnTo>
                    <a:pt x="37384" y="54563"/>
                  </a:lnTo>
                  <a:lnTo>
                    <a:pt x="36631" y="54134"/>
                  </a:lnTo>
                  <a:lnTo>
                    <a:pt x="39337" y="50325"/>
                  </a:lnTo>
                  <a:lnTo>
                    <a:pt x="39177" y="50233"/>
                  </a:lnTo>
                  <a:lnTo>
                    <a:pt x="38974" y="50118"/>
                  </a:lnTo>
                  <a:lnTo>
                    <a:pt x="37133" y="48761"/>
                  </a:lnTo>
                  <a:lnTo>
                    <a:pt x="36876" y="49145"/>
                  </a:lnTo>
                  <a:lnTo>
                    <a:pt x="36631" y="49486"/>
                  </a:lnTo>
                  <a:lnTo>
                    <a:pt x="36528" y="49630"/>
                  </a:lnTo>
                  <a:lnTo>
                    <a:pt x="34411" y="52578"/>
                  </a:lnTo>
                  <a:lnTo>
                    <a:pt x="34094" y="52344"/>
                  </a:lnTo>
                  <a:lnTo>
                    <a:pt x="32961" y="51507"/>
                  </a:lnTo>
                  <a:lnTo>
                    <a:pt x="32791" y="51382"/>
                  </a:lnTo>
                  <a:lnTo>
                    <a:pt x="32153" y="50958"/>
                  </a:lnTo>
                  <a:lnTo>
                    <a:pt x="31894" y="50786"/>
                  </a:lnTo>
                  <a:lnTo>
                    <a:pt x="31470" y="50504"/>
                  </a:lnTo>
                  <a:lnTo>
                    <a:pt x="31894" y="49929"/>
                  </a:lnTo>
                  <a:lnTo>
                    <a:pt x="32153" y="49577"/>
                  </a:lnTo>
                  <a:lnTo>
                    <a:pt x="32957" y="48485"/>
                  </a:lnTo>
                  <a:lnTo>
                    <a:pt x="33571" y="47652"/>
                  </a:lnTo>
                  <a:lnTo>
                    <a:pt x="33738" y="47418"/>
                  </a:lnTo>
                  <a:lnTo>
                    <a:pt x="34094" y="46921"/>
                  </a:lnTo>
                  <a:lnTo>
                    <a:pt x="34277" y="46666"/>
                  </a:lnTo>
                  <a:lnTo>
                    <a:pt x="34094" y="46518"/>
                  </a:lnTo>
                  <a:lnTo>
                    <a:pt x="32773" y="45447"/>
                  </a:lnTo>
                  <a:lnTo>
                    <a:pt x="32021" y="44901"/>
                  </a:lnTo>
                  <a:lnTo>
                    <a:pt x="33811" y="42393"/>
                  </a:lnTo>
                  <a:lnTo>
                    <a:pt x="34160" y="41907"/>
                  </a:lnTo>
                  <a:lnTo>
                    <a:pt x="33965" y="41766"/>
                  </a:lnTo>
                  <a:lnTo>
                    <a:pt x="32245" y="40529"/>
                  </a:lnTo>
                  <a:lnTo>
                    <a:pt x="31894" y="40276"/>
                  </a:lnTo>
                  <a:lnTo>
                    <a:pt x="30704" y="39421"/>
                  </a:lnTo>
                  <a:lnTo>
                    <a:pt x="30231" y="39080"/>
                  </a:lnTo>
                  <a:lnTo>
                    <a:pt x="30003" y="38917"/>
                  </a:lnTo>
                  <a:lnTo>
                    <a:pt x="29434" y="38510"/>
                  </a:lnTo>
                  <a:lnTo>
                    <a:pt x="28548" y="39735"/>
                  </a:lnTo>
                  <a:lnTo>
                    <a:pt x="28063" y="39427"/>
                  </a:lnTo>
                  <a:lnTo>
                    <a:pt x="25955" y="37962"/>
                  </a:lnTo>
                  <a:lnTo>
                    <a:pt x="26786" y="36952"/>
                  </a:lnTo>
                  <a:lnTo>
                    <a:pt x="24685" y="35490"/>
                  </a:lnTo>
                  <a:lnTo>
                    <a:pt x="24191" y="35147"/>
                  </a:lnTo>
                  <a:lnTo>
                    <a:pt x="21207" y="33071"/>
                  </a:lnTo>
                  <a:lnTo>
                    <a:pt x="20795" y="32785"/>
                  </a:lnTo>
                  <a:lnTo>
                    <a:pt x="20475" y="32536"/>
                  </a:lnTo>
                  <a:lnTo>
                    <a:pt x="19866" y="33332"/>
                  </a:lnTo>
                  <a:lnTo>
                    <a:pt x="19065" y="32804"/>
                  </a:lnTo>
                  <a:lnTo>
                    <a:pt x="16793" y="31294"/>
                  </a:lnTo>
                  <a:lnTo>
                    <a:pt x="17379" y="30462"/>
                  </a:lnTo>
                  <a:lnTo>
                    <a:pt x="16611" y="29929"/>
                  </a:lnTo>
                  <a:lnTo>
                    <a:pt x="16221" y="29658"/>
                  </a:lnTo>
                  <a:lnTo>
                    <a:pt x="13394" y="27698"/>
                  </a:lnTo>
                  <a:lnTo>
                    <a:pt x="12123" y="26817"/>
                  </a:lnTo>
                  <a:lnTo>
                    <a:pt x="11380" y="26302"/>
                  </a:lnTo>
                  <a:lnTo>
                    <a:pt x="10990" y="26948"/>
                  </a:lnTo>
                  <a:lnTo>
                    <a:pt x="10649" y="27515"/>
                  </a:lnTo>
                  <a:lnTo>
                    <a:pt x="8816" y="26108"/>
                  </a:lnTo>
                  <a:lnTo>
                    <a:pt x="8592" y="25936"/>
                  </a:lnTo>
                  <a:lnTo>
                    <a:pt x="8660" y="25488"/>
                  </a:lnTo>
                  <a:lnTo>
                    <a:pt x="7616" y="24688"/>
                  </a:lnTo>
                  <a:lnTo>
                    <a:pt x="8112" y="23873"/>
                  </a:lnTo>
                  <a:lnTo>
                    <a:pt x="6345" y="22618"/>
                  </a:lnTo>
                  <a:lnTo>
                    <a:pt x="4042" y="21092"/>
                  </a:lnTo>
                  <a:lnTo>
                    <a:pt x="4168" y="20920"/>
                  </a:lnTo>
                  <a:lnTo>
                    <a:pt x="3798" y="20657"/>
                  </a:lnTo>
                  <a:lnTo>
                    <a:pt x="1999" y="19407"/>
                  </a:lnTo>
                  <a:lnTo>
                    <a:pt x="4036" y="16679"/>
                  </a:lnTo>
                  <a:lnTo>
                    <a:pt x="510" y="13966"/>
                  </a:lnTo>
                  <a:lnTo>
                    <a:pt x="0" y="13573"/>
                  </a:lnTo>
                  <a:lnTo>
                    <a:pt x="1644" y="11944"/>
                  </a:lnTo>
                  <a:lnTo>
                    <a:pt x="2819" y="10779"/>
                  </a:lnTo>
                  <a:lnTo>
                    <a:pt x="5026" y="7579"/>
                  </a:lnTo>
                  <a:lnTo>
                    <a:pt x="5482" y="6917"/>
                  </a:lnTo>
                  <a:lnTo>
                    <a:pt x="5672" y="6458"/>
                  </a:lnTo>
                  <a:lnTo>
                    <a:pt x="7032" y="3163"/>
                  </a:lnTo>
                  <a:lnTo>
                    <a:pt x="7979" y="0"/>
                  </a:lnTo>
                  <a:lnTo>
                    <a:pt x="14262" y="2221"/>
                  </a:lnTo>
                  <a:lnTo>
                    <a:pt x="15583" y="2689"/>
                  </a:lnTo>
                  <a:lnTo>
                    <a:pt x="16038" y="2849"/>
                  </a:lnTo>
                  <a:lnTo>
                    <a:pt x="20165" y="4309"/>
                  </a:lnTo>
                  <a:lnTo>
                    <a:pt x="21605" y="4829"/>
                  </a:lnTo>
                  <a:lnTo>
                    <a:pt x="25021" y="6063"/>
                  </a:lnTo>
                  <a:lnTo>
                    <a:pt x="27982" y="7133"/>
                  </a:lnTo>
                  <a:lnTo>
                    <a:pt x="31768" y="8500"/>
                  </a:lnTo>
                  <a:lnTo>
                    <a:pt x="33458" y="9111"/>
                  </a:lnTo>
                  <a:lnTo>
                    <a:pt x="34145" y="9476"/>
                  </a:lnTo>
                  <a:lnTo>
                    <a:pt x="34739" y="9792"/>
                  </a:lnTo>
                  <a:lnTo>
                    <a:pt x="39058" y="12089"/>
                  </a:lnTo>
                  <a:lnTo>
                    <a:pt x="42508" y="13923"/>
                  </a:lnTo>
                  <a:lnTo>
                    <a:pt x="43041" y="14241"/>
                  </a:lnTo>
                  <a:lnTo>
                    <a:pt x="43769" y="14676"/>
                  </a:lnTo>
                  <a:lnTo>
                    <a:pt x="44702" y="15233"/>
                  </a:lnTo>
                  <a:lnTo>
                    <a:pt x="45703" y="15831"/>
                  </a:lnTo>
                  <a:lnTo>
                    <a:pt x="46384" y="16238"/>
                  </a:lnTo>
                  <a:lnTo>
                    <a:pt x="49680" y="18206"/>
                  </a:lnTo>
                  <a:lnTo>
                    <a:pt x="50500" y="18695"/>
                  </a:lnTo>
                  <a:lnTo>
                    <a:pt x="51078" y="19040"/>
                  </a:lnTo>
                  <a:lnTo>
                    <a:pt x="52709" y="20184"/>
                  </a:lnTo>
                  <a:lnTo>
                    <a:pt x="52945" y="20346"/>
                  </a:lnTo>
                  <a:lnTo>
                    <a:pt x="58587" y="2422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3" name="pg72"/>
            <p:cNvSpPr/>
            <p:nvPr/>
          </p:nvSpPr>
          <p:spPr>
            <a:xfrm>
              <a:off x="6076979" y="3155105"/>
              <a:ext cx="67172" cy="62413"/>
            </a:xfrm>
            <a:custGeom>
              <a:avLst/>
              <a:pathLst>
                <a:path w="67172" h="62413">
                  <a:moveTo>
                    <a:pt x="32959" y="12534"/>
                  </a:moveTo>
                  <a:lnTo>
                    <a:pt x="34792" y="13941"/>
                  </a:lnTo>
                  <a:lnTo>
                    <a:pt x="35133" y="13374"/>
                  </a:lnTo>
                  <a:lnTo>
                    <a:pt x="35523" y="12728"/>
                  </a:lnTo>
                  <a:lnTo>
                    <a:pt x="36266" y="13243"/>
                  </a:lnTo>
                  <a:lnTo>
                    <a:pt x="37537" y="14124"/>
                  </a:lnTo>
                  <a:lnTo>
                    <a:pt x="40363" y="16084"/>
                  </a:lnTo>
                  <a:lnTo>
                    <a:pt x="40753" y="16355"/>
                  </a:lnTo>
                  <a:lnTo>
                    <a:pt x="41522" y="16888"/>
                  </a:lnTo>
                  <a:lnTo>
                    <a:pt x="40936" y="17720"/>
                  </a:lnTo>
                  <a:lnTo>
                    <a:pt x="43207" y="19230"/>
                  </a:lnTo>
                  <a:lnTo>
                    <a:pt x="44031" y="19729"/>
                  </a:lnTo>
                  <a:lnTo>
                    <a:pt x="44618" y="18962"/>
                  </a:lnTo>
                  <a:lnTo>
                    <a:pt x="44938" y="19211"/>
                  </a:lnTo>
                  <a:lnTo>
                    <a:pt x="45350" y="19497"/>
                  </a:lnTo>
                  <a:lnTo>
                    <a:pt x="48334" y="21573"/>
                  </a:lnTo>
                  <a:lnTo>
                    <a:pt x="48828" y="21916"/>
                  </a:lnTo>
                  <a:lnTo>
                    <a:pt x="50928" y="23378"/>
                  </a:lnTo>
                  <a:lnTo>
                    <a:pt x="50098" y="24388"/>
                  </a:lnTo>
                  <a:lnTo>
                    <a:pt x="52206" y="25853"/>
                  </a:lnTo>
                  <a:lnTo>
                    <a:pt x="52691" y="26161"/>
                  </a:lnTo>
                  <a:lnTo>
                    <a:pt x="53576" y="24936"/>
                  </a:lnTo>
                  <a:lnTo>
                    <a:pt x="54146" y="25343"/>
                  </a:lnTo>
                  <a:lnTo>
                    <a:pt x="54374" y="25507"/>
                  </a:lnTo>
                  <a:lnTo>
                    <a:pt x="54847" y="25847"/>
                  </a:lnTo>
                  <a:lnTo>
                    <a:pt x="56036" y="26702"/>
                  </a:lnTo>
                  <a:lnTo>
                    <a:pt x="56387" y="26955"/>
                  </a:lnTo>
                  <a:lnTo>
                    <a:pt x="58107" y="28192"/>
                  </a:lnTo>
                  <a:lnTo>
                    <a:pt x="58303" y="28333"/>
                  </a:lnTo>
                  <a:lnTo>
                    <a:pt x="57954" y="28819"/>
                  </a:lnTo>
                  <a:lnTo>
                    <a:pt x="56340" y="31455"/>
                  </a:lnTo>
                  <a:lnTo>
                    <a:pt x="56916" y="31873"/>
                  </a:lnTo>
                  <a:lnTo>
                    <a:pt x="58237" y="32944"/>
                  </a:lnTo>
                  <a:lnTo>
                    <a:pt x="58419" y="33092"/>
                  </a:lnTo>
                  <a:lnTo>
                    <a:pt x="58237" y="33347"/>
                  </a:lnTo>
                  <a:lnTo>
                    <a:pt x="57881" y="33844"/>
                  </a:lnTo>
                  <a:lnTo>
                    <a:pt x="57697" y="34101"/>
                  </a:lnTo>
                  <a:lnTo>
                    <a:pt x="57100" y="34911"/>
                  </a:lnTo>
                  <a:lnTo>
                    <a:pt x="56296" y="36003"/>
                  </a:lnTo>
                  <a:lnTo>
                    <a:pt x="56036" y="36355"/>
                  </a:lnTo>
                  <a:lnTo>
                    <a:pt x="55613" y="36930"/>
                  </a:lnTo>
                  <a:lnTo>
                    <a:pt x="56036" y="37212"/>
                  </a:lnTo>
                  <a:lnTo>
                    <a:pt x="56296" y="37384"/>
                  </a:lnTo>
                  <a:lnTo>
                    <a:pt x="56934" y="37808"/>
                  </a:lnTo>
                  <a:lnTo>
                    <a:pt x="57103" y="37933"/>
                  </a:lnTo>
                  <a:lnTo>
                    <a:pt x="58237" y="38770"/>
                  </a:lnTo>
                  <a:lnTo>
                    <a:pt x="58553" y="39004"/>
                  </a:lnTo>
                  <a:lnTo>
                    <a:pt x="60670" y="36056"/>
                  </a:lnTo>
                  <a:lnTo>
                    <a:pt x="60774" y="35912"/>
                  </a:lnTo>
                  <a:lnTo>
                    <a:pt x="61018" y="35571"/>
                  </a:lnTo>
                  <a:lnTo>
                    <a:pt x="61275" y="35187"/>
                  </a:lnTo>
                  <a:lnTo>
                    <a:pt x="63116" y="36544"/>
                  </a:lnTo>
                  <a:lnTo>
                    <a:pt x="63319" y="36659"/>
                  </a:lnTo>
                  <a:lnTo>
                    <a:pt x="63440" y="36806"/>
                  </a:lnTo>
                  <a:lnTo>
                    <a:pt x="60774" y="40560"/>
                  </a:lnTo>
                  <a:lnTo>
                    <a:pt x="61527" y="40989"/>
                  </a:lnTo>
                  <a:lnTo>
                    <a:pt x="63216" y="42259"/>
                  </a:lnTo>
                  <a:lnTo>
                    <a:pt x="66401" y="44654"/>
                  </a:lnTo>
                  <a:lnTo>
                    <a:pt x="67172" y="45179"/>
                  </a:lnTo>
                  <a:lnTo>
                    <a:pt x="66664" y="45908"/>
                  </a:lnTo>
                  <a:lnTo>
                    <a:pt x="66061" y="46770"/>
                  </a:lnTo>
                  <a:lnTo>
                    <a:pt x="64960" y="48348"/>
                  </a:lnTo>
                  <a:lnTo>
                    <a:pt x="60462" y="54390"/>
                  </a:lnTo>
                  <a:lnTo>
                    <a:pt x="60324" y="54576"/>
                  </a:lnTo>
                  <a:lnTo>
                    <a:pt x="59823" y="55249"/>
                  </a:lnTo>
                  <a:lnTo>
                    <a:pt x="59315" y="55921"/>
                  </a:lnTo>
                  <a:lnTo>
                    <a:pt x="55451" y="61035"/>
                  </a:lnTo>
                  <a:lnTo>
                    <a:pt x="55267" y="61297"/>
                  </a:lnTo>
                  <a:lnTo>
                    <a:pt x="54482" y="62413"/>
                  </a:lnTo>
                  <a:lnTo>
                    <a:pt x="52527" y="61177"/>
                  </a:lnTo>
                  <a:lnTo>
                    <a:pt x="51320" y="60414"/>
                  </a:lnTo>
                  <a:lnTo>
                    <a:pt x="50238" y="59730"/>
                  </a:lnTo>
                  <a:lnTo>
                    <a:pt x="47994" y="58146"/>
                  </a:lnTo>
                  <a:lnTo>
                    <a:pt x="43595" y="55042"/>
                  </a:lnTo>
                  <a:lnTo>
                    <a:pt x="42913" y="54561"/>
                  </a:lnTo>
                  <a:lnTo>
                    <a:pt x="40694" y="52995"/>
                  </a:lnTo>
                  <a:lnTo>
                    <a:pt x="40338" y="52744"/>
                  </a:lnTo>
                  <a:lnTo>
                    <a:pt x="38983" y="51769"/>
                  </a:lnTo>
                  <a:lnTo>
                    <a:pt x="37691" y="50839"/>
                  </a:lnTo>
                  <a:lnTo>
                    <a:pt x="35236" y="49073"/>
                  </a:lnTo>
                  <a:lnTo>
                    <a:pt x="34144" y="48287"/>
                  </a:lnTo>
                  <a:lnTo>
                    <a:pt x="33063" y="47510"/>
                  </a:lnTo>
                  <a:lnTo>
                    <a:pt x="30789" y="45939"/>
                  </a:lnTo>
                  <a:lnTo>
                    <a:pt x="29718" y="45199"/>
                  </a:lnTo>
                  <a:lnTo>
                    <a:pt x="29002" y="44705"/>
                  </a:lnTo>
                  <a:lnTo>
                    <a:pt x="25907" y="42567"/>
                  </a:lnTo>
                  <a:lnTo>
                    <a:pt x="25483" y="42274"/>
                  </a:lnTo>
                  <a:lnTo>
                    <a:pt x="24861" y="41846"/>
                  </a:lnTo>
                  <a:lnTo>
                    <a:pt x="23632" y="40999"/>
                  </a:lnTo>
                  <a:lnTo>
                    <a:pt x="21204" y="39254"/>
                  </a:lnTo>
                  <a:lnTo>
                    <a:pt x="20963" y="39081"/>
                  </a:lnTo>
                  <a:lnTo>
                    <a:pt x="19791" y="38238"/>
                  </a:lnTo>
                  <a:lnTo>
                    <a:pt x="18105" y="37027"/>
                  </a:lnTo>
                  <a:lnTo>
                    <a:pt x="15257" y="34979"/>
                  </a:lnTo>
                  <a:lnTo>
                    <a:pt x="10592" y="31695"/>
                  </a:lnTo>
                  <a:lnTo>
                    <a:pt x="5939" y="28418"/>
                  </a:lnTo>
                  <a:lnTo>
                    <a:pt x="2662" y="26067"/>
                  </a:lnTo>
                  <a:lnTo>
                    <a:pt x="1420" y="25176"/>
                  </a:lnTo>
                  <a:lnTo>
                    <a:pt x="0" y="24157"/>
                  </a:lnTo>
                  <a:lnTo>
                    <a:pt x="104" y="24028"/>
                  </a:lnTo>
                  <a:lnTo>
                    <a:pt x="1352" y="22486"/>
                  </a:lnTo>
                  <a:lnTo>
                    <a:pt x="4990" y="17992"/>
                  </a:lnTo>
                  <a:lnTo>
                    <a:pt x="6114" y="18632"/>
                  </a:lnTo>
                  <a:lnTo>
                    <a:pt x="7465" y="16789"/>
                  </a:lnTo>
                  <a:lnTo>
                    <a:pt x="9415" y="14141"/>
                  </a:lnTo>
                  <a:lnTo>
                    <a:pt x="11269" y="11973"/>
                  </a:lnTo>
                  <a:lnTo>
                    <a:pt x="12413" y="10742"/>
                  </a:lnTo>
                  <a:lnTo>
                    <a:pt x="14479" y="8522"/>
                  </a:lnTo>
                  <a:lnTo>
                    <a:pt x="13409" y="7300"/>
                  </a:lnTo>
                  <a:lnTo>
                    <a:pt x="14639" y="6520"/>
                  </a:lnTo>
                  <a:lnTo>
                    <a:pt x="17287" y="4843"/>
                  </a:lnTo>
                  <a:lnTo>
                    <a:pt x="19915" y="3179"/>
                  </a:lnTo>
                  <a:lnTo>
                    <a:pt x="22735" y="1394"/>
                  </a:lnTo>
                  <a:lnTo>
                    <a:pt x="24142" y="0"/>
                  </a:lnTo>
                  <a:lnTo>
                    <a:pt x="24652" y="392"/>
                  </a:lnTo>
                  <a:lnTo>
                    <a:pt x="28178" y="3105"/>
                  </a:lnTo>
                  <a:lnTo>
                    <a:pt x="26142" y="5833"/>
                  </a:lnTo>
                  <a:lnTo>
                    <a:pt x="27940" y="7083"/>
                  </a:lnTo>
                  <a:lnTo>
                    <a:pt x="28311" y="7346"/>
                  </a:lnTo>
                  <a:lnTo>
                    <a:pt x="28184" y="7518"/>
                  </a:lnTo>
                  <a:lnTo>
                    <a:pt x="30488" y="9044"/>
                  </a:lnTo>
                  <a:lnTo>
                    <a:pt x="32255" y="10299"/>
                  </a:lnTo>
                  <a:lnTo>
                    <a:pt x="31758" y="11114"/>
                  </a:lnTo>
                  <a:lnTo>
                    <a:pt x="32802" y="11914"/>
                  </a:lnTo>
                  <a:lnTo>
                    <a:pt x="32735" y="123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4" name="pg73"/>
            <p:cNvSpPr/>
            <p:nvPr/>
          </p:nvSpPr>
          <p:spPr>
            <a:xfrm>
              <a:off x="6131466" y="3170170"/>
              <a:ext cx="67437" cy="70951"/>
            </a:xfrm>
            <a:custGeom>
              <a:avLst/>
              <a:pathLst>
                <a:path w="67437" h="70951">
                  <a:moveTo>
                    <a:pt x="65368" y="46325"/>
                  </a:moveTo>
                  <a:lnTo>
                    <a:pt x="66738" y="49538"/>
                  </a:lnTo>
                  <a:lnTo>
                    <a:pt x="67154" y="50307"/>
                  </a:lnTo>
                  <a:lnTo>
                    <a:pt x="67437" y="50830"/>
                  </a:lnTo>
                  <a:lnTo>
                    <a:pt x="63215" y="52699"/>
                  </a:lnTo>
                  <a:lnTo>
                    <a:pt x="60817" y="53735"/>
                  </a:lnTo>
                  <a:lnTo>
                    <a:pt x="59453" y="54325"/>
                  </a:lnTo>
                  <a:lnTo>
                    <a:pt x="58783" y="53440"/>
                  </a:lnTo>
                  <a:lnTo>
                    <a:pt x="57486" y="51714"/>
                  </a:lnTo>
                  <a:lnTo>
                    <a:pt x="56928" y="51068"/>
                  </a:lnTo>
                  <a:lnTo>
                    <a:pt x="56402" y="50458"/>
                  </a:lnTo>
                  <a:lnTo>
                    <a:pt x="55549" y="48732"/>
                  </a:lnTo>
                  <a:lnTo>
                    <a:pt x="54906" y="49619"/>
                  </a:lnTo>
                  <a:lnTo>
                    <a:pt x="54568" y="50083"/>
                  </a:lnTo>
                  <a:lnTo>
                    <a:pt x="52669" y="52698"/>
                  </a:lnTo>
                  <a:lnTo>
                    <a:pt x="51687" y="54319"/>
                  </a:lnTo>
                  <a:lnTo>
                    <a:pt x="51561" y="54525"/>
                  </a:lnTo>
                  <a:lnTo>
                    <a:pt x="51060" y="55352"/>
                  </a:lnTo>
                  <a:lnTo>
                    <a:pt x="50210" y="56866"/>
                  </a:lnTo>
                  <a:lnTo>
                    <a:pt x="51469" y="57427"/>
                  </a:lnTo>
                  <a:lnTo>
                    <a:pt x="50836" y="58291"/>
                  </a:lnTo>
                  <a:lnTo>
                    <a:pt x="50376" y="58919"/>
                  </a:lnTo>
                  <a:lnTo>
                    <a:pt x="48595" y="61380"/>
                  </a:lnTo>
                  <a:lnTo>
                    <a:pt x="47681" y="62643"/>
                  </a:lnTo>
                  <a:lnTo>
                    <a:pt x="47502" y="62891"/>
                  </a:lnTo>
                  <a:lnTo>
                    <a:pt x="45340" y="66485"/>
                  </a:lnTo>
                  <a:lnTo>
                    <a:pt x="45057" y="66956"/>
                  </a:lnTo>
                  <a:lnTo>
                    <a:pt x="43790" y="68947"/>
                  </a:lnTo>
                  <a:lnTo>
                    <a:pt x="43484" y="69571"/>
                  </a:lnTo>
                  <a:lnTo>
                    <a:pt x="42581" y="70951"/>
                  </a:lnTo>
                  <a:lnTo>
                    <a:pt x="40003" y="69218"/>
                  </a:lnTo>
                  <a:lnTo>
                    <a:pt x="37843" y="67721"/>
                  </a:lnTo>
                  <a:lnTo>
                    <a:pt x="36907" y="66965"/>
                  </a:lnTo>
                  <a:lnTo>
                    <a:pt x="36370" y="66658"/>
                  </a:lnTo>
                  <a:lnTo>
                    <a:pt x="33565" y="70841"/>
                  </a:lnTo>
                  <a:lnTo>
                    <a:pt x="26826" y="65946"/>
                  </a:lnTo>
                  <a:lnTo>
                    <a:pt x="26650" y="65818"/>
                  </a:lnTo>
                  <a:lnTo>
                    <a:pt x="24060" y="64006"/>
                  </a:lnTo>
                  <a:lnTo>
                    <a:pt x="22396" y="62843"/>
                  </a:lnTo>
                  <a:lnTo>
                    <a:pt x="20348" y="61410"/>
                  </a:lnTo>
                  <a:lnTo>
                    <a:pt x="16590" y="58782"/>
                  </a:lnTo>
                  <a:lnTo>
                    <a:pt x="12384" y="55808"/>
                  </a:lnTo>
                  <a:lnTo>
                    <a:pt x="9021" y="53431"/>
                  </a:lnTo>
                  <a:lnTo>
                    <a:pt x="6296" y="51504"/>
                  </a:lnTo>
                  <a:lnTo>
                    <a:pt x="5780" y="51139"/>
                  </a:lnTo>
                  <a:lnTo>
                    <a:pt x="3736" y="49767"/>
                  </a:lnTo>
                  <a:lnTo>
                    <a:pt x="2308" y="48810"/>
                  </a:lnTo>
                  <a:lnTo>
                    <a:pt x="0" y="47350"/>
                  </a:lnTo>
                  <a:lnTo>
                    <a:pt x="781" y="46232"/>
                  </a:lnTo>
                  <a:lnTo>
                    <a:pt x="965" y="45969"/>
                  </a:lnTo>
                  <a:lnTo>
                    <a:pt x="4829" y="40856"/>
                  </a:lnTo>
                  <a:lnTo>
                    <a:pt x="5418" y="40075"/>
                  </a:lnTo>
                  <a:lnTo>
                    <a:pt x="5838" y="39510"/>
                  </a:lnTo>
                  <a:lnTo>
                    <a:pt x="5976" y="39325"/>
                  </a:lnTo>
                  <a:lnTo>
                    <a:pt x="10474" y="33282"/>
                  </a:lnTo>
                  <a:lnTo>
                    <a:pt x="11575" y="31705"/>
                  </a:lnTo>
                  <a:lnTo>
                    <a:pt x="12177" y="30843"/>
                  </a:lnTo>
                  <a:lnTo>
                    <a:pt x="12686" y="30114"/>
                  </a:lnTo>
                  <a:lnTo>
                    <a:pt x="15001" y="26798"/>
                  </a:lnTo>
                  <a:lnTo>
                    <a:pt x="16452" y="24713"/>
                  </a:lnTo>
                  <a:lnTo>
                    <a:pt x="17516" y="23184"/>
                  </a:lnTo>
                  <a:lnTo>
                    <a:pt x="18070" y="22388"/>
                  </a:lnTo>
                  <a:lnTo>
                    <a:pt x="18214" y="22181"/>
                  </a:lnTo>
                  <a:lnTo>
                    <a:pt x="18547" y="21701"/>
                  </a:lnTo>
                  <a:lnTo>
                    <a:pt x="20344" y="19274"/>
                  </a:lnTo>
                  <a:lnTo>
                    <a:pt x="23199" y="15417"/>
                  </a:lnTo>
                  <a:lnTo>
                    <a:pt x="23334" y="15236"/>
                  </a:lnTo>
                  <a:lnTo>
                    <a:pt x="24134" y="14170"/>
                  </a:lnTo>
                  <a:lnTo>
                    <a:pt x="24585" y="13569"/>
                  </a:lnTo>
                  <a:lnTo>
                    <a:pt x="24910" y="13137"/>
                  </a:lnTo>
                  <a:lnTo>
                    <a:pt x="27550" y="9621"/>
                  </a:lnTo>
                  <a:lnTo>
                    <a:pt x="28344" y="8533"/>
                  </a:lnTo>
                  <a:lnTo>
                    <a:pt x="28601" y="8182"/>
                  </a:lnTo>
                  <a:lnTo>
                    <a:pt x="29031" y="7593"/>
                  </a:lnTo>
                  <a:lnTo>
                    <a:pt x="32020" y="3500"/>
                  </a:lnTo>
                  <a:lnTo>
                    <a:pt x="32864" y="2285"/>
                  </a:lnTo>
                  <a:lnTo>
                    <a:pt x="34453" y="0"/>
                  </a:lnTo>
                  <a:lnTo>
                    <a:pt x="36430" y="1489"/>
                  </a:lnTo>
                  <a:lnTo>
                    <a:pt x="37425" y="2238"/>
                  </a:lnTo>
                  <a:lnTo>
                    <a:pt x="42216" y="5847"/>
                  </a:lnTo>
                  <a:lnTo>
                    <a:pt x="43499" y="6923"/>
                  </a:lnTo>
                  <a:lnTo>
                    <a:pt x="45008" y="8191"/>
                  </a:lnTo>
                  <a:lnTo>
                    <a:pt x="46494" y="9439"/>
                  </a:lnTo>
                  <a:lnTo>
                    <a:pt x="47759" y="10934"/>
                  </a:lnTo>
                  <a:lnTo>
                    <a:pt x="48798" y="12161"/>
                  </a:lnTo>
                  <a:lnTo>
                    <a:pt x="50505" y="14178"/>
                  </a:lnTo>
                  <a:lnTo>
                    <a:pt x="51304" y="15729"/>
                  </a:lnTo>
                  <a:lnTo>
                    <a:pt x="52495" y="18043"/>
                  </a:lnTo>
                  <a:lnTo>
                    <a:pt x="53324" y="19653"/>
                  </a:lnTo>
                  <a:lnTo>
                    <a:pt x="53420" y="19860"/>
                  </a:lnTo>
                  <a:lnTo>
                    <a:pt x="54952" y="23153"/>
                  </a:lnTo>
                  <a:lnTo>
                    <a:pt x="58537" y="30857"/>
                  </a:lnTo>
                  <a:lnTo>
                    <a:pt x="61376" y="36957"/>
                  </a:lnTo>
                  <a:lnTo>
                    <a:pt x="63774" y="4258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5" name="pg74"/>
            <p:cNvSpPr/>
            <p:nvPr/>
          </p:nvSpPr>
          <p:spPr>
            <a:xfrm>
              <a:off x="6153831" y="3145582"/>
              <a:ext cx="108245" cy="78739"/>
            </a:xfrm>
            <a:custGeom>
              <a:avLst/>
              <a:pathLst>
                <a:path w="108245" h="78739">
                  <a:moveTo>
                    <a:pt x="15340" y="2815"/>
                  </a:moveTo>
                  <a:lnTo>
                    <a:pt x="17805" y="4800"/>
                  </a:lnTo>
                  <a:lnTo>
                    <a:pt x="18424" y="4345"/>
                  </a:lnTo>
                  <a:lnTo>
                    <a:pt x="19334" y="3828"/>
                  </a:lnTo>
                  <a:lnTo>
                    <a:pt x="21021" y="2889"/>
                  </a:lnTo>
                  <a:lnTo>
                    <a:pt x="22261" y="2307"/>
                  </a:lnTo>
                  <a:lnTo>
                    <a:pt x="23548" y="1820"/>
                  </a:lnTo>
                  <a:lnTo>
                    <a:pt x="24143" y="1595"/>
                  </a:lnTo>
                  <a:lnTo>
                    <a:pt x="25036" y="1288"/>
                  </a:lnTo>
                  <a:lnTo>
                    <a:pt x="25812" y="1035"/>
                  </a:lnTo>
                  <a:lnTo>
                    <a:pt x="27100" y="3588"/>
                  </a:lnTo>
                  <a:lnTo>
                    <a:pt x="29031" y="7405"/>
                  </a:lnTo>
                  <a:lnTo>
                    <a:pt x="29887" y="9097"/>
                  </a:lnTo>
                  <a:lnTo>
                    <a:pt x="32940" y="14906"/>
                  </a:lnTo>
                  <a:lnTo>
                    <a:pt x="34814" y="16861"/>
                  </a:lnTo>
                  <a:lnTo>
                    <a:pt x="35709" y="17793"/>
                  </a:lnTo>
                  <a:lnTo>
                    <a:pt x="36333" y="18215"/>
                  </a:lnTo>
                  <a:lnTo>
                    <a:pt x="36890" y="18593"/>
                  </a:lnTo>
                  <a:lnTo>
                    <a:pt x="38078" y="19396"/>
                  </a:lnTo>
                  <a:lnTo>
                    <a:pt x="38503" y="19683"/>
                  </a:lnTo>
                  <a:lnTo>
                    <a:pt x="43143" y="21493"/>
                  </a:lnTo>
                  <a:lnTo>
                    <a:pt x="43542" y="21648"/>
                  </a:lnTo>
                  <a:lnTo>
                    <a:pt x="45899" y="22456"/>
                  </a:lnTo>
                  <a:lnTo>
                    <a:pt x="49977" y="23854"/>
                  </a:lnTo>
                  <a:lnTo>
                    <a:pt x="51914" y="24517"/>
                  </a:lnTo>
                  <a:lnTo>
                    <a:pt x="52727" y="24796"/>
                  </a:lnTo>
                  <a:lnTo>
                    <a:pt x="53025" y="24859"/>
                  </a:lnTo>
                  <a:lnTo>
                    <a:pt x="53162" y="24888"/>
                  </a:lnTo>
                  <a:lnTo>
                    <a:pt x="53423" y="23958"/>
                  </a:lnTo>
                  <a:lnTo>
                    <a:pt x="53677" y="24674"/>
                  </a:lnTo>
                  <a:lnTo>
                    <a:pt x="54540" y="26075"/>
                  </a:lnTo>
                  <a:lnTo>
                    <a:pt x="56863" y="29134"/>
                  </a:lnTo>
                  <a:lnTo>
                    <a:pt x="57071" y="29537"/>
                  </a:lnTo>
                  <a:lnTo>
                    <a:pt x="57263" y="29909"/>
                  </a:lnTo>
                  <a:lnTo>
                    <a:pt x="57666" y="30691"/>
                  </a:lnTo>
                  <a:lnTo>
                    <a:pt x="58001" y="31949"/>
                  </a:lnTo>
                  <a:lnTo>
                    <a:pt x="58226" y="32792"/>
                  </a:lnTo>
                  <a:lnTo>
                    <a:pt x="58431" y="33560"/>
                  </a:lnTo>
                  <a:lnTo>
                    <a:pt x="58669" y="34310"/>
                  </a:lnTo>
                  <a:lnTo>
                    <a:pt x="59282" y="36234"/>
                  </a:lnTo>
                  <a:lnTo>
                    <a:pt x="60324" y="39030"/>
                  </a:lnTo>
                  <a:lnTo>
                    <a:pt x="60422" y="39303"/>
                  </a:lnTo>
                  <a:lnTo>
                    <a:pt x="60579" y="39742"/>
                  </a:lnTo>
                  <a:lnTo>
                    <a:pt x="61138" y="43101"/>
                  </a:lnTo>
                  <a:lnTo>
                    <a:pt x="61187" y="43452"/>
                  </a:lnTo>
                  <a:lnTo>
                    <a:pt x="61372" y="43484"/>
                  </a:lnTo>
                  <a:lnTo>
                    <a:pt x="61739" y="43545"/>
                  </a:lnTo>
                  <a:lnTo>
                    <a:pt x="64739" y="44038"/>
                  </a:lnTo>
                  <a:lnTo>
                    <a:pt x="66088" y="44259"/>
                  </a:lnTo>
                  <a:lnTo>
                    <a:pt x="66589" y="44939"/>
                  </a:lnTo>
                  <a:lnTo>
                    <a:pt x="78612" y="43005"/>
                  </a:lnTo>
                  <a:lnTo>
                    <a:pt x="85262" y="42319"/>
                  </a:lnTo>
                  <a:lnTo>
                    <a:pt x="85381" y="39098"/>
                  </a:lnTo>
                  <a:lnTo>
                    <a:pt x="91047" y="37249"/>
                  </a:lnTo>
                  <a:lnTo>
                    <a:pt x="93790" y="41603"/>
                  </a:lnTo>
                  <a:lnTo>
                    <a:pt x="96951" y="39993"/>
                  </a:lnTo>
                  <a:lnTo>
                    <a:pt x="98323" y="42378"/>
                  </a:lnTo>
                  <a:lnTo>
                    <a:pt x="107265" y="55718"/>
                  </a:lnTo>
                  <a:lnTo>
                    <a:pt x="108245" y="57200"/>
                  </a:lnTo>
                  <a:lnTo>
                    <a:pt x="108082" y="57273"/>
                  </a:lnTo>
                  <a:lnTo>
                    <a:pt x="107589" y="57493"/>
                  </a:lnTo>
                  <a:lnTo>
                    <a:pt x="106522" y="57989"/>
                  </a:lnTo>
                  <a:lnTo>
                    <a:pt x="105840" y="58307"/>
                  </a:lnTo>
                  <a:lnTo>
                    <a:pt x="104132" y="59102"/>
                  </a:lnTo>
                  <a:lnTo>
                    <a:pt x="103929" y="59225"/>
                  </a:lnTo>
                  <a:lnTo>
                    <a:pt x="102507" y="60093"/>
                  </a:lnTo>
                  <a:lnTo>
                    <a:pt x="101245" y="60863"/>
                  </a:lnTo>
                  <a:lnTo>
                    <a:pt x="99167" y="62598"/>
                  </a:lnTo>
                  <a:lnTo>
                    <a:pt x="98727" y="62966"/>
                  </a:lnTo>
                  <a:lnTo>
                    <a:pt x="94899" y="67039"/>
                  </a:lnTo>
                  <a:lnTo>
                    <a:pt x="93703" y="68058"/>
                  </a:lnTo>
                  <a:lnTo>
                    <a:pt x="93314" y="68164"/>
                  </a:lnTo>
                  <a:lnTo>
                    <a:pt x="92459" y="68255"/>
                  </a:lnTo>
                  <a:lnTo>
                    <a:pt x="92106" y="68381"/>
                  </a:lnTo>
                  <a:lnTo>
                    <a:pt x="91313" y="68664"/>
                  </a:lnTo>
                  <a:lnTo>
                    <a:pt x="89625" y="69153"/>
                  </a:lnTo>
                  <a:lnTo>
                    <a:pt x="88695" y="69423"/>
                  </a:lnTo>
                  <a:lnTo>
                    <a:pt x="87580" y="69746"/>
                  </a:lnTo>
                  <a:lnTo>
                    <a:pt x="82216" y="70887"/>
                  </a:lnTo>
                  <a:lnTo>
                    <a:pt x="80247" y="71447"/>
                  </a:lnTo>
                  <a:lnTo>
                    <a:pt x="79803" y="71573"/>
                  </a:lnTo>
                  <a:lnTo>
                    <a:pt x="78539" y="71849"/>
                  </a:lnTo>
                  <a:lnTo>
                    <a:pt x="78406" y="71878"/>
                  </a:lnTo>
                  <a:lnTo>
                    <a:pt x="77799" y="71924"/>
                  </a:lnTo>
                  <a:lnTo>
                    <a:pt x="76275" y="71345"/>
                  </a:lnTo>
                  <a:lnTo>
                    <a:pt x="70953" y="69394"/>
                  </a:lnTo>
                  <a:lnTo>
                    <a:pt x="69223" y="69027"/>
                  </a:lnTo>
                  <a:lnTo>
                    <a:pt x="68428" y="69149"/>
                  </a:lnTo>
                  <a:lnTo>
                    <a:pt x="67988" y="69353"/>
                  </a:lnTo>
                  <a:lnTo>
                    <a:pt x="67508" y="69576"/>
                  </a:lnTo>
                  <a:lnTo>
                    <a:pt x="66371" y="70155"/>
                  </a:lnTo>
                  <a:lnTo>
                    <a:pt x="65511" y="70578"/>
                  </a:lnTo>
                  <a:lnTo>
                    <a:pt x="63364" y="71635"/>
                  </a:lnTo>
                  <a:lnTo>
                    <a:pt x="62123" y="72245"/>
                  </a:lnTo>
                  <a:lnTo>
                    <a:pt x="61551" y="72526"/>
                  </a:lnTo>
                  <a:lnTo>
                    <a:pt x="61190" y="72704"/>
                  </a:lnTo>
                  <a:lnTo>
                    <a:pt x="58184" y="73998"/>
                  </a:lnTo>
                  <a:lnTo>
                    <a:pt x="57955" y="74096"/>
                  </a:lnTo>
                  <a:lnTo>
                    <a:pt x="55077" y="75335"/>
                  </a:lnTo>
                  <a:lnTo>
                    <a:pt x="54767" y="75468"/>
                  </a:lnTo>
                  <a:lnTo>
                    <a:pt x="52829" y="76215"/>
                  </a:lnTo>
                  <a:lnTo>
                    <a:pt x="51239" y="76828"/>
                  </a:lnTo>
                  <a:lnTo>
                    <a:pt x="46869" y="78739"/>
                  </a:lnTo>
                  <a:lnTo>
                    <a:pt x="45071" y="75418"/>
                  </a:lnTo>
                  <a:lnTo>
                    <a:pt x="44788" y="74895"/>
                  </a:lnTo>
                  <a:lnTo>
                    <a:pt x="44372" y="74126"/>
                  </a:lnTo>
                  <a:lnTo>
                    <a:pt x="43003" y="70913"/>
                  </a:lnTo>
                  <a:lnTo>
                    <a:pt x="41408" y="67171"/>
                  </a:lnTo>
                  <a:lnTo>
                    <a:pt x="39010" y="61545"/>
                  </a:lnTo>
                  <a:lnTo>
                    <a:pt x="36172" y="55444"/>
                  </a:lnTo>
                  <a:lnTo>
                    <a:pt x="32587" y="47741"/>
                  </a:lnTo>
                  <a:lnTo>
                    <a:pt x="31054" y="44448"/>
                  </a:lnTo>
                  <a:lnTo>
                    <a:pt x="30958" y="44241"/>
                  </a:lnTo>
                  <a:lnTo>
                    <a:pt x="30129" y="42631"/>
                  </a:lnTo>
                  <a:lnTo>
                    <a:pt x="28938" y="40316"/>
                  </a:lnTo>
                  <a:lnTo>
                    <a:pt x="28140" y="38766"/>
                  </a:lnTo>
                  <a:lnTo>
                    <a:pt x="26432" y="36748"/>
                  </a:lnTo>
                  <a:lnTo>
                    <a:pt x="25394" y="35521"/>
                  </a:lnTo>
                  <a:lnTo>
                    <a:pt x="24128" y="34027"/>
                  </a:lnTo>
                  <a:lnTo>
                    <a:pt x="22642" y="32779"/>
                  </a:lnTo>
                  <a:lnTo>
                    <a:pt x="21133" y="31511"/>
                  </a:lnTo>
                  <a:lnTo>
                    <a:pt x="19851" y="30434"/>
                  </a:lnTo>
                  <a:lnTo>
                    <a:pt x="15059" y="26825"/>
                  </a:lnTo>
                  <a:lnTo>
                    <a:pt x="14064" y="26076"/>
                  </a:lnTo>
                  <a:lnTo>
                    <a:pt x="12087" y="24587"/>
                  </a:lnTo>
                  <a:lnTo>
                    <a:pt x="9841" y="22895"/>
                  </a:lnTo>
                  <a:lnTo>
                    <a:pt x="7402" y="21219"/>
                  </a:lnTo>
                  <a:lnTo>
                    <a:pt x="5878" y="20172"/>
                  </a:lnTo>
                  <a:lnTo>
                    <a:pt x="236" y="16295"/>
                  </a:lnTo>
                  <a:lnTo>
                    <a:pt x="0" y="16132"/>
                  </a:lnTo>
                  <a:lnTo>
                    <a:pt x="1210" y="14480"/>
                  </a:lnTo>
                  <a:lnTo>
                    <a:pt x="3756" y="11087"/>
                  </a:lnTo>
                  <a:lnTo>
                    <a:pt x="3906" y="10888"/>
                  </a:lnTo>
                  <a:lnTo>
                    <a:pt x="4030" y="10722"/>
                  </a:lnTo>
                  <a:lnTo>
                    <a:pt x="6263" y="7579"/>
                  </a:lnTo>
                  <a:lnTo>
                    <a:pt x="7234" y="6219"/>
                  </a:lnTo>
                  <a:lnTo>
                    <a:pt x="8586" y="4323"/>
                  </a:lnTo>
                  <a:lnTo>
                    <a:pt x="9465" y="3195"/>
                  </a:lnTo>
                  <a:lnTo>
                    <a:pt x="11599" y="456"/>
                  </a:lnTo>
                  <a:lnTo>
                    <a:pt x="12102" y="0"/>
                  </a:lnTo>
                  <a:lnTo>
                    <a:pt x="14771" y="235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6" name="pg75"/>
            <p:cNvSpPr/>
            <p:nvPr/>
          </p:nvSpPr>
          <p:spPr>
            <a:xfrm>
              <a:off x="6179644" y="3109138"/>
              <a:ext cx="131088" cy="81384"/>
            </a:xfrm>
            <a:custGeom>
              <a:avLst/>
              <a:pathLst>
                <a:path w="131088" h="81384">
                  <a:moveTo>
                    <a:pt x="34512" y="75474"/>
                  </a:moveTo>
                  <a:lnTo>
                    <a:pt x="33456" y="72643"/>
                  </a:lnTo>
                  <a:lnTo>
                    <a:pt x="32856" y="70755"/>
                  </a:lnTo>
                  <a:lnTo>
                    <a:pt x="32618" y="70005"/>
                  </a:lnTo>
                  <a:lnTo>
                    <a:pt x="32413" y="69237"/>
                  </a:lnTo>
                  <a:lnTo>
                    <a:pt x="32189" y="68393"/>
                  </a:lnTo>
                  <a:lnTo>
                    <a:pt x="31853" y="67135"/>
                  </a:lnTo>
                  <a:lnTo>
                    <a:pt x="31450" y="66354"/>
                  </a:lnTo>
                  <a:lnTo>
                    <a:pt x="31258" y="65982"/>
                  </a:lnTo>
                  <a:lnTo>
                    <a:pt x="31050" y="65578"/>
                  </a:lnTo>
                  <a:lnTo>
                    <a:pt x="28661" y="62413"/>
                  </a:lnTo>
                  <a:lnTo>
                    <a:pt x="27865" y="61119"/>
                  </a:lnTo>
                  <a:lnTo>
                    <a:pt x="27611" y="60403"/>
                  </a:lnTo>
                  <a:lnTo>
                    <a:pt x="27350" y="61333"/>
                  </a:lnTo>
                  <a:lnTo>
                    <a:pt x="27213" y="61304"/>
                  </a:lnTo>
                  <a:lnTo>
                    <a:pt x="26914" y="61240"/>
                  </a:lnTo>
                  <a:lnTo>
                    <a:pt x="26101" y="60962"/>
                  </a:lnTo>
                  <a:lnTo>
                    <a:pt x="24165" y="60298"/>
                  </a:lnTo>
                  <a:lnTo>
                    <a:pt x="20086" y="58901"/>
                  </a:lnTo>
                  <a:lnTo>
                    <a:pt x="17729" y="58093"/>
                  </a:lnTo>
                  <a:lnTo>
                    <a:pt x="17331" y="57938"/>
                  </a:lnTo>
                  <a:lnTo>
                    <a:pt x="12690" y="56128"/>
                  </a:lnTo>
                  <a:lnTo>
                    <a:pt x="12266" y="55840"/>
                  </a:lnTo>
                  <a:lnTo>
                    <a:pt x="11078" y="55037"/>
                  </a:lnTo>
                  <a:lnTo>
                    <a:pt x="10520" y="54660"/>
                  </a:lnTo>
                  <a:lnTo>
                    <a:pt x="9896" y="54238"/>
                  </a:lnTo>
                  <a:lnTo>
                    <a:pt x="9002" y="53305"/>
                  </a:lnTo>
                  <a:lnTo>
                    <a:pt x="7073" y="51249"/>
                  </a:lnTo>
                  <a:lnTo>
                    <a:pt x="4074" y="45542"/>
                  </a:lnTo>
                  <a:lnTo>
                    <a:pt x="3218" y="43850"/>
                  </a:lnTo>
                  <a:lnTo>
                    <a:pt x="1287" y="40032"/>
                  </a:lnTo>
                  <a:lnTo>
                    <a:pt x="0" y="37480"/>
                  </a:lnTo>
                  <a:lnTo>
                    <a:pt x="1454" y="37006"/>
                  </a:lnTo>
                  <a:lnTo>
                    <a:pt x="2609" y="36493"/>
                  </a:lnTo>
                  <a:lnTo>
                    <a:pt x="3870" y="35933"/>
                  </a:lnTo>
                  <a:lnTo>
                    <a:pt x="5971" y="35207"/>
                  </a:lnTo>
                  <a:lnTo>
                    <a:pt x="8511" y="34517"/>
                  </a:lnTo>
                  <a:lnTo>
                    <a:pt x="10051" y="34081"/>
                  </a:lnTo>
                  <a:lnTo>
                    <a:pt x="10496" y="33930"/>
                  </a:lnTo>
                  <a:lnTo>
                    <a:pt x="11558" y="33570"/>
                  </a:lnTo>
                  <a:lnTo>
                    <a:pt x="12427" y="33275"/>
                  </a:lnTo>
                  <a:lnTo>
                    <a:pt x="14995" y="30873"/>
                  </a:lnTo>
                  <a:lnTo>
                    <a:pt x="15305" y="36721"/>
                  </a:lnTo>
                  <a:lnTo>
                    <a:pt x="15379" y="37809"/>
                  </a:lnTo>
                  <a:lnTo>
                    <a:pt x="18153" y="37004"/>
                  </a:lnTo>
                  <a:lnTo>
                    <a:pt x="20836" y="36542"/>
                  </a:lnTo>
                  <a:lnTo>
                    <a:pt x="24117" y="36124"/>
                  </a:lnTo>
                  <a:lnTo>
                    <a:pt x="25104" y="36014"/>
                  </a:lnTo>
                  <a:lnTo>
                    <a:pt x="28100" y="38632"/>
                  </a:lnTo>
                  <a:lnTo>
                    <a:pt x="27650" y="40844"/>
                  </a:lnTo>
                  <a:lnTo>
                    <a:pt x="27203" y="43832"/>
                  </a:lnTo>
                  <a:lnTo>
                    <a:pt x="28169" y="45192"/>
                  </a:lnTo>
                  <a:lnTo>
                    <a:pt x="30745" y="42723"/>
                  </a:lnTo>
                  <a:lnTo>
                    <a:pt x="33465" y="39931"/>
                  </a:lnTo>
                  <a:lnTo>
                    <a:pt x="36489" y="36926"/>
                  </a:lnTo>
                  <a:lnTo>
                    <a:pt x="38792" y="39193"/>
                  </a:lnTo>
                  <a:lnTo>
                    <a:pt x="40653" y="38311"/>
                  </a:lnTo>
                  <a:lnTo>
                    <a:pt x="41869" y="39408"/>
                  </a:lnTo>
                  <a:lnTo>
                    <a:pt x="43872" y="41753"/>
                  </a:lnTo>
                  <a:lnTo>
                    <a:pt x="44354" y="41263"/>
                  </a:lnTo>
                  <a:lnTo>
                    <a:pt x="44604" y="41009"/>
                  </a:lnTo>
                  <a:lnTo>
                    <a:pt x="48360" y="38498"/>
                  </a:lnTo>
                  <a:lnTo>
                    <a:pt x="50223" y="37340"/>
                  </a:lnTo>
                  <a:lnTo>
                    <a:pt x="50877" y="36946"/>
                  </a:lnTo>
                  <a:lnTo>
                    <a:pt x="51271" y="36709"/>
                  </a:lnTo>
                  <a:lnTo>
                    <a:pt x="53141" y="36939"/>
                  </a:lnTo>
                  <a:lnTo>
                    <a:pt x="55169" y="36450"/>
                  </a:lnTo>
                  <a:lnTo>
                    <a:pt x="55861" y="36262"/>
                  </a:lnTo>
                  <a:lnTo>
                    <a:pt x="55742" y="33698"/>
                  </a:lnTo>
                  <a:lnTo>
                    <a:pt x="58634" y="33429"/>
                  </a:lnTo>
                  <a:lnTo>
                    <a:pt x="77708" y="27746"/>
                  </a:lnTo>
                  <a:lnTo>
                    <a:pt x="80770" y="27287"/>
                  </a:lnTo>
                  <a:lnTo>
                    <a:pt x="89132" y="26032"/>
                  </a:lnTo>
                  <a:lnTo>
                    <a:pt x="89534" y="27169"/>
                  </a:lnTo>
                  <a:lnTo>
                    <a:pt x="90805" y="30762"/>
                  </a:lnTo>
                  <a:lnTo>
                    <a:pt x="95602" y="27638"/>
                  </a:lnTo>
                  <a:lnTo>
                    <a:pt x="94999" y="23760"/>
                  </a:lnTo>
                  <a:lnTo>
                    <a:pt x="97047" y="22202"/>
                  </a:lnTo>
                  <a:lnTo>
                    <a:pt x="97857" y="21586"/>
                  </a:lnTo>
                  <a:lnTo>
                    <a:pt x="101822" y="18571"/>
                  </a:lnTo>
                  <a:lnTo>
                    <a:pt x="103928" y="19386"/>
                  </a:lnTo>
                  <a:lnTo>
                    <a:pt x="108545" y="15254"/>
                  </a:lnTo>
                  <a:lnTo>
                    <a:pt x="113107" y="11172"/>
                  </a:lnTo>
                  <a:lnTo>
                    <a:pt x="114689" y="11620"/>
                  </a:lnTo>
                  <a:lnTo>
                    <a:pt x="116484" y="12128"/>
                  </a:lnTo>
                  <a:lnTo>
                    <a:pt x="117332" y="10882"/>
                  </a:lnTo>
                  <a:lnTo>
                    <a:pt x="122965" y="2602"/>
                  </a:lnTo>
                  <a:lnTo>
                    <a:pt x="124736" y="0"/>
                  </a:lnTo>
                  <a:lnTo>
                    <a:pt x="131088" y="3309"/>
                  </a:lnTo>
                  <a:lnTo>
                    <a:pt x="128220" y="10218"/>
                  </a:lnTo>
                  <a:lnTo>
                    <a:pt x="127689" y="11497"/>
                  </a:lnTo>
                  <a:lnTo>
                    <a:pt x="127307" y="11987"/>
                  </a:lnTo>
                  <a:lnTo>
                    <a:pt x="120485" y="20731"/>
                  </a:lnTo>
                  <a:lnTo>
                    <a:pt x="112433" y="31053"/>
                  </a:lnTo>
                  <a:lnTo>
                    <a:pt x="115682" y="33405"/>
                  </a:lnTo>
                  <a:lnTo>
                    <a:pt x="110795" y="42416"/>
                  </a:lnTo>
                  <a:lnTo>
                    <a:pt x="108635" y="45595"/>
                  </a:lnTo>
                  <a:lnTo>
                    <a:pt x="103137" y="53683"/>
                  </a:lnTo>
                  <a:lnTo>
                    <a:pt x="101851" y="55576"/>
                  </a:lnTo>
                  <a:lnTo>
                    <a:pt x="80263" y="73754"/>
                  </a:lnTo>
                  <a:lnTo>
                    <a:pt x="72510" y="78823"/>
                  </a:lnTo>
                  <a:lnTo>
                    <a:pt x="71139" y="76437"/>
                  </a:lnTo>
                  <a:lnTo>
                    <a:pt x="67978" y="78048"/>
                  </a:lnTo>
                  <a:lnTo>
                    <a:pt x="65234" y="73694"/>
                  </a:lnTo>
                  <a:lnTo>
                    <a:pt x="59569" y="75543"/>
                  </a:lnTo>
                  <a:lnTo>
                    <a:pt x="59449" y="78763"/>
                  </a:lnTo>
                  <a:lnTo>
                    <a:pt x="52800" y="79449"/>
                  </a:lnTo>
                  <a:lnTo>
                    <a:pt x="40776" y="81384"/>
                  </a:lnTo>
                  <a:lnTo>
                    <a:pt x="40275" y="80704"/>
                  </a:lnTo>
                  <a:lnTo>
                    <a:pt x="38926" y="80482"/>
                  </a:lnTo>
                  <a:lnTo>
                    <a:pt x="35927" y="79989"/>
                  </a:lnTo>
                  <a:lnTo>
                    <a:pt x="35559" y="79929"/>
                  </a:lnTo>
                  <a:lnTo>
                    <a:pt x="35374" y="79897"/>
                  </a:lnTo>
                  <a:lnTo>
                    <a:pt x="35325" y="79546"/>
                  </a:lnTo>
                  <a:lnTo>
                    <a:pt x="34767" y="76186"/>
                  </a:lnTo>
                  <a:lnTo>
                    <a:pt x="34610" y="7574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7" name="pg76"/>
            <p:cNvSpPr/>
            <p:nvPr/>
          </p:nvSpPr>
          <p:spPr>
            <a:xfrm>
              <a:off x="6194640" y="3120293"/>
              <a:ext cx="43639" cy="34037"/>
            </a:xfrm>
            <a:custGeom>
              <a:avLst/>
              <a:pathLst>
                <a:path w="43639" h="34037">
                  <a:moveTo>
                    <a:pt x="40395" y="9278"/>
                  </a:moveTo>
                  <a:lnTo>
                    <a:pt x="43639" y="22275"/>
                  </a:lnTo>
                  <a:lnTo>
                    <a:pt x="40746" y="22543"/>
                  </a:lnTo>
                  <a:lnTo>
                    <a:pt x="40865" y="25107"/>
                  </a:lnTo>
                  <a:lnTo>
                    <a:pt x="40173" y="25295"/>
                  </a:lnTo>
                  <a:lnTo>
                    <a:pt x="38146" y="25784"/>
                  </a:lnTo>
                  <a:lnTo>
                    <a:pt x="36275" y="25554"/>
                  </a:lnTo>
                  <a:lnTo>
                    <a:pt x="35881" y="25791"/>
                  </a:lnTo>
                  <a:lnTo>
                    <a:pt x="35227" y="26185"/>
                  </a:lnTo>
                  <a:lnTo>
                    <a:pt x="33364" y="27343"/>
                  </a:lnTo>
                  <a:lnTo>
                    <a:pt x="29608" y="29854"/>
                  </a:lnTo>
                  <a:lnTo>
                    <a:pt x="29358" y="30108"/>
                  </a:lnTo>
                  <a:lnTo>
                    <a:pt x="28876" y="30598"/>
                  </a:lnTo>
                  <a:lnTo>
                    <a:pt x="26874" y="28253"/>
                  </a:lnTo>
                  <a:lnTo>
                    <a:pt x="25657" y="27156"/>
                  </a:lnTo>
                  <a:lnTo>
                    <a:pt x="23797" y="28038"/>
                  </a:lnTo>
                  <a:lnTo>
                    <a:pt x="21493" y="25771"/>
                  </a:lnTo>
                  <a:lnTo>
                    <a:pt x="18469" y="28777"/>
                  </a:lnTo>
                  <a:lnTo>
                    <a:pt x="15750" y="31568"/>
                  </a:lnTo>
                  <a:lnTo>
                    <a:pt x="13173" y="34037"/>
                  </a:lnTo>
                  <a:lnTo>
                    <a:pt x="12207" y="32677"/>
                  </a:lnTo>
                  <a:lnTo>
                    <a:pt x="12654" y="29689"/>
                  </a:lnTo>
                  <a:lnTo>
                    <a:pt x="13105" y="27477"/>
                  </a:lnTo>
                  <a:lnTo>
                    <a:pt x="10108" y="24859"/>
                  </a:lnTo>
                  <a:lnTo>
                    <a:pt x="9121" y="24969"/>
                  </a:lnTo>
                  <a:lnTo>
                    <a:pt x="5841" y="25387"/>
                  </a:lnTo>
                  <a:lnTo>
                    <a:pt x="3157" y="25849"/>
                  </a:lnTo>
                  <a:lnTo>
                    <a:pt x="384" y="26654"/>
                  </a:lnTo>
                  <a:lnTo>
                    <a:pt x="309" y="25566"/>
                  </a:lnTo>
                  <a:lnTo>
                    <a:pt x="0" y="19718"/>
                  </a:lnTo>
                  <a:lnTo>
                    <a:pt x="4758" y="15267"/>
                  </a:lnTo>
                  <a:lnTo>
                    <a:pt x="8217" y="11033"/>
                  </a:lnTo>
                  <a:lnTo>
                    <a:pt x="8364" y="10870"/>
                  </a:lnTo>
                  <a:lnTo>
                    <a:pt x="8750" y="10446"/>
                  </a:lnTo>
                  <a:lnTo>
                    <a:pt x="13167" y="10574"/>
                  </a:lnTo>
                  <a:lnTo>
                    <a:pt x="13183" y="5351"/>
                  </a:lnTo>
                  <a:lnTo>
                    <a:pt x="13710" y="4782"/>
                  </a:lnTo>
                  <a:lnTo>
                    <a:pt x="15443" y="2911"/>
                  </a:lnTo>
                  <a:lnTo>
                    <a:pt x="16888" y="1098"/>
                  </a:lnTo>
                  <a:lnTo>
                    <a:pt x="17540" y="460"/>
                  </a:lnTo>
                  <a:lnTo>
                    <a:pt x="18117" y="0"/>
                  </a:lnTo>
                  <a:lnTo>
                    <a:pt x="25150" y="503"/>
                  </a:lnTo>
                  <a:lnTo>
                    <a:pt x="32113" y="6840"/>
                  </a:lnTo>
                  <a:lnTo>
                    <a:pt x="34530" y="755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8" name="pg77"/>
            <p:cNvSpPr/>
            <p:nvPr/>
          </p:nvSpPr>
          <p:spPr>
            <a:xfrm>
              <a:off x="6369287" y="3130489"/>
              <a:ext cx="164446" cy="142771"/>
            </a:xfrm>
            <a:custGeom>
              <a:avLst/>
              <a:pathLst>
                <a:path w="164446" h="142771">
                  <a:moveTo>
                    <a:pt x="7864" y="73334"/>
                  </a:moveTo>
                  <a:lnTo>
                    <a:pt x="7843" y="72845"/>
                  </a:lnTo>
                  <a:lnTo>
                    <a:pt x="7791" y="71650"/>
                  </a:lnTo>
                  <a:lnTo>
                    <a:pt x="7665" y="69411"/>
                  </a:lnTo>
                  <a:lnTo>
                    <a:pt x="7428" y="65191"/>
                  </a:lnTo>
                  <a:lnTo>
                    <a:pt x="6332" y="65292"/>
                  </a:lnTo>
                  <a:lnTo>
                    <a:pt x="388" y="65736"/>
                  </a:lnTo>
                  <a:lnTo>
                    <a:pt x="258" y="63768"/>
                  </a:lnTo>
                  <a:lnTo>
                    <a:pt x="45" y="60561"/>
                  </a:lnTo>
                  <a:lnTo>
                    <a:pt x="0" y="59873"/>
                  </a:lnTo>
                  <a:lnTo>
                    <a:pt x="9" y="56736"/>
                  </a:lnTo>
                  <a:lnTo>
                    <a:pt x="13" y="55432"/>
                  </a:lnTo>
                  <a:lnTo>
                    <a:pt x="3843" y="55763"/>
                  </a:lnTo>
                  <a:lnTo>
                    <a:pt x="4235" y="56120"/>
                  </a:lnTo>
                  <a:lnTo>
                    <a:pt x="4911" y="56736"/>
                  </a:lnTo>
                  <a:lnTo>
                    <a:pt x="5426" y="57205"/>
                  </a:lnTo>
                  <a:lnTo>
                    <a:pt x="5297" y="60376"/>
                  </a:lnTo>
                  <a:lnTo>
                    <a:pt x="10153" y="60172"/>
                  </a:lnTo>
                  <a:lnTo>
                    <a:pt x="11322" y="60123"/>
                  </a:lnTo>
                  <a:lnTo>
                    <a:pt x="12467" y="60001"/>
                  </a:lnTo>
                  <a:lnTo>
                    <a:pt x="13486" y="59541"/>
                  </a:lnTo>
                  <a:lnTo>
                    <a:pt x="13782" y="59408"/>
                  </a:lnTo>
                  <a:lnTo>
                    <a:pt x="14752" y="58324"/>
                  </a:lnTo>
                  <a:lnTo>
                    <a:pt x="16258" y="57779"/>
                  </a:lnTo>
                  <a:lnTo>
                    <a:pt x="17924" y="57645"/>
                  </a:lnTo>
                  <a:lnTo>
                    <a:pt x="18491" y="57802"/>
                  </a:lnTo>
                  <a:lnTo>
                    <a:pt x="21164" y="58524"/>
                  </a:lnTo>
                  <a:lnTo>
                    <a:pt x="21536" y="58654"/>
                  </a:lnTo>
                  <a:lnTo>
                    <a:pt x="22430" y="58832"/>
                  </a:lnTo>
                  <a:lnTo>
                    <a:pt x="22805" y="58820"/>
                  </a:lnTo>
                  <a:lnTo>
                    <a:pt x="24101" y="58702"/>
                  </a:lnTo>
                  <a:lnTo>
                    <a:pt x="25298" y="58557"/>
                  </a:lnTo>
                  <a:lnTo>
                    <a:pt x="26565" y="58161"/>
                  </a:lnTo>
                  <a:lnTo>
                    <a:pt x="27156" y="57927"/>
                  </a:lnTo>
                  <a:lnTo>
                    <a:pt x="27389" y="57835"/>
                  </a:lnTo>
                  <a:lnTo>
                    <a:pt x="27963" y="57326"/>
                  </a:lnTo>
                  <a:lnTo>
                    <a:pt x="28387" y="56626"/>
                  </a:lnTo>
                  <a:lnTo>
                    <a:pt x="28655" y="54939"/>
                  </a:lnTo>
                  <a:lnTo>
                    <a:pt x="28750" y="53746"/>
                  </a:lnTo>
                  <a:lnTo>
                    <a:pt x="28749" y="53559"/>
                  </a:lnTo>
                  <a:lnTo>
                    <a:pt x="28738" y="52081"/>
                  </a:lnTo>
                  <a:lnTo>
                    <a:pt x="28736" y="51853"/>
                  </a:lnTo>
                  <a:lnTo>
                    <a:pt x="28022" y="49956"/>
                  </a:lnTo>
                  <a:lnTo>
                    <a:pt x="27196" y="47155"/>
                  </a:lnTo>
                  <a:lnTo>
                    <a:pt x="27206" y="46361"/>
                  </a:lnTo>
                  <a:lnTo>
                    <a:pt x="27365" y="45655"/>
                  </a:lnTo>
                  <a:lnTo>
                    <a:pt x="25479" y="44435"/>
                  </a:lnTo>
                  <a:lnTo>
                    <a:pt x="23468" y="43134"/>
                  </a:lnTo>
                  <a:lnTo>
                    <a:pt x="23600" y="42814"/>
                  </a:lnTo>
                  <a:lnTo>
                    <a:pt x="23628" y="42275"/>
                  </a:lnTo>
                  <a:lnTo>
                    <a:pt x="23376" y="41738"/>
                  </a:lnTo>
                  <a:lnTo>
                    <a:pt x="22539" y="41134"/>
                  </a:lnTo>
                  <a:lnTo>
                    <a:pt x="22315" y="40611"/>
                  </a:lnTo>
                  <a:lnTo>
                    <a:pt x="22118" y="38676"/>
                  </a:lnTo>
                  <a:lnTo>
                    <a:pt x="21106" y="37770"/>
                  </a:lnTo>
                  <a:lnTo>
                    <a:pt x="22759" y="35720"/>
                  </a:lnTo>
                  <a:lnTo>
                    <a:pt x="26566" y="37665"/>
                  </a:lnTo>
                  <a:lnTo>
                    <a:pt x="29977" y="31064"/>
                  </a:lnTo>
                  <a:lnTo>
                    <a:pt x="37718" y="35714"/>
                  </a:lnTo>
                  <a:lnTo>
                    <a:pt x="38477" y="41933"/>
                  </a:lnTo>
                  <a:lnTo>
                    <a:pt x="37736" y="42119"/>
                  </a:lnTo>
                  <a:lnTo>
                    <a:pt x="39205" y="49513"/>
                  </a:lnTo>
                  <a:lnTo>
                    <a:pt x="41574" y="52154"/>
                  </a:lnTo>
                  <a:lnTo>
                    <a:pt x="43030" y="54954"/>
                  </a:lnTo>
                  <a:lnTo>
                    <a:pt x="42906" y="56713"/>
                  </a:lnTo>
                  <a:lnTo>
                    <a:pt x="41972" y="61971"/>
                  </a:lnTo>
                  <a:lnTo>
                    <a:pt x="41798" y="62953"/>
                  </a:lnTo>
                  <a:lnTo>
                    <a:pt x="49287" y="64126"/>
                  </a:lnTo>
                  <a:lnTo>
                    <a:pt x="49629" y="64180"/>
                  </a:lnTo>
                  <a:lnTo>
                    <a:pt x="50554" y="54050"/>
                  </a:lnTo>
                  <a:lnTo>
                    <a:pt x="55504" y="40929"/>
                  </a:lnTo>
                  <a:lnTo>
                    <a:pt x="56339" y="38663"/>
                  </a:lnTo>
                  <a:lnTo>
                    <a:pt x="62720" y="41406"/>
                  </a:lnTo>
                  <a:lnTo>
                    <a:pt x="67014" y="41108"/>
                  </a:lnTo>
                  <a:lnTo>
                    <a:pt x="71487" y="39200"/>
                  </a:lnTo>
                  <a:lnTo>
                    <a:pt x="76258" y="35621"/>
                  </a:lnTo>
                  <a:lnTo>
                    <a:pt x="81208" y="32341"/>
                  </a:lnTo>
                  <a:lnTo>
                    <a:pt x="90852" y="25827"/>
                  </a:lnTo>
                  <a:lnTo>
                    <a:pt x="94210" y="14784"/>
                  </a:lnTo>
                  <a:lnTo>
                    <a:pt x="104877" y="0"/>
                  </a:lnTo>
                  <a:lnTo>
                    <a:pt x="107336" y="1680"/>
                  </a:lnTo>
                  <a:lnTo>
                    <a:pt x="110362" y="5448"/>
                  </a:lnTo>
                  <a:lnTo>
                    <a:pt x="110639" y="5792"/>
                  </a:lnTo>
                  <a:lnTo>
                    <a:pt x="111915" y="7516"/>
                  </a:lnTo>
                  <a:lnTo>
                    <a:pt x="115978" y="11099"/>
                  </a:lnTo>
                  <a:lnTo>
                    <a:pt x="116311" y="11393"/>
                  </a:lnTo>
                  <a:lnTo>
                    <a:pt x="110808" y="19055"/>
                  </a:lnTo>
                  <a:lnTo>
                    <a:pt x="107972" y="24729"/>
                  </a:lnTo>
                  <a:lnTo>
                    <a:pt x="105810" y="31066"/>
                  </a:lnTo>
                  <a:lnTo>
                    <a:pt x="111103" y="35017"/>
                  </a:lnTo>
                  <a:lnTo>
                    <a:pt x="106067" y="48455"/>
                  </a:lnTo>
                  <a:lnTo>
                    <a:pt x="117094" y="54633"/>
                  </a:lnTo>
                  <a:lnTo>
                    <a:pt x="121840" y="55166"/>
                  </a:lnTo>
                  <a:lnTo>
                    <a:pt x="127656" y="55778"/>
                  </a:lnTo>
                  <a:lnTo>
                    <a:pt x="131330" y="56024"/>
                  </a:lnTo>
                  <a:lnTo>
                    <a:pt x="133827" y="56211"/>
                  </a:lnTo>
                  <a:lnTo>
                    <a:pt x="136289" y="54991"/>
                  </a:lnTo>
                  <a:lnTo>
                    <a:pt x="136898" y="54690"/>
                  </a:lnTo>
                  <a:lnTo>
                    <a:pt x="143770" y="51288"/>
                  </a:lnTo>
                  <a:lnTo>
                    <a:pt x="147534" y="54958"/>
                  </a:lnTo>
                  <a:lnTo>
                    <a:pt x="148786" y="58596"/>
                  </a:lnTo>
                  <a:lnTo>
                    <a:pt x="149919" y="60028"/>
                  </a:lnTo>
                  <a:lnTo>
                    <a:pt x="155406" y="61161"/>
                  </a:lnTo>
                  <a:lnTo>
                    <a:pt x="162205" y="61101"/>
                  </a:lnTo>
                  <a:lnTo>
                    <a:pt x="162874" y="64350"/>
                  </a:lnTo>
                  <a:lnTo>
                    <a:pt x="164446" y="71975"/>
                  </a:lnTo>
                  <a:lnTo>
                    <a:pt x="163401" y="72669"/>
                  </a:lnTo>
                  <a:lnTo>
                    <a:pt x="161720" y="73786"/>
                  </a:lnTo>
                  <a:lnTo>
                    <a:pt x="161909" y="75416"/>
                  </a:lnTo>
                  <a:lnTo>
                    <a:pt x="162013" y="76313"/>
                  </a:lnTo>
                  <a:lnTo>
                    <a:pt x="162350" y="79225"/>
                  </a:lnTo>
                  <a:lnTo>
                    <a:pt x="160178" y="80531"/>
                  </a:lnTo>
                  <a:lnTo>
                    <a:pt x="155696" y="83224"/>
                  </a:lnTo>
                  <a:lnTo>
                    <a:pt x="153827" y="83601"/>
                  </a:lnTo>
                  <a:lnTo>
                    <a:pt x="153950" y="86216"/>
                  </a:lnTo>
                  <a:lnTo>
                    <a:pt x="151517" y="87147"/>
                  </a:lnTo>
                  <a:lnTo>
                    <a:pt x="148654" y="87147"/>
                  </a:lnTo>
                  <a:lnTo>
                    <a:pt x="146221" y="87862"/>
                  </a:lnTo>
                  <a:lnTo>
                    <a:pt x="143788" y="89866"/>
                  </a:lnTo>
                  <a:lnTo>
                    <a:pt x="141385" y="97002"/>
                  </a:lnTo>
                  <a:lnTo>
                    <a:pt x="138977" y="96730"/>
                  </a:lnTo>
                  <a:lnTo>
                    <a:pt x="137488" y="96562"/>
                  </a:lnTo>
                  <a:lnTo>
                    <a:pt x="136945" y="96281"/>
                  </a:lnTo>
                  <a:lnTo>
                    <a:pt x="118862" y="86929"/>
                  </a:lnTo>
                  <a:lnTo>
                    <a:pt x="117999" y="86483"/>
                  </a:lnTo>
                  <a:lnTo>
                    <a:pt x="117851" y="86349"/>
                  </a:lnTo>
                  <a:lnTo>
                    <a:pt x="117715" y="86203"/>
                  </a:lnTo>
                  <a:lnTo>
                    <a:pt x="117561" y="85997"/>
                  </a:lnTo>
                  <a:lnTo>
                    <a:pt x="115978" y="86102"/>
                  </a:lnTo>
                  <a:lnTo>
                    <a:pt x="99754" y="87178"/>
                  </a:lnTo>
                  <a:lnTo>
                    <a:pt x="99356" y="87192"/>
                  </a:lnTo>
                  <a:lnTo>
                    <a:pt x="98460" y="91179"/>
                  </a:lnTo>
                  <a:lnTo>
                    <a:pt x="99316" y="92860"/>
                  </a:lnTo>
                  <a:lnTo>
                    <a:pt x="108499" y="110895"/>
                  </a:lnTo>
                  <a:lnTo>
                    <a:pt x="117057" y="117242"/>
                  </a:lnTo>
                  <a:lnTo>
                    <a:pt x="126803" y="118653"/>
                  </a:lnTo>
                  <a:lnTo>
                    <a:pt x="146556" y="122875"/>
                  </a:lnTo>
                  <a:lnTo>
                    <a:pt x="155358" y="130032"/>
                  </a:lnTo>
                  <a:lnTo>
                    <a:pt x="153712" y="135400"/>
                  </a:lnTo>
                  <a:lnTo>
                    <a:pt x="149561" y="133897"/>
                  </a:lnTo>
                  <a:lnTo>
                    <a:pt x="147271" y="132823"/>
                  </a:lnTo>
                  <a:lnTo>
                    <a:pt x="145625" y="132895"/>
                  </a:lnTo>
                  <a:lnTo>
                    <a:pt x="142977" y="133253"/>
                  </a:lnTo>
                  <a:lnTo>
                    <a:pt x="136321" y="133396"/>
                  </a:lnTo>
                  <a:lnTo>
                    <a:pt x="136966" y="137117"/>
                  </a:lnTo>
                  <a:lnTo>
                    <a:pt x="124155" y="141411"/>
                  </a:lnTo>
                  <a:lnTo>
                    <a:pt x="112203" y="142771"/>
                  </a:lnTo>
                  <a:lnTo>
                    <a:pt x="107984" y="136267"/>
                  </a:lnTo>
                  <a:lnTo>
                    <a:pt x="96629" y="140026"/>
                  </a:lnTo>
                  <a:lnTo>
                    <a:pt x="94116" y="139797"/>
                  </a:lnTo>
                  <a:lnTo>
                    <a:pt x="93235" y="139322"/>
                  </a:lnTo>
                  <a:lnTo>
                    <a:pt x="92132" y="137574"/>
                  </a:lnTo>
                  <a:lnTo>
                    <a:pt x="88236" y="129110"/>
                  </a:lnTo>
                  <a:lnTo>
                    <a:pt x="85160" y="122428"/>
                  </a:lnTo>
                  <a:lnTo>
                    <a:pt x="84876" y="121812"/>
                  </a:lnTo>
                  <a:lnTo>
                    <a:pt x="82489" y="116508"/>
                  </a:lnTo>
                  <a:lnTo>
                    <a:pt x="82379" y="116283"/>
                  </a:lnTo>
                  <a:lnTo>
                    <a:pt x="81371" y="114199"/>
                  </a:lnTo>
                  <a:lnTo>
                    <a:pt x="80451" y="113590"/>
                  </a:lnTo>
                  <a:lnTo>
                    <a:pt x="77448" y="113725"/>
                  </a:lnTo>
                  <a:lnTo>
                    <a:pt x="76653" y="113278"/>
                  </a:lnTo>
                  <a:lnTo>
                    <a:pt x="76059" y="112944"/>
                  </a:lnTo>
                  <a:lnTo>
                    <a:pt x="75202" y="111035"/>
                  </a:lnTo>
                  <a:lnTo>
                    <a:pt x="75062" y="109352"/>
                  </a:lnTo>
                  <a:lnTo>
                    <a:pt x="69020" y="103904"/>
                  </a:lnTo>
                  <a:lnTo>
                    <a:pt x="68034" y="103015"/>
                  </a:lnTo>
                  <a:lnTo>
                    <a:pt x="64948" y="105281"/>
                  </a:lnTo>
                  <a:lnTo>
                    <a:pt x="61588" y="106790"/>
                  </a:lnTo>
                  <a:lnTo>
                    <a:pt x="60357" y="107481"/>
                  </a:lnTo>
                  <a:lnTo>
                    <a:pt x="58693" y="107991"/>
                  </a:lnTo>
                  <a:lnTo>
                    <a:pt x="57754" y="108088"/>
                  </a:lnTo>
                  <a:lnTo>
                    <a:pt x="57044" y="108017"/>
                  </a:lnTo>
                  <a:lnTo>
                    <a:pt x="56015" y="107659"/>
                  </a:lnTo>
                  <a:lnTo>
                    <a:pt x="55039" y="106853"/>
                  </a:lnTo>
                  <a:lnTo>
                    <a:pt x="53773" y="104935"/>
                  </a:lnTo>
                  <a:lnTo>
                    <a:pt x="44440" y="104488"/>
                  </a:lnTo>
                  <a:lnTo>
                    <a:pt x="44033" y="99951"/>
                  </a:lnTo>
                  <a:lnTo>
                    <a:pt x="31103" y="99866"/>
                  </a:lnTo>
                  <a:lnTo>
                    <a:pt x="26508" y="92043"/>
                  </a:lnTo>
                  <a:lnTo>
                    <a:pt x="25144" y="92359"/>
                  </a:lnTo>
                  <a:lnTo>
                    <a:pt x="22183" y="93047"/>
                  </a:lnTo>
                  <a:lnTo>
                    <a:pt x="20320" y="91821"/>
                  </a:lnTo>
                  <a:lnTo>
                    <a:pt x="19347" y="90795"/>
                  </a:lnTo>
                  <a:lnTo>
                    <a:pt x="19307" y="90386"/>
                  </a:lnTo>
                  <a:lnTo>
                    <a:pt x="19098" y="88258"/>
                  </a:lnTo>
                  <a:lnTo>
                    <a:pt x="16005" y="88419"/>
                  </a:lnTo>
                  <a:lnTo>
                    <a:pt x="14995" y="85362"/>
                  </a:lnTo>
                  <a:lnTo>
                    <a:pt x="12368" y="86004"/>
                  </a:lnTo>
                  <a:lnTo>
                    <a:pt x="12692" y="89874"/>
                  </a:lnTo>
                  <a:lnTo>
                    <a:pt x="10661" y="90049"/>
                  </a:lnTo>
                  <a:lnTo>
                    <a:pt x="9490" y="90164"/>
                  </a:lnTo>
                  <a:lnTo>
                    <a:pt x="8570" y="83877"/>
                  </a:lnTo>
                  <a:lnTo>
                    <a:pt x="8165" y="78743"/>
                  </a:lnTo>
                  <a:lnTo>
                    <a:pt x="8055" y="77638"/>
                  </a:lnTo>
                  <a:lnTo>
                    <a:pt x="8043" y="77441"/>
                  </a:lnTo>
                  <a:lnTo>
                    <a:pt x="7989" y="76191"/>
                  </a:lnTo>
                  <a:lnTo>
                    <a:pt x="7916" y="7451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79" name="pg78"/>
            <p:cNvSpPr/>
            <p:nvPr/>
          </p:nvSpPr>
          <p:spPr>
            <a:xfrm>
              <a:off x="6283607" y="3156104"/>
              <a:ext cx="104327" cy="81288"/>
            </a:xfrm>
            <a:custGeom>
              <a:avLst/>
              <a:pathLst>
                <a:path w="104327" h="81288">
                  <a:moveTo>
                    <a:pt x="60277" y="11741"/>
                  </a:moveTo>
                  <a:lnTo>
                    <a:pt x="62196" y="13459"/>
                  </a:lnTo>
                  <a:lnTo>
                    <a:pt x="69505" y="20004"/>
                  </a:lnTo>
                  <a:lnTo>
                    <a:pt x="77096" y="19143"/>
                  </a:lnTo>
                  <a:lnTo>
                    <a:pt x="83864" y="18375"/>
                  </a:lnTo>
                  <a:lnTo>
                    <a:pt x="90266" y="11163"/>
                  </a:lnTo>
                  <a:lnTo>
                    <a:pt x="92194" y="11282"/>
                  </a:lnTo>
                  <a:lnTo>
                    <a:pt x="95194" y="11467"/>
                  </a:lnTo>
                  <a:lnTo>
                    <a:pt x="97200" y="15008"/>
                  </a:lnTo>
                  <a:lnTo>
                    <a:pt x="98674" y="17611"/>
                  </a:lnTo>
                  <a:lnTo>
                    <a:pt x="98912" y="18032"/>
                  </a:lnTo>
                  <a:lnTo>
                    <a:pt x="104327" y="18875"/>
                  </a:lnTo>
                  <a:lnTo>
                    <a:pt x="104194" y="30187"/>
                  </a:lnTo>
                  <a:lnTo>
                    <a:pt x="104170" y="32187"/>
                  </a:lnTo>
                  <a:lnTo>
                    <a:pt x="103446" y="32016"/>
                  </a:lnTo>
                  <a:lnTo>
                    <a:pt x="101938" y="32164"/>
                  </a:lnTo>
                  <a:lnTo>
                    <a:pt x="100432" y="32709"/>
                  </a:lnTo>
                  <a:lnTo>
                    <a:pt x="99462" y="33793"/>
                  </a:lnTo>
                  <a:lnTo>
                    <a:pt x="99166" y="33926"/>
                  </a:lnTo>
                  <a:lnTo>
                    <a:pt x="98147" y="34386"/>
                  </a:lnTo>
                  <a:lnTo>
                    <a:pt x="97002" y="34508"/>
                  </a:lnTo>
                  <a:lnTo>
                    <a:pt x="95833" y="34558"/>
                  </a:lnTo>
                  <a:lnTo>
                    <a:pt x="90976" y="34761"/>
                  </a:lnTo>
                  <a:lnTo>
                    <a:pt x="91106" y="31590"/>
                  </a:lnTo>
                  <a:lnTo>
                    <a:pt x="90591" y="31121"/>
                  </a:lnTo>
                  <a:lnTo>
                    <a:pt x="89914" y="30505"/>
                  </a:lnTo>
                  <a:lnTo>
                    <a:pt x="89523" y="30148"/>
                  </a:lnTo>
                  <a:lnTo>
                    <a:pt x="85693" y="29818"/>
                  </a:lnTo>
                  <a:lnTo>
                    <a:pt x="85689" y="31121"/>
                  </a:lnTo>
                  <a:lnTo>
                    <a:pt x="85679" y="34258"/>
                  </a:lnTo>
                  <a:lnTo>
                    <a:pt x="85725" y="34947"/>
                  </a:lnTo>
                  <a:lnTo>
                    <a:pt x="85938" y="38154"/>
                  </a:lnTo>
                  <a:lnTo>
                    <a:pt x="86068" y="40121"/>
                  </a:lnTo>
                  <a:lnTo>
                    <a:pt x="92012" y="39677"/>
                  </a:lnTo>
                  <a:lnTo>
                    <a:pt x="93108" y="39576"/>
                  </a:lnTo>
                  <a:lnTo>
                    <a:pt x="93345" y="43797"/>
                  </a:lnTo>
                  <a:lnTo>
                    <a:pt x="93470" y="46035"/>
                  </a:lnTo>
                  <a:lnTo>
                    <a:pt x="93522" y="47230"/>
                  </a:lnTo>
                  <a:lnTo>
                    <a:pt x="93544" y="47720"/>
                  </a:lnTo>
                  <a:lnTo>
                    <a:pt x="93595" y="48903"/>
                  </a:lnTo>
                  <a:lnTo>
                    <a:pt x="93668" y="50576"/>
                  </a:lnTo>
                  <a:lnTo>
                    <a:pt x="93723" y="51826"/>
                  </a:lnTo>
                  <a:lnTo>
                    <a:pt x="93734" y="52023"/>
                  </a:lnTo>
                  <a:lnTo>
                    <a:pt x="93845" y="53128"/>
                  </a:lnTo>
                  <a:lnTo>
                    <a:pt x="94250" y="58262"/>
                  </a:lnTo>
                  <a:lnTo>
                    <a:pt x="95169" y="64549"/>
                  </a:lnTo>
                  <a:lnTo>
                    <a:pt x="95377" y="65967"/>
                  </a:lnTo>
                  <a:lnTo>
                    <a:pt x="90624" y="66559"/>
                  </a:lnTo>
                  <a:lnTo>
                    <a:pt x="88062" y="70920"/>
                  </a:lnTo>
                  <a:lnTo>
                    <a:pt x="87090" y="72575"/>
                  </a:lnTo>
                  <a:lnTo>
                    <a:pt x="85234" y="73045"/>
                  </a:lnTo>
                  <a:lnTo>
                    <a:pt x="79218" y="74568"/>
                  </a:lnTo>
                  <a:lnTo>
                    <a:pt x="78541" y="76170"/>
                  </a:lnTo>
                  <a:lnTo>
                    <a:pt x="74202" y="77031"/>
                  </a:lnTo>
                  <a:lnTo>
                    <a:pt x="69170" y="78029"/>
                  </a:lnTo>
                  <a:lnTo>
                    <a:pt x="64041" y="79047"/>
                  </a:lnTo>
                  <a:lnTo>
                    <a:pt x="62876" y="72968"/>
                  </a:lnTo>
                  <a:lnTo>
                    <a:pt x="48324" y="72729"/>
                  </a:lnTo>
                  <a:lnTo>
                    <a:pt x="28473" y="76958"/>
                  </a:lnTo>
                  <a:lnTo>
                    <a:pt x="28166" y="77023"/>
                  </a:lnTo>
                  <a:lnTo>
                    <a:pt x="12943" y="75637"/>
                  </a:lnTo>
                  <a:lnTo>
                    <a:pt x="10079" y="81288"/>
                  </a:lnTo>
                  <a:lnTo>
                    <a:pt x="8792" y="80001"/>
                  </a:lnTo>
                  <a:lnTo>
                    <a:pt x="7673" y="77713"/>
                  </a:lnTo>
                  <a:lnTo>
                    <a:pt x="6190" y="78712"/>
                  </a:lnTo>
                  <a:lnTo>
                    <a:pt x="4260" y="79457"/>
                  </a:lnTo>
                  <a:lnTo>
                    <a:pt x="4234" y="78780"/>
                  </a:lnTo>
                  <a:lnTo>
                    <a:pt x="3997" y="77768"/>
                  </a:lnTo>
                  <a:lnTo>
                    <a:pt x="3585" y="76466"/>
                  </a:lnTo>
                  <a:lnTo>
                    <a:pt x="3140" y="75567"/>
                  </a:lnTo>
                  <a:lnTo>
                    <a:pt x="2585" y="74931"/>
                  </a:lnTo>
                  <a:lnTo>
                    <a:pt x="2013" y="74217"/>
                  </a:lnTo>
                  <a:lnTo>
                    <a:pt x="1426" y="72866"/>
                  </a:lnTo>
                  <a:lnTo>
                    <a:pt x="695" y="70691"/>
                  </a:lnTo>
                  <a:lnTo>
                    <a:pt x="524" y="69924"/>
                  </a:lnTo>
                  <a:lnTo>
                    <a:pt x="456" y="69619"/>
                  </a:lnTo>
                  <a:lnTo>
                    <a:pt x="152" y="68722"/>
                  </a:lnTo>
                  <a:lnTo>
                    <a:pt x="0" y="68270"/>
                  </a:lnTo>
                  <a:lnTo>
                    <a:pt x="2337" y="67925"/>
                  </a:lnTo>
                  <a:lnTo>
                    <a:pt x="2802" y="67856"/>
                  </a:lnTo>
                  <a:lnTo>
                    <a:pt x="5395" y="66522"/>
                  </a:lnTo>
                  <a:lnTo>
                    <a:pt x="5926" y="66249"/>
                  </a:lnTo>
                  <a:lnTo>
                    <a:pt x="9156" y="64552"/>
                  </a:lnTo>
                  <a:lnTo>
                    <a:pt x="10050" y="64083"/>
                  </a:lnTo>
                  <a:lnTo>
                    <a:pt x="10291" y="63956"/>
                  </a:lnTo>
                  <a:lnTo>
                    <a:pt x="11036" y="63551"/>
                  </a:lnTo>
                  <a:lnTo>
                    <a:pt x="11338" y="63387"/>
                  </a:lnTo>
                  <a:lnTo>
                    <a:pt x="10133" y="61129"/>
                  </a:lnTo>
                  <a:lnTo>
                    <a:pt x="11702" y="60243"/>
                  </a:lnTo>
                  <a:lnTo>
                    <a:pt x="12561" y="59759"/>
                  </a:lnTo>
                  <a:lnTo>
                    <a:pt x="15038" y="58486"/>
                  </a:lnTo>
                  <a:lnTo>
                    <a:pt x="15345" y="58328"/>
                  </a:lnTo>
                  <a:lnTo>
                    <a:pt x="16126" y="57927"/>
                  </a:lnTo>
                  <a:lnTo>
                    <a:pt x="16603" y="57716"/>
                  </a:lnTo>
                  <a:lnTo>
                    <a:pt x="17727" y="57219"/>
                  </a:lnTo>
                  <a:lnTo>
                    <a:pt x="18586" y="56856"/>
                  </a:lnTo>
                  <a:lnTo>
                    <a:pt x="18945" y="56685"/>
                  </a:lnTo>
                  <a:lnTo>
                    <a:pt x="18787" y="55539"/>
                  </a:lnTo>
                  <a:lnTo>
                    <a:pt x="18601" y="53732"/>
                  </a:lnTo>
                  <a:lnTo>
                    <a:pt x="18488" y="52624"/>
                  </a:lnTo>
                  <a:lnTo>
                    <a:pt x="17253" y="52556"/>
                  </a:lnTo>
                  <a:lnTo>
                    <a:pt x="15038" y="52783"/>
                  </a:lnTo>
                  <a:lnTo>
                    <a:pt x="14276" y="52861"/>
                  </a:lnTo>
                  <a:lnTo>
                    <a:pt x="11868" y="53095"/>
                  </a:lnTo>
                  <a:lnTo>
                    <a:pt x="10292" y="53400"/>
                  </a:lnTo>
                  <a:lnTo>
                    <a:pt x="9445" y="53564"/>
                  </a:lnTo>
                  <a:lnTo>
                    <a:pt x="8994" y="53652"/>
                  </a:lnTo>
                  <a:lnTo>
                    <a:pt x="6655" y="54802"/>
                  </a:lnTo>
                  <a:lnTo>
                    <a:pt x="4923" y="51058"/>
                  </a:lnTo>
                  <a:lnTo>
                    <a:pt x="5401" y="50985"/>
                  </a:lnTo>
                  <a:lnTo>
                    <a:pt x="11433" y="50429"/>
                  </a:lnTo>
                  <a:lnTo>
                    <a:pt x="13723" y="50249"/>
                  </a:lnTo>
                  <a:lnTo>
                    <a:pt x="14977" y="50027"/>
                  </a:lnTo>
                  <a:lnTo>
                    <a:pt x="15508" y="49971"/>
                  </a:lnTo>
                  <a:lnTo>
                    <a:pt x="15378" y="49065"/>
                  </a:lnTo>
                  <a:lnTo>
                    <a:pt x="15235" y="47679"/>
                  </a:lnTo>
                  <a:lnTo>
                    <a:pt x="15021" y="46092"/>
                  </a:lnTo>
                  <a:lnTo>
                    <a:pt x="14936" y="45791"/>
                  </a:lnTo>
                  <a:lnTo>
                    <a:pt x="14706" y="44972"/>
                  </a:lnTo>
                  <a:lnTo>
                    <a:pt x="14305" y="43152"/>
                  </a:lnTo>
                  <a:lnTo>
                    <a:pt x="14039" y="41926"/>
                  </a:lnTo>
                  <a:lnTo>
                    <a:pt x="13962" y="41570"/>
                  </a:lnTo>
                  <a:lnTo>
                    <a:pt x="13317" y="39108"/>
                  </a:lnTo>
                  <a:lnTo>
                    <a:pt x="12969" y="38153"/>
                  </a:lnTo>
                  <a:lnTo>
                    <a:pt x="12459" y="36966"/>
                  </a:lnTo>
                  <a:lnTo>
                    <a:pt x="12316" y="36619"/>
                  </a:lnTo>
                  <a:lnTo>
                    <a:pt x="11801" y="35372"/>
                  </a:lnTo>
                  <a:lnTo>
                    <a:pt x="11578" y="34748"/>
                  </a:lnTo>
                  <a:lnTo>
                    <a:pt x="11121" y="33472"/>
                  </a:lnTo>
                  <a:lnTo>
                    <a:pt x="11536" y="33433"/>
                  </a:lnTo>
                  <a:lnTo>
                    <a:pt x="11599" y="33240"/>
                  </a:lnTo>
                  <a:lnTo>
                    <a:pt x="12006" y="31957"/>
                  </a:lnTo>
                  <a:lnTo>
                    <a:pt x="12260" y="30920"/>
                  </a:lnTo>
                  <a:lnTo>
                    <a:pt x="12368" y="30476"/>
                  </a:lnTo>
                  <a:lnTo>
                    <a:pt x="12459" y="29570"/>
                  </a:lnTo>
                  <a:lnTo>
                    <a:pt x="12256" y="28201"/>
                  </a:lnTo>
                  <a:lnTo>
                    <a:pt x="12164" y="27561"/>
                  </a:lnTo>
                  <a:lnTo>
                    <a:pt x="12005" y="26458"/>
                  </a:lnTo>
                  <a:lnTo>
                    <a:pt x="11497" y="24991"/>
                  </a:lnTo>
                  <a:lnTo>
                    <a:pt x="11020" y="24132"/>
                  </a:lnTo>
                  <a:lnTo>
                    <a:pt x="10137" y="19910"/>
                  </a:lnTo>
                  <a:lnTo>
                    <a:pt x="10211" y="12655"/>
                  </a:lnTo>
                  <a:lnTo>
                    <a:pt x="12797" y="12339"/>
                  </a:lnTo>
                  <a:lnTo>
                    <a:pt x="13132" y="12325"/>
                  </a:lnTo>
                  <a:lnTo>
                    <a:pt x="14185" y="12030"/>
                  </a:lnTo>
                  <a:lnTo>
                    <a:pt x="14278" y="11855"/>
                  </a:lnTo>
                  <a:lnTo>
                    <a:pt x="33207" y="7678"/>
                  </a:lnTo>
                  <a:lnTo>
                    <a:pt x="33345" y="1800"/>
                  </a:lnTo>
                  <a:lnTo>
                    <a:pt x="33387" y="0"/>
                  </a:lnTo>
                  <a:lnTo>
                    <a:pt x="37879" y="449"/>
                  </a:lnTo>
                  <a:lnTo>
                    <a:pt x="45279" y="1189"/>
                  </a:lnTo>
                  <a:lnTo>
                    <a:pt x="47700" y="1431"/>
                  </a:lnTo>
                  <a:lnTo>
                    <a:pt x="47721" y="3115"/>
                  </a:lnTo>
                  <a:lnTo>
                    <a:pt x="47816" y="10757"/>
                  </a:lnTo>
                  <a:lnTo>
                    <a:pt x="53792" y="10808"/>
                  </a:lnTo>
                  <a:lnTo>
                    <a:pt x="59237" y="10855"/>
                  </a:lnTo>
                  <a:lnTo>
                    <a:pt x="59406" y="10961"/>
                  </a:lnTo>
                  <a:lnTo>
                    <a:pt x="59833" y="1134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0" name="pg79"/>
            <p:cNvSpPr/>
            <p:nvPr/>
          </p:nvSpPr>
          <p:spPr>
            <a:xfrm>
              <a:off x="6165031" y="3164714"/>
              <a:ext cx="137551" cy="84920"/>
            </a:xfrm>
            <a:custGeom>
              <a:avLst/>
              <a:pathLst>
                <a:path w="137551" h="84920">
                  <a:moveTo>
                    <a:pt x="123499" y="42447"/>
                  </a:moveTo>
                  <a:lnTo>
                    <a:pt x="125231" y="46191"/>
                  </a:lnTo>
                  <a:lnTo>
                    <a:pt x="127570" y="45041"/>
                  </a:lnTo>
                  <a:lnTo>
                    <a:pt x="128021" y="44954"/>
                  </a:lnTo>
                  <a:lnTo>
                    <a:pt x="128868" y="44789"/>
                  </a:lnTo>
                  <a:lnTo>
                    <a:pt x="130444" y="44484"/>
                  </a:lnTo>
                  <a:lnTo>
                    <a:pt x="132852" y="44250"/>
                  </a:lnTo>
                  <a:lnTo>
                    <a:pt x="133614" y="44172"/>
                  </a:lnTo>
                  <a:lnTo>
                    <a:pt x="135829" y="43945"/>
                  </a:lnTo>
                  <a:lnTo>
                    <a:pt x="137063" y="44013"/>
                  </a:lnTo>
                  <a:lnTo>
                    <a:pt x="137177" y="45121"/>
                  </a:lnTo>
                  <a:lnTo>
                    <a:pt x="137363" y="46928"/>
                  </a:lnTo>
                  <a:lnTo>
                    <a:pt x="137551" y="48178"/>
                  </a:lnTo>
                  <a:lnTo>
                    <a:pt x="137162" y="48245"/>
                  </a:lnTo>
                  <a:lnTo>
                    <a:pt x="136303" y="48608"/>
                  </a:lnTo>
                  <a:lnTo>
                    <a:pt x="135179" y="49105"/>
                  </a:lnTo>
                  <a:lnTo>
                    <a:pt x="134702" y="49316"/>
                  </a:lnTo>
                  <a:lnTo>
                    <a:pt x="133921" y="49717"/>
                  </a:lnTo>
                  <a:lnTo>
                    <a:pt x="133614" y="49875"/>
                  </a:lnTo>
                  <a:lnTo>
                    <a:pt x="131137" y="51148"/>
                  </a:lnTo>
                  <a:lnTo>
                    <a:pt x="130278" y="51633"/>
                  </a:lnTo>
                  <a:lnTo>
                    <a:pt x="128709" y="52518"/>
                  </a:lnTo>
                  <a:lnTo>
                    <a:pt x="129913" y="54777"/>
                  </a:lnTo>
                  <a:lnTo>
                    <a:pt x="129612" y="54940"/>
                  </a:lnTo>
                  <a:lnTo>
                    <a:pt x="128867" y="55345"/>
                  </a:lnTo>
                  <a:lnTo>
                    <a:pt x="128625" y="55472"/>
                  </a:lnTo>
                  <a:lnTo>
                    <a:pt x="127722" y="55947"/>
                  </a:lnTo>
                  <a:lnTo>
                    <a:pt x="124502" y="57639"/>
                  </a:lnTo>
                  <a:lnTo>
                    <a:pt x="123971" y="57912"/>
                  </a:lnTo>
                  <a:lnTo>
                    <a:pt x="121378" y="59245"/>
                  </a:lnTo>
                  <a:lnTo>
                    <a:pt x="120912" y="59314"/>
                  </a:lnTo>
                  <a:lnTo>
                    <a:pt x="118575" y="59659"/>
                  </a:lnTo>
                  <a:lnTo>
                    <a:pt x="116903" y="59761"/>
                  </a:lnTo>
                  <a:lnTo>
                    <a:pt x="116152" y="59811"/>
                  </a:lnTo>
                  <a:lnTo>
                    <a:pt x="114351" y="59929"/>
                  </a:lnTo>
                  <a:lnTo>
                    <a:pt x="112058" y="60080"/>
                  </a:lnTo>
                  <a:lnTo>
                    <a:pt x="111479" y="60118"/>
                  </a:lnTo>
                  <a:lnTo>
                    <a:pt x="110054" y="60118"/>
                  </a:lnTo>
                  <a:lnTo>
                    <a:pt x="108718" y="60119"/>
                  </a:lnTo>
                  <a:lnTo>
                    <a:pt x="107549" y="60012"/>
                  </a:lnTo>
                  <a:lnTo>
                    <a:pt x="106858" y="59950"/>
                  </a:lnTo>
                  <a:lnTo>
                    <a:pt x="106180" y="59847"/>
                  </a:lnTo>
                  <a:lnTo>
                    <a:pt x="105000" y="59669"/>
                  </a:lnTo>
                  <a:lnTo>
                    <a:pt x="102579" y="58555"/>
                  </a:lnTo>
                  <a:lnTo>
                    <a:pt x="97861" y="56384"/>
                  </a:lnTo>
                  <a:lnTo>
                    <a:pt x="97476" y="56256"/>
                  </a:lnTo>
                  <a:lnTo>
                    <a:pt x="97020" y="56105"/>
                  </a:lnTo>
                  <a:lnTo>
                    <a:pt x="96384" y="55895"/>
                  </a:lnTo>
                  <a:lnTo>
                    <a:pt x="94933" y="55644"/>
                  </a:lnTo>
                  <a:lnTo>
                    <a:pt x="93990" y="55481"/>
                  </a:lnTo>
                  <a:lnTo>
                    <a:pt x="93271" y="55496"/>
                  </a:lnTo>
                  <a:lnTo>
                    <a:pt x="92166" y="55518"/>
                  </a:lnTo>
                  <a:lnTo>
                    <a:pt x="90531" y="55668"/>
                  </a:lnTo>
                  <a:lnTo>
                    <a:pt x="90269" y="55752"/>
                  </a:lnTo>
                  <a:lnTo>
                    <a:pt x="88998" y="56156"/>
                  </a:lnTo>
                  <a:lnTo>
                    <a:pt x="86962" y="56832"/>
                  </a:lnTo>
                  <a:lnTo>
                    <a:pt x="86715" y="56944"/>
                  </a:lnTo>
                  <a:lnTo>
                    <a:pt x="85034" y="57710"/>
                  </a:lnTo>
                  <a:lnTo>
                    <a:pt x="82981" y="58646"/>
                  </a:lnTo>
                  <a:lnTo>
                    <a:pt x="82253" y="58977"/>
                  </a:lnTo>
                  <a:lnTo>
                    <a:pt x="80416" y="59815"/>
                  </a:lnTo>
                  <a:lnTo>
                    <a:pt x="79787" y="60102"/>
                  </a:lnTo>
                  <a:lnTo>
                    <a:pt x="76325" y="61681"/>
                  </a:lnTo>
                  <a:lnTo>
                    <a:pt x="73381" y="63024"/>
                  </a:lnTo>
                  <a:lnTo>
                    <a:pt x="71542" y="63862"/>
                  </a:lnTo>
                  <a:lnTo>
                    <a:pt x="71194" y="64021"/>
                  </a:lnTo>
                  <a:lnTo>
                    <a:pt x="69940" y="64593"/>
                  </a:lnTo>
                  <a:lnTo>
                    <a:pt x="67749" y="65593"/>
                  </a:lnTo>
                  <a:lnTo>
                    <a:pt x="66556" y="66137"/>
                  </a:lnTo>
                  <a:lnTo>
                    <a:pt x="65897" y="66438"/>
                  </a:lnTo>
                  <a:lnTo>
                    <a:pt x="65672" y="66540"/>
                  </a:lnTo>
                  <a:lnTo>
                    <a:pt x="60243" y="69017"/>
                  </a:lnTo>
                  <a:lnTo>
                    <a:pt x="59638" y="69296"/>
                  </a:lnTo>
                  <a:lnTo>
                    <a:pt x="58413" y="69860"/>
                  </a:lnTo>
                  <a:lnTo>
                    <a:pt x="57857" y="70116"/>
                  </a:lnTo>
                  <a:lnTo>
                    <a:pt x="57486" y="70287"/>
                  </a:lnTo>
                  <a:lnTo>
                    <a:pt x="54056" y="71866"/>
                  </a:lnTo>
                  <a:lnTo>
                    <a:pt x="49828" y="73812"/>
                  </a:lnTo>
                  <a:lnTo>
                    <a:pt x="48497" y="74425"/>
                  </a:lnTo>
                  <a:lnTo>
                    <a:pt x="44526" y="76141"/>
                  </a:lnTo>
                  <a:lnTo>
                    <a:pt x="44269" y="76252"/>
                  </a:lnTo>
                  <a:lnTo>
                    <a:pt x="43738" y="76482"/>
                  </a:lnTo>
                  <a:lnTo>
                    <a:pt x="42682" y="76938"/>
                  </a:lnTo>
                  <a:lnTo>
                    <a:pt x="42397" y="77061"/>
                  </a:lnTo>
                  <a:lnTo>
                    <a:pt x="38208" y="78872"/>
                  </a:lnTo>
                  <a:lnTo>
                    <a:pt x="34763" y="80313"/>
                  </a:lnTo>
                  <a:lnTo>
                    <a:pt x="33820" y="80708"/>
                  </a:lnTo>
                  <a:lnTo>
                    <a:pt x="31416" y="81714"/>
                  </a:lnTo>
                  <a:lnTo>
                    <a:pt x="27681" y="83277"/>
                  </a:lnTo>
                  <a:lnTo>
                    <a:pt x="25345" y="84051"/>
                  </a:lnTo>
                  <a:lnTo>
                    <a:pt x="21449" y="84806"/>
                  </a:lnTo>
                  <a:lnTo>
                    <a:pt x="20416" y="84847"/>
                  </a:lnTo>
                  <a:lnTo>
                    <a:pt x="18571" y="84920"/>
                  </a:lnTo>
                  <a:lnTo>
                    <a:pt x="15789" y="84579"/>
                  </a:lnTo>
                  <a:lnTo>
                    <a:pt x="14497" y="84212"/>
                  </a:lnTo>
                  <a:lnTo>
                    <a:pt x="13441" y="83912"/>
                  </a:lnTo>
                  <a:lnTo>
                    <a:pt x="12048" y="83517"/>
                  </a:lnTo>
                  <a:lnTo>
                    <a:pt x="11203" y="83277"/>
                  </a:lnTo>
                  <a:lnTo>
                    <a:pt x="6298" y="80665"/>
                  </a:lnTo>
                  <a:lnTo>
                    <a:pt x="0" y="76296"/>
                  </a:lnTo>
                  <a:lnTo>
                    <a:pt x="2860" y="72031"/>
                  </a:lnTo>
                  <a:lnTo>
                    <a:pt x="3341" y="72420"/>
                  </a:lnTo>
                  <a:lnTo>
                    <a:pt x="4277" y="73176"/>
                  </a:lnTo>
                  <a:lnTo>
                    <a:pt x="6438" y="74674"/>
                  </a:lnTo>
                  <a:lnTo>
                    <a:pt x="9015" y="76407"/>
                  </a:lnTo>
                  <a:lnTo>
                    <a:pt x="9939" y="74994"/>
                  </a:lnTo>
                  <a:lnTo>
                    <a:pt x="10225" y="74403"/>
                  </a:lnTo>
                  <a:lnTo>
                    <a:pt x="11491" y="72412"/>
                  </a:lnTo>
                  <a:lnTo>
                    <a:pt x="11774" y="71941"/>
                  </a:lnTo>
                  <a:lnTo>
                    <a:pt x="13937" y="68346"/>
                  </a:lnTo>
                  <a:lnTo>
                    <a:pt x="14116" y="68099"/>
                  </a:lnTo>
                  <a:lnTo>
                    <a:pt x="15029" y="66836"/>
                  </a:lnTo>
                  <a:lnTo>
                    <a:pt x="16810" y="64374"/>
                  </a:lnTo>
                  <a:lnTo>
                    <a:pt x="17270" y="63747"/>
                  </a:lnTo>
                  <a:lnTo>
                    <a:pt x="17904" y="62882"/>
                  </a:lnTo>
                  <a:lnTo>
                    <a:pt x="16644" y="62321"/>
                  </a:lnTo>
                  <a:lnTo>
                    <a:pt x="17495" y="60808"/>
                  </a:lnTo>
                  <a:lnTo>
                    <a:pt x="17996" y="59981"/>
                  </a:lnTo>
                  <a:lnTo>
                    <a:pt x="18121" y="59774"/>
                  </a:lnTo>
                  <a:lnTo>
                    <a:pt x="19103" y="58153"/>
                  </a:lnTo>
                  <a:lnTo>
                    <a:pt x="21003" y="55539"/>
                  </a:lnTo>
                  <a:lnTo>
                    <a:pt x="21340" y="55074"/>
                  </a:lnTo>
                  <a:lnTo>
                    <a:pt x="21983" y="54187"/>
                  </a:lnTo>
                  <a:lnTo>
                    <a:pt x="22837" y="55913"/>
                  </a:lnTo>
                  <a:lnTo>
                    <a:pt x="23363" y="56523"/>
                  </a:lnTo>
                  <a:lnTo>
                    <a:pt x="23920" y="57169"/>
                  </a:lnTo>
                  <a:lnTo>
                    <a:pt x="25231" y="58914"/>
                  </a:lnTo>
                  <a:lnTo>
                    <a:pt x="25888" y="59780"/>
                  </a:lnTo>
                  <a:lnTo>
                    <a:pt x="27251" y="59191"/>
                  </a:lnTo>
                  <a:lnTo>
                    <a:pt x="29649" y="58154"/>
                  </a:lnTo>
                  <a:lnTo>
                    <a:pt x="33871" y="56286"/>
                  </a:lnTo>
                  <a:lnTo>
                    <a:pt x="35669" y="59607"/>
                  </a:lnTo>
                  <a:lnTo>
                    <a:pt x="40039" y="57696"/>
                  </a:lnTo>
                  <a:lnTo>
                    <a:pt x="41629" y="57083"/>
                  </a:lnTo>
                  <a:lnTo>
                    <a:pt x="43668" y="56293"/>
                  </a:lnTo>
                  <a:lnTo>
                    <a:pt x="43877" y="56203"/>
                  </a:lnTo>
                  <a:lnTo>
                    <a:pt x="46755" y="54964"/>
                  </a:lnTo>
                  <a:lnTo>
                    <a:pt x="46984" y="54866"/>
                  </a:lnTo>
                  <a:lnTo>
                    <a:pt x="49990" y="53572"/>
                  </a:lnTo>
                  <a:lnTo>
                    <a:pt x="50351" y="53394"/>
                  </a:lnTo>
                  <a:lnTo>
                    <a:pt x="50923" y="53113"/>
                  </a:lnTo>
                  <a:lnTo>
                    <a:pt x="52164" y="52503"/>
                  </a:lnTo>
                  <a:lnTo>
                    <a:pt x="54311" y="51446"/>
                  </a:lnTo>
                  <a:lnTo>
                    <a:pt x="55171" y="51023"/>
                  </a:lnTo>
                  <a:lnTo>
                    <a:pt x="56308" y="50444"/>
                  </a:lnTo>
                  <a:lnTo>
                    <a:pt x="56915" y="50162"/>
                  </a:lnTo>
                  <a:lnTo>
                    <a:pt x="57228" y="50017"/>
                  </a:lnTo>
                  <a:lnTo>
                    <a:pt x="58023" y="49895"/>
                  </a:lnTo>
                  <a:lnTo>
                    <a:pt x="59753" y="50262"/>
                  </a:lnTo>
                  <a:lnTo>
                    <a:pt x="65090" y="52219"/>
                  </a:lnTo>
                  <a:lnTo>
                    <a:pt x="66599" y="52792"/>
                  </a:lnTo>
                  <a:lnTo>
                    <a:pt x="67206" y="52746"/>
                  </a:lnTo>
                  <a:lnTo>
                    <a:pt x="67339" y="52717"/>
                  </a:lnTo>
                  <a:lnTo>
                    <a:pt x="68603" y="52441"/>
                  </a:lnTo>
                  <a:lnTo>
                    <a:pt x="69047" y="52315"/>
                  </a:lnTo>
                  <a:lnTo>
                    <a:pt x="71016" y="51755"/>
                  </a:lnTo>
                  <a:lnTo>
                    <a:pt x="76380" y="50614"/>
                  </a:lnTo>
                  <a:lnTo>
                    <a:pt x="77495" y="50291"/>
                  </a:lnTo>
                  <a:lnTo>
                    <a:pt x="78425" y="50021"/>
                  </a:lnTo>
                  <a:lnTo>
                    <a:pt x="80113" y="49532"/>
                  </a:lnTo>
                  <a:lnTo>
                    <a:pt x="80906" y="49249"/>
                  </a:lnTo>
                  <a:lnTo>
                    <a:pt x="81259" y="49123"/>
                  </a:lnTo>
                  <a:lnTo>
                    <a:pt x="82114" y="49032"/>
                  </a:lnTo>
                  <a:lnTo>
                    <a:pt x="82503" y="48926"/>
                  </a:lnTo>
                  <a:lnTo>
                    <a:pt x="83699" y="47907"/>
                  </a:lnTo>
                  <a:lnTo>
                    <a:pt x="87527" y="43834"/>
                  </a:lnTo>
                  <a:lnTo>
                    <a:pt x="87967" y="43467"/>
                  </a:lnTo>
                  <a:lnTo>
                    <a:pt x="90045" y="41731"/>
                  </a:lnTo>
                  <a:lnTo>
                    <a:pt x="91307" y="40961"/>
                  </a:lnTo>
                  <a:lnTo>
                    <a:pt x="92729" y="40094"/>
                  </a:lnTo>
                  <a:lnTo>
                    <a:pt x="92932" y="39970"/>
                  </a:lnTo>
                  <a:lnTo>
                    <a:pt x="94640" y="39175"/>
                  </a:lnTo>
                  <a:lnTo>
                    <a:pt x="95322" y="38857"/>
                  </a:lnTo>
                  <a:lnTo>
                    <a:pt x="96389" y="38361"/>
                  </a:lnTo>
                  <a:lnTo>
                    <a:pt x="96882" y="38141"/>
                  </a:lnTo>
                  <a:lnTo>
                    <a:pt x="97045" y="38068"/>
                  </a:lnTo>
                  <a:lnTo>
                    <a:pt x="96065" y="36586"/>
                  </a:lnTo>
                  <a:lnTo>
                    <a:pt x="87123" y="23246"/>
                  </a:lnTo>
                  <a:lnTo>
                    <a:pt x="94876" y="18177"/>
                  </a:lnTo>
                  <a:lnTo>
                    <a:pt x="116463" y="0"/>
                  </a:lnTo>
                  <a:lnTo>
                    <a:pt x="128787" y="4044"/>
                  </a:lnTo>
                  <a:lnTo>
                    <a:pt x="128713" y="11299"/>
                  </a:lnTo>
                  <a:lnTo>
                    <a:pt x="129595" y="15521"/>
                  </a:lnTo>
                  <a:lnTo>
                    <a:pt x="130072" y="16380"/>
                  </a:lnTo>
                  <a:lnTo>
                    <a:pt x="130581" y="17847"/>
                  </a:lnTo>
                  <a:lnTo>
                    <a:pt x="130740" y="18950"/>
                  </a:lnTo>
                  <a:lnTo>
                    <a:pt x="130832" y="19590"/>
                  </a:lnTo>
                  <a:lnTo>
                    <a:pt x="131035" y="20959"/>
                  </a:lnTo>
                  <a:lnTo>
                    <a:pt x="130944" y="21865"/>
                  </a:lnTo>
                  <a:lnTo>
                    <a:pt x="130835" y="22310"/>
                  </a:lnTo>
                  <a:lnTo>
                    <a:pt x="130554" y="23433"/>
                  </a:lnTo>
                  <a:lnTo>
                    <a:pt x="130175" y="24630"/>
                  </a:lnTo>
                  <a:lnTo>
                    <a:pt x="130111" y="24822"/>
                  </a:lnTo>
                  <a:lnTo>
                    <a:pt x="129697" y="24861"/>
                  </a:lnTo>
                  <a:lnTo>
                    <a:pt x="130154" y="26137"/>
                  </a:lnTo>
                  <a:lnTo>
                    <a:pt x="130377" y="26761"/>
                  </a:lnTo>
                  <a:lnTo>
                    <a:pt x="130891" y="28009"/>
                  </a:lnTo>
                  <a:lnTo>
                    <a:pt x="131034" y="28355"/>
                  </a:lnTo>
                  <a:lnTo>
                    <a:pt x="131564" y="29587"/>
                  </a:lnTo>
                  <a:lnTo>
                    <a:pt x="131893" y="30497"/>
                  </a:lnTo>
                  <a:lnTo>
                    <a:pt x="132538" y="32959"/>
                  </a:lnTo>
                  <a:lnTo>
                    <a:pt x="132615" y="33315"/>
                  </a:lnTo>
                  <a:lnTo>
                    <a:pt x="132881" y="34541"/>
                  </a:lnTo>
                  <a:lnTo>
                    <a:pt x="133282" y="36361"/>
                  </a:lnTo>
                  <a:lnTo>
                    <a:pt x="133512" y="37181"/>
                  </a:lnTo>
                  <a:lnTo>
                    <a:pt x="133596" y="37481"/>
                  </a:lnTo>
                  <a:lnTo>
                    <a:pt x="133811" y="39068"/>
                  </a:lnTo>
                  <a:lnTo>
                    <a:pt x="133954" y="40454"/>
                  </a:lnTo>
                  <a:lnTo>
                    <a:pt x="134084" y="41360"/>
                  </a:lnTo>
                  <a:lnTo>
                    <a:pt x="133553" y="41416"/>
                  </a:lnTo>
                  <a:lnTo>
                    <a:pt x="132298" y="41638"/>
                  </a:lnTo>
                  <a:lnTo>
                    <a:pt x="130009" y="41819"/>
                  </a:lnTo>
                  <a:lnTo>
                    <a:pt x="123977" y="4237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1" name="pg80"/>
            <p:cNvSpPr/>
            <p:nvPr/>
          </p:nvSpPr>
          <p:spPr>
            <a:xfrm>
              <a:off x="6208770" y="3220196"/>
              <a:ext cx="106538" cy="54243"/>
            </a:xfrm>
            <a:custGeom>
              <a:avLst/>
              <a:pathLst>
                <a:path w="106538" h="54243">
                  <a:moveTo>
                    <a:pt x="63810" y="4531"/>
                  </a:moveTo>
                  <a:lnTo>
                    <a:pt x="64980" y="4637"/>
                  </a:lnTo>
                  <a:lnTo>
                    <a:pt x="66315" y="4637"/>
                  </a:lnTo>
                  <a:lnTo>
                    <a:pt x="67740" y="4636"/>
                  </a:lnTo>
                  <a:lnTo>
                    <a:pt x="68320" y="4598"/>
                  </a:lnTo>
                  <a:lnTo>
                    <a:pt x="70612" y="4447"/>
                  </a:lnTo>
                  <a:lnTo>
                    <a:pt x="72414" y="4329"/>
                  </a:lnTo>
                  <a:lnTo>
                    <a:pt x="73165" y="4280"/>
                  </a:lnTo>
                  <a:lnTo>
                    <a:pt x="74837" y="4178"/>
                  </a:lnTo>
                  <a:lnTo>
                    <a:pt x="74990" y="4629"/>
                  </a:lnTo>
                  <a:lnTo>
                    <a:pt x="75294" y="5526"/>
                  </a:lnTo>
                  <a:lnTo>
                    <a:pt x="75362" y="5831"/>
                  </a:lnTo>
                  <a:lnTo>
                    <a:pt x="75532" y="6598"/>
                  </a:lnTo>
                  <a:lnTo>
                    <a:pt x="76263" y="8773"/>
                  </a:lnTo>
                  <a:lnTo>
                    <a:pt x="76851" y="10124"/>
                  </a:lnTo>
                  <a:lnTo>
                    <a:pt x="77422" y="10838"/>
                  </a:lnTo>
                  <a:lnTo>
                    <a:pt x="77978" y="11474"/>
                  </a:lnTo>
                  <a:lnTo>
                    <a:pt x="78422" y="12373"/>
                  </a:lnTo>
                  <a:lnTo>
                    <a:pt x="78834" y="13675"/>
                  </a:lnTo>
                  <a:lnTo>
                    <a:pt x="79071" y="14687"/>
                  </a:lnTo>
                  <a:lnTo>
                    <a:pt x="79097" y="15365"/>
                  </a:lnTo>
                  <a:lnTo>
                    <a:pt x="81027" y="14619"/>
                  </a:lnTo>
                  <a:lnTo>
                    <a:pt x="82511" y="13620"/>
                  </a:lnTo>
                  <a:lnTo>
                    <a:pt x="83629" y="15909"/>
                  </a:lnTo>
                  <a:lnTo>
                    <a:pt x="84917" y="17195"/>
                  </a:lnTo>
                  <a:lnTo>
                    <a:pt x="87780" y="11544"/>
                  </a:lnTo>
                  <a:lnTo>
                    <a:pt x="103003" y="12930"/>
                  </a:lnTo>
                  <a:lnTo>
                    <a:pt x="103310" y="12865"/>
                  </a:lnTo>
                  <a:lnTo>
                    <a:pt x="103273" y="18947"/>
                  </a:lnTo>
                  <a:lnTo>
                    <a:pt x="106538" y="25836"/>
                  </a:lnTo>
                  <a:lnTo>
                    <a:pt x="105781" y="26394"/>
                  </a:lnTo>
                  <a:lnTo>
                    <a:pt x="104425" y="27101"/>
                  </a:lnTo>
                  <a:lnTo>
                    <a:pt x="103293" y="27691"/>
                  </a:lnTo>
                  <a:lnTo>
                    <a:pt x="102565" y="28070"/>
                  </a:lnTo>
                  <a:lnTo>
                    <a:pt x="100513" y="27877"/>
                  </a:lnTo>
                  <a:lnTo>
                    <a:pt x="95322" y="27469"/>
                  </a:lnTo>
                  <a:lnTo>
                    <a:pt x="94627" y="28502"/>
                  </a:lnTo>
                  <a:lnTo>
                    <a:pt x="93966" y="29280"/>
                  </a:lnTo>
                  <a:lnTo>
                    <a:pt x="93521" y="29804"/>
                  </a:lnTo>
                  <a:lnTo>
                    <a:pt x="92995" y="29742"/>
                  </a:lnTo>
                  <a:lnTo>
                    <a:pt x="92295" y="29660"/>
                  </a:lnTo>
                  <a:lnTo>
                    <a:pt x="91770" y="29660"/>
                  </a:lnTo>
                  <a:lnTo>
                    <a:pt x="90695" y="29661"/>
                  </a:lnTo>
                  <a:lnTo>
                    <a:pt x="89626" y="30046"/>
                  </a:lnTo>
                  <a:lnTo>
                    <a:pt x="88523" y="30844"/>
                  </a:lnTo>
                  <a:lnTo>
                    <a:pt x="87493" y="29754"/>
                  </a:lnTo>
                  <a:lnTo>
                    <a:pt x="85648" y="31043"/>
                  </a:lnTo>
                  <a:lnTo>
                    <a:pt x="84509" y="31899"/>
                  </a:lnTo>
                  <a:lnTo>
                    <a:pt x="82417" y="33470"/>
                  </a:lnTo>
                  <a:lnTo>
                    <a:pt x="81930" y="33890"/>
                  </a:lnTo>
                  <a:lnTo>
                    <a:pt x="80500" y="35121"/>
                  </a:lnTo>
                  <a:lnTo>
                    <a:pt x="80344" y="35256"/>
                  </a:lnTo>
                  <a:lnTo>
                    <a:pt x="78236" y="37071"/>
                  </a:lnTo>
                  <a:lnTo>
                    <a:pt x="77694" y="37492"/>
                  </a:lnTo>
                  <a:lnTo>
                    <a:pt x="73912" y="40431"/>
                  </a:lnTo>
                  <a:lnTo>
                    <a:pt x="73009" y="41218"/>
                  </a:lnTo>
                  <a:lnTo>
                    <a:pt x="72005" y="42094"/>
                  </a:lnTo>
                  <a:lnTo>
                    <a:pt x="68317" y="45309"/>
                  </a:lnTo>
                  <a:lnTo>
                    <a:pt x="67891" y="45633"/>
                  </a:lnTo>
                  <a:lnTo>
                    <a:pt x="67431" y="45982"/>
                  </a:lnTo>
                  <a:lnTo>
                    <a:pt x="67567" y="46196"/>
                  </a:lnTo>
                  <a:lnTo>
                    <a:pt x="67891" y="47002"/>
                  </a:lnTo>
                  <a:lnTo>
                    <a:pt x="68788" y="49233"/>
                  </a:lnTo>
                  <a:lnTo>
                    <a:pt x="68893" y="49494"/>
                  </a:lnTo>
                  <a:lnTo>
                    <a:pt x="69210" y="51480"/>
                  </a:lnTo>
                  <a:lnTo>
                    <a:pt x="69208" y="51673"/>
                  </a:lnTo>
                  <a:lnTo>
                    <a:pt x="69200" y="52401"/>
                  </a:lnTo>
                  <a:lnTo>
                    <a:pt x="69190" y="53302"/>
                  </a:lnTo>
                  <a:lnTo>
                    <a:pt x="69024" y="53300"/>
                  </a:lnTo>
                  <a:lnTo>
                    <a:pt x="67891" y="53291"/>
                  </a:lnTo>
                  <a:lnTo>
                    <a:pt x="65839" y="53273"/>
                  </a:lnTo>
                  <a:lnTo>
                    <a:pt x="65625" y="53272"/>
                  </a:lnTo>
                  <a:lnTo>
                    <a:pt x="65240" y="53268"/>
                  </a:lnTo>
                  <a:lnTo>
                    <a:pt x="64762" y="53264"/>
                  </a:lnTo>
                  <a:lnTo>
                    <a:pt x="64101" y="53317"/>
                  </a:lnTo>
                  <a:lnTo>
                    <a:pt x="62679" y="53430"/>
                  </a:lnTo>
                  <a:lnTo>
                    <a:pt x="62547" y="53440"/>
                  </a:lnTo>
                  <a:lnTo>
                    <a:pt x="59765" y="53662"/>
                  </a:lnTo>
                  <a:lnTo>
                    <a:pt x="59267" y="53702"/>
                  </a:lnTo>
                  <a:lnTo>
                    <a:pt x="58179" y="53788"/>
                  </a:lnTo>
                  <a:lnTo>
                    <a:pt x="57764" y="53820"/>
                  </a:lnTo>
                  <a:lnTo>
                    <a:pt x="55322" y="54006"/>
                  </a:lnTo>
                  <a:lnTo>
                    <a:pt x="54129" y="54097"/>
                  </a:lnTo>
                  <a:lnTo>
                    <a:pt x="53765" y="54124"/>
                  </a:lnTo>
                  <a:lnTo>
                    <a:pt x="53464" y="54147"/>
                  </a:lnTo>
                  <a:lnTo>
                    <a:pt x="52790" y="54199"/>
                  </a:lnTo>
                  <a:lnTo>
                    <a:pt x="52208" y="54243"/>
                  </a:lnTo>
                  <a:lnTo>
                    <a:pt x="51204" y="54239"/>
                  </a:lnTo>
                  <a:lnTo>
                    <a:pt x="50775" y="54237"/>
                  </a:lnTo>
                  <a:lnTo>
                    <a:pt x="49008" y="54204"/>
                  </a:lnTo>
                  <a:lnTo>
                    <a:pt x="49062" y="53468"/>
                  </a:lnTo>
                  <a:lnTo>
                    <a:pt x="49161" y="52120"/>
                  </a:lnTo>
                  <a:lnTo>
                    <a:pt x="48901" y="50992"/>
                  </a:lnTo>
                  <a:lnTo>
                    <a:pt x="48751" y="50342"/>
                  </a:lnTo>
                  <a:lnTo>
                    <a:pt x="47855" y="48663"/>
                  </a:lnTo>
                  <a:lnTo>
                    <a:pt x="46318" y="46960"/>
                  </a:lnTo>
                  <a:lnTo>
                    <a:pt x="45906" y="46684"/>
                  </a:lnTo>
                  <a:lnTo>
                    <a:pt x="43884" y="45330"/>
                  </a:lnTo>
                  <a:lnTo>
                    <a:pt x="43283" y="44913"/>
                  </a:lnTo>
                  <a:lnTo>
                    <a:pt x="42664" y="44482"/>
                  </a:lnTo>
                  <a:lnTo>
                    <a:pt x="39919" y="42575"/>
                  </a:lnTo>
                  <a:lnTo>
                    <a:pt x="38955" y="41906"/>
                  </a:lnTo>
                  <a:lnTo>
                    <a:pt x="36581" y="40890"/>
                  </a:lnTo>
                  <a:lnTo>
                    <a:pt x="36325" y="40780"/>
                  </a:lnTo>
                  <a:lnTo>
                    <a:pt x="35856" y="40580"/>
                  </a:lnTo>
                  <a:lnTo>
                    <a:pt x="35617" y="40478"/>
                  </a:lnTo>
                  <a:lnTo>
                    <a:pt x="32077" y="40231"/>
                  </a:lnTo>
                  <a:lnTo>
                    <a:pt x="31224" y="40172"/>
                  </a:lnTo>
                  <a:lnTo>
                    <a:pt x="30935" y="40152"/>
                  </a:lnTo>
                  <a:lnTo>
                    <a:pt x="28290" y="39968"/>
                  </a:lnTo>
                  <a:lnTo>
                    <a:pt x="22811" y="39841"/>
                  </a:lnTo>
                  <a:lnTo>
                    <a:pt x="20698" y="39402"/>
                  </a:lnTo>
                  <a:lnTo>
                    <a:pt x="19342" y="39120"/>
                  </a:lnTo>
                  <a:lnTo>
                    <a:pt x="13169" y="36598"/>
                  </a:lnTo>
                  <a:lnTo>
                    <a:pt x="12453" y="36305"/>
                  </a:lnTo>
                  <a:lnTo>
                    <a:pt x="10334" y="35415"/>
                  </a:lnTo>
                  <a:lnTo>
                    <a:pt x="8316" y="33923"/>
                  </a:lnTo>
                  <a:lnTo>
                    <a:pt x="7921" y="33632"/>
                  </a:lnTo>
                  <a:lnTo>
                    <a:pt x="6885" y="32866"/>
                  </a:lnTo>
                  <a:lnTo>
                    <a:pt x="4404" y="29367"/>
                  </a:lnTo>
                  <a:lnTo>
                    <a:pt x="1792" y="24589"/>
                  </a:lnTo>
                  <a:lnTo>
                    <a:pt x="0" y="21000"/>
                  </a:lnTo>
                  <a:lnTo>
                    <a:pt x="531" y="20770"/>
                  </a:lnTo>
                  <a:lnTo>
                    <a:pt x="788" y="20659"/>
                  </a:lnTo>
                  <a:lnTo>
                    <a:pt x="4759" y="18943"/>
                  </a:lnTo>
                  <a:lnTo>
                    <a:pt x="6090" y="18330"/>
                  </a:lnTo>
                  <a:lnTo>
                    <a:pt x="10317" y="16384"/>
                  </a:lnTo>
                  <a:lnTo>
                    <a:pt x="13747" y="14805"/>
                  </a:lnTo>
                  <a:lnTo>
                    <a:pt x="14118" y="14634"/>
                  </a:lnTo>
                  <a:lnTo>
                    <a:pt x="14674" y="14378"/>
                  </a:lnTo>
                  <a:lnTo>
                    <a:pt x="15900" y="13814"/>
                  </a:lnTo>
                  <a:lnTo>
                    <a:pt x="16504" y="13535"/>
                  </a:lnTo>
                  <a:lnTo>
                    <a:pt x="21933" y="11059"/>
                  </a:lnTo>
                  <a:lnTo>
                    <a:pt x="22159" y="10956"/>
                  </a:lnTo>
                  <a:lnTo>
                    <a:pt x="22818" y="10655"/>
                  </a:lnTo>
                  <a:lnTo>
                    <a:pt x="24010" y="10111"/>
                  </a:lnTo>
                  <a:lnTo>
                    <a:pt x="26201" y="9111"/>
                  </a:lnTo>
                  <a:lnTo>
                    <a:pt x="27456" y="8539"/>
                  </a:lnTo>
                  <a:lnTo>
                    <a:pt x="27804" y="8380"/>
                  </a:lnTo>
                  <a:lnTo>
                    <a:pt x="29642" y="7542"/>
                  </a:lnTo>
                  <a:lnTo>
                    <a:pt x="32587" y="6199"/>
                  </a:lnTo>
                  <a:lnTo>
                    <a:pt x="36049" y="4620"/>
                  </a:lnTo>
                  <a:lnTo>
                    <a:pt x="36678" y="4333"/>
                  </a:lnTo>
                  <a:lnTo>
                    <a:pt x="38514" y="3495"/>
                  </a:lnTo>
                  <a:lnTo>
                    <a:pt x="39242" y="3164"/>
                  </a:lnTo>
                  <a:lnTo>
                    <a:pt x="41296" y="2228"/>
                  </a:lnTo>
                  <a:lnTo>
                    <a:pt x="42977" y="1463"/>
                  </a:lnTo>
                  <a:lnTo>
                    <a:pt x="43223" y="1350"/>
                  </a:lnTo>
                  <a:lnTo>
                    <a:pt x="45260" y="674"/>
                  </a:lnTo>
                  <a:lnTo>
                    <a:pt x="46530" y="270"/>
                  </a:lnTo>
                  <a:lnTo>
                    <a:pt x="46911" y="149"/>
                  </a:lnTo>
                  <a:lnTo>
                    <a:pt x="48428" y="37"/>
                  </a:lnTo>
                  <a:lnTo>
                    <a:pt x="49532" y="14"/>
                  </a:lnTo>
                  <a:lnTo>
                    <a:pt x="50252" y="0"/>
                  </a:lnTo>
                  <a:lnTo>
                    <a:pt x="51195" y="163"/>
                  </a:lnTo>
                  <a:lnTo>
                    <a:pt x="52645" y="413"/>
                  </a:lnTo>
                  <a:lnTo>
                    <a:pt x="53281" y="624"/>
                  </a:lnTo>
                  <a:lnTo>
                    <a:pt x="53737" y="774"/>
                  </a:lnTo>
                  <a:lnTo>
                    <a:pt x="54123" y="902"/>
                  </a:lnTo>
                  <a:lnTo>
                    <a:pt x="58841" y="3073"/>
                  </a:lnTo>
                  <a:lnTo>
                    <a:pt x="61262" y="4187"/>
                  </a:lnTo>
                  <a:lnTo>
                    <a:pt x="62442" y="4365"/>
                  </a:lnTo>
                  <a:lnTo>
                    <a:pt x="63120" y="446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2" name="pg81"/>
            <p:cNvSpPr/>
            <p:nvPr/>
          </p:nvSpPr>
          <p:spPr>
            <a:xfrm>
              <a:off x="6255278" y="3244531"/>
              <a:ext cx="91970" cy="76229"/>
            </a:xfrm>
            <a:custGeom>
              <a:avLst/>
              <a:pathLst>
                <a:path w="91970" h="76229">
                  <a:moveTo>
                    <a:pt x="79190" y="0"/>
                  </a:moveTo>
                  <a:lnTo>
                    <a:pt x="91970" y="6445"/>
                  </a:lnTo>
                  <a:lnTo>
                    <a:pt x="91702" y="17052"/>
                  </a:lnTo>
                  <a:lnTo>
                    <a:pt x="90057" y="23793"/>
                  </a:lnTo>
                  <a:lnTo>
                    <a:pt x="85405" y="26029"/>
                  </a:lnTo>
                  <a:lnTo>
                    <a:pt x="83818" y="29293"/>
                  </a:lnTo>
                  <a:lnTo>
                    <a:pt x="82029" y="36545"/>
                  </a:lnTo>
                  <a:lnTo>
                    <a:pt x="80788" y="36879"/>
                  </a:lnTo>
                  <a:lnTo>
                    <a:pt x="80550" y="37666"/>
                  </a:lnTo>
                  <a:lnTo>
                    <a:pt x="80120" y="39830"/>
                  </a:lnTo>
                  <a:lnTo>
                    <a:pt x="81121" y="39909"/>
                  </a:lnTo>
                  <a:lnTo>
                    <a:pt x="81766" y="40143"/>
                  </a:lnTo>
                  <a:lnTo>
                    <a:pt x="80986" y="40626"/>
                  </a:lnTo>
                  <a:lnTo>
                    <a:pt x="77061" y="42692"/>
                  </a:lnTo>
                  <a:lnTo>
                    <a:pt x="73054" y="44524"/>
                  </a:lnTo>
                  <a:lnTo>
                    <a:pt x="70835" y="45538"/>
                  </a:lnTo>
                  <a:lnTo>
                    <a:pt x="70023" y="45929"/>
                  </a:lnTo>
                  <a:lnTo>
                    <a:pt x="67439" y="47175"/>
                  </a:lnTo>
                  <a:lnTo>
                    <a:pt x="66683" y="47539"/>
                  </a:lnTo>
                  <a:lnTo>
                    <a:pt x="64571" y="48507"/>
                  </a:lnTo>
                  <a:lnTo>
                    <a:pt x="63526" y="48985"/>
                  </a:lnTo>
                  <a:lnTo>
                    <a:pt x="62937" y="49395"/>
                  </a:lnTo>
                  <a:lnTo>
                    <a:pt x="62287" y="49847"/>
                  </a:lnTo>
                  <a:lnTo>
                    <a:pt x="61719" y="50242"/>
                  </a:lnTo>
                  <a:lnTo>
                    <a:pt x="59620" y="51810"/>
                  </a:lnTo>
                  <a:lnTo>
                    <a:pt x="57792" y="53175"/>
                  </a:lnTo>
                  <a:lnTo>
                    <a:pt x="57586" y="53328"/>
                  </a:lnTo>
                  <a:lnTo>
                    <a:pt x="57107" y="53718"/>
                  </a:lnTo>
                  <a:lnTo>
                    <a:pt x="54205" y="56075"/>
                  </a:lnTo>
                  <a:lnTo>
                    <a:pt x="51608" y="58185"/>
                  </a:lnTo>
                  <a:lnTo>
                    <a:pt x="51150" y="58557"/>
                  </a:lnTo>
                  <a:lnTo>
                    <a:pt x="50476" y="59140"/>
                  </a:lnTo>
                  <a:lnTo>
                    <a:pt x="48188" y="61119"/>
                  </a:lnTo>
                  <a:lnTo>
                    <a:pt x="47653" y="61746"/>
                  </a:lnTo>
                  <a:lnTo>
                    <a:pt x="46756" y="62795"/>
                  </a:lnTo>
                  <a:lnTo>
                    <a:pt x="45231" y="64933"/>
                  </a:lnTo>
                  <a:lnTo>
                    <a:pt x="45112" y="65100"/>
                  </a:lnTo>
                  <a:lnTo>
                    <a:pt x="44497" y="64781"/>
                  </a:lnTo>
                  <a:lnTo>
                    <a:pt x="43017" y="64632"/>
                  </a:lnTo>
                  <a:lnTo>
                    <a:pt x="41181" y="64832"/>
                  </a:lnTo>
                  <a:lnTo>
                    <a:pt x="39216" y="65606"/>
                  </a:lnTo>
                  <a:lnTo>
                    <a:pt x="38263" y="66289"/>
                  </a:lnTo>
                  <a:lnTo>
                    <a:pt x="34944" y="68667"/>
                  </a:lnTo>
                  <a:lnTo>
                    <a:pt x="33268" y="69868"/>
                  </a:lnTo>
                  <a:lnTo>
                    <a:pt x="33106" y="69984"/>
                  </a:lnTo>
                  <a:lnTo>
                    <a:pt x="30694" y="71781"/>
                  </a:lnTo>
                  <a:lnTo>
                    <a:pt x="26026" y="75261"/>
                  </a:lnTo>
                  <a:lnTo>
                    <a:pt x="25600" y="75579"/>
                  </a:lnTo>
                  <a:lnTo>
                    <a:pt x="24017" y="76203"/>
                  </a:lnTo>
                  <a:lnTo>
                    <a:pt x="22254" y="76229"/>
                  </a:lnTo>
                  <a:lnTo>
                    <a:pt x="21519" y="76186"/>
                  </a:lnTo>
                  <a:lnTo>
                    <a:pt x="20106" y="76104"/>
                  </a:lnTo>
                  <a:lnTo>
                    <a:pt x="19681" y="76080"/>
                  </a:lnTo>
                  <a:lnTo>
                    <a:pt x="19251" y="76055"/>
                  </a:lnTo>
                  <a:lnTo>
                    <a:pt x="17591" y="75765"/>
                  </a:lnTo>
                  <a:lnTo>
                    <a:pt x="17106" y="75680"/>
                  </a:lnTo>
                  <a:lnTo>
                    <a:pt x="16679" y="75504"/>
                  </a:lnTo>
                  <a:lnTo>
                    <a:pt x="13370" y="74132"/>
                  </a:lnTo>
                  <a:lnTo>
                    <a:pt x="9337" y="72233"/>
                  </a:lnTo>
                  <a:lnTo>
                    <a:pt x="4757" y="70076"/>
                  </a:lnTo>
                  <a:lnTo>
                    <a:pt x="4586" y="69916"/>
                  </a:lnTo>
                  <a:lnTo>
                    <a:pt x="3977" y="69345"/>
                  </a:lnTo>
                  <a:lnTo>
                    <a:pt x="2891" y="68327"/>
                  </a:lnTo>
                  <a:lnTo>
                    <a:pt x="2663" y="67813"/>
                  </a:lnTo>
                  <a:lnTo>
                    <a:pt x="2157" y="66666"/>
                  </a:lnTo>
                  <a:lnTo>
                    <a:pt x="2098" y="66532"/>
                  </a:lnTo>
                  <a:lnTo>
                    <a:pt x="1842" y="65952"/>
                  </a:lnTo>
                  <a:lnTo>
                    <a:pt x="882" y="63633"/>
                  </a:lnTo>
                  <a:lnTo>
                    <a:pt x="0" y="61500"/>
                  </a:lnTo>
                  <a:lnTo>
                    <a:pt x="50" y="59393"/>
                  </a:lnTo>
                  <a:lnTo>
                    <a:pt x="437" y="55985"/>
                  </a:lnTo>
                  <a:lnTo>
                    <a:pt x="1273" y="48616"/>
                  </a:lnTo>
                  <a:lnTo>
                    <a:pt x="1376" y="47012"/>
                  </a:lnTo>
                  <a:lnTo>
                    <a:pt x="1394" y="46727"/>
                  </a:lnTo>
                  <a:lnTo>
                    <a:pt x="1447" y="45901"/>
                  </a:lnTo>
                  <a:lnTo>
                    <a:pt x="1693" y="42033"/>
                  </a:lnTo>
                  <a:lnTo>
                    <a:pt x="1787" y="40564"/>
                  </a:lnTo>
                  <a:lnTo>
                    <a:pt x="1806" y="40277"/>
                  </a:lnTo>
                  <a:lnTo>
                    <a:pt x="2139" y="35052"/>
                  </a:lnTo>
                  <a:lnTo>
                    <a:pt x="2272" y="32971"/>
                  </a:lnTo>
                  <a:lnTo>
                    <a:pt x="2602" y="29895"/>
                  </a:lnTo>
                  <a:lnTo>
                    <a:pt x="4266" y="29902"/>
                  </a:lnTo>
                  <a:lnTo>
                    <a:pt x="4696" y="29904"/>
                  </a:lnTo>
                  <a:lnTo>
                    <a:pt x="5700" y="29908"/>
                  </a:lnTo>
                  <a:lnTo>
                    <a:pt x="6282" y="29864"/>
                  </a:lnTo>
                  <a:lnTo>
                    <a:pt x="6956" y="29812"/>
                  </a:lnTo>
                  <a:lnTo>
                    <a:pt x="7257" y="29790"/>
                  </a:lnTo>
                  <a:lnTo>
                    <a:pt x="7621" y="29762"/>
                  </a:lnTo>
                  <a:lnTo>
                    <a:pt x="8814" y="29671"/>
                  </a:lnTo>
                  <a:lnTo>
                    <a:pt x="11256" y="29485"/>
                  </a:lnTo>
                  <a:lnTo>
                    <a:pt x="11671" y="29453"/>
                  </a:lnTo>
                  <a:lnTo>
                    <a:pt x="12759" y="29367"/>
                  </a:lnTo>
                  <a:lnTo>
                    <a:pt x="13257" y="29327"/>
                  </a:lnTo>
                  <a:lnTo>
                    <a:pt x="16039" y="29106"/>
                  </a:lnTo>
                  <a:lnTo>
                    <a:pt x="16170" y="29095"/>
                  </a:lnTo>
                  <a:lnTo>
                    <a:pt x="17593" y="28982"/>
                  </a:lnTo>
                  <a:lnTo>
                    <a:pt x="18253" y="28929"/>
                  </a:lnTo>
                  <a:lnTo>
                    <a:pt x="18732" y="28933"/>
                  </a:lnTo>
                  <a:lnTo>
                    <a:pt x="19117" y="28937"/>
                  </a:lnTo>
                  <a:lnTo>
                    <a:pt x="19331" y="28939"/>
                  </a:lnTo>
                  <a:lnTo>
                    <a:pt x="21383" y="28956"/>
                  </a:lnTo>
                  <a:lnTo>
                    <a:pt x="22516" y="28966"/>
                  </a:lnTo>
                  <a:lnTo>
                    <a:pt x="22682" y="28967"/>
                  </a:lnTo>
                  <a:lnTo>
                    <a:pt x="22692" y="28067"/>
                  </a:lnTo>
                  <a:lnTo>
                    <a:pt x="22699" y="27338"/>
                  </a:lnTo>
                  <a:lnTo>
                    <a:pt x="22701" y="27145"/>
                  </a:lnTo>
                  <a:lnTo>
                    <a:pt x="22384" y="25160"/>
                  </a:lnTo>
                  <a:lnTo>
                    <a:pt x="22279" y="24898"/>
                  </a:lnTo>
                  <a:lnTo>
                    <a:pt x="21383" y="22667"/>
                  </a:lnTo>
                  <a:lnTo>
                    <a:pt x="21059" y="21861"/>
                  </a:lnTo>
                  <a:lnTo>
                    <a:pt x="20922" y="21647"/>
                  </a:lnTo>
                  <a:lnTo>
                    <a:pt x="21383" y="21298"/>
                  </a:lnTo>
                  <a:lnTo>
                    <a:pt x="21809" y="20975"/>
                  </a:lnTo>
                  <a:lnTo>
                    <a:pt x="25496" y="17759"/>
                  </a:lnTo>
                  <a:lnTo>
                    <a:pt x="26501" y="16883"/>
                  </a:lnTo>
                  <a:lnTo>
                    <a:pt x="27404" y="16096"/>
                  </a:lnTo>
                  <a:lnTo>
                    <a:pt x="31186" y="13157"/>
                  </a:lnTo>
                  <a:lnTo>
                    <a:pt x="31728" y="12736"/>
                  </a:lnTo>
                  <a:lnTo>
                    <a:pt x="33835" y="10921"/>
                  </a:lnTo>
                  <a:lnTo>
                    <a:pt x="33992" y="10787"/>
                  </a:lnTo>
                  <a:lnTo>
                    <a:pt x="35422" y="9555"/>
                  </a:lnTo>
                  <a:lnTo>
                    <a:pt x="35909" y="9135"/>
                  </a:lnTo>
                  <a:lnTo>
                    <a:pt x="38001" y="7564"/>
                  </a:lnTo>
                  <a:lnTo>
                    <a:pt x="39140" y="6708"/>
                  </a:lnTo>
                  <a:lnTo>
                    <a:pt x="40985" y="5419"/>
                  </a:lnTo>
                  <a:lnTo>
                    <a:pt x="42015" y="6509"/>
                  </a:lnTo>
                  <a:lnTo>
                    <a:pt x="43118" y="5711"/>
                  </a:lnTo>
                  <a:lnTo>
                    <a:pt x="44186" y="5326"/>
                  </a:lnTo>
                  <a:lnTo>
                    <a:pt x="45262" y="5325"/>
                  </a:lnTo>
                  <a:lnTo>
                    <a:pt x="45787" y="5325"/>
                  </a:lnTo>
                  <a:lnTo>
                    <a:pt x="46487" y="5407"/>
                  </a:lnTo>
                  <a:lnTo>
                    <a:pt x="47013" y="5469"/>
                  </a:lnTo>
                  <a:lnTo>
                    <a:pt x="47457" y="4945"/>
                  </a:lnTo>
                  <a:lnTo>
                    <a:pt x="48118" y="4167"/>
                  </a:lnTo>
                  <a:lnTo>
                    <a:pt x="48814" y="3134"/>
                  </a:lnTo>
                  <a:lnTo>
                    <a:pt x="54005" y="3542"/>
                  </a:lnTo>
                  <a:lnTo>
                    <a:pt x="56057" y="3736"/>
                  </a:lnTo>
                  <a:lnTo>
                    <a:pt x="56784" y="3356"/>
                  </a:lnTo>
                  <a:lnTo>
                    <a:pt x="57916" y="2766"/>
                  </a:lnTo>
                  <a:lnTo>
                    <a:pt x="59273" y="2059"/>
                  </a:lnTo>
                  <a:lnTo>
                    <a:pt x="60030" y="1501"/>
                  </a:lnTo>
                  <a:lnTo>
                    <a:pt x="65354" y="3339"/>
                  </a:lnTo>
                  <a:lnTo>
                    <a:pt x="66666" y="1192"/>
                  </a:lnTo>
                  <a:lnTo>
                    <a:pt x="76447" y="536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3" name="pg82"/>
            <p:cNvSpPr/>
            <p:nvPr/>
          </p:nvSpPr>
          <p:spPr>
            <a:xfrm>
              <a:off x="6311633" y="3311285"/>
              <a:ext cx="94381" cy="89138"/>
            </a:xfrm>
            <a:custGeom>
              <a:avLst/>
              <a:pathLst>
                <a:path w="94381" h="89138">
                  <a:moveTo>
                    <a:pt x="66436" y="1872"/>
                  </a:moveTo>
                  <a:lnTo>
                    <a:pt x="71139" y="10685"/>
                  </a:lnTo>
                  <a:lnTo>
                    <a:pt x="73319" y="15565"/>
                  </a:lnTo>
                  <a:lnTo>
                    <a:pt x="74531" y="27696"/>
                  </a:lnTo>
                  <a:lnTo>
                    <a:pt x="82383" y="28463"/>
                  </a:lnTo>
                  <a:lnTo>
                    <a:pt x="82662" y="32770"/>
                  </a:lnTo>
                  <a:lnTo>
                    <a:pt x="84653" y="33016"/>
                  </a:lnTo>
                  <a:lnTo>
                    <a:pt x="91339" y="33843"/>
                  </a:lnTo>
                  <a:lnTo>
                    <a:pt x="94381" y="42700"/>
                  </a:lnTo>
                  <a:lnTo>
                    <a:pt x="91876" y="45831"/>
                  </a:lnTo>
                  <a:lnTo>
                    <a:pt x="89695" y="46503"/>
                  </a:lnTo>
                  <a:lnTo>
                    <a:pt x="81141" y="49141"/>
                  </a:lnTo>
                  <a:lnTo>
                    <a:pt x="85346" y="71148"/>
                  </a:lnTo>
                  <a:lnTo>
                    <a:pt x="82299" y="78611"/>
                  </a:lnTo>
                  <a:lnTo>
                    <a:pt x="75906" y="77943"/>
                  </a:lnTo>
                  <a:lnTo>
                    <a:pt x="73768" y="80460"/>
                  </a:lnTo>
                  <a:lnTo>
                    <a:pt x="64196" y="81802"/>
                  </a:lnTo>
                  <a:lnTo>
                    <a:pt x="62933" y="85110"/>
                  </a:lnTo>
                  <a:lnTo>
                    <a:pt x="62238" y="85676"/>
                  </a:lnTo>
                  <a:lnTo>
                    <a:pt x="60305" y="87251"/>
                  </a:lnTo>
                  <a:lnTo>
                    <a:pt x="57535" y="89138"/>
                  </a:lnTo>
                  <a:lnTo>
                    <a:pt x="55919" y="87201"/>
                  </a:lnTo>
                  <a:lnTo>
                    <a:pt x="54344" y="85102"/>
                  </a:lnTo>
                  <a:lnTo>
                    <a:pt x="51426" y="81215"/>
                  </a:lnTo>
                  <a:lnTo>
                    <a:pt x="50521" y="80076"/>
                  </a:lnTo>
                  <a:lnTo>
                    <a:pt x="47923" y="76806"/>
                  </a:lnTo>
                  <a:lnTo>
                    <a:pt x="47650" y="76464"/>
                  </a:lnTo>
                  <a:lnTo>
                    <a:pt x="44485" y="72500"/>
                  </a:lnTo>
                  <a:lnTo>
                    <a:pt x="44238" y="72191"/>
                  </a:lnTo>
                  <a:lnTo>
                    <a:pt x="44053" y="71959"/>
                  </a:lnTo>
                  <a:lnTo>
                    <a:pt x="41769" y="69111"/>
                  </a:lnTo>
                  <a:lnTo>
                    <a:pt x="38325" y="64815"/>
                  </a:lnTo>
                  <a:lnTo>
                    <a:pt x="37619" y="63885"/>
                  </a:lnTo>
                  <a:lnTo>
                    <a:pt x="36858" y="62883"/>
                  </a:lnTo>
                  <a:lnTo>
                    <a:pt x="31847" y="56287"/>
                  </a:lnTo>
                  <a:lnTo>
                    <a:pt x="29629" y="53368"/>
                  </a:lnTo>
                  <a:lnTo>
                    <a:pt x="29526" y="53232"/>
                  </a:lnTo>
                  <a:lnTo>
                    <a:pt x="24997" y="47651"/>
                  </a:lnTo>
                  <a:lnTo>
                    <a:pt x="23805" y="46181"/>
                  </a:lnTo>
                  <a:lnTo>
                    <a:pt x="18997" y="40255"/>
                  </a:lnTo>
                  <a:lnTo>
                    <a:pt x="18674" y="39857"/>
                  </a:lnTo>
                  <a:lnTo>
                    <a:pt x="16451" y="37007"/>
                  </a:lnTo>
                  <a:lnTo>
                    <a:pt x="15658" y="35990"/>
                  </a:lnTo>
                  <a:lnTo>
                    <a:pt x="15305" y="35537"/>
                  </a:lnTo>
                  <a:lnTo>
                    <a:pt x="12915" y="32471"/>
                  </a:lnTo>
                  <a:lnTo>
                    <a:pt x="11736" y="30960"/>
                  </a:lnTo>
                  <a:lnTo>
                    <a:pt x="9961" y="28395"/>
                  </a:lnTo>
                  <a:lnTo>
                    <a:pt x="7934" y="25850"/>
                  </a:lnTo>
                  <a:lnTo>
                    <a:pt x="7227" y="24961"/>
                  </a:lnTo>
                  <a:lnTo>
                    <a:pt x="5827" y="23203"/>
                  </a:lnTo>
                  <a:lnTo>
                    <a:pt x="3161" y="19854"/>
                  </a:lnTo>
                  <a:lnTo>
                    <a:pt x="1350" y="17579"/>
                  </a:lnTo>
                  <a:lnTo>
                    <a:pt x="0" y="15687"/>
                  </a:lnTo>
                  <a:lnTo>
                    <a:pt x="1249" y="15040"/>
                  </a:lnTo>
                  <a:lnTo>
                    <a:pt x="4095" y="13202"/>
                  </a:lnTo>
                  <a:lnTo>
                    <a:pt x="6283" y="11864"/>
                  </a:lnTo>
                  <a:lnTo>
                    <a:pt x="6728" y="12818"/>
                  </a:lnTo>
                  <a:lnTo>
                    <a:pt x="10263" y="11766"/>
                  </a:lnTo>
                  <a:lnTo>
                    <a:pt x="12794" y="10859"/>
                  </a:lnTo>
                  <a:lnTo>
                    <a:pt x="15507" y="9886"/>
                  </a:lnTo>
                  <a:lnTo>
                    <a:pt x="17558" y="9076"/>
                  </a:lnTo>
                  <a:lnTo>
                    <a:pt x="18186" y="8827"/>
                  </a:lnTo>
                  <a:lnTo>
                    <a:pt x="19948" y="11229"/>
                  </a:lnTo>
                  <a:lnTo>
                    <a:pt x="21694" y="13464"/>
                  </a:lnTo>
                  <a:lnTo>
                    <a:pt x="22582" y="13039"/>
                  </a:lnTo>
                  <a:lnTo>
                    <a:pt x="23820" y="12496"/>
                  </a:lnTo>
                  <a:lnTo>
                    <a:pt x="25694" y="11242"/>
                  </a:lnTo>
                  <a:lnTo>
                    <a:pt x="26254" y="10831"/>
                  </a:lnTo>
                  <a:lnTo>
                    <a:pt x="26465" y="11508"/>
                  </a:lnTo>
                  <a:lnTo>
                    <a:pt x="26716" y="12209"/>
                  </a:lnTo>
                  <a:lnTo>
                    <a:pt x="26928" y="12800"/>
                  </a:lnTo>
                  <a:lnTo>
                    <a:pt x="27667" y="12526"/>
                  </a:lnTo>
                  <a:lnTo>
                    <a:pt x="30206" y="11587"/>
                  </a:lnTo>
                  <a:lnTo>
                    <a:pt x="32868" y="10552"/>
                  </a:lnTo>
                  <a:lnTo>
                    <a:pt x="34435" y="9943"/>
                  </a:lnTo>
                  <a:lnTo>
                    <a:pt x="36530" y="9129"/>
                  </a:lnTo>
                  <a:lnTo>
                    <a:pt x="38797" y="8177"/>
                  </a:lnTo>
                  <a:lnTo>
                    <a:pt x="41682" y="6966"/>
                  </a:lnTo>
                  <a:lnTo>
                    <a:pt x="42185" y="6755"/>
                  </a:lnTo>
                  <a:lnTo>
                    <a:pt x="43790" y="6080"/>
                  </a:lnTo>
                  <a:lnTo>
                    <a:pt x="45798" y="5236"/>
                  </a:lnTo>
                  <a:lnTo>
                    <a:pt x="47746" y="4647"/>
                  </a:lnTo>
                  <a:lnTo>
                    <a:pt x="48289" y="4736"/>
                  </a:lnTo>
                  <a:lnTo>
                    <a:pt x="49149" y="5326"/>
                  </a:lnTo>
                  <a:lnTo>
                    <a:pt x="50064" y="6001"/>
                  </a:lnTo>
                  <a:lnTo>
                    <a:pt x="49938" y="5683"/>
                  </a:lnTo>
                  <a:lnTo>
                    <a:pt x="49750" y="4394"/>
                  </a:lnTo>
                  <a:lnTo>
                    <a:pt x="49932" y="2700"/>
                  </a:lnTo>
                  <a:lnTo>
                    <a:pt x="51095" y="3603"/>
                  </a:lnTo>
                  <a:lnTo>
                    <a:pt x="52752" y="1569"/>
                  </a:lnTo>
                  <a:lnTo>
                    <a:pt x="53833" y="0"/>
                  </a:lnTo>
                  <a:lnTo>
                    <a:pt x="56138" y="1934"/>
                  </a:lnTo>
                  <a:lnTo>
                    <a:pt x="57428" y="3283"/>
                  </a:lnTo>
                  <a:lnTo>
                    <a:pt x="58937" y="4861"/>
                  </a:lnTo>
                  <a:lnTo>
                    <a:pt x="59072" y="5014"/>
                  </a:lnTo>
                  <a:lnTo>
                    <a:pt x="62050" y="392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4" name="pg83"/>
            <p:cNvSpPr/>
            <p:nvPr/>
          </p:nvSpPr>
          <p:spPr>
            <a:xfrm>
              <a:off x="6281305" y="3268324"/>
              <a:ext cx="139983" cy="174045"/>
            </a:xfrm>
            <a:custGeom>
              <a:avLst/>
              <a:pathLst>
                <a:path w="139983" h="174045">
                  <a:moveTo>
                    <a:pt x="93758" y="161578"/>
                  </a:moveTo>
                  <a:lnTo>
                    <a:pt x="93198" y="157406"/>
                  </a:lnTo>
                  <a:lnTo>
                    <a:pt x="92811" y="154525"/>
                  </a:lnTo>
                  <a:lnTo>
                    <a:pt x="87952" y="153271"/>
                  </a:lnTo>
                  <a:lnTo>
                    <a:pt x="88123" y="152304"/>
                  </a:lnTo>
                  <a:lnTo>
                    <a:pt x="88105" y="151796"/>
                  </a:lnTo>
                  <a:lnTo>
                    <a:pt x="88057" y="150476"/>
                  </a:lnTo>
                  <a:lnTo>
                    <a:pt x="88517" y="148805"/>
                  </a:lnTo>
                  <a:lnTo>
                    <a:pt x="88951" y="147048"/>
                  </a:lnTo>
                  <a:lnTo>
                    <a:pt x="89600" y="145554"/>
                  </a:lnTo>
                  <a:lnTo>
                    <a:pt x="89275" y="144313"/>
                  </a:lnTo>
                  <a:lnTo>
                    <a:pt x="88719" y="143491"/>
                  </a:lnTo>
                  <a:lnTo>
                    <a:pt x="87651" y="141655"/>
                  </a:lnTo>
                  <a:lnTo>
                    <a:pt x="86822" y="140629"/>
                  </a:lnTo>
                  <a:lnTo>
                    <a:pt x="86623" y="140385"/>
                  </a:lnTo>
                  <a:lnTo>
                    <a:pt x="82372" y="135181"/>
                  </a:lnTo>
                  <a:lnTo>
                    <a:pt x="82056" y="134885"/>
                  </a:lnTo>
                  <a:lnTo>
                    <a:pt x="81287" y="134885"/>
                  </a:lnTo>
                  <a:lnTo>
                    <a:pt x="80553" y="134885"/>
                  </a:lnTo>
                  <a:lnTo>
                    <a:pt x="80179" y="134822"/>
                  </a:lnTo>
                  <a:lnTo>
                    <a:pt x="79840" y="134764"/>
                  </a:lnTo>
                  <a:lnTo>
                    <a:pt x="79281" y="134660"/>
                  </a:lnTo>
                  <a:lnTo>
                    <a:pt x="78543" y="134384"/>
                  </a:lnTo>
                  <a:lnTo>
                    <a:pt x="77924" y="134063"/>
                  </a:lnTo>
                  <a:lnTo>
                    <a:pt x="76873" y="133378"/>
                  </a:lnTo>
                  <a:lnTo>
                    <a:pt x="75919" y="132908"/>
                  </a:lnTo>
                  <a:lnTo>
                    <a:pt x="74934" y="132394"/>
                  </a:lnTo>
                  <a:lnTo>
                    <a:pt x="74323" y="132171"/>
                  </a:lnTo>
                  <a:lnTo>
                    <a:pt x="73540" y="132166"/>
                  </a:lnTo>
                  <a:lnTo>
                    <a:pt x="72973" y="132259"/>
                  </a:lnTo>
                  <a:lnTo>
                    <a:pt x="71452" y="129384"/>
                  </a:lnTo>
                  <a:lnTo>
                    <a:pt x="64334" y="117786"/>
                  </a:lnTo>
                  <a:lnTo>
                    <a:pt x="63831" y="116597"/>
                  </a:lnTo>
                  <a:lnTo>
                    <a:pt x="63702" y="116359"/>
                  </a:lnTo>
                  <a:lnTo>
                    <a:pt x="63323" y="115658"/>
                  </a:lnTo>
                  <a:lnTo>
                    <a:pt x="62834" y="114980"/>
                  </a:lnTo>
                  <a:lnTo>
                    <a:pt x="62160" y="114046"/>
                  </a:lnTo>
                  <a:lnTo>
                    <a:pt x="60840" y="112381"/>
                  </a:lnTo>
                  <a:lnTo>
                    <a:pt x="59149" y="108572"/>
                  </a:lnTo>
                  <a:lnTo>
                    <a:pt x="58371" y="108912"/>
                  </a:lnTo>
                  <a:lnTo>
                    <a:pt x="58197" y="108988"/>
                  </a:lnTo>
                  <a:lnTo>
                    <a:pt x="57815" y="108078"/>
                  </a:lnTo>
                  <a:lnTo>
                    <a:pt x="57312" y="107249"/>
                  </a:lnTo>
                  <a:lnTo>
                    <a:pt x="56753" y="106325"/>
                  </a:lnTo>
                  <a:lnTo>
                    <a:pt x="55308" y="104844"/>
                  </a:lnTo>
                  <a:lnTo>
                    <a:pt x="53812" y="103304"/>
                  </a:lnTo>
                  <a:lnTo>
                    <a:pt x="53275" y="102978"/>
                  </a:lnTo>
                  <a:lnTo>
                    <a:pt x="53080" y="102860"/>
                  </a:lnTo>
                  <a:lnTo>
                    <a:pt x="52258" y="102343"/>
                  </a:lnTo>
                  <a:lnTo>
                    <a:pt x="51772" y="102113"/>
                  </a:lnTo>
                  <a:lnTo>
                    <a:pt x="50681" y="101353"/>
                  </a:lnTo>
                  <a:lnTo>
                    <a:pt x="49404" y="100422"/>
                  </a:lnTo>
                  <a:lnTo>
                    <a:pt x="51118" y="99047"/>
                  </a:lnTo>
                  <a:lnTo>
                    <a:pt x="48403" y="95332"/>
                  </a:lnTo>
                  <a:lnTo>
                    <a:pt x="47498" y="94186"/>
                  </a:lnTo>
                  <a:lnTo>
                    <a:pt x="46573" y="93016"/>
                  </a:lnTo>
                  <a:lnTo>
                    <a:pt x="45488" y="91534"/>
                  </a:lnTo>
                  <a:lnTo>
                    <a:pt x="44308" y="89921"/>
                  </a:lnTo>
                  <a:lnTo>
                    <a:pt x="43549" y="90585"/>
                  </a:lnTo>
                  <a:lnTo>
                    <a:pt x="41862" y="88633"/>
                  </a:lnTo>
                  <a:lnTo>
                    <a:pt x="42488" y="88156"/>
                  </a:lnTo>
                  <a:lnTo>
                    <a:pt x="41158" y="86297"/>
                  </a:lnTo>
                  <a:lnTo>
                    <a:pt x="40473" y="85335"/>
                  </a:lnTo>
                  <a:lnTo>
                    <a:pt x="40130" y="84752"/>
                  </a:lnTo>
                  <a:lnTo>
                    <a:pt x="38890" y="81553"/>
                  </a:lnTo>
                  <a:lnTo>
                    <a:pt x="38280" y="80081"/>
                  </a:lnTo>
                  <a:lnTo>
                    <a:pt x="38007" y="79752"/>
                  </a:lnTo>
                  <a:lnTo>
                    <a:pt x="36230" y="77609"/>
                  </a:lnTo>
                  <a:lnTo>
                    <a:pt x="35518" y="76835"/>
                  </a:lnTo>
                  <a:lnTo>
                    <a:pt x="35229" y="76198"/>
                  </a:lnTo>
                  <a:lnTo>
                    <a:pt x="35042" y="75320"/>
                  </a:lnTo>
                  <a:lnTo>
                    <a:pt x="34115" y="75033"/>
                  </a:lnTo>
                  <a:lnTo>
                    <a:pt x="33655" y="74890"/>
                  </a:lnTo>
                  <a:lnTo>
                    <a:pt x="31952" y="74143"/>
                  </a:lnTo>
                  <a:lnTo>
                    <a:pt x="31361" y="73883"/>
                  </a:lnTo>
                  <a:lnTo>
                    <a:pt x="29983" y="73279"/>
                  </a:lnTo>
                  <a:lnTo>
                    <a:pt x="29533" y="73057"/>
                  </a:lnTo>
                  <a:lnTo>
                    <a:pt x="24168" y="70406"/>
                  </a:lnTo>
                  <a:lnTo>
                    <a:pt x="23898" y="70273"/>
                  </a:lnTo>
                  <a:lnTo>
                    <a:pt x="19310" y="68171"/>
                  </a:lnTo>
                  <a:lnTo>
                    <a:pt x="18945" y="67962"/>
                  </a:lnTo>
                  <a:lnTo>
                    <a:pt x="16843" y="66754"/>
                  </a:lnTo>
                  <a:lnTo>
                    <a:pt x="16249" y="68559"/>
                  </a:lnTo>
                  <a:lnTo>
                    <a:pt x="15653" y="68053"/>
                  </a:lnTo>
                  <a:lnTo>
                    <a:pt x="13037" y="65835"/>
                  </a:lnTo>
                  <a:lnTo>
                    <a:pt x="12506" y="65404"/>
                  </a:lnTo>
                  <a:lnTo>
                    <a:pt x="10227" y="63558"/>
                  </a:lnTo>
                  <a:lnTo>
                    <a:pt x="9668" y="63129"/>
                  </a:lnTo>
                  <a:lnTo>
                    <a:pt x="7446" y="61428"/>
                  </a:lnTo>
                  <a:lnTo>
                    <a:pt x="6666" y="60690"/>
                  </a:lnTo>
                  <a:lnTo>
                    <a:pt x="6398" y="60436"/>
                  </a:lnTo>
                  <a:lnTo>
                    <a:pt x="5200" y="59009"/>
                  </a:lnTo>
                  <a:lnTo>
                    <a:pt x="4634" y="58336"/>
                  </a:lnTo>
                  <a:lnTo>
                    <a:pt x="3061" y="56316"/>
                  </a:lnTo>
                  <a:lnTo>
                    <a:pt x="2412" y="55502"/>
                  </a:lnTo>
                  <a:lnTo>
                    <a:pt x="1879" y="55241"/>
                  </a:lnTo>
                  <a:lnTo>
                    <a:pt x="1749" y="55133"/>
                  </a:lnTo>
                  <a:lnTo>
                    <a:pt x="1430" y="54866"/>
                  </a:lnTo>
                  <a:lnTo>
                    <a:pt x="897" y="53938"/>
                  </a:lnTo>
                  <a:lnTo>
                    <a:pt x="0" y="51468"/>
                  </a:lnTo>
                  <a:lnTo>
                    <a:pt x="4667" y="47988"/>
                  </a:lnTo>
                  <a:lnTo>
                    <a:pt x="7079" y="46191"/>
                  </a:lnTo>
                  <a:lnTo>
                    <a:pt x="7241" y="46075"/>
                  </a:lnTo>
                  <a:lnTo>
                    <a:pt x="8917" y="44874"/>
                  </a:lnTo>
                  <a:lnTo>
                    <a:pt x="12236" y="42495"/>
                  </a:lnTo>
                  <a:lnTo>
                    <a:pt x="13189" y="41813"/>
                  </a:lnTo>
                  <a:lnTo>
                    <a:pt x="15154" y="41039"/>
                  </a:lnTo>
                  <a:lnTo>
                    <a:pt x="16990" y="40839"/>
                  </a:lnTo>
                  <a:lnTo>
                    <a:pt x="18470" y="40988"/>
                  </a:lnTo>
                  <a:lnTo>
                    <a:pt x="19085" y="41307"/>
                  </a:lnTo>
                  <a:lnTo>
                    <a:pt x="19204" y="41140"/>
                  </a:lnTo>
                  <a:lnTo>
                    <a:pt x="20730" y="39002"/>
                  </a:lnTo>
                  <a:lnTo>
                    <a:pt x="21626" y="37953"/>
                  </a:lnTo>
                  <a:lnTo>
                    <a:pt x="22161" y="37326"/>
                  </a:lnTo>
                  <a:lnTo>
                    <a:pt x="24449" y="35347"/>
                  </a:lnTo>
                  <a:lnTo>
                    <a:pt x="25123" y="34763"/>
                  </a:lnTo>
                  <a:lnTo>
                    <a:pt x="25581" y="34392"/>
                  </a:lnTo>
                  <a:lnTo>
                    <a:pt x="28178" y="32282"/>
                  </a:lnTo>
                  <a:lnTo>
                    <a:pt x="31080" y="29925"/>
                  </a:lnTo>
                  <a:lnTo>
                    <a:pt x="31559" y="29535"/>
                  </a:lnTo>
                  <a:lnTo>
                    <a:pt x="31765" y="29382"/>
                  </a:lnTo>
                  <a:lnTo>
                    <a:pt x="33593" y="28017"/>
                  </a:lnTo>
                  <a:lnTo>
                    <a:pt x="35692" y="26449"/>
                  </a:lnTo>
                  <a:lnTo>
                    <a:pt x="36260" y="26054"/>
                  </a:lnTo>
                  <a:lnTo>
                    <a:pt x="36910" y="25602"/>
                  </a:lnTo>
                  <a:lnTo>
                    <a:pt x="37499" y="25192"/>
                  </a:lnTo>
                  <a:lnTo>
                    <a:pt x="38544" y="24713"/>
                  </a:lnTo>
                  <a:lnTo>
                    <a:pt x="40657" y="23745"/>
                  </a:lnTo>
                  <a:lnTo>
                    <a:pt x="41412" y="23381"/>
                  </a:lnTo>
                  <a:lnTo>
                    <a:pt x="43996" y="22136"/>
                  </a:lnTo>
                  <a:lnTo>
                    <a:pt x="44808" y="21745"/>
                  </a:lnTo>
                  <a:lnTo>
                    <a:pt x="47027" y="20731"/>
                  </a:lnTo>
                  <a:lnTo>
                    <a:pt x="51034" y="18899"/>
                  </a:lnTo>
                  <a:lnTo>
                    <a:pt x="54959" y="16833"/>
                  </a:lnTo>
                  <a:lnTo>
                    <a:pt x="55693" y="16310"/>
                  </a:lnTo>
                  <a:lnTo>
                    <a:pt x="55094" y="16116"/>
                  </a:lnTo>
                  <a:lnTo>
                    <a:pt x="54093" y="16037"/>
                  </a:lnTo>
                  <a:lnTo>
                    <a:pt x="54523" y="13873"/>
                  </a:lnTo>
                  <a:lnTo>
                    <a:pt x="54761" y="13086"/>
                  </a:lnTo>
                  <a:lnTo>
                    <a:pt x="56002" y="12752"/>
                  </a:lnTo>
                  <a:lnTo>
                    <a:pt x="57791" y="5499"/>
                  </a:lnTo>
                  <a:lnTo>
                    <a:pt x="59378" y="2236"/>
                  </a:lnTo>
                  <a:lnTo>
                    <a:pt x="64030" y="0"/>
                  </a:lnTo>
                  <a:lnTo>
                    <a:pt x="78255" y="2366"/>
                  </a:lnTo>
                  <a:lnTo>
                    <a:pt x="81910" y="3083"/>
                  </a:lnTo>
                  <a:lnTo>
                    <a:pt x="85762" y="5671"/>
                  </a:lnTo>
                  <a:lnTo>
                    <a:pt x="85770" y="7861"/>
                  </a:lnTo>
                  <a:lnTo>
                    <a:pt x="81262" y="13512"/>
                  </a:lnTo>
                  <a:lnTo>
                    <a:pt x="69982" y="17024"/>
                  </a:lnTo>
                  <a:lnTo>
                    <a:pt x="73411" y="27088"/>
                  </a:lnTo>
                  <a:lnTo>
                    <a:pt x="80344" y="26044"/>
                  </a:lnTo>
                  <a:lnTo>
                    <a:pt x="91568" y="34897"/>
                  </a:lnTo>
                  <a:lnTo>
                    <a:pt x="94707" y="37373"/>
                  </a:lnTo>
                  <a:lnTo>
                    <a:pt x="94534" y="39379"/>
                  </a:lnTo>
                  <a:lnTo>
                    <a:pt x="94439" y="40475"/>
                  </a:lnTo>
                  <a:lnTo>
                    <a:pt x="96764" y="44832"/>
                  </a:lnTo>
                  <a:lnTo>
                    <a:pt x="92378" y="46881"/>
                  </a:lnTo>
                  <a:lnTo>
                    <a:pt x="89400" y="47974"/>
                  </a:lnTo>
                  <a:lnTo>
                    <a:pt x="89264" y="47821"/>
                  </a:lnTo>
                  <a:lnTo>
                    <a:pt x="87756" y="46244"/>
                  </a:lnTo>
                  <a:lnTo>
                    <a:pt x="86466" y="44894"/>
                  </a:lnTo>
                  <a:lnTo>
                    <a:pt x="84161" y="42960"/>
                  </a:lnTo>
                  <a:lnTo>
                    <a:pt x="83080" y="44530"/>
                  </a:lnTo>
                  <a:lnTo>
                    <a:pt x="81423" y="46564"/>
                  </a:lnTo>
                  <a:lnTo>
                    <a:pt x="80260" y="45660"/>
                  </a:lnTo>
                  <a:lnTo>
                    <a:pt x="80078" y="47355"/>
                  </a:lnTo>
                  <a:lnTo>
                    <a:pt x="80266" y="48644"/>
                  </a:lnTo>
                  <a:lnTo>
                    <a:pt x="80392" y="48961"/>
                  </a:lnTo>
                  <a:lnTo>
                    <a:pt x="79477" y="48287"/>
                  </a:lnTo>
                  <a:lnTo>
                    <a:pt x="78617" y="47696"/>
                  </a:lnTo>
                  <a:lnTo>
                    <a:pt x="78074" y="47607"/>
                  </a:lnTo>
                  <a:lnTo>
                    <a:pt x="76126" y="48196"/>
                  </a:lnTo>
                  <a:lnTo>
                    <a:pt x="74118" y="49040"/>
                  </a:lnTo>
                  <a:lnTo>
                    <a:pt x="72513" y="49715"/>
                  </a:lnTo>
                  <a:lnTo>
                    <a:pt x="72010" y="49927"/>
                  </a:lnTo>
                  <a:lnTo>
                    <a:pt x="69125" y="51138"/>
                  </a:lnTo>
                  <a:lnTo>
                    <a:pt x="66858" y="52090"/>
                  </a:lnTo>
                  <a:lnTo>
                    <a:pt x="64763" y="52904"/>
                  </a:lnTo>
                  <a:lnTo>
                    <a:pt x="63196" y="53513"/>
                  </a:lnTo>
                  <a:lnTo>
                    <a:pt x="60534" y="54547"/>
                  </a:lnTo>
                  <a:lnTo>
                    <a:pt x="57995" y="55487"/>
                  </a:lnTo>
                  <a:lnTo>
                    <a:pt x="57256" y="55760"/>
                  </a:lnTo>
                  <a:lnTo>
                    <a:pt x="57044" y="55169"/>
                  </a:lnTo>
                  <a:lnTo>
                    <a:pt x="56793" y="54469"/>
                  </a:lnTo>
                  <a:lnTo>
                    <a:pt x="56582" y="53792"/>
                  </a:lnTo>
                  <a:lnTo>
                    <a:pt x="56022" y="54203"/>
                  </a:lnTo>
                  <a:lnTo>
                    <a:pt x="54148" y="55456"/>
                  </a:lnTo>
                  <a:lnTo>
                    <a:pt x="52910" y="56000"/>
                  </a:lnTo>
                  <a:lnTo>
                    <a:pt x="52021" y="56425"/>
                  </a:lnTo>
                  <a:lnTo>
                    <a:pt x="50275" y="54190"/>
                  </a:lnTo>
                  <a:lnTo>
                    <a:pt x="48514" y="51788"/>
                  </a:lnTo>
                  <a:lnTo>
                    <a:pt x="47886" y="52036"/>
                  </a:lnTo>
                  <a:lnTo>
                    <a:pt x="45835" y="52847"/>
                  </a:lnTo>
                  <a:lnTo>
                    <a:pt x="43122" y="53819"/>
                  </a:lnTo>
                  <a:lnTo>
                    <a:pt x="40591" y="54726"/>
                  </a:lnTo>
                  <a:lnTo>
                    <a:pt x="37056" y="55778"/>
                  </a:lnTo>
                  <a:lnTo>
                    <a:pt x="36611" y="54825"/>
                  </a:lnTo>
                  <a:lnTo>
                    <a:pt x="34423" y="56162"/>
                  </a:lnTo>
                  <a:lnTo>
                    <a:pt x="31577" y="58001"/>
                  </a:lnTo>
                  <a:lnTo>
                    <a:pt x="30327" y="58648"/>
                  </a:lnTo>
                  <a:lnTo>
                    <a:pt x="31677" y="60539"/>
                  </a:lnTo>
                  <a:lnTo>
                    <a:pt x="33489" y="62815"/>
                  </a:lnTo>
                  <a:lnTo>
                    <a:pt x="36155" y="66163"/>
                  </a:lnTo>
                  <a:lnTo>
                    <a:pt x="37555" y="67921"/>
                  </a:lnTo>
                  <a:lnTo>
                    <a:pt x="38262" y="68810"/>
                  </a:lnTo>
                  <a:lnTo>
                    <a:pt x="40289" y="71355"/>
                  </a:lnTo>
                  <a:lnTo>
                    <a:pt x="42064" y="73921"/>
                  </a:lnTo>
                  <a:lnTo>
                    <a:pt x="43242" y="75432"/>
                  </a:lnTo>
                  <a:lnTo>
                    <a:pt x="45633" y="78497"/>
                  </a:lnTo>
                  <a:lnTo>
                    <a:pt x="45986" y="78951"/>
                  </a:lnTo>
                  <a:lnTo>
                    <a:pt x="46779" y="79967"/>
                  </a:lnTo>
                  <a:lnTo>
                    <a:pt x="49002" y="82817"/>
                  </a:lnTo>
                  <a:lnTo>
                    <a:pt x="49325" y="83215"/>
                  </a:lnTo>
                  <a:lnTo>
                    <a:pt x="54133" y="89142"/>
                  </a:lnTo>
                  <a:lnTo>
                    <a:pt x="55325" y="90611"/>
                  </a:lnTo>
                  <a:lnTo>
                    <a:pt x="59854" y="96193"/>
                  </a:lnTo>
                  <a:lnTo>
                    <a:pt x="59957" y="96328"/>
                  </a:lnTo>
                  <a:lnTo>
                    <a:pt x="62175" y="99247"/>
                  </a:lnTo>
                  <a:lnTo>
                    <a:pt x="67186" y="105844"/>
                  </a:lnTo>
                  <a:lnTo>
                    <a:pt x="67947" y="106845"/>
                  </a:lnTo>
                  <a:lnTo>
                    <a:pt x="68653" y="107776"/>
                  </a:lnTo>
                  <a:lnTo>
                    <a:pt x="72097" y="112071"/>
                  </a:lnTo>
                  <a:lnTo>
                    <a:pt x="74381" y="114920"/>
                  </a:lnTo>
                  <a:lnTo>
                    <a:pt x="74566" y="115151"/>
                  </a:lnTo>
                  <a:lnTo>
                    <a:pt x="74813" y="115460"/>
                  </a:lnTo>
                  <a:lnTo>
                    <a:pt x="77978" y="119424"/>
                  </a:lnTo>
                  <a:lnTo>
                    <a:pt x="78251" y="119766"/>
                  </a:lnTo>
                  <a:lnTo>
                    <a:pt x="80849" y="123037"/>
                  </a:lnTo>
                  <a:lnTo>
                    <a:pt x="81754" y="124175"/>
                  </a:lnTo>
                  <a:lnTo>
                    <a:pt x="84671" y="128062"/>
                  </a:lnTo>
                  <a:lnTo>
                    <a:pt x="86247" y="130162"/>
                  </a:lnTo>
                  <a:lnTo>
                    <a:pt x="87863" y="132099"/>
                  </a:lnTo>
                  <a:lnTo>
                    <a:pt x="90633" y="130211"/>
                  </a:lnTo>
                  <a:lnTo>
                    <a:pt x="92566" y="128636"/>
                  </a:lnTo>
                  <a:lnTo>
                    <a:pt x="93261" y="128070"/>
                  </a:lnTo>
                  <a:lnTo>
                    <a:pt x="94523" y="124762"/>
                  </a:lnTo>
                  <a:lnTo>
                    <a:pt x="104095" y="123420"/>
                  </a:lnTo>
                  <a:lnTo>
                    <a:pt x="106234" y="120903"/>
                  </a:lnTo>
                  <a:lnTo>
                    <a:pt x="112627" y="121571"/>
                  </a:lnTo>
                  <a:lnTo>
                    <a:pt x="115674" y="114108"/>
                  </a:lnTo>
                  <a:lnTo>
                    <a:pt x="129533" y="114904"/>
                  </a:lnTo>
                  <a:lnTo>
                    <a:pt x="130076" y="115904"/>
                  </a:lnTo>
                  <a:lnTo>
                    <a:pt x="132201" y="119822"/>
                  </a:lnTo>
                  <a:lnTo>
                    <a:pt x="134677" y="124389"/>
                  </a:lnTo>
                  <a:lnTo>
                    <a:pt x="139983" y="134172"/>
                  </a:lnTo>
                  <a:lnTo>
                    <a:pt x="139925" y="140369"/>
                  </a:lnTo>
                  <a:lnTo>
                    <a:pt x="139855" y="147746"/>
                  </a:lnTo>
                  <a:lnTo>
                    <a:pt x="139768" y="157014"/>
                  </a:lnTo>
                  <a:lnTo>
                    <a:pt x="136607" y="174045"/>
                  </a:lnTo>
                  <a:lnTo>
                    <a:pt x="123552" y="169218"/>
                  </a:lnTo>
                  <a:lnTo>
                    <a:pt x="112123" y="164992"/>
                  </a:lnTo>
                  <a:lnTo>
                    <a:pt x="109054" y="170825"/>
                  </a:lnTo>
                  <a:lnTo>
                    <a:pt x="96320" y="168333"/>
                  </a:lnTo>
                  <a:lnTo>
                    <a:pt x="95559" y="166371"/>
                  </a:lnTo>
                  <a:lnTo>
                    <a:pt x="95154" y="16559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5" name="pg84"/>
            <p:cNvSpPr/>
            <p:nvPr/>
          </p:nvSpPr>
          <p:spPr>
            <a:xfrm>
              <a:off x="6232393" y="3311197"/>
              <a:ext cx="121798" cy="106136"/>
            </a:xfrm>
            <a:custGeom>
              <a:avLst/>
              <a:pathLst>
                <a:path w="121798" h="106136">
                  <a:moveTo>
                    <a:pt x="44404" y="9520"/>
                  </a:moveTo>
                  <a:lnTo>
                    <a:pt x="45139" y="9563"/>
                  </a:lnTo>
                  <a:lnTo>
                    <a:pt x="46901" y="9537"/>
                  </a:lnTo>
                  <a:lnTo>
                    <a:pt x="48485" y="8912"/>
                  </a:lnTo>
                  <a:lnTo>
                    <a:pt x="48911" y="8595"/>
                  </a:lnTo>
                  <a:lnTo>
                    <a:pt x="49808" y="11065"/>
                  </a:lnTo>
                  <a:lnTo>
                    <a:pt x="50341" y="11994"/>
                  </a:lnTo>
                  <a:lnTo>
                    <a:pt x="50661" y="12260"/>
                  </a:lnTo>
                  <a:lnTo>
                    <a:pt x="50791" y="12368"/>
                  </a:lnTo>
                  <a:lnTo>
                    <a:pt x="51323" y="12629"/>
                  </a:lnTo>
                  <a:lnTo>
                    <a:pt x="51972" y="13443"/>
                  </a:lnTo>
                  <a:lnTo>
                    <a:pt x="53545" y="15463"/>
                  </a:lnTo>
                  <a:lnTo>
                    <a:pt x="54111" y="16136"/>
                  </a:lnTo>
                  <a:lnTo>
                    <a:pt x="55310" y="17563"/>
                  </a:lnTo>
                  <a:lnTo>
                    <a:pt x="55578" y="17817"/>
                  </a:lnTo>
                  <a:lnTo>
                    <a:pt x="56358" y="18555"/>
                  </a:lnTo>
                  <a:lnTo>
                    <a:pt x="58579" y="20256"/>
                  </a:lnTo>
                  <a:lnTo>
                    <a:pt x="59139" y="20685"/>
                  </a:lnTo>
                  <a:lnTo>
                    <a:pt x="61418" y="22531"/>
                  </a:lnTo>
                  <a:lnTo>
                    <a:pt x="61949" y="22962"/>
                  </a:lnTo>
                  <a:lnTo>
                    <a:pt x="64564" y="25180"/>
                  </a:lnTo>
                  <a:lnTo>
                    <a:pt x="65160" y="25686"/>
                  </a:lnTo>
                  <a:lnTo>
                    <a:pt x="65755" y="23881"/>
                  </a:lnTo>
                  <a:lnTo>
                    <a:pt x="67856" y="25089"/>
                  </a:lnTo>
                  <a:lnTo>
                    <a:pt x="68221" y="25298"/>
                  </a:lnTo>
                  <a:lnTo>
                    <a:pt x="72810" y="27400"/>
                  </a:lnTo>
                  <a:lnTo>
                    <a:pt x="73079" y="27533"/>
                  </a:lnTo>
                  <a:lnTo>
                    <a:pt x="78444" y="30184"/>
                  </a:lnTo>
                  <a:lnTo>
                    <a:pt x="78894" y="30406"/>
                  </a:lnTo>
                  <a:lnTo>
                    <a:pt x="80273" y="31011"/>
                  </a:lnTo>
                  <a:lnTo>
                    <a:pt x="80864" y="31270"/>
                  </a:lnTo>
                  <a:lnTo>
                    <a:pt x="82567" y="32017"/>
                  </a:lnTo>
                  <a:lnTo>
                    <a:pt x="83027" y="32160"/>
                  </a:lnTo>
                  <a:lnTo>
                    <a:pt x="83953" y="32448"/>
                  </a:lnTo>
                  <a:lnTo>
                    <a:pt x="84141" y="33325"/>
                  </a:lnTo>
                  <a:lnTo>
                    <a:pt x="84430" y="33962"/>
                  </a:lnTo>
                  <a:lnTo>
                    <a:pt x="85155" y="34751"/>
                  </a:lnTo>
                  <a:lnTo>
                    <a:pt x="86919" y="36879"/>
                  </a:lnTo>
                  <a:lnTo>
                    <a:pt x="87192" y="37208"/>
                  </a:lnTo>
                  <a:lnTo>
                    <a:pt x="87802" y="38680"/>
                  </a:lnTo>
                  <a:lnTo>
                    <a:pt x="89042" y="41879"/>
                  </a:lnTo>
                  <a:lnTo>
                    <a:pt x="89384" y="42462"/>
                  </a:lnTo>
                  <a:lnTo>
                    <a:pt x="90069" y="43424"/>
                  </a:lnTo>
                  <a:lnTo>
                    <a:pt x="91399" y="45284"/>
                  </a:lnTo>
                  <a:lnTo>
                    <a:pt x="90774" y="45760"/>
                  </a:lnTo>
                  <a:lnTo>
                    <a:pt x="92460" y="47712"/>
                  </a:lnTo>
                  <a:lnTo>
                    <a:pt x="93219" y="47048"/>
                  </a:lnTo>
                  <a:lnTo>
                    <a:pt x="94400" y="48661"/>
                  </a:lnTo>
                  <a:lnTo>
                    <a:pt x="95484" y="50143"/>
                  </a:lnTo>
                  <a:lnTo>
                    <a:pt x="96409" y="51314"/>
                  </a:lnTo>
                  <a:lnTo>
                    <a:pt x="97314" y="52459"/>
                  </a:lnTo>
                  <a:lnTo>
                    <a:pt x="100030" y="56174"/>
                  </a:lnTo>
                  <a:lnTo>
                    <a:pt x="98315" y="57549"/>
                  </a:lnTo>
                  <a:lnTo>
                    <a:pt x="99593" y="58481"/>
                  </a:lnTo>
                  <a:lnTo>
                    <a:pt x="100683" y="59240"/>
                  </a:lnTo>
                  <a:lnTo>
                    <a:pt x="101169" y="59470"/>
                  </a:lnTo>
                  <a:lnTo>
                    <a:pt x="101992" y="59987"/>
                  </a:lnTo>
                  <a:lnTo>
                    <a:pt x="102186" y="60105"/>
                  </a:lnTo>
                  <a:lnTo>
                    <a:pt x="102723" y="60431"/>
                  </a:lnTo>
                  <a:lnTo>
                    <a:pt x="104219" y="61971"/>
                  </a:lnTo>
                  <a:lnTo>
                    <a:pt x="105664" y="63452"/>
                  </a:lnTo>
                  <a:lnTo>
                    <a:pt x="106224" y="64376"/>
                  </a:lnTo>
                  <a:lnTo>
                    <a:pt x="106726" y="65205"/>
                  </a:lnTo>
                  <a:lnTo>
                    <a:pt x="107108" y="66115"/>
                  </a:lnTo>
                  <a:lnTo>
                    <a:pt x="107283" y="66039"/>
                  </a:lnTo>
                  <a:lnTo>
                    <a:pt x="108061" y="65699"/>
                  </a:lnTo>
                  <a:lnTo>
                    <a:pt x="109752" y="69508"/>
                  </a:lnTo>
                  <a:lnTo>
                    <a:pt x="111072" y="71173"/>
                  </a:lnTo>
                  <a:lnTo>
                    <a:pt x="111746" y="72108"/>
                  </a:lnTo>
                  <a:lnTo>
                    <a:pt x="112235" y="72786"/>
                  </a:lnTo>
                  <a:lnTo>
                    <a:pt x="112614" y="73486"/>
                  </a:lnTo>
                  <a:lnTo>
                    <a:pt x="112743" y="73724"/>
                  </a:lnTo>
                  <a:lnTo>
                    <a:pt x="113246" y="74913"/>
                  </a:lnTo>
                  <a:lnTo>
                    <a:pt x="120363" y="86511"/>
                  </a:lnTo>
                  <a:lnTo>
                    <a:pt x="121798" y="89401"/>
                  </a:lnTo>
                  <a:lnTo>
                    <a:pt x="120422" y="90064"/>
                  </a:lnTo>
                  <a:lnTo>
                    <a:pt x="119207" y="91068"/>
                  </a:lnTo>
                  <a:lnTo>
                    <a:pt x="118623" y="91732"/>
                  </a:lnTo>
                  <a:lnTo>
                    <a:pt x="118204" y="92209"/>
                  </a:lnTo>
                  <a:lnTo>
                    <a:pt x="119160" y="98241"/>
                  </a:lnTo>
                  <a:lnTo>
                    <a:pt x="119078" y="102246"/>
                  </a:lnTo>
                  <a:lnTo>
                    <a:pt x="118846" y="102252"/>
                  </a:lnTo>
                  <a:lnTo>
                    <a:pt x="114809" y="102357"/>
                  </a:lnTo>
                  <a:lnTo>
                    <a:pt x="114626" y="102929"/>
                  </a:lnTo>
                  <a:lnTo>
                    <a:pt x="114566" y="103116"/>
                  </a:lnTo>
                  <a:lnTo>
                    <a:pt x="114159" y="104382"/>
                  </a:lnTo>
                  <a:lnTo>
                    <a:pt x="113050" y="106136"/>
                  </a:lnTo>
                  <a:lnTo>
                    <a:pt x="112195" y="106110"/>
                  </a:lnTo>
                  <a:lnTo>
                    <a:pt x="107249" y="106085"/>
                  </a:lnTo>
                  <a:lnTo>
                    <a:pt x="106875" y="105980"/>
                  </a:lnTo>
                  <a:lnTo>
                    <a:pt x="107090" y="104767"/>
                  </a:lnTo>
                  <a:lnTo>
                    <a:pt x="107116" y="103832"/>
                  </a:lnTo>
                  <a:lnTo>
                    <a:pt x="99734" y="103963"/>
                  </a:lnTo>
                  <a:lnTo>
                    <a:pt x="99802" y="98742"/>
                  </a:lnTo>
                  <a:lnTo>
                    <a:pt x="84956" y="93075"/>
                  </a:lnTo>
                  <a:lnTo>
                    <a:pt x="80449" y="77670"/>
                  </a:lnTo>
                  <a:lnTo>
                    <a:pt x="80211" y="68605"/>
                  </a:lnTo>
                  <a:lnTo>
                    <a:pt x="74963" y="67770"/>
                  </a:lnTo>
                  <a:lnTo>
                    <a:pt x="73293" y="76597"/>
                  </a:lnTo>
                  <a:lnTo>
                    <a:pt x="71026" y="79459"/>
                  </a:lnTo>
                  <a:lnTo>
                    <a:pt x="58471" y="82928"/>
                  </a:lnTo>
                  <a:lnTo>
                    <a:pt x="39894" y="77733"/>
                  </a:lnTo>
                  <a:lnTo>
                    <a:pt x="37568" y="75586"/>
                  </a:lnTo>
                  <a:lnTo>
                    <a:pt x="37220" y="69715"/>
                  </a:lnTo>
                  <a:lnTo>
                    <a:pt x="34712" y="73219"/>
                  </a:lnTo>
                  <a:lnTo>
                    <a:pt x="30542" y="75926"/>
                  </a:lnTo>
                  <a:lnTo>
                    <a:pt x="28003" y="74173"/>
                  </a:lnTo>
                  <a:lnTo>
                    <a:pt x="26537" y="71678"/>
                  </a:lnTo>
                  <a:lnTo>
                    <a:pt x="25536" y="70688"/>
                  </a:lnTo>
                  <a:lnTo>
                    <a:pt x="25247" y="69367"/>
                  </a:lnTo>
                  <a:lnTo>
                    <a:pt x="23531" y="64915"/>
                  </a:lnTo>
                  <a:lnTo>
                    <a:pt x="25093" y="64987"/>
                  </a:lnTo>
                  <a:lnTo>
                    <a:pt x="25162" y="64320"/>
                  </a:lnTo>
                  <a:lnTo>
                    <a:pt x="25480" y="61739"/>
                  </a:lnTo>
                  <a:lnTo>
                    <a:pt x="25902" y="60109"/>
                  </a:lnTo>
                  <a:lnTo>
                    <a:pt x="24649" y="60558"/>
                  </a:lnTo>
                  <a:lnTo>
                    <a:pt x="23796" y="60055"/>
                  </a:lnTo>
                  <a:lnTo>
                    <a:pt x="22845" y="59006"/>
                  </a:lnTo>
                  <a:lnTo>
                    <a:pt x="21535" y="57561"/>
                  </a:lnTo>
                  <a:lnTo>
                    <a:pt x="19979" y="56169"/>
                  </a:lnTo>
                  <a:lnTo>
                    <a:pt x="19331" y="55826"/>
                  </a:lnTo>
                  <a:lnTo>
                    <a:pt x="18495" y="55383"/>
                  </a:lnTo>
                  <a:lnTo>
                    <a:pt x="16813" y="54789"/>
                  </a:lnTo>
                  <a:lnTo>
                    <a:pt x="15615" y="54670"/>
                  </a:lnTo>
                  <a:lnTo>
                    <a:pt x="15095" y="54739"/>
                  </a:lnTo>
                  <a:lnTo>
                    <a:pt x="14918" y="54374"/>
                  </a:lnTo>
                  <a:lnTo>
                    <a:pt x="14172" y="52778"/>
                  </a:lnTo>
                  <a:lnTo>
                    <a:pt x="13763" y="51850"/>
                  </a:lnTo>
                  <a:lnTo>
                    <a:pt x="13491" y="51236"/>
                  </a:lnTo>
                  <a:lnTo>
                    <a:pt x="12450" y="49553"/>
                  </a:lnTo>
                  <a:lnTo>
                    <a:pt x="11127" y="48009"/>
                  </a:lnTo>
                  <a:lnTo>
                    <a:pt x="10623" y="47418"/>
                  </a:lnTo>
                  <a:lnTo>
                    <a:pt x="10345" y="47092"/>
                  </a:lnTo>
                  <a:lnTo>
                    <a:pt x="7832" y="43658"/>
                  </a:lnTo>
                  <a:lnTo>
                    <a:pt x="7145" y="42844"/>
                  </a:lnTo>
                  <a:lnTo>
                    <a:pt x="6833" y="42655"/>
                  </a:lnTo>
                  <a:lnTo>
                    <a:pt x="6502" y="42454"/>
                  </a:lnTo>
                  <a:lnTo>
                    <a:pt x="5860" y="41865"/>
                  </a:lnTo>
                  <a:lnTo>
                    <a:pt x="5126" y="41280"/>
                  </a:lnTo>
                  <a:lnTo>
                    <a:pt x="4692" y="40730"/>
                  </a:lnTo>
                  <a:lnTo>
                    <a:pt x="4375" y="40091"/>
                  </a:lnTo>
                  <a:lnTo>
                    <a:pt x="3699" y="38820"/>
                  </a:lnTo>
                  <a:lnTo>
                    <a:pt x="2981" y="38091"/>
                  </a:lnTo>
                  <a:lnTo>
                    <a:pt x="2578" y="37381"/>
                  </a:lnTo>
                  <a:lnTo>
                    <a:pt x="2200" y="35257"/>
                  </a:lnTo>
                  <a:lnTo>
                    <a:pt x="2158" y="35023"/>
                  </a:lnTo>
                  <a:lnTo>
                    <a:pt x="1928" y="34506"/>
                  </a:lnTo>
                  <a:lnTo>
                    <a:pt x="1646" y="34099"/>
                  </a:lnTo>
                  <a:lnTo>
                    <a:pt x="1358" y="33684"/>
                  </a:lnTo>
                  <a:lnTo>
                    <a:pt x="1100" y="32914"/>
                  </a:lnTo>
                  <a:lnTo>
                    <a:pt x="1161" y="32318"/>
                  </a:lnTo>
                  <a:lnTo>
                    <a:pt x="1516" y="32106"/>
                  </a:lnTo>
                  <a:lnTo>
                    <a:pt x="1065" y="30394"/>
                  </a:lnTo>
                  <a:lnTo>
                    <a:pt x="436" y="27935"/>
                  </a:lnTo>
                  <a:lnTo>
                    <a:pt x="1313" y="26928"/>
                  </a:lnTo>
                  <a:lnTo>
                    <a:pt x="1905" y="26325"/>
                  </a:lnTo>
                  <a:lnTo>
                    <a:pt x="3124" y="26662"/>
                  </a:lnTo>
                  <a:lnTo>
                    <a:pt x="5083" y="27292"/>
                  </a:lnTo>
                  <a:lnTo>
                    <a:pt x="5271" y="25803"/>
                  </a:lnTo>
                  <a:lnTo>
                    <a:pt x="5531" y="24520"/>
                  </a:lnTo>
                  <a:lnTo>
                    <a:pt x="622" y="23217"/>
                  </a:lnTo>
                  <a:lnTo>
                    <a:pt x="0" y="23269"/>
                  </a:lnTo>
                  <a:lnTo>
                    <a:pt x="1330" y="20471"/>
                  </a:lnTo>
                  <a:lnTo>
                    <a:pt x="1639" y="19259"/>
                  </a:lnTo>
                  <a:lnTo>
                    <a:pt x="1878" y="18007"/>
                  </a:lnTo>
                  <a:lnTo>
                    <a:pt x="1938" y="17420"/>
                  </a:lnTo>
                  <a:lnTo>
                    <a:pt x="2303" y="13852"/>
                  </a:lnTo>
                  <a:lnTo>
                    <a:pt x="2330" y="13590"/>
                  </a:lnTo>
                  <a:lnTo>
                    <a:pt x="2358" y="13313"/>
                  </a:lnTo>
                  <a:lnTo>
                    <a:pt x="2524" y="12334"/>
                  </a:lnTo>
                  <a:lnTo>
                    <a:pt x="2686" y="10976"/>
                  </a:lnTo>
                  <a:lnTo>
                    <a:pt x="2757" y="9923"/>
                  </a:lnTo>
                  <a:lnTo>
                    <a:pt x="2765" y="9567"/>
                  </a:lnTo>
                  <a:lnTo>
                    <a:pt x="2868" y="7830"/>
                  </a:lnTo>
                  <a:lnTo>
                    <a:pt x="2787" y="6581"/>
                  </a:lnTo>
                  <a:lnTo>
                    <a:pt x="2971" y="6553"/>
                  </a:lnTo>
                  <a:lnTo>
                    <a:pt x="3161" y="6524"/>
                  </a:lnTo>
                  <a:lnTo>
                    <a:pt x="3503" y="6498"/>
                  </a:lnTo>
                  <a:lnTo>
                    <a:pt x="4189" y="6445"/>
                  </a:lnTo>
                  <a:lnTo>
                    <a:pt x="7301" y="6205"/>
                  </a:lnTo>
                  <a:lnTo>
                    <a:pt x="7996" y="6151"/>
                  </a:lnTo>
                  <a:lnTo>
                    <a:pt x="9459" y="5946"/>
                  </a:lnTo>
                  <a:lnTo>
                    <a:pt x="12392" y="5534"/>
                  </a:lnTo>
                  <a:lnTo>
                    <a:pt x="13376" y="5395"/>
                  </a:lnTo>
                  <a:lnTo>
                    <a:pt x="13783" y="5254"/>
                  </a:lnTo>
                  <a:lnTo>
                    <a:pt x="15342" y="4521"/>
                  </a:lnTo>
                  <a:lnTo>
                    <a:pt x="18381" y="3143"/>
                  </a:lnTo>
                  <a:lnTo>
                    <a:pt x="19720" y="2536"/>
                  </a:lnTo>
                  <a:lnTo>
                    <a:pt x="22273" y="1319"/>
                  </a:lnTo>
                  <a:lnTo>
                    <a:pt x="25042" y="0"/>
                  </a:lnTo>
                  <a:lnTo>
                    <a:pt x="25548" y="1147"/>
                  </a:lnTo>
                  <a:lnTo>
                    <a:pt x="25775" y="1661"/>
                  </a:lnTo>
                  <a:lnTo>
                    <a:pt x="26862" y="2679"/>
                  </a:lnTo>
                  <a:lnTo>
                    <a:pt x="27471" y="3250"/>
                  </a:lnTo>
                  <a:lnTo>
                    <a:pt x="27642" y="3410"/>
                  </a:lnTo>
                  <a:lnTo>
                    <a:pt x="32222" y="5567"/>
                  </a:lnTo>
                  <a:lnTo>
                    <a:pt x="36255" y="7466"/>
                  </a:lnTo>
                  <a:lnTo>
                    <a:pt x="39564" y="8837"/>
                  </a:lnTo>
                  <a:lnTo>
                    <a:pt x="39991" y="9014"/>
                  </a:lnTo>
                  <a:lnTo>
                    <a:pt x="40475" y="9099"/>
                  </a:lnTo>
                  <a:lnTo>
                    <a:pt x="42136" y="9389"/>
                  </a:lnTo>
                  <a:lnTo>
                    <a:pt x="42566" y="9414"/>
                  </a:lnTo>
                  <a:lnTo>
                    <a:pt x="42990" y="94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6" name="pg85"/>
            <p:cNvSpPr/>
            <p:nvPr/>
          </p:nvSpPr>
          <p:spPr>
            <a:xfrm>
              <a:off x="6324946" y="3400491"/>
              <a:ext cx="45958" cy="55553"/>
            </a:xfrm>
            <a:custGeom>
              <a:avLst/>
              <a:pathLst>
                <a:path w="45958" h="55553">
                  <a:moveTo>
                    <a:pt x="36538" y="2655"/>
                  </a:moveTo>
                  <a:lnTo>
                    <a:pt x="36912" y="2718"/>
                  </a:lnTo>
                  <a:lnTo>
                    <a:pt x="37645" y="2718"/>
                  </a:lnTo>
                  <a:lnTo>
                    <a:pt x="38415" y="2718"/>
                  </a:lnTo>
                  <a:lnTo>
                    <a:pt x="38731" y="3014"/>
                  </a:lnTo>
                  <a:lnTo>
                    <a:pt x="43006" y="8248"/>
                  </a:lnTo>
                  <a:lnTo>
                    <a:pt x="43180" y="8462"/>
                  </a:lnTo>
                  <a:lnTo>
                    <a:pt x="44009" y="9488"/>
                  </a:lnTo>
                  <a:lnTo>
                    <a:pt x="45077" y="11324"/>
                  </a:lnTo>
                  <a:lnTo>
                    <a:pt x="45633" y="12147"/>
                  </a:lnTo>
                  <a:lnTo>
                    <a:pt x="45958" y="13387"/>
                  </a:lnTo>
                  <a:lnTo>
                    <a:pt x="45310" y="14881"/>
                  </a:lnTo>
                  <a:lnTo>
                    <a:pt x="44876" y="16638"/>
                  </a:lnTo>
                  <a:lnTo>
                    <a:pt x="44415" y="18309"/>
                  </a:lnTo>
                  <a:lnTo>
                    <a:pt x="44463" y="19629"/>
                  </a:lnTo>
                  <a:lnTo>
                    <a:pt x="44482" y="20137"/>
                  </a:lnTo>
                  <a:lnTo>
                    <a:pt x="44296" y="21189"/>
                  </a:lnTo>
                  <a:lnTo>
                    <a:pt x="44334" y="22530"/>
                  </a:lnTo>
                  <a:lnTo>
                    <a:pt x="44118" y="23497"/>
                  </a:lnTo>
                  <a:lnTo>
                    <a:pt x="43443" y="24629"/>
                  </a:lnTo>
                  <a:lnTo>
                    <a:pt x="42821" y="25087"/>
                  </a:lnTo>
                  <a:lnTo>
                    <a:pt x="42260" y="25288"/>
                  </a:lnTo>
                  <a:lnTo>
                    <a:pt x="41811" y="25502"/>
                  </a:lnTo>
                  <a:lnTo>
                    <a:pt x="41268" y="25761"/>
                  </a:lnTo>
                  <a:lnTo>
                    <a:pt x="40748" y="26969"/>
                  </a:lnTo>
                  <a:lnTo>
                    <a:pt x="40559" y="28461"/>
                  </a:lnTo>
                  <a:lnTo>
                    <a:pt x="40411" y="29493"/>
                  </a:lnTo>
                  <a:lnTo>
                    <a:pt x="40337" y="30533"/>
                  </a:lnTo>
                  <a:lnTo>
                    <a:pt x="40019" y="31292"/>
                  </a:lnTo>
                  <a:lnTo>
                    <a:pt x="39203" y="32541"/>
                  </a:lnTo>
                  <a:lnTo>
                    <a:pt x="38960" y="32800"/>
                  </a:lnTo>
                  <a:lnTo>
                    <a:pt x="38378" y="33418"/>
                  </a:lnTo>
                  <a:lnTo>
                    <a:pt x="37812" y="33704"/>
                  </a:lnTo>
                  <a:lnTo>
                    <a:pt x="36866" y="34182"/>
                  </a:lnTo>
                  <a:lnTo>
                    <a:pt x="34877" y="34777"/>
                  </a:lnTo>
                  <a:lnTo>
                    <a:pt x="32630" y="35643"/>
                  </a:lnTo>
                  <a:lnTo>
                    <a:pt x="30320" y="36142"/>
                  </a:lnTo>
                  <a:lnTo>
                    <a:pt x="29462" y="35989"/>
                  </a:lnTo>
                  <a:lnTo>
                    <a:pt x="27621" y="35398"/>
                  </a:lnTo>
                  <a:lnTo>
                    <a:pt x="25806" y="35034"/>
                  </a:lnTo>
                  <a:lnTo>
                    <a:pt x="24728" y="34960"/>
                  </a:lnTo>
                  <a:lnTo>
                    <a:pt x="23726" y="35080"/>
                  </a:lnTo>
                  <a:lnTo>
                    <a:pt x="22789" y="35694"/>
                  </a:lnTo>
                  <a:lnTo>
                    <a:pt x="22026" y="36508"/>
                  </a:lnTo>
                  <a:lnTo>
                    <a:pt x="21430" y="38148"/>
                  </a:lnTo>
                  <a:lnTo>
                    <a:pt x="21013" y="40191"/>
                  </a:lnTo>
                  <a:lnTo>
                    <a:pt x="20863" y="41443"/>
                  </a:lnTo>
                  <a:lnTo>
                    <a:pt x="20580" y="42129"/>
                  </a:lnTo>
                  <a:lnTo>
                    <a:pt x="19984" y="42860"/>
                  </a:lnTo>
                  <a:lnTo>
                    <a:pt x="18955" y="43411"/>
                  </a:lnTo>
                  <a:lnTo>
                    <a:pt x="18326" y="43608"/>
                  </a:lnTo>
                  <a:lnTo>
                    <a:pt x="17450" y="43783"/>
                  </a:lnTo>
                  <a:lnTo>
                    <a:pt x="17128" y="44051"/>
                  </a:lnTo>
                  <a:lnTo>
                    <a:pt x="16842" y="44731"/>
                  </a:lnTo>
                  <a:lnTo>
                    <a:pt x="16860" y="47343"/>
                  </a:lnTo>
                  <a:lnTo>
                    <a:pt x="16914" y="51118"/>
                  </a:lnTo>
                  <a:lnTo>
                    <a:pt x="16931" y="52675"/>
                  </a:lnTo>
                  <a:lnTo>
                    <a:pt x="16751" y="55269"/>
                  </a:lnTo>
                  <a:lnTo>
                    <a:pt x="10213" y="55553"/>
                  </a:lnTo>
                  <a:lnTo>
                    <a:pt x="9169" y="51900"/>
                  </a:lnTo>
                  <a:lnTo>
                    <a:pt x="5814" y="45116"/>
                  </a:lnTo>
                  <a:lnTo>
                    <a:pt x="1640" y="40270"/>
                  </a:lnTo>
                  <a:lnTo>
                    <a:pt x="0" y="25435"/>
                  </a:lnTo>
                  <a:lnTo>
                    <a:pt x="7181" y="14669"/>
                  </a:lnTo>
                  <a:lnTo>
                    <a:pt x="14563" y="14538"/>
                  </a:lnTo>
                  <a:lnTo>
                    <a:pt x="14537" y="15473"/>
                  </a:lnTo>
                  <a:lnTo>
                    <a:pt x="14303" y="16789"/>
                  </a:lnTo>
                  <a:lnTo>
                    <a:pt x="14696" y="16791"/>
                  </a:lnTo>
                  <a:lnTo>
                    <a:pt x="19642" y="16816"/>
                  </a:lnTo>
                  <a:lnTo>
                    <a:pt x="20497" y="16842"/>
                  </a:lnTo>
                  <a:lnTo>
                    <a:pt x="21606" y="15088"/>
                  </a:lnTo>
                  <a:lnTo>
                    <a:pt x="22012" y="13822"/>
                  </a:lnTo>
                  <a:lnTo>
                    <a:pt x="22073" y="13635"/>
                  </a:lnTo>
                  <a:lnTo>
                    <a:pt x="22256" y="13063"/>
                  </a:lnTo>
                  <a:lnTo>
                    <a:pt x="26293" y="12958"/>
                  </a:lnTo>
                  <a:lnTo>
                    <a:pt x="26525" y="12952"/>
                  </a:lnTo>
                  <a:lnTo>
                    <a:pt x="26606" y="8947"/>
                  </a:lnTo>
                  <a:lnTo>
                    <a:pt x="25651" y="2915"/>
                  </a:lnTo>
                  <a:lnTo>
                    <a:pt x="26070" y="2438"/>
                  </a:lnTo>
                  <a:lnTo>
                    <a:pt x="26654" y="1774"/>
                  </a:lnTo>
                  <a:lnTo>
                    <a:pt x="27869" y="770"/>
                  </a:lnTo>
                  <a:lnTo>
                    <a:pt x="29332" y="92"/>
                  </a:lnTo>
                  <a:lnTo>
                    <a:pt x="29899" y="0"/>
                  </a:lnTo>
                  <a:lnTo>
                    <a:pt x="30682" y="4"/>
                  </a:lnTo>
                  <a:lnTo>
                    <a:pt x="31293" y="227"/>
                  </a:lnTo>
                  <a:lnTo>
                    <a:pt x="32277" y="741"/>
                  </a:lnTo>
                  <a:lnTo>
                    <a:pt x="33231" y="1211"/>
                  </a:lnTo>
                  <a:lnTo>
                    <a:pt x="34282" y="1897"/>
                  </a:lnTo>
                  <a:lnTo>
                    <a:pt x="34901" y="2217"/>
                  </a:lnTo>
                  <a:lnTo>
                    <a:pt x="35639" y="2493"/>
                  </a:lnTo>
                  <a:lnTo>
                    <a:pt x="36198" y="259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7" name="pg86"/>
            <p:cNvSpPr/>
            <p:nvPr/>
          </p:nvSpPr>
          <p:spPr>
            <a:xfrm>
              <a:off x="6206516" y="3260428"/>
              <a:ext cx="51779" cy="129604"/>
            </a:xfrm>
            <a:custGeom>
              <a:avLst/>
              <a:pathLst>
                <a:path w="51779" h="129604">
                  <a:moveTo>
                    <a:pt x="51154" y="10760"/>
                  </a:moveTo>
                  <a:lnTo>
                    <a:pt x="51414" y="11889"/>
                  </a:lnTo>
                  <a:lnTo>
                    <a:pt x="51315" y="13236"/>
                  </a:lnTo>
                  <a:lnTo>
                    <a:pt x="51259" y="13998"/>
                  </a:lnTo>
                  <a:lnTo>
                    <a:pt x="51034" y="17074"/>
                  </a:lnTo>
                  <a:lnTo>
                    <a:pt x="50901" y="19155"/>
                  </a:lnTo>
                  <a:lnTo>
                    <a:pt x="50567" y="24380"/>
                  </a:lnTo>
                  <a:lnTo>
                    <a:pt x="50549" y="24667"/>
                  </a:lnTo>
                  <a:lnTo>
                    <a:pt x="50455" y="26136"/>
                  </a:lnTo>
                  <a:lnTo>
                    <a:pt x="50208" y="30004"/>
                  </a:lnTo>
                  <a:lnTo>
                    <a:pt x="50155" y="30830"/>
                  </a:lnTo>
                  <a:lnTo>
                    <a:pt x="50135" y="31144"/>
                  </a:lnTo>
                  <a:lnTo>
                    <a:pt x="50035" y="32719"/>
                  </a:lnTo>
                  <a:lnTo>
                    <a:pt x="49180" y="40254"/>
                  </a:lnTo>
                  <a:lnTo>
                    <a:pt x="48812" y="43496"/>
                  </a:lnTo>
                  <a:lnTo>
                    <a:pt x="48761" y="45603"/>
                  </a:lnTo>
                  <a:lnTo>
                    <a:pt x="49644" y="47736"/>
                  </a:lnTo>
                  <a:lnTo>
                    <a:pt x="50604" y="50055"/>
                  </a:lnTo>
                  <a:lnTo>
                    <a:pt x="50859" y="50635"/>
                  </a:lnTo>
                  <a:lnTo>
                    <a:pt x="50919" y="50769"/>
                  </a:lnTo>
                  <a:lnTo>
                    <a:pt x="48150" y="52088"/>
                  </a:lnTo>
                  <a:lnTo>
                    <a:pt x="45597" y="53305"/>
                  </a:lnTo>
                  <a:lnTo>
                    <a:pt x="44257" y="53912"/>
                  </a:lnTo>
                  <a:lnTo>
                    <a:pt x="41219" y="55290"/>
                  </a:lnTo>
                  <a:lnTo>
                    <a:pt x="39660" y="56023"/>
                  </a:lnTo>
                  <a:lnTo>
                    <a:pt x="39253" y="56164"/>
                  </a:lnTo>
                  <a:lnTo>
                    <a:pt x="38269" y="56303"/>
                  </a:lnTo>
                  <a:lnTo>
                    <a:pt x="35336" y="56715"/>
                  </a:lnTo>
                  <a:lnTo>
                    <a:pt x="33873" y="56920"/>
                  </a:lnTo>
                  <a:lnTo>
                    <a:pt x="33178" y="56974"/>
                  </a:lnTo>
                  <a:lnTo>
                    <a:pt x="30066" y="57214"/>
                  </a:lnTo>
                  <a:lnTo>
                    <a:pt x="29380" y="57267"/>
                  </a:lnTo>
                  <a:lnTo>
                    <a:pt x="29038" y="57293"/>
                  </a:lnTo>
                  <a:lnTo>
                    <a:pt x="28848" y="57322"/>
                  </a:lnTo>
                  <a:lnTo>
                    <a:pt x="28664" y="57350"/>
                  </a:lnTo>
                  <a:lnTo>
                    <a:pt x="28745" y="58599"/>
                  </a:lnTo>
                  <a:lnTo>
                    <a:pt x="28642" y="60336"/>
                  </a:lnTo>
                  <a:lnTo>
                    <a:pt x="28634" y="60692"/>
                  </a:lnTo>
                  <a:lnTo>
                    <a:pt x="28557" y="61814"/>
                  </a:lnTo>
                  <a:lnTo>
                    <a:pt x="28401" y="63103"/>
                  </a:lnTo>
                  <a:lnTo>
                    <a:pt x="28235" y="64082"/>
                  </a:lnTo>
                  <a:lnTo>
                    <a:pt x="28207" y="64359"/>
                  </a:lnTo>
                  <a:lnTo>
                    <a:pt x="28180" y="64621"/>
                  </a:lnTo>
                  <a:lnTo>
                    <a:pt x="27815" y="68189"/>
                  </a:lnTo>
                  <a:lnTo>
                    <a:pt x="27755" y="68776"/>
                  </a:lnTo>
                  <a:lnTo>
                    <a:pt x="27516" y="70028"/>
                  </a:lnTo>
                  <a:lnTo>
                    <a:pt x="27207" y="71241"/>
                  </a:lnTo>
                  <a:lnTo>
                    <a:pt x="25876" y="74038"/>
                  </a:lnTo>
                  <a:lnTo>
                    <a:pt x="26499" y="73986"/>
                  </a:lnTo>
                  <a:lnTo>
                    <a:pt x="31396" y="75352"/>
                  </a:lnTo>
                  <a:lnTo>
                    <a:pt x="31148" y="76573"/>
                  </a:lnTo>
                  <a:lnTo>
                    <a:pt x="30960" y="78061"/>
                  </a:lnTo>
                  <a:lnTo>
                    <a:pt x="29001" y="77431"/>
                  </a:lnTo>
                  <a:lnTo>
                    <a:pt x="27782" y="77094"/>
                  </a:lnTo>
                  <a:lnTo>
                    <a:pt x="27190" y="77697"/>
                  </a:lnTo>
                  <a:lnTo>
                    <a:pt x="26313" y="78704"/>
                  </a:lnTo>
                  <a:lnTo>
                    <a:pt x="26942" y="81163"/>
                  </a:lnTo>
                  <a:lnTo>
                    <a:pt x="27393" y="82875"/>
                  </a:lnTo>
                  <a:lnTo>
                    <a:pt x="27038" y="83087"/>
                  </a:lnTo>
                  <a:lnTo>
                    <a:pt x="26977" y="83683"/>
                  </a:lnTo>
                  <a:lnTo>
                    <a:pt x="27235" y="84453"/>
                  </a:lnTo>
                  <a:lnTo>
                    <a:pt x="27523" y="84868"/>
                  </a:lnTo>
                  <a:lnTo>
                    <a:pt x="27805" y="85275"/>
                  </a:lnTo>
                  <a:lnTo>
                    <a:pt x="28035" y="85792"/>
                  </a:lnTo>
                  <a:lnTo>
                    <a:pt x="28077" y="86026"/>
                  </a:lnTo>
                  <a:lnTo>
                    <a:pt x="28455" y="88151"/>
                  </a:lnTo>
                  <a:lnTo>
                    <a:pt x="28858" y="88860"/>
                  </a:lnTo>
                  <a:lnTo>
                    <a:pt x="29576" y="89589"/>
                  </a:lnTo>
                  <a:lnTo>
                    <a:pt x="30252" y="90860"/>
                  </a:lnTo>
                  <a:lnTo>
                    <a:pt x="30569" y="91500"/>
                  </a:lnTo>
                  <a:lnTo>
                    <a:pt x="31003" y="92049"/>
                  </a:lnTo>
                  <a:lnTo>
                    <a:pt x="31737" y="92634"/>
                  </a:lnTo>
                  <a:lnTo>
                    <a:pt x="32379" y="93223"/>
                  </a:lnTo>
                  <a:lnTo>
                    <a:pt x="32710" y="93424"/>
                  </a:lnTo>
                  <a:lnTo>
                    <a:pt x="33022" y="93613"/>
                  </a:lnTo>
                  <a:lnTo>
                    <a:pt x="33709" y="94427"/>
                  </a:lnTo>
                  <a:lnTo>
                    <a:pt x="36222" y="97861"/>
                  </a:lnTo>
                  <a:lnTo>
                    <a:pt x="36500" y="98187"/>
                  </a:lnTo>
                  <a:lnTo>
                    <a:pt x="37003" y="98778"/>
                  </a:lnTo>
                  <a:lnTo>
                    <a:pt x="38327" y="100322"/>
                  </a:lnTo>
                  <a:lnTo>
                    <a:pt x="39368" y="102005"/>
                  </a:lnTo>
                  <a:lnTo>
                    <a:pt x="39640" y="102619"/>
                  </a:lnTo>
                  <a:lnTo>
                    <a:pt x="40049" y="103547"/>
                  </a:lnTo>
                  <a:lnTo>
                    <a:pt x="40795" y="105143"/>
                  </a:lnTo>
                  <a:lnTo>
                    <a:pt x="40972" y="105508"/>
                  </a:lnTo>
                  <a:lnTo>
                    <a:pt x="41492" y="105439"/>
                  </a:lnTo>
                  <a:lnTo>
                    <a:pt x="42690" y="105558"/>
                  </a:lnTo>
                  <a:lnTo>
                    <a:pt x="44372" y="106152"/>
                  </a:lnTo>
                  <a:lnTo>
                    <a:pt x="45208" y="106595"/>
                  </a:lnTo>
                  <a:lnTo>
                    <a:pt x="45856" y="106938"/>
                  </a:lnTo>
                  <a:lnTo>
                    <a:pt x="47412" y="108330"/>
                  </a:lnTo>
                  <a:lnTo>
                    <a:pt x="48722" y="109775"/>
                  </a:lnTo>
                  <a:lnTo>
                    <a:pt x="49673" y="110824"/>
                  </a:lnTo>
                  <a:lnTo>
                    <a:pt x="50526" y="111327"/>
                  </a:lnTo>
                  <a:lnTo>
                    <a:pt x="51779" y="110878"/>
                  </a:lnTo>
                  <a:lnTo>
                    <a:pt x="51357" y="112508"/>
                  </a:lnTo>
                  <a:lnTo>
                    <a:pt x="51039" y="115089"/>
                  </a:lnTo>
                  <a:lnTo>
                    <a:pt x="50970" y="115756"/>
                  </a:lnTo>
                  <a:lnTo>
                    <a:pt x="49408" y="115684"/>
                  </a:lnTo>
                  <a:lnTo>
                    <a:pt x="51124" y="120136"/>
                  </a:lnTo>
                  <a:lnTo>
                    <a:pt x="51413" y="121457"/>
                  </a:lnTo>
                  <a:lnTo>
                    <a:pt x="49855" y="125484"/>
                  </a:lnTo>
                  <a:lnTo>
                    <a:pt x="48522" y="128931"/>
                  </a:lnTo>
                  <a:lnTo>
                    <a:pt x="48244" y="129604"/>
                  </a:lnTo>
                  <a:lnTo>
                    <a:pt x="45810" y="129518"/>
                  </a:lnTo>
                  <a:lnTo>
                    <a:pt x="44826" y="129484"/>
                  </a:lnTo>
                  <a:lnTo>
                    <a:pt x="39080" y="128840"/>
                  </a:lnTo>
                  <a:lnTo>
                    <a:pt x="35335" y="127787"/>
                  </a:lnTo>
                  <a:lnTo>
                    <a:pt x="32772" y="126977"/>
                  </a:lnTo>
                  <a:lnTo>
                    <a:pt x="32874" y="126353"/>
                  </a:lnTo>
                  <a:lnTo>
                    <a:pt x="31193" y="125696"/>
                  </a:lnTo>
                  <a:lnTo>
                    <a:pt x="28898" y="124799"/>
                  </a:lnTo>
                  <a:lnTo>
                    <a:pt x="27199" y="124496"/>
                  </a:lnTo>
                  <a:lnTo>
                    <a:pt x="26367" y="124348"/>
                  </a:lnTo>
                  <a:lnTo>
                    <a:pt x="25133" y="123754"/>
                  </a:lnTo>
                  <a:lnTo>
                    <a:pt x="25680" y="122232"/>
                  </a:lnTo>
                  <a:lnTo>
                    <a:pt x="24864" y="121968"/>
                  </a:lnTo>
                  <a:lnTo>
                    <a:pt x="20887" y="120681"/>
                  </a:lnTo>
                  <a:lnTo>
                    <a:pt x="20506" y="120896"/>
                  </a:lnTo>
                  <a:lnTo>
                    <a:pt x="19824" y="121342"/>
                  </a:lnTo>
                  <a:lnTo>
                    <a:pt x="19347" y="121918"/>
                  </a:lnTo>
                  <a:lnTo>
                    <a:pt x="19116" y="121796"/>
                  </a:lnTo>
                  <a:lnTo>
                    <a:pt x="17277" y="120772"/>
                  </a:lnTo>
                  <a:lnTo>
                    <a:pt x="15541" y="119806"/>
                  </a:lnTo>
                  <a:lnTo>
                    <a:pt x="14354" y="120530"/>
                  </a:lnTo>
                  <a:lnTo>
                    <a:pt x="14033" y="120679"/>
                  </a:lnTo>
                  <a:lnTo>
                    <a:pt x="12751" y="121236"/>
                  </a:lnTo>
                  <a:lnTo>
                    <a:pt x="12115" y="121323"/>
                  </a:lnTo>
                  <a:lnTo>
                    <a:pt x="11340" y="121429"/>
                  </a:lnTo>
                  <a:lnTo>
                    <a:pt x="11157" y="121486"/>
                  </a:lnTo>
                  <a:lnTo>
                    <a:pt x="10878" y="121530"/>
                  </a:lnTo>
                  <a:lnTo>
                    <a:pt x="9930" y="121680"/>
                  </a:lnTo>
                  <a:lnTo>
                    <a:pt x="6873" y="122161"/>
                  </a:lnTo>
                  <a:lnTo>
                    <a:pt x="6027" y="121137"/>
                  </a:lnTo>
                  <a:lnTo>
                    <a:pt x="5838" y="120907"/>
                  </a:lnTo>
                  <a:lnTo>
                    <a:pt x="3770" y="114844"/>
                  </a:lnTo>
                  <a:lnTo>
                    <a:pt x="3347" y="111701"/>
                  </a:lnTo>
                  <a:lnTo>
                    <a:pt x="3308" y="111410"/>
                  </a:lnTo>
                  <a:lnTo>
                    <a:pt x="3189" y="110523"/>
                  </a:lnTo>
                  <a:lnTo>
                    <a:pt x="3139" y="110291"/>
                  </a:lnTo>
                  <a:lnTo>
                    <a:pt x="2203" y="105905"/>
                  </a:lnTo>
                  <a:lnTo>
                    <a:pt x="2081" y="105334"/>
                  </a:lnTo>
                  <a:lnTo>
                    <a:pt x="2049" y="105095"/>
                  </a:lnTo>
                  <a:lnTo>
                    <a:pt x="1993" y="104668"/>
                  </a:lnTo>
                  <a:lnTo>
                    <a:pt x="1427" y="100368"/>
                  </a:lnTo>
                  <a:lnTo>
                    <a:pt x="1363" y="99926"/>
                  </a:lnTo>
                  <a:lnTo>
                    <a:pt x="1158" y="98511"/>
                  </a:lnTo>
                  <a:lnTo>
                    <a:pt x="924" y="96905"/>
                  </a:lnTo>
                  <a:lnTo>
                    <a:pt x="730" y="95685"/>
                  </a:lnTo>
                  <a:lnTo>
                    <a:pt x="512" y="94501"/>
                  </a:lnTo>
                  <a:lnTo>
                    <a:pt x="99" y="93322"/>
                  </a:lnTo>
                  <a:lnTo>
                    <a:pt x="12" y="91765"/>
                  </a:lnTo>
                  <a:lnTo>
                    <a:pt x="0" y="91541"/>
                  </a:lnTo>
                  <a:lnTo>
                    <a:pt x="803" y="87665"/>
                  </a:lnTo>
                  <a:lnTo>
                    <a:pt x="1164" y="86604"/>
                  </a:lnTo>
                  <a:lnTo>
                    <a:pt x="1791" y="84766"/>
                  </a:lnTo>
                  <a:lnTo>
                    <a:pt x="1897" y="84335"/>
                  </a:lnTo>
                  <a:lnTo>
                    <a:pt x="1978" y="84004"/>
                  </a:lnTo>
                  <a:lnTo>
                    <a:pt x="2038" y="83762"/>
                  </a:lnTo>
                  <a:lnTo>
                    <a:pt x="2621" y="81395"/>
                  </a:lnTo>
                  <a:lnTo>
                    <a:pt x="2677" y="81243"/>
                  </a:lnTo>
                  <a:lnTo>
                    <a:pt x="3057" y="80208"/>
                  </a:lnTo>
                  <a:lnTo>
                    <a:pt x="3557" y="78843"/>
                  </a:lnTo>
                  <a:lnTo>
                    <a:pt x="4496" y="77435"/>
                  </a:lnTo>
                  <a:lnTo>
                    <a:pt x="5185" y="76845"/>
                  </a:lnTo>
                  <a:lnTo>
                    <a:pt x="6011" y="76361"/>
                  </a:lnTo>
                  <a:lnTo>
                    <a:pt x="6449" y="75871"/>
                  </a:lnTo>
                  <a:lnTo>
                    <a:pt x="6448" y="75243"/>
                  </a:lnTo>
                  <a:lnTo>
                    <a:pt x="6585" y="74465"/>
                  </a:lnTo>
                  <a:lnTo>
                    <a:pt x="7005" y="73790"/>
                  </a:lnTo>
                  <a:lnTo>
                    <a:pt x="7431" y="73376"/>
                  </a:lnTo>
                  <a:lnTo>
                    <a:pt x="7639" y="72756"/>
                  </a:lnTo>
                  <a:lnTo>
                    <a:pt x="7623" y="72446"/>
                  </a:lnTo>
                  <a:lnTo>
                    <a:pt x="7600" y="72013"/>
                  </a:lnTo>
                  <a:lnTo>
                    <a:pt x="8371" y="71198"/>
                  </a:lnTo>
                  <a:lnTo>
                    <a:pt x="8504" y="70623"/>
                  </a:lnTo>
                  <a:lnTo>
                    <a:pt x="8555" y="70407"/>
                  </a:lnTo>
                  <a:lnTo>
                    <a:pt x="8411" y="68448"/>
                  </a:lnTo>
                  <a:lnTo>
                    <a:pt x="8393" y="68192"/>
                  </a:lnTo>
                  <a:lnTo>
                    <a:pt x="8364" y="67798"/>
                  </a:lnTo>
                  <a:lnTo>
                    <a:pt x="8307" y="67517"/>
                  </a:lnTo>
                  <a:lnTo>
                    <a:pt x="7994" y="65474"/>
                  </a:lnTo>
                  <a:lnTo>
                    <a:pt x="7917" y="64789"/>
                  </a:lnTo>
                  <a:lnTo>
                    <a:pt x="8199" y="64268"/>
                  </a:lnTo>
                  <a:lnTo>
                    <a:pt x="8294" y="64093"/>
                  </a:lnTo>
                  <a:lnTo>
                    <a:pt x="8585" y="63814"/>
                  </a:lnTo>
                  <a:lnTo>
                    <a:pt x="9694" y="62750"/>
                  </a:lnTo>
                  <a:lnTo>
                    <a:pt x="11084" y="60952"/>
                  </a:lnTo>
                  <a:lnTo>
                    <a:pt x="12917" y="60011"/>
                  </a:lnTo>
                  <a:lnTo>
                    <a:pt x="13157" y="59832"/>
                  </a:lnTo>
                  <a:lnTo>
                    <a:pt x="13844" y="59319"/>
                  </a:lnTo>
                  <a:lnTo>
                    <a:pt x="14948" y="58494"/>
                  </a:lnTo>
                  <a:lnTo>
                    <a:pt x="17162" y="57646"/>
                  </a:lnTo>
                  <a:lnTo>
                    <a:pt x="19851" y="55817"/>
                  </a:lnTo>
                  <a:lnTo>
                    <a:pt x="20834" y="55069"/>
                  </a:lnTo>
                  <a:lnTo>
                    <a:pt x="21038" y="54915"/>
                  </a:lnTo>
                  <a:lnTo>
                    <a:pt x="21917" y="54406"/>
                  </a:lnTo>
                  <a:lnTo>
                    <a:pt x="27176" y="52057"/>
                  </a:lnTo>
                  <a:lnTo>
                    <a:pt x="30890" y="50751"/>
                  </a:lnTo>
                  <a:lnTo>
                    <a:pt x="31495" y="50376"/>
                  </a:lnTo>
                  <a:lnTo>
                    <a:pt x="32636" y="49671"/>
                  </a:lnTo>
                  <a:lnTo>
                    <a:pt x="33215" y="49249"/>
                  </a:lnTo>
                  <a:lnTo>
                    <a:pt x="34629" y="48218"/>
                  </a:lnTo>
                  <a:lnTo>
                    <a:pt x="36096" y="46374"/>
                  </a:lnTo>
                  <a:lnTo>
                    <a:pt x="37444" y="43912"/>
                  </a:lnTo>
                  <a:lnTo>
                    <a:pt x="37720" y="43408"/>
                  </a:lnTo>
                  <a:lnTo>
                    <a:pt x="38175" y="41521"/>
                  </a:lnTo>
                  <a:lnTo>
                    <a:pt x="38114" y="40252"/>
                  </a:lnTo>
                  <a:lnTo>
                    <a:pt x="37872" y="36701"/>
                  </a:lnTo>
                  <a:lnTo>
                    <a:pt x="36918" y="35573"/>
                  </a:lnTo>
                  <a:lnTo>
                    <a:pt x="34845" y="33508"/>
                  </a:lnTo>
                  <a:lnTo>
                    <a:pt x="33604" y="34152"/>
                  </a:lnTo>
                  <a:lnTo>
                    <a:pt x="31860" y="35059"/>
                  </a:lnTo>
                  <a:lnTo>
                    <a:pt x="31266" y="34638"/>
                  </a:lnTo>
                  <a:lnTo>
                    <a:pt x="31608" y="33080"/>
                  </a:lnTo>
                  <a:lnTo>
                    <a:pt x="32327" y="33025"/>
                  </a:lnTo>
                  <a:lnTo>
                    <a:pt x="32250" y="31750"/>
                  </a:lnTo>
                  <a:lnTo>
                    <a:pt x="32166" y="30351"/>
                  </a:lnTo>
                  <a:lnTo>
                    <a:pt x="31535" y="29908"/>
                  </a:lnTo>
                  <a:lnTo>
                    <a:pt x="30842" y="29421"/>
                  </a:lnTo>
                  <a:lnTo>
                    <a:pt x="31105" y="28799"/>
                  </a:lnTo>
                  <a:lnTo>
                    <a:pt x="31521" y="27817"/>
                  </a:lnTo>
                  <a:lnTo>
                    <a:pt x="29194" y="23423"/>
                  </a:lnTo>
                  <a:lnTo>
                    <a:pt x="28571" y="21271"/>
                  </a:lnTo>
                  <a:lnTo>
                    <a:pt x="28101" y="19649"/>
                  </a:lnTo>
                  <a:lnTo>
                    <a:pt x="26982" y="16311"/>
                  </a:lnTo>
                  <a:lnTo>
                    <a:pt x="26468" y="15964"/>
                  </a:lnTo>
                  <a:lnTo>
                    <a:pt x="26107" y="15720"/>
                  </a:lnTo>
                  <a:lnTo>
                    <a:pt x="25582" y="15473"/>
                  </a:lnTo>
                  <a:lnTo>
                    <a:pt x="25116" y="15254"/>
                  </a:lnTo>
                  <a:lnTo>
                    <a:pt x="25643" y="15027"/>
                  </a:lnTo>
                  <a:lnTo>
                    <a:pt x="27677" y="14151"/>
                  </a:lnTo>
                  <a:lnTo>
                    <a:pt x="27970" y="14025"/>
                  </a:lnTo>
                  <a:lnTo>
                    <a:pt x="27185" y="12485"/>
                  </a:lnTo>
                  <a:lnTo>
                    <a:pt x="29980" y="11101"/>
                  </a:lnTo>
                  <a:lnTo>
                    <a:pt x="30539" y="10825"/>
                  </a:lnTo>
                  <a:lnTo>
                    <a:pt x="30378" y="10518"/>
                  </a:lnTo>
                  <a:lnTo>
                    <a:pt x="30186" y="10152"/>
                  </a:lnTo>
                  <a:lnTo>
                    <a:pt x="30856" y="10277"/>
                  </a:lnTo>
                  <a:lnTo>
                    <a:pt x="33332" y="10740"/>
                  </a:lnTo>
                  <a:lnTo>
                    <a:pt x="33993" y="11106"/>
                  </a:lnTo>
                  <a:lnTo>
                    <a:pt x="33974" y="9873"/>
                  </a:lnTo>
                  <a:lnTo>
                    <a:pt x="33950" y="8380"/>
                  </a:lnTo>
                  <a:lnTo>
                    <a:pt x="34112" y="4839"/>
                  </a:lnTo>
                  <a:lnTo>
                    <a:pt x="34330" y="0"/>
                  </a:lnTo>
                  <a:lnTo>
                    <a:pt x="37870" y="246"/>
                  </a:lnTo>
                  <a:lnTo>
                    <a:pt x="38109" y="348"/>
                  </a:lnTo>
                  <a:lnTo>
                    <a:pt x="38633" y="572"/>
                  </a:lnTo>
                  <a:lnTo>
                    <a:pt x="38834" y="658"/>
                  </a:lnTo>
                  <a:lnTo>
                    <a:pt x="41209" y="1674"/>
                  </a:lnTo>
                  <a:lnTo>
                    <a:pt x="42172" y="2344"/>
                  </a:lnTo>
                  <a:lnTo>
                    <a:pt x="44917" y="4250"/>
                  </a:lnTo>
                  <a:lnTo>
                    <a:pt x="45536" y="4681"/>
                  </a:lnTo>
                  <a:lnTo>
                    <a:pt x="46137" y="5099"/>
                  </a:lnTo>
                  <a:lnTo>
                    <a:pt x="48159" y="6452"/>
                  </a:lnTo>
                  <a:lnTo>
                    <a:pt x="48572" y="6728"/>
                  </a:lnTo>
                  <a:lnTo>
                    <a:pt x="50108" y="8432"/>
                  </a:lnTo>
                  <a:lnTo>
                    <a:pt x="51005" y="1011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8" name="pg87"/>
            <p:cNvSpPr/>
            <p:nvPr/>
          </p:nvSpPr>
          <p:spPr>
            <a:xfrm>
              <a:off x="6173954" y="3241197"/>
              <a:ext cx="66892" cy="67003"/>
            </a:xfrm>
            <a:custGeom>
              <a:avLst/>
              <a:pathLst>
                <a:path w="66892" h="67003">
                  <a:moveTo>
                    <a:pt x="39219" y="8366"/>
                  </a:moveTo>
                  <a:lnTo>
                    <a:pt x="41700" y="11866"/>
                  </a:lnTo>
                  <a:lnTo>
                    <a:pt x="42736" y="12631"/>
                  </a:lnTo>
                  <a:lnTo>
                    <a:pt x="43131" y="12923"/>
                  </a:lnTo>
                  <a:lnTo>
                    <a:pt x="45225" y="14470"/>
                  </a:lnTo>
                  <a:lnTo>
                    <a:pt x="47268" y="15305"/>
                  </a:lnTo>
                  <a:lnTo>
                    <a:pt x="47984" y="15598"/>
                  </a:lnTo>
                  <a:lnTo>
                    <a:pt x="54157" y="18120"/>
                  </a:lnTo>
                  <a:lnTo>
                    <a:pt x="55513" y="18401"/>
                  </a:lnTo>
                  <a:lnTo>
                    <a:pt x="57626" y="18840"/>
                  </a:lnTo>
                  <a:lnTo>
                    <a:pt x="63105" y="18968"/>
                  </a:lnTo>
                  <a:lnTo>
                    <a:pt x="65750" y="19152"/>
                  </a:lnTo>
                  <a:lnTo>
                    <a:pt x="66039" y="19172"/>
                  </a:lnTo>
                  <a:lnTo>
                    <a:pt x="66892" y="19231"/>
                  </a:lnTo>
                  <a:lnTo>
                    <a:pt x="66674" y="24071"/>
                  </a:lnTo>
                  <a:lnTo>
                    <a:pt x="66512" y="27612"/>
                  </a:lnTo>
                  <a:lnTo>
                    <a:pt x="66536" y="29105"/>
                  </a:lnTo>
                  <a:lnTo>
                    <a:pt x="66555" y="30338"/>
                  </a:lnTo>
                  <a:lnTo>
                    <a:pt x="65894" y="29971"/>
                  </a:lnTo>
                  <a:lnTo>
                    <a:pt x="63417" y="29509"/>
                  </a:lnTo>
                  <a:lnTo>
                    <a:pt x="62748" y="29384"/>
                  </a:lnTo>
                  <a:lnTo>
                    <a:pt x="62940" y="29749"/>
                  </a:lnTo>
                  <a:lnTo>
                    <a:pt x="63100" y="30056"/>
                  </a:lnTo>
                  <a:lnTo>
                    <a:pt x="62542" y="30333"/>
                  </a:lnTo>
                  <a:lnTo>
                    <a:pt x="59747" y="31716"/>
                  </a:lnTo>
                  <a:lnTo>
                    <a:pt x="60532" y="33256"/>
                  </a:lnTo>
                  <a:lnTo>
                    <a:pt x="60239" y="33382"/>
                  </a:lnTo>
                  <a:lnTo>
                    <a:pt x="58204" y="34258"/>
                  </a:lnTo>
                  <a:lnTo>
                    <a:pt x="57678" y="34485"/>
                  </a:lnTo>
                  <a:lnTo>
                    <a:pt x="58143" y="34705"/>
                  </a:lnTo>
                  <a:lnTo>
                    <a:pt x="58668" y="34952"/>
                  </a:lnTo>
                  <a:lnTo>
                    <a:pt x="59030" y="35196"/>
                  </a:lnTo>
                  <a:lnTo>
                    <a:pt x="59544" y="35542"/>
                  </a:lnTo>
                  <a:lnTo>
                    <a:pt x="60663" y="38881"/>
                  </a:lnTo>
                  <a:lnTo>
                    <a:pt x="57808" y="37918"/>
                  </a:lnTo>
                  <a:lnTo>
                    <a:pt x="56001" y="37028"/>
                  </a:lnTo>
                  <a:lnTo>
                    <a:pt x="53546" y="34588"/>
                  </a:lnTo>
                  <a:lnTo>
                    <a:pt x="51043" y="37309"/>
                  </a:lnTo>
                  <a:lnTo>
                    <a:pt x="50015" y="38483"/>
                  </a:lnTo>
                  <a:lnTo>
                    <a:pt x="49846" y="40296"/>
                  </a:lnTo>
                  <a:lnTo>
                    <a:pt x="49587" y="43083"/>
                  </a:lnTo>
                  <a:lnTo>
                    <a:pt x="48953" y="49889"/>
                  </a:lnTo>
                  <a:lnTo>
                    <a:pt x="48793" y="51608"/>
                  </a:lnTo>
                  <a:lnTo>
                    <a:pt x="41124" y="52324"/>
                  </a:lnTo>
                  <a:lnTo>
                    <a:pt x="40936" y="47805"/>
                  </a:lnTo>
                  <a:lnTo>
                    <a:pt x="40418" y="43794"/>
                  </a:lnTo>
                  <a:lnTo>
                    <a:pt x="40085" y="42650"/>
                  </a:lnTo>
                  <a:lnTo>
                    <a:pt x="39441" y="40437"/>
                  </a:lnTo>
                  <a:lnTo>
                    <a:pt x="39602" y="38348"/>
                  </a:lnTo>
                  <a:lnTo>
                    <a:pt x="36641" y="39392"/>
                  </a:lnTo>
                  <a:lnTo>
                    <a:pt x="29033" y="42623"/>
                  </a:lnTo>
                  <a:lnTo>
                    <a:pt x="26543" y="43458"/>
                  </a:lnTo>
                  <a:lnTo>
                    <a:pt x="26568" y="46084"/>
                  </a:lnTo>
                  <a:lnTo>
                    <a:pt x="25792" y="54911"/>
                  </a:lnTo>
                  <a:lnTo>
                    <a:pt x="24957" y="57535"/>
                  </a:lnTo>
                  <a:lnTo>
                    <a:pt x="23958" y="59071"/>
                  </a:lnTo>
                  <a:lnTo>
                    <a:pt x="23601" y="59330"/>
                  </a:lnTo>
                  <a:lnTo>
                    <a:pt x="21796" y="60636"/>
                  </a:lnTo>
                  <a:lnTo>
                    <a:pt x="19709" y="62013"/>
                  </a:lnTo>
                  <a:lnTo>
                    <a:pt x="18841" y="62052"/>
                  </a:lnTo>
                  <a:lnTo>
                    <a:pt x="18199" y="62408"/>
                  </a:lnTo>
                  <a:lnTo>
                    <a:pt x="17876" y="62855"/>
                  </a:lnTo>
                  <a:lnTo>
                    <a:pt x="17598" y="63393"/>
                  </a:lnTo>
                  <a:lnTo>
                    <a:pt x="17272" y="64335"/>
                  </a:lnTo>
                  <a:lnTo>
                    <a:pt x="17222" y="65054"/>
                  </a:lnTo>
                  <a:lnTo>
                    <a:pt x="17510" y="66886"/>
                  </a:lnTo>
                  <a:lnTo>
                    <a:pt x="14774" y="67003"/>
                  </a:lnTo>
                  <a:lnTo>
                    <a:pt x="11089" y="67003"/>
                  </a:lnTo>
                  <a:lnTo>
                    <a:pt x="11099" y="63072"/>
                  </a:lnTo>
                  <a:lnTo>
                    <a:pt x="10969" y="62097"/>
                  </a:lnTo>
                  <a:lnTo>
                    <a:pt x="10268" y="59970"/>
                  </a:lnTo>
                  <a:lnTo>
                    <a:pt x="9397" y="57801"/>
                  </a:lnTo>
                  <a:lnTo>
                    <a:pt x="8353" y="55202"/>
                  </a:lnTo>
                  <a:lnTo>
                    <a:pt x="8154" y="54728"/>
                  </a:lnTo>
                  <a:lnTo>
                    <a:pt x="8015" y="54396"/>
                  </a:lnTo>
                  <a:lnTo>
                    <a:pt x="5615" y="48677"/>
                  </a:lnTo>
                  <a:lnTo>
                    <a:pt x="5476" y="48178"/>
                  </a:lnTo>
                  <a:lnTo>
                    <a:pt x="5289" y="47486"/>
                  </a:lnTo>
                  <a:lnTo>
                    <a:pt x="5084" y="46724"/>
                  </a:lnTo>
                  <a:lnTo>
                    <a:pt x="4999" y="46316"/>
                  </a:lnTo>
                  <a:lnTo>
                    <a:pt x="4803" y="45376"/>
                  </a:lnTo>
                  <a:lnTo>
                    <a:pt x="4410" y="43496"/>
                  </a:lnTo>
                  <a:lnTo>
                    <a:pt x="3929" y="40952"/>
                  </a:lnTo>
                  <a:lnTo>
                    <a:pt x="3172" y="37439"/>
                  </a:lnTo>
                  <a:lnTo>
                    <a:pt x="2659" y="35150"/>
                  </a:lnTo>
                  <a:lnTo>
                    <a:pt x="2310" y="33592"/>
                  </a:lnTo>
                  <a:lnTo>
                    <a:pt x="2101" y="32166"/>
                  </a:lnTo>
                  <a:lnTo>
                    <a:pt x="1982" y="31360"/>
                  </a:lnTo>
                  <a:lnTo>
                    <a:pt x="1749" y="30020"/>
                  </a:lnTo>
                  <a:lnTo>
                    <a:pt x="1364" y="28735"/>
                  </a:lnTo>
                  <a:lnTo>
                    <a:pt x="892" y="27659"/>
                  </a:lnTo>
                  <a:lnTo>
                    <a:pt x="745" y="27322"/>
                  </a:lnTo>
                  <a:lnTo>
                    <a:pt x="570" y="27067"/>
                  </a:lnTo>
                  <a:lnTo>
                    <a:pt x="275" y="26677"/>
                  </a:lnTo>
                  <a:lnTo>
                    <a:pt x="0" y="26313"/>
                  </a:lnTo>
                  <a:lnTo>
                    <a:pt x="782" y="25139"/>
                  </a:lnTo>
                  <a:lnTo>
                    <a:pt x="1554" y="23982"/>
                  </a:lnTo>
                  <a:lnTo>
                    <a:pt x="1487" y="23123"/>
                  </a:lnTo>
                  <a:lnTo>
                    <a:pt x="1736" y="22122"/>
                  </a:lnTo>
                  <a:lnTo>
                    <a:pt x="1829" y="21748"/>
                  </a:lnTo>
                  <a:lnTo>
                    <a:pt x="3893" y="16182"/>
                  </a:lnTo>
                  <a:lnTo>
                    <a:pt x="6866" y="8097"/>
                  </a:lnTo>
                  <a:lnTo>
                    <a:pt x="9648" y="8437"/>
                  </a:lnTo>
                  <a:lnTo>
                    <a:pt x="11493" y="8365"/>
                  </a:lnTo>
                  <a:lnTo>
                    <a:pt x="12526" y="8324"/>
                  </a:lnTo>
                  <a:lnTo>
                    <a:pt x="16421" y="7569"/>
                  </a:lnTo>
                  <a:lnTo>
                    <a:pt x="18757" y="6794"/>
                  </a:lnTo>
                  <a:lnTo>
                    <a:pt x="22493" y="5231"/>
                  </a:lnTo>
                  <a:lnTo>
                    <a:pt x="24897" y="4226"/>
                  </a:lnTo>
                  <a:lnTo>
                    <a:pt x="25839" y="3831"/>
                  </a:lnTo>
                  <a:lnTo>
                    <a:pt x="29284" y="2390"/>
                  </a:lnTo>
                  <a:lnTo>
                    <a:pt x="33474" y="579"/>
                  </a:lnTo>
                  <a:lnTo>
                    <a:pt x="33759" y="456"/>
                  </a:lnTo>
                  <a:lnTo>
                    <a:pt x="34815" y="0"/>
                  </a:lnTo>
                  <a:lnTo>
                    <a:pt x="36607" y="358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89" name="pg88"/>
            <p:cNvSpPr/>
            <p:nvPr/>
          </p:nvSpPr>
          <p:spPr>
            <a:xfrm>
              <a:off x="6191177" y="3275786"/>
              <a:ext cx="53515" cy="55265"/>
            </a:xfrm>
            <a:custGeom>
              <a:avLst/>
              <a:pathLst>
                <a:path w="53515" h="55265">
                  <a:moveTo>
                    <a:pt x="46947" y="17722"/>
                  </a:moveTo>
                  <a:lnTo>
                    <a:pt x="46605" y="19280"/>
                  </a:lnTo>
                  <a:lnTo>
                    <a:pt x="47200" y="19702"/>
                  </a:lnTo>
                  <a:lnTo>
                    <a:pt x="48944" y="18795"/>
                  </a:lnTo>
                  <a:lnTo>
                    <a:pt x="50184" y="18150"/>
                  </a:lnTo>
                  <a:lnTo>
                    <a:pt x="52258" y="20216"/>
                  </a:lnTo>
                  <a:lnTo>
                    <a:pt x="53212" y="21343"/>
                  </a:lnTo>
                  <a:lnTo>
                    <a:pt x="53454" y="24895"/>
                  </a:lnTo>
                  <a:lnTo>
                    <a:pt x="53515" y="26164"/>
                  </a:lnTo>
                  <a:lnTo>
                    <a:pt x="53060" y="28050"/>
                  </a:lnTo>
                  <a:lnTo>
                    <a:pt x="52783" y="28555"/>
                  </a:lnTo>
                  <a:lnTo>
                    <a:pt x="51436" y="31016"/>
                  </a:lnTo>
                  <a:lnTo>
                    <a:pt x="49968" y="32861"/>
                  </a:lnTo>
                  <a:lnTo>
                    <a:pt x="48554" y="33891"/>
                  </a:lnTo>
                  <a:lnTo>
                    <a:pt x="47975" y="34313"/>
                  </a:lnTo>
                  <a:lnTo>
                    <a:pt x="46835" y="35019"/>
                  </a:lnTo>
                  <a:lnTo>
                    <a:pt x="46229" y="35394"/>
                  </a:lnTo>
                  <a:lnTo>
                    <a:pt x="42516" y="36699"/>
                  </a:lnTo>
                  <a:lnTo>
                    <a:pt x="37256" y="39049"/>
                  </a:lnTo>
                  <a:lnTo>
                    <a:pt x="36377" y="39557"/>
                  </a:lnTo>
                  <a:lnTo>
                    <a:pt x="36173" y="39712"/>
                  </a:lnTo>
                  <a:lnTo>
                    <a:pt x="35190" y="40460"/>
                  </a:lnTo>
                  <a:lnTo>
                    <a:pt x="32501" y="42289"/>
                  </a:lnTo>
                  <a:lnTo>
                    <a:pt x="30288" y="43136"/>
                  </a:lnTo>
                  <a:lnTo>
                    <a:pt x="29183" y="43961"/>
                  </a:lnTo>
                  <a:lnTo>
                    <a:pt x="28496" y="44475"/>
                  </a:lnTo>
                  <a:lnTo>
                    <a:pt x="28256" y="44654"/>
                  </a:lnTo>
                  <a:lnTo>
                    <a:pt x="26424" y="45595"/>
                  </a:lnTo>
                  <a:lnTo>
                    <a:pt x="25034" y="47393"/>
                  </a:lnTo>
                  <a:lnTo>
                    <a:pt x="23925" y="48456"/>
                  </a:lnTo>
                  <a:lnTo>
                    <a:pt x="23633" y="48735"/>
                  </a:lnTo>
                  <a:lnTo>
                    <a:pt x="23539" y="48910"/>
                  </a:lnTo>
                  <a:lnTo>
                    <a:pt x="23256" y="49432"/>
                  </a:lnTo>
                  <a:lnTo>
                    <a:pt x="23333" y="50117"/>
                  </a:lnTo>
                  <a:lnTo>
                    <a:pt x="23647" y="52160"/>
                  </a:lnTo>
                  <a:lnTo>
                    <a:pt x="23703" y="52440"/>
                  </a:lnTo>
                  <a:lnTo>
                    <a:pt x="23732" y="52834"/>
                  </a:lnTo>
                  <a:lnTo>
                    <a:pt x="23751" y="53091"/>
                  </a:lnTo>
                  <a:lnTo>
                    <a:pt x="23894" y="55050"/>
                  </a:lnTo>
                  <a:lnTo>
                    <a:pt x="23844" y="55265"/>
                  </a:lnTo>
                  <a:lnTo>
                    <a:pt x="23042" y="54738"/>
                  </a:lnTo>
                  <a:lnTo>
                    <a:pt x="21015" y="54220"/>
                  </a:lnTo>
                  <a:lnTo>
                    <a:pt x="19476" y="53726"/>
                  </a:lnTo>
                  <a:lnTo>
                    <a:pt x="18296" y="53073"/>
                  </a:lnTo>
                  <a:lnTo>
                    <a:pt x="17298" y="51803"/>
                  </a:lnTo>
                  <a:lnTo>
                    <a:pt x="16823" y="50996"/>
                  </a:lnTo>
                  <a:lnTo>
                    <a:pt x="15937" y="50216"/>
                  </a:lnTo>
                  <a:lnTo>
                    <a:pt x="14794" y="49487"/>
                  </a:lnTo>
                  <a:lnTo>
                    <a:pt x="13397" y="48748"/>
                  </a:lnTo>
                  <a:lnTo>
                    <a:pt x="11793" y="47948"/>
                  </a:lnTo>
                  <a:lnTo>
                    <a:pt x="10856" y="47176"/>
                  </a:lnTo>
                  <a:lnTo>
                    <a:pt x="10404" y="46356"/>
                  </a:lnTo>
                  <a:lnTo>
                    <a:pt x="10280" y="45757"/>
                  </a:lnTo>
                  <a:lnTo>
                    <a:pt x="10281" y="44440"/>
                  </a:lnTo>
                  <a:lnTo>
                    <a:pt x="9947" y="43435"/>
                  </a:lnTo>
                  <a:lnTo>
                    <a:pt x="8841" y="42718"/>
                  </a:lnTo>
                  <a:lnTo>
                    <a:pt x="7633" y="41992"/>
                  </a:lnTo>
                  <a:lnTo>
                    <a:pt x="6980" y="41275"/>
                  </a:lnTo>
                  <a:lnTo>
                    <a:pt x="6499" y="40600"/>
                  </a:lnTo>
                  <a:lnTo>
                    <a:pt x="5974" y="39510"/>
                  </a:lnTo>
                  <a:lnTo>
                    <a:pt x="5714" y="38718"/>
                  </a:lnTo>
                  <a:lnTo>
                    <a:pt x="5443" y="37454"/>
                  </a:lnTo>
                  <a:lnTo>
                    <a:pt x="4955" y="35667"/>
                  </a:lnTo>
                  <a:lnTo>
                    <a:pt x="3696" y="34190"/>
                  </a:lnTo>
                  <a:lnTo>
                    <a:pt x="1802" y="32893"/>
                  </a:lnTo>
                  <a:lnTo>
                    <a:pt x="1111" y="32614"/>
                  </a:lnTo>
                  <a:lnTo>
                    <a:pt x="287" y="32297"/>
                  </a:lnTo>
                  <a:lnTo>
                    <a:pt x="0" y="30465"/>
                  </a:lnTo>
                  <a:lnTo>
                    <a:pt x="50" y="29746"/>
                  </a:lnTo>
                  <a:lnTo>
                    <a:pt x="376" y="28804"/>
                  </a:lnTo>
                  <a:lnTo>
                    <a:pt x="654" y="28266"/>
                  </a:lnTo>
                  <a:lnTo>
                    <a:pt x="976" y="27819"/>
                  </a:lnTo>
                  <a:lnTo>
                    <a:pt x="1618" y="27463"/>
                  </a:lnTo>
                  <a:lnTo>
                    <a:pt x="2486" y="27424"/>
                  </a:lnTo>
                  <a:lnTo>
                    <a:pt x="4574" y="26047"/>
                  </a:lnTo>
                  <a:lnTo>
                    <a:pt x="6378" y="24741"/>
                  </a:lnTo>
                  <a:lnTo>
                    <a:pt x="6736" y="24482"/>
                  </a:lnTo>
                  <a:lnTo>
                    <a:pt x="7735" y="22946"/>
                  </a:lnTo>
                  <a:lnTo>
                    <a:pt x="8570" y="20322"/>
                  </a:lnTo>
                  <a:lnTo>
                    <a:pt x="9345" y="11495"/>
                  </a:lnTo>
                  <a:lnTo>
                    <a:pt x="9320" y="8869"/>
                  </a:lnTo>
                  <a:lnTo>
                    <a:pt x="11810" y="8034"/>
                  </a:lnTo>
                  <a:lnTo>
                    <a:pt x="19419" y="4803"/>
                  </a:lnTo>
                  <a:lnTo>
                    <a:pt x="22380" y="3759"/>
                  </a:lnTo>
                  <a:lnTo>
                    <a:pt x="22218" y="5848"/>
                  </a:lnTo>
                  <a:lnTo>
                    <a:pt x="22863" y="8061"/>
                  </a:lnTo>
                  <a:lnTo>
                    <a:pt x="23196" y="9205"/>
                  </a:lnTo>
                  <a:lnTo>
                    <a:pt x="23714" y="13216"/>
                  </a:lnTo>
                  <a:lnTo>
                    <a:pt x="23902" y="17735"/>
                  </a:lnTo>
                  <a:lnTo>
                    <a:pt x="31571" y="17019"/>
                  </a:lnTo>
                  <a:lnTo>
                    <a:pt x="31731" y="15300"/>
                  </a:lnTo>
                  <a:lnTo>
                    <a:pt x="32364" y="8494"/>
                  </a:lnTo>
                  <a:lnTo>
                    <a:pt x="32624" y="5708"/>
                  </a:lnTo>
                  <a:lnTo>
                    <a:pt x="32793" y="3894"/>
                  </a:lnTo>
                  <a:lnTo>
                    <a:pt x="33820" y="2720"/>
                  </a:lnTo>
                  <a:lnTo>
                    <a:pt x="36324" y="0"/>
                  </a:lnTo>
                  <a:lnTo>
                    <a:pt x="38779" y="2439"/>
                  </a:lnTo>
                  <a:lnTo>
                    <a:pt x="40586" y="3329"/>
                  </a:lnTo>
                  <a:lnTo>
                    <a:pt x="43441" y="4292"/>
                  </a:lnTo>
                  <a:lnTo>
                    <a:pt x="43911" y="5914"/>
                  </a:lnTo>
                  <a:lnTo>
                    <a:pt x="44534" y="8065"/>
                  </a:lnTo>
                  <a:lnTo>
                    <a:pt x="46861" y="12460"/>
                  </a:lnTo>
                  <a:lnTo>
                    <a:pt x="46445" y="13442"/>
                  </a:lnTo>
                  <a:lnTo>
                    <a:pt x="46181" y="14064"/>
                  </a:lnTo>
                  <a:lnTo>
                    <a:pt x="46875" y="14551"/>
                  </a:lnTo>
                  <a:lnTo>
                    <a:pt x="47505" y="14993"/>
                  </a:lnTo>
                  <a:lnTo>
                    <a:pt x="47590" y="16393"/>
                  </a:lnTo>
                  <a:lnTo>
                    <a:pt x="47666" y="1766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0" name="pg89"/>
            <p:cNvSpPr/>
            <p:nvPr/>
          </p:nvSpPr>
          <p:spPr>
            <a:xfrm>
              <a:off x="6123968" y="3217520"/>
              <a:ext cx="56852" cy="59685"/>
            </a:xfrm>
            <a:custGeom>
              <a:avLst/>
              <a:pathLst>
                <a:path w="56852" h="59685">
                  <a:moveTo>
                    <a:pt x="53880" y="39858"/>
                  </a:moveTo>
                  <a:lnTo>
                    <a:pt x="51815" y="45424"/>
                  </a:lnTo>
                  <a:lnTo>
                    <a:pt x="51722" y="45798"/>
                  </a:lnTo>
                  <a:lnTo>
                    <a:pt x="51473" y="46800"/>
                  </a:lnTo>
                  <a:lnTo>
                    <a:pt x="51540" y="47658"/>
                  </a:lnTo>
                  <a:lnTo>
                    <a:pt x="50768" y="48815"/>
                  </a:lnTo>
                  <a:lnTo>
                    <a:pt x="49986" y="49989"/>
                  </a:lnTo>
                  <a:lnTo>
                    <a:pt x="49809" y="49756"/>
                  </a:lnTo>
                  <a:lnTo>
                    <a:pt x="48838" y="48843"/>
                  </a:lnTo>
                  <a:lnTo>
                    <a:pt x="46520" y="47563"/>
                  </a:lnTo>
                  <a:lnTo>
                    <a:pt x="44203" y="46321"/>
                  </a:lnTo>
                  <a:lnTo>
                    <a:pt x="42477" y="45513"/>
                  </a:lnTo>
                  <a:lnTo>
                    <a:pt x="41469" y="45054"/>
                  </a:lnTo>
                  <a:lnTo>
                    <a:pt x="40963" y="48033"/>
                  </a:lnTo>
                  <a:lnTo>
                    <a:pt x="40818" y="48711"/>
                  </a:lnTo>
                  <a:lnTo>
                    <a:pt x="40382" y="49846"/>
                  </a:lnTo>
                  <a:lnTo>
                    <a:pt x="40043" y="50367"/>
                  </a:lnTo>
                  <a:lnTo>
                    <a:pt x="39447" y="51013"/>
                  </a:lnTo>
                  <a:lnTo>
                    <a:pt x="38737" y="51613"/>
                  </a:lnTo>
                  <a:lnTo>
                    <a:pt x="37915" y="52101"/>
                  </a:lnTo>
                  <a:lnTo>
                    <a:pt x="36516" y="52741"/>
                  </a:lnTo>
                  <a:lnTo>
                    <a:pt x="33900" y="53820"/>
                  </a:lnTo>
                  <a:lnTo>
                    <a:pt x="29868" y="55472"/>
                  </a:lnTo>
                  <a:lnTo>
                    <a:pt x="27939" y="56314"/>
                  </a:lnTo>
                  <a:lnTo>
                    <a:pt x="25339" y="57450"/>
                  </a:lnTo>
                  <a:lnTo>
                    <a:pt x="22621" y="58633"/>
                  </a:lnTo>
                  <a:lnTo>
                    <a:pt x="21577" y="58973"/>
                  </a:lnTo>
                  <a:lnTo>
                    <a:pt x="19663" y="59314"/>
                  </a:lnTo>
                  <a:lnTo>
                    <a:pt x="18061" y="59431"/>
                  </a:lnTo>
                  <a:lnTo>
                    <a:pt x="14573" y="59685"/>
                  </a:lnTo>
                  <a:lnTo>
                    <a:pt x="14558" y="58881"/>
                  </a:lnTo>
                  <a:lnTo>
                    <a:pt x="13821" y="54879"/>
                  </a:lnTo>
                  <a:lnTo>
                    <a:pt x="13147" y="53002"/>
                  </a:lnTo>
                  <a:lnTo>
                    <a:pt x="12428" y="50960"/>
                  </a:lnTo>
                  <a:lnTo>
                    <a:pt x="10903" y="47562"/>
                  </a:lnTo>
                  <a:lnTo>
                    <a:pt x="8392" y="41970"/>
                  </a:lnTo>
                  <a:lnTo>
                    <a:pt x="8075" y="41265"/>
                  </a:lnTo>
                  <a:lnTo>
                    <a:pt x="6759" y="38173"/>
                  </a:lnTo>
                  <a:lnTo>
                    <a:pt x="6536" y="37648"/>
                  </a:lnTo>
                  <a:lnTo>
                    <a:pt x="4913" y="33975"/>
                  </a:lnTo>
                  <a:lnTo>
                    <a:pt x="3262" y="30238"/>
                  </a:lnTo>
                  <a:lnTo>
                    <a:pt x="2547" y="28211"/>
                  </a:lnTo>
                  <a:lnTo>
                    <a:pt x="2331" y="27601"/>
                  </a:lnTo>
                  <a:lnTo>
                    <a:pt x="1301" y="24682"/>
                  </a:lnTo>
                  <a:lnTo>
                    <a:pt x="1118" y="24164"/>
                  </a:lnTo>
                  <a:lnTo>
                    <a:pt x="31" y="18930"/>
                  </a:lnTo>
                  <a:lnTo>
                    <a:pt x="0" y="18779"/>
                  </a:lnTo>
                  <a:lnTo>
                    <a:pt x="192" y="14293"/>
                  </a:lnTo>
                  <a:lnTo>
                    <a:pt x="923" y="11444"/>
                  </a:lnTo>
                  <a:lnTo>
                    <a:pt x="1248" y="10176"/>
                  </a:lnTo>
                  <a:lnTo>
                    <a:pt x="1862" y="8952"/>
                  </a:lnTo>
                  <a:lnTo>
                    <a:pt x="2626" y="7431"/>
                  </a:lnTo>
                  <a:lnTo>
                    <a:pt x="3056" y="6574"/>
                  </a:lnTo>
                  <a:lnTo>
                    <a:pt x="3934" y="5266"/>
                  </a:lnTo>
                  <a:lnTo>
                    <a:pt x="4314" y="4700"/>
                  </a:lnTo>
                  <a:lnTo>
                    <a:pt x="4599" y="4276"/>
                  </a:lnTo>
                  <a:lnTo>
                    <a:pt x="4955" y="3746"/>
                  </a:lnTo>
                  <a:lnTo>
                    <a:pt x="7497" y="0"/>
                  </a:lnTo>
                  <a:lnTo>
                    <a:pt x="9806" y="1459"/>
                  </a:lnTo>
                  <a:lnTo>
                    <a:pt x="11233" y="2417"/>
                  </a:lnTo>
                  <a:lnTo>
                    <a:pt x="13277" y="3788"/>
                  </a:lnTo>
                  <a:lnTo>
                    <a:pt x="13793" y="4154"/>
                  </a:lnTo>
                  <a:lnTo>
                    <a:pt x="16519" y="6080"/>
                  </a:lnTo>
                  <a:lnTo>
                    <a:pt x="19881" y="8458"/>
                  </a:lnTo>
                  <a:lnTo>
                    <a:pt x="24088" y="11432"/>
                  </a:lnTo>
                  <a:lnTo>
                    <a:pt x="27845" y="14060"/>
                  </a:lnTo>
                  <a:lnTo>
                    <a:pt x="29893" y="15492"/>
                  </a:lnTo>
                  <a:lnTo>
                    <a:pt x="31557" y="16656"/>
                  </a:lnTo>
                  <a:lnTo>
                    <a:pt x="34147" y="18467"/>
                  </a:lnTo>
                  <a:lnTo>
                    <a:pt x="34323" y="18595"/>
                  </a:lnTo>
                  <a:lnTo>
                    <a:pt x="41062" y="23490"/>
                  </a:lnTo>
                  <a:lnTo>
                    <a:pt x="47361" y="27859"/>
                  </a:lnTo>
                  <a:lnTo>
                    <a:pt x="52266" y="30471"/>
                  </a:lnTo>
                  <a:lnTo>
                    <a:pt x="53111" y="30711"/>
                  </a:lnTo>
                  <a:lnTo>
                    <a:pt x="54504" y="31107"/>
                  </a:lnTo>
                  <a:lnTo>
                    <a:pt x="55560" y="31406"/>
                  </a:lnTo>
                  <a:lnTo>
                    <a:pt x="56852" y="3177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1" name="pg90"/>
            <p:cNvSpPr/>
            <p:nvPr/>
          </p:nvSpPr>
          <p:spPr>
            <a:xfrm>
              <a:off x="6072816" y="3194186"/>
              <a:ext cx="65770" cy="138366"/>
            </a:xfrm>
            <a:custGeom>
              <a:avLst/>
              <a:pathLst>
                <a:path w="65770" h="138366">
                  <a:moveTo>
                    <a:pt x="64989" y="78296"/>
                  </a:moveTo>
                  <a:lnTo>
                    <a:pt x="65711" y="82215"/>
                  </a:lnTo>
                  <a:lnTo>
                    <a:pt x="65725" y="83019"/>
                  </a:lnTo>
                  <a:lnTo>
                    <a:pt x="65736" y="83621"/>
                  </a:lnTo>
                  <a:lnTo>
                    <a:pt x="65770" y="85583"/>
                  </a:lnTo>
                  <a:lnTo>
                    <a:pt x="65410" y="90711"/>
                  </a:lnTo>
                  <a:lnTo>
                    <a:pt x="65175" y="91662"/>
                  </a:lnTo>
                  <a:lnTo>
                    <a:pt x="64919" y="92702"/>
                  </a:lnTo>
                  <a:lnTo>
                    <a:pt x="63760" y="95575"/>
                  </a:lnTo>
                  <a:lnTo>
                    <a:pt x="63417" y="96115"/>
                  </a:lnTo>
                  <a:lnTo>
                    <a:pt x="63184" y="96442"/>
                  </a:lnTo>
                  <a:lnTo>
                    <a:pt x="62517" y="97375"/>
                  </a:lnTo>
                  <a:lnTo>
                    <a:pt x="57242" y="103614"/>
                  </a:lnTo>
                  <a:lnTo>
                    <a:pt x="54923" y="106218"/>
                  </a:lnTo>
                  <a:lnTo>
                    <a:pt x="48832" y="113058"/>
                  </a:lnTo>
                  <a:lnTo>
                    <a:pt x="47565" y="114852"/>
                  </a:lnTo>
                  <a:lnTo>
                    <a:pt x="46797" y="115940"/>
                  </a:lnTo>
                  <a:lnTo>
                    <a:pt x="46293" y="116654"/>
                  </a:lnTo>
                  <a:lnTo>
                    <a:pt x="45423" y="119360"/>
                  </a:lnTo>
                  <a:lnTo>
                    <a:pt x="45346" y="121951"/>
                  </a:lnTo>
                  <a:lnTo>
                    <a:pt x="45719" y="125053"/>
                  </a:lnTo>
                  <a:lnTo>
                    <a:pt x="46458" y="127489"/>
                  </a:lnTo>
                  <a:lnTo>
                    <a:pt x="47181" y="128729"/>
                  </a:lnTo>
                  <a:lnTo>
                    <a:pt x="47811" y="129809"/>
                  </a:lnTo>
                  <a:lnTo>
                    <a:pt x="49650" y="131875"/>
                  </a:lnTo>
                  <a:lnTo>
                    <a:pt x="51276" y="133011"/>
                  </a:lnTo>
                  <a:lnTo>
                    <a:pt x="51903" y="133449"/>
                  </a:lnTo>
                  <a:lnTo>
                    <a:pt x="52443" y="133747"/>
                  </a:lnTo>
                  <a:lnTo>
                    <a:pt x="52113" y="134324"/>
                  </a:lnTo>
                  <a:lnTo>
                    <a:pt x="51892" y="134710"/>
                  </a:lnTo>
                  <a:lnTo>
                    <a:pt x="50760" y="136688"/>
                  </a:lnTo>
                  <a:lnTo>
                    <a:pt x="49799" y="138366"/>
                  </a:lnTo>
                  <a:lnTo>
                    <a:pt x="48343" y="137214"/>
                  </a:lnTo>
                  <a:lnTo>
                    <a:pt x="46506" y="135760"/>
                  </a:lnTo>
                  <a:lnTo>
                    <a:pt x="44163" y="134022"/>
                  </a:lnTo>
                  <a:lnTo>
                    <a:pt x="44306" y="133726"/>
                  </a:lnTo>
                  <a:lnTo>
                    <a:pt x="44840" y="132860"/>
                  </a:lnTo>
                  <a:lnTo>
                    <a:pt x="45736" y="131646"/>
                  </a:lnTo>
                  <a:lnTo>
                    <a:pt x="45092" y="130731"/>
                  </a:lnTo>
                  <a:lnTo>
                    <a:pt x="44927" y="130469"/>
                  </a:lnTo>
                  <a:lnTo>
                    <a:pt x="44743" y="130124"/>
                  </a:lnTo>
                  <a:lnTo>
                    <a:pt x="43276" y="127119"/>
                  </a:lnTo>
                  <a:lnTo>
                    <a:pt x="42789" y="125950"/>
                  </a:lnTo>
                  <a:lnTo>
                    <a:pt x="42927" y="125463"/>
                  </a:lnTo>
                  <a:lnTo>
                    <a:pt x="42834" y="124891"/>
                  </a:lnTo>
                  <a:lnTo>
                    <a:pt x="42467" y="123649"/>
                  </a:lnTo>
                  <a:lnTo>
                    <a:pt x="42399" y="122768"/>
                  </a:lnTo>
                  <a:lnTo>
                    <a:pt x="42337" y="120025"/>
                  </a:lnTo>
                  <a:lnTo>
                    <a:pt x="42543" y="119165"/>
                  </a:lnTo>
                  <a:lnTo>
                    <a:pt x="42251" y="118113"/>
                  </a:lnTo>
                  <a:lnTo>
                    <a:pt x="41986" y="117858"/>
                  </a:lnTo>
                  <a:lnTo>
                    <a:pt x="41364" y="116761"/>
                  </a:lnTo>
                  <a:lnTo>
                    <a:pt x="40865" y="115699"/>
                  </a:lnTo>
                  <a:lnTo>
                    <a:pt x="40305" y="114624"/>
                  </a:lnTo>
                  <a:lnTo>
                    <a:pt x="36810" y="113651"/>
                  </a:lnTo>
                  <a:lnTo>
                    <a:pt x="34698" y="112518"/>
                  </a:lnTo>
                  <a:lnTo>
                    <a:pt x="32534" y="112013"/>
                  </a:lnTo>
                  <a:lnTo>
                    <a:pt x="32309" y="111752"/>
                  </a:lnTo>
                  <a:lnTo>
                    <a:pt x="30476" y="109941"/>
                  </a:lnTo>
                  <a:lnTo>
                    <a:pt x="29307" y="109289"/>
                  </a:lnTo>
                  <a:lnTo>
                    <a:pt x="27997" y="108940"/>
                  </a:lnTo>
                  <a:lnTo>
                    <a:pt x="27815" y="108835"/>
                  </a:lnTo>
                  <a:lnTo>
                    <a:pt x="27240" y="108501"/>
                  </a:lnTo>
                  <a:lnTo>
                    <a:pt x="26787" y="107905"/>
                  </a:lnTo>
                  <a:lnTo>
                    <a:pt x="26509" y="107199"/>
                  </a:lnTo>
                  <a:lnTo>
                    <a:pt x="26157" y="105482"/>
                  </a:lnTo>
                  <a:lnTo>
                    <a:pt x="24828" y="104755"/>
                  </a:lnTo>
                  <a:lnTo>
                    <a:pt x="24476" y="104314"/>
                  </a:lnTo>
                  <a:lnTo>
                    <a:pt x="24282" y="104069"/>
                  </a:lnTo>
                  <a:lnTo>
                    <a:pt x="23552" y="103154"/>
                  </a:lnTo>
                  <a:lnTo>
                    <a:pt x="23004" y="101587"/>
                  </a:lnTo>
                  <a:lnTo>
                    <a:pt x="22983" y="101377"/>
                  </a:lnTo>
                  <a:lnTo>
                    <a:pt x="22520" y="99244"/>
                  </a:lnTo>
                  <a:lnTo>
                    <a:pt x="22504" y="99083"/>
                  </a:lnTo>
                  <a:lnTo>
                    <a:pt x="22885" y="97240"/>
                  </a:lnTo>
                  <a:lnTo>
                    <a:pt x="23467" y="95480"/>
                  </a:lnTo>
                  <a:lnTo>
                    <a:pt x="24362" y="93945"/>
                  </a:lnTo>
                  <a:lnTo>
                    <a:pt x="25295" y="93289"/>
                  </a:lnTo>
                  <a:lnTo>
                    <a:pt x="25151" y="91549"/>
                  </a:lnTo>
                  <a:lnTo>
                    <a:pt x="23517" y="88314"/>
                  </a:lnTo>
                  <a:lnTo>
                    <a:pt x="22913" y="87547"/>
                  </a:lnTo>
                  <a:lnTo>
                    <a:pt x="22574" y="87117"/>
                  </a:lnTo>
                  <a:lnTo>
                    <a:pt x="20869" y="84881"/>
                  </a:lnTo>
                  <a:lnTo>
                    <a:pt x="18579" y="82213"/>
                  </a:lnTo>
                  <a:lnTo>
                    <a:pt x="17083" y="81031"/>
                  </a:lnTo>
                  <a:lnTo>
                    <a:pt x="15423" y="80580"/>
                  </a:lnTo>
                  <a:lnTo>
                    <a:pt x="14137" y="80667"/>
                  </a:lnTo>
                  <a:lnTo>
                    <a:pt x="13053" y="80757"/>
                  </a:lnTo>
                  <a:lnTo>
                    <a:pt x="12844" y="80700"/>
                  </a:lnTo>
                  <a:lnTo>
                    <a:pt x="11581" y="79070"/>
                  </a:lnTo>
                  <a:lnTo>
                    <a:pt x="10387" y="77356"/>
                  </a:lnTo>
                  <a:lnTo>
                    <a:pt x="9753" y="76013"/>
                  </a:lnTo>
                  <a:lnTo>
                    <a:pt x="8462" y="74186"/>
                  </a:lnTo>
                  <a:lnTo>
                    <a:pt x="8812" y="73215"/>
                  </a:lnTo>
                  <a:lnTo>
                    <a:pt x="15827" y="68045"/>
                  </a:lnTo>
                  <a:lnTo>
                    <a:pt x="18990" y="65752"/>
                  </a:lnTo>
                  <a:lnTo>
                    <a:pt x="19290" y="65455"/>
                  </a:lnTo>
                  <a:lnTo>
                    <a:pt x="18217" y="63794"/>
                  </a:lnTo>
                  <a:lnTo>
                    <a:pt x="17157" y="62562"/>
                  </a:lnTo>
                  <a:lnTo>
                    <a:pt x="15915" y="60427"/>
                  </a:lnTo>
                  <a:lnTo>
                    <a:pt x="11633" y="56192"/>
                  </a:lnTo>
                  <a:lnTo>
                    <a:pt x="9153" y="54387"/>
                  </a:lnTo>
                  <a:lnTo>
                    <a:pt x="7726" y="52072"/>
                  </a:lnTo>
                  <a:lnTo>
                    <a:pt x="6705" y="50744"/>
                  </a:lnTo>
                  <a:lnTo>
                    <a:pt x="5281" y="49295"/>
                  </a:lnTo>
                  <a:lnTo>
                    <a:pt x="4286" y="47485"/>
                  </a:lnTo>
                  <a:lnTo>
                    <a:pt x="4007" y="45749"/>
                  </a:lnTo>
                  <a:lnTo>
                    <a:pt x="3563" y="43823"/>
                  </a:lnTo>
                  <a:lnTo>
                    <a:pt x="3502" y="43668"/>
                  </a:lnTo>
                  <a:lnTo>
                    <a:pt x="2755" y="42368"/>
                  </a:lnTo>
                  <a:lnTo>
                    <a:pt x="1017" y="39012"/>
                  </a:lnTo>
                  <a:lnTo>
                    <a:pt x="947" y="38795"/>
                  </a:lnTo>
                  <a:lnTo>
                    <a:pt x="0" y="35709"/>
                  </a:lnTo>
                  <a:lnTo>
                    <a:pt x="475" y="31905"/>
                  </a:lnTo>
                  <a:lnTo>
                    <a:pt x="1460" y="29927"/>
                  </a:lnTo>
                  <a:lnTo>
                    <a:pt x="4902" y="27123"/>
                  </a:lnTo>
                  <a:lnTo>
                    <a:pt x="5419" y="26732"/>
                  </a:lnTo>
                  <a:lnTo>
                    <a:pt x="6960" y="23755"/>
                  </a:lnTo>
                  <a:lnTo>
                    <a:pt x="7127" y="23551"/>
                  </a:lnTo>
                  <a:lnTo>
                    <a:pt x="7915" y="21465"/>
                  </a:lnTo>
                  <a:lnTo>
                    <a:pt x="7977" y="21200"/>
                  </a:lnTo>
                  <a:lnTo>
                    <a:pt x="9142" y="19825"/>
                  </a:lnTo>
                  <a:lnTo>
                    <a:pt x="13506" y="14959"/>
                  </a:lnTo>
                  <a:lnTo>
                    <a:pt x="16297" y="12641"/>
                  </a:lnTo>
                  <a:lnTo>
                    <a:pt x="18684" y="8991"/>
                  </a:lnTo>
                  <a:lnTo>
                    <a:pt x="24388" y="1030"/>
                  </a:lnTo>
                  <a:lnTo>
                    <a:pt x="25025" y="142"/>
                  </a:lnTo>
                  <a:lnTo>
                    <a:pt x="25127" y="0"/>
                  </a:lnTo>
                  <a:lnTo>
                    <a:pt x="25368" y="173"/>
                  </a:lnTo>
                  <a:lnTo>
                    <a:pt x="27795" y="1918"/>
                  </a:lnTo>
                  <a:lnTo>
                    <a:pt x="29024" y="2764"/>
                  </a:lnTo>
                  <a:lnTo>
                    <a:pt x="29650" y="3195"/>
                  </a:lnTo>
                  <a:lnTo>
                    <a:pt x="30070" y="3486"/>
                  </a:lnTo>
                  <a:lnTo>
                    <a:pt x="33165" y="5623"/>
                  </a:lnTo>
                  <a:lnTo>
                    <a:pt x="33881" y="6118"/>
                  </a:lnTo>
                  <a:lnTo>
                    <a:pt x="34952" y="6857"/>
                  </a:lnTo>
                  <a:lnTo>
                    <a:pt x="37226" y="8428"/>
                  </a:lnTo>
                  <a:lnTo>
                    <a:pt x="38307" y="9206"/>
                  </a:lnTo>
                  <a:lnTo>
                    <a:pt x="39399" y="9991"/>
                  </a:lnTo>
                  <a:lnTo>
                    <a:pt x="41855" y="11758"/>
                  </a:lnTo>
                  <a:lnTo>
                    <a:pt x="43146" y="12687"/>
                  </a:lnTo>
                  <a:lnTo>
                    <a:pt x="44501" y="13662"/>
                  </a:lnTo>
                  <a:lnTo>
                    <a:pt x="44862" y="13916"/>
                  </a:lnTo>
                  <a:lnTo>
                    <a:pt x="47080" y="15482"/>
                  </a:lnTo>
                  <a:lnTo>
                    <a:pt x="47758" y="15960"/>
                  </a:lnTo>
                  <a:lnTo>
                    <a:pt x="52176" y="19078"/>
                  </a:lnTo>
                  <a:lnTo>
                    <a:pt x="54402" y="20648"/>
                  </a:lnTo>
                  <a:lnTo>
                    <a:pt x="55483" y="21332"/>
                  </a:lnTo>
                  <a:lnTo>
                    <a:pt x="56690" y="22095"/>
                  </a:lnTo>
                  <a:lnTo>
                    <a:pt x="58649" y="23334"/>
                  </a:lnTo>
                  <a:lnTo>
                    <a:pt x="56107" y="27080"/>
                  </a:lnTo>
                  <a:lnTo>
                    <a:pt x="55751" y="27610"/>
                  </a:lnTo>
                  <a:lnTo>
                    <a:pt x="55466" y="28034"/>
                  </a:lnTo>
                  <a:lnTo>
                    <a:pt x="55086" y="28600"/>
                  </a:lnTo>
                  <a:lnTo>
                    <a:pt x="54208" y="29908"/>
                  </a:lnTo>
                  <a:lnTo>
                    <a:pt x="53778" y="30765"/>
                  </a:lnTo>
                  <a:lnTo>
                    <a:pt x="53015" y="32286"/>
                  </a:lnTo>
                  <a:lnTo>
                    <a:pt x="52400" y="33510"/>
                  </a:lnTo>
                  <a:lnTo>
                    <a:pt x="52075" y="34778"/>
                  </a:lnTo>
                  <a:lnTo>
                    <a:pt x="51344" y="37627"/>
                  </a:lnTo>
                  <a:lnTo>
                    <a:pt x="51152" y="42113"/>
                  </a:lnTo>
                  <a:lnTo>
                    <a:pt x="51183" y="42264"/>
                  </a:lnTo>
                  <a:lnTo>
                    <a:pt x="52270" y="47498"/>
                  </a:lnTo>
                  <a:lnTo>
                    <a:pt x="52453" y="48016"/>
                  </a:lnTo>
                  <a:lnTo>
                    <a:pt x="53483" y="50935"/>
                  </a:lnTo>
                  <a:lnTo>
                    <a:pt x="53699" y="51545"/>
                  </a:lnTo>
                  <a:lnTo>
                    <a:pt x="54414" y="53572"/>
                  </a:lnTo>
                  <a:lnTo>
                    <a:pt x="56065" y="57309"/>
                  </a:lnTo>
                  <a:lnTo>
                    <a:pt x="57688" y="60982"/>
                  </a:lnTo>
                  <a:lnTo>
                    <a:pt x="57912" y="61507"/>
                  </a:lnTo>
                  <a:lnTo>
                    <a:pt x="59227" y="64599"/>
                  </a:lnTo>
                  <a:lnTo>
                    <a:pt x="59544" y="65304"/>
                  </a:lnTo>
                  <a:lnTo>
                    <a:pt x="62055" y="70896"/>
                  </a:lnTo>
                  <a:lnTo>
                    <a:pt x="63580" y="74294"/>
                  </a:lnTo>
                  <a:lnTo>
                    <a:pt x="64299" y="7633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2" name="pg91"/>
            <p:cNvSpPr/>
            <p:nvPr/>
          </p:nvSpPr>
          <p:spPr>
            <a:xfrm>
              <a:off x="6118163" y="3262575"/>
              <a:ext cx="63946" cy="68895"/>
            </a:xfrm>
            <a:custGeom>
              <a:avLst/>
              <a:pathLst>
                <a:path w="63946" h="68895">
                  <a:moveTo>
                    <a:pt x="29953" y="57331"/>
                  </a:moveTo>
                  <a:lnTo>
                    <a:pt x="29680" y="58839"/>
                  </a:lnTo>
                  <a:lnTo>
                    <a:pt x="29076" y="58834"/>
                  </a:lnTo>
                  <a:lnTo>
                    <a:pt x="26411" y="58812"/>
                  </a:lnTo>
                  <a:lnTo>
                    <a:pt x="23702" y="58119"/>
                  </a:lnTo>
                  <a:lnTo>
                    <a:pt x="21394" y="57369"/>
                  </a:lnTo>
                  <a:lnTo>
                    <a:pt x="19677" y="60456"/>
                  </a:lnTo>
                  <a:lnTo>
                    <a:pt x="18541" y="63999"/>
                  </a:lnTo>
                  <a:lnTo>
                    <a:pt x="17073" y="68895"/>
                  </a:lnTo>
                  <a:lnTo>
                    <a:pt x="15389" y="68348"/>
                  </a:lnTo>
                  <a:lnTo>
                    <a:pt x="11018" y="66928"/>
                  </a:lnTo>
                  <a:lnTo>
                    <a:pt x="9094" y="66296"/>
                  </a:lnTo>
                  <a:lnTo>
                    <a:pt x="8346" y="66050"/>
                  </a:lnTo>
                  <a:lnTo>
                    <a:pt x="7096" y="65359"/>
                  </a:lnTo>
                  <a:lnTo>
                    <a:pt x="6496" y="65019"/>
                  </a:lnTo>
                  <a:lnTo>
                    <a:pt x="5930" y="64623"/>
                  </a:lnTo>
                  <a:lnTo>
                    <a:pt x="4303" y="63487"/>
                  </a:lnTo>
                  <a:lnTo>
                    <a:pt x="2465" y="61420"/>
                  </a:lnTo>
                  <a:lnTo>
                    <a:pt x="1835" y="60341"/>
                  </a:lnTo>
                  <a:lnTo>
                    <a:pt x="1111" y="59101"/>
                  </a:lnTo>
                  <a:lnTo>
                    <a:pt x="373" y="56665"/>
                  </a:lnTo>
                  <a:lnTo>
                    <a:pt x="0" y="53562"/>
                  </a:lnTo>
                  <a:lnTo>
                    <a:pt x="76" y="50971"/>
                  </a:lnTo>
                  <a:lnTo>
                    <a:pt x="946" y="48266"/>
                  </a:lnTo>
                  <a:lnTo>
                    <a:pt x="1451" y="47552"/>
                  </a:lnTo>
                  <a:lnTo>
                    <a:pt x="2219" y="46464"/>
                  </a:lnTo>
                  <a:lnTo>
                    <a:pt x="3485" y="44670"/>
                  </a:lnTo>
                  <a:lnTo>
                    <a:pt x="9576" y="37830"/>
                  </a:lnTo>
                  <a:lnTo>
                    <a:pt x="11895" y="35226"/>
                  </a:lnTo>
                  <a:lnTo>
                    <a:pt x="17171" y="28987"/>
                  </a:lnTo>
                  <a:lnTo>
                    <a:pt x="17837" y="28054"/>
                  </a:lnTo>
                  <a:lnTo>
                    <a:pt x="18070" y="27727"/>
                  </a:lnTo>
                  <a:lnTo>
                    <a:pt x="18414" y="27186"/>
                  </a:lnTo>
                  <a:lnTo>
                    <a:pt x="19572" y="24314"/>
                  </a:lnTo>
                  <a:lnTo>
                    <a:pt x="19829" y="23274"/>
                  </a:lnTo>
                  <a:lnTo>
                    <a:pt x="20063" y="22323"/>
                  </a:lnTo>
                  <a:lnTo>
                    <a:pt x="20424" y="17195"/>
                  </a:lnTo>
                  <a:lnTo>
                    <a:pt x="20389" y="15233"/>
                  </a:lnTo>
                  <a:lnTo>
                    <a:pt x="20378" y="14631"/>
                  </a:lnTo>
                  <a:lnTo>
                    <a:pt x="23867" y="14377"/>
                  </a:lnTo>
                  <a:lnTo>
                    <a:pt x="25469" y="14260"/>
                  </a:lnTo>
                  <a:lnTo>
                    <a:pt x="27383" y="13919"/>
                  </a:lnTo>
                  <a:lnTo>
                    <a:pt x="28427" y="13579"/>
                  </a:lnTo>
                  <a:lnTo>
                    <a:pt x="31145" y="12396"/>
                  </a:lnTo>
                  <a:lnTo>
                    <a:pt x="33745" y="11260"/>
                  </a:lnTo>
                  <a:lnTo>
                    <a:pt x="35674" y="10418"/>
                  </a:lnTo>
                  <a:lnTo>
                    <a:pt x="39706" y="8766"/>
                  </a:lnTo>
                  <a:lnTo>
                    <a:pt x="42322" y="7687"/>
                  </a:lnTo>
                  <a:lnTo>
                    <a:pt x="43721" y="7047"/>
                  </a:lnTo>
                  <a:lnTo>
                    <a:pt x="44543" y="6558"/>
                  </a:lnTo>
                  <a:lnTo>
                    <a:pt x="45329" y="5876"/>
                  </a:lnTo>
                  <a:lnTo>
                    <a:pt x="45849" y="5313"/>
                  </a:lnTo>
                  <a:lnTo>
                    <a:pt x="46188" y="4792"/>
                  </a:lnTo>
                  <a:lnTo>
                    <a:pt x="46623" y="3657"/>
                  </a:lnTo>
                  <a:lnTo>
                    <a:pt x="46769" y="2978"/>
                  </a:lnTo>
                  <a:lnTo>
                    <a:pt x="47275" y="0"/>
                  </a:lnTo>
                  <a:lnTo>
                    <a:pt x="48282" y="459"/>
                  </a:lnTo>
                  <a:lnTo>
                    <a:pt x="50009" y="1267"/>
                  </a:lnTo>
                  <a:lnTo>
                    <a:pt x="52326" y="2509"/>
                  </a:lnTo>
                  <a:lnTo>
                    <a:pt x="54643" y="3789"/>
                  </a:lnTo>
                  <a:lnTo>
                    <a:pt x="55615" y="4702"/>
                  </a:lnTo>
                  <a:lnTo>
                    <a:pt x="55791" y="4935"/>
                  </a:lnTo>
                  <a:lnTo>
                    <a:pt x="56067" y="5299"/>
                  </a:lnTo>
                  <a:lnTo>
                    <a:pt x="56362" y="5689"/>
                  </a:lnTo>
                  <a:lnTo>
                    <a:pt x="56537" y="5944"/>
                  </a:lnTo>
                  <a:lnTo>
                    <a:pt x="56684" y="6281"/>
                  </a:lnTo>
                  <a:lnTo>
                    <a:pt x="57156" y="7358"/>
                  </a:lnTo>
                  <a:lnTo>
                    <a:pt x="57540" y="8642"/>
                  </a:lnTo>
                  <a:lnTo>
                    <a:pt x="57774" y="9983"/>
                  </a:lnTo>
                  <a:lnTo>
                    <a:pt x="57893" y="10788"/>
                  </a:lnTo>
                  <a:lnTo>
                    <a:pt x="58102" y="12214"/>
                  </a:lnTo>
                  <a:lnTo>
                    <a:pt x="58451" y="13772"/>
                  </a:lnTo>
                  <a:lnTo>
                    <a:pt x="58964" y="16061"/>
                  </a:lnTo>
                  <a:lnTo>
                    <a:pt x="59721" y="19574"/>
                  </a:lnTo>
                  <a:lnTo>
                    <a:pt x="60202" y="22118"/>
                  </a:lnTo>
                  <a:lnTo>
                    <a:pt x="60595" y="23999"/>
                  </a:lnTo>
                  <a:lnTo>
                    <a:pt x="60791" y="24938"/>
                  </a:lnTo>
                  <a:lnTo>
                    <a:pt x="60876" y="25346"/>
                  </a:lnTo>
                  <a:lnTo>
                    <a:pt x="61081" y="26108"/>
                  </a:lnTo>
                  <a:lnTo>
                    <a:pt x="61268" y="26801"/>
                  </a:lnTo>
                  <a:lnTo>
                    <a:pt x="61407" y="27299"/>
                  </a:lnTo>
                  <a:lnTo>
                    <a:pt x="63807" y="33018"/>
                  </a:lnTo>
                  <a:lnTo>
                    <a:pt x="63946" y="33350"/>
                  </a:lnTo>
                  <a:lnTo>
                    <a:pt x="61780" y="34280"/>
                  </a:lnTo>
                  <a:lnTo>
                    <a:pt x="57571" y="36061"/>
                  </a:lnTo>
                  <a:lnTo>
                    <a:pt x="53100" y="37954"/>
                  </a:lnTo>
                  <a:lnTo>
                    <a:pt x="49788" y="39354"/>
                  </a:lnTo>
                  <a:lnTo>
                    <a:pt x="44813" y="41457"/>
                  </a:lnTo>
                  <a:lnTo>
                    <a:pt x="43183" y="42146"/>
                  </a:lnTo>
                  <a:lnTo>
                    <a:pt x="40719" y="43188"/>
                  </a:lnTo>
                  <a:lnTo>
                    <a:pt x="37161" y="44692"/>
                  </a:lnTo>
                  <a:lnTo>
                    <a:pt x="36999" y="44760"/>
                  </a:lnTo>
                  <a:lnTo>
                    <a:pt x="32518" y="46671"/>
                  </a:lnTo>
                  <a:lnTo>
                    <a:pt x="31297" y="46779"/>
                  </a:lnTo>
                  <a:lnTo>
                    <a:pt x="31168" y="51403"/>
                  </a:lnTo>
                  <a:lnTo>
                    <a:pt x="31058" y="52063"/>
                  </a:lnTo>
                  <a:lnTo>
                    <a:pt x="30750" y="53618"/>
                  </a:lnTo>
                  <a:lnTo>
                    <a:pt x="30357" y="55619"/>
                  </a:lnTo>
                  <a:lnTo>
                    <a:pt x="30028" y="569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3" name="pg92"/>
            <p:cNvSpPr/>
            <p:nvPr/>
          </p:nvSpPr>
          <p:spPr>
            <a:xfrm>
              <a:off x="6073129" y="3298275"/>
              <a:ext cx="96526" cy="75265"/>
            </a:xfrm>
            <a:custGeom>
              <a:avLst/>
              <a:pathLst>
                <a:path w="96526" h="75265">
                  <a:moveTo>
                    <a:pt x="60004" y="64514"/>
                  </a:moveTo>
                  <a:lnTo>
                    <a:pt x="59226" y="64139"/>
                  </a:lnTo>
                  <a:lnTo>
                    <a:pt x="58871" y="63969"/>
                  </a:lnTo>
                  <a:lnTo>
                    <a:pt x="55238" y="62220"/>
                  </a:lnTo>
                  <a:lnTo>
                    <a:pt x="53903" y="65187"/>
                  </a:lnTo>
                  <a:lnTo>
                    <a:pt x="54080" y="65624"/>
                  </a:lnTo>
                  <a:lnTo>
                    <a:pt x="54518" y="66707"/>
                  </a:lnTo>
                  <a:lnTo>
                    <a:pt x="54424" y="66954"/>
                  </a:lnTo>
                  <a:lnTo>
                    <a:pt x="53593" y="69153"/>
                  </a:lnTo>
                  <a:lnTo>
                    <a:pt x="52148" y="72975"/>
                  </a:lnTo>
                  <a:lnTo>
                    <a:pt x="49855" y="71976"/>
                  </a:lnTo>
                  <a:lnTo>
                    <a:pt x="50116" y="71235"/>
                  </a:lnTo>
                  <a:lnTo>
                    <a:pt x="49530" y="71043"/>
                  </a:lnTo>
                  <a:lnTo>
                    <a:pt x="47630" y="70422"/>
                  </a:lnTo>
                  <a:lnTo>
                    <a:pt x="46172" y="69945"/>
                  </a:lnTo>
                  <a:lnTo>
                    <a:pt x="43788" y="68758"/>
                  </a:lnTo>
                  <a:lnTo>
                    <a:pt x="40438" y="67147"/>
                  </a:lnTo>
                  <a:lnTo>
                    <a:pt x="39448" y="66672"/>
                  </a:lnTo>
                  <a:lnTo>
                    <a:pt x="40587" y="64155"/>
                  </a:lnTo>
                  <a:lnTo>
                    <a:pt x="40708" y="63886"/>
                  </a:lnTo>
                  <a:lnTo>
                    <a:pt x="41733" y="61618"/>
                  </a:lnTo>
                  <a:lnTo>
                    <a:pt x="42251" y="60466"/>
                  </a:lnTo>
                  <a:lnTo>
                    <a:pt x="42709" y="59446"/>
                  </a:lnTo>
                  <a:lnTo>
                    <a:pt x="41812" y="58967"/>
                  </a:lnTo>
                  <a:lnTo>
                    <a:pt x="39964" y="58084"/>
                  </a:lnTo>
                  <a:lnTo>
                    <a:pt x="39811" y="58010"/>
                  </a:lnTo>
                  <a:lnTo>
                    <a:pt x="37733" y="56845"/>
                  </a:lnTo>
                  <a:lnTo>
                    <a:pt x="37439" y="56680"/>
                  </a:lnTo>
                  <a:lnTo>
                    <a:pt x="35955" y="55388"/>
                  </a:lnTo>
                  <a:lnTo>
                    <a:pt x="35227" y="54754"/>
                  </a:lnTo>
                  <a:lnTo>
                    <a:pt x="34617" y="54222"/>
                  </a:lnTo>
                  <a:lnTo>
                    <a:pt x="33407" y="52915"/>
                  </a:lnTo>
                  <a:lnTo>
                    <a:pt x="31711" y="50923"/>
                  </a:lnTo>
                  <a:lnTo>
                    <a:pt x="29391" y="49449"/>
                  </a:lnTo>
                  <a:lnTo>
                    <a:pt x="26781" y="48314"/>
                  </a:lnTo>
                  <a:lnTo>
                    <a:pt x="25086" y="47848"/>
                  </a:lnTo>
                  <a:lnTo>
                    <a:pt x="23433" y="47086"/>
                  </a:lnTo>
                  <a:lnTo>
                    <a:pt x="22215" y="46390"/>
                  </a:lnTo>
                  <a:lnTo>
                    <a:pt x="21366" y="45892"/>
                  </a:lnTo>
                  <a:lnTo>
                    <a:pt x="20350" y="45328"/>
                  </a:lnTo>
                  <a:lnTo>
                    <a:pt x="19282" y="44624"/>
                  </a:lnTo>
                  <a:lnTo>
                    <a:pt x="18660" y="43904"/>
                  </a:lnTo>
                  <a:lnTo>
                    <a:pt x="17575" y="42938"/>
                  </a:lnTo>
                  <a:lnTo>
                    <a:pt x="16073" y="41811"/>
                  </a:lnTo>
                  <a:lnTo>
                    <a:pt x="14828" y="41217"/>
                  </a:lnTo>
                  <a:lnTo>
                    <a:pt x="11849" y="41009"/>
                  </a:lnTo>
                  <a:lnTo>
                    <a:pt x="10282" y="40437"/>
                  </a:lnTo>
                  <a:lnTo>
                    <a:pt x="8984" y="39765"/>
                  </a:lnTo>
                  <a:lnTo>
                    <a:pt x="6662" y="38283"/>
                  </a:lnTo>
                  <a:lnTo>
                    <a:pt x="4331" y="36796"/>
                  </a:lnTo>
                  <a:lnTo>
                    <a:pt x="2009" y="35321"/>
                  </a:lnTo>
                  <a:lnTo>
                    <a:pt x="15" y="33999"/>
                  </a:lnTo>
                  <a:lnTo>
                    <a:pt x="0" y="32509"/>
                  </a:lnTo>
                  <a:lnTo>
                    <a:pt x="782" y="31965"/>
                  </a:lnTo>
                  <a:lnTo>
                    <a:pt x="1778" y="31430"/>
                  </a:lnTo>
                  <a:lnTo>
                    <a:pt x="3320" y="30852"/>
                  </a:lnTo>
                  <a:lnTo>
                    <a:pt x="5847" y="30294"/>
                  </a:lnTo>
                  <a:lnTo>
                    <a:pt x="7591" y="29984"/>
                  </a:lnTo>
                  <a:lnTo>
                    <a:pt x="8816" y="29313"/>
                  </a:lnTo>
                  <a:lnTo>
                    <a:pt x="9812" y="28514"/>
                  </a:lnTo>
                  <a:lnTo>
                    <a:pt x="10214" y="27452"/>
                  </a:lnTo>
                  <a:lnTo>
                    <a:pt x="10448" y="26134"/>
                  </a:lnTo>
                  <a:lnTo>
                    <a:pt x="10686" y="25079"/>
                  </a:lnTo>
                  <a:lnTo>
                    <a:pt x="11318" y="24385"/>
                  </a:lnTo>
                  <a:lnTo>
                    <a:pt x="12215" y="23771"/>
                  </a:lnTo>
                  <a:lnTo>
                    <a:pt x="12951" y="22889"/>
                  </a:lnTo>
                  <a:lnTo>
                    <a:pt x="13069" y="21518"/>
                  </a:lnTo>
                  <a:lnTo>
                    <a:pt x="13073" y="20345"/>
                  </a:lnTo>
                  <a:lnTo>
                    <a:pt x="12814" y="18642"/>
                  </a:lnTo>
                  <a:lnTo>
                    <a:pt x="17344" y="18131"/>
                  </a:lnTo>
                  <a:lnTo>
                    <a:pt x="18251" y="16534"/>
                  </a:lnTo>
                  <a:lnTo>
                    <a:pt x="19241" y="14909"/>
                  </a:lnTo>
                  <a:lnTo>
                    <a:pt x="19853" y="13161"/>
                  </a:lnTo>
                  <a:lnTo>
                    <a:pt x="20639" y="12199"/>
                  </a:lnTo>
                  <a:lnTo>
                    <a:pt x="21898" y="10827"/>
                  </a:lnTo>
                  <a:lnTo>
                    <a:pt x="22508" y="9913"/>
                  </a:lnTo>
                  <a:lnTo>
                    <a:pt x="22802" y="8629"/>
                  </a:lnTo>
                  <a:lnTo>
                    <a:pt x="23160" y="7523"/>
                  </a:lnTo>
                  <a:lnTo>
                    <a:pt x="23592" y="6272"/>
                  </a:lnTo>
                  <a:lnTo>
                    <a:pt x="23599" y="6032"/>
                  </a:lnTo>
                  <a:lnTo>
                    <a:pt x="23624" y="5168"/>
                  </a:lnTo>
                  <a:lnTo>
                    <a:pt x="23393" y="3819"/>
                  </a:lnTo>
                  <a:lnTo>
                    <a:pt x="23335" y="2184"/>
                  </a:lnTo>
                  <a:lnTo>
                    <a:pt x="23673" y="524"/>
                  </a:lnTo>
                  <a:lnTo>
                    <a:pt x="23984" y="0"/>
                  </a:lnTo>
                  <a:lnTo>
                    <a:pt x="24164" y="225"/>
                  </a:lnTo>
                  <a:lnTo>
                    <a:pt x="24516" y="667"/>
                  </a:lnTo>
                  <a:lnTo>
                    <a:pt x="25844" y="1393"/>
                  </a:lnTo>
                  <a:lnTo>
                    <a:pt x="26196" y="3110"/>
                  </a:lnTo>
                  <a:lnTo>
                    <a:pt x="26474" y="3816"/>
                  </a:lnTo>
                  <a:lnTo>
                    <a:pt x="26927" y="4412"/>
                  </a:lnTo>
                  <a:lnTo>
                    <a:pt x="27503" y="4746"/>
                  </a:lnTo>
                  <a:lnTo>
                    <a:pt x="27685" y="4851"/>
                  </a:lnTo>
                  <a:lnTo>
                    <a:pt x="28995" y="5200"/>
                  </a:lnTo>
                  <a:lnTo>
                    <a:pt x="30164" y="5852"/>
                  </a:lnTo>
                  <a:lnTo>
                    <a:pt x="31997" y="7663"/>
                  </a:lnTo>
                  <a:lnTo>
                    <a:pt x="32221" y="7924"/>
                  </a:lnTo>
                  <a:lnTo>
                    <a:pt x="34386" y="8429"/>
                  </a:lnTo>
                  <a:lnTo>
                    <a:pt x="36497" y="9562"/>
                  </a:lnTo>
                  <a:lnTo>
                    <a:pt x="39992" y="10536"/>
                  </a:lnTo>
                  <a:lnTo>
                    <a:pt x="40553" y="11611"/>
                  </a:lnTo>
                  <a:lnTo>
                    <a:pt x="41052" y="12672"/>
                  </a:lnTo>
                  <a:lnTo>
                    <a:pt x="41674" y="13769"/>
                  </a:lnTo>
                  <a:lnTo>
                    <a:pt x="41938" y="14024"/>
                  </a:lnTo>
                  <a:lnTo>
                    <a:pt x="42230" y="15076"/>
                  </a:lnTo>
                  <a:lnTo>
                    <a:pt x="42025" y="15936"/>
                  </a:lnTo>
                  <a:lnTo>
                    <a:pt x="42086" y="18679"/>
                  </a:lnTo>
                  <a:lnTo>
                    <a:pt x="42154" y="19561"/>
                  </a:lnTo>
                  <a:lnTo>
                    <a:pt x="42522" y="20803"/>
                  </a:lnTo>
                  <a:lnTo>
                    <a:pt x="42615" y="21374"/>
                  </a:lnTo>
                  <a:lnTo>
                    <a:pt x="42476" y="21861"/>
                  </a:lnTo>
                  <a:lnTo>
                    <a:pt x="42963" y="23031"/>
                  </a:lnTo>
                  <a:lnTo>
                    <a:pt x="44431" y="26035"/>
                  </a:lnTo>
                  <a:lnTo>
                    <a:pt x="44614" y="26380"/>
                  </a:lnTo>
                  <a:lnTo>
                    <a:pt x="44779" y="26642"/>
                  </a:lnTo>
                  <a:lnTo>
                    <a:pt x="45423" y="27557"/>
                  </a:lnTo>
                  <a:lnTo>
                    <a:pt x="44528" y="28771"/>
                  </a:lnTo>
                  <a:lnTo>
                    <a:pt x="43993" y="29638"/>
                  </a:lnTo>
                  <a:lnTo>
                    <a:pt x="43851" y="29933"/>
                  </a:lnTo>
                  <a:lnTo>
                    <a:pt x="46193" y="31672"/>
                  </a:lnTo>
                  <a:lnTo>
                    <a:pt x="48031" y="33125"/>
                  </a:lnTo>
                  <a:lnTo>
                    <a:pt x="49486" y="34277"/>
                  </a:lnTo>
                  <a:lnTo>
                    <a:pt x="50447" y="32599"/>
                  </a:lnTo>
                  <a:lnTo>
                    <a:pt x="51579" y="30621"/>
                  </a:lnTo>
                  <a:lnTo>
                    <a:pt x="51800" y="30235"/>
                  </a:lnTo>
                  <a:lnTo>
                    <a:pt x="52130" y="29659"/>
                  </a:lnTo>
                  <a:lnTo>
                    <a:pt x="53380" y="30349"/>
                  </a:lnTo>
                  <a:lnTo>
                    <a:pt x="54128" y="30595"/>
                  </a:lnTo>
                  <a:lnTo>
                    <a:pt x="56052" y="31227"/>
                  </a:lnTo>
                  <a:lnTo>
                    <a:pt x="60423" y="32648"/>
                  </a:lnTo>
                  <a:lnTo>
                    <a:pt x="62107" y="33195"/>
                  </a:lnTo>
                  <a:lnTo>
                    <a:pt x="64142" y="33833"/>
                  </a:lnTo>
                  <a:lnTo>
                    <a:pt x="68996" y="35357"/>
                  </a:lnTo>
                  <a:lnTo>
                    <a:pt x="76359" y="37668"/>
                  </a:lnTo>
                  <a:lnTo>
                    <a:pt x="78825" y="38404"/>
                  </a:lnTo>
                  <a:lnTo>
                    <a:pt x="82093" y="39380"/>
                  </a:lnTo>
                  <a:lnTo>
                    <a:pt x="85057" y="40265"/>
                  </a:lnTo>
                  <a:lnTo>
                    <a:pt x="85634" y="40532"/>
                  </a:lnTo>
                  <a:lnTo>
                    <a:pt x="85884" y="40647"/>
                  </a:lnTo>
                  <a:lnTo>
                    <a:pt x="87254" y="41281"/>
                  </a:lnTo>
                  <a:lnTo>
                    <a:pt x="87898" y="41579"/>
                  </a:lnTo>
                  <a:lnTo>
                    <a:pt x="88496" y="42004"/>
                  </a:lnTo>
                  <a:lnTo>
                    <a:pt x="89644" y="42820"/>
                  </a:lnTo>
                  <a:lnTo>
                    <a:pt x="90799" y="44016"/>
                  </a:lnTo>
                  <a:lnTo>
                    <a:pt x="91015" y="44309"/>
                  </a:lnTo>
                  <a:lnTo>
                    <a:pt x="93418" y="47568"/>
                  </a:lnTo>
                  <a:lnTo>
                    <a:pt x="93834" y="48365"/>
                  </a:lnTo>
                  <a:lnTo>
                    <a:pt x="94633" y="49893"/>
                  </a:lnTo>
                  <a:lnTo>
                    <a:pt x="95019" y="50629"/>
                  </a:lnTo>
                  <a:lnTo>
                    <a:pt x="95886" y="53223"/>
                  </a:lnTo>
                  <a:lnTo>
                    <a:pt x="95978" y="53649"/>
                  </a:lnTo>
                  <a:lnTo>
                    <a:pt x="96381" y="55514"/>
                  </a:lnTo>
                  <a:lnTo>
                    <a:pt x="96526" y="58803"/>
                  </a:lnTo>
                  <a:lnTo>
                    <a:pt x="95960" y="61437"/>
                  </a:lnTo>
                  <a:lnTo>
                    <a:pt x="95818" y="62095"/>
                  </a:lnTo>
                  <a:lnTo>
                    <a:pt x="95535" y="62671"/>
                  </a:lnTo>
                  <a:lnTo>
                    <a:pt x="95298" y="63156"/>
                  </a:lnTo>
                  <a:lnTo>
                    <a:pt x="94821" y="63712"/>
                  </a:lnTo>
                  <a:lnTo>
                    <a:pt x="94486" y="64103"/>
                  </a:lnTo>
                  <a:lnTo>
                    <a:pt x="92973" y="65412"/>
                  </a:lnTo>
                  <a:lnTo>
                    <a:pt x="92051" y="66484"/>
                  </a:lnTo>
                  <a:lnTo>
                    <a:pt x="89079" y="69938"/>
                  </a:lnTo>
                  <a:lnTo>
                    <a:pt x="88448" y="71080"/>
                  </a:lnTo>
                  <a:lnTo>
                    <a:pt x="87976" y="71935"/>
                  </a:lnTo>
                  <a:lnTo>
                    <a:pt x="87309" y="75265"/>
                  </a:lnTo>
                  <a:lnTo>
                    <a:pt x="87090" y="75264"/>
                  </a:lnTo>
                  <a:lnTo>
                    <a:pt x="84327" y="75242"/>
                  </a:lnTo>
                  <a:lnTo>
                    <a:pt x="83562" y="75240"/>
                  </a:lnTo>
                  <a:lnTo>
                    <a:pt x="82139" y="75236"/>
                  </a:lnTo>
                  <a:lnTo>
                    <a:pt x="82178" y="74053"/>
                  </a:lnTo>
                  <a:lnTo>
                    <a:pt x="75219" y="71767"/>
                  </a:lnTo>
                  <a:lnTo>
                    <a:pt x="73812" y="70892"/>
                  </a:lnTo>
                  <a:lnTo>
                    <a:pt x="72989" y="70249"/>
                  </a:lnTo>
                  <a:lnTo>
                    <a:pt x="72166" y="69606"/>
                  </a:lnTo>
                  <a:lnTo>
                    <a:pt x="71831" y="68983"/>
                  </a:lnTo>
                  <a:lnTo>
                    <a:pt x="71258" y="67916"/>
                  </a:lnTo>
                  <a:lnTo>
                    <a:pt x="67565" y="71345"/>
                  </a:lnTo>
                  <a:lnTo>
                    <a:pt x="66755" y="70461"/>
                  </a:lnTo>
                  <a:lnTo>
                    <a:pt x="65651" y="69256"/>
                  </a:lnTo>
                  <a:lnTo>
                    <a:pt x="64086" y="67546"/>
                  </a:lnTo>
                  <a:lnTo>
                    <a:pt x="63739" y="67109"/>
                  </a:lnTo>
                  <a:lnTo>
                    <a:pt x="65569" y="64094"/>
                  </a:lnTo>
                  <a:lnTo>
                    <a:pt x="62061" y="62594"/>
                  </a:lnTo>
                  <a:lnTo>
                    <a:pt x="61468" y="6338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4" name="pg93"/>
            <p:cNvSpPr/>
            <p:nvPr/>
          </p:nvSpPr>
          <p:spPr>
            <a:xfrm>
              <a:off x="6135236" y="3295925"/>
              <a:ext cx="79777" cy="69958"/>
            </a:xfrm>
            <a:custGeom>
              <a:avLst/>
              <a:pathLst>
                <a:path w="79777" h="69958">
                  <a:moveTo>
                    <a:pt x="72430" y="51152"/>
                  </a:moveTo>
                  <a:lnTo>
                    <a:pt x="72083" y="52169"/>
                  </a:lnTo>
                  <a:lnTo>
                    <a:pt x="71280" y="56044"/>
                  </a:lnTo>
                  <a:lnTo>
                    <a:pt x="70744" y="55886"/>
                  </a:lnTo>
                  <a:lnTo>
                    <a:pt x="69842" y="55624"/>
                  </a:lnTo>
                  <a:lnTo>
                    <a:pt x="68210" y="55149"/>
                  </a:lnTo>
                  <a:lnTo>
                    <a:pt x="66015" y="53689"/>
                  </a:lnTo>
                  <a:lnTo>
                    <a:pt x="64248" y="57292"/>
                  </a:lnTo>
                  <a:lnTo>
                    <a:pt x="64056" y="57654"/>
                  </a:lnTo>
                  <a:lnTo>
                    <a:pt x="63931" y="59599"/>
                  </a:lnTo>
                  <a:lnTo>
                    <a:pt x="58261" y="59964"/>
                  </a:lnTo>
                  <a:lnTo>
                    <a:pt x="54713" y="59902"/>
                  </a:lnTo>
                  <a:lnTo>
                    <a:pt x="54657" y="61456"/>
                  </a:lnTo>
                  <a:lnTo>
                    <a:pt x="54796" y="62164"/>
                  </a:lnTo>
                  <a:lnTo>
                    <a:pt x="54842" y="62353"/>
                  </a:lnTo>
                  <a:lnTo>
                    <a:pt x="54960" y="62834"/>
                  </a:lnTo>
                  <a:lnTo>
                    <a:pt x="53418" y="62606"/>
                  </a:lnTo>
                  <a:lnTo>
                    <a:pt x="49236" y="61988"/>
                  </a:lnTo>
                  <a:lnTo>
                    <a:pt x="49037" y="63385"/>
                  </a:lnTo>
                  <a:lnTo>
                    <a:pt x="48666" y="65985"/>
                  </a:lnTo>
                  <a:lnTo>
                    <a:pt x="44637" y="65555"/>
                  </a:lnTo>
                  <a:lnTo>
                    <a:pt x="44530" y="66882"/>
                  </a:lnTo>
                  <a:lnTo>
                    <a:pt x="42090" y="66597"/>
                  </a:lnTo>
                  <a:lnTo>
                    <a:pt x="41393" y="66517"/>
                  </a:lnTo>
                  <a:lnTo>
                    <a:pt x="39819" y="69958"/>
                  </a:lnTo>
                  <a:lnTo>
                    <a:pt x="33694" y="66926"/>
                  </a:lnTo>
                  <a:lnTo>
                    <a:pt x="32486" y="66328"/>
                  </a:lnTo>
                  <a:lnTo>
                    <a:pt x="32714" y="66063"/>
                  </a:lnTo>
                  <a:lnTo>
                    <a:pt x="33190" y="65507"/>
                  </a:lnTo>
                  <a:lnTo>
                    <a:pt x="33428" y="65022"/>
                  </a:lnTo>
                  <a:lnTo>
                    <a:pt x="33711" y="64446"/>
                  </a:lnTo>
                  <a:lnTo>
                    <a:pt x="33852" y="63787"/>
                  </a:lnTo>
                  <a:lnTo>
                    <a:pt x="34419" y="61153"/>
                  </a:lnTo>
                  <a:lnTo>
                    <a:pt x="34274" y="57864"/>
                  </a:lnTo>
                  <a:lnTo>
                    <a:pt x="33871" y="56000"/>
                  </a:lnTo>
                  <a:lnTo>
                    <a:pt x="33778" y="55573"/>
                  </a:lnTo>
                  <a:lnTo>
                    <a:pt x="32912" y="52980"/>
                  </a:lnTo>
                  <a:lnTo>
                    <a:pt x="32526" y="52243"/>
                  </a:lnTo>
                  <a:lnTo>
                    <a:pt x="31727" y="50715"/>
                  </a:lnTo>
                  <a:lnTo>
                    <a:pt x="31310" y="49918"/>
                  </a:lnTo>
                  <a:lnTo>
                    <a:pt x="28907" y="46659"/>
                  </a:lnTo>
                  <a:lnTo>
                    <a:pt x="28692" y="46366"/>
                  </a:lnTo>
                  <a:lnTo>
                    <a:pt x="27537" y="45170"/>
                  </a:lnTo>
                  <a:lnTo>
                    <a:pt x="26388" y="44354"/>
                  </a:lnTo>
                  <a:lnTo>
                    <a:pt x="25791" y="43929"/>
                  </a:lnTo>
                  <a:lnTo>
                    <a:pt x="25147" y="43631"/>
                  </a:lnTo>
                  <a:lnTo>
                    <a:pt x="23776" y="42997"/>
                  </a:lnTo>
                  <a:lnTo>
                    <a:pt x="23527" y="42882"/>
                  </a:lnTo>
                  <a:lnTo>
                    <a:pt x="22950" y="42615"/>
                  </a:lnTo>
                  <a:lnTo>
                    <a:pt x="19986" y="41730"/>
                  </a:lnTo>
                  <a:lnTo>
                    <a:pt x="16717" y="40754"/>
                  </a:lnTo>
                  <a:lnTo>
                    <a:pt x="14252" y="40018"/>
                  </a:lnTo>
                  <a:lnTo>
                    <a:pt x="6889" y="37707"/>
                  </a:lnTo>
                  <a:lnTo>
                    <a:pt x="2035" y="36184"/>
                  </a:lnTo>
                  <a:lnTo>
                    <a:pt x="0" y="35545"/>
                  </a:lnTo>
                  <a:lnTo>
                    <a:pt x="1468" y="30649"/>
                  </a:lnTo>
                  <a:lnTo>
                    <a:pt x="2604" y="27105"/>
                  </a:lnTo>
                  <a:lnTo>
                    <a:pt x="4320" y="24018"/>
                  </a:lnTo>
                  <a:lnTo>
                    <a:pt x="6628" y="24768"/>
                  </a:lnTo>
                  <a:lnTo>
                    <a:pt x="9338" y="25462"/>
                  </a:lnTo>
                  <a:lnTo>
                    <a:pt x="12002" y="25484"/>
                  </a:lnTo>
                  <a:lnTo>
                    <a:pt x="12607" y="25489"/>
                  </a:lnTo>
                  <a:lnTo>
                    <a:pt x="12879" y="23980"/>
                  </a:lnTo>
                  <a:lnTo>
                    <a:pt x="12955" y="23563"/>
                  </a:lnTo>
                  <a:lnTo>
                    <a:pt x="13284" y="22268"/>
                  </a:lnTo>
                  <a:lnTo>
                    <a:pt x="13676" y="20268"/>
                  </a:lnTo>
                  <a:lnTo>
                    <a:pt x="13985" y="18712"/>
                  </a:lnTo>
                  <a:lnTo>
                    <a:pt x="14095" y="18053"/>
                  </a:lnTo>
                  <a:lnTo>
                    <a:pt x="14224" y="13429"/>
                  </a:lnTo>
                  <a:lnTo>
                    <a:pt x="15444" y="13321"/>
                  </a:lnTo>
                  <a:lnTo>
                    <a:pt x="19926" y="11410"/>
                  </a:lnTo>
                  <a:lnTo>
                    <a:pt x="20087" y="11342"/>
                  </a:lnTo>
                  <a:lnTo>
                    <a:pt x="23645" y="9838"/>
                  </a:lnTo>
                  <a:lnTo>
                    <a:pt x="26110" y="8796"/>
                  </a:lnTo>
                  <a:lnTo>
                    <a:pt x="27740" y="8107"/>
                  </a:lnTo>
                  <a:lnTo>
                    <a:pt x="32715" y="6004"/>
                  </a:lnTo>
                  <a:lnTo>
                    <a:pt x="36027" y="4603"/>
                  </a:lnTo>
                  <a:lnTo>
                    <a:pt x="40498" y="2711"/>
                  </a:lnTo>
                  <a:lnTo>
                    <a:pt x="44707" y="929"/>
                  </a:lnTo>
                  <a:lnTo>
                    <a:pt x="46872" y="0"/>
                  </a:lnTo>
                  <a:lnTo>
                    <a:pt x="47072" y="474"/>
                  </a:lnTo>
                  <a:lnTo>
                    <a:pt x="48115" y="3072"/>
                  </a:lnTo>
                  <a:lnTo>
                    <a:pt x="48986" y="5242"/>
                  </a:lnTo>
                  <a:lnTo>
                    <a:pt x="49696" y="7396"/>
                  </a:lnTo>
                  <a:lnTo>
                    <a:pt x="49818" y="8344"/>
                  </a:lnTo>
                  <a:lnTo>
                    <a:pt x="49808" y="12275"/>
                  </a:lnTo>
                  <a:lnTo>
                    <a:pt x="53492" y="12275"/>
                  </a:lnTo>
                  <a:lnTo>
                    <a:pt x="56228" y="12158"/>
                  </a:lnTo>
                  <a:lnTo>
                    <a:pt x="57051" y="12475"/>
                  </a:lnTo>
                  <a:lnTo>
                    <a:pt x="57743" y="12754"/>
                  </a:lnTo>
                  <a:lnTo>
                    <a:pt x="59637" y="14051"/>
                  </a:lnTo>
                  <a:lnTo>
                    <a:pt x="60896" y="15528"/>
                  </a:lnTo>
                  <a:lnTo>
                    <a:pt x="61410" y="17438"/>
                  </a:lnTo>
                  <a:lnTo>
                    <a:pt x="61655" y="18579"/>
                  </a:lnTo>
                  <a:lnTo>
                    <a:pt x="61915" y="19371"/>
                  </a:lnTo>
                  <a:lnTo>
                    <a:pt x="62439" y="20461"/>
                  </a:lnTo>
                  <a:lnTo>
                    <a:pt x="62921" y="21136"/>
                  </a:lnTo>
                  <a:lnTo>
                    <a:pt x="63574" y="21852"/>
                  </a:lnTo>
                  <a:lnTo>
                    <a:pt x="64782" y="22579"/>
                  </a:lnTo>
                  <a:lnTo>
                    <a:pt x="65888" y="23296"/>
                  </a:lnTo>
                  <a:lnTo>
                    <a:pt x="66222" y="24301"/>
                  </a:lnTo>
                  <a:lnTo>
                    <a:pt x="66221" y="25618"/>
                  </a:lnTo>
                  <a:lnTo>
                    <a:pt x="66345" y="26217"/>
                  </a:lnTo>
                  <a:lnTo>
                    <a:pt x="66797" y="27037"/>
                  </a:lnTo>
                  <a:lnTo>
                    <a:pt x="67733" y="27809"/>
                  </a:lnTo>
                  <a:lnTo>
                    <a:pt x="69338" y="28609"/>
                  </a:lnTo>
                  <a:lnTo>
                    <a:pt x="70735" y="29347"/>
                  </a:lnTo>
                  <a:lnTo>
                    <a:pt x="71878" y="30077"/>
                  </a:lnTo>
                  <a:lnTo>
                    <a:pt x="72763" y="30857"/>
                  </a:lnTo>
                  <a:lnTo>
                    <a:pt x="73239" y="31664"/>
                  </a:lnTo>
                  <a:lnTo>
                    <a:pt x="74237" y="32934"/>
                  </a:lnTo>
                  <a:lnTo>
                    <a:pt x="75417" y="33587"/>
                  </a:lnTo>
                  <a:lnTo>
                    <a:pt x="76956" y="34081"/>
                  </a:lnTo>
                  <a:lnTo>
                    <a:pt x="78983" y="34599"/>
                  </a:lnTo>
                  <a:lnTo>
                    <a:pt x="79777" y="35159"/>
                  </a:lnTo>
                  <a:lnTo>
                    <a:pt x="79651" y="35701"/>
                  </a:lnTo>
                  <a:lnTo>
                    <a:pt x="78880" y="36516"/>
                  </a:lnTo>
                  <a:lnTo>
                    <a:pt x="78903" y="36950"/>
                  </a:lnTo>
                  <a:lnTo>
                    <a:pt x="78920" y="37259"/>
                  </a:lnTo>
                  <a:lnTo>
                    <a:pt x="78711" y="37879"/>
                  </a:lnTo>
                  <a:lnTo>
                    <a:pt x="78286" y="38293"/>
                  </a:lnTo>
                  <a:lnTo>
                    <a:pt x="77848" y="39066"/>
                  </a:lnTo>
                  <a:lnTo>
                    <a:pt x="77728" y="39747"/>
                  </a:lnTo>
                  <a:lnTo>
                    <a:pt x="77730" y="40374"/>
                  </a:lnTo>
                  <a:lnTo>
                    <a:pt x="77279" y="40878"/>
                  </a:lnTo>
                  <a:lnTo>
                    <a:pt x="76465" y="41349"/>
                  </a:lnTo>
                  <a:lnTo>
                    <a:pt x="75776" y="41938"/>
                  </a:lnTo>
                  <a:lnTo>
                    <a:pt x="74837" y="43347"/>
                  </a:lnTo>
                  <a:lnTo>
                    <a:pt x="74337" y="44711"/>
                  </a:lnTo>
                  <a:lnTo>
                    <a:pt x="73957" y="45746"/>
                  </a:lnTo>
                  <a:lnTo>
                    <a:pt x="73901" y="45898"/>
                  </a:lnTo>
                  <a:lnTo>
                    <a:pt x="73318" y="48265"/>
                  </a:lnTo>
                  <a:lnTo>
                    <a:pt x="73259" y="48508"/>
                  </a:lnTo>
                  <a:lnTo>
                    <a:pt x="73177" y="48838"/>
                  </a:lnTo>
                  <a:lnTo>
                    <a:pt x="73071" y="4926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5" name="pg94"/>
            <p:cNvSpPr/>
            <p:nvPr/>
          </p:nvSpPr>
          <p:spPr>
            <a:xfrm>
              <a:off x="6160156" y="3349614"/>
              <a:ext cx="49499" cy="54419"/>
            </a:xfrm>
            <a:custGeom>
              <a:avLst/>
              <a:pathLst>
                <a:path w="49499" h="54419">
                  <a:moveTo>
                    <a:pt x="46872" y="5315"/>
                  </a:moveTo>
                  <a:lnTo>
                    <a:pt x="47090" y="6499"/>
                  </a:lnTo>
                  <a:lnTo>
                    <a:pt x="47306" y="7862"/>
                  </a:lnTo>
                  <a:lnTo>
                    <a:pt x="47518" y="9325"/>
                  </a:lnTo>
                  <a:lnTo>
                    <a:pt x="47723" y="10741"/>
                  </a:lnTo>
                  <a:lnTo>
                    <a:pt x="47787" y="11183"/>
                  </a:lnTo>
                  <a:lnTo>
                    <a:pt x="48353" y="15482"/>
                  </a:lnTo>
                  <a:lnTo>
                    <a:pt x="48409" y="15909"/>
                  </a:lnTo>
                  <a:lnTo>
                    <a:pt x="48441" y="16148"/>
                  </a:lnTo>
                  <a:lnTo>
                    <a:pt x="48563" y="16720"/>
                  </a:lnTo>
                  <a:lnTo>
                    <a:pt x="49499" y="21105"/>
                  </a:lnTo>
                  <a:lnTo>
                    <a:pt x="47300" y="21383"/>
                  </a:lnTo>
                  <a:lnTo>
                    <a:pt x="47332" y="22777"/>
                  </a:lnTo>
                  <a:lnTo>
                    <a:pt x="47362" y="24117"/>
                  </a:lnTo>
                  <a:lnTo>
                    <a:pt x="47399" y="25753"/>
                  </a:lnTo>
                  <a:lnTo>
                    <a:pt x="46577" y="25703"/>
                  </a:lnTo>
                  <a:lnTo>
                    <a:pt x="46468" y="27343"/>
                  </a:lnTo>
                  <a:lnTo>
                    <a:pt x="46634" y="28174"/>
                  </a:lnTo>
                  <a:lnTo>
                    <a:pt x="44167" y="28218"/>
                  </a:lnTo>
                  <a:lnTo>
                    <a:pt x="43459" y="28226"/>
                  </a:lnTo>
                  <a:lnTo>
                    <a:pt x="41531" y="28152"/>
                  </a:lnTo>
                  <a:lnTo>
                    <a:pt x="41248" y="28141"/>
                  </a:lnTo>
                  <a:lnTo>
                    <a:pt x="40674" y="28119"/>
                  </a:lnTo>
                  <a:lnTo>
                    <a:pt x="39858" y="28088"/>
                  </a:lnTo>
                  <a:lnTo>
                    <a:pt x="39710" y="28250"/>
                  </a:lnTo>
                  <a:lnTo>
                    <a:pt x="39319" y="28678"/>
                  </a:lnTo>
                  <a:lnTo>
                    <a:pt x="35103" y="31230"/>
                  </a:lnTo>
                  <a:lnTo>
                    <a:pt x="34685" y="31484"/>
                  </a:lnTo>
                  <a:lnTo>
                    <a:pt x="32177" y="33009"/>
                  </a:lnTo>
                  <a:lnTo>
                    <a:pt x="31821" y="33226"/>
                  </a:lnTo>
                  <a:lnTo>
                    <a:pt x="35896" y="39383"/>
                  </a:lnTo>
                  <a:lnTo>
                    <a:pt x="35068" y="39985"/>
                  </a:lnTo>
                  <a:lnTo>
                    <a:pt x="34684" y="40265"/>
                  </a:lnTo>
                  <a:lnTo>
                    <a:pt x="33410" y="41192"/>
                  </a:lnTo>
                  <a:lnTo>
                    <a:pt x="32754" y="41669"/>
                  </a:lnTo>
                  <a:lnTo>
                    <a:pt x="31388" y="42629"/>
                  </a:lnTo>
                  <a:lnTo>
                    <a:pt x="30550" y="43220"/>
                  </a:lnTo>
                  <a:lnTo>
                    <a:pt x="30245" y="43435"/>
                  </a:lnTo>
                  <a:lnTo>
                    <a:pt x="30027" y="43573"/>
                  </a:lnTo>
                  <a:lnTo>
                    <a:pt x="28292" y="44359"/>
                  </a:lnTo>
                  <a:lnTo>
                    <a:pt x="28022" y="44476"/>
                  </a:lnTo>
                  <a:lnTo>
                    <a:pt x="25829" y="45425"/>
                  </a:lnTo>
                  <a:lnTo>
                    <a:pt x="24689" y="45917"/>
                  </a:lnTo>
                  <a:lnTo>
                    <a:pt x="23969" y="46204"/>
                  </a:lnTo>
                  <a:lnTo>
                    <a:pt x="22739" y="46694"/>
                  </a:lnTo>
                  <a:lnTo>
                    <a:pt x="22229" y="46973"/>
                  </a:lnTo>
                  <a:lnTo>
                    <a:pt x="21756" y="47232"/>
                  </a:lnTo>
                  <a:lnTo>
                    <a:pt x="21459" y="47394"/>
                  </a:lnTo>
                  <a:lnTo>
                    <a:pt x="20039" y="48331"/>
                  </a:lnTo>
                  <a:lnTo>
                    <a:pt x="19502" y="48694"/>
                  </a:lnTo>
                  <a:lnTo>
                    <a:pt x="11484" y="54108"/>
                  </a:lnTo>
                  <a:lnTo>
                    <a:pt x="11022" y="54419"/>
                  </a:lnTo>
                  <a:lnTo>
                    <a:pt x="10761" y="53981"/>
                  </a:lnTo>
                  <a:lnTo>
                    <a:pt x="10579" y="53674"/>
                  </a:lnTo>
                  <a:lnTo>
                    <a:pt x="10075" y="52827"/>
                  </a:lnTo>
                  <a:lnTo>
                    <a:pt x="9856" y="52460"/>
                  </a:lnTo>
                  <a:lnTo>
                    <a:pt x="6597" y="46981"/>
                  </a:lnTo>
                  <a:lnTo>
                    <a:pt x="4033" y="43048"/>
                  </a:lnTo>
                  <a:lnTo>
                    <a:pt x="3265" y="41869"/>
                  </a:lnTo>
                  <a:lnTo>
                    <a:pt x="3181" y="41741"/>
                  </a:lnTo>
                  <a:lnTo>
                    <a:pt x="2659" y="40940"/>
                  </a:lnTo>
                  <a:lnTo>
                    <a:pt x="1290" y="38825"/>
                  </a:lnTo>
                  <a:lnTo>
                    <a:pt x="931" y="37971"/>
                  </a:lnTo>
                  <a:lnTo>
                    <a:pt x="438" y="36326"/>
                  </a:lnTo>
                  <a:lnTo>
                    <a:pt x="219" y="35235"/>
                  </a:lnTo>
                  <a:lnTo>
                    <a:pt x="107" y="34678"/>
                  </a:lnTo>
                  <a:lnTo>
                    <a:pt x="0" y="31916"/>
                  </a:lnTo>
                  <a:lnTo>
                    <a:pt x="22" y="31287"/>
                  </a:lnTo>
                  <a:lnTo>
                    <a:pt x="203" y="26213"/>
                  </a:lnTo>
                  <a:lnTo>
                    <a:pt x="266" y="24456"/>
                  </a:lnTo>
                  <a:lnTo>
                    <a:pt x="375" y="23927"/>
                  </a:lnTo>
                  <a:lnTo>
                    <a:pt x="948" y="20596"/>
                  </a:lnTo>
                  <a:lnTo>
                    <a:pt x="1421" y="19741"/>
                  </a:lnTo>
                  <a:lnTo>
                    <a:pt x="2052" y="18599"/>
                  </a:lnTo>
                  <a:lnTo>
                    <a:pt x="5023" y="15146"/>
                  </a:lnTo>
                  <a:lnTo>
                    <a:pt x="5946" y="14073"/>
                  </a:lnTo>
                  <a:lnTo>
                    <a:pt x="7566" y="12639"/>
                  </a:lnTo>
                  <a:lnTo>
                    <a:pt x="8774" y="13237"/>
                  </a:lnTo>
                  <a:lnTo>
                    <a:pt x="14899" y="16269"/>
                  </a:lnTo>
                  <a:lnTo>
                    <a:pt x="16473" y="12828"/>
                  </a:lnTo>
                  <a:lnTo>
                    <a:pt x="17169" y="12908"/>
                  </a:lnTo>
                  <a:lnTo>
                    <a:pt x="19610" y="13193"/>
                  </a:lnTo>
                  <a:lnTo>
                    <a:pt x="19717" y="11866"/>
                  </a:lnTo>
                  <a:lnTo>
                    <a:pt x="23746" y="12296"/>
                  </a:lnTo>
                  <a:lnTo>
                    <a:pt x="24117" y="9696"/>
                  </a:lnTo>
                  <a:lnTo>
                    <a:pt x="24316" y="8299"/>
                  </a:lnTo>
                  <a:lnTo>
                    <a:pt x="28498" y="8917"/>
                  </a:lnTo>
                  <a:lnTo>
                    <a:pt x="30040" y="9145"/>
                  </a:lnTo>
                  <a:lnTo>
                    <a:pt x="29922" y="8664"/>
                  </a:lnTo>
                  <a:lnTo>
                    <a:pt x="29876" y="8475"/>
                  </a:lnTo>
                  <a:lnTo>
                    <a:pt x="29736" y="7767"/>
                  </a:lnTo>
                  <a:lnTo>
                    <a:pt x="29793" y="6213"/>
                  </a:lnTo>
                  <a:lnTo>
                    <a:pt x="33341" y="6275"/>
                  </a:lnTo>
                  <a:lnTo>
                    <a:pt x="39011" y="5910"/>
                  </a:lnTo>
                  <a:lnTo>
                    <a:pt x="39136" y="3965"/>
                  </a:lnTo>
                  <a:lnTo>
                    <a:pt x="39328" y="3603"/>
                  </a:lnTo>
                  <a:lnTo>
                    <a:pt x="41094" y="0"/>
                  </a:lnTo>
                  <a:lnTo>
                    <a:pt x="43290" y="1460"/>
                  </a:lnTo>
                  <a:lnTo>
                    <a:pt x="44922" y="1935"/>
                  </a:lnTo>
                  <a:lnTo>
                    <a:pt x="45824" y="2197"/>
                  </a:lnTo>
                  <a:lnTo>
                    <a:pt x="46360" y="2355"/>
                  </a:lnTo>
                  <a:lnTo>
                    <a:pt x="46372" y="2580"/>
                  </a:lnTo>
                  <a:lnTo>
                    <a:pt x="46459" y="413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6" name="pg95"/>
            <p:cNvSpPr/>
            <p:nvPr/>
          </p:nvSpPr>
          <p:spPr>
            <a:xfrm>
              <a:off x="6084452" y="3360496"/>
              <a:ext cx="78969" cy="82508"/>
            </a:xfrm>
            <a:custGeom>
              <a:avLst/>
              <a:pathLst>
                <a:path w="78969" h="82508">
                  <a:moveTo>
                    <a:pt x="9944" y="19544"/>
                  </a:moveTo>
                  <a:lnTo>
                    <a:pt x="11063" y="17457"/>
                  </a:lnTo>
                  <a:lnTo>
                    <a:pt x="14343" y="17158"/>
                  </a:lnTo>
                  <a:lnTo>
                    <a:pt x="18816" y="6573"/>
                  </a:lnTo>
                  <a:lnTo>
                    <a:pt x="20530" y="4262"/>
                  </a:lnTo>
                  <a:lnTo>
                    <a:pt x="23128" y="2013"/>
                  </a:lnTo>
                  <a:lnTo>
                    <a:pt x="25520" y="3180"/>
                  </a:lnTo>
                  <a:lnTo>
                    <a:pt x="28125" y="4451"/>
                  </a:lnTo>
                  <a:lnTo>
                    <a:pt x="29114" y="4927"/>
                  </a:lnTo>
                  <a:lnTo>
                    <a:pt x="32465" y="6538"/>
                  </a:lnTo>
                  <a:lnTo>
                    <a:pt x="34848" y="7725"/>
                  </a:lnTo>
                  <a:lnTo>
                    <a:pt x="36307" y="8201"/>
                  </a:lnTo>
                  <a:lnTo>
                    <a:pt x="38206" y="8822"/>
                  </a:lnTo>
                  <a:lnTo>
                    <a:pt x="38793" y="9014"/>
                  </a:lnTo>
                  <a:lnTo>
                    <a:pt x="38532" y="9756"/>
                  </a:lnTo>
                  <a:lnTo>
                    <a:pt x="40825" y="10754"/>
                  </a:lnTo>
                  <a:lnTo>
                    <a:pt x="42270" y="6932"/>
                  </a:lnTo>
                  <a:lnTo>
                    <a:pt x="43101" y="4734"/>
                  </a:lnTo>
                  <a:lnTo>
                    <a:pt x="43194" y="4486"/>
                  </a:lnTo>
                  <a:lnTo>
                    <a:pt x="42756" y="3404"/>
                  </a:lnTo>
                  <a:lnTo>
                    <a:pt x="42579" y="2966"/>
                  </a:lnTo>
                  <a:lnTo>
                    <a:pt x="43915" y="0"/>
                  </a:lnTo>
                  <a:lnTo>
                    <a:pt x="47548" y="1748"/>
                  </a:lnTo>
                  <a:lnTo>
                    <a:pt x="47903" y="1919"/>
                  </a:lnTo>
                  <a:lnTo>
                    <a:pt x="48681" y="2294"/>
                  </a:lnTo>
                  <a:lnTo>
                    <a:pt x="50145" y="1162"/>
                  </a:lnTo>
                  <a:lnTo>
                    <a:pt x="50737" y="374"/>
                  </a:lnTo>
                  <a:lnTo>
                    <a:pt x="54246" y="1874"/>
                  </a:lnTo>
                  <a:lnTo>
                    <a:pt x="52404" y="4933"/>
                  </a:lnTo>
                  <a:lnTo>
                    <a:pt x="52763" y="5325"/>
                  </a:lnTo>
                  <a:lnTo>
                    <a:pt x="54434" y="7152"/>
                  </a:lnTo>
                  <a:lnTo>
                    <a:pt x="55432" y="8241"/>
                  </a:lnTo>
                  <a:lnTo>
                    <a:pt x="56242" y="9125"/>
                  </a:lnTo>
                  <a:lnTo>
                    <a:pt x="59935" y="5696"/>
                  </a:lnTo>
                  <a:lnTo>
                    <a:pt x="60508" y="6762"/>
                  </a:lnTo>
                  <a:lnTo>
                    <a:pt x="60843" y="7385"/>
                  </a:lnTo>
                  <a:lnTo>
                    <a:pt x="61668" y="8030"/>
                  </a:lnTo>
                  <a:lnTo>
                    <a:pt x="62489" y="8672"/>
                  </a:lnTo>
                  <a:lnTo>
                    <a:pt x="63998" y="9578"/>
                  </a:lnTo>
                  <a:lnTo>
                    <a:pt x="70854" y="11832"/>
                  </a:lnTo>
                  <a:lnTo>
                    <a:pt x="70815" y="13015"/>
                  </a:lnTo>
                  <a:lnTo>
                    <a:pt x="72238" y="13019"/>
                  </a:lnTo>
                  <a:lnTo>
                    <a:pt x="73019" y="13022"/>
                  </a:lnTo>
                  <a:lnTo>
                    <a:pt x="75767" y="13043"/>
                  </a:lnTo>
                  <a:lnTo>
                    <a:pt x="76079" y="13046"/>
                  </a:lnTo>
                  <a:lnTo>
                    <a:pt x="75970" y="13575"/>
                  </a:lnTo>
                  <a:lnTo>
                    <a:pt x="75907" y="15331"/>
                  </a:lnTo>
                  <a:lnTo>
                    <a:pt x="75726" y="20405"/>
                  </a:lnTo>
                  <a:lnTo>
                    <a:pt x="75704" y="21034"/>
                  </a:lnTo>
                  <a:lnTo>
                    <a:pt x="75811" y="23796"/>
                  </a:lnTo>
                  <a:lnTo>
                    <a:pt x="75923" y="24354"/>
                  </a:lnTo>
                  <a:lnTo>
                    <a:pt x="76142" y="25444"/>
                  </a:lnTo>
                  <a:lnTo>
                    <a:pt x="76635" y="27090"/>
                  </a:lnTo>
                  <a:lnTo>
                    <a:pt x="76994" y="27943"/>
                  </a:lnTo>
                  <a:lnTo>
                    <a:pt x="78363" y="30058"/>
                  </a:lnTo>
                  <a:lnTo>
                    <a:pt x="78885" y="30859"/>
                  </a:lnTo>
                  <a:lnTo>
                    <a:pt x="78969" y="30988"/>
                  </a:lnTo>
                  <a:lnTo>
                    <a:pt x="78780" y="31098"/>
                  </a:lnTo>
                  <a:lnTo>
                    <a:pt x="74729" y="33472"/>
                  </a:lnTo>
                  <a:lnTo>
                    <a:pt x="75415" y="34432"/>
                  </a:lnTo>
                  <a:lnTo>
                    <a:pt x="75780" y="35005"/>
                  </a:lnTo>
                  <a:lnTo>
                    <a:pt x="76538" y="36193"/>
                  </a:lnTo>
                  <a:lnTo>
                    <a:pt x="78224" y="38838"/>
                  </a:lnTo>
                  <a:lnTo>
                    <a:pt x="77258" y="39430"/>
                  </a:lnTo>
                  <a:lnTo>
                    <a:pt x="76130" y="40121"/>
                  </a:lnTo>
                  <a:lnTo>
                    <a:pt x="75725" y="40369"/>
                  </a:lnTo>
                  <a:lnTo>
                    <a:pt x="75321" y="40616"/>
                  </a:lnTo>
                  <a:lnTo>
                    <a:pt x="71923" y="42699"/>
                  </a:lnTo>
                  <a:lnTo>
                    <a:pt x="69179" y="44381"/>
                  </a:lnTo>
                  <a:lnTo>
                    <a:pt x="69035" y="44469"/>
                  </a:lnTo>
                  <a:lnTo>
                    <a:pt x="67902" y="45163"/>
                  </a:lnTo>
                  <a:lnTo>
                    <a:pt x="66859" y="45802"/>
                  </a:lnTo>
                  <a:lnTo>
                    <a:pt x="66687" y="45907"/>
                  </a:lnTo>
                  <a:lnTo>
                    <a:pt x="66143" y="46263"/>
                  </a:lnTo>
                  <a:lnTo>
                    <a:pt x="63110" y="48247"/>
                  </a:lnTo>
                  <a:lnTo>
                    <a:pt x="62930" y="48365"/>
                  </a:lnTo>
                  <a:lnTo>
                    <a:pt x="62655" y="47925"/>
                  </a:lnTo>
                  <a:lnTo>
                    <a:pt x="62336" y="47415"/>
                  </a:lnTo>
                  <a:lnTo>
                    <a:pt x="61313" y="46940"/>
                  </a:lnTo>
                  <a:lnTo>
                    <a:pt x="60763" y="47210"/>
                  </a:lnTo>
                  <a:lnTo>
                    <a:pt x="60513" y="47333"/>
                  </a:lnTo>
                  <a:lnTo>
                    <a:pt x="59820" y="47725"/>
                  </a:lnTo>
                  <a:lnTo>
                    <a:pt x="59248" y="48028"/>
                  </a:lnTo>
                  <a:lnTo>
                    <a:pt x="58704" y="48316"/>
                  </a:lnTo>
                  <a:lnTo>
                    <a:pt x="58441" y="48455"/>
                  </a:lnTo>
                  <a:lnTo>
                    <a:pt x="57882" y="48554"/>
                  </a:lnTo>
                  <a:lnTo>
                    <a:pt x="58390" y="46921"/>
                  </a:lnTo>
                  <a:lnTo>
                    <a:pt x="58400" y="46641"/>
                  </a:lnTo>
                  <a:lnTo>
                    <a:pt x="58460" y="44984"/>
                  </a:lnTo>
                  <a:lnTo>
                    <a:pt x="58487" y="44772"/>
                  </a:lnTo>
                  <a:lnTo>
                    <a:pt x="56171" y="44186"/>
                  </a:lnTo>
                  <a:lnTo>
                    <a:pt x="49579" y="42515"/>
                  </a:lnTo>
                  <a:lnTo>
                    <a:pt x="48251" y="42588"/>
                  </a:lnTo>
                  <a:lnTo>
                    <a:pt x="48078" y="41912"/>
                  </a:lnTo>
                  <a:lnTo>
                    <a:pt x="47137" y="42571"/>
                  </a:lnTo>
                  <a:lnTo>
                    <a:pt x="45879" y="43168"/>
                  </a:lnTo>
                  <a:lnTo>
                    <a:pt x="45275" y="43454"/>
                  </a:lnTo>
                  <a:lnTo>
                    <a:pt x="44603" y="43883"/>
                  </a:lnTo>
                  <a:lnTo>
                    <a:pt x="43874" y="45082"/>
                  </a:lnTo>
                  <a:lnTo>
                    <a:pt x="43813" y="45325"/>
                  </a:lnTo>
                  <a:lnTo>
                    <a:pt x="43496" y="46596"/>
                  </a:lnTo>
                  <a:lnTo>
                    <a:pt x="43321" y="47880"/>
                  </a:lnTo>
                  <a:lnTo>
                    <a:pt x="43301" y="48955"/>
                  </a:lnTo>
                  <a:lnTo>
                    <a:pt x="43282" y="49917"/>
                  </a:lnTo>
                  <a:lnTo>
                    <a:pt x="43267" y="50717"/>
                  </a:lnTo>
                  <a:lnTo>
                    <a:pt x="42587" y="51200"/>
                  </a:lnTo>
                  <a:lnTo>
                    <a:pt x="41974" y="51766"/>
                  </a:lnTo>
                  <a:lnTo>
                    <a:pt x="40282" y="50253"/>
                  </a:lnTo>
                  <a:lnTo>
                    <a:pt x="39414" y="48822"/>
                  </a:lnTo>
                  <a:lnTo>
                    <a:pt x="37571" y="50389"/>
                  </a:lnTo>
                  <a:lnTo>
                    <a:pt x="35657" y="52102"/>
                  </a:lnTo>
                  <a:lnTo>
                    <a:pt x="35231" y="52989"/>
                  </a:lnTo>
                  <a:lnTo>
                    <a:pt x="34064" y="54986"/>
                  </a:lnTo>
                  <a:lnTo>
                    <a:pt x="33173" y="56645"/>
                  </a:lnTo>
                  <a:lnTo>
                    <a:pt x="32712" y="57966"/>
                  </a:lnTo>
                  <a:lnTo>
                    <a:pt x="32340" y="59033"/>
                  </a:lnTo>
                  <a:lnTo>
                    <a:pt x="31616" y="60427"/>
                  </a:lnTo>
                  <a:lnTo>
                    <a:pt x="31444" y="60758"/>
                  </a:lnTo>
                  <a:lnTo>
                    <a:pt x="31302" y="61236"/>
                  </a:lnTo>
                  <a:lnTo>
                    <a:pt x="31021" y="62182"/>
                  </a:lnTo>
                  <a:lnTo>
                    <a:pt x="30518" y="63138"/>
                  </a:lnTo>
                  <a:lnTo>
                    <a:pt x="30249" y="63649"/>
                  </a:lnTo>
                  <a:lnTo>
                    <a:pt x="29130" y="65467"/>
                  </a:lnTo>
                  <a:lnTo>
                    <a:pt x="28621" y="66848"/>
                  </a:lnTo>
                  <a:lnTo>
                    <a:pt x="28312" y="67192"/>
                  </a:lnTo>
                  <a:lnTo>
                    <a:pt x="28109" y="67417"/>
                  </a:lnTo>
                  <a:lnTo>
                    <a:pt x="28936" y="69703"/>
                  </a:lnTo>
                  <a:lnTo>
                    <a:pt x="29101" y="70161"/>
                  </a:lnTo>
                  <a:lnTo>
                    <a:pt x="29159" y="70321"/>
                  </a:lnTo>
                  <a:lnTo>
                    <a:pt x="29436" y="71087"/>
                  </a:lnTo>
                  <a:lnTo>
                    <a:pt x="31006" y="71526"/>
                  </a:lnTo>
                  <a:lnTo>
                    <a:pt x="29882" y="72762"/>
                  </a:lnTo>
                  <a:lnTo>
                    <a:pt x="29596" y="73810"/>
                  </a:lnTo>
                  <a:lnTo>
                    <a:pt x="29889" y="74451"/>
                  </a:lnTo>
                  <a:lnTo>
                    <a:pt x="29953" y="74593"/>
                  </a:lnTo>
                  <a:lnTo>
                    <a:pt x="30014" y="74774"/>
                  </a:lnTo>
                  <a:lnTo>
                    <a:pt x="31381" y="75375"/>
                  </a:lnTo>
                  <a:lnTo>
                    <a:pt x="31780" y="75551"/>
                  </a:lnTo>
                  <a:lnTo>
                    <a:pt x="31582" y="76242"/>
                  </a:lnTo>
                  <a:lnTo>
                    <a:pt x="31711" y="76636"/>
                  </a:lnTo>
                  <a:lnTo>
                    <a:pt x="31994" y="77510"/>
                  </a:lnTo>
                  <a:lnTo>
                    <a:pt x="31953" y="79090"/>
                  </a:lnTo>
                  <a:lnTo>
                    <a:pt x="31655" y="79554"/>
                  </a:lnTo>
                  <a:lnTo>
                    <a:pt x="30928" y="80689"/>
                  </a:lnTo>
                  <a:lnTo>
                    <a:pt x="30218" y="81590"/>
                  </a:lnTo>
                  <a:lnTo>
                    <a:pt x="29960" y="81776"/>
                  </a:lnTo>
                  <a:lnTo>
                    <a:pt x="29413" y="81529"/>
                  </a:lnTo>
                  <a:lnTo>
                    <a:pt x="29104" y="81283"/>
                  </a:lnTo>
                  <a:lnTo>
                    <a:pt x="29129" y="80784"/>
                  </a:lnTo>
                  <a:lnTo>
                    <a:pt x="29244" y="80123"/>
                  </a:lnTo>
                  <a:lnTo>
                    <a:pt x="29098" y="79735"/>
                  </a:lnTo>
                  <a:lnTo>
                    <a:pt x="28914" y="79526"/>
                  </a:lnTo>
                  <a:lnTo>
                    <a:pt x="28224" y="79474"/>
                  </a:lnTo>
                  <a:lnTo>
                    <a:pt x="27393" y="79500"/>
                  </a:lnTo>
                  <a:lnTo>
                    <a:pt x="26259" y="79526"/>
                  </a:lnTo>
                  <a:lnTo>
                    <a:pt x="25458" y="79631"/>
                  </a:lnTo>
                  <a:lnTo>
                    <a:pt x="24751" y="80046"/>
                  </a:lnTo>
                  <a:lnTo>
                    <a:pt x="24071" y="80175"/>
                  </a:lnTo>
                  <a:lnTo>
                    <a:pt x="22269" y="80201"/>
                  </a:lnTo>
                  <a:lnTo>
                    <a:pt x="21369" y="80201"/>
                  </a:lnTo>
                  <a:lnTo>
                    <a:pt x="20703" y="79756"/>
                  </a:lnTo>
                  <a:lnTo>
                    <a:pt x="20509" y="79627"/>
                  </a:lnTo>
                  <a:lnTo>
                    <a:pt x="19209" y="78758"/>
                  </a:lnTo>
                  <a:lnTo>
                    <a:pt x="17736" y="79095"/>
                  </a:lnTo>
                  <a:lnTo>
                    <a:pt x="2832" y="82508"/>
                  </a:lnTo>
                  <a:lnTo>
                    <a:pt x="670" y="74308"/>
                  </a:lnTo>
                  <a:lnTo>
                    <a:pt x="0" y="70058"/>
                  </a:lnTo>
                  <a:lnTo>
                    <a:pt x="6290" y="68652"/>
                  </a:lnTo>
                  <a:lnTo>
                    <a:pt x="6066" y="59258"/>
                  </a:lnTo>
                  <a:lnTo>
                    <a:pt x="4799" y="50387"/>
                  </a:lnTo>
                  <a:lnTo>
                    <a:pt x="7706" y="49746"/>
                  </a:lnTo>
                  <a:lnTo>
                    <a:pt x="7169" y="46525"/>
                  </a:lnTo>
                  <a:lnTo>
                    <a:pt x="11642" y="45407"/>
                  </a:lnTo>
                  <a:lnTo>
                    <a:pt x="12045" y="44110"/>
                  </a:lnTo>
                  <a:lnTo>
                    <a:pt x="13432" y="42634"/>
                  </a:lnTo>
                  <a:lnTo>
                    <a:pt x="17547" y="39771"/>
                  </a:lnTo>
                  <a:lnTo>
                    <a:pt x="12682" y="39330"/>
                  </a:lnTo>
                  <a:lnTo>
                    <a:pt x="13299" y="36467"/>
                  </a:lnTo>
                  <a:lnTo>
                    <a:pt x="12516" y="32883"/>
                  </a:lnTo>
                  <a:lnTo>
                    <a:pt x="12391" y="30403"/>
                  </a:lnTo>
                  <a:lnTo>
                    <a:pt x="12382" y="30207"/>
                  </a:lnTo>
                  <a:lnTo>
                    <a:pt x="12281" y="29520"/>
                  </a:lnTo>
                  <a:lnTo>
                    <a:pt x="11811" y="27828"/>
                  </a:lnTo>
                  <a:lnTo>
                    <a:pt x="11659" y="27283"/>
                  </a:lnTo>
                  <a:lnTo>
                    <a:pt x="11551" y="26895"/>
                  </a:lnTo>
                  <a:lnTo>
                    <a:pt x="10434" y="2432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7" name="pg96"/>
            <p:cNvSpPr/>
            <p:nvPr/>
          </p:nvSpPr>
          <p:spPr>
            <a:xfrm>
              <a:off x="6171179" y="3370720"/>
              <a:ext cx="68272" cy="50997"/>
            </a:xfrm>
            <a:custGeom>
              <a:avLst/>
              <a:pathLst>
                <a:path w="68272" h="50997">
                  <a:moveTo>
                    <a:pt x="39107" y="4552"/>
                  </a:moveTo>
                  <a:lnTo>
                    <a:pt x="41175" y="10616"/>
                  </a:lnTo>
                  <a:lnTo>
                    <a:pt x="41364" y="10845"/>
                  </a:lnTo>
                  <a:lnTo>
                    <a:pt x="42323" y="11852"/>
                  </a:lnTo>
                  <a:lnTo>
                    <a:pt x="45267" y="11388"/>
                  </a:lnTo>
                  <a:lnTo>
                    <a:pt x="46215" y="11239"/>
                  </a:lnTo>
                  <a:lnTo>
                    <a:pt x="46495" y="11195"/>
                  </a:lnTo>
                  <a:lnTo>
                    <a:pt x="46677" y="11137"/>
                  </a:lnTo>
                  <a:lnTo>
                    <a:pt x="47453" y="11031"/>
                  </a:lnTo>
                  <a:lnTo>
                    <a:pt x="48200" y="10929"/>
                  </a:lnTo>
                  <a:lnTo>
                    <a:pt x="49371" y="10387"/>
                  </a:lnTo>
                  <a:lnTo>
                    <a:pt x="49692" y="10239"/>
                  </a:lnTo>
                  <a:lnTo>
                    <a:pt x="50878" y="9514"/>
                  </a:lnTo>
                  <a:lnTo>
                    <a:pt x="52615" y="10481"/>
                  </a:lnTo>
                  <a:lnTo>
                    <a:pt x="54453" y="11504"/>
                  </a:lnTo>
                  <a:lnTo>
                    <a:pt x="54685" y="11627"/>
                  </a:lnTo>
                  <a:lnTo>
                    <a:pt x="55256" y="10936"/>
                  </a:lnTo>
                  <a:lnTo>
                    <a:pt x="55964" y="10536"/>
                  </a:lnTo>
                  <a:lnTo>
                    <a:pt x="56243" y="10395"/>
                  </a:lnTo>
                  <a:lnTo>
                    <a:pt x="60202" y="11676"/>
                  </a:lnTo>
                  <a:lnTo>
                    <a:pt x="61017" y="11940"/>
                  </a:lnTo>
                  <a:lnTo>
                    <a:pt x="60454" y="13507"/>
                  </a:lnTo>
                  <a:lnTo>
                    <a:pt x="61704" y="14056"/>
                  </a:lnTo>
                  <a:lnTo>
                    <a:pt x="62536" y="14204"/>
                  </a:lnTo>
                  <a:lnTo>
                    <a:pt x="64235" y="14507"/>
                  </a:lnTo>
                  <a:lnTo>
                    <a:pt x="66531" y="15404"/>
                  </a:lnTo>
                  <a:lnTo>
                    <a:pt x="68211" y="16061"/>
                  </a:lnTo>
                  <a:lnTo>
                    <a:pt x="68110" y="16685"/>
                  </a:lnTo>
                  <a:lnTo>
                    <a:pt x="66860" y="18368"/>
                  </a:lnTo>
                  <a:lnTo>
                    <a:pt x="65798" y="19798"/>
                  </a:lnTo>
                  <a:lnTo>
                    <a:pt x="62085" y="18725"/>
                  </a:lnTo>
                  <a:lnTo>
                    <a:pt x="60994" y="22133"/>
                  </a:lnTo>
                  <a:lnTo>
                    <a:pt x="60493" y="21847"/>
                  </a:lnTo>
                  <a:lnTo>
                    <a:pt x="59914" y="23015"/>
                  </a:lnTo>
                  <a:lnTo>
                    <a:pt x="59772" y="23383"/>
                  </a:lnTo>
                  <a:lnTo>
                    <a:pt x="58992" y="25407"/>
                  </a:lnTo>
                  <a:lnTo>
                    <a:pt x="57997" y="25890"/>
                  </a:lnTo>
                  <a:lnTo>
                    <a:pt x="56772" y="26746"/>
                  </a:lnTo>
                  <a:lnTo>
                    <a:pt x="56250" y="27485"/>
                  </a:lnTo>
                  <a:lnTo>
                    <a:pt x="55928" y="27737"/>
                  </a:lnTo>
                  <a:lnTo>
                    <a:pt x="56967" y="28159"/>
                  </a:lnTo>
                  <a:lnTo>
                    <a:pt x="59463" y="29262"/>
                  </a:lnTo>
                  <a:lnTo>
                    <a:pt x="60956" y="30291"/>
                  </a:lnTo>
                  <a:lnTo>
                    <a:pt x="62298" y="31126"/>
                  </a:lnTo>
                  <a:lnTo>
                    <a:pt x="62864" y="32169"/>
                  </a:lnTo>
                  <a:lnTo>
                    <a:pt x="62403" y="33197"/>
                  </a:lnTo>
                  <a:lnTo>
                    <a:pt x="62597" y="33289"/>
                  </a:lnTo>
                  <a:lnTo>
                    <a:pt x="63073" y="34495"/>
                  </a:lnTo>
                  <a:lnTo>
                    <a:pt x="63312" y="34591"/>
                  </a:lnTo>
                  <a:lnTo>
                    <a:pt x="68272" y="36927"/>
                  </a:lnTo>
                  <a:lnTo>
                    <a:pt x="67370" y="38687"/>
                  </a:lnTo>
                  <a:lnTo>
                    <a:pt x="65733" y="41863"/>
                  </a:lnTo>
                  <a:lnTo>
                    <a:pt x="63775" y="40788"/>
                  </a:lnTo>
                  <a:lnTo>
                    <a:pt x="63573" y="42516"/>
                  </a:lnTo>
                  <a:lnTo>
                    <a:pt x="63273" y="45077"/>
                  </a:lnTo>
                  <a:lnTo>
                    <a:pt x="64027" y="47557"/>
                  </a:lnTo>
                  <a:lnTo>
                    <a:pt x="64440" y="50997"/>
                  </a:lnTo>
                  <a:lnTo>
                    <a:pt x="63394" y="50973"/>
                  </a:lnTo>
                  <a:lnTo>
                    <a:pt x="61597" y="50933"/>
                  </a:lnTo>
                  <a:lnTo>
                    <a:pt x="61576" y="50686"/>
                  </a:lnTo>
                  <a:lnTo>
                    <a:pt x="61541" y="50037"/>
                  </a:lnTo>
                  <a:lnTo>
                    <a:pt x="59675" y="49626"/>
                  </a:lnTo>
                  <a:lnTo>
                    <a:pt x="59377" y="48654"/>
                  </a:lnTo>
                  <a:lnTo>
                    <a:pt x="58493" y="45774"/>
                  </a:lnTo>
                  <a:lnTo>
                    <a:pt x="58407" y="45177"/>
                  </a:lnTo>
                  <a:lnTo>
                    <a:pt x="58360" y="44845"/>
                  </a:lnTo>
                  <a:lnTo>
                    <a:pt x="58112" y="43841"/>
                  </a:lnTo>
                  <a:lnTo>
                    <a:pt x="56476" y="41589"/>
                  </a:lnTo>
                  <a:lnTo>
                    <a:pt x="55712" y="40308"/>
                  </a:lnTo>
                  <a:lnTo>
                    <a:pt x="53521" y="41754"/>
                  </a:lnTo>
                  <a:lnTo>
                    <a:pt x="52582" y="42311"/>
                  </a:lnTo>
                  <a:lnTo>
                    <a:pt x="52281" y="42489"/>
                  </a:lnTo>
                  <a:lnTo>
                    <a:pt x="51943" y="42690"/>
                  </a:lnTo>
                  <a:lnTo>
                    <a:pt x="50622" y="43141"/>
                  </a:lnTo>
                  <a:lnTo>
                    <a:pt x="49983" y="43441"/>
                  </a:lnTo>
                  <a:lnTo>
                    <a:pt x="49275" y="43774"/>
                  </a:lnTo>
                  <a:lnTo>
                    <a:pt x="48547" y="44199"/>
                  </a:lnTo>
                  <a:lnTo>
                    <a:pt x="48381" y="44296"/>
                  </a:lnTo>
                  <a:lnTo>
                    <a:pt x="47239" y="44963"/>
                  </a:lnTo>
                  <a:lnTo>
                    <a:pt x="46964" y="45078"/>
                  </a:lnTo>
                  <a:lnTo>
                    <a:pt x="46392" y="45317"/>
                  </a:lnTo>
                  <a:lnTo>
                    <a:pt x="46215" y="45020"/>
                  </a:lnTo>
                  <a:lnTo>
                    <a:pt x="43539" y="41131"/>
                  </a:lnTo>
                  <a:lnTo>
                    <a:pt x="43096" y="41220"/>
                  </a:lnTo>
                  <a:lnTo>
                    <a:pt x="41900" y="41007"/>
                  </a:lnTo>
                  <a:lnTo>
                    <a:pt x="41623" y="40936"/>
                  </a:lnTo>
                  <a:lnTo>
                    <a:pt x="40942" y="40762"/>
                  </a:lnTo>
                  <a:lnTo>
                    <a:pt x="40203" y="40773"/>
                  </a:lnTo>
                  <a:lnTo>
                    <a:pt x="39227" y="40980"/>
                  </a:lnTo>
                  <a:lnTo>
                    <a:pt x="38870" y="41087"/>
                  </a:lnTo>
                  <a:lnTo>
                    <a:pt x="38581" y="41174"/>
                  </a:lnTo>
                  <a:lnTo>
                    <a:pt x="37583" y="41496"/>
                  </a:lnTo>
                  <a:lnTo>
                    <a:pt x="35856" y="42478"/>
                  </a:lnTo>
                  <a:lnTo>
                    <a:pt x="35765" y="42302"/>
                  </a:lnTo>
                  <a:lnTo>
                    <a:pt x="35534" y="41948"/>
                  </a:lnTo>
                  <a:lnTo>
                    <a:pt x="33991" y="41532"/>
                  </a:lnTo>
                  <a:lnTo>
                    <a:pt x="32204" y="41120"/>
                  </a:lnTo>
                  <a:lnTo>
                    <a:pt x="31686" y="40972"/>
                  </a:lnTo>
                  <a:lnTo>
                    <a:pt x="31405" y="40719"/>
                  </a:lnTo>
                  <a:lnTo>
                    <a:pt x="31249" y="40596"/>
                  </a:lnTo>
                  <a:lnTo>
                    <a:pt x="30726" y="40179"/>
                  </a:lnTo>
                  <a:lnTo>
                    <a:pt x="29776" y="39649"/>
                  </a:lnTo>
                  <a:lnTo>
                    <a:pt x="28557" y="38969"/>
                  </a:lnTo>
                  <a:lnTo>
                    <a:pt x="28309" y="38830"/>
                  </a:lnTo>
                  <a:lnTo>
                    <a:pt x="26818" y="37105"/>
                  </a:lnTo>
                  <a:lnTo>
                    <a:pt x="26673" y="37219"/>
                  </a:lnTo>
                  <a:lnTo>
                    <a:pt x="26325" y="37430"/>
                  </a:lnTo>
                  <a:lnTo>
                    <a:pt x="25711" y="37803"/>
                  </a:lnTo>
                  <a:lnTo>
                    <a:pt x="24731" y="38368"/>
                  </a:lnTo>
                  <a:lnTo>
                    <a:pt x="23503" y="39064"/>
                  </a:lnTo>
                  <a:lnTo>
                    <a:pt x="22295" y="39798"/>
                  </a:lnTo>
                  <a:lnTo>
                    <a:pt x="20936" y="40624"/>
                  </a:lnTo>
                  <a:lnTo>
                    <a:pt x="20697" y="40762"/>
                  </a:lnTo>
                  <a:lnTo>
                    <a:pt x="18719" y="41900"/>
                  </a:lnTo>
                  <a:lnTo>
                    <a:pt x="16528" y="43167"/>
                  </a:lnTo>
                  <a:lnTo>
                    <a:pt x="15817" y="43579"/>
                  </a:lnTo>
                  <a:lnTo>
                    <a:pt x="13195" y="45085"/>
                  </a:lnTo>
                  <a:lnTo>
                    <a:pt x="10215" y="46676"/>
                  </a:lnTo>
                  <a:lnTo>
                    <a:pt x="8921" y="47368"/>
                  </a:lnTo>
                  <a:lnTo>
                    <a:pt x="8661" y="47506"/>
                  </a:lnTo>
                  <a:lnTo>
                    <a:pt x="7692" y="45937"/>
                  </a:lnTo>
                  <a:lnTo>
                    <a:pt x="7460" y="45560"/>
                  </a:lnTo>
                  <a:lnTo>
                    <a:pt x="7240" y="45205"/>
                  </a:lnTo>
                  <a:lnTo>
                    <a:pt x="6898" y="44643"/>
                  </a:lnTo>
                  <a:lnTo>
                    <a:pt x="5608" y="42527"/>
                  </a:lnTo>
                  <a:lnTo>
                    <a:pt x="4238" y="40279"/>
                  </a:lnTo>
                  <a:lnTo>
                    <a:pt x="2301" y="37101"/>
                  </a:lnTo>
                  <a:lnTo>
                    <a:pt x="281" y="33786"/>
                  </a:lnTo>
                  <a:lnTo>
                    <a:pt x="0" y="33314"/>
                  </a:lnTo>
                  <a:lnTo>
                    <a:pt x="461" y="33002"/>
                  </a:lnTo>
                  <a:lnTo>
                    <a:pt x="8480" y="27588"/>
                  </a:lnTo>
                  <a:lnTo>
                    <a:pt x="9016" y="27225"/>
                  </a:lnTo>
                  <a:lnTo>
                    <a:pt x="10436" y="26289"/>
                  </a:lnTo>
                  <a:lnTo>
                    <a:pt x="10733" y="26126"/>
                  </a:lnTo>
                  <a:lnTo>
                    <a:pt x="11206" y="25867"/>
                  </a:lnTo>
                  <a:lnTo>
                    <a:pt x="11716" y="25588"/>
                  </a:lnTo>
                  <a:lnTo>
                    <a:pt x="12946" y="25099"/>
                  </a:lnTo>
                  <a:lnTo>
                    <a:pt x="13666" y="24811"/>
                  </a:lnTo>
                  <a:lnTo>
                    <a:pt x="14806" y="24319"/>
                  </a:lnTo>
                  <a:lnTo>
                    <a:pt x="16999" y="23371"/>
                  </a:lnTo>
                  <a:lnTo>
                    <a:pt x="17269" y="23254"/>
                  </a:lnTo>
                  <a:lnTo>
                    <a:pt x="19068" y="22438"/>
                  </a:lnTo>
                  <a:lnTo>
                    <a:pt x="19222" y="22329"/>
                  </a:lnTo>
                  <a:lnTo>
                    <a:pt x="19527" y="22114"/>
                  </a:lnTo>
                  <a:lnTo>
                    <a:pt x="20365" y="21523"/>
                  </a:lnTo>
                  <a:lnTo>
                    <a:pt x="21731" y="20563"/>
                  </a:lnTo>
                  <a:lnTo>
                    <a:pt x="22387" y="20086"/>
                  </a:lnTo>
                  <a:lnTo>
                    <a:pt x="23661" y="19159"/>
                  </a:lnTo>
                  <a:lnTo>
                    <a:pt x="24046" y="18879"/>
                  </a:lnTo>
                  <a:lnTo>
                    <a:pt x="24907" y="18066"/>
                  </a:lnTo>
                  <a:lnTo>
                    <a:pt x="20798" y="12120"/>
                  </a:lnTo>
                  <a:lnTo>
                    <a:pt x="21155" y="11904"/>
                  </a:lnTo>
                  <a:lnTo>
                    <a:pt x="23662" y="10378"/>
                  </a:lnTo>
                  <a:lnTo>
                    <a:pt x="24080" y="10124"/>
                  </a:lnTo>
                  <a:lnTo>
                    <a:pt x="28296" y="7572"/>
                  </a:lnTo>
                  <a:lnTo>
                    <a:pt x="28687" y="7145"/>
                  </a:lnTo>
                  <a:lnTo>
                    <a:pt x="28835" y="6982"/>
                  </a:lnTo>
                  <a:lnTo>
                    <a:pt x="29652" y="7013"/>
                  </a:lnTo>
                  <a:lnTo>
                    <a:pt x="30226" y="7035"/>
                  </a:lnTo>
                  <a:lnTo>
                    <a:pt x="30508" y="7046"/>
                  </a:lnTo>
                  <a:lnTo>
                    <a:pt x="32526" y="7123"/>
                  </a:lnTo>
                  <a:lnTo>
                    <a:pt x="33144" y="7112"/>
                  </a:lnTo>
                  <a:lnTo>
                    <a:pt x="35611" y="7068"/>
                  </a:lnTo>
                  <a:lnTo>
                    <a:pt x="35445" y="6237"/>
                  </a:lnTo>
                  <a:lnTo>
                    <a:pt x="35555" y="4597"/>
                  </a:lnTo>
                  <a:lnTo>
                    <a:pt x="36376" y="4647"/>
                  </a:lnTo>
                  <a:lnTo>
                    <a:pt x="36339" y="3011"/>
                  </a:lnTo>
                  <a:lnTo>
                    <a:pt x="36309" y="1671"/>
                  </a:lnTo>
                  <a:lnTo>
                    <a:pt x="36278" y="278"/>
                  </a:lnTo>
                  <a:lnTo>
                    <a:pt x="38477" y="0"/>
                  </a:lnTo>
                  <a:lnTo>
                    <a:pt x="38526" y="231"/>
                  </a:lnTo>
                  <a:lnTo>
                    <a:pt x="38646" y="1118"/>
                  </a:lnTo>
                  <a:lnTo>
                    <a:pt x="38685" y="141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8" name="pg97"/>
            <p:cNvSpPr/>
            <p:nvPr/>
          </p:nvSpPr>
          <p:spPr>
            <a:xfrm>
              <a:off x="6199081" y="3409695"/>
              <a:ext cx="32012" cy="25289"/>
            </a:xfrm>
            <a:custGeom>
              <a:avLst/>
              <a:pathLst>
                <a:path w="32012" h="25289">
                  <a:moveTo>
                    <a:pt x="7862" y="3327"/>
                  </a:moveTo>
                  <a:lnTo>
                    <a:pt x="7954" y="3503"/>
                  </a:lnTo>
                  <a:lnTo>
                    <a:pt x="9680" y="2521"/>
                  </a:lnTo>
                  <a:lnTo>
                    <a:pt x="10678" y="2199"/>
                  </a:lnTo>
                  <a:lnTo>
                    <a:pt x="10967" y="2112"/>
                  </a:lnTo>
                  <a:lnTo>
                    <a:pt x="11324" y="2005"/>
                  </a:lnTo>
                  <a:lnTo>
                    <a:pt x="12301" y="1799"/>
                  </a:lnTo>
                  <a:lnTo>
                    <a:pt x="13039" y="1787"/>
                  </a:lnTo>
                  <a:lnTo>
                    <a:pt x="13720" y="1961"/>
                  </a:lnTo>
                  <a:lnTo>
                    <a:pt x="14074" y="2052"/>
                  </a:lnTo>
                  <a:lnTo>
                    <a:pt x="15194" y="2245"/>
                  </a:lnTo>
                  <a:lnTo>
                    <a:pt x="15637" y="2156"/>
                  </a:lnTo>
                  <a:lnTo>
                    <a:pt x="18313" y="6045"/>
                  </a:lnTo>
                  <a:lnTo>
                    <a:pt x="18490" y="6342"/>
                  </a:lnTo>
                  <a:lnTo>
                    <a:pt x="19061" y="6103"/>
                  </a:lnTo>
                  <a:lnTo>
                    <a:pt x="19336" y="5988"/>
                  </a:lnTo>
                  <a:lnTo>
                    <a:pt x="20478" y="5322"/>
                  </a:lnTo>
                  <a:lnTo>
                    <a:pt x="20644" y="5224"/>
                  </a:lnTo>
                  <a:lnTo>
                    <a:pt x="21372" y="4800"/>
                  </a:lnTo>
                  <a:lnTo>
                    <a:pt x="22081" y="4467"/>
                  </a:lnTo>
                  <a:lnTo>
                    <a:pt x="22719" y="4166"/>
                  </a:lnTo>
                  <a:lnTo>
                    <a:pt x="24040" y="3715"/>
                  </a:lnTo>
                  <a:lnTo>
                    <a:pt x="24379" y="3514"/>
                  </a:lnTo>
                  <a:lnTo>
                    <a:pt x="24683" y="3334"/>
                  </a:lnTo>
                  <a:lnTo>
                    <a:pt x="25618" y="2779"/>
                  </a:lnTo>
                  <a:lnTo>
                    <a:pt x="27810" y="1333"/>
                  </a:lnTo>
                  <a:lnTo>
                    <a:pt x="28573" y="2614"/>
                  </a:lnTo>
                  <a:lnTo>
                    <a:pt x="30210" y="4867"/>
                  </a:lnTo>
                  <a:lnTo>
                    <a:pt x="30457" y="5870"/>
                  </a:lnTo>
                  <a:lnTo>
                    <a:pt x="30504" y="6202"/>
                  </a:lnTo>
                  <a:lnTo>
                    <a:pt x="30590" y="6799"/>
                  </a:lnTo>
                  <a:lnTo>
                    <a:pt x="31474" y="9679"/>
                  </a:lnTo>
                  <a:lnTo>
                    <a:pt x="31772" y="10651"/>
                  </a:lnTo>
                  <a:lnTo>
                    <a:pt x="32012" y="11433"/>
                  </a:lnTo>
                  <a:lnTo>
                    <a:pt x="30731" y="12827"/>
                  </a:lnTo>
                  <a:lnTo>
                    <a:pt x="28942" y="12833"/>
                  </a:lnTo>
                  <a:lnTo>
                    <a:pt x="28870" y="12699"/>
                  </a:lnTo>
                  <a:lnTo>
                    <a:pt x="27301" y="10106"/>
                  </a:lnTo>
                  <a:lnTo>
                    <a:pt x="25033" y="10417"/>
                  </a:lnTo>
                  <a:lnTo>
                    <a:pt x="24737" y="10503"/>
                  </a:lnTo>
                  <a:lnTo>
                    <a:pt x="23465" y="11442"/>
                  </a:lnTo>
                  <a:lnTo>
                    <a:pt x="23304" y="11569"/>
                  </a:lnTo>
                  <a:lnTo>
                    <a:pt x="22174" y="12465"/>
                  </a:lnTo>
                  <a:lnTo>
                    <a:pt x="21630" y="12896"/>
                  </a:lnTo>
                  <a:lnTo>
                    <a:pt x="21491" y="12880"/>
                  </a:lnTo>
                  <a:lnTo>
                    <a:pt x="19077" y="12643"/>
                  </a:lnTo>
                  <a:lnTo>
                    <a:pt x="17904" y="13026"/>
                  </a:lnTo>
                  <a:lnTo>
                    <a:pt x="17247" y="12900"/>
                  </a:lnTo>
                  <a:lnTo>
                    <a:pt x="15935" y="11555"/>
                  </a:lnTo>
                  <a:lnTo>
                    <a:pt x="15223" y="10527"/>
                  </a:lnTo>
                  <a:lnTo>
                    <a:pt x="14065" y="11420"/>
                  </a:lnTo>
                  <a:lnTo>
                    <a:pt x="13614" y="11439"/>
                  </a:lnTo>
                  <a:lnTo>
                    <a:pt x="13416" y="11477"/>
                  </a:lnTo>
                  <a:lnTo>
                    <a:pt x="12910" y="14677"/>
                  </a:lnTo>
                  <a:lnTo>
                    <a:pt x="11870" y="14716"/>
                  </a:lnTo>
                  <a:lnTo>
                    <a:pt x="11492" y="16251"/>
                  </a:lnTo>
                  <a:lnTo>
                    <a:pt x="11003" y="17957"/>
                  </a:lnTo>
                  <a:lnTo>
                    <a:pt x="10598" y="21213"/>
                  </a:lnTo>
                  <a:lnTo>
                    <a:pt x="10448" y="22441"/>
                  </a:lnTo>
                  <a:lnTo>
                    <a:pt x="9855" y="22748"/>
                  </a:lnTo>
                  <a:lnTo>
                    <a:pt x="7724" y="23618"/>
                  </a:lnTo>
                  <a:lnTo>
                    <a:pt x="4475" y="25110"/>
                  </a:lnTo>
                  <a:lnTo>
                    <a:pt x="4085" y="25289"/>
                  </a:lnTo>
                  <a:lnTo>
                    <a:pt x="3747" y="23012"/>
                  </a:lnTo>
                  <a:lnTo>
                    <a:pt x="3589" y="21946"/>
                  </a:lnTo>
                  <a:lnTo>
                    <a:pt x="3345" y="21334"/>
                  </a:lnTo>
                  <a:lnTo>
                    <a:pt x="3282" y="21175"/>
                  </a:lnTo>
                  <a:lnTo>
                    <a:pt x="3117" y="20763"/>
                  </a:lnTo>
                  <a:lnTo>
                    <a:pt x="2915" y="20256"/>
                  </a:lnTo>
                  <a:lnTo>
                    <a:pt x="2672" y="19884"/>
                  </a:lnTo>
                  <a:lnTo>
                    <a:pt x="2161" y="18726"/>
                  </a:lnTo>
                  <a:lnTo>
                    <a:pt x="2344" y="18716"/>
                  </a:lnTo>
                  <a:lnTo>
                    <a:pt x="3150" y="18673"/>
                  </a:lnTo>
                  <a:lnTo>
                    <a:pt x="3162" y="17988"/>
                  </a:lnTo>
                  <a:lnTo>
                    <a:pt x="3190" y="17703"/>
                  </a:lnTo>
                  <a:lnTo>
                    <a:pt x="3247" y="17103"/>
                  </a:lnTo>
                  <a:lnTo>
                    <a:pt x="2838" y="17206"/>
                  </a:lnTo>
                  <a:lnTo>
                    <a:pt x="2615" y="16589"/>
                  </a:lnTo>
                  <a:lnTo>
                    <a:pt x="1496" y="13502"/>
                  </a:lnTo>
                  <a:lnTo>
                    <a:pt x="1401" y="13309"/>
                  </a:lnTo>
                  <a:lnTo>
                    <a:pt x="1113" y="12729"/>
                  </a:lnTo>
                  <a:lnTo>
                    <a:pt x="27" y="10537"/>
                  </a:lnTo>
                  <a:lnTo>
                    <a:pt x="0" y="10240"/>
                  </a:lnTo>
                  <a:lnTo>
                    <a:pt x="988" y="10030"/>
                  </a:lnTo>
                  <a:lnTo>
                    <a:pt x="2332" y="9745"/>
                  </a:lnTo>
                  <a:lnTo>
                    <a:pt x="2091" y="8639"/>
                  </a:lnTo>
                  <a:lnTo>
                    <a:pt x="1537" y="7506"/>
                  </a:lnTo>
                  <a:lnTo>
                    <a:pt x="524" y="5436"/>
                  </a:lnTo>
                  <a:lnTo>
                    <a:pt x="362" y="5056"/>
                  </a:lnTo>
                  <a:lnTo>
                    <a:pt x="249" y="4792"/>
                  </a:lnTo>
                  <a:lnTo>
                    <a:pt x="378" y="4499"/>
                  </a:lnTo>
                  <a:lnTo>
                    <a:pt x="726" y="3707"/>
                  </a:lnTo>
                  <a:lnTo>
                    <a:pt x="445" y="2663"/>
                  </a:lnTo>
                  <a:lnTo>
                    <a:pt x="225" y="1846"/>
                  </a:lnTo>
                  <a:lnTo>
                    <a:pt x="517" y="1434"/>
                  </a:lnTo>
                  <a:lnTo>
                    <a:pt x="558" y="1005"/>
                  </a:lnTo>
                  <a:lnTo>
                    <a:pt x="665" y="0"/>
                  </a:lnTo>
                  <a:lnTo>
                    <a:pt x="1873" y="674"/>
                  </a:lnTo>
                  <a:lnTo>
                    <a:pt x="2823" y="1204"/>
                  </a:lnTo>
                  <a:lnTo>
                    <a:pt x="3347" y="1621"/>
                  </a:lnTo>
                  <a:lnTo>
                    <a:pt x="3502" y="1744"/>
                  </a:lnTo>
                  <a:lnTo>
                    <a:pt x="3783" y="1997"/>
                  </a:lnTo>
                  <a:lnTo>
                    <a:pt x="4302" y="2146"/>
                  </a:lnTo>
                  <a:lnTo>
                    <a:pt x="6089" y="2557"/>
                  </a:lnTo>
                  <a:lnTo>
                    <a:pt x="7631" y="297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99" name="pg98"/>
            <p:cNvSpPr/>
            <p:nvPr/>
          </p:nvSpPr>
          <p:spPr>
            <a:xfrm>
              <a:off x="6087995" y="3391484"/>
              <a:ext cx="82017" cy="106551"/>
            </a:xfrm>
            <a:custGeom>
              <a:avLst/>
              <a:pathLst>
                <a:path w="82017" h="106551">
                  <a:moveTo>
                    <a:pt x="76034" y="16827"/>
                  </a:moveTo>
                  <a:lnTo>
                    <a:pt x="70224" y="20341"/>
                  </a:lnTo>
                  <a:lnTo>
                    <a:pt x="71060" y="21791"/>
                  </a:lnTo>
                  <a:lnTo>
                    <a:pt x="71188" y="22013"/>
                  </a:lnTo>
                  <a:lnTo>
                    <a:pt x="72124" y="23639"/>
                  </a:lnTo>
                  <a:lnTo>
                    <a:pt x="72243" y="23844"/>
                  </a:lnTo>
                  <a:lnTo>
                    <a:pt x="72746" y="24690"/>
                  </a:lnTo>
                  <a:lnTo>
                    <a:pt x="72900" y="24950"/>
                  </a:lnTo>
                  <a:lnTo>
                    <a:pt x="72405" y="27199"/>
                  </a:lnTo>
                  <a:lnTo>
                    <a:pt x="72010" y="30612"/>
                  </a:lnTo>
                  <a:lnTo>
                    <a:pt x="71974" y="30916"/>
                  </a:lnTo>
                  <a:lnTo>
                    <a:pt x="71936" y="31250"/>
                  </a:lnTo>
                  <a:lnTo>
                    <a:pt x="71708" y="33221"/>
                  </a:lnTo>
                  <a:lnTo>
                    <a:pt x="71527" y="34781"/>
                  </a:lnTo>
                  <a:lnTo>
                    <a:pt x="71243" y="34764"/>
                  </a:lnTo>
                  <a:lnTo>
                    <a:pt x="70809" y="35579"/>
                  </a:lnTo>
                  <a:lnTo>
                    <a:pt x="70520" y="36121"/>
                  </a:lnTo>
                  <a:lnTo>
                    <a:pt x="69666" y="37530"/>
                  </a:lnTo>
                  <a:lnTo>
                    <a:pt x="69295" y="38140"/>
                  </a:lnTo>
                  <a:lnTo>
                    <a:pt x="66931" y="42038"/>
                  </a:lnTo>
                  <a:lnTo>
                    <a:pt x="66371" y="42962"/>
                  </a:lnTo>
                  <a:lnTo>
                    <a:pt x="65486" y="44560"/>
                  </a:lnTo>
                  <a:lnTo>
                    <a:pt x="64117" y="47034"/>
                  </a:lnTo>
                  <a:lnTo>
                    <a:pt x="63651" y="47677"/>
                  </a:lnTo>
                  <a:lnTo>
                    <a:pt x="63432" y="50806"/>
                  </a:lnTo>
                  <a:lnTo>
                    <a:pt x="63395" y="51347"/>
                  </a:lnTo>
                  <a:lnTo>
                    <a:pt x="63366" y="51750"/>
                  </a:lnTo>
                  <a:lnTo>
                    <a:pt x="61281" y="51695"/>
                  </a:lnTo>
                  <a:lnTo>
                    <a:pt x="59949" y="51764"/>
                  </a:lnTo>
                  <a:lnTo>
                    <a:pt x="59829" y="51229"/>
                  </a:lnTo>
                  <a:lnTo>
                    <a:pt x="59788" y="51042"/>
                  </a:lnTo>
                  <a:lnTo>
                    <a:pt x="59605" y="51034"/>
                  </a:lnTo>
                  <a:lnTo>
                    <a:pt x="58597" y="50988"/>
                  </a:lnTo>
                  <a:lnTo>
                    <a:pt x="55807" y="50861"/>
                  </a:lnTo>
                  <a:lnTo>
                    <a:pt x="55678" y="50811"/>
                  </a:lnTo>
                  <a:lnTo>
                    <a:pt x="55224" y="50638"/>
                  </a:lnTo>
                  <a:lnTo>
                    <a:pt x="53400" y="50090"/>
                  </a:lnTo>
                  <a:lnTo>
                    <a:pt x="51277" y="49530"/>
                  </a:lnTo>
                  <a:lnTo>
                    <a:pt x="50585" y="51307"/>
                  </a:lnTo>
                  <a:lnTo>
                    <a:pt x="46279" y="57378"/>
                  </a:lnTo>
                  <a:lnTo>
                    <a:pt x="45927" y="58018"/>
                  </a:lnTo>
                  <a:lnTo>
                    <a:pt x="43242" y="62885"/>
                  </a:lnTo>
                  <a:lnTo>
                    <a:pt x="42462" y="64297"/>
                  </a:lnTo>
                  <a:lnTo>
                    <a:pt x="41628" y="69426"/>
                  </a:lnTo>
                  <a:lnTo>
                    <a:pt x="41748" y="70089"/>
                  </a:lnTo>
                  <a:lnTo>
                    <a:pt x="43059" y="77298"/>
                  </a:lnTo>
                  <a:lnTo>
                    <a:pt x="42940" y="83143"/>
                  </a:lnTo>
                  <a:lnTo>
                    <a:pt x="39123" y="88629"/>
                  </a:lnTo>
                  <a:lnTo>
                    <a:pt x="35971" y="90611"/>
                  </a:lnTo>
                  <a:lnTo>
                    <a:pt x="31487" y="93431"/>
                  </a:lnTo>
                  <a:lnTo>
                    <a:pt x="17072" y="102497"/>
                  </a:lnTo>
                  <a:lnTo>
                    <a:pt x="15377" y="103563"/>
                  </a:lnTo>
                  <a:lnTo>
                    <a:pt x="15006" y="103796"/>
                  </a:lnTo>
                  <a:lnTo>
                    <a:pt x="13517" y="104733"/>
                  </a:lnTo>
                  <a:lnTo>
                    <a:pt x="8624" y="106141"/>
                  </a:lnTo>
                  <a:lnTo>
                    <a:pt x="429" y="106551"/>
                  </a:lnTo>
                  <a:lnTo>
                    <a:pt x="0" y="102382"/>
                  </a:lnTo>
                  <a:lnTo>
                    <a:pt x="8722" y="101576"/>
                  </a:lnTo>
                  <a:lnTo>
                    <a:pt x="10316" y="101114"/>
                  </a:lnTo>
                  <a:lnTo>
                    <a:pt x="11555" y="100756"/>
                  </a:lnTo>
                  <a:lnTo>
                    <a:pt x="12747" y="95761"/>
                  </a:lnTo>
                  <a:lnTo>
                    <a:pt x="14891" y="95544"/>
                  </a:lnTo>
                  <a:lnTo>
                    <a:pt x="15869" y="95028"/>
                  </a:lnTo>
                  <a:lnTo>
                    <a:pt x="17160" y="94411"/>
                  </a:lnTo>
                  <a:lnTo>
                    <a:pt x="18277" y="93713"/>
                  </a:lnTo>
                  <a:lnTo>
                    <a:pt x="19155" y="93049"/>
                  </a:lnTo>
                  <a:lnTo>
                    <a:pt x="19966" y="92287"/>
                  </a:lnTo>
                  <a:lnTo>
                    <a:pt x="21201" y="91488"/>
                  </a:lnTo>
                  <a:lnTo>
                    <a:pt x="22030" y="90945"/>
                  </a:lnTo>
                  <a:lnTo>
                    <a:pt x="22737" y="89996"/>
                  </a:lnTo>
                  <a:lnTo>
                    <a:pt x="23304" y="89012"/>
                  </a:lnTo>
                  <a:lnTo>
                    <a:pt x="23811" y="88140"/>
                  </a:lnTo>
                  <a:lnTo>
                    <a:pt x="24355" y="87633"/>
                  </a:lnTo>
                  <a:lnTo>
                    <a:pt x="25461" y="87042"/>
                  </a:lnTo>
                  <a:lnTo>
                    <a:pt x="25760" y="86925"/>
                  </a:lnTo>
                  <a:lnTo>
                    <a:pt x="24753" y="83180"/>
                  </a:lnTo>
                  <a:lnTo>
                    <a:pt x="23412" y="72743"/>
                  </a:lnTo>
                  <a:lnTo>
                    <a:pt x="23883" y="70089"/>
                  </a:lnTo>
                  <a:lnTo>
                    <a:pt x="24232" y="68121"/>
                  </a:lnTo>
                  <a:lnTo>
                    <a:pt x="15470" y="67609"/>
                  </a:lnTo>
                  <a:lnTo>
                    <a:pt x="12751" y="67451"/>
                  </a:lnTo>
                  <a:lnTo>
                    <a:pt x="12255" y="65627"/>
                  </a:lnTo>
                  <a:lnTo>
                    <a:pt x="11172" y="62926"/>
                  </a:lnTo>
                  <a:lnTo>
                    <a:pt x="9203" y="60443"/>
                  </a:lnTo>
                  <a:lnTo>
                    <a:pt x="7890" y="58703"/>
                  </a:lnTo>
                  <a:lnTo>
                    <a:pt x="10609" y="57003"/>
                  </a:lnTo>
                  <a:lnTo>
                    <a:pt x="14660" y="56820"/>
                  </a:lnTo>
                  <a:lnTo>
                    <a:pt x="16449" y="56149"/>
                  </a:lnTo>
                  <a:lnTo>
                    <a:pt x="16073" y="54810"/>
                  </a:lnTo>
                  <a:lnTo>
                    <a:pt x="14194" y="48107"/>
                  </a:lnTo>
                  <a:lnTo>
                    <a:pt x="15666" y="47770"/>
                  </a:lnTo>
                  <a:lnTo>
                    <a:pt x="16967" y="48639"/>
                  </a:lnTo>
                  <a:lnTo>
                    <a:pt x="17160" y="48768"/>
                  </a:lnTo>
                  <a:lnTo>
                    <a:pt x="17938" y="49213"/>
                  </a:lnTo>
                  <a:lnTo>
                    <a:pt x="18727" y="49213"/>
                  </a:lnTo>
                  <a:lnTo>
                    <a:pt x="20528" y="49187"/>
                  </a:lnTo>
                  <a:lnTo>
                    <a:pt x="21208" y="49058"/>
                  </a:lnTo>
                  <a:lnTo>
                    <a:pt x="21915" y="48643"/>
                  </a:lnTo>
                  <a:lnTo>
                    <a:pt x="22716" y="48538"/>
                  </a:lnTo>
                  <a:lnTo>
                    <a:pt x="23850" y="48512"/>
                  </a:lnTo>
                  <a:lnTo>
                    <a:pt x="24681" y="48486"/>
                  </a:lnTo>
                  <a:lnTo>
                    <a:pt x="25371" y="48538"/>
                  </a:lnTo>
                  <a:lnTo>
                    <a:pt x="25555" y="48747"/>
                  </a:lnTo>
                  <a:lnTo>
                    <a:pt x="25701" y="49135"/>
                  </a:lnTo>
                  <a:lnTo>
                    <a:pt x="25586" y="49796"/>
                  </a:lnTo>
                  <a:lnTo>
                    <a:pt x="25561" y="50295"/>
                  </a:lnTo>
                  <a:lnTo>
                    <a:pt x="25870" y="50541"/>
                  </a:lnTo>
                  <a:lnTo>
                    <a:pt x="26417" y="50788"/>
                  </a:lnTo>
                  <a:lnTo>
                    <a:pt x="26675" y="50602"/>
                  </a:lnTo>
                  <a:lnTo>
                    <a:pt x="27385" y="49701"/>
                  </a:lnTo>
                  <a:lnTo>
                    <a:pt x="28113" y="48566"/>
                  </a:lnTo>
                  <a:lnTo>
                    <a:pt x="28410" y="48102"/>
                  </a:lnTo>
                  <a:lnTo>
                    <a:pt x="28452" y="46522"/>
                  </a:lnTo>
                  <a:lnTo>
                    <a:pt x="28168" y="45648"/>
                  </a:lnTo>
                  <a:lnTo>
                    <a:pt x="28049" y="45218"/>
                  </a:lnTo>
                  <a:lnTo>
                    <a:pt x="28238" y="44563"/>
                  </a:lnTo>
                  <a:lnTo>
                    <a:pt x="27838" y="44387"/>
                  </a:lnTo>
                  <a:lnTo>
                    <a:pt x="26471" y="43786"/>
                  </a:lnTo>
                  <a:lnTo>
                    <a:pt x="26411" y="43605"/>
                  </a:lnTo>
                  <a:lnTo>
                    <a:pt x="26346" y="43463"/>
                  </a:lnTo>
                  <a:lnTo>
                    <a:pt x="26053" y="42822"/>
                  </a:lnTo>
                  <a:lnTo>
                    <a:pt x="26339" y="41773"/>
                  </a:lnTo>
                  <a:lnTo>
                    <a:pt x="27463" y="40538"/>
                  </a:lnTo>
                  <a:lnTo>
                    <a:pt x="25893" y="40099"/>
                  </a:lnTo>
                  <a:lnTo>
                    <a:pt x="25616" y="39333"/>
                  </a:lnTo>
                  <a:lnTo>
                    <a:pt x="25538" y="39115"/>
                  </a:lnTo>
                  <a:lnTo>
                    <a:pt x="25393" y="38715"/>
                  </a:lnTo>
                  <a:lnTo>
                    <a:pt x="24566" y="36429"/>
                  </a:lnTo>
                  <a:lnTo>
                    <a:pt x="24769" y="36204"/>
                  </a:lnTo>
                  <a:lnTo>
                    <a:pt x="25080" y="35857"/>
                  </a:lnTo>
                  <a:lnTo>
                    <a:pt x="25587" y="34479"/>
                  </a:lnTo>
                  <a:lnTo>
                    <a:pt x="26706" y="32661"/>
                  </a:lnTo>
                  <a:lnTo>
                    <a:pt x="26975" y="32150"/>
                  </a:lnTo>
                  <a:lnTo>
                    <a:pt x="27478" y="31194"/>
                  </a:lnTo>
                  <a:lnTo>
                    <a:pt x="27759" y="30248"/>
                  </a:lnTo>
                  <a:lnTo>
                    <a:pt x="27901" y="29770"/>
                  </a:lnTo>
                  <a:lnTo>
                    <a:pt x="28073" y="29439"/>
                  </a:lnTo>
                  <a:lnTo>
                    <a:pt x="28797" y="28045"/>
                  </a:lnTo>
                  <a:lnTo>
                    <a:pt x="29169" y="26977"/>
                  </a:lnTo>
                  <a:lnTo>
                    <a:pt x="29630" y="25657"/>
                  </a:lnTo>
                  <a:lnTo>
                    <a:pt x="30547" y="23953"/>
                  </a:lnTo>
                  <a:lnTo>
                    <a:pt x="31688" y="22001"/>
                  </a:lnTo>
                  <a:lnTo>
                    <a:pt x="32138" y="21065"/>
                  </a:lnTo>
                  <a:lnTo>
                    <a:pt x="34030" y="19398"/>
                  </a:lnTo>
                  <a:lnTo>
                    <a:pt x="35871" y="17833"/>
                  </a:lnTo>
                  <a:lnTo>
                    <a:pt x="36739" y="19265"/>
                  </a:lnTo>
                  <a:lnTo>
                    <a:pt x="38431" y="20778"/>
                  </a:lnTo>
                  <a:lnTo>
                    <a:pt x="39044" y="20212"/>
                  </a:lnTo>
                  <a:lnTo>
                    <a:pt x="39724" y="19729"/>
                  </a:lnTo>
                  <a:lnTo>
                    <a:pt x="39739" y="18929"/>
                  </a:lnTo>
                  <a:lnTo>
                    <a:pt x="39758" y="17967"/>
                  </a:lnTo>
                  <a:lnTo>
                    <a:pt x="39778" y="16892"/>
                  </a:lnTo>
                  <a:lnTo>
                    <a:pt x="39953" y="15608"/>
                  </a:lnTo>
                  <a:lnTo>
                    <a:pt x="40270" y="14337"/>
                  </a:lnTo>
                  <a:lnTo>
                    <a:pt x="40331" y="14094"/>
                  </a:lnTo>
                  <a:lnTo>
                    <a:pt x="41060" y="12895"/>
                  </a:lnTo>
                  <a:lnTo>
                    <a:pt x="41732" y="12466"/>
                  </a:lnTo>
                  <a:lnTo>
                    <a:pt x="42336" y="12180"/>
                  </a:lnTo>
                  <a:lnTo>
                    <a:pt x="43659" y="11552"/>
                  </a:lnTo>
                  <a:lnTo>
                    <a:pt x="44548" y="10897"/>
                  </a:lnTo>
                  <a:lnTo>
                    <a:pt x="44708" y="11600"/>
                  </a:lnTo>
                  <a:lnTo>
                    <a:pt x="46036" y="11527"/>
                  </a:lnTo>
                  <a:lnTo>
                    <a:pt x="52628" y="13197"/>
                  </a:lnTo>
                  <a:lnTo>
                    <a:pt x="54944" y="13784"/>
                  </a:lnTo>
                  <a:lnTo>
                    <a:pt x="54918" y="13996"/>
                  </a:lnTo>
                  <a:lnTo>
                    <a:pt x="54857" y="15653"/>
                  </a:lnTo>
                  <a:lnTo>
                    <a:pt x="54847" y="15933"/>
                  </a:lnTo>
                  <a:lnTo>
                    <a:pt x="54339" y="17566"/>
                  </a:lnTo>
                  <a:lnTo>
                    <a:pt x="54898" y="17467"/>
                  </a:lnTo>
                  <a:lnTo>
                    <a:pt x="55161" y="17328"/>
                  </a:lnTo>
                  <a:lnTo>
                    <a:pt x="55705" y="17040"/>
                  </a:lnTo>
                  <a:lnTo>
                    <a:pt x="56277" y="16737"/>
                  </a:lnTo>
                  <a:lnTo>
                    <a:pt x="56970" y="16345"/>
                  </a:lnTo>
                  <a:lnTo>
                    <a:pt x="57220" y="16222"/>
                  </a:lnTo>
                  <a:lnTo>
                    <a:pt x="57770" y="15952"/>
                  </a:lnTo>
                  <a:lnTo>
                    <a:pt x="58821" y="16472"/>
                  </a:lnTo>
                  <a:lnTo>
                    <a:pt x="59117" y="16945"/>
                  </a:lnTo>
                  <a:lnTo>
                    <a:pt x="59387" y="17377"/>
                  </a:lnTo>
                  <a:lnTo>
                    <a:pt x="59567" y="17259"/>
                  </a:lnTo>
                  <a:lnTo>
                    <a:pt x="62600" y="15275"/>
                  </a:lnTo>
                  <a:lnTo>
                    <a:pt x="63145" y="14919"/>
                  </a:lnTo>
                  <a:lnTo>
                    <a:pt x="63316" y="14814"/>
                  </a:lnTo>
                  <a:lnTo>
                    <a:pt x="64359" y="14175"/>
                  </a:lnTo>
                  <a:lnTo>
                    <a:pt x="65492" y="13481"/>
                  </a:lnTo>
                  <a:lnTo>
                    <a:pt x="65636" y="13393"/>
                  </a:lnTo>
                  <a:lnTo>
                    <a:pt x="68380" y="11711"/>
                  </a:lnTo>
                  <a:lnTo>
                    <a:pt x="71779" y="9628"/>
                  </a:lnTo>
                  <a:lnTo>
                    <a:pt x="72182" y="9381"/>
                  </a:lnTo>
                  <a:lnTo>
                    <a:pt x="72587" y="9133"/>
                  </a:lnTo>
                  <a:lnTo>
                    <a:pt x="73715" y="8442"/>
                  </a:lnTo>
                  <a:lnTo>
                    <a:pt x="74681" y="7850"/>
                  </a:lnTo>
                  <a:lnTo>
                    <a:pt x="72995" y="5205"/>
                  </a:lnTo>
                  <a:lnTo>
                    <a:pt x="72237" y="4017"/>
                  </a:lnTo>
                  <a:lnTo>
                    <a:pt x="71872" y="3444"/>
                  </a:lnTo>
                  <a:lnTo>
                    <a:pt x="71313" y="2410"/>
                  </a:lnTo>
                  <a:lnTo>
                    <a:pt x="75237" y="110"/>
                  </a:lnTo>
                  <a:lnTo>
                    <a:pt x="75426" y="0"/>
                  </a:lnTo>
                  <a:lnTo>
                    <a:pt x="76194" y="1178"/>
                  </a:lnTo>
                  <a:lnTo>
                    <a:pt x="78758" y="5111"/>
                  </a:lnTo>
                  <a:lnTo>
                    <a:pt x="82017" y="10590"/>
                  </a:lnTo>
                  <a:lnTo>
                    <a:pt x="78027" y="13096"/>
                  </a:lnTo>
                  <a:lnTo>
                    <a:pt x="75055" y="14962"/>
                  </a:lnTo>
                  <a:lnTo>
                    <a:pt x="75961" y="1643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0" name="pg99"/>
            <p:cNvSpPr/>
            <p:nvPr/>
          </p:nvSpPr>
          <p:spPr>
            <a:xfrm>
              <a:off x="6068224" y="3416434"/>
              <a:ext cx="118191" cy="177009"/>
            </a:xfrm>
            <a:custGeom>
              <a:avLst/>
              <a:pathLst>
                <a:path w="118191" h="177009">
                  <a:moveTo>
                    <a:pt x="97477" y="7905"/>
                  </a:moveTo>
                  <a:lnTo>
                    <a:pt x="100807" y="13253"/>
                  </a:lnTo>
                  <a:lnTo>
                    <a:pt x="102401" y="15813"/>
                  </a:lnTo>
                  <a:lnTo>
                    <a:pt x="103791" y="18046"/>
                  </a:lnTo>
                  <a:lnTo>
                    <a:pt x="104032" y="18419"/>
                  </a:lnTo>
                  <a:lnTo>
                    <a:pt x="104262" y="18776"/>
                  </a:lnTo>
                  <a:lnTo>
                    <a:pt x="104413" y="19010"/>
                  </a:lnTo>
                  <a:lnTo>
                    <a:pt x="103939" y="19295"/>
                  </a:lnTo>
                  <a:lnTo>
                    <a:pt x="106642" y="24375"/>
                  </a:lnTo>
                  <a:lnTo>
                    <a:pt x="106930" y="24189"/>
                  </a:lnTo>
                  <a:lnTo>
                    <a:pt x="111346" y="21750"/>
                  </a:lnTo>
                  <a:lnTo>
                    <a:pt x="111857" y="21468"/>
                  </a:lnTo>
                  <a:lnTo>
                    <a:pt x="112635" y="21038"/>
                  </a:lnTo>
                  <a:lnTo>
                    <a:pt x="112964" y="20857"/>
                  </a:lnTo>
                  <a:lnTo>
                    <a:pt x="113099" y="21082"/>
                  </a:lnTo>
                  <a:lnTo>
                    <a:pt x="115123" y="24433"/>
                  </a:lnTo>
                  <a:lnTo>
                    <a:pt x="115506" y="25068"/>
                  </a:lnTo>
                  <a:lnTo>
                    <a:pt x="117927" y="28307"/>
                  </a:lnTo>
                  <a:lnTo>
                    <a:pt x="118191" y="28661"/>
                  </a:lnTo>
                  <a:lnTo>
                    <a:pt x="115667" y="30112"/>
                  </a:lnTo>
                  <a:lnTo>
                    <a:pt x="115337" y="30406"/>
                  </a:lnTo>
                  <a:lnTo>
                    <a:pt x="115456" y="31468"/>
                  </a:lnTo>
                  <a:lnTo>
                    <a:pt x="113668" y="32638"/>
                  </a:lnTo>
                  <a:lnTo>
                    <a:pt x="112808" y="32707"/>
                  </a:lnTo>
                  <a:lnTo>
                    <a:pt x="111870" y="32782"/>
                  </a:lnTo>
                  <a:lnTo>
                    <a:pt x="108908" y="33429"/>
                  </a:lnTo>
                  <a:lnTo>
                    <a:pt x="109326" y="34050"/>
                  </a:lnTo>
                  <a:lnTo>
                    <a:pt x="109493" y="34127"/>
                  </a:lnTo>
                  <a:lnTo>
                    <a:pt x="111833" y="34173"/>
                  </a:lnTo>
                  <a:lnTo>
                    <a:pt x="112235" y="35712"/>
                  </a:lnTo>
                  <a:lnTo>
                    <a:pt x="112751" y="37685"/>
                  </a:lnTo>
                  <a:lnTo>
                    <a:pt x="112928" y="38048"/>
                  </a:lnTo>
                  <a:lnTo>
                    <a:pt x="113008" y="39403"/>
                  </a:lnTo>
                  <a:lnTo>
                    <a:pt x="112461" y="39551"/>
                  </a:lnTo>
                  <a:lnTo>
                    <a:pt x="111680" y="40212"/>
                  </a:lnTo>
                  <a:lnTo>
                    <a:pt x="109824" y="43140"/>
                  </a:lnTo>
                  <a:lnTo>
                    <a:pt x="109614" y="43470"/>
                  </a:lnTo>
                  <a:lnTo>
                    <a:pt x="106478" y="42605"/>
                  </a:lnTo>
                  <a:lnTo>
                    <a:pt x="105530" y="42343"/>
                  </a:lnTo>
                  <a:lnTo>
                    <a:pt x="105284" y="42276"/>
                  </a:lnTo>
                  <a:lnTo>
                    <a:pt x="103331" y="41909"/>
                  </a:lnTo>
                  <a:lnTo>
                    <a:pt x="102700" y="41791"/>
                  </a:lnTo>
                  <a:lnTo>
                    <a:pt x="102377" y="41731"/>
                  </a:lnTo>
                  <a:lnTo>
                    <a:pt x="101657" y="41685"/>
                  </a:lnTo>
                  <a:lnTo>
                    <a:pt x="98981" y="41517"/>
                  </a:lnTo>
                  <a:lnTo>
                    <a:pt x="98298" y="41465"/>
                  </a:lnTo>
                  <a:lnTo>
                    <a:pt x="95103" y="41222"/>
                  </a:lnTo>
                  <a:lnTo>
                    <a:pt x="93873" y="41129"/>
                  </a:lnTo>
                  <a:lnTo>
                    <a:pt x="92468" y="41022"/>
                  </a:lnTo>
                  <a:lnTo>
                    <a:pt x="92231" y="41003"/>
                  </a:lnTo>
                  <a:lnTo>
                    <a:pt x="89762" y="40801"/>
                  </a:lnTo>
                  <a:lnTo>
                    <a:pt x="89281" y="40762"/>
                  </a:lnTo>
                  <a:lnTo>
                    <a:pt x="88687" y="40713"/>
                  </a:lnTo>
                  <a:lnTo>
                    <a:pt x="88516" y="40697"/>
                  </a:lnTo>
                  <a:lnTo>
                    <a:pt x="85494" y="40416"/>
                  </a:lnTo>
                  <a:lnTo>
                    <a:pt x="83773" y="40256"/>
                  </a:lnTo>
                  <a:lnTo>
                    <a:pt x="83129" y="40196"/>
                  </a:lnTo>
                  <a:lnTo>
                    <a:pt x="81141" y="40014"/>
                  </a:lnTo>
                  <a:lnTo>
                    <a:pt x="80935" y="39995"/>
                  </a:lnTo>
                  <a:lnTo>
                    <a:pt x="79749" y="39886"/>
                  </a:lnTo>
                  <a:lnTo>
                    <a:pt x="79140" y="39830"/>
                  </a:lnTo>
                  <a:lnTo>
                    <a:pt x="77404" y="39672"/>
                  </a:lnTo>
                  <a:lnTo>
                    <a:pt x="75911" y="39535"/>
                  </a:lnTo>
                  <a:lnTo>
                    <a:pt x="72406" y="39214"/>
                  </a:lnTo>
                  <a:lnTo>
                    <a:pt x="71344" y="39131"/>
                  </a:lnTo>
                  <a:lnTo>
                    <a:pt x="70799" y="39088"/>
                  </a:lnTo>
                  <a:lnTo>
                    <a:pt x="70223" y="39042"/>
                  </a:lnTo>
                  <a:lnTo>
                    <a:pt x="69791" y="39008"/>
                  </a:lnTo>
                  <a:lnTo>
                    <a:pt x="69072" y="38832"/>
                  </a:lnTo>
                  <a:lnTo>
                    <a:pt x="68735" y="38750"/>
                  </a:lnTo>
                  <a:lnTo>
                    <a:pt x="67575" y="38159"/>
                  </a:lnTo>
                  <a:lnTo>
                    <a:pt x="67233" y="38574"/>
                  </a:lnTo>
                  <a:lnTo>
                    <a:pt x="66237" y="39955"/>
                  </a:lnTo>
                  <a:lnTo>
                    <a:pt x="66066" y="40192"/>
                  </a:lnTo>
                  <a:lnTo>
                    <a:pt x="65610" y="41169"/>
                  </a:lnTo>
                  <a:lnTo>
                    <a:pt x="65523" y="41800"/>
                  </a:lnTo>
                  <a:lnTo>
                    <a:pt x="65510" y="42186"/>
                  </a:lnTo>
                  <a:lnTo>
                    <a:pt x="65503" y="42403"/>
                  </a:lnTo>
                  <a:lnTo>
                    <a:pt x="65569" y="43122"/>
                  </a:lnTo>
                  <a:lnTo>
                    <a:pt x="65582" y="43266"/>
                  </a:lnTo>
                  <a:lnTo>
                    <a:pt x="65796" y="44771"/>
                  </a:lnTo>
                  <a:lnTo>
                    <a:pt x="65899" y="45680"/>
                  </a:lnTo>
                  <a:lnTo>
                    <a:pt x="66097" y="47412"/>
                  </a:lnTo>
                  <a:lnTo>
                    <a:pt x="66251" y="48766"/>
                  </a:lnTo>
                  <a:lnTo>
                    <a:pt x="66586" y="51705"/>
                  </a:lnTo>
                  <a:lnTo>
                    <a:pt x="66985" y="54141"/>
                  </a:lnTo>
                  <a:lnTo>
                    <a:pt x="67039" y="54474"/>
                  </a:lnTo>
                  <a:lnTo>
                    <a:pt x="67300" y="56068"/>
                  </a:lnTo>
                  <a:lnTo>
                    <a:pt x="67679" y="57127"/>
                  </a:lnTo>
                  <a:lnTo>
                    <a:pt x="67986" y="58046"/>
                  </a:lnTo>
                  <a:lnTo>
                    <a:pt x="68050" y="58213"/>
                  </a:lnTo>
                  <a:lnTo>
                    <a:pt x="68554" y="59515"/>
                  </a:lnTo>
                  <a:lnTo>
                    <a:pt x="69060" y="60824"/>
                  </a:lnTo>
                  <a:lnTo>
                    <a:pt x="69796" y="63146"/>
                  </a:lnTo>
                  <a:lnTo>
                    <a:pt x="70982" y="66892"/>
                  </a:lnTo>
                  <a:lnTo>
                    <a:pt x="71386" y="68392"/>
                  </a:lnTo>
                  <a:lnTo>
                    <a:pt x="72606" y="72924"/>
                  </a:lnTo>
                  <a:lnTo>
                    <a:pt x="72795" y="73624"/>
                  </a:lnTo>
                  <a:lnTo>
                    <a:pt x="72861" y="73871"/>
                  </a:lnTo>
                  <a:lnTo>
                    <a:pt x="72964" y="74254"/>
                  </a:lnTo>
                  <a:lnTo>
                    <a:pt x="74631" y="78943"/>
                  </a:lnTo>
                  <a:lnTo>
                    <a:pt x="74727" y="79222"/>
                  </a:lnTo>
                  <a:lnTo>
                    <a:pt x="75078" y="80242"/>
                  </a:lnTo>
                  <a:lnTo>
                    <a:pt x="75716" y="82099"/>
                  </a:lnTo>
                  <a:lnTo>
                    <a:pt x="76453" y="84238"/>
                  </a:lnTo>
                  <a:lnTo>
                    <a:pt x="76742" y="85078"/>
                  </a:lnTo>
                  <a:lnTo>
                    <a:pt x="76819" y="85304"/>
                  </a:lnTo>
                  <a:lnTo>
                    <a:pt x="77160" y="86617"/>
                  </a:lnTo>
                  <a:lnTo>
                    <a:pt x="77708" y="89885"/>
                  </a:lnTo>
                  <a:lnTo>
                    <a:pt x="77931" y="90804"/>
                  </a:lnTo>
                  <a:lnTo>
                    <a:pt x="78084" y="91433"/>
                  </a:lnTo>
                  <a:lnTo>
                    <a:pt x="79278" y="95435"/>
                  </a:lnTo>
                  <a:lnTo>
                    <a:pt x="79493" y="96135"/>
                  </a:lnTo>
                  <a:lnTo>
                    <a:pt x="79673" y="96720"/>
                  </a:lnTo>
                  <a:lnTo>
                    <a:pt x="79956" y="97642"/>
                  </a:lnTo>
                  <a:lnTo>
                    <a:pt x="80530" y="99738"/>
                  </a:lnTo>
                  <a:lnTo>
                    <a:pt x="80605" y="100013"/>
                  </a:lnTo>
                  <a:lnTo>
                    <a:pt x="81090" y="101493"/>
                  </a:lnTo>
                  <a:lnTo>
                    <a:pt x="81142" y="101653"/>
                  </a:lnTo>
                  <a:lnTo>
                    <a:pt x="81467" y="103496"/>
                  </a:lnTo>
                  <a:lnTo>
                    <a:pt x="81666" y="104811"/>
                  </a:lnTo>
                  <a:lnTo>
                    <a:pt x="81721" y="105173"/>
                  </a:lnTo>
                  <a:lnTo>
                    <a:pt x="81760" y="105430"/>
                  </a:lnTo>
                  <a:lnTo>
                    <a:pt x="81843" y="105977"/>
                  </a:lnTo>
                  <a:lnTo>
                    <a:pt x="81907" y="106300"/>
                  </a:lnTo>
                  <a:lnTo>
                    <a:pt x="82290" y="108243"/>
                  </a:lnTo>
                  <a:lnTo>
                    <a:pt x="82305" y="109242"/>
                  </a:lnTo>
                  <a:lnTo>
                    <a:pt x="82353" y="110302"/>
                  </a:lnTo>
                  <a:lnTo>
                    <a:pt x="82365" y="110455"/>
                  </a:lnTo>
                  <a:lnTo>
                    <a:pt x="82382" y="110685"/>
                  </a:lnTo>
                  <a:lnTo>
                    <a:pt x="82399" y="110910"/>
                  </a:lnTo>
                  <a:lnTo>
                    <a:pt x="82482" y="112010"/>
                  </a:lnTo>
                  <a:lnTo>
                    <a:pt x="83139" y="112531"/>
                  </a:lnTo>
                  <a:lnTo>
                    <a:pt x="83435" y="112765"/>
                  </a:lnTo>
                  <a:lnTo>
                    <a:pt x="83699" y="112975"/>
                  </a:lnTo>
                  <a:lnTo>
                    <a:pt x="84356" y="113357"/>
                  </a:lnTo>
                  <a:lnTo>
                    <a:pt x="84536" y="113461"/>
                  </a:lnTo>
                  <a:lnTo>
                    <a:pt x="84954" y="113705"/>
                  </a:lnTo>
                  <a:lnTo>
                    <a:pt x="85120" y="113801"/>
                  </a:lnTo>
                  <a:lnTo>
                    <a:pt x="86979" y="114883"/>
                  </a:lnTo>
                  <a:lnTo>
                    <a:pt x="87310" y="115225"/>
                  </a:lnTo>
                  <a:lnTo>
                    <a:pt x="87861" y="115795"/>
                  </a:lnTo>
                  <a:lnTo>
                    <a:pt x="87158" y="119058"/>
                  </a:lnTo>
                  <a:lnTo>
                    <a:pt x="87100" y="135641"/>
                  </a:lnTo>
                  <a:lnTo>
                    <a:pt x="86883" y="135771"/>
                  </a:lnTo>
                  <a:lnTo>
                    <a:pt x="86510" y="136032"/>
                  </a:lnTo>
                  <a:lnTo>
                    <a:pt x="86212" y="137262"/>
                  </a:lnTo>
                  <a:lnTo>
                    <a:pt x="86100" y="138679"/>
                  </a:lnTo>
                  <a:lnTo>
                    <a:pt x="85839" y="141623"/>
                  </a:lnTo>
                  <a:lnTo>
                    <a:pt x="85905" y="145120"/>
                  </a:lnTo>
                  <a:lnTo>
                    <a:pt x="83534" y="144984"/>
                  </a:lnTo>
                  <a:lnTo>
                    <a:pt x="81301" y="144855"/>
                  </a:lnTo>
                  <a:lnTo>
                    <a:pt x="80505" y="139827"/>
                  </a:lnTo>
                  <a:lnTo>
                    <a:pt x="80628" y="135220"/>
                  </a:lnTo>
                  <a:lnTo>
                    <a:pt x="80654" y="134273"/>
                  </a:lnTo>
                  <a:lnTo>
                    <a:pt x="80945" y="132857"/>
                  </a:lnTo>
                  <a:lnTo>
                    <a:pt x="81213" y="126729"/>
                  </a:lnTo>
                  <a:lnTo>
                    <a:pt x="78784" y="121451"/>
                  </a:lnTo>
                  <a:lnTo>
                    <a:pt x="77782" y="121845"/>
                  </a:lnTo>
                  <a:lnTo>
                    <a:pt x="76096" y="122054"/>
                  </a:lnTo>
                  <a:lnTo>
                    <a:pt x="75421" y="122138"/>
                  </a:lnTo>
                  <a:lnTo>
                    <a:pt x="74979" y="121891"/>
                  </a:lnTo>
                  <a:lnTo>
                    <a:pt x="74541" y="121344"/>
                  </a:lnTo>
                  <a:lnTo>
                    <a:pt x="73624" y="119654"/>
                  </a:lnTo>
                  <a:lnTo>
                    <a:pt x="70661" y="113622"/>
                  </a:lnTo>
                  <a:lnTo>
                    <a:pt x="70381" y="113399"/>
                  </a:lnTo>
                  <a:lnTo>
                    <a:pt x="70038" y="113683"/>
                  </a:lnTo>
                  <a:lnTo>
                    <a:pt x="68739" y="115838"/>
                  </a:lnTo>
                  <a:lnTo>
                    <a:pt x="67676" y="116454"/>
                  </a:lnTo>
                  <a:lnTo>
                    <a:pt x="66961" y="116818"/>
                  </a:lnTo>
                  <a:lnTo>
                    <a:pt x="66604" y="116521"/>
                  </a:lnTo>
                  <a:lnTo>
                    <a:pt x="66072" y="115712"/>
                  </a:lnTo>
                  <a:lnTo>
                    <a:pt x="64752" y="114773"/>
                  </a:lnTo>
                  <a:lnTo>
                    <a:pt x="63841" y="114339"/>
                  </a:lnTo>
                  <a:lnTo>
                    <a:pt x="62934" y="114025"/>
                  </a:lnTo>
                  <a:lnTo>
                    <a:pt x="62249" y="113620"/>
                  </a:lnTo>
                  <a:lnTo>
                    <a:pt x="61756" y="113073"/>
                  </a:lnTo>
                  <a:lnTo>
                    <a:pt x="61282" y="111929"/>
                  </a:lnTo>
                  <a:lnTo>
                    <a:pt x="60975" y="111199"/>
                  </a:lnTo>
                  <a:lnTo>
                    <a:pt x="60891" y="109757"/>
                  </a:lnTo>
                  <a:lnTo>
                    <a:pt x="60758" y="108071"/>
                  </a:lnTo>
                  <a:lnTo>
                    <a:pt x="61029" y="107176"/>
                  </a:lnTo>
                  <a:lnTo>
                    <a:pt x="60911" y="105903"/>
                  </a:lnTo>
                  <a:lnTo>
                    <a:pt x="58620" y="103570"/>
                  </a:lnTo>
                  <a:lnTo>
                    <a:pt x="57720" y="102811"/>
                  </a:lnTo>
                  <a:lnTo>
                    <a:pt x="58195" y="101030"/>
                  </a:lnTo>
                  <a:lnTo>
                    <a:pt x="57614" y="99548"/>
                  </a:lnTo>
                  <a:lnTo>
                    <a:pt x="56576" y="99020"/>
                  </a:lnTo>
                  <a:lnTo>
                    <a:pt x="58004" y="97948"/>
                  </a:lnTo>
                  <a:lnTo>
                    <a:pt x="58285" y="96513"/>
                  </a:lnTo>
                  <a:lnTo>
                    <a:pt x="56508" y="93142"/>
                  </a:lnTo>
                  <a:lnTo>
                    <a:pt x="55668" y="93550"/>
                  </a:lnTo>
                  <a:lnTo>
                    <a:pt x="54351" y="94299"/>
                  </a:lnTo>
                  <a:lnTo>
                    <a:pt x="52983" y="94829"/>
                  </a:lnTo>
                  <a:lnTo>
                    <a:pt x="51825" y="95638"/>
                  </a:lnTo>
                  <a:lnTo>
                    <a:pt x="48536" y="98218"/>
                  </a:lnTo>
                  <a:lnTo>
                    <a:pt x="47379" y="100061"/>
                  </a:lnTo>
                  <a:lnTo>
                    <a:pt x="46849" y="101850"/>
                  </a:lnTo>
                  <a:lnTo>
                    <a:pt x="41287" y="112997"/>
                  </a:lnTo>
                  <a:lnTo>
                    <a:pt x="41219" y="113158"/>
                  </a:lnTo>
                  <a:lnTo>
                    <a:pt x="38680" y="119157"/>
                  </a:lnTo>
                  <a:lnTo>
                    <a:pt x="36933" y="122576"/>
                  </a:lnTo>
                  <a:lnTo>
                    <a:pt x="35935" y="123848"/>
                  </a:lnTo>
                  <a:lnTo>
                    <a:pt x="34867" y="125275"/>
                  </a:lnTo>
                  <a:lnTo>
                    <a:pt x="33383" y="126903"/>
                  </a:lnTo>
                  <a:lnTo>
                    <a:pt x="34149" y="129765"/>
                  </a:lnTo>
                  <a:lnTo>
                    <a:pt x="34678" y="133907"/>
                  </a:lnTo>
                  <a:lnTo>
                    <a:pt x="34933" y="135905"/>
                  </a:lnTo>
                  <a:lnTo>
                    <a:pt x="31786" y="137215"/>
                  </a:lnTo>
                  <a:lnTo>
                    <a:pt x="33127" y="139078"/>
                  </a:lnTo>
                  <a:lnTo>
                    <a:pt x="33985" y="141054"/>
                  </a:lnTo>
                  <a:lnTo>
                    <a:pt x="33910" y="142843"/>
                  </a:lnTo>
                  <a:lnTo>
                    <a:pt x="35066" y="147391"/>
                  </a:lnTo>
                  <a:lnTo>
                    <a:pt x="34879" y="150074"/>
                  </a:lnTo>
                  <a:lnTo>
                    <a:pt x="35028" y="153466"/>
                  </a:lnTo>
                  <a:lnTo>
                    <a:pt x="33962" y="157526"/>
                  </a:lnTo>
                  <a:lnTo>
                    <a:pt x="31756" y="157315"/>
                  </a:lnTo>
                  <a:lnTo>
                    <a:pt x="31935" y="155859"/>
                  </a:lnTo>
                  <a:lnTo>
                    <a:pt x="31565" y="155907"/>
                  </a:lnTo>
                  <a:lnTo>
                    <a:pt x="30885" y="156480"/>
                  </a:lnTo>
                  <a:lnTo>
                    <a:pt x="29907" y="157040"/>
                  </a:lnTo>
                  <a:lnTo>
                    <a:pt x="29311" y="157434"/>
                  </a:lnTo>
                  <a:lnTo>
                    <a:pt x="28607" y="157768"/>
                  </a:lnTo>
                  <a:lnTo>
                    <a:pt x="28195" y="157529"/>
                  </a:lnTo>
                  <a:lnTo>
                    <a:pt x="27706" y="157112"/>
                  </a:lnTo>
                  <a:lnTo>
                    <a:pt x="27074" y="154953"/>
                  </a:lnTo>
                  <a:lnTo>
                    <a:pt x="26657" y="155013"/>
                  </a:lnTo>
                  <a:lnTo>
                    <a:pt x="26470" y="156938"/>
                  </a:lnTo>
                  <a:lnTo>
                    <a:pt x="26518" y="159027"/>
                  </a:lnTo>
                  <a:lnTo>
                    <a:pt x="26384" y="160861"/>
                  </a:lnTo>
                  <a:lnTo>
                    <a:pt x="25892" y="162516"/>
                  </a:lnTo>
                  <a:lnTo>
                    <a:pt x="25489" y="163992"/>
                  </a:lnTo>
                  <a:lnTo>
                    <a:pt x="25042" y="165647"/>
                  </a:lnTo>
                  <a:lnTo>
                    <a:pt x="24774" y="166810"/>
                  </a:lnTo>
                  <a:lnTo>
                    <a:pt x="24639" y="168152"/>
                  </a:lnTo>
                  <a:lnTo>
                    <a:pt x="24639" y="168957"/>
                  </a:lnTo>
                  <a:lnTo>
                    <a:pt x="24684" y="169584"/>
                  </a:lnTo>
                  <a:lnTo>
                    <a:pt x="24371" y="170433"/>
                  </a:lnTo>
                  <a:lnTo>
                    <a:pt x="24058" y="171328"/>
                  </a:lnTo>
                  <a:lnTo>
                    <a:pt x="23655" y="171596"/>
                  </a:lnTo>
                  <a:lnTo>
                    <a:pt x="21687" y="171596"/>
                  </a:lnTo>
                  <a:lnTo>
                    <a:pt x="20122" y="176830"/>
                  </a:lnTo>
                  <a:lnTo>
                    <a:pt x="19361" y="177009"/>
                  </a:lnTo>
                  <a:lnTo>
                    <a:pt x="18243" y="176159"/>
                  </a:lnTo>
                  <a:lnTo>
                    <a:pt x="16543" y="174548"/>
                  </a:lnTo>
                  <a:lnTo>
                    <a:pt x="15738" y="173609"/>
                  </a:lnTo>
                  <a:lnTo>
                    <a:pt x="14531" y="171060"/>
                  </a:lnTo>
                  <a:lnTo>
                    <a:pt x="14083" y="169315"/>
                  </a:lnTo>
                  <a:lnTo>
                    <a:pt x="13130" y="166033"/>
                  </a:lnTo>
                  <a:lnTo>
                    <a:pt x="12958" y="166080"/>
                  </a:lnTo>
                  <a:lnTo>
                    <a:pt x="11773" y="166274"/>
                  </a:lnTo>
                  <a:lnTo>
                    <a:pt x="11005" y="166259"/>
                  </a:lnTo>
                  <a:lnTo>
                    <a:pt x="10677" y="166207"/>
                  </a:lnTo>
                  <a:lnTo>
                    <a:pt x="10476" y="166080"/>
                  </a:lnTo>
                  <a:lnTo>
                    <a:pt x="10386" y="165745"/>
                  </a:lnTo>
                  <a:lnTo>
                    <a:pt x="10550" y="164395"/>
                  </a:lnTo>
                  <a:lnTo>
                    <a:pt x="10617" y="163635"/>
                  </a:lnTo>
                  <a:lnTo>
                    <a:pt x="10520" y="163128"/>
                  </a:lnTo>
                  <a:lnTo>
                    <a:pt x="10211" y="162089"/>
                  </a:lnTo>
                  <a:lnTo>
                    <a:pt x="9861" y="160158"/>
                  </a:lnTo>
                  <a:lnTo>
                    <a:pt x="9659" y="159156"/>
                  </a:lnTo>
                  <a:lnTo>
                    <a:pt x="9253" y="158679"/>
                  </a:lnTo>
                  <a:lnTo>
                    <a:pt x="8592" y="158412"/>
                  </a:lnTo>
                  <a:lnTo>
                    <a:pt x="7644" y="158126"/>
                  </a:lnTo>
                  <a:lnTo>
                    <a:pt x="7125" y="157983"/>
                  </a:lnTo>
                  <a:lnTo>
                    <a:pt x="6964" y="157732"/>
                  </a:lnTo>
                  <a:lnTo>
                    <a:pt x="6785" y="157285"/>
                  </a:lnTo>
                  <a:lnTo>
                    <a:pt x="6983" y="156125"/>
                  </a:lnTo>
                  <a:lnTo>
                    <a:pt x="6826" y="155489"/>
                  </a:lnTo>
                  <a:lnTo>
                    <a:pt x="5586" y="153747"/>
                  </a:lnTo>
                  <a:lnTo>
                    <a:pt x="3725" y="154797"/>
                  </a:lnTo>
                  <a:lnTo>
                    <a:pt x="0" y="148964"/>
                  </a:lnTo>
                  <a:lnTo>
                    <a:pt x="7037" y="146101"/>
                  </a:lnTo>
                  <a:lnTo>
                    <a:pt x="10078" y="145923"/>
                  </a:lnTo>
                  <a:lnTo>
                    <a:pt x="16162" y="146638"/>
                  </a:lnTo>
                  <a:lnTo>
                    <a:pt x="16915" y="147272"/>
                  </a:lnTo>
                  <a:lnTo>
                    <a:pt x="18786" y="148845"/>
                  </a:lnTo>
                  <a:lnTo>
                    <a:pt x="21708" y="139243"/>
                  </a:lnTo>
                  <a:lnTo>
                    <a:pt x="21112" y="137394"/>
                  </a:lnTo>
                  <a:lnTo>
                    <a:pt x="12608" y="137214"/>
                  </a:lnTo>
                  <a:lnTo>
                    <a:pt x="12637" y="132752"/>
                  </a:lnTo>
                  <a:lnTo>
                    <a:pt x="12643" y="131848"/>
                  </a:lnTo>
                  <a:lnTo>
                    <a:pt x="16165" y="131736"/>
                  </a:lnTo>
                  <a:lnTo>
                    <a:pt x="20157" y="131609"/>
                  </a:lnTo>
                  <a:lnTo>
                    <a:pt x="22270" y="125988"/>
                  </a:lnTo>
                  <a:lnTo>
                    <a:pt x="29700" y="117594"/>
                  </a:lnTo>
                  <a:lnTo>
                    <a:pt x="28640" y="116766"/>
                  </a:lnTo>
                  <a:lnTo>
                    <a:pt x="25883" y="114612"/>
                  </a:lnTo>
                  <a:lnTo>
                    <a:pt x="17176" y="121649"/>
                  </a:lnTo>
                  <a:lnTo>
                    <a:pt x="10496" y="123379"/>
                  </a:lnTo>
                  <a:lnTo>
                    <a:pt x="5665" y="123200"/>
                  </a:lnTo>
                  <a:lnTo>
                    <a:pt x="5009" y="112227"/>
                  </a:lnTo>
                  <a:lnTo>
                    <a:pt x="5844" y="103102"/>
                  </a:lnTo>
                  <a:lnTo>
                    <a:pt x="13329" y="93351"/>
                  </a:lnTo>
                  <a:lnTo>
                    <a:pt x="15685" y="93768"/>
                  </a:lnTo>
                  <a:lnTo>
                    <a:pt x="19442" y="90250"/>
                  </a:lnTo>
                  <a:lnTo>
                    <a:pt x="26475" y="92262"/>
                  </a:lnTo>
                  <a:lnTo>
                    <a:pt x="29516" y="93067"/>
                  </a:lnTo>
                  <a:lnTo>
                    <a:pt x="30411" y="92083"/>
                  </a:lnTo>
                  <a:lnTo>
                    <a:pt x="30411" y="91065"/>
                  </a:lnTo>
                  <a:lnTo>
                    <a:pt x="30411" y="89310"/>
                  </a:lnTo>
                  <a:lnTo>
                    <a:pt x="30003" y="87667"/>
                  </a:lnTo>
                  <a:lnTo>
                    <a:pt x="29720" y="86526"/>
                  </a:lnTo>
                  <a:lnTo>
                    <a:pt x="28753" y="82634"/>
                  </a:lnTo>
                  <a:lnTo>
                    <a:pt x="28395" y="81190"/>
                  </a:lnTo>
                  <a:lnTo>
                    <a:pt x="33288" y="79782"/>
                  </a:lnTo>
                  <a:lnTo>
                    <a:pt x="34777" y="78846"/>
                  </a:lnTo>
                  <a:lnTo>
                    <a:pt x="35148" y="78612"/>
                  </a:lnTo>
                  <a:lnTo>
                    <a:pt x="36843" y="77547"/>
                  </a:lnTo>
                  <a:lnTo>
                    <a:pt x="51258" y="68480"/>
                  </a:lnTo>
                  <a:lnTo>
                    <a:pt x="55742" y="65660"/>
                  </a:lnTo>
                  <a:lnTo>
                    <a:pt x="58894" y="63679"/>
                  </a:lnTo>
                  <a:lnTo>
                    <a:pt x="62711" y="58192"/>
                  </a:lnTo>
                  <a:lnTo>
                    <a:pt x="62830" y="52347"/>
                  </a:lnTo>
                  <a:lnTo>
                    <a:pt x="61519" y="45138"/>
                  </a:lnTo>
                  <a:lnTo>
                    <a:pt x="61399" y="44475"/>
                  </a:lnTo>
                  <a:lnTo>
                    <a:pt x="62233" y="39346"/>
                  </a:lnTo>
                  <a:lnTo>
                    <a:pt x="63013" y="37934"/>
                  </a:lnTo>
                  <a:lnTo>
                    <a:pt x="65698" y="33067"/>
                  </a:lnTo>
                  <a:lnTo>
                    <a:pt x="66050" y="32428"/>
                  </a:lnTo>
                  <a:lnTo>
                    <a:pt x="70356" y="26356"/>
                  </a:lnTo>
                  <a:lnTo>
                    <a:pt x="71048" y="24579"/>
                  </a:lnTo>
                  <a:lnTo>
                    <a:pt x="73171" y="25140"/>
                  </a:lnTo>
                  <a:lnTo>
                    <a:pt x="74995" y="25687"/>
                  </a:lnTo>
                  <a:lnTo>
                    <a:pt x="75449" y="25860"/>
                  </a:lnTo>
                  <a:lnTo>
                    <a:pt x="75578" y="25910"/>
                  </a:lnTo>
                  <a:lnTo>
                    <a:pt x="78368" y="26037"/>
                  </a:lnTo>
                  <a:lnTo>
                    <a:pt x="79376" y="26083"/>
                  </a:lnTo>
                  <a:lnTo>
                    <a:pt x="79560" y="26098"/>
                  </a:lnTo>
                  <a:lnTo>
                    <a:pt x="79600" y="26278"/>
                  </a:lnTo>
                  <a:lnTo>
                    <a:pt x="79720" y="26813"/>
                  </a:lnTo>
                  <a:lnTo>
                    <a:pt x="81052" y="26744"/>
                  </a:lnTo>
                  <a:lnTo>
                    <a:pt x="83137" y="26799"/>
                  </a:lnTo>
                  <a:lnTo>
                    <a:pt x="83166" y="26396"/>
                  </a:lnTo>
                  <a:lnTo>
                    <a:pt x="83203" y="25855"/>
                  </a:lnTo>
                  <a:lnTo>
                    <a:pt x="83422" y="22726"/>
                  </a:lnTo>
                  <a:lnTo>
                    <a:pt x="83888" y="22083"/>
                  </a:lnTo>
                  <a:lnTo>
                    <a:pt x="85257" y="19609"/>
                  </a:lnTo>
                  <a:lnTo>
                    <a:pt x="86142" y="18011"/>
                  </a:lnTo>
                  <a:lnTo>
                    <a:pt x="86702" y="17087"/>
                  </a:lnTo>
                  <a:lnTo>
                    <a:pt x="89066" y="13189"/>
                  </a:lnTo>
                  <a:lnTo>
                    <a:pt x="89437" y="12579"/>
                  </a:lnTo>
                  <a:lnTo>
                    <a:pt x="90291" y="11170"/>
                  </a:lnTo>
                  <a:lnTo>
                    <a:pt x="90580" y="10628"/>
                  </a:lnTo>
                  <a:lnTo>
                    <a:pt x="91014" y="9813"/>
                  </a:lnTo>
                  <a:lnTo>
                    <a:pt x="91298" y="9830"/>
                  </a:lnTo>
                  <a:lnTo>
                    <a:pt x="91479" y="8270"/>
                  </a:lnTo>
                  <a:lnTo>
                    <a:pt x="91707" y="6299"/>
                  </a:lnTo>
                  <a:lnTo>
                    <a:pt x="91745" y="5965"/>
                  </a:lnTo>
                  <a:lnTo>
                    <a:pt x="91781" y="5661"/>
                  </a:lnTo>
                  <a:lnTo>
                    <a:pt x="92176" y="2248"/>
                  </a:lnTo>
                  <a:lnTo>
                    <a:pt x="92671" y="0"/>
                  </a:lnTo>
                  <a:lnTo>
                    <a:pt x="92774" y="153"/>
                  </a:lnTo>
                  <a:lnTo>
                    <a:pt x="93285" y="912"/>
                  </a:lnTo>
                  <a:lnTo>
                    <a:pt x="95220" y="3790"/>
                  </a:lnTo>
                  <a:lnTo>
                    <a:pt x="95409" y="4070"/>
                  </a:lnTo>
                  <a:lnTo>
                    <a:pt x="97045" y="7135"/>
                  </a:lnTo>
                  <a:lnTo>
                    <a:pt x="97326" y="76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1" name="pg100"/>
            <p:cNvSpPr/>
            <p:nvPr/>
          </p:nvSpPr>
          <p:spPr>
            <a:xfrm>
              <a:off x="6101607" y="3509577"/>
              <a:ext cx="47830" cy="42387"/>
            </a:xfrm>
            <a:custGeom>
              <a:avLst/>
              <a:pathLst>
                <a:path w="47830" h="42387">
                  <a:moveTo>
                    <a:pt x="765" y="36622"/>
                  </a:moveTo>
                  <a:lnTo>
                    <a:pt x="0" y="33760"/>
                  </a:lnTo>
                  <a:lnTo>
                    <a:pt x="1483" y="32132"/>
                  </a:lnTo>
                  <a:lnTo>
                    <a:pt x="2551" y="30705"/>
                  </a:lnTo>
                  <a:lnTo>
                    <a:pt x="3550" y="29433"/>
                  </a:lnTo>
                  <a:lnTo>
                    <a:pt x="5296" y="26015"/>
                  </a:lnTo>
                  <a:lnTo>
                    <a:pt x="7835" y="20015"/>
                  </a:lnTo>
                  <a:lnTo>
                    <a:pt x="7903" y="19854"/>
                  </a:lnTo>
                  <a:lnTo>
                    <a:pt x="13465" y="8707"/>
                  </a:lnTo>
                  <a:lnTo>
                    <a:pt x="13995" y="6918"/>
                  </a:lnTo>
                  <a:lnTo>
                    <a:pt x="15153" y="5076"/>
                  </a:lnTo>
                  <a:lnTo>
                    <a:pt x="18442" y="2495"/>
                  </a:lnTo>
                  <a:lnTo>
                    <a:pt x="19599" y="1686"/>
                  </a:lnTo>
                  <a:lnTo>
                    <a:pt x="20967" y="1156"/>
                  </a:lnTo>
                  <a:lnTo>
                    <a:pt x="22285" y="407"/>
                  </a:lnTo>
                  <a:lnTo>
                    <a:pt x="23124" y="0"/>
                  </a:lnTo>
                  <a:lnTo>
                    <a:pt x="24901" y="3370"/>
                  </a:lnTo>
                  <a:lnTo>
                    <a:pt x="24620" y="4805"/>
                  </a:lnTo>
                  <a:lnTo>
                    <a:pt x="23193" y="5877"/>
                  </a:lnTo>
                  <a:lnTo>
                    <a:pt x="24231" y="6405"/>
                  </a:lnTo>
                  <a:lnTo>
                    <a:pt x="24812" y="7887"/>
                  </a:lnTo>
                  <a:lnTo>
                    <a:pt x="24336" y="9669"/>
                  </a:lnTo>
                  <a:lnTo>
                    <a:pt x="25236" y="10427"/>
                  </a:lnTo>
                  <a:lnTo>
                    <a:pt x="27528" y="12761"/>
                  </a:lnTo>
                  <a:lnTo>
                    <a:pt x="27645" y="14033"/>
                  </a:lnTo>
                  <a:lnTo>
                    <a:pt x="27375" y="14928"/>
                  </a:lnTo>
                  <a:lnTo>
                    <a:pt x="27508" y="16614"/>
                  </a:lnTo>
                  <a:lnTo>
                    <a:pt x="27591" y="18056"/>
                  </a:lnTo>
                  <a:lnTo>
                    <a:pt x="27899" y="18787"/>
                  </a:lnTo>
                  <a:lnTo>
                    <a:pt x="28373" y="19930"/>
                  </a:lnTo>
                  <a:lnTo>
                    <a:pt x="28866" y="20477"/>
                  </a:lnTo>
                  <a:lnTo>
                    <a:pt x="29551" y="20883"/>
                  </a:lnTo>
                  <a:lnTo>
                    <a:pt x="30458" y="21196"/>
                  </a:lnTo>
                  <a:lnTo>
                    <a:pt x="31368" y="21630"/>
                  </a:lnTo>
                  <a:lnTo>
                    <a:pt x="32689" y="22570"/>
                  </a:lnTo>
                  <a:lnTo>
                    <a:pt x="33220" y="23378"/>
                  </a:lnTo>
                  <a:lnTo>
                    <a:pt x="33578" y="23675"/>
                  </a:lnTo>
                  <a:lnTo>
                    <a:pt x="34292" y="23311"/>
                  </a:lnTo>
                  <a:lnTo>
                    <a:pt x="35356" y="22695"/>
                  </a:lnTo>
                  <a:lnTo>
                    <a:pt x="36654" y="20540"/>
                  </a:lnTo>
                  <a:lnTo>
                    <a:pt x="36997" y="20256"/>
                  </a:lnTo>
                  <a:lnTo>
                    <a:pt x="37278" y="20479"/>
                  </a:lnTo>
                  <a:lnTo>
                    <a:pt x="40240" y="26511"/>
                  </a:lnTo>
                  <a:lnTo>
                    <a:pt x="41158" y="28201"/>
                  </a:lnTo>
                  <a:lnTo>
                    <a:pt x="41596" y="28748"/>
                  </a:lnTo>
                  <a:lnTo>
                    <a:pt x="42037" y="28995"/>
                  </a:lnTo>
                  <a:lnTo>
                    <a:pt x="42713" y="28911"/>
                  </a:lnTo>
                  <a:lnTo>
                    <a:pt x="44399" y="28702"/>
                  </a:lnTo>
                  <a:lnTo>
                    <a:pt x="45401" y="28308"/>
                  </a:lnTo>
                  <a:lnTo>
                    <a:pt x="47830" y="33586"/>
                  </a:lnTo>
                  <a:lnTo>
                    <a:pt x="47561" y="39714"/>
                  </a:lnTo>
                  <a:lnTo>
                    <a:pt x="47270" y="41131"/>
                  </a:lnTo>
                  <a:lnTo>
                    <a:pt x="47245" y="42077"/>
                  </a:lnTo>
                  <a:lnTo>
                    <a:pt x="41925" y="42387"/>
                  </a:lnTo>
                  <a:lnTo>
                    <a:pt x="40422" y="38809"/>
                  </a:lnTo>
                  <a:lnTo>
                    <a:pt x="40082" y="36650"/>
                  </a:lnTo>
                  <a:lnTo>
                    <a:pt x="36280" y="37768"/>
                  </a:lnTo>
                  <a:lnTo>
                    <a:pt x="36131" y="31804"/>
                  </a:lnTo>
                  <a:lnTo>
                    <a:pt x="32180" y="31879"/>
                  </a:lnTo>
                  <a:lnTo>
                    <a:pt x="21147" y="21368"/>
                  </a:lnTo>
                  <a:lnTo>
                    <a:pt x="21743" y="19802"/>
                  </a:lnTo>
                  <a:lnTo>
                    <a:pt x="19358" y="18907"/>
                  </a:lnTo>
                  <a:lnTo>
                    <a:pt x="11746" y="33740"/>
                  </a:lnTo>
                  <a:lnTo>
                    <a:pt x="10374" y="33382"/>
                  </a:lnTo>
                  <a:lnTo>
                    <a:pt x="8824" y="35529"/>
                  </a:lnTo>
                  <a:lnTo>
                    <a:pt x="7269" y="37288"/>
                  </a:lnTo>
                  <a:lnTo>
                    <a:pt x="6319" y="38362"/>
                  </a:lnTo>
                  <a:lnTo>
                    <a:pt x="1295" y="4076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2" name="pg101"/>
            <p:cNvSpPr/>
            <p:nvPr/>
          </p:nvSpPr>
          <p:spPr>
            <a:xfrm>
              <a:off x="6133728" y="3454594"/>
              <a:ext cx="60013" cy="107106"/>
            </a:xfrm>
            <a:custGeom>
              <a:avLst/>
              <a:pathLst>
                <a:path w="60013" h="107106">
                  <a:moveTo>
                    <a:pt x="47270" y="15672"/>
                  </a:moveTo>
                  <a:lnTo>
                    <a:pt x="43585" y="20089"/>
                  </a:lnTo>
                  <a:lnTo>
                    <a:pt x="41859" y="19547"/>
                  </a:lnTo>
                  <a:lnTo>
                    <a:pt x="41742" y="19902"/>
                  </a:lnTo>
                  <a:lnTo>
                    <a:pt x="39446" y="24031"/>
                  </a:lnTo>
                  <a:lnTo>
                    <a:pt x="39716" y="24200"/>
                  </a:lnTo>
                  <a:lnTo>
                    <a:pt x="40400" y="24585"/>
                  </a:lnTo>
                  <a:lnTo>
                    <a:pt x="42080" y="25529"/>
                  </a:lnTo>
                  <a:lnTo>
                    <a:pt x="41093" y="27137"/>
                  </a:lnTo>
                  <a:lnTo>
                    <a:pt x="40647" y="28253"/>
                  </a:lnTo>
                  <a:lnTo>
                    <a:pt x="40288" y="29150"/>
                  </a:lnTo>
                  <a:lnTo>
                    <a:pt x="40019" y="30298"/>
                  </a:lnTo>
                  <a:lnTo>
                    <a:pt x="39688" y="30232"/>
                  </a:lnTo>
                  <a:lnTo>
                    <a:pt x="39008" y="31682"/>
                  </a:lnTo>
                  <a:lnTo>
                    <a:pt x="38490" y="32022"/>
                  </a:lnTo>
                  <a:lnTo>
                    <a:pt x="38194" y="33524"/>
                  </a:lnTo>
                  <a:lnTo>
                    <a:pt x="37422" y="33373"/>
                  </a:lnTo>
                  <a:lnTo>
                    <a:pt x="37413" y="33610"/>
                  </a:lnTo>
                  <a:lnTo>
                    <a:pt x="36653" y="34251"/>
                  </a:lnTo>
                  <a:lnTo>
                    <a:pt x="36533" y="34698"/>
                  </a:lnTo>
                  <a:lnTo>
                    <a:pt x="36772" y="35384"/>
                  </a:lnTo>
                  <a:lnTo>
                    <a:pt x="36726" y="35776"/>
                  </a:lnTo>
                  <a:lnTo>
                    <a:pt x="38173" y="35787"/>
                  </a:lnTo>
                  <a:lnTo>
                    <a:pt x="38314" y="37734"/>
                  </a:lnTo>
                  <a:lnTo>
                    <a:pt x="36395" y="37915"/>
                  </a:lnTo>
                  <a:lnTo>
                    <a:pt x="34896" y="38056"/>
                  </a:lnTo>
                  <a:lnTo>
                    <a:pt x="33930" y="38915"/>
                  </a:lnTo>
                  <a:lnTo>
                    <a:pt x="32101" y="39474"/>
                  </a:lnTo>
                  <a:lnTo>
                    <a:pt x="32957" y="42502"/>
                  </a:lnTo>
                  <a:lnTo>
                    <a:pt x="33566" y="42431"/>
                  </a:lnTo>
                  <a:lnTo>
                    <a:pt x="35044" y="42744"/>
                  </a:lnTo>
                  <a:lnTo>
                    <a:pt x="36571" y="42609"/>
                  </a:lnTo>
                  <a:lnTo>
                    <a:pt x="38253" y="42019"/>
                  </a:lnTo>
                  <a:lnTo>
                    <a:pt x="39810" y="41751"/>
                  </a:lnTo>
                  <a:lnTo>
                    <a:pt x="40024" y="44452"/>
                  </a:lnTo>
                  <a:lnTo>
                    <a:pt x="38683" y="44667"/>
                  </a:lnTo>
                  <a:lnTo>
                    <a:pt x="37699" y="45544"/>
                  </a:lnTo>
                  <a:lnTo>
                    <a:pt x="36721" y="45492"/>
                  </a:lnTo>
                  <a:lnTo>
                    <a:pt x="36226" y="45674"/>
                  </a:lnTo>
                  <a:lnTo>
                    <a:pt x="35983" y="45950"/>
                  </a:lnTo>
                  <a:lnTo>
                    <a:pt x="36035" y="46127"/>
                  </a:lnTo>
                  <a:lnTo>
                    <a:pt x="34369" y="46351"/>
                  </a:lnTo>
                  <a:lnTo>
                    <a:pt x="38925" y="60415"/>
                  </a:lnTo>
                  <a:lnTo>
                    <a:pt x="45044" y="66122"/>
                  </a:lnTo>
                  <a:lnTo>
                    <a:pt x="46296" y="67911"/>
                  </a:lnTo>
                  <a:lnTo>
                    <a:pt x="53625" y="74213"/>
                  </a:lnTo>
                  <a:lnTo>
                    <a:pt x="54112" y="74964"/>
                  </a:lnTo>
                  <a:lnTo>
                    <a:pt x="53692" y="76976"/>
                  </a:lnTo>
                  <a:lnTo>
                    <a:pt x="54050" y="78765"/>
                  </a:lnTo>
                  <a:lnTo>
                    <a:pt x="60013" y="86816"/>
                  </a:lnTo>
                  <a:lnTo>
                    <a:pt x="53811" y="90395"/>
                  </a:lnTo>
                  <a:lnTo>
                    <a:pt x="54542" y="91881"/>
                  </a:lnTo>
                  <a:lnTo>
                    <a:pt x="54008" y="92250"/>
                  </a:lnTo>
                  <a:lnTo>
                    <a:pt x="51628" y="92880"/>
                  </a:lnTo>
                  <a:lnTo>
                    <a:pt x="53188" y="96764"/>
                  </a:lnTo>
                  <a:lnTo>
                    <a:pt x="53783" y="98244"/>
                  </a:lnTo>
                  <a:lnTo>
                    <a:pt x="49871" y="99870"/>
                  </a:lnTo>
                  <a:lnTo>
                    <a:pt x="50130" y="101680"/>
                  </a:lnTo>
                  <a:lnTo>
                    <a:pt x="44785" y="102629"/>
                  </a:lnTo>
                  <a:lnTo>
                    <a:pt x="41229" y="103261"/>
                  </a:lnTo>
                  <a:lnTo>
                    <a:pt x="39921" y="101253"/>
                  </a:lnTo>
                  <a:lnTo>
                    <a:pt x="32155" y="102432"/>
                  </a:lnTo>
                  <a:lnTo>
                    <a:pt x="27743" y="107106"/>
                  </a:lnTo>
                  <a:lnTo>
                    <a:pt x="20402" y="106960"/>
                  </a:lnTo>
                  <a:lnTo>
                    <a:pt x="20335" y="103464"/>
                  </a:lnTo>
                  <a:lnTo>
                    <a:pt x="20596" y="100519"/>
                  </a:lnTo>
                  <a:lnTo>
                    <a:pt x="20708" y="99103"/>
                  </a:lnTo>
                  <a:lnTo>
                    <a:pt x="21006" y="97873"/>
                  </a:lnTo>
                  <a:lnTo>
                    <a:pt x="21379" y="97612"/>
                  </a:lnTo>
                  <a:lnTo>
                    <a:pt x="21596" y="97481"/>
                  </a:lnTo>
                  <a:lnTo>
                    <a:pt x="21654" y="80898"/>
                  </a:lnTo>
                  <a:lnTo>
                    <a:pt x="22358" y="77636"/>
                  </a:lnTo>
                  <a:lnTo>
                    <a:pt x="21806" y="77066"/>
                  </a:lnTo>
                  <a:lnTo>
                    <a:pt x="21475" y="76723"/>
                  </a:lnTo>
                  <a:lnTo>
                    <a:pt x="19616" y="75642"/>
                  </a:lnTo>
                  <a:lnTo>
                    <a:pt x="19450" y="75545"/>
                  </a:lnTo>
                  <a:lnTo>
                    <a:pt x="19032" y="75302"/>
                  </a:lnTo>
                  <a:lnTo>
                    <a:pt x="18852" y="75197"/>
                  </a:lnTo>
                  <a:lnTo>
                    <a:pt x="18195" y="74815"/>
                  </a:lnTo>
                  <a:lnTo>
                    <a:pt x="17931" y="74606"/>
                  </a:lnTo>
                  <a:lnTo>
                    <a:pt x="17635" y="74371"/>
                  </a:lnTo>
                  <a:lnTo>
                    <a:pt x="16979" y="73851"/>
                  </a:lnTo>
                  <a:lnTo>
                    <a:pt x="16896" y="72750"/>
                  </a:lnTo>
                  <a:lnTo>
                    <a:pt x="16879" y="72525"/>
                  </a:lnTo>
                  <a:lnTo>
                    <a:pt x="16861" y="72296"/>
                  </a:lnTo>
                  <a:lnTo>
                    <a:pt x="16850" y="72143"/>
                  </a:lnTo>
                  <a:lnTo>
                    <a:pt x="16801" y="71082"/>
                  </a:lnTo>
                  <a:lnTo>
                    <a:pt x="16786" y="70083"/>
                  </a:lnTo>
                  <a:lnTo>
                    <a:pt x="16403" y="68140"/>
                  </a:lnTo>
                  <a:lnTo>
                    <a:pt x="16339" y="67817"/>
                  </a:lnTo>
                  <a:lnTo>
                    <a:pt x="16246" y="67201"/>
                  </a:lnTo>
                  <a:lnTo>
                    <a:pt x="16217" y="67013"/>
                  </a:lnTo>
                  <a:lnTo>
                    <a:pt x="16163" y="66651"/>
                  </a:lnTo>
                  <a:lnTo>
                    <a:pt x="15963" y="65336"/>
                  </a:lnTo>
                  <a:lnTo>
                    <a:pt x="15638" y="63493"/>
                  </a:lnTo>
                  <a:lnTo>
                    <a:pt x="15586" y="63334"/>
                  </a:lnTo>
                  <a:lnTo>
                    <a:pt x="15102" y="61853"/>
                  </a:lnTo>
                  <a:lnTo>
                    <a:pt x="15027" y="61579"/>
                  </a:lnTo>
                  <a:lnTo>
                    <a:pt x="14452" y="59482"/>
                  </a:lnTo>
                  <a:lnTo>
                    <a:pt x="14169" y="58561"/>
                  </a:lnTo>
                  <a:lnTo>
                    <a:pt x="13990" y="57976"/>
                  </a:lnTo>
                  <a:lnTo>
                    <a:pt x="13775" y="57276"/>
                  </a:lnTo>
                  <a:lnTo>
                    <a:pt x="12580" y="53274"/>
                  </a:lnTo>
                  <a:lnTo>
                    <a:pt x="12427" y="52644"/>
                  </a:lnTo>
                  <a:lnTo>
                    <a:pt x="12194" y="51685"/>
                  </a:lnTo>
                  <a:lnTo>
                    <a:pt x="11657" y="48457"/>
                  </a:lnTo>
                  <a:lnTo>
                    <a:pt x="11316" y="47145"/>
                  </a:lnTo>
                  <a:lnTo>
                    <a:pt x="11238" y="46919"/>
                  </a:lnTo>
                  <a:lnTo>
                    <a:pt x="10949" y="46079"/>
                  </a:lnTo>
                  <a:lnTo>
                    <a:pt x="10213" y="43939"/>
                  </a:lnTo>
                  <a:lnTo>
                    <a:pt x="9574" y="42083"/>
                  </a:lnTo>
                  <a:lnTo>
                    <a:pt x="9223" y="41062"/>
                  </a:lnTo>
                  <a:lnTo>
                    <a:pt x="9127" y="40783"/>
                  </a:lnTo>
                  <a:lnTo>
                    <a:pt x="7460" y="36094"/>
                  </a:lnTo>
                  <a:lnTo>
                    <a:pt x="7357" y="35712"/>
                  </a:lnTo>
                  <a:lnTo>
                    <a:pt x="7291" y="35465"/>
                  </a:lnTo>
                  <a:lnTo>
                    <a:pt x="7102" y="34765"/>
                  </a:lnTo>
                  <a:lnTo>
                    <a:pt x="5882" y="30232"/>
                  </a:lnTo>
                  <a:lnTo>
                    <a:pt x="5478" y="28732"/>
                  </a:lnTo>
                  <a:lnTo>
                    <a:pt x="4292" y="24986"/>
                  </a:lnTo>
                  <a:lnTo>
                    <a:pt x="3557" y="22664"/>
                  </a:lnTo>
                  <a:lnTo>
                    <a:pt x="3022" y="21282"/>
                  </a:lnTo>
                  <a:lnTo>
                    <a:pt x="2547" y="20053"/>
                  </a:lnTo>
                  <a:lnTo>
                    <a:pt x="2482" y="19886"/>
                  </a:lnTo>
                  <a:lnTo>
                    <a:pt x="2176" y="18968"/>
                  </a:lnTo>
                  <a:lnTo>
                    <a:pt x="1796" y="17908"/>
                  </a:lnTo>
                  <a:lnTo>
                    <a:pt x="1535" y="16314"/>
                  </a:lnTo>
                  <a:lnTo>
                    <a:pt x="1481" y="15981"/>
                  </a:lnTo>
                  <a:lnTo>
                    <a:pt x="1082" y="13546"/>
                  </a:lnTo>
                  <a:lnTo>
                    <a:pt x="747" y="10606"/>
                  </a:lnTo>
                  <a:lnTo>
                    <a:pt x="593" y="9252"/>
                  </a:lnTo>
                  <a:lnTo>
                    <a:pt x="395" y="7520"/>
                  </a:lnTo>
                  <a:lnTo>
                    <a:pt x="292" y="6612"/>
                  </a:lnTo>
                  <a:lnTo>
                    <a:pt x="78" y="5107"/>
                  </a:lnTo>
                  <a:lnTo>
                    <a:pt x="65" y="4962"/>
                  </a:lnTo>
                  <a:lnTo>
                    <a:pt x="0" y="4243"/>
                  </a:lnTo>
                  <a:lnTo>
                    <a:pt x="7" y="4026"/>
                  </a:lnTo>
                  <a:lnTo>
                    <a:pt x="20" y="3640"/>
                  </a:lnTo>
                  <a:lnTo>
                    <a:pt x="106" y="3010"/>
                  </a:lnTo>
                  <a:lnTo>
                    <a:pt x="562" y="2032"/>
                  </a:lnTo>
                  <a:lnTo>
                    <a:pt x="733" y="1795"/>
                  </a:lnTo>
                  <a:lnTo>
                    <a:pt x="1729" y="415"/>
                  </a:lnTo>
                  <a:lnTo>
                    <a:pt x="2071" y="0"/>
                  </a:lnTo>
                  <a:lnTo>
                    <a:pt x="3231" y="590"/>
                  </a:lnTo>
                  <a:lnTo>
                    <a:pt x="3568" y="673"/>
                  </a:lnTo>
                  <a:lnTo>
                    <a:pt x="4288" y="849"/>
                  </a:lnTo>
                  <a:lnTo>
                    <a:pt x="4719" y="883"/>
                  </a:lnTo>
                  <a:lnTo>
                    <a:pt x="5295" y="928"/>
                  </a:lnTo>
                  <a:lnTo>
                    <a:pt x="5840" y="971"/>
                  </a:lnTo>
                  <a:lnTo>
                    <a:pt x="6902" y="1055"/>
                  </a:lnTo>
                  <a:lnTo>
                    <a:pt x="10407" y="1375"/>
                  </a:lnTo>
                  <a:lnTo>
                    <a:pt x="11900" y="1512"/>
                  </a:lnTo>
                  <a:lnTo>
                    <a:pt x="13637" y="1671"/>
                  </a:lnTo>
                  <a:lnTo>
                    <a:pt x="14245" y="1726"/>
                  </a:lnTo>
                  <a:lnTo>
                    <a:pt x="15431" y="1835"/>
                  </a:lnTo>
                  <a:lnTo>
                    <a:pt x="15638" y="1854"/>
                  </a:lnTo>
                  <a:lnTo>
                    <a:pt x="17626" y="2036"/>
                  </a:lnTo>
                  <a:lnTo>
                    <a:pt x="18269" y="2096"/>
                  </a:lnTo>
                  <a:lnTo>
                    <a:pt x="19991" y="2256"/>
                  </a:lnTo>
                  <a:lnTo>
                    <a:pt x="23012" y="2537"/>
                  </a:lnTo>
                  <a:lnTo>
                    <a:pt x="23183" y="2553"/>
                  </a:lnTo>
                  <a:lnTo>
                    <a:pt x="23777" y="2602"/>
                  </a:lnTo>
                  <a:lnTo>
                    <a:pt x="24258" y="2641"/>
                  </a:lnTo>
                  <a:lnTo>
                    <a:pt x="26727" y="2843"/>
                  </a:lnTo>
                  <a:lnTo>
                    <a:pt x="26964" y="2862"/>
                  </a:lnTo>
                  <a:lnTo>
                    <a:pt x="28369" y="2969"/>
                  </a:lnTo>
                  <a:lnTo>
                    <a:pt x="29600" y="3063"/>
                  </a:lnTo>
                  <a:lnTo>
                    <a:pt x="32794" y="3305"/>
                  </a:lnTo>
                  <a:lnTo>
                    <a:pt x="33478" y="3357"/>
                  </a:lnTo>
                  <a:lnTo>
                    <a:pt x="36153" y="3526"/>
                  </a:lnTo>
                  <a:lnTo>
                    <a:pt x="36874" y="3571"/>
                  </a:lnTo>
                  <a:lnTo>
                    <a:pt x="37197" y="3631"/>
                  </a:lnTo>
                  <a:lnTo>
                    <a:pt x="37827" y="3750"/>
                  </a:lnTo>
                  <a:lnTo>
                    <a:pt x="39781" y="4116"/>
                  </a:lnTo>
                  <a:lnTo>
                    <a:pt x="40026" y="4184"/>
                  </a:lnTo>
                  <a:lnTo>
                    <a:pt x="40974" y="4445"/>
                  </a:lnTo>
                  <a:lnTo>
                    <a:pt x="44111" y="5310"/>
                  </a:lnTo>
                  <a:lnTo>
                    <a:pt x="43634" y="6063"/>
                  </a:lnTo>
                  <a:lnTo>
                    <a:pt x="46450" y="7254"/>
                  </a:lnTo>
                  <a:lnTo>
                    <a:pt x="47605" y="7742"/>
                  </a:lnTo>
                  <a:lnTo>
                    <a:pt x="48450" y="8266"/>
                  </a:lnTo>
                  <a:lnTo>
                    <a:pt x="48710" y="8428"/>
                  </a:lnTo>
                  <a:lnTo>
                    <a:pt x="48880" y="10656"/>
                  </a:lnTo>
                  <a:lnTo>
                    <a:pt x="49038" y="12714"/>
                  </a:lnTo>
                  <a:lnTo>
                    <a:pt x="49254" y="1320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3" name="pg102"/>
            <p:cNvSpPr/>
            <p:nvPr/>
          </p:nvSpPr>
          <p:spPr>
            <a:xfrm>
              <a:off x="6158254" y="3402074"/>
              <a:ext cx="110074" cy="96101"/>
            </a:xfrm>
            <a:custGeom>
              <a:avLst/>
              <a:pathLst>
                <a:path w="110074" h="96101">
                  <a:moveTo>
                    <a:pt x="105927" y="72841"/>
                  </a:moveTo>
                  <a:lnTo>
                    <a:pt x="104423" y="74233"/>
                  </a:lnTo>
                  <a:lnTo>
                    <a:pt x="101818" y="80088"/>
                  </a:lnTo>
                  <a:lnTo>
                    <a:pt x="103403" y="80908"/>
                  </a:lnTo>
                  <a:lnTo>
                    <a:pt x="102180" y="84606"/>
                  </a:lnTo>
                  <a:lnTo>
                    <a:pt x="103045" y="85142"/>
                  </a:lnTo>
                  <a:lnTo>
                    <a:pt x="102776" y="85828"/>
                  </a:lnTo>
                  <a:lnTo>
                    <a:pt x="102389" y="86693"/>
                  </a:lnTo>
                  <a:lnTo>
                    <a:pt x="100570" y="88214"/>
                  </a:lnTo>
                  <a:lnTo>
                    <a:pt x="98238" y="88011"/>
                  </a:lnTo>
                  <a:lnTo>
                    <a:pt x="96985" y="86723"/>
                  </a:lnTo>
                  <a:lnTo>
                    <a:pt x="95429" y="85560"/>
                  </a:lnTo>
                  <a:lnTo>
                    <a:pt x="95715" y="84898"/>
                  </a:lnTo>
                  <a:lnTo>
                    <a:pt x="93425" y="83753"/>
                  </a:lnTo>
                  <a:lnTo>
                    <a:pt x="93139" y="83091"/>
                  </a:lnTo>
                  <a:lnTo>
                    <a:pt x="92137" y="79190"/>
                  </a:lnTo>
                  <a:lnTo>
                    <a:pt x="91493" y="79226"/>
                  </a:lnTo>
                  <a:lnTo>
                    <a:pt x="91126" y="79058"/>
                  </a:lnTo>
                  <a:lnTo>
                    <a:pt x="87449" y="77975"/>
                  </a:lnTo>
                  <a:lnTo>
                    <a:pt x="85851" y="82803"/>
                  </a:lnTo>
                  <a:lnTo>
                    <a:pt x="85841" y="83012"/>
                  </a:lnTo>
                  <a:lnTo>
                    <a:pt x="86867" y="84248"/>
                  </a:lnTo>
                  <a:lnTo>
                    <a:pt x="87223" y="84475"/>
                  </a:lnTo>
                  <a:lnTo>
                    <a:pt x="84927" y="87159"/>
                  </a:lnTo>
                  <a:lnTo>
                    <a:pt x="83645" y="87964"/>
                  </a:lnTo>
                  <a:lnTo>
                    <a:pt x="81166" y="88896"/>
                  </a:lnTo>
                  <a:lnTo>
                    <a:pt x="78427" y="88277"/>
                  </a:lnTo>
                  <a:lnTo>
                    <a:pt x="76414" y="88322"/>
                  </a:lnTo>
                  <a:lnTo>
                    <a:pt x="75237" y="89131"/>
                  </a:lnTo>
                  <a:lnTo>
                    <a:pt x="74267" y="89798"/>
                  </a:lnTo>
                  <a:lnTo>
                    <a:pt x="73290" y="89208"/>
                  </a:lnTo>
                  <a:lnTo>
                    <a:pt x="71896" y="88366"/>
                  </a:lnTo>
                  <a:lnTo>
                    <a:pt x="71705" y="89270"/>
                  </a:lnTo>
                  <a:lnTo>
                    <a:pt x="70733" y="93868"/>
                  </a:lnTo>
                  <a:lnTo>
                    <a:pt x="66328" y="93722"/>
                  </a:lnTo>
                  <a:lnTo>
                    <a:pt x="63532" y="85682"/>
                  </a:lnTo>
                  <a:lnTo>
                    <a:pt x="67767" y="82880"/>
                  </a:lnTo>
                  <a:lnTo>
                    <a:pt x="65097" y="74321"/>
                  </a:lnTo>
                  <a:lnTo>
                    <a:pt x="60311" y="63855"/>
                  </a:lnTo>
                  <a:lnTo>
                    <a:pt x="60013" y="63705"/>
                  </a:lnTo>
                  <a:lnTo>
                    <a:pt x="57176" y="69303"/>
                  </a:lnTo>
                  <a:lnTo>
                    <a:pt x="54731" y="70943"/>
                  </a:lnTo>
                  <a:lnTo>
                    <a:pt x="51981" y="67379"/>
                  </a:lnTo>
                  <a:lnTo>
                    <a:pt x="43660" y="80208"/>
                  </a:lnTo>
                  <a:lnTo>
                    <a:pt x="45121" y="82951"/>
                  </a:lnTo>
                  <a:lnTo>
                    <a:pt x="45479" y="85456"/>
                  </a:lnTo>
                  <a:lnTo>
                    <a:pt x="45509" y="86022"/>
                  </a:lnTo>
                  <a:lnTo>
                    <a:pt x="46135" y="93328"/>
                  </a:lnTo>
                  <a:lnTo>
                    <a:pt x="40857" y="96101"/>
                  </a:lnTo>
                  <a:lnTo>
                    <a:pt x="39000" y="92461"/>
                  </a:lnTo>
                  <a:lnTo>
                    <a:pt x="38621" y="91718"/>
                  </a:lnTo>
                  <a:lnTo>
                    <a:pt x="36695" y="91595"/>
                  </a:lnTo>
                  <a:lnTo>
                    <a:pt x="33969" y="91420"/>
                  </a:lnTo>
                  <a:lnTo>
                    <a:pt x="33223" y="89362"/>
                  </a:lnTo>
                  <a:lnTo>
                    <a:pt x="35658" y="88050"/>
                  </a:lnTo>
                  <a:lnTo>
                    <a:pt x="30012" y="71617"/>
                  </a:lnTo>
                  <a:lnTo>
                    <a:pt x="26497" y="70596"/>
                  </a:lnTo>
                  <a:lnTo>
                    <a:pt x="25056" y="66625"/>
                  </a:lnTo>
                  <a:lnTo>
                    <a:pt x="24728" y="65722"/>
                  </a:lnTo>
                  <a:lnTo>
                    <a:pt x="24512" y="65234"/>
                  </a:lnTo>
                  <a:lnTo>
                    <a:pt x="24354" y="63176"/>
                  </a:lnTo>
                  <a:lnTo>
                    <a:pt x="24184" y="60948"/>
                  </a:lnTo>
                  <a:lnTo>
                    <a:pt x="23924" y="60786"/>
                  </a:lnTo>
                  <a:lnTo>
                    <a:pt x="23079" y="60262"/>
                  </a:lnTo>
                  <a:lnTo>
                    <a:pt x="21924" y="59774"/>
                  </a:lnTo>
                  <a:lnTo>
                    <a:pt x="19108" y="58583"/>
                  </a:lnTo>
                  <a:lnTo>
                    <a:pt x="19585" y="57830"/>
                  </a:lnTo>
                  <a:lnTo>
                    <a:pt x="19794" y="57500"/>
                  </a:lnTo>
                  <a:lnTo>
                    <a:pt x="21687" y="54515"/>
                  </a:lnTo>
                  <a:lnTo>
                    <a:pt x="22431" y="53911"/>
                  </a:lnTo>
                  <a:lnTo>
                    <a:pt x="22978" y="53764"/>
                  </a:lnTo>
                  <a:lnTo>
                    <a:pt x="22898" y="52408"/>
                  </a:lnTo>
                  <a:lnTo>
                    <a:pt x="22721" y="52045"/>
                  </a:lnTo>
                  <a:lnTo>
                    <a:pt x="22206" y="50072"/>
                  </a:lnTo>
                  <a:lnTo>
                    <a:pt x="21804" y="48534"/>
                  </a:lnTo>
                  <a:lnTo>
                    <a:pt x="19463" y="48487"/>
                  </a:lnTo>
                  <a:lnTo>
                    <a:pt x="19296" y="48410"/>
                  </a:lnTo>
                  <a:lnTo>
                    <a:pt x="18878" y="47790"/>
                  </a:lnTo>
                  <a:lnTo>
                    <a:pt x="21841" y="47142"/>
                  </a:lnTo>
                  <a:lnTo>
                    <a:pt x="22779" y="47067"/>
                  </a:lnTo>
                  <a:lnTo>
                    <a:pt x="23639" y="46999"/>
                  </a:lnTo>
                  <a:lnTo>
                    <a:pt x="25427" y="45828"/>
                  </a:lnTo>
                  <a:lnTo>
                    <a:pt x="25296" y="44669"/>
                  </a:lnTo>
                  <a:lnTo>
                    <a:pt x="25638" y="44473"/>
                  </a:lnTo>
                  <a:lnTo>
                    <a:pt x="28161" y="43021"/>
                  </a:lnTo>
                  <a:lnTo>
                    <a:pt x="27897" y="42668"/>
                  </a:lnTo>
                  <a:lnTo>
                    <a:pt x="25477" y="39428"/>
                  </a:lnTo>
                  <a:lnTo>
                    <a:pt x="25093" y="38793"/>
                  </a:lnTo>
                  <a:lnTo>
                    <a:pt x="23070" y="35442"/>
                  </a:lnTo>
                  <a:lnTo>
                    <a:pt x="22934" y="35217"/>
                  </a:lnTo>
                  <a:lnTo>
                    <a:pt x="22605" y="35399"/>
                  </a:lnTo>
                  <a:lnTo>
                    <a:pt x="21827" y="35828"/>
                  </a:lnTo>
                  <a:lnTo>
                    <a:pt x="21316" y="36111"/>
                  </a:lnTo>
                  <a:lnTo>
                    <a:pt x="16900" y="38549"/>
                  </a:lnTo>
                  <a:lnTo>
                    <a:pt x="16548" y="38614"/>
                  </a:lnTo>
                  <a:lnTo>
                    <a:pt x="13910" y="33655"/>
                  </a:lnTo>
                  <a:lnTo>
                    <a:pt x="14383" y="33370"/>
                  </a:lnTo>
                  <a:lnTo>
                    <a:pt x="14232" y="33136"/>
                  </a:lnTo>
                  <a:lnTo>
                    <a:pt x="14002" y="32779"/>
                  </a:lnTo>
                  <a:lnTo>
                    <a:pt x="13761" y="32406"/>
                  </a:lnTo>
                  <a:lnTo>
                    <a:pt x="12371" y="30173"/>
                  </a:lnTo>
                  <a:lnTo>
                    <a:pt x="10777" y="27613"/>
                  </a:lnTo>
                  <a:lnTo>
                    <a:pt x="7447" y="22265"/>
                  </a:lnTo>
                  <a:lnTo>
                    <a:pt x="7296" y="22023"/>
                  </a:lnTo>
                  <a:lnTo>
                    <a:pt x="7015" y="21495"/>
                  </a:lnTo>
                  <a:lnTo>
                    <a:pt x="5379" y="18431"/>
                  </a:lnTo>
                  <a:lnTo>
                    <a:pt x="5190" y="18150"/>
                  </a:lnTo>
                  <a:lnTo>
                    <a:pt x="3255" y="15272"/>
                  </a:lnTo>
                  <a:lnTo>
                    <a:pt x="2745" y="14513"/>
                  </a:lnTo>
                  <a:lnTo>
                    <a:pt x="2641" y="14360"/>
                  </a:lnTo>
                  <a:lnTo>
                    <a:pt x="2487" y="14100"/>
                  </a:lnTo>
                  <a:lnTo>
                    <a:pt x="1984" y="13254"/>
                  </a:lnTo>
                  <a:lnTo>
                    <a:pt x="1866" y="13048"/>
                  </a:lnTo>
                  <a:lnTo>
                    <a:pt x="929" y="11423"/>
                  </a:lnTo>
                  <a:lnTo>
                    <a:pt x="801" y="11201"/>
                  </a:lnTo>
                  <a:lnTo>
                    <a:pt x="0" y="9730"/>
                  </a:lnTo>
                  <a:lnTo>
                    <a:pt x="5776" y="6236"/>
                  </a:lnTo>
                  <a:lnTo>
                    <a:pt x="5702" y="5845"/>
                  </a:lnTo>
                  <a:lnTo>
                    <a:pt x="4797" y="4371"/>
                  </a:lnTo>
                  <a:lnTo>
                    <a:pt x="7768" y="2505"/>
                  </a:lnTo>
                  <a:lnTo>
                    <a:pt x="11759" y="0"/>
                  </a:lnTo>
                  <a:lnTo>
                    <a:pt x="11977" y="367"/>
                  </a:lnTo>
                  <a:lnTo>
                    <a:pt x="12481" y="1214"/>
                  </a:lnTo>
                  <a:lnTo>
                    <a:pt x="12664" y="1520"/>
                  </a:lnTo>
                  <a:lnTo>
                    <a:pt x="12925" y="1959"/>
                  </a:lnTo>
                  <a:lnTo>
                    <a:pt x="13206" y="2432"/>
                  </a:lnTo>
                  <a:lnTo>
                    <a:pt x="15227" y="5747"/>
                  </a:lnTo>
                  <a:lnTo>
                    <a:pt x="17163" y="8924"/>
                  </a:lnTo>
                  <a:lnTo>
                    <a:pt x="18533" y="11173"/>
                  </a:lnTo>
                  <a:lnTo>
                    <a:pt x="19823" y="13289"/>
                  </a:lnTo>
                  <a:lnTo>
                    <a:pt x="20165" y="13850"/>
                  </a:lnTo>
                  <a:lnTo>
                    <a:pt x="20385" y="14206"/>
                  </a:lnTo>
                  <a:lnTo>
                    <a:pt x="20618" y="14583"/>
                  </a:lnTo>
                  <a:lnTo>
                    <a:pt x="21586" y="16152"/>
                  </a:lnTo>
                  <a:lnTo>
                    <a:pt x="21846" y="16013"/>
                  </a:lnTo>
                  <a:lnTo>
                    <a:pt x="23140" y="15322"/>
                  </a:lnTo>
                  <a:lnTo>
                    <a:pt x="26135" y="13722"/>
                  </a:lnTo>
                  <a:lnTo>
                    <a:pt x="28742" y="12224"/>
                  </a:lnTo>
                  <a:lnTo>
                    <a:pt x="29454" y="11813"/>
                  </a:lnTo>
                  <a:lnTo>
                    <a:pt x="31712" y="10507"/>
                  </a:lnTo>
                  <a:lnTo>
                    <a:pt x="33622" y="9407"/>
                  </a:lnTo>
                  <a:lnTo>
                    <a:pt x="33861" y="9269"/>
                  </a:lnTo>
                  <a:lnTo>
                    <a:pt x="35323" y="8381"/>
                  </a:lnTo>
                  <a:lnTo>
                    <a:pt x="36428" y="7710"/>
                  </a:lnTo>
                  <a:lnTo>
                    <a:pt x="37657" y="7014"/>
                  </a:lnTo>
                  <a:lnTo>
                    <a:pt x="38636" y="6449"/>
                  </a:lnTo>
                  <a:lnTo>
                    <a:pt x="39250" y="6076"/>
                  </a:lnTo>
                  <a:lnTo>
                    <a:pt x="39598" y="5865"/>
                  </a:lnTo>
                  <a:lnTo>
                    <a:pt x="39744" y="5751"/>
                  </a:lnTo>
                  <a:lnTo>
                    <a:pt x="41234" y="7476"/>
                  </a:lnTo>
                  <a:lnTo>
                    <a:pt x="41482" y="7614"/>
                  </a:lnTo>
                  <a:lnTo>
                    <a:pt x="41386" y="8626"/>
                  </a:lnTo>
                  <a:lnTo>
                    <a:pt x="41345" y="9055"/>
                  </a:lnTo>
                  <a:lnTo>
                    <a:pt x="41053" y="9467"/>
                  </a:lnTo>
                  <a:lnTo>
                    <a:pt x="41273" y="10284"/>
                  </a:lnTo>
                  <a:lnTo>
                    <a:pt x="41554" y="11327"/>
                  </a:lnTo>
                  <a:lnTo>
                    <a:pt x="41206" y="12119"/>
                  </a:lnTo>
                  <a:lnTo>
                    <a:pt x="41077" y="12413"/>
                  </a:lnTo>
                  <a:lnTo>
                    <a:pt x="41189" y="12676"/>
                  </a:lnTo>
                  <a:lnTo>
                    <a:pt x="41351" y="13057"/>
                  </a:lnTo>
                  <a:lnTo>
                    <a:pt x="42364" y="15126"/>
                  </a:lnTo>
                  <a:lnTo>
                    <a:pt x="42919" y="16259"/>
                  </a:lnTo>
                  <a:lnTo>
                    <a:pt x="43160" y="17366"/>
                  </a:lnTo>
                  <a:lnTo>
                    <a:pt x="41816" y="17651"/>
                  </a:lnTo>
                  <a:lnTo>
                    <a:pt x="40827" y="17860"/>
                  </a:lnTo>
                  <a:lnTo>
                    <a:pt x="40855" y="18157"/>
                  </a:lnTo>
                  <a:lnTo>
                    <a:pt x="41941" y="20349"/>
                  </a:lnTo>
                  <a:lnTo>
                    <a:pt x="42229" y="20930"/>
                  </a:lnTo>
                  <a:lnTo>
                    <a:pt x="42324" y="21123"/>
                  </a:lnTo>
                  <a:lnTo>
                    <a:pt x="43442" y="24209"/>
                  </a:lnTo>
                  <a:lnTo>
                    <a:pt x="43666" y="24826"/>
                  </a:lnTo>
                  <a:lnTo>
                    <a:pt x="44075" y="24724"/>
                  </a:lnTo>
                  <a:lnTo>
                    <a:pt x="44017" y="25324"/>
                  </a:lnTo>
                  <a:lnTo>
                    <a:pt x="43990" y="25609"/>
                  </a:lnTo>
                  <a:lnTo>
                    <a:pt x="43978" y="26294"/>
                  </a:lnTo>
                  <a:lnTo>
                    <a:pt x="43172" y="26337"/>
                  </a:lnTo>
                  <a:lnTo>
                    <a:pt x="42805" y="26441"/>
                  </a:lnTo>
                  <a:lnTo>
                    <a:pt x="43500" y="27505"/>
                  </a:lnTo>
                  <a:lnTo>
                    <a:pt x="43743" y="27877"/>
                  </a:lnTo>
                  <a:lnTo>
                    <a:pt x="43945" y="28384"/>
                  </a:lnTo>
                  <a:lnTo>
                    <a:pt x="44109" y="28796"/>
                  </a:lnTo>
                  <a:lnTo>
                    <a:pt x="44173" y="28954"/>
                  </a:lnTo>
                  <a:lnTo>
                    <a:pt x="44417" y="29566"/>
                  </a:lnTo>
                  <a:lnTo>
                    <a:pt x="44575" y="30632"/>
                  </a:lnTo>
                  <a:lnTo>
                    <a:pt x="44913" y="32909"/>
                  </a:lnTo>
                  <a:lnTo>
                    <a:pt x="45302" y="32730"/>
                  </a:lnTo>
                  <a:lnTo>
                    <a:pt x="48552" y="31238"/>
                  </a:lnTo>
                  <a:lnTo>
                    <a:pt x="50683" y="30368"/>
                  </a:lnTo>
                  <a:lnTo>
                    <a:pt x="51276" y="30061"/>
                  </a:lnTo>
                  <a:lnTo>
                    <a:pt x="51590" y="29899"/>
                  </a:lnTo>
                  <a:lnTo>
                    <a:pt x="56287" y="28284"/>
                  </a:lnTo>
                  <a:lnTo>
                    <a:pt x="56958" y="33204"/>
                  </a:lnTo>
                  <a:lnTo>
                    <a:pt x="58747" y="35515"/>
                  </a:lnTo>
                  <a:lnTo>
                    <a:pt x="64288" y="36712"/>
                  </a:lnTo>
                  <a:lnTo>
                    <a:pt x="77664" y="40021"/>
                  </a:lnTo>
                  <a:lnTo>
                    <a:pt x="79096" y="40432"/>
                  </a:lnTo>
                  <a:lnTo>
                    <a:pt x="82083" y="41699"/>
                  </a:lnTo>
                  <a:lnTo>
                    <a:pt x="84723" y="43792"/>
                  </a:lnTo>
                  <a:lnTo>
                    <a:pt x="85955" y="45571"/>
                  </a:lnTo>
                  <a:lnTo>
                    <a:pt x="89240" y="48220"/>
                  </a:lnTo>
                  <a:lnTo>
                    <a:pt x="90493" y="47594"/>
                  </a:lnTo>
                  <a:lnTo>
                    <a:pt x="95950" y="54885"/>
                  </a:lnTo>
                  <a:lnTo>
                    <a:pt x="96844" y="56361"/>
                  </a:lnTo>
                  <a:lnTo>
                    <a:pt x="94014" y="58558"/>
                  </a:lnTo>
                  <a:lnTo>
                    <a:pt x="94117" y="59158"/>
                  </a:lnTo>
                  <a:lnTo>
                    <a:pt x="103248" y="58564"/>
                  </a:lnTo>
                  <a:lnTo>
                    <a:pt x="106095" y="58426"/>
                  </a:lnTo>
                  <a:lnTo>
                    <a:pt x="109401" y="58330"/>
                  </a:lnTo>
                  <a:lnTo>
                    <a:pt x="110074" y="62595"/>
                  </a:lnTo>
                  <a:lnTo>
                    <a:pt x="107502" y="7043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4" name="pg103"/>
            <p:cNvSpPr/>
            <p:nvPr/>
          </p:nvSpPr>
          <p:spPr>
            <a:xfrm>
              <a:off x="5074915" y="3481338"/>
              <a:ext cx="44756" cy="55343"/>
            </a:xfrm>
            <a:custGeom>
              <a:avLst/>
              <a:pathLst>
                <a:path w="44756" h="55343">
                  <a:moveTo>
                    <a:pt x="28314" y="2682"/>
                  </a:moveTo>
                  <a:lnTo>
                    <a:pt x="28041" y="4647"/>
                  </a:lnTo>
                  <a:lnTo>
                    <a:pt x="28117" y="5343"/>
                  </a:lnTo>
                  <a:lnTo>
                    <a:pt x="28142" y="5572"/>
                  </a:lnTo>
                  <a:lnTo>
                    <a:pt x="28127" y="5930"/>
                  </a:lnTo>
                  <a:lnTo>
                    <a:pt x="28281" y="7155"/>
                  </a:lnTo>
                  <a:lnTo>
                    <a:pt x="28422" y="8283"/>
                  </a:lnTo>
                  <a:lnTo>
                    <a:pt x="28703" y="10520"/>
                  </a:lnTo>
                  <a:lnTo>
                    <a:pt x="28932" y="12065"/>
                  </a:lnTo>
                  <a:lnTo>
                    <a:pt x="29380" y="12874"/>
                  </a:lnTo>
                  <a:lnTo>
                    <a:pt x="29713" y="13614"/>
                  </a:lnTo>
                  <a:lnTo>
                    <a:pt x="29993" y="13348"/>
                  </a:lnTo>
                  <a:lnTo>
                    <a:pt x="30894" y="12490"/>
                  </a:lnTo>
                  <a:lnTo>
                    <a:pt x="32004" y="11013"/>
                  </a:lnTo>
                  <a:lnTo>
                    <a:pt x="32154" y="10840"/>
                  </a:lnTo>
                  <a:lnTo>
                    <a:pt x="32403" y="10554"/>
                  </a:lnTo>
                  <a:lnTo>
                    <a:pt x="32556" y="10378"/>
                  </a:lnTo>
                  <a:lnTo>
                    <a:pt x="33219" y="9617"/>
                  </a:lnTo>
                  <a:lnTo>
                    <a:pt x="34014" y="10129"/>
                  </a:lnTo>
                  <a:lnTo>
                    <a:pt x="34650" y="10539"/>
                  </a:lnTo>
                  <a:lnTo>
                    <a:pt x="36794" y="11949"/>
                  </a:lnTo>
                  <a:lnTo>
                    <a:pt x="37079" y="12157"/>
                  </a:lnTo>
                  <a:lnTo>
                    <a:pt x="37456" y="12432"/>
                  </a:lnTo>
                  <a:lnTo>
                    <a:pt x="37160" y="13909"/>
                  </a:lnTo>
                  <a:lnTo>
                    <a:pt x="36910" y="14840"/>
                  </a:lnTo>
                  <a:lnTo>
                    <a:pt x="36660" y="15770"/>
                  </a:lnTo>
                  <a:lnTo>
                    <a:pt x="36376" y="17128"/>
                  </a:lnTo>
                  <a:lnTo>
                    <a:pt x="35353" y="19733"/>
                  </a:lnTo>
                  <a:lnTo>
                    <a:pt x="33656" y="22777"/>
                  </a:lnTo>
                  <a:lnTo>
                    <a:pt x="36484" y="24507"/>
                  </a:lnTo>
                  <a:lnTo>
                    <a:pt x="39615" y="20526"/>
                  </a:lnTo>
                  <a:lnTo>
                    <a:pt x="40256" y="18379"/>
                  </a:lnTo>
                  <a:lnTo>
                    <a:pt x="40878" y="14349"/>
                  </a:lnTo>
                  <a:lnTo>
                    <a:pt x="40909" y="14180"/>
                  </a:lnTo>
                  <a:lnTo>
                    <a:pt x="41054" y="13392"/>
                  </a:lnTo>
                  <a:lnTo>
                    <a:pt x="41618" y="11781"/>
                  </a:lnTo>
                  <a:lnTo>
                    <a:pt x="42581" y="9538"/>
                  </a:lnTo>
                  <a:lnTo>
                    <a:pt x="43416" y="7560"/>
                  </a:lnTo>
                  <a:lnTo>
                    <a:pt x="44196" y="7949"/>
                  </a:lnTo>
                  <a:lnTo>
                    <a:pt x="44559" y="8317"/>
                  </a:lnTo>
                  <a:lnTo>
                    <a:pt x="44756" y="9045"/>
                  </a:lnTo>
                  <a:lnTo>
                    <a:pt x="44746" y="9201"/>
                  </a:lnTo>
                  <a:lnTo>
                    <a:pt x="44737" y="9338"/>
                  </a:lnTo>
                  <a:lnTo>
                    <a:pt x="44706" y="9814"/>
                  </a:lnTo>
                  <a:lnTo>
                    <a:pt x="44685" y="10136"/>
                  </a:lnTo>
                  <a:lnTo>
                    <a:pt x="44124" y="11317"/>
                  </a:lnTo>
                  <a:lnTo>
                    <a:pt x="43430" y="13163"/>
                  </a:lnTo>
                  <a:lnTo>
                    <a:pt x="43010" y="14095"/>
                  </a:lnTo>
                  <a:lnTo>
                    <a:pt x="42833" y="14628"/>
                  </a:lnTo>
                  <a:lnTo>
                    <a:pt x="42672" y="15197"/>
                  </a:lnTo>
                  <a:lnTo>
                    <a:pt x="42450" y="16003"/>
                  </a:lnTo>
                  <a:lnTo>
                    <a:pt x="42481" y="16755"/>
                  </a:lnTo>
                  <a:lnTo>
                    <a:pt x="42472" y="17310"/>
                  </a:lnTo>
                  <a:lnTo>
                    <a:pt x="42216" y="18258"/>
                  </a:lnTo>
                  <a:lnTo>
                    <a:pt x="41923" y="18962"/>
                  </a:lnTo>
                  <a:lnTo>
                    <a:pt x="41361" y="20809"/>
                  </a:lnTo>
                  <a:lnTo>
                    <a:pt x="41491" y="21873"/>
                  </a:lnTo>
                  <a:lnTo>
                    <a:pt x="41528" y="22169"/>
                  </a:lnTo>
                  <a:lnTo>
                    <a:pt x="41647" y="23839"/>
                  </a:lnTo>
                  <a:lnTo>
                    <a:pt x="41384" y="25369"/>
                  </a:lnTo>
                  <a:lnTo>
                    <a:pt x="40955" y="27871"/>
                  </a:lnTo>
                  <a:lnTo>
                    <a:pt x="39401" y="31198"/>
                  </a:lnTo>
                  <a:lnTo>
                    <a:pt x="38799" y="32900"/>
                  </a:lnTo>
                  <a:lnTo>
                    <a:pt x="37596" y="35629"/>
                  </a:lnTo>
                  <a:lnTo>
                    <a:pt x="36186" y="38375"/>
                  </a:lnTo>
                  <a:lnTo>
                    <a:pt x="35306" y="40641"/>
                  </a:lnTo>
                  <a:lnTo>
                    <a:pt x="35176" y="40974"/>
                  </a:lnTo>
                  <a:lnTo>
                    <a:pt x="33525" y="45216"/>
                  </a:lnTo>
                  <a:lnTo>
                    <a:pt x="33439" y="45438"/>
                  </a:lnTo>
                  <a:lnTo>
                    <a:pt x="33267" y="46220"/>
                  </a:lnTo>
                  <a:lnTo>
                    <a:pt x="31522" y="46966"/>
                  </a:lnTo>
                  <a:lnTo>
                    <a:pt x="30881" y="50186"/>
                  </a:lnTo>
                  <a:lnTo>
                    <a:pt x="30568" y="51051"/>
                  </a:lnTo>
                  <a:lnTo>
                    <a:pt x="29897" y="52467"/>
                  </a:lnTo>
                  <a:lnTo>
                    <a:pt x="29367" y="54212"/>
                  </a:lnTo>
                  <a:lnTo>
                    <a:pt x="29242" y="54359"/>
                  </a:lnTo>
                  <a:lnTo>
                    <a:pt x="28083" y="55113"/>
                  </a:lnTo>
                  <a:lnTo>
                    <a:pt x="27726" y="55343"/>
                  </a:lnTo>
                  <a:lnTo>
                    <a:pt x="26301" y="54690"/>
                  </a:lnTo>
                  <a:lnTo>
                    <a:pt x="23918" y="53017"/>
                  </a:lnTo>
                  <a:lnTo>
                    <a:pt x="22861" y="53173"/>
                  </a:lnTo>
                  <a:lnTo>
                    <a:pt x="22622" y="53270"/>
                  </a:lnTo>
                  <a:lnTo>
                    <a:pt x="20899" y="54000"/>
                  </a:lnTo>
                  <a:lnTo>
                    <a:pt x="18933" y="54546"/>
                  </a:lnTo>
                  <a:lnTo>
                    <a:pt x="16410" y="53168"/>
                  </a:lnTo>
                  <a:lnTo>
                    <a:pt x="16060" y="53066"/>
                  </a:lnTo>
                  <a:lnTo>
                    <a:pt x="13898" y="52434"/>
                  </a:lnTo>
                  <a:lnTo>
                    <a:pt x="10996" y="51532"/>
                  </a:lnTo>
                  <a:lnTo>
                    <a:pt x="10816" y="51330"/>
                  </a:lnTo>
                  <a:lnTo>
                    <a:pt x="8549" y="48787"/>
                  </a:lnTo>
                  <a:lnTo>
                    <a:pt x="5760" y="48509"/>
                  </a:lnTo>
                  <a:lnTo>
                    <a:pt x="4402" y="48374"/>
                  </a:lnTo>
                  <a:lnTo>
                    <a:pt x="0" y="46881"/>
                  </a:lnTo>
                  <a:lnTo>
                    <a:pt x="1743" y="43464"/>
                  </a:lnTo>
                  <a:lnTo>
                    <a:pt x="2153" y="42662"/>
                  </a:lnTo>
                  <a:lnTo>
                    <a:pt x="3755" y="40238"/>
                  </a:lnTo>
                  <a:lnTo>
                    <a:pt x="4252" y="37971"/>
                  </a:lnTo>
                  <a:lnTo>
                    <a:pt x="3438" y="34968"/>
                  </a:lnTo>
                  <a:lnTo>
                    <a:pt x="4513" y="32616"/>
                  </a:lnTo>
                  <a:lnTo>
                    <a:pt x="8925" y="30942"/>
                  </a:lnTo>
                  <a:lnTo>
                    <a:pt x="9670" y="30624"/>
                  </a:lnTo>
                  <a:lnTo>
                    <a:pt x="8813" y="29170"/>
                  </a:lnTo>
                  <a:lnTo>
                    <a:pt x="7778" y="28625"/>
                  </a:lnTo>
                  <a:lnTo>
                    <a:pt x="6688" y="28052"/>
                  </a:lnTo>
                  <a:lnTo>
                    <a:pt x="5943" y="26337"/>
                  </a:lnTo>
                  <a:lnTo>
                    <a:pt x="4619" y="21853"/>
                  </a:lnTo>
                  <a:lnTo>
                    <a:pt x="5902" y="18215"/>
                  </a:lnTo>
                  <a:lnTo>
                    <a:pt x="8026" y="18065"/>
                  </a:lnTo>
                  <a:lnTo>
                    <a:pt x="11328" y="8377"/>
                  </a:lnTo>
                  <a:lnTo>
                    <a:pt x="15231" y="9106"/>
                  </a:lnTo>
                  <a:lnTo>
                    <a:pt x="15602" y="9083"/>
                  </a:lnTo>
                  <a:lnTo>
                    <a:pt x="16418" y="9033"/>
                  </a:lnTo>
                  <a:lnTo>
                    <a:pt x="18619" y="9074"/>
                  </a:lnTo>
                  <a:lnTo>
                    <a:pt x="19958" y="9228"/>
                  </a:lnTo>
                  <a:lnTo>
                    <a:pt x="23561" y="9783"/>
                  </a:lnTo>
                  <a:lnTo>
                    <a:pt x="23665" y="7916"/>
                  </a:lnTo>
                  <a:lnTo>
                    <a:pt x="23686" y="7528"/>
                  </a:lnTo>
                  <a:lnTo>
                    <a:pt x="23708" y="7140"/>
                  </a:lnTo>
                  <a:lnTo>
                    <a:pt x="23782" y="5008"/>
                  </a:lnTo>
                  <a:lnTo>
                    <a:pt x="24066" y="4576"/>
                  </a:lnTo>
                  <a:lnTo>
                    <a:pt x="24133" y="4107"/>
                  </a:lnTo>
                  <a:lnTo>
                    <a:pt x="24166" y="3874"/>
                  </a:lnTo>
                  <a:lnTo>
                    <a:pt x="24304" y="2906"/>
                  </a:lnTo>
                  <a:lnTo>
                    <a:pt x="25831" y="3513"/>
                  </a:lnTo>
                  <a:lnTo>
                    <a:pt x="26085" y="3161"/>
                  </a:lnTo>
                  <a:lnTo>
                    <a:pt x="26622" y="1454"/>
                  </a:lnTo>
                  <a:lnTo>
                    <a:pt x="25794" y="671"/>
                  </a:lnTo>
                  <a:lnTo>
                    <a:pt x="25568" y="458"/>
                  </a:lnTo>
                  <a:lnTo>
                    <a:pt x="25800" y="359"/>
                  </a:lnTo>
                  <a:lnTo>
                    <a:pt x="27126" y="222"/>
                  </a:lnTo>
                  <a:lnTo>
                    <a:pt x="27391" y="195"/>
                  </a:lnTo>
                  <a:lnTo>
                    <a:pt x="29085" y="20"/>
                  </a:lnTo>
                  <a:lnTo>
                    <a:pt x="29289" y="0"/>
                  </a:lnTo>
                  <a:lnTo>
                    <a:pt x="29214" y="178"/>
                  </a:lnTo>
                  <a:lnTo>
                    <a:pt x="29104" y="442"/>
                  </a:lnTo>
                  <a:lnTo>
                    <a:pt x="28708" y="139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5" name="pg104"/>
            <p:cNvSpPr/>
            <p:nvPr/>
          </p:nvSpPr>
          <p:spPr>
            <a:xfrm>
              <a:off x="5267450" y="3502764"/>
              <a:ext cx="67840" cy="97227"/>
            </a:xfrm>
            <a:custGeom>
              <a:avLst/>
              <a:pathLst>
                <a:path w="67840" h="97227">
                  <a:moveTo>
                    <a:pt x="24261" y="96037"/>
                  </a:moveTo>
                  <a:lnTo>
                    <a:pt x="21948" y="97227"/>
                  </a:lnTo>
                  <a:lnTo>
                    <a:pt x="20498" y="94999"/>
                  </a:lnTo>
                  <a:lnTo>
                    <a:pt x="20387" y="94829"/>
                  </a:lnTo>
                  <a:lnTo>
                    <a:pt x="17994" y="96399"/>
                  </a:lnTo>
                  <a:lnTo>
                    <a:pt x="16670" y="95612"/>
                  </a:lnTo>
                  <a:lnTo>
                    <a:pt x="15510" y="96610"/>
                  </a:lnTo>
                  <a:lnTo>
                    <a:pt x="15203" y="96171"/>
                  </a:lnTo>
                  <a:lnTo>
                    <a:pt x="14973" y="95841"/>
                  </a:lnTo>
                  <a:lnTo>
                    <a:pt x="14723" y="94123"/>
                  </a:lnTo>
                  <a:lnTo>
                    <a:pt x="13723" y="85485"/>
                  </a:lnTo>
                  <a:lnTo>
                    <a:pt x="13639" y="84733"/>
                  </a:lnTo>
                  <a:lnTo>
                    <a:pt x="13313" y="81833"/>
                  </a:lnTo>
                  <a:lnTo>
                    <a:pt x="12361" y="72483"/>
                  </a:lnTo>
                  <a:lnTo>
                    <a:pt x="12170" y="71386"/>
                  </a:lnTo>
                  <a:lnTo>
                    <a:pt x="12011" y="71091"/>
                  </a:lnTo>
                  <a:lnTo>
                    <a:pt x="11009" y="69232"/>
                  </a:lnTo>
                  <a:lnTo>
                    <a:pt x="8377" y="64349"/>
                  </a:lnTo>
                  <a:lnTo>
                    <a:pt x="6353" y="60698"/>
                  </a:lnTo>
                  <a:lnTo>
                    <a:pt x="3775" y="56047"/>
                  </a:lnTo>
                  <a:lnTo>
                    <a:pt x="1592" y="52111"/>
                  </a:lnTo>
                  <a:lnTo>
                    <a:pt x="1001" y="50769"/>
                  </a:lnTo>
                  <a:lnTo>
                    <a:pt x="447" y="48425"/>
                  </a:lnTo>
                  <a:lnTo>
                    <a:pt x="0" y="46672"/>
                  </a:lnTo>
                  <a:lnTo>
                    <a:pt x="71" y="45652"/>
                  </a:lnTo>
                  <a:lnTo>
                    <a:pt x="263" y="45142"/>
                  </a:lnTo>
                  <a:lnTo>
                    <a:pt x="412" y="44907"/>
                  </a:lnTo>
                  <a:lnTo>
                    <a:pt x="1229" y="44055"/>
                  </a:lnTo>
                  <a:lnTo>
                    <a:pt x="1814" y="43446"/>
                  </a:lnTo>
                  <a:lnTo>
                    <a:pt x="3155" y="41478"/>
                  </a:lnTo>
                  <a:lnTo>
                    <a:pt x="4020" y="39778"/>
                  </a:lnTo>
                  <a:lnTo>
                    <a:pt x="5064" y="37124"/>
                  </a:lnTo>
                  <a:lnTo>
                    <a:pt x="6406" y="34202"/>
                  </a:lnTo>
                  <a:lnTo>
                    <a:pt x="6771" y="32624"/>
                  </a:lnTo>
                  <a:lnTo>
                    <a:pt x="6904" y="29234"/>
                  </a:lnTo>
                  <a:lnTo>
                    <a:pt x="7118" y="28005"/>
                  </a:lnTo>
                  <a:lnTo>
                    <a:pt x="7424" y="27457"/>
                  </a:lnTo>
                  <a:lnTo>
                    <a:pt x="12759" y="19960"/>
                  </a:lnTo>
                  <a:lnTo>
                    <a:pt x="14393" y="17679"/>
                  </a:lnTo>
                  <a:lnTo>
                    <a:pt x="17744" y="13005"/>
                  </a:lnTo>
                  <a:lnTo>
                    <a:pt x="18759" y="11704"/>
                  </a:lnTo>
                  <a:lnTo>
                    <a:pt x="20495" y="10228"/>
                  </a:lnTo>
                  <a:lnTo>
                    <a:pt x="21328" y="9520"/>
                  </a:lnTo>
                  <a:lnTo>
                    <a:pt x="27951" y="3891"/>
                  </a:lnTo>
                  <a:lnTo>
                    <a:pt x="31074" y="1237"/>
                  </a:lnTo>
                  <a:lnTo>
                    <a:pt x="32431" y="0"/>
                  </a:lnTo>
                  <a:lnTo>
                    <a:pt x="33726" y="1022"/>
                  </a:lnTo>
                  <a:lnTo>
                    <a:pt x="33510" y="1280"/>
                  </a:lnTo>
                  <a:lnTo>
                    <a:pt x="33039" y="1843"/>
                  </a:lnTo>
                  <a:lnTo>
                    <a:pt x="37130" y="4542"/>
                  </a:lnTo>
                  <a:lnTo>
                    <a:pt x="36948" y="4822"/>
                  </a:lnTo>
                  <a:lnTo>
                    <a:pt x="35771" y="6269"/>
                  </a:lnTo>
                  <a:lnTo>
                    <a:pt x="35144" y="6969"/>
                  </a:lnTo>
                  <a:lnTo>
                    <a:pt x="34143" y="7909"/>
                  </a:lnTo>
                  <a:lnTo>
                    <a:pt x="33324" y="8571"/>
                  </a:lnTo>
                  <a:lnTo>
                    <a:pt x="36579" y="11756"/>
                  </a:lnTo>
                  <a:lnTo>
                    <a:pt x="36899" y="12069"/>
                  </a:lnTo>
                  <a:lnTo>
                    <a:pt x="37616" y="12770"/>
                  </a:lnTo>
                  <a:lnTo>
                    <a:pt x="39810" y="14918"/>
                  </a:lnTo>
                  <a:lnTo>
                    <a:pt x="40478" y="15467"/>
                  </a:lnTo>
                  <a:lnTo>
                    <a:pt x="43571" y="15914"/>
                  </a:lnTo>
                  <a:lnTo>
                    <a:pt x="46591" y="13491"/>
                  </a:lnTo>
                  <a:lnTo>
                    <a:pt x="48044" y="11926"/>
                  </a:lnTo>
                  <a:lnTo>
                    <a:pt x="52256" y="14833"/>
                  </a:lnTo>
                  <a:lnTo>
                    <a:pt x="52927" y="15206"/>
                  </a:lnTo>
                  <a:lnTo>
                    <a:pt x="54791" y="12970"/>
                  </a:lnTo>
                  <a:lnTo>
                    <a:pt x="56841" y="14535"/>
                  </a:lnTo>
                  <a:lnTo>
                    <a:pt x="57997" y="16362"/>
                  </a:lnTo>
                  <a:lnTo>
                    <a:pt x="57512" y="18896"/>
                  </a:lnTo>
                  <a:lnTo>
                    <a:pt x="56394" y="21282"/>
                  </a:lnTo>
                  <a:lnTo>
                    <a:pt x="54195" y="23816"/>
                  </a:lnTo>
                  <a:lnTo>
                    <a:pt x="53636" y="24525"/>
                  </a:lnTo>
                  <a:lnTo>
                    <a:pt x="50840" y="25456"/>
                  </a:lnTo>
                  <a:lnTo>
                    <a:pt x="48007" y="26463"/>
                  </a:lnTo>
                  <a:lnTo>
                    <a:pt x="46330" y="27395"/>
                  </a:lnTo>
                  <a:lnTo>
                    <a:pt x="43311" y="28327"/>
                  </a:lnTo>
                  <a:lnTo>
                    <a:pt x="42115" y="28610"/>
                  </a:lnTo>
                  <a:lnTo>
                    <a:pt x="41854" y="29877"/>
                  </a:lnTo>
                  <a:lnTo>
                    <a:pt x="42227" y="31107"/>
                  </a:lnTo>
                  <a:lnTo>
                    <a:pt x="44575" y="34537"/>
                  </a:lnTo>
                  <a:lnTo>
                    <a:pt x="45619" y="35692"/>
                  </a:lnTo>
                  <a:lnTo>
                    <a:pt x="49496" y="36363"/>
                  </a:lnTo>
                  <a:lnTo>
                    <a:pt x="52068" y="38413"/>
                  </a:lnTo>
                  <a:lnTo>
                    <a:pt x="53819" y="40314"/>
                  </a:lnTo>
                  <a:lnTo>
                    <a:pt x="55161" y="41917"/>
                  </a:lnTo>
                  <a:lnTo>
                    <a:pt x="55497" y="42364"/>
                  </a:lnTo>
                  <a:lnTo>
                    <a:pt x="57062" y="42700"/>
                  </a:lnTo>
                  <a:lnTo>
                    <a:pt x="58574" y="42822"/>
                  </a:lnTo>
                  <a:lnTo>
                    <a:pt x="59272" y="42879"/>
                  </a:lnTo>
                  <a:lnTo>
                    <a:pt x="61420" y="42511"/>
                  </a:lnTo>
                  <a:lnTo>
                    <a:pt x="62509" y="42325"/>
                  </a:lnTo>
                  <a:lnTo>
                    <a:pt x="63307" y="44578"/>
                  </a:lnTo>
                  <a:lnTo>
                    <a:pt x="63373" y="44763"/>
                  </a:lnTo>
                  <a:lnTo>
                    <a:pt x="65292" y="44063"/>
                  </a:lnTo>
                  <a:lnTo>
                    <a:pt x="66293" y="43699"/>
                  </a:lnTo>
                  <a:lnTo>
                    <a:pt x="67840" y="48857"/>
                  </a:lnTo>
                  <a:lnTo>
                    <a:pt x="58537" y="52316"/>
                  </a:lnTo>
                  <a:lnTo>
                    <a:pt x="51708" y="51869"/>
                  </a:lnTo>
                  <a:lnTo>
                    <a:pt x="35437" y="49857"/>
                  </a:lnTo>
                  <a:lnTo>
                    <a:pt x="34704" y="51070"/>
                  </a:lnTo>
                  <a:lnTo>
                    <a:pt x="35598" y="53217"/>
                  </a:lnTo>
                  <a:lnTo>
                    <a:pt x="40787" y="55901"/>
                  </a:lnTo>
                  <a:lnTo>
                    <a:pt x="49001" y="60482"/>
                  </a:lnTo>
                  <a:lnTo>
                    <a:pt x="54437" y="63781"/>
                  </a:lnTo>
                  <a:lnTo>
                    <a:pt x="54481" y="68925"/>
                  </a:lnTo>
                  <a:lnTo>
                    <a:pt x="47283" y="70308"/>
                  </a:lnTo>
                  <a:lnTo>
                    <a:pt x="47924" y="73957"/>
                  </a:lnTo>
                  <a:lnTo>
                    <a:pt x="48655" y="78121"/>
                  </a:lnTo>
                  <a:lnTo>
                    <a:pt x="48374" y="83786"/>
                  </a:lnTo>
                  <a:lnTo>
                    <a:pt x="48297" y="85337"/>
                  </a:lnTo>
                  <a:lnTo>
                    <a:pt x="48398" y="86157"/>
                  </a:lnTo>
                  <a:lnTo>
                    <a:pt x="44331" y="87834"/>
                  </a:lnTo>
                  <a:lnTo>
                    <a:pt x="45263" y="90203"/>
                  </a:lnTo>
                  <a:lnTo>
                    <a:pt x="45340" y="90397"/>
                  </a:lnTo>
                  <a:lnTo>
                    <a:pt x="39316" y="93236"/>
                  </a:lnTo>
                  <a:lnTo>
                    <a:pt x="37601" y="89904"/>
                  </a:lnTo>
                  <a:lnTo>
                    <a:pt x="39483" y="88956"/>
                  </a:lnTo>
                  <a:lnTo>
                    <a:pt x="38440" y="87163"/>
                  </a:lnTo>
                  <a:lnTo>
                    <a:pt x="33297" y="90197"/>
                  </a:lnTo>
                  <a:lnTo>
                    <a:pt x="29104" y="92557"/>
                  </a:lnTo>
                  <a:lnTo>
                    <a:pt x="29434" y="93110"/>
                  </a:lnTo>
                  <a:lnTo>
                    <a:pt x="29592" y="9337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6" name="pg105"/>
            <p:cNvSpPr/>
            <p:nvPr/>
          </p:nvSpPr>
          <p:spPr>
            <a:xfrm>
              <a:off x="5411420" y="3500779"/>
              <a:ext cx="137718" cy="130630"/>
            </a:xfrm>
            <a:custGeom>
              <a:avLst/>
              <a:pathLst>
                <a:path w="137718" h="130630">
                  <a:moveTo>
                    <a:pt x="77370" y="73465"/>
                  </a:moveTo>
                  <a:lnTo>
                    <a:pt x="75700" y="85870"/>
                  </a:lnTo>
                  <a:lnTo>
                    <a:pt x="65263" y="85214"/>
                  </a:lnTo>
                  <a:lnTo>
                    <a:pt x="65555" y="82574"/>
                  </a:lnTo>
                  <a:lnTo>
                    <a:pt x="63456" y="82581"/>
                  </a:lnTo>
                  <a:lnTo>
                    <a:pt x="61029" y="82590"/>
                  </a:lnTo>
                  <a:lnTo>
                    <a:pt x="59061" y="82769"/>
                  </a:lnTo>
                  <a:lnTo>
                    <a:pt x="57510" y="84021"/>
                  </a:lnTo>
                  <a:lnTo>
                    <a:pt x="52620" y="84856"/>
                  </a:lnTo>
                  <a:lnTo>
                    <a:pt x="50294" y="85930"/>
                  </a:lnTo>
                  <a:lnTo>
                    <a:pt x="49638" y="86943"/>
                  </a:lnTo>
                  <a:lnTo>
                    <a:pt x="49996" y="89508"/>
                  </a:lnTo>
                  <a:lnTo>
                    <a:pt x="49817" y="93981"/>
                  </a:lnTo>
                  <a:lnTo>
                    <a:pt x="45940" y="99169"/>
                  </a:lnTo>
                  <a:lnTo>
                    <a:pt x="43495" y="97499"/>
                  </a:lnTo>
                  <a:lnTo>
                    <a:pt x="40931" y="99646"/>
                  </a:lnTo>
                  <a:lnTo>
                    <a:pt x="39452" y="99557"/>
                  </a:lnTo>
                  <a:lnTo>
                    <a:pt x="28836" y="96873"/>
                  </a:lnTo>
                  <a:lnTo>
                    <a:pt x="29850" y="89657"/>
                  </a:lnTo>
                  <a:lnTo>
                    <a:pt x="26569" y="88166"/>
                  </a:lnTo>
                  <a:lnTo>
                    <a:pt x="27170" y="87039"/>
                  </a:lnTo>
                  <a:lnTo>
                    <a:pt x="27524" y="86377"/>
                  </a:lnTo>
                  <a:lnTo>
                    <a:pt x="27073" y="86169"/>
                  </a:lnTo>
                  <a:lnTo>
                    <a:pt x="20785" y="83276"/>
                  </a:lnTo>
                  <a:lnTo>
                    <a:pt x="19501" y="81479"/>
                  </a:lnTo>
                  <a:lnTo>
                    <a:pt x="18995" y="80771"/>
                  </a:lnTo>
                  <a:lnTo>
                    <a:pt x="17064" y="81844"/>
                  </a:lnTo>
                  <a:lnTo>
                    <a:pt x="13091" y="84051"/>
                  </a:lnTo>
                  <a:lnTo>
                    <a:pt x="8976" y="86258"/>
                  </a:lnTo>
                  <a:lnTo>
                    <a:pt x="7366" y="85363"/>
                  </a:lnTo>
                  <a:lnTo>
                    <a:pt x="4205" y="86138"/>
                  </a:lnTo>
                  <a:lnTo>
                    <a:pt x="2774" y="83216"/>
                  </a:lnTo>
                  <a:lnTo>
                    <a:pt x="7246" y="81248"/>
                  </a:lnTo>
                  <a:lnTo>
                    <a:pt x="9632" y="77908"/>
                  </a:lnTo>
                  <a:lnTo>
                    <a:pt x="12322" y="76789"/>
                  </a:lnTo>
                  <a:lnTo>
                    <a:pt x="19944" y="71346"/>
                  </a:lnTo>
                  <a:lnTo>
                    <a:pt x="19720" y="68886"/>
                  </a:lnTo>
                  <a:lnTo>
                    <a:pt x="15477" y="64012"/>
                  </a:lnTo>
                  <a:lnTo>
                    <a:pt x="11719" y="62283"/>
                  </a:lnTo>
                  <a:lnTo>
                    <a:pt x="8240" y="59866"/>
                  </a:lnTo>
                  <a:lnTo>
                    <a:pt x="3469" y="54423"/>
                  </a:lnTo>
                  <a:lnTo>
                    <a:pt x="0" y="48305"/>
                  </a:lnTo>
                  <a:lnTo>
                    <a:pt x="3101" y="44260"/>
                  </a:lnTo>
                  <a:lnTo>
                    <a:pt x="4006" y="42948"/>
                  </a:lnTo>
                  <a:lnTo>
                    <a:pt x="7540" y="37827"/>
                  </a:lnTo>
                  <a:lnTo>
                    <a:pt x="10621" y="33993"/>
                  </a:lnTo>
                  <a:lnTo>
                    <a:pt x="11484" y="32919"/>
                  </a:lnTo>
                  <a:lnTo>
                    <a:pt x="11893" y="32407"/>
                  </a:lnTo>
                  <a:lnTo>
                    <a:pt x="9043" y="27655"/>
                  </a:lnTo>
                  <a:lnTo>
                    <a:pt x="9948" y="27061"/>
                  </a:lnTo>
                  <a:lnTo>
                    <a:pt x="10888" y="26445"/>
                  </a:lnTo>
                  <a:lnTo>
                    <a:pt x="17841" y="21884"/>
                  </a:lnTo>
                  <a:lnTo>
                    <a:pt x="20514" y="20209"/>
                  </a:lnTo>
                  <a:lnTo>
                    <a:pt x="21234" y="19741"/>
                  </a:lnTo>
                  <a:lnTo>
                    <a:pt x="22681" y="18905"/>
                  </a:lnTo>
                  <a:lnTo>
                    <a:pt x="25182" y="18559"/>
                  </a:lnTo>
                  <a:lnTo>
                    <a:pt x="27930" y="18319"/>
                  </a:lnTo>
                  <a:lnTo>
                    <a:pt x="30679" y="17814"/>
                  </a:lnTo>
                  <a:lnTo>
                    <a:pt x="33362" y="14027"/>
                  </a:lnTo>
                  <a:lnTo>
                    <a:pt x="37001" y="8358"/>
                  </a:lnTo>
                  <a:lnTo>
                    <a:pt x="37675" y="7389"/>
                  </a:lnTo>
                  <a:lnTo>
                    <a:pt x="39286" y="6882"/>
                  </a:lnTo>
                  <a:lnTo>
                    <a:pt x="43281" y="6196"/>
                  </a:lnTo>
                  <a:lnTo>
                    <a:pt x="43908" y="6017"/>
                  </a:lnTo>
                  <a:lnTo>
                    <a:pt x="45606" y="1032"/>
                  </a:lnTo>
                  <a:lnTo>
                    <a:pt x="54261" y="0"/>
                  </a:lnTo>
                  <a:lnTo>
                    <a:pt x="57923" y="1400"/>
                  </a:lnTo>
                  <a:lnTo>
                    <a:pt x="61482" y="5268"/>
                  </a:lnTo>
                  <a:lnTo>
                    <a:pt x="62182" y="7668"/>
                  </a:lnTo>
                  <a:lnTo>
                    <a:pt x="59634" y="12404"/>
                  </a:lnTo>
                  <a:lnTo>
                    <a:pt x="58203" y="17145"/>
                  </a:lnTo>
                  <a:lnTo>
                    <a:pt x="60842" y="18487"/>
                  </a:lnTo>
                  <a:lnTo>
                    <a:pt x="65673" y="20768"/>
                  </a:lnTo>
                  <a:lnTo>
                    <a:pt x="71666" y="21797"/>
                  </a:lnTo>
                  <a:lnTo>
                    <a:pt x="74797" y="22557"/>
                  </a:lnTo>
                  <a:lnTo>
                    <a:pt x="77398" y="22539"/>
                  </a:lnTo>
                  <a:lnTo>
                    <a:pt x="82401" y="21573"/>
                  </a:lnTo>
                  <a:lnTo>
                    <a:pt x="88663" y="19829"/>
                  </a:lnTo>
                  <a:lnTo>
                    <a:pt x="100383" y="15669"/>
                  </a:lnTo>
                  <a:lnTo>
                    <a:pt x="108229" y="11702"/>
                  </a:lnTo>
                  <a:lnTo>
                    <a:pt x="113999" y="10137"/>
                  </a:lnTo>
                  <a:lnTo>
                    <a:pt x="115540" y="15244"/>
                  </a:lnTo>
                  <a:lnTo>
                    <a:pt x="116280" y="17696"/>
                  </a:lnTo>
                  <a:lnTo>
                    <a:pt x="126702" y="16980"/>
                  </a:lnTo>
                  <a:lnTo>
                    <a:pt x="127552" y="21453"/>
                  </a:lnTo>
                  <a:lnTo>
                    <a:pt x="126047" y="21498"/>
                  </a:lnTo>
                  <a:lnTo>
                    <a:pt x="117281" y="22614"/>
                  </a:lnTo>
                  <a:lnTo>
                    <a:pt x="116445" y="23195"/>
                  </a:lnTo>
                  <a:lnTo>
                    <a:pt x="115750" y="24150"/>
                  </a:lnTo>
                  <a:lnTo>
                    <a:pt x="115054" y="25924"/>
                  </a:lnTo>
                  <a:lnTo>
                    <a:pt x="114539" y="26807"/>
                  </a:lnTo>
                  <a:lnTo>
                    <a:pt x="114392" y="27061"/>
                  </a:lnTo>
                  <a:lnTo>
                    <a:pt x="113257" y="27905"/>
                  </a:lnTo>
                  <a:lnTo>
                    <a:pt x="112772" y="28413"/>
                  </a:lnTo>
                  <a:lnTo>
                    <a:pt x="113064" y="29723"/>
                  </a:lnTo>
                  <a:lnTo>
                    <a:pt x="114330" y="34000"/>
                  </a:lnTo>
                  <a:lnTo>
                    <a:pt x="116216" y="40152"/>
                  </a:lnTo>
                  <a:lnTo>
                    <a:pt x="117315" y="43229"/>
                  </a:lnTo>
                  <a:lnTo>
                    <a:pt x="115845" y="47811"/>
                  </a:lnTo>
                  <a:lnTo>
                    <a:pt x="114488" y="52043"/>
                  </a:lnTo>
                  <a:lnTo>
                    <a:pt x="116305" y="53445"/>
                  </a:lnTo>
                  <a:lnTo>
                    <a:pt x="115271" y="55763"/>
                  </a:lnTo>
                  <a:lnTo>
                    <a:pt x="116129" y="56943"/>
                  </a:lnTo>
                  <a:lnTo>
                    <a:pt x="117239" y="58469"/>
                  </a:lnTo>
                  <a:lnTo>
                    <a:pt x="116210" y="59816"/>
                  </a:lnTo>
                  <a:lnTo>
                    <a:pt x="135966" y="72937"/>
                  </a:lnTo>
                  <a:lnTo>
                    <a:pt x="136711" y="74875"/>
                  </a:lnTo>
                  <a:lnTo>
                    <a:pt x="131195" y="84790"/>
                  </a:lnTo>
                  <a:lnTo>
                    <a:pt x="128893" y="83443"/>
                  </a:lnTo>
                  <a:lnTo>
                    <a:pt x="124187" y="80690"/>
                  </a:lnTo>
                  <a:lnTo>
                    <a:pt x="122547" y="82703"/>
                  </a:lnTo>
                  <a:lnTo>
                    <a:pt x="123143" y="83970"/>
                  </a:lnTo>
                  <a:lnTo>
                    <a:pt x="123740" y="86281"/>
                  </a:lnTo>
                  <a:lnTo>
                    <a:pt x="123902" y="88660"/>
                  </a:lnTo>
                  <a:lnTo>
                    <a:pt x="121835" y="91743"/>
                  </a:lnTo>
                  <a:lnTo>
                    <a:pt x="116695" y="94041"/>
                  </a:lnTo>
                  <a:lnTo>
                    <a:pt x="114906" y="95741"/>
                  </a:lnTo>
                  <a:lnTo>
                    <a:pt x="115621" y="99230"/>
                  </a:lnTo>
                  <a:lnTo>
                    <a:pt x="119826" y="102898"/>
                  </a:lnTo>
                  <a:lnTo>
                    <a:pt x="125641" y="107013"/>
                  </a:lnTo>
                  <a:lnTo>
                    <a:pt x="130114" y="111933"/>
                  </a:lnTo>
                  <a:lnTo>
                    <a:pt x="132708" y="116585"/>
                  </a:lnTo>
                  <a:lnTo>
                    <a:pt x="136286" y="121863"/>
                  </a:lnTo>
                  <a:lnTo>
                    <a:pt x="137718" y="127499"/>
                  </a:lnTo>
                  <a:lnTo>
                    <a:pt x="133782" y="130630"/>
                  </a:lnTo>
                  <a:lnTo>
                    <a:pt x="132185" y="128821"/>
                  </a:lnTo>
                  <a:lnTo>
                    <a:pt x="131098" y="127588"/>
                  </a:lnTo>
                  <a:lnTo>
                    <a:pt x="126535" y="123921"/>
                  </a:lnTo>
                  <a:lnTo>
                    <a:pt x="125462" y="125084"/>
                  </a:lnTo>
                  <a:lnTo>
                    <a:pt x="124708" y="124653"/>
                  </a:lnTo>
                  <a:lnTo>
                    <a:pt x="122331" y="123294"/>
                  </a:lnTo>
                  <a:lnTo>
                    <a:pt x="121168" y="124905"/>
                  </a:lnTo>
                  <a:lnTo>
                    <a:pt x="118395" y="123563"/>
                  </a:lnTo>
                  <a:lnTo>
                    <a:pt x="112848" y="120163"/>
                  </a:lnTo>
                  <a:lnTo>
                    <a:pt x="104886" y="114975"/>
                  </a:lnTo>
                  <a:lnTo>
                    <a:pt x="106419" y="113102"/>
                  </a:lnTo>
                  <a:lnTo>
                    <a:pt x="107302" y="112023"/>
                  </a:lnTo>
                  <a:lnTo>
                    <a:pt x="101934" y="107818"/>
                  </a:lnTo>
                  <a:lnTo>
                    <a:pt x="100978" y="108615"/>
                  </a:lnTo>
                  <a:lnTo>
                    <a:pt x="98177" y="110949"/>
                  </a:lnTo>
                  <a:lnTo>
                    <a:pt x="96656" y="109249"/>
                  </a:lnTo>
                  <a:lnTo>
                    <a:pt x="88247" y="98604"/>
                  </a:lnTo>
                  <a:lnTo>
                    <a:pt x="87108" y="94474"/>
                  </a:lnTo>
                  <a:lnTo>
                    <a:pt x="86334" y="91666"/>
                  </a:lnTo>
                  <a:lnTo>
                    <a:pt x="87303" y="88535"/>
                  </a:lnTo>
                  <a:lnTo>
                    <a:pt x="88570" y="84882"/>
                  </a:lnTo>
                  <a:lnTo>
                    <a:pt x="90416" y="82778"/>
                  </a:lnTo>
                  <a:lnTo>
                    <a:pt x="78234" y="727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7" name="pg106"/>
            <p:cNvSpPr/>
            <p:nvPr/>
          </p:nvSpPr>
          <p:spPr>
            <a:xfrm>
              <a:off x="5520487" y="3215325"/>
              <a:ext cx="60488" cy="57325"/>
            </a:xfrm>
            <a:custGeom>
              <a:avLst/>
              <a:pathLst>
                <a:path w="60488" h="57325">
                  <a:moveTo>
                    <a:pt x="14933" y="10303"/>
                  </a:moveTo>
                  <a:lnTo>
                    <a:pt x="14846" y="11161"/>
                  </a:lnTo>
                  <a:lnTo>
                    <a:pt x="14740" y="12198"/>
                  </a:lnTo>
                  <a:lnTo>
                    <a:pt x="14704" y="12552"/>
                  </a:lnTo>
                  <a:lnTo>
                    <a:pt x="14649" y="13091"/>
                  </a:lnTo>
                  <a:lnTo>
                    <a:pt x="14855" y="13115"/>
                  </a:lnTo>
                  <a:lnTo>
                    <a:pt x="15490" y="13192"/>
                  </a:lnTo>
                  <a:lnTo>
                    <a:pt x="19419" y="13150"/>
                  </a:lnTo>
                  <a:lnTo>
                    <a:pt x="19680" y="13147"/>
                  </a:lnTo>
                  <a:lnTo>
                    <a:pt x="23386" y="12850"/>
                  </a:lnTo>
                  <a:lnTo>
                    <a:pt x="23955" y="12804"/>
                  </a:lnTo>
                  <a:lnTo>
                    <a:pt x="24840" y="12733"/>
                  </a:lnTo>
                  <a:lnTo>
                    <a:pt x="26295" y="12616"/>
                  </a:lnTo>
                  <a:lnTo>
                    <a:pt x="27827" y="12514"/>
                  </a:lnTo>
                  <a:lnTo>
                    <a:pt x="28393" y="12448"/>
                  </a:lnTo>
                  <a:lnTo>
                    <a:pt x="31522" y="12083"/>
                  </a:lnTo>
                  <a:lnTo>
                    <a:pt x="32343" y="11987"/>
                  </a:lnTo>
                  <a:lnTo>
                    <a:pt x="33224" y="11884"/>
                  </a:lnTo>
                  <a:lnTo>
                    <a:pt x="45105" y="10497"/>
                  </a:lnTo>
                  <a:lnTo>
                    <a:pt x="48696" y="10077"/>
                  </a:lnTo>
                  <a:lnTo>
                    <a:pt x="49095" y="10026"/>
                  </a:lnTo>
                  <a:lnTo>
                    <a:pt x="49094" y="10158"/>
                  </a:lnTo>
                  <a:lnTo>
                    <a:pt x="49011" y="13871"/>
                  </a:lnTo>
                  <a:lnTo>
                    <a:pt x="48978" y="15338"/>
                  </a:lnTo>
                  <a:lnTo>
                    <a:pt x="48942" y="16134"/>
                  </a:lnTo>
                  <a:lnTo>
                    <a:pt x="48969" y="18521"/>
                  </a:lnTo>
                  <a:lnTo>
                    <a:pt x="48980" y="19551"/>
                  </a:lnTo>
                  <a:lnTo>
                    <a:pt x="48987" y="20141"/>
                  </a:lnTo>
                  <a:lnTo>
                    <a:pt x="50929" y="20239"/>
                  </a:lnTo>
                  <a:lnTo>
                    <a:pt x="51396" y="20263"/>
                  </a:lnTo>
                  <a:lnTo>
                    <a:pt x="51624" y="20274"/>
                  </a:lnTo>
                  <a:lnTo>
                    <a:pt x="54233" y="20407"/>
                  </a:lnTo>
                  <a:lnTo>
                    <a:pt x="55357" y="20480"/>
                  </a:lnTo>
                  <a:lnTo>
                    <a:pt x="57996" y="20653"/>
                  </a:lnTo>
                  <a:lnTo>
                    <a:pt x="58520" y="20692"/>
                  </a:lnTo>
                  <a:lnTo>
                    <a:pt x="58694" y="21121"/>
                  </a:lnTo>
                  <a:lnTo>
                    <a:pt x="60488" y="25530"/>
                  </a:lnTo>
                  <a:lnTo>
                    <a:pt x="59462" y="25924"/>
                  </a:lnTo>
                  <a:lnTo>
                    <a:pt x="55724" y="27357"/>
                  </a:lnTo>
                  <a:lnTo>
                    <a:pt x="53488" y="29951"/>
                  </a:lnTo>
                  <a:lnTo>
                    <a:pt x="53148" y="35300"/>
                  </a:lnTo>
                  <a:lnTo>
                    <a:pt x="52477" y="40369"/>
                  </a:lnTo>
                  <a:lnTo>
                    <a:pt x="52171" y="48339"/>
                  </a:lnTo>
                  <a:lnTo>
                    <a:pt x="54172" y="53154"/>
                  </a:lnTo>
                  <a:lnTo>
                    <a:pt x="53242" y="55545"/>
                  </a:lnTo>
                  <a:lnTo>
                    <a:pt x="50178" y="55804"/>
                  </a:lnTo>
                  <a:lnTo>
                    <a:pt x="46063" y="57325"/>
                  </a:lnTo>
                  <a:lnTo>
                    <a:pt x="38459" y="57146"/>
                  </a:lnTo>
                  <a:lnTo>
                    <a:pt x="32644" y="55089"/>
                  </a:lnTo>
                  <a:lnTo>
                    <a:pt x="29334" y="51958"/>
                  </a:lnTo>
                  <a:lnTo>
                    <a:pt x="24235" y="48201"/>
                  </a:lnTo>
                  <a:lnTo>
                    <a:pt x="22178" y="46508"/>
                  </a:lnTo>
                  <a:lnTo>
                    <a:pt x="18663" y="43616"/>
                  </a:lnTo>
                  <a:lnTo>
                    <a:pt x="17489" y="44055"/>
                  </a:lnTo>
                  <a:lnTo>
                    <a:pt x="17100" y="44201"/>
                  </a:lnTo>
                  <a:lnTo>
                    <a:pt x="16462" y="44439"/>
                  </a:lnTo>
                  <a:lnTo>
                    <a:pt x="12376" y="46060"/>
                  </a:lnTo>
                  <a:lnTo>
                    <a:pt x="12240" y="45919"/>
                  </a:lnTo>
                  <a:lnTo>
                    <a:pt x="11886" y="45552"/>
                  </a:lnTo>
                  <a:lnTo>
                    <a:pt x="11296" y="44853"/>
                  </a:lnTo>
                  <a:lnTo>
                    <a:pt x="10861" y="44337"/>
                  </a:lnTo>
                  <a:lnTo>
                    <a:pt x="10326" y="43703"/>
                  </a:lnTo>
                  <a:lnTo>
                    <a:pt x="8125" y="41094"/>
                  </a:lnTo>
                  <a:lnTo>
                    <a:pt x="6903" y="39645"/>
                  </a:lnTo>
                  <a:lnTo>
                    <a:pt x="7502" y="39507"/>
                  </a:lnTo>
                  <a:lnTo>
                    <a:pt x="10014" y="39434"/>
                  </a:lnTo>
                  <a:lnTo>
                    <a:pt x="10984" y="39474"/>
                  </a:lnTo>
                  <a:lnTo>
                    <a:pt x="11767" y="39506"/>
                  </a:lnTo>
                  <a:lnTo>
                    <a:pt x="12853" y="39366"/>
                  </a:lnTo>
                  <a:lnTo>
                    <a:pt x="13440" y="39290"/>
                  </a:lnTo>
                  <a:lnTo>
                    <a:pt x="15064" y="38922"/>
                  </a:lnTo>
                  <a:lnTo>
                    <a:pt x="15762" y="38764"/>
                  </a:lnTo>
                  <a:lnTo>
                    <a:pt x="17072" y="38467"/>
                  </a:lnTo>
                  <a:lnTo>
                    <a:pt x="17956" y="38285"/>
                  </a:lnTo>
                  <a:lnTo>
                    <a:pt x="18142" y="38251"/>
                  </a:lnTo>
                  <a:lnTo>
                    <a:pt x="18462" y="38194"/>
                  </a:lnTo>
                  <a:lnTo>
                    <a:pt x="18891" y="37949"/>
                  </a:lnTo>
                  <a:lnTo>
                    <a:pt x="17832" y="36375"/>
                  </a:lnTo>
                  <a:lnTo>
                    <a:pt x="16968" y="34340"/>
                  </a:lnTo>
                  <a:lnTo>
                    <a:pt x="16669" y="33637"/>
                  </a:lnTo>
                  <a:lnTo>
                    <a:pt x="16205" y="32357"/>
                  </a:lnTo>
                  <a:lnTo>
                    <a:pt x="15864" y="31419"/>
                  </a:lnTo>
                  <a:lnTo>
                    <a:pt x="15489" y="30187"/>
                  </a:lnTo>
                  <a:lnTo>
                    <a:pt x="14918" y="30146"/>
                  </a:lnTo>
                  <a:lnTo>
                    <a:pt x="14098" y="30086"/>
                  </a:lnTo>
                  <a:lnTo>
                    <a:pt x="13299" y="29818"/>
                  </a:lnTo>
                  <a:lnTo>
                    <a:pt x="11540" y="29227"/>
                  </a:lnTo>
                  <a:lnTo>
                    <a:pt x="11185" y="28971"/>
                  </a:lnTo>
                  <a:lnTo>
                    <a:pt x="10631" y="28570"/>
                  </a:lnTo>
                  <a:lnTo>
                    <a:pt x="9494" y="27748"/>
                  </a:lnTo>
                  <a:lnTo>
                    <a:pt x="8050" y="26862"/>
                  </a:lnTo>
                  <a:lnTo>
                    <a:pt x="7415" y="26460"/>
                  </a:lnTo>
                  <a:lnTo>
                    <a:pt x="9211" y="25880"/>
                  </a:lnTo>
                  <a:lnTo>
                    <a:pt x="9804" y="25688"/>
                  </a:lnTo>
                  <a:lnTo>
                    <a:pt x="9975" y="25696"/>
                  </a:lnTo>
                  <a:lnTo>
                    <a:pt x="10198" y="25706"/>
                  </a:lnTo>
                  <a:lnTo>
                    <a:pt x="10237" y="25228"/>
                  </a:lnTo>
                  <a:lnTo>
                    <a:pt x="10355" y="23816"/>
                  </a:lnTo>
                  <a:lnTo>
                    <a:pt x="10492" y="22154"/>
                  </a:lnTo>
                  <a:lnTo>
                    <a:pt x="10538" y="21609"/>
                  </a:lnTo>
                  <a:lnTo>
                    <a:pt x="10377" y="21108"/>
                  </a:lnTo>
                  <a:lnTo>
                    <a:pt x="9733" y="20840"/>
                  </a:lnTo>
                  <a:lnTo>
                    <a:pt x="9071" y="20697"/>
                  </a:lnTo>
                  <a:lnTo>
                    <a:pt x="7872" y="20035"/>
                  </a:lnTo>
                  <a:lnTo>
                    <a:pt x="7257" y="19630"/>
                  </a:lnTo>
                  <a:lnTo>
                    <a:pt x="5313" y="18353"/>
                  </a:lnTo>
                  <a:lnTo>
                    <a:pt x="3761" y="17241"/>
                  </a:lnTo>
                  <a:lnTo>
                    <a:pt x="3041" y="16725"/>
                  </a:lnTo>
                  <a:lnTo>
                    <a:pt x="1086" y="14977"/>
                  </a:lnTo>
                  <a:lnTo>
                    <a:pt x="0" y="14005"/>
                  </a:lnTo>
                  <a:lnTo>
                    <a:pt x="1253" y="12267"/>
                  </a:lnTo>
                  <a:lnTo>
                    <a:pt x="1597" y="11789"/>
                  </a:lnTo>
                  <a:lnTo>
                    <a:pt x="3369" y="9331"/>
                  </a:lnTo>
                  <a:lnTo>
                    <a:pt x="4174" y="8586"/>
                  </a:lnTo>
                  <a:lnTo>
                    <a:pt x="4837" y="8903"/>
                  </a:lnTo>
                  <a:lnTo>
                    <a:pt x="5097" y="9054"/>
                  </a:lnTo>
                  <a:lnTo>
                    <a:pt x="5557" y="9321"/>
                  </a:lnTo>
                  <a:lnTo>
                    <a:pt x="6481" y="9859"/>
                  </a:lnTo>
                  <a:lnTo>
                    <a:pt x="7761" y="10721"/>
                  </a:lnTo>
                  <a:lnTo>
                    <a:pt x="8139" y="10415"/>
                  </a:lnTo>
                  <a:lnTo>
                    <a:pt x="8421" y="10251"/>
                  </a:lnTo>
                  <a:lnTo>
                    <a:pt x="9063" y="9878"/>
                  </a:lnTo>
                  <a:lnTo>
                    <a:pt x="9219" y="9788"/>
                  </a:lnTo>
                  <a:lnTo>
                    <a:pt x="9371" y="9236"/>
                  </a:lnTo>
                  <a:lnTo>
                    <a:pt x="9436" y="9001"/>
                  </a:lnTo>
                  <a:lnTo>
                    <a:pt x="9604" y="8393"/>
                  </a:lnTo>
                  <a:lnTo>
                    <a:pt x="10964" y="1166"/>
                  </a:lnTo>
                  <a:lnTo>
                    <a:pt x="16704" y="0"/>
                  </a:lnTo>
                  <a:lnTo>
                    <a:pt x="15023" y="9429"/>
                  </a:lnTo>
                  <a:lnTo>
                    <a:pt x="14968" y="99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8" name="pg107"/>
            <p:cNvSpPr/>
            <p:nvPr/>
          </p:nvSpPr>
          <p:spPr>
            <a:xfrm>
              <a:off x="5619390" y="3159763"/>
              <a:ext cx="130677" cy="57637"/>
            </a:xfrm>
            <a:custGeom>
              <a:avLst/>
              <a:pathLst>
                <a:path w="130677" h="57637">
                  <a:moveTo>
                    <a:pt x="130443" y="0"/>
                  </a:moveTo>
                  <a:lnTo>
                    <a:pt x="130677" y="72"/>
                  </a:lnTo>
                  <a:lnTo>
                    <a:pt x="130598" y="442"/>
                  </a:lnTo>
                  <a:lnTo>
                    <a:pt x="130339" y="1651"/>
                  </a:lnTo>
                  <a:lnTo>
                    <a:pt x="129676" y="3404"/>
                  </a:lnTo>
                  <a:lnTo>
                    <a:pt x="129552" y="3709"/>
                  </a:lnTo>
                  <a:lnTo>
                    <a:pt x="129467" y="3913"/>
                  </a:lnTo>
                  <a:lnTo>
                    <a:pt x="128690" y="5684"/>
                  </a:lnTo>
                  <a:lnTo>
                    <a:pt x="128399" y="6349"/>
                  </a:lnTo>
                  <a:lnTo>
                    <a:pt x="128114" y="6967"/>
                  </a:lnTo>
                  <a:lnTo>
                    <a:pt x="128029" y="7152"/>
                  </a:lnTo>
                  <a:lnTo>
                    <a:pt x="127717" y="7827"/>
                  </a:lnTo>
                  <a:lnTo>
                    <a:pt x="127399" y="8407"/>
                  </a:lnTo>
                  <a:lnTo>
                    <a:pt x="126679" y="9610"/>
                  </a:lnTo>
                  <a:lnTo>
                    <a:pt x="126120" y="10407"/>
                  </a:lnTo>
                  <a:lnTo>
                    <a:pt x="126070" y="10538"/>
                  </a:lnTo>
                  <a:lnTo>
                    <a:pt x="125962" y="10825"/>
                  </a:lnTo>
                  <a:lnTo>
                    <a:pt x="125866" y="11078"/>
                  </a:lnTo>
                  <a:lnTo>
                    <a:pt x="125856" y="11273"/>
                  </a:lnTo>
                  <a:lnTo>
                    <a:pt x="125828" y="11853"/>
                  </a:lnTo>
                  <a:lnTo>
                    <a:pt x="125762" y="13208"/>
                  </a:lnTo>
                  <a:lnTo>
                    <a:pt x="125742" y="13768"/>
                  </a:lnTo>
                  <a:lnTo>
                    <a:pt x="125737" y="13996"/>
                  </a:lnTo>
                  <a:lnTo>
                    <a:pt x="125683" y="16690"/>
                  </a:lnTo>
                  <a:lnTo>
                    <a:pt x="125673" y="17197"/>
                  </a:lnTo>
                  <a:lnTo>
                    <a:pt x="125668" y="17457"/>
                  </a:lnTo>
                  <a:lnTo>
                    <a:pt x="125657" y="17981"/>
                  </a:lnTo>
                  <a:lnTo>
                    <a:pt x="125667" y="18760"/>
                  </a:lnTo>
                  <a:lnTo>
                    <a:pt x="125259" y="18768"/>
                  </a:lnTo>
                  <a:lnTo>
                    <a:pt x="124925" y="18774"/>
                  </a:lnTo>
                  <a:lnTo>
                    <a:pt x="117094" y="18914"/>
                  </a:lnTo>
                  <a:lnTo>
                    <a:pt x="116696" y="18921"/>
                  </a:lnTo>
                  <a:lnTo>
                    <a:pt x="117020" y="19192"/>
                  </a:lnTo>
                  <a:lnTo>
                    <a:pt x="117762" y="19722"/>
                  </a:lnTo>
                  <a:lnTo>
                    <a:pt x="118207" y="20041"/>
                  </a:lnTo>
                  <a:lnTo>
                    <a:pt x="119465" y="20894"/>
                  </a:lnTo>
                  <a:lnTo>
                    <a:pt x="119633" y="20986"/>
                  </a:lnTo>
                  <a:lnTo>
                    <a:pt x="120978" y="21722"/>
                  </a:lnTo>
                  <a:lnTo>
                    <a:pt x="123297" y="24001"/>
                  </a:lnTo>
                  <a:lnTo>
                    <a:pt x="123537" y="24202"/>
                  </a:lnTo>
                  <a:lnTo>
                    <a:pt x="123797" y="24418"/>
                  </a:lnTo>
                  <a:lnTo>
                    <a:pt x="124165" y="24744"/>
                  </a:lnTo>
                  <a:lnTo>
                    <a:pt x="123978" y="25041"/>
                  </a:lnTo>
                  <a:lnTo>
                    <a:pt x="123789" y="25341"/>
                  </a:lnTo>
                  <a:lnTo>
                    <a:pt x="122792" y="26917"/>
                  </a:lnTo>
                  <a:lnTo>
                    <a:pt x="123240" y="27288"/>
                  </a:lnTo>
                  <a:lnTo>
                    <a:pt x="123093" y="27460"/>
                  </a:lnTo>
                  <a:lnTo>
                    <a:pt x="122962" y="27615"/>
                  </a:lnTo>
                  <a:lnTo>
                    <a:pt x="122454" y="28214"/>
                  </a:lnTo>
                  <a:lnTo>
                    <a:pt x="122214" y="28498"/>
                  </a:lnTo>
                  <a:lnTo>
                    <a:pt x="121778" y="29013"/>
                  </a:lnTo>
                  <a:lnTo>
                    <a:pt x="120422" y="30613"/>
                  </a:lnTo>
                  <a:lnTo>
                    <a:pt x="119913" y="31214"/>
                  </a:lnTo>
                  <a:lnTo>
                    <a:pt x="119779" y="31371"/>
                  </a:lnTo>
                  <a:lnTo>
                    <a:pt x="119023" y="32264"/>
                  </a:lnTo>
                  <a:lnTo>
                    <a:pt x="118878" y="32435"/>
                  </a:lnTo>
                  <a:lnTo>
                    <a:pt x="112422" y="27496"/>
                  </a:lnTo>
                  <a:lnTo>
                    <a:pt x="109937" y="28931"/>
                  </a:lnTo>
                  <a:lnTo>
                    <a:pt x="107907" y="30102"/>
                  </a:lnTo>
                  <a:lnTo>
                    <a:pt x="104175" y="30386"/>
                  </a:lnTo>
                  <a:lnTo>
                    <a:pt x="101566" y="29143"/>
                  </a:lnTo>
                  <a:lnTo>
                    <a:pt x="97255" y="31414"/>
                  </a:lnTo>
                  <a:lnTo>
                    <a:pt x="96056" y="34234"/>
                  </a:lnTo>
                  <a:lnTo>
                    <a:pt x="88784" y="40607"/>
                  </a:lnTo>
                  <a:lnTo>
                    <a:pt x="82132" y="42475"/>
                  </a:lnTo>
                  <a:lnTo>
                    <a:pt x="81823" y="42562"/>
                  </a:lnTo>
                  <a:lnTo>
                    <a:pt x="75163" y="42732"/>
                  </a:lnTo>
                  <a:lnTo>
                    <a:pt x="67101" y="57637"/>
                  </a:lnTo>
                  <a:lnTo>
                    <a:pt x="62159" y="55340"/>
                  </a:lnTo>
                  <a:lnTo>
                    <a:pt x="60822" y="31785"/>
                  </a:lnTo>
                  <a:lnTo>
                    <a:pt x="59303" y="26091"/>
                  </a:lnTo>
                  <a:lnTo>
                    <a:pt x="58930" y="24692"/>
                  </a:lnTo>
                  <a:lnTo>
                    <a:pt x="58580" y="24641"/>
                  </a:lnTo>
                  <a:lnTo>
                    <a:pt x="57831" y="24531"/>
                  </a:lnTo>
                  <a:lnTo>
                    <a:pt x="54469" y="24864"/>
                  </a:lnTo>
                  <a:lnTo>
                    <a:pt x="51012" y="24962"/>
                  </a:lnTo>
                  <a:lnTo>
                    <a:pt x="47940" y="24401"/>
                  </a:lnTo>
                  <a:lnTo>
                    <a:pt x="45450" y="23472"/>
                  </a:lnTo>
                  <a:lnTo>
                    <a:pt x="42076" y="21846"/>
                  </a:lnTo>
                  <a:lnTo>
                    <a:pt x="39184" y="20820"/>
                  </a:lnTo>
                  <a:lnTo>
                    <a:pt x="37433" y="20607"/>
                  </a:lnTo>
                  <a:lnTo>
                    <a:pt x="35247" y="22134"/>
                  </a:lnTo>
                  <a:lnTo>
                    <a:pt x="33397" y="26445"/>
                  </a:lnTo>
                  <a:lnTo>
                    <a:pt x="31727" y="30381"/>
                  </a:lnTo>
                  <a:lnTo>
                    <a:pt x="30177" y="31991"/>
                  </a:lnTo>
                  <a:lnTo>
                    <a:pt x="27732" y="33184"/>
                  </a:lnTo>
                  <a:lnTo>
                    <a:pt x="26599" y="33780"/>
                  </a:lnTo>
                  <a:lnTo>
                    <a:pt x="24332" y="34138"/>
                  </a:lnTo>
                  <a:lnTo>
                    <a:pt x="23080" y="34079"/>
                  </a:lnTo>
                  <a:lnTo>
                    <a:pt x="23020" y="32051"/>
                  </a:lnTo>
                  <a:lnTo>
                    <a:pt x="20515" y="31335"/>
                  </a:lnTo>
                  <a:lnTo>
                    <a:pt x="20575" y="29248"/>
                  </a:lnTo>
                  <a:lnTo>
                    <a:pt x="16460" y="28294"/>
                  </a:lnTo>
                  <a:lnTo>
                    <a:pt x="11927" y="26027"/>
                  </a:lnTo>
                  <a:lnTo>
                    <a:pt x="8817" y="23587"/>
                  </a:lnTo>
                  <a:lnTo>
                    <a:pt x="6023" y="21077"/>
                  </a:lnTo>
                  <a:lnTo>
                    <a:pt x="4592" y="20063"/>
                  </a:lnTo>
                  <a:lnTo>
                    <a:pt x="536" y="19288"/>
                  </a:lnTo>
                  <a:lnTo>
                    <a:pt x="0" y="19229"/>
                  </a:lnTo>
                  <a:lnTo>
                    <a:pt x="378" y="16644"/>
                  </a:lnTo>
                  <a:lnTo>
                    <a:pt x="974" y="16435"/>
                  </a:lnTo>
                  <a:lnTo>
                    <a:pt x="1533" y="16152"/>
                  </a:lnTo>
                  <a:lnTo>
                    <a:pt x="2040" y="15831"/>
                  </a:lnTo>
                  <a:lnTo>
                    <a:pt x="3360" y="14927"/>
                  </a:lnTo>
                  <a:lnTo>
                    <a:pt x="4958" y="13866"/>
                  </a:lnTo>
                  <a:lnTo>
                    <a:pt x="5982" y="13108"/>
                  </a:lnTo>
                  <a:lnTo>
                    <a:pt x="6907" y="12310"/>
                  </a:lnTo>
                  <a:lnTo>
                    <a:pt x="8040" y="11259"/>
                  </a:lnTo>
                  <a:lnTo>
                    <a:pt x="8499" y="10973"/>
                  </a:lnTo>
                  <a:lnTo>
                    <a:pt x="9181" y="10719"/>
                  </a:lnTo>
                  <a:lnTo>
                    <a:pt x="9851" y="10446"/>
                  </a:lnTo>
                  <a:lnTo>
                    <a:pt x="10485" y="10170"/>
                  </a:lnTo>
                  <a:lnTo>
                    <a:pt x="11409" y="9788"/>
                  </a:lnTo>
                  <a:lnTo>
                    <a:pt x="12064" y="9464"/>
                  </a:lnTo>
                  <a:lnTo>
                    <a:pt x="12784" y="8936"/>
                  </a:lnTo>
                  <a:lnTo>
                    <a:pt x="13309" y="8268"/>
                  </a:lnTo>
                  <a:lnTo>
                    <a:pt x="13460" y="8063"/>
                  </a:lnTo>
                  <a:lnTo>
                    <a:pt x="13658" y="8037"/>
                  </a:lnTo>
                  <a:lnTo>
                    <a:pt x="15100" y="8152"/>
                  </a:lnTo>
                  <a:lnTo>
                    <a:pt x="16209" y="8241"/>
                  </a:lnTo>
                  <a:lnTo>
                    <a:pt x="20894" y="8331"/>
                  </a:lnTo>
                  <a:lnTo>
                    <a:pt x="22906" y="8369"/>
                  </a:lnTo>
                  <a:lnTo>
                    <a:pt x="26690" y="8507"/>
                  </a:lnTo>
                  <a:lnTo>
                    <a:pt x="28039" y="8510"/>
                  </a:lnTo>
                  <a:lnTo>
                    <a:pt x="30179" y="8516"/>
                  </a:lnTo>
                  <a:lnTo>
                    <a:pt x="30456" y="8513"/>
                  </a:lnTo>
                  <a:lnTo>
                    <a:pt x="31010" y="8524"/>
                  </a:lnTo>
                  <a:lnTo>
                    <a:pt x="40679" y="8687"/>
                  </a:lnTo>
                  <a:lnTo>
                    <a:pt x="42114" y="8718"/>
                  </a:lnTo>
                  <a:lnTo>
                    <a:pt x="42570" y="8728"/>
                  </a:lnTo>
                  <a:lnTo>
                    <a:pt x="50703" y="8904"/>
                  </a:lnTo>
                  <a:lnTo>
                    <a:pt x="54047" y="8674"/>
                  </a:lnTo>
                  <a:lnTo>
                    <a:pt x="54698" y="8629"/>
                  </a:lnTo>
                  <a:lnTo>
                    <a:pt x="56820" y="8355"/>
                  </a:lnTo>
                  <a:lnTo>
                    <a:pt x="58548" y="8339"/>
                  </a:lnTo>
                  <a:lnTo>
                    <a:pt x="64667" y="9166"/>
                  </a:lnTo>
                  <a:lnTo>
                    <a:pt x="65090" y="9214"/>
                  </a:lnTo>
                  <a:lnTo>
                    <a:pt x="70749" y="9342"/>
                  </a:lnTo>
                  <a:lnTo>
                    <a:pt x="74043" y="9448"/>
                  </a:lnTo>
                  <a:lnTo>
                    <a:pt x="76431" y="9573"/>
                  </a:lnTo>
                  <a:lnTo>
                    <a:pt x="77612" y="9635"/>
                  </a:lnTo>
                  <a:lnTo>
                    <a:pt x="78894" y="9811"/>
                  </a:lnTo>
                  <a:lnTo>
                    <a:pt x="79037" y="9830"/>
                  </a:lnTo>
                  <a:lnTo>
                    <a:pt x="81690" y="10193"/>
                  </a:lnTo>
                  <a:lnTo>
                    <a:pt x="82633" y="10322"/>
                  </a:lnTo>
                  <a:lnTo>
                    <a:pt x="88083" y="11477"/>
                  </a:lnTo>
                  <a:lnTo>
                    <a:pt x="88652" y="11571"/>
                  </a:lnTo>
                  <a:lnTo>
                    <a:pt x="91058" y="11557"/>
                  </a:lnTo>
                  <a:lnTo>
                    <a:pt x="92918" y="11310"/>
                  </a:lnTo>
                  <a:lnTo>
                    <a:pt x="93875" y="10993"/>
                  </a:lnTo>
                  <a:lnTo>
                    <a:pt x="94503" y="10784"/>
                  </a:lnTo>
                  <a:lnTo>
                    <a:pt x="94691" y="10739"/>
                  </a:lnTo>
                  <a:lnTo>
                    <a:pt x="95291" y="10593"/>
                  </a:lnTo>
                  <a:lnTo>
                    <a:pt x="96802" y="10225"/>
                  </a:lnTo>
                  <a:lnTo>
                    <a:pt x="97900" y="10058"/>
                  </a:lnTo>
                  <a:lnTo>
                    <a:pt x="99251" y="9861"/>
                  </a:lnTo>
                  <a:lnTo>
                    <a:pt x="99818" y="9880"/>
                  </a:lnTo>
                  <a:lnTo>
                    <a:pt x="99974" y="9935"/>
                  </a:lnTo>
                  <a:lnTo>
                    <a:pt x="100943" y="9935"/>
                  </a:lnTo>
                  <a:lnTo>
                    <a:pt x="101133" y="9924"/>
                  </a:lnTo>
                  <a:lnTo>
                    <a:pt x="101485" y="9936"/>
                  </a:lnTo>
                  <a:lnTo>
                    <a:pt x="105608" y="10267"/>
                  </a:lnTo>
                  <a:lnTo>
                    <a:pt x="114014" y="11147"/>
                  </a:lnTo>
                  <a:lnTo>
                    <a:pt x="114087" y="10545"/>
                  </a:lnTo>
                  <a:lnTo>
                    <a:pt x="113785" y="7923"/>
                  </a:lnTo>
                  <a:lnTo>
                    <a:pt x="113615" y="6450"/>
                  </a:lnTo>
                  <a:lnTo>
                    <a:pt x="111655" y="691"/>
                  </a:lnTo>
                  <a:lnTo>
                    <a:pt x="112153" y="648"/>
                  </a:lnTo>
                  <a:lnTo>
                    <a:pt x="119406" y="377"/>
                  </a:lnTo>
                  <a:lnTo>
                    <a:pt x="122609" y="204"/>
                  </a:lnTo>
                  <a:lnTo>
                    <a:pt x="124274" y="19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09" name="pg108"/>
            <p:cNvSpPr/>
            <p:nvPr/>
          </p:nvSpPr>
          <p:spPr>
            <a:xfrm>
              <a:off x="5464002" y="3421425"/>
              <a:ext cx="204534" cy="64285"/>
            </a:xfrm>
            <a:custGeom>
              <a:avLst/>
              <a:pathLst>
                <a:path w="204534" h="64285">
                  <a:moveTo>
                    <a:pt x="175389" y="18846"/>
                  </a:moveTo>
                  <a:lnTo>
                    <a:pt x="164334" y="22534"/>
                  </a:lnTo>
                  <a:lnTo>
                    <a:pt x="159998" y="20987"/>
                  </a:lnTo>
                  <a:lnTo>
                    <a:pt x="159320" y="21279"/>
                  </a:lnTo>
                  <a:lnTo>
                    <a:pt x="154951" y="23161"/>
                  </a:lnTo>
                  <a:lnTo>
                    <a:pt x="152739" y="26992"/>
                  </a:lnTo>
                  <a:lnTo>
                    <a:pt x="151505" y="27453"/>
                  </a:lnTo>
                  <a:lnTo>
                    <a:pt x="147708" y="25770"/>
                  </a:lnTo>
                  <a:lnTo>
                    <a:pt x="142967" y="31629"/>
                  </a:lnTo>
                  <a:lnTo>
                    <a:pt x="140686" y="34984"/>
                  </a:lnTo>
                  <a:lnTo>
                    <a:pt x="142251" y="36102"/>
                  </a:lnTo>
                  <a:lnTo>
                    <a:pt x="148313" y="40868"/>
                  </a:lnTo>
                  <a:lnTo>
                    <a:pt x="151779" y="42409"/>
                  </a:lnTo>
                  <a:lnTo>
                    <a:pt x="150477" y="46744"/>
                  </a:lnTo>
                  <a:lnTo>
                    <a:pt x="141425" y="51750"/>
                  </a:lnTo>
                  <a:lnTo>
                    <a:pt x="131496" y="52555"/>
                  </a:lnTo>
                  <a:lnTo>
                    <a:pt x="125634" y="47096"/>
                  </a:lnTo>
                  <a:lnTo>
                    <a:pt x="117361" y="51034"/>
                  </a:lnTo>
                  <a:lnTo>
                    <a:pt x="114825" y="54206"/>
                  </a:lnTo>
                  <a:lnTo>
                    <a:pt x="95443" y="64285"/>
                  </a:lnTo>
                  <a:lnTo>
                    <a:pt x="94608" y="63032"/>
                  </a:lnTo>
                  <a:lnTo>
                    <a:pt x="90917" y="62467"/>
                  </a:lnTo>
                  <a:lnTo>
                    <a:pt x="82037" y="62691"/>
                  </a:lnTo>
                  <a:lnTo>
                    <a:pt x="74642" y="61320"/>
                  </a:lnTo>
                  <a:lnTo>
                    <a:pt x="60448" y="58218"/>
                  </a:lnTo>
                  <a:lnTo>
                    <a:pt x="41411" y="55642"/>
                  </a:lnTo>
                  <a:lnTo>
                    <a:pt x="27753" y="54032"/>
                  </a:lnTo>
                  <a:lnTo>
                    <a:pt x="27217" y="55702"/>
                  </a:lnTo>
                  <a:lnTo>
                    <a:pt x="22744" y="58266"/>
                  </a:lnTo>
                  <a:lnTo>
                    <a:pt x="16482" y="60413"/>
                  </a:lnTo>
                  <a:lnTo>
                    <a:pt x="0" y="54464"/>
                  </a:lnTo>
                  <a:lnTo>
                    <a:pt x="1031" y="50956"/>
                  </a:lnTo>
                  <a:lnTo>
                    <a:pt x="1790" y="49209"/>
                  </a:lnTo>
                  <a:lnTo>
                    <a:pt x="4672" y="42582"/>
                  </a:lnTo>
                  <a:lnTo>
                    <a:pt x="7070" y="37066"/>
                  </a:lnTo>
                  <a:lnTo>
                    <a:pt x="9403" y="31701"/>
                  </a:lnTo>
                  <a:lnTo>
                    <a:pt x="8110" y="31040"/>
                  </a:lnTo>
                  <a:lnTo>
                    <a:pt x="10147" y="26229"/>
                  </a:lnTo>
                  <a:lnTo>
                    <a:pt x="11187" y="25797"/>
                  </a:lnTo>
                  <a:lnTo>
                    <a:pt x="13883" y="26046"/>
                  </a:lnTo>
                  <a:lnTo>
                    <a:pt x="15492" y="26516"/>
                  </a:lnTo>
                  <a:lnTo>
                    <a:pt x="17147" y="27545"/>
                  </a:lnTo>
                  <a:lnTo>
                    <a:pt x="18668" y="28439"/>
                  </a:lnTo>
                  <a:lnTo>
                    <a:pt x="21978" y="29557"/>
                  </a:lnTo>
                  <a:lnTo>
                    <a:pt x="35394" y="33271"/>
                  </a:lnTo>
                  <a:lnTo>
                    <a:pt x="44876" y="35418"/>
                  </a:lnTo>
                  <a:lnTo>
                    <a:pt x="50005" y="36730"/>
                  </a:lnTo>
                  <a:lnTo>
                    <a:pt x="53882" y="38162"/>
                  </a:lnTo>
                  <a:lnTo>
                    <a:pt x="56446" y="39414"/>
                  </a:lnTo>
                  <a:lnTo>
                    <a:pt x="59240" y="40040"/>
                  </a:lnTo>
                  <a:lnTo>
                    <a:pt x="60419" y="40451"/>
                  </a:lnTo>
                  <a:lnTo>
                    <a:pt x="61076" y="40739"/>
                  </a:lnTo>
                  <a:lnTo>
                    <a:pt x="61699" y="40984"/>
                  </a:lnTo>
                  <a:lnTo>
                    <a:pt x="62308" y="41139"/>
                  </a:lnTo>
                  <a:lnTo>
                    <a:pt x="62949" y="41314"/>
                  </a:lnTo>
                  <a:lnTo>
                    <a:pt x="63349" y="41519"/>
                  </a:lnTo>
                  <a:lnTo>
                    <a:pt x="63622" y="41803"/>
                  </a:lnTo>
                  <a:lnTo>
                    <a:pt x="64014" y="42024"/>
                  </a:lnTo>
                  <a:lnTo>
                    <a:pt x="64258" y="42051"/>
                  </a:lnTo>
                  <a:lnTo>
                    <a:pt x="64498" y="41995"/>
                  </a:lnTo>
                  <a:lnTo>
                    <a:pt x="67217" y="42799"/>
                  </a:lnTo>
                  <a:lnTo>
                    <a:pt x="70795" y="43656"/>
                  </a:lnTo>
                  <a:lnTo>
                    <a:pt x="73964" y="44364"/>
                  </a:lnTo>
                  <a:lnTo>
                    <a:pt x="76763" y="44824"/>
                  </a:lnTo>
                  <a:lnTo>
                    <a:pt x="78958" y="45184"/>
                  </a:lnTo>
                  <a:lnTo>
                    <a:pt x="103068" y="32018"/>
                  </a:lnTo>
                  <a:lnTo>
                    <a:pt x="101651" y="27620"/>
                  </a:lnTo>
                  <a:lnTo>
                    <a:pt x="110075" y="22700"/>
                  </a:lnTo>
                  <a:lnTo>
                    <a:pt x="123673" y="18119"/>
                  </a:lnTo>
                  <a:lnTo>
                    <a:pt x="130094" y="15072"/>
                  </a:lnTo>
                  <a:lnTo>
                    <a:pt x="138416" y="12900"/>
                  </a:lnTo>
                  <a:lnTo>
                    <a:pt x="142705" y="11780"/>
                  </a:lnTo>
                  <a:lnTo>
                    <a:pt x="156867" y="7231"/>
                  </a:lnTo>
                  <a:lnTo>
                    <a:pt x="157696" y="7037"/>
                  </a:lnTo>
                  <a:lnTo>
                    <a:pt x="167538" y="4732"/>
                  </a:lnTo>
                  <a:lnTo>
                    <a:pt x="170740" y="4370"/>
                  </a:lnTo>
                  <a:lnTo>
                    <a:pt x="176730" y="1644"/>
                  </a:lnTo>
                  <a:lnTo>
                    <a:pt x="199702" y="0"/>
                  </a:lnTo>
                  <a:lnTo>
                    <a:pt x="204014" y="1712"/>
                  </a:lnTo>
                  <a:lnTo>
                    <a:pt x="204534" y="9652"/>
                  </a:lnTo>
                  <a:lnTo>
                    <a:pt x="203509" y="11674"/>
                  </a:lnTo>
                  <a:lnTo>
                    <a:pt x="199760" y="11859"/>
                  </a:lnTo>
                  <a:lnTo>
                    <a:pt x="196301" y="12932"/>
                  </a:lnTo>
                  <a:lnTo>
                    <a:pt x="193200" y="13350"/>
                  </a:lnTo>
                  <a:lnTo>
                    <a:pt x="188057" y="1475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0" name="pg109"/>
            <p:cNvSpPr/>
            <p:nvPr/>
          </p:nvSpPr>
          <p:spPr>
            <a:xfrm>
              <a:off x="5485980" y="3427144"/>
              <a:ext cx="58633" cy="39105"/>
            </a:xfrm>
            <a:custGeom>
              <a:avLst/>
              <a:pathLst>
                <a:path w="58633" h="39105">
                  <a:moveTo>
                    <a:pt x="46086" y="6503"/>
                  </a:moveTo>
                  <a:lnTo>
                    <a:pt x="44943" y="10020"/>
                  </a:lnTo>
                  <a:lnTo>
                    <a:pt x="45898" y="10735"/>
                  </a:lnTo>
                  <a:lnTo>
                    <a:pt x="54791" y="9900"/>
                  </a:lnTo>
                  <a:lnTo>
                    <a:pt x="57015" y="15260"/>
                  </a:lnTo>
                  <a:lnTo>
                    <a:pt x="58344" y="18465"/>
                  </a:lnTo>
                  <a:lnTo>
                    <a:pt x="57022" y="20063"/>
                  </a:lnTo>
                  <a:lnTo>
                    <a:pt x="58633" y="23820"/>
                  </a:lnTo>
                  <a:lnTo>
                    <a:pt x="54785" y="39105"/>
                  </a:lnTo>
                  <a:lnTo>
                    <a:pt x="51985" y="38645"/>
                  </a:lnTo>
                  <a:lnTo>
                    <a:pt x="48817" y="37937"/>
                  </a:lnTo>
                  <a:lnTo>
                    <a:pt x="45239" y="37080"/>
                  </a:lnTo>
                  <a:lnTo>
                    <a:pt x="42519" y="36276"/>
                  </a:lnTo>
                  <a:lnTo>
                    <a:pt x="42279" y="36332"/>
                  </a:lnTo>
                  <a:lnTo>
                    <a:pt x="42036" y="36305"/>
                  </a:lnTo>
                  <a:lnTo>
                    <a:pt x="41643" y="36084"/>
                  </a:lnTo>
                  <a:lnTo>
                    <a:pt x="41370" y="35800"/>
                  </a:lnTo>
                  <a:lnTo>
                    <a:pt x="40970" y="35595"/>
                  </a:lnTo>
                  <a:lnTo>
                    <a:pt x="40330" y="35420"/>
                  </a:lnTo>
                  <a:lnTo>
                    <a:pt x="39720" y="35265"/>
                  </a:lnTo>
                  <a:lnTo>
                    <a:pt x="39098" y="35020"/>
                  </a:lnTo>
                  <a:lnTo>
                    <a:pt x="38440" y="34732"/>
                  </a:lnTo>
                  <a:lnTo>
                    <a:pt x="37262" y="34322"/>
                  </a:lnTo>
                  <a:lnTo>
                    <a:pt x="34468" y="33695"/>
                  </a:lnTo>
                  <a:lnTo>
                    <a:pt x="31903" y="32443"/>
                  </a:lnTo>
                  <a:lnTo>
                    <a:pt x="28027" y="31012"/>
                  </a:lnTo>
                  <a:lnTo>
                    <a:pt x="22898" y="29699"/>
                  </a:lnTo>
                  <a:lnTo>
                    <a:pt x="13415" y="27552"/>
                  </a:lnTo>
                  <a:lnTo>
                    <a:pt x="0" y="23838"/>
                  </a:lnTo>
                  <a:lnTo>
                    <a:pt x="4706" y="13356"/>
                  </a:lnTo>
                  <a:lnTo>
                    <a:pt x="10479" y="12151"/>
                  </a:lnTo>
                  <a:lnTo>
                    <a:pt x="10181" y="8722"/>
                  </a:lnTo>
                  <a:lnTo>
                    <a:pt x="16219" y="6858"/>
                  </a:lnTo>
                  <a:lnTo>
                    <a:pt x="17188" y="2609"/>
                  </a:lnTo>
                  <a:lnTo>
                    <a:pt x="22556" y="0"/>
                  </a:lnTo>
                  <a:lnTo>
                    <a:pt x="33144" y="14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1" name="pg110"/>
            <p:cNvSpPr/>
            <p:nvPr/>
          </p:nvSpPr>
          <p:spPr>
            <a:xfrm>
              <a:off x="4861311" y="3588231"/>
              <a:ext cx="91222" cy="91131"/>
            </a:xfrm>
            <a:custGeom>
              <a:avLst/>
              <a:pathLst>
                <a:path w="91222" h="91131">
                  <a:moveTo>
                    <a:pt x="88679" y="37942"/>
                  </a:moveTo>
                  <a:lnTo>
                    <a:pt x="86012" y="39717"/>
                  </a:lnTo>
                  <a:lnTo>
                    <a:pt x="83224" y="38793"/>
                  </a:lnTo>
                  <a:lnTo>
                    <a:pt x="80345" y="39733"/>
                  </a:lnTo>
                  <a:lnTo>
                    <a:pt x="75693" y="45429"/>
                  </a:lnTo>
                  <a:lnTo>
                    <a:pt x="75361" y="45835"/>
                  </a:lnTo>
                  <a:lnTo>
                    <a:pt x="73276" y="51157"/>
                  </a:lnTo>
                  <a:lnTo>
                    <a:pt x="69853" y="52797"/>
                  </a:lnTo>
                  <a:lnTo>
                    <a:pt x="67696" y="53790"/>
                  </a:lnTo>
                  <a:lnTo>
                    <a:pt x="63420" y="55527"/>
                  </a:lnTo>
                  <a:lnTo>
                    <a:pt x="62377" y="56675"/>
                  </a:lnTo>
                  <a:lnTo>
                    <a:pt x="61134" y="59098"/>
                  </a:lnTo>
                  <a:lnTo>
                    <a:pt x="60032" y="61618"/>
                  </a:lnTo>
                  <a:lnTo>
                    <a:pt x="59952" y="61874"/>
                  </a:lnTo>
                  <a:lnTo>
                    <a:pt x="59505" y="62728"/>
                  </a:lnTo>
                  <a:lnTo>
                    <a:pt x="59393" y="62941"/>
                  </a:lnTo>
                  <a:lnTo>
                    <a:pt x="59269" y="63229"/>
                  </a:lnTo>
                  <a:lnTo>
                    <a:pt x="57422" y="65751"/>
                  </a:lnTo>
                  <a:lnTo>
                    <a:pt x="57343" y="66008"/>
                  </a:lnTo>
                  <a:lnTo>
                    <a:pt x="57308" y="66233"/>
                  </a:lnTo>
                  <a:lnTo>
                    <a:pt x="55782" y="68457"/>
                  </a:lnTo>
                  <a:lnTo>
                    <a:pt x="55626" y="68702"/>
                  </a:lnTo>
                  <a:lnTo>
                    <a:pt x="55559" y="68884"/>
                  </a:lnTo>
                  <a:lnTo>
                    <a:pt x="54263" y="71142"/>
                  </a:lnTo>
                  <a:lnTo>
                    <a:pt x="52355" y="73309"/>
                  </a:lnTo>
                  <a:lnTo>
                    <a:pt x="51463" y="74747"/>
                  </a:lnTo>
                  <a:lnTo>
                    <a:pt x="51036" y="75718"/>
                  </a:lnTo>
                  <a:lnTo>
                    <a:pt x="50957" y="75974"/>
                  </a:lnTo>
                  <a:lnTo>
                    <a:pt x="50645" y="77461"/>
                  </a:lnTo>
                  <a:lnTo>
                    <a:pt x="50715" y="78673"/>
                  </a:lnTo>
                  <a:lnTo>
                    <a:pt x="49443" y="79533"/>
                  </a:lnTo>
                  <a:lnTo>
                    <a:pt x="41873" y="82118"/>
                  </a:lnTo>
                  <a:lnTo>
                    <a:pt x="39523" y="82944"/>
                  </a:lnTo>
                  <a:lnTo>
                    <a:pt x="34180" y="84822"/>
                  </a:lnTo>
                  <a:lnTo>
                    <a:pt x="27663" y="88494"/>
                  </a:lnTo>
                  <a:lnTo>
                    <a:pt x="23310" y="90198"/>
                  </a:lnTo>
                  <a:lnTo>
                    <a:pt x="20925" y="91131"/>
                  </a:lnTo>
                  <a:lnTo>
                    <a:pt x="19425" y="87333"/>
                  </a:lnTo>
                  <a:lnTo>
                    <a:pt x="16666" y="84985"/>
                  </a:lnTo>
                  <a:lnTo>
                    <a:pt x="16661" y="84341"/>
                  </a:lnTo>
                  <a:lnTo>
                    <a:pt x="16578" y="83360"/>
                  </a:lnTo>
                  <a:lnTo>
                    <a:pt x="14590" y="83526"/>
                  </a:lnTo>
                  <a:lnTo>
                    <a:pt x="12415" y="83481"/>
                  </a:lnTo>
                  <a:lnTo>
                    <a:pt x="11607" y="83464"/>
                  </a:lnTo>
                  <a:lnTo>
                    <a:pt x="11173" y="81065"/>
                  </a:lnTo>
                  <a:lnTo>
                    <a:pt x="8214" y="80440"/>
                  </a:lnTo>
                  <a:lnTo>
                    <a:pt x="8251" y="81474"/>
                  </a:lnTo>
                  <a:lnTo>
                    <a:pt x="7592" y="82143"/>
                  </a:lnTo>
                  <a:lnTo>
                    <a:pt x="6152" y="82969"/>
                  </a:lnTo>
                  <a:lnTo>
                    <a:pt x="3648" y="83679"/>
                  </a:lnTo>
                  <a:lnTo>
                    <a:pt x="3295" y="83779"/>
                  </a:lnTo>
                  <a:lnTo>
                    <a:pt x="3059" y="83858"/>
                  </a:lnTo>
                  <a:lnTo>
                    <a:pt x="2487" y="81209"/>
                  </a:lnTo>
                  <a:lnTo>
                    <a:pt x="0" y="73504"/>
                  </a:lnTo>
                  <a:lnTo>
                    <a:pt x="909" y="73459"/>
                  </a:lnTo>
                  <a:lnTo>
                    <a:pt x="2075" y="72693"/>
                  </a:lnTo>
                  <a:lnTo>
                    <a:pt x="2349" y="70983"/>
                  </a:lnTo>
                  <a:lnTo>
                    <a:pt x="3205" y="68430"/>
                  </a:lnTo>
                  <a:lnTo>
                    <a:pt x="7443" y="65332"/>
                  </a:lnTo>
                  <a:lnTo>
                    <a:pt x="7594" y="65321"/>
                  </a:lnTo>
                  <a:lnTo>
                    <a:pt x="10616" y="63868"/>
                  </a:lnTo>
                  <a:lnTo>
                    <a:pt x="21446" y="58702"/>
                  </a:lnTo>
                  <a:lnTo>
                    <a:pt x="22485" y="58744"/>
                  </a:lnTo>
                  <a:lnTo>
                    <a:pt x="23562" y="58580"/>
                  </a:lnTo>
                  <a:lnTo>
                    <a:pt x="38668" y="51237"/>
                  </a:lnTo>
                  <a:lnTo>
                    <a:pt x="46482" y="44323"/>
                  </a:lnTo>
                  <a:lnTo>
                    <a:pt x="48562" y="40673"/>
                  </a:lnTo>
                  <a:lnTo>
                    <a:pt x="49904" y="39018"/>
                  </a:lnTo>
                  <a:lnTo>
                    <a:pt x="58106" y="24171"/>
                  </a:lnTo>
                  <a:lnTo>
                    <a:pt x="57653" y="19286"/>
                  </a:lnTo>
                  <a:lnTo>
                    <a:pt x="51619" y="15515"/>
                  </a:lnTo>
                  <a:lnTo>
                    <a:pt x="53058" y="13171"/>
                  </a:lnTo>
                  <a:lnTo>
                    <a:pt x="53828" y="11918"/>
                  </a:lnTo>
                  <a:lnTo>
                    <a:pt x="55479" y="9228"/>
                  </a:lnTo>
                  <a:lnTo>
                    <a:pt x="55964" y="8439"/>
                  </a:lnTo>
                  <a:lnTo>
                    <a:pt x="56305" y="7884"/>
                  </a:lnTo>
                  <a:lnTo>
                    <a:pt x="57130" y="6539"/>
                  </a:lnTo>
                  <a:lnTo>
                    <a:pt x="57060" y="3844"/>
                  </a:lnTo>
                  <a:lnTo>
                    <a:pt x="55223" y="1394"/>
                  </a:lnTo>
                  <a:lnTo>
                    <a:pt x="58596" y="0"/>
                  </a:lnTo>
                  <a:lnTo>
                    <a:pt x="64104" y="3196"/>
                  </a:lnTo>
                  <a:lnTo>
                    <a:pt x="79084" y="4332"/>
                  </a:lnTo>
                  <a:lnTo>
                    <a:pt x="82114" y="9086"/>
                  </a:lnTo>
                  <a:lnTo>
                    <a:pt x="81744" y="13749"/>
                  </a:lnTo>
                  <a:lnTo>
                    <a:pt x="84387" y="16088"/>
                  </a:lnTo>
                  <a:lnTo>
                    <a:pt x="88496" y="19722"/>
                  </a:lnTo>
                  <a:lnTo>
                    <a:pt x="87598" y="23980"/>
                  </a:lnTo>
                  <a:lnTo>
                    <a:pt x="90939" y="28355"/>
                  </a:lnTo>
                  <a:lnTo>
                    <a:pt x="91222" y="32686"/>
                  </a:lnTo>
                  <a:lnTo>
                    <a:pt x="89051" y="34787"/>
                  </a:lnTo>
                  <a:lnTo>
                    <a:pt x="89008" y="3515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2" name="pg111"/>
            <p:cNvSpPr/>
            <p:nvPr/>
          </p:nvSpPr>
          <p:spPr>
            <a:xfrm>
              <a:off x="3591128" y="4987323"/>
              <a:ext cx="111662" cy="122013"/>
            </a:xfrm>
            <a:custGeom>
              <a:avLst/>
              <a:pathLst>
                <a:path w="111662" h="122013">
                  <a:moveTo>
                    <a:pt x="101385" y="97741"/>
                  </a:moveTo>
                  <a:lnTo>
                    <a:pt x="100589" y="98497"/>
                  </a:lnTo>
                  <a:lnTo>
                    <a:pt x="97982" y="100976"/>
                  </a:lnTo>
                  <a:lnTo>
                    <a:pt x="95404" y="103427"/>
                  </a:lnTo>
                  <a:lnTo>
                    <a:pt x="93474" y="105263"/>
                  </a:lnTo>
                  <a:lnTo>
                    <a:pt x="92513" y="106177"/>
                  </a:lnTo>
                  <a:lnTo>
                    <a:pt x="86927" y="111488"/>
                  </a:lnTo>
                  <a:lnTo>
                    <a:pt x="84605" y="113696"/>
                  </a:lnTo>
                  <a:lnTo>
                    <a:pt x="82702" y="115506"/>
                  </a:lnTo>
                  <a:lnTo>
                    <a:pt x="80854" y="117263"/>
                  </a:lnTo>
                  <a:lnTo>
                    <a:pt x="79319" y="118723"/>
                  </a:lnTo>
                  <a:lnTo>
                    <a:pt x="78831" y="119186"/>
                  </a:lnTo>
                  <a:lnTo>
                    <a:pt x="77941" y="120032"/>
                  </a:lnTo>
                  <a:lnTo>
                    <a:pt x="77195" y="120742"/>
                  </a:lnTo>
                  <a:lnTo>
                    <a:pt x="76899" y="121024"/>
                  </a:lnTo>
                  <a:lnTo>
                    <a:pt x="76701" y="121212"/>
                  </a:lnTo>
                  <a:lnTo>
                    <a:pt x="76567" y="121339"/>
                  </a:lnTo>
                  <a:lnTo>
                    <a:pt x="75829" y="122013"/>
                  </a:lnTo>
                  <a:lnTo>
                    <a:pt x="75514" y="121711"/>
                  </a:lnTo>
                  <a:lnTo>
                    <a:pt x="73960" y="120216"/>
                  </a:lnTo>
                  <a:lnTo>
                    <a:pt x="71497" y="118043"/>
                  </a:lnTo>
                  <a:lnTo>
                    <a:pt x="69541" y="117173"/>
                  </a:lnTo>
                  <a:lnTo>
                    <a:pt x="68159" y="116929"/>
                  </a:lnTo>
                  <a:lnTo>
                    <a:pt x="67077" y="116739"/>
                  </a:lnTo>
                  <a:lnTo>
                    <a:pt x="65524" y="116397"/>
                  </a:lnTo>
                  <a:lnTo>
                    <a:pt x="65027" y="116288"/>
                  </a:lnTo>
                  <a:lnTo>
                    <a:pt x="56863" y="114493"/>
                  </a:lnTo>
                  <a:lnTo>
                    <a:pt x="56696" y="114456"/>
                  </a:lnTo>
                  <a:lnTo>
                    <a:pt x="54281" y="113915"/>
                  </a:lnTo>
                  <a:lnTo>
                    <a:pt x="47672" y="112435"/>
                  </a:lnTo>
                  <a:lnTo>
                    <a:pt x="47155" y="112320"/>
                  </a:lnTo>
                  <a:lnTo>
                    <a:pt x="47026" y="112280"/>
                  </a:lnTo>
                  <a:lnTo>
                    <a:pt x="46645" y="112164"/>
                  </a:lnTo>
                  <a:lnTo>
                    <a:pt x="46412" y="112094"/>
                  </a:lnTo>
                  <a:lnTo>
                    <a:pt x="44979" y="111658"/>
                  </a:lnTo>
                  <a:lnTo>
                    <a:pt x="41540" y="110612"/>
                  </a:lnTo>
                  <a:lnTo>
                    <a:pt x="40517" y="110301"/>
                  </a:lnTo>
                  <a:lnTo>
                    <a:pt x="36375" y="109041"/>
                  </a:lnTo>
                  <a:lnTo>
                    <a:pt x="35351" y="108730"/>
                  </a:lnTo>
                  <a:lnTo>
                    <a:pt x="34046" y="108333"/>
                  </a:lnTo>
                  <a:lnTo>
                    <a:pt x="33099" y="108054"/>
                  </a:lnTo>
                  <a:lnTo>
                    <a:pt x="32972" y="109201"/>
                  </a:lnTo>
                  <a:lnTo>
                    <a:pt x="32804" y="110709"/>
                  </a:lnTo>
                  <a:lnTo>
                    <a:pt x="32647" y="112126"/>
                  </a:lnTo>
                  <a:lnTo>
                    <a:pt x="32526" y="113217"/>
                  </a:lnTo>
                  <a:lnTo>
                    <a:pt x="32419" y="113908"/>
                  </a:lnTo>
                  <a:lnTo>
                    <a:pt x="31736" y="113798"/>
                  </a:lnTo>
                  <a:lnTo>
                    <a:pt x="24844" y="112632"/>
                  </a:lnTo>
                  <a:lnTo>
                    <a:pt x="23794" y="112454"/>
                  </a:lnTo>
                  <a:lnTo>
                    <a:pt x="23114" y="112339"/>
                  </a:lnTo>
                  <a:lnTo>
                    <a:pt x="19281" y="111690"/>
                  </a:lnTo>
                  <a:lnTo>
                    <a:pt x="18410" y="111543"/>
                  </a:lnTo>
                  <a:lnTo>
                    <a:pt x="11223" y="110327"/>
                  </a:lnTo>
                  <a:lnTo>
                    <a:pt x="8323" y="109836"/>
                  </a:lnTo>
                  <a:lnTo>
                    <a:pt x="5378" y="109174"/>
                  </a:lnTo>
                  <a:lnTo>
                    <a:pt x="5413" y="107731"/>
                  </a:lnTo>
                  <a:lnTo>
                    <a:pt x="5562" y="105496"/>
                  </a:lnTo>
                  <a:lnTo>
                    <a:pt x="5811" y="103956"/>
                  </a:lnTo>
                  <a:lnTo>
                    <a:pt x="5960" y="103012"/>
                  </a:lnTo>
                  <a:lnTo>
                    <a:pt x="6605" y="102069"/>
                  </a:lnTo>
                  <a:lnTo>
                    <a:pt x="6556" y="100728"/>
                  </a:lnTo>
                  <a:lnTo>
                    <a:pt x="7003" y="99138"/>
                  </a:lnTo>
                  <a:lnTo>
                    <a:pt x="7152" y="97996"/>
                  </a:lnTo>
                  <a:lnTo>
                    <a:pt x="7251" y="95860"/>
                  </a:lnTo>
                  <a:lnTo>
                    <a:pt x="7251" y="94370"/>
                  </a:lnTo>
                  <a:lnTo>
                    <a:pt x="7599" y="92682"/>
                  </a:lnTo>
                  <a:lnTo>
                    <a:pt x="7400" y="91043"/>
                  </a:lnTo>
                  <a:lnTo>
                    <a:pt x="7201" y="89354"/>
                  </a:lnTo>
                  <a:lnTo>
                    <a:pt x="7897" y="87665"/>
                  </a:lnTo>
                  <a:lnTo>
                    <a:pt x="7599" y="85828"/>
                  </a:lnTo>
                  <a:lnTo>
                    <a:pt x="7648" y="83245"/>
                  </a:lnTo>
                  <a:lnTo>
                    <a:pt x="7301" y="81507"/>
                  </a:lnTo>
                  <a:lnTo>
                    <a:pt x="7102" y="79818"/>
                  </a:lnTo>
                  <a:lnTo>
                    <a:pt x="6655" y="77335"/>
                  </a:lnTo>
                  <a:lnTo>
                    <a:pt x="6657" y="74735"/>
                  </a:lnTo>
                  <a:lnTo>
                    <a:pt x="6109" y="72467"/>
                  </a:lnTo>
                  <a:lnTo>
                    <a:pt x="5811" y="70729"/>
                  </a:lnTo>
                  <a:lnTo>
                    <a:pt x="5413" y="69140"/>
                  </a:lnTo>
                  <a:lnTo>
                    <a:pt x="5215" y="66954"/>
                  </a:lnTo>
                  <a:lnTo>
                    <a:pt x="5215" y="65415"/>
                  </a:lnTo>
                  <a:lnTo>
                    <a:pt x="5513" y="63527"/>
                  </a:lnTo>
                  <a:lnTo>
                    <a:pt x="5215" y="62186"/>
                  </a:lnTo>
                  <a:lnTo>
                    <a:pt x="5115" y="61243"/>
                  </a:lnTo>
                  <a:lnTo>
                    <a:pt x="4519" y="60051"/>
                  </a:lnTo>
                  <a:lnTo>
                    <a:pt x="4470" y="58908"/>
                  </a:lnTo>
                  <a:lnTo>
                    <a:pt x="3576" y="58114"/>
                  </a:lnTo>
                  <a:lnTo>
                    <a:pt x="1469" y="57701"/>
                  </a:lnTo>
                  <a:lnTo>
                    <a:pt x="417" y="57236"/>
                  </a:lnTo>
                  <a:lnTo>
                    <a:pt x="49" y="56574"/>
                  </a:lnTo>
                  <a:lnTo>
                    <a:pt x="0" y="55829"/>
                  </a:lnTo>
                  <a:lnTo>
                    <a:pt x="347" y="55432"/>
                  </a:lnTo>
                  <a:lnTo>
                    <a:pt x="1043" y="55183"/>
                  </a:lnTo>
                  <a:lnTo>
                    <a:pt x="2085" y="55134"/>
                  </a:lnTo>
                  <a:lnTo>
                    <a:pt x="3327" y="55332"/>
                  </a:lnTo>
                  <a:lnTo>
                    <a:pt x="4370" y="55332"/>
                  </a:lnTo>
                  <a:lnTo>
                    <a:pt x="5513" y="55432"/>
                  </a:lnTo>
                  <a:lnTo>
                    <a:pt x="6953" y="55481"/>
                  </a:lnTo>
                  <a:lnTo>
                    <a:pt x="7748" y="55481"/>
                  </a:lnTo>
                  <a:lnTo>
                    <a:pt x="8542" y="55332"/>
                  </a:lnTo>
                  <a:lnTo>
                    <a:pt x="9536" y="54836"/>
                  </a:lnTo>
                  <a:lnTo>
                    <a:pt x="10479" y="54389"/>
                  </a:lnTo>
                  <a:lnTo>
                    <a:pt x="11920" y="53793"/>
                  </a:lnTo>
                  <a:lnTo>
                    <a:pt x="13132" y="53204"/>
                  </a:lnTo>
                  <a:lnTo>
                    <a:pt x="13658" y="52948"/>
                  </a:lnTo>
                  <a:lnTo>
                    <a:pt x="14072" y="52776"/>
                  </a:lnTo>
                  <a:lnTo>
                    <a:pt x="14850" y="52452"/>
                  </a:lnTo>
                  <a:lnTo>
                    <a:pt x="15893" y="51409"/>
                  </a:lnTo>
                  <a:lnTo>
                    <a:pt x="16539" y="50117"/>
                  </a:lnTo>
                  <a:lnTo>
                    <a:pt x="17234" y="48627"/>
                  </a:lnTo>
                  <a:lnTo>
                    <a:pt x="17880" y="46094"/>
                  </a:lnTo>
                  <a:lnTo>
                    <a:pt x="18671" y="44249"/>
                  </a:lnTo>
                  <a:lnTo>
                    <a:pt x="18627" y="43724"/>
                  </a:lnTo>
                  <a:lnTo>
                    <a:pt x="18579" y="42819"/>
                  </a:lnTo>
                  <a:lnTo>
                    <a:pt x="18236" y="41570"/>
                  </a:lnTo>
                  <a:lnTo>
                    <a:pt x="17697" y="39882"/>
                  </a:lnTo>
                  <a:lnTo>
                    <a:pt x="17795" y="37385"/>
                  </a:lnTo>
                  <a:lnTo>
                    <a:pt x="17604" y="33199"/>
                  </a:lnTo>
                  <a:lnTo>
                    <a:pt x="24879" y="30599"/>
                  </a:lnTo>
                  <a:lnTo>
                    <a:pt x="24864" y="30462"/>
                  </a:lnTo>
                  <a:lnTo>
                    <a:pt x="24610" y="28201"/>
                  </a:lnTo>
                  <a:lnTo>
                    <a:pt x="24628" y="27787"/>
                  </a:lnTo>
                  <a:lnTo>
                    <a:pt x="26439" y="27468"/>
                  </a:lnTo>
                  <a:lnTo>
                    <a:pt x="28306" y="27139"/>
                  </a:lnTo>
                  <a:lnTo>
                    <a:pt x="31087" y="26649"/>
                  </a:lnTo>
                  <a:lnTo>
                    <a:pt x="32626" y="26372"/>
                  </a:lnTo>
                  <a:lnTo>
                    <a:pt x="32679" y="27438"/>
                  </a:lnTo>
                  <a:lnTo>
                    <a:pt x="32696" y="27794"/>
                  </a:lnTo>
                  <a:lnTo>
                    <a:pt x="34256" y="27713"/>
                  </a:lnTo>
                  <a:lnTo>
                    <a:pt x="39221" y="27457"/>
                  </a:lnTo>
                  <a:lnTo>
                    <a:pt x="40582" y="27387"/>
                  </a:lnTo>
                  <a:lnTo>
                    <a:pt x="41909" y="26866"/>
                  </a:lnTo>
                  <a:lnTo>
                    <a:pt x="42849" y="26497"/>
                  </a:lnTo>
                  <a:lnTo>
                    <a:pt x="43899" y="26085"/>
                  </a:lnTo>
                  <a:lnTo>
                    <a:pt x="46265" y="25157"/>
                  </a:lnTo>
                  <a:lnTo>
                    <a:pt x="46590" y="25022"/>
                  </a:lnTo>
                  <a:lnTo>
                    <a:pt x="48507" y="24230"/>
                  </a:lnTo>
                  <a:lnTo>
                    <a:pt x="50172" y="23540"/>
                  </a:lnTo>
                  <a:lnTo>
                    <a:pt x="50544" y="23385"/>
                  </a:lnTo>
                  <a:lnTo>
                    <a:pt x="50874" y="23248"/>
                  </a:lnTo>
                  <a:lnTo>
                    <a:pt x="51568" y="22961"/>
                  </a:lnTo>
                  <a:lnTo>
                    <a:pt x="51735" y="22891"/>
                  </a:lnTo>
                  <a:lnTo>
                    <a:pt x="52965" y="22381"/>
                  </a:lnTo>
                  <a:lnTo>
                    <a:pt x="57579" y="20468"/>
                  </a:lnTo>
                  <a:lnTo>
                    <a:pt x="59497" y="19672"/>
                  </a:lnTo>
                  <a:lnTo>
                    <a:pt x="59703" y="19587"/>
                  </a:lnTo>
                  <a:lnTo>
                    <a:pt x="60002" y="19463"/>
                  </a:lnTo>
                  <a:lnTo>
                    <a:pt x="60485" y="19263"/>
                  </a:lnTo>
                  <a:lnTo>
                    <a:pt x="60761" y="19148"/>
                  </a:lnTo>
                  <a:lnTo>
                    <a:pt x="61393" y="18863"/>
                  </a:lnTo>
                  <a:lnTo>
                    <a:pt x="62455" y="18383"/>
                  </a:lnTo>
                  <a:lnTo>
                    <a:pt x="63285" y="18008"/>
                  </a:lnTo>
                  <a:lnTo>
                    <a:pt x="66087" y="16743"/>
                  </a:lnTo>
                  <a:lnTo>
                    <a:pt x="68780" y="15527"/>
                  </a:lnTo>
                  <a:lnTo>
                    <a:pt x="69707" y="15108"/>
                  </a:lnTo>
                  <a:lnTo>
                    <a:pt x="70158" y="14904"/>
                  </a:lnTo>
                  <a:lnTo>
                    <a:pt x="72047" y="14051"/>
                  </a:lnTo>
                  <a:lnTo>
                    <a:pt x="72331" y="13923"/>
                  </a:lnTo>
                  <a:lnTo>
                    <a:pt x="73137" y="13558"/>
                  </a:lnTo>
                  <a:lnTo>
                    <a:pt x="73406" y="13437"/>
                  </a:lnTo>
                  <a:lnTo>
                    <a:pt x="74418" y="12980"/>
                  </a:lnTo>
                  <a:lnTo>
                    <a:pt x="80576" y="10199"/>
                  </a:lnTo>
                  <a:lnTo>
                    <a:pt x="80986" y="10014"/>
                  </a:lnTo>
                  <a:lnTo>
                    <a:pt x="82418" y="9367"/>
                  </a:lnTo>
                  <a:lnTo>
                    <a:pt x="82882" y="9157"/>
                  </a:lnTo>
                  <a:lnTo>
                    <a:pt x="83467" y="8895"/>
                  </a:lnTo>
                  <a:lnTo>
                    <a:pt x="86587" y="7494"/>
                  </a:lnTo>
                  <a:lnTo>
                    <a:pt x="86875" y="7365"/>
                  </a:lnTo>
                  <a:lnTo>
                    <a:pt x="87776" y="6961"/>
                  </a:lnTo>
                  <a:lnTo>
                    <a:pt x="88181" y="6779"/>
                  </a:lnTo>
                  <a:lnTo>
                    <a:pt x="89259" y="6295"/>
                  </a:lnTo>
                  <a:lnTo>
                    <a:pt x="90677" y="5659"/>
                  </a:lnTo>
                  <a:lnTo>
                    <a:pt x="92278" y="4927"/>
                  </a:lnTo>
                  <a:lnTo>
                    <a:pt x="93759" y="4262"/>
                  </a:lnTo>
                  <a:lnTo>
                    <a:pt x="96510" y="3028"/>
                  </a:lnTo>
                  <a:lnTo>
                    <a:pt x="97783" y="2456"/>
                  </a:lnTo>
                  <a:lnTo>
                    <a:pt x="99358" y="1750"/>
                  </a:lnTo>
                  <a:lnTo>
                    <a:pt x="102624" y="284"/>
                  </a:lnTo>
                  <a:lnTo>
                    <a:pt x="103287" y="0"/>
                  </a:lnTo>
                  <a:lnTo>
                    <a:pt x="103646" y="1948"/>
                  </a:lnTo>
                  <a:lnTo>
                    <a:pt x="104284" y="5411"/>
                  </a:lnTo>
                  <a:lnTo>
                    <a:pt x="105361" y="11260"/>
                  </a:lnTo>
                  <a:lnTo>
                    <a:pt x="105578" y="12440"/>
                  </a:lnTo>
                  <a:lnTo>
                    <a:pt x="105924" y="14319"/>
                  </a:lnTo>
                  <a:lnTo>
                    <a:pt x="106093" y="15235"/>
                  </a:lnTo>
                  <a:lnTo>
                    <a:pt x="106233" y="15994"/>
                  </a:lnTo>
                  <a:lnTo>
                    <a:pt x="106310" y="16414"/>
                  </a:lnTo>
                  <a:lnTo>
                    <a:pt x="106596" y="17969"/>
                  </a:lnTo>
                  <a:lnTo>
                    <a:pt x="107073" y="20556"/>
                  </a:lnTo>
                  <a:lnTo>
                    <a:pt x="107277" y="21669"/>
                  </a:lnTo>
                  <a:lnTo>
                    <a:pt x="107672" y="23812"/>
                  </a:lnTo>
                  <a:lnTo>
                    <a:pt x="107762" y="24303"/>
                  </a:lnTo>
                  <a:lnTo>
                    <a:pt x="107881" y="24946"/>
                  </a:lnTo>
                  <a:lnTo>
                    <a:pt x="108229" y="26838"/>
                  </a:lnTo>
                  <a:lnTo>
                    <a:pt x="109537" y="35595"/>
                  </a:lnTo>
                  <a:lnTo>
                    <a:pt x="109569" y="35751"/>
                  </a:lnTo>
                  <a:lnTo>
                    <a:pt x="110689" y="41190"/>
                  </a:lnTo>
                  <a:lnTo>
                    <a:pt x="111102" y="43194"/>
                  </a:lnTo>
                  <a:lnTo>
                    <a:pt x="111662" y="45914"/>
                  </a:lnTo>
                  <a:lnTo>
                    <a:pt x="111015" y="51218"/>
                  </a:lnTo>
                  <a:lnTo>
                    <a:pt x="110830" y="52731"/>
                  </a:lnTo>
                  <a:lnTo>
                    <a:pt x="110197" y="57917"/>
                  </a:lnTo>
                  <a:lnTo>
                    <a:pt x="110124" y="58520"/>
                  </a:lnTo>
                  <a:lnTo>
                    <a:pt x="110086" y="58831"/>
                  </a:lnTo>
                  <a:lnTo>
                    <a:pt x="109635" y="62525"/>
                  </a:lnTo>
                  <a:lnTo>
                    <a:pt x="109437" y="64482"/>
                  </a:lnTo>
                  <a:lnTo>
                    <a:pt x="109181" y="67024"/>
                  </a:lnTo>
                  <a:lnTo>
                    <a:pt x="109127" y="67559"/>
                  </a:lnTo>
                  <a:lnTo>
                    <a:pt x="109092" y="67905"/>
                  </a:lnTo>
                  <a:lnTo>
                    <a:pt x="109053" y="68288"/>
                  </a:lnTo>
                  <a:lnTo>
                    <a:pt x="109003" y="68782"/>
                  </a:lnTo>
                  <a:lnTo>
                    <a:pt x="108842" y="70384"/>
                  </a:lnTo>
                  <a:lnTo>
                    <a:pt x="107342" y="80461"/>
                  </a:lnTo>
                  <a:lnTo>
                    <a:pt x="106839" y="83841"/>
                  </a:lnTo>
                  <a:lnTo>
                    <a:pt x="106552" y="85766"/>
                  </a:lnTo>
                  <a:lnTo>
                    <a:pt x="106094" y="88843"/>
                  </a:lnTo>
                  <a:lnTo>
                    <a:pt x="105658" y="91773"/>
                  </a:lnTo>
                  <a:lnTo>
                    <a:pt x="105352" y="93828"/>
                  </a:lnTo>
                  <a:lnTo>
                    <a:pt x="105267" y="94050"/>
                  </a:lnTo>
                  <a:lnTo>
                    <a:pt x="104766" y="94526"/>
                  </a:lnTo>
                  <a:lnTo>
                    <a:pt x="104542" y="9473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3" name="pg112"/>
            <p:cNvSpPr/>
            <p:nvPr/>
          </p:nvSpPr>
          <p:spPr>
            <a:xfrm>
              <a:off x="3692925" y="4977006"/>
              <a:ext cx="80555" cy="59960"/>
            </a:xfrm>
            <a:custGeom>
              <a:avLst/>
              <a:pathLst>
                <a:path w="80555" h="59960">
                  <a:moveTo>
                    <a:pt x="44555" y="22491"/>
                  </a:moveTo>
                  <a:lnTo>
                    <a:pt x="46405" y="23505"/>
                  </a:lnTo>
                  <a:lnTo>
                    <a:pt x="46975" y="23815"/>
                  </a:lnTo>
                  <a:lnTo>
                    <a:pt x="49571" y="25226"/>
                  </a:lnTo>
                  <a:lnTo>
                    <a:pt x="53056" y="27120"/>
                  </a:lnTo>
                  <a:lnTo>
                    <a:pt x="55102" y="28251"/>
                  </a:lnTo>
                  <a:lnTo>
                    <a:pt x="60103" y="31014"/>
                  </a:lnTo>
                  <a:lnTo>
                    <a:pt x="60273" y="31108"/>
                  </a:lnTo>
                  <a:lnTo>
                    <a:pt x="61999" y="32055"/>
                  </a:lnTo>
                  <a:lnTo>
                    <a:pt x="73857" y="38555"/>
                  </a:lnTo>
                  <a:lnTo>
                    <a:pt x="74988" y="39175"/>
                  </a:lnTo>
                  <a:lnTo>
                    <a:pt x="77431" y="40515"/>
                  </a:lnTo>
                  <a:lnTo>
                    <a:pt x="79465" y="41630"/>
                  </a:lnTo>
                  <a:lnTo>
                    <a:pt x="79834" y="41832"/>
                  </a:lnTo>
                  <a:lnTo>
                    <a:pt x="80415" y="42150"/>
                  </a:lnTo>
                  <a:lnTo>
                    <a:pt x="80555" y="42233"/>
                  </a:lnTo>
                  <a:lnTo>
                    <a:pt x="80080" y="46635"/>
                  </a:lnTo>
                  <a:lnTo>
                    <a:pt x="79493" y="52076"/>
                  </a:lnTo>
                  <a:lnTo>
                    <a:pt x="78896" y="57606"/>
                  </a:lnTo>
                  <a:lnTo>
                    <a:pt x="46673" y="53476"/>
                  </a:lnTo>
                  <a:lnTo>
                    <a:pt x="46971" y="50232"/>
                  </a:lnTo>
                  <a:lnTo>
                    <a:pt x="28040" y="47097"/>
                  </a:lnTo>
                  <a:lnTo>
                    <a:pt x="26330" y="59960"/>
                  </a:lnTo>
                  <a:lnTo>
                    <a:pt x="18207" y="58815"/>
                  </a:lnTo>
                  <a:lnTo>
                    <a:pt x="18705" y="55192"/>
                  </a:lnTo>
                  <a:lnTo>
                    <a:pt x="16192" y="54853"/>
                  </a:lnTo>
                  <a:lnTo>
                    <a:pt x="17486" y="44880"/>
                  </a:lnTo>
                  <a:lnTo>
                    <a:pt x="18108" y="41135"/>
                  </a:lnTo>
                  <a:lnTo>
                    <a:pt x="12264" y="40368"/>
                  </a:lnTo>
                  <a:lnTo>
                    <a:pt x="11716" y="37385"/>
                  </a:lnTo>
                  <a:lnTo>
                    <a:pt x="6408" y="37025"/>
                  </a:lnTo>
                  <a:lnTo>
                    <a:pt x="6084" y="35264"/>
                  </a:lnTo>
                  <a:lnTo>
                    <a:pt x="5966" y="34621"/>
                  </a:lnTo>
                  <a:lnTo>
                    <a:pt x="5875" y="34129"/>
                  </a:lnTo>
                  <a:lnTo>
                    <a:pt x="5481" y="31987"/>
                  </a:lnTo>
                  <a:lnTo>
                    <a:pt x="5276" y="30874"/>
                  </a:lnTo>
                  <a:lnTo>
                    <a:pt x="4799" y="28287"/>
                  </a:lnTo>
                  <a:lnTo>
                    <a:pt x="4436" y="26312"/>
                  </a:lnTo>
                  <a:lnTo>
                    <a:pt x="4296" y="25553"/>
                  </a:lnTo>
                  <a:lnTo>
                    <a:pt x="3781" y="22758"/>
                  </a:lnTo>
                  <a:lnTo>
                    <a:pt x="3564" y="21578"/>
                  </a:lnTo>
                  <a:lnTo>
                    <a:pt x="2487" y="15729"/>
                  </a:lnTo>
                  <a:lnTo>
                    <a:pt x="1849" y="12266"/>
                  </a:lnTo>
                  <a:lnTo>
                    <a:pt x="1490" y="10317"/>
                  </a:lnTo>
                  <a:lnTo>
                    <a:pt x="1083" y="8227"/>
                  </a:lnTo>
                  <a:lnTo>
                    <a:pt x="119" y="3280"/>
                  </a:lnTo>
                  <a:lnTo>
                    <a:pt x="0" y="2087"/>
                  </a:lnTo>
                  <a:lnTo>
                    <a:pt x="269" y="1897"/>
                  </a:lnTo>
                  <a:lnTo>
                    <a:pt x="1378" y="1116"/>
                  </a:lnTo>
                  <a:lnTo>
                    <a:pt x="3046" y="166"/>
                  </a:lnTo>
                  <a:lnTo>
                    <a:pt x="3339" y="0"/>
                  </a:lnTo>
                  <a:lnTo>
                    <a:pt x="10575" y="3947"/>
                  </a:lnTo>
                  <a:lnTo>
                    <a:pt x="21886" y="10119"/>
                  </a:lnTo>
                  <a:lnTo>
                    <a:pt x="22736" y="10583"/>
                  </a:lnTo>
                  <a:lnTo>
                    <a:pt x="43166" y="21730"/>
                  </a:lnTo>
                  <a:lnTo>
                    <a:pt x="44359" y="2238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4" name="pg113"/>
            <p:cNvSpPr/>
            <p:nvPr/>
          </p:nvSpPr>
          <p:spPr>
            <a:xfrm>
              <a:off x="3692692" y="5014144"/>
              <a:ext cx="151592" cy="254378"/>
            </a:xfrm>
            <a:custGeom>
              <a:avLst/>
              <a:pathLst>
                <a:path w="151592" h="254378">
                  <a:moveTo>
                    <a:pt x="4314" y="141217"/>
                  </a:moveTo>
                  <a:lnTo>
                    <a:pt x="2808" y="140890"/>
                  </a:lnTo>
                  <a:lnTo>
                    <a:pt x="1819" y="140675"/>
                  </a:lnTo>
                  <a:lnTo>
                    <a:pt x="612" y="140382"/>
                  </a:lnTo>
                  <a:lnTo>
                    <a:pt x="0" y="140234"/>
                  </a:lnTo>
                  <a:lnTo>
                    <a:pt x="38" y="137895"/>
                  </a:lnTo>
                  <a:lnTo>
                    <a:pt x="214" y="127150"/>
                  </a:lnTo>
                  <a:lnTo>
                    <a:pt x="345" y="122236"/>
                  </a:lnTo>
                  <a:lnTo>
                    <a:pt x="429" y="119069"/>
                  </a:lnTo>
                  <a:lnTo>
                    <a:pt x="579" y="114115"/>
                  </a:lnTo>
                  <a:lnTo>
                    <a:pt x="592" y="113689"/>
                  </a:lnTo>
                  <a:lnTo>
                    <a:pt x="1229" y="88724"/>
                  </a:lnTo>
                  <a:lnTo>
                    <a:pt x="1236" y="88534"/>
                  </a:lnTo>
                  <a:lnTo>
                    <a:pt x="1435" y="83604"/>
                  </a:lnTo>
                  <a:lnTo>
                    <a:pt x="1853" y="80659"/>
                  </a:lnTo>
                  <a:lnTo>
                    <a:pt x="3767" y="67155"/>
                  </a:lnTo>
                  <a:lnTo>
                    <a:pt x="3789" y="67007"/>
                  </a:lnTo>
                  <a:lnTo>
                    <a:pt x="4094" y="64952"/>
                  </a:lnTo>
                  <a:lnTo>
                    <a:pt x="4531" y="62022"/>
                  </a:lnTo>
                  <a:lnTo>
                    <a:pt x="4989" y="58945"/>
                  </a:lnTo>
                  <a:lnTo>
                    <a:pt x="5275" y="57020"/>
                  </a:lnTo>
                  <a:lnTo>
                    <a:pt x="5778" y="53641"/>
                  </a:lnTo>
                  <a:lnTo>
                    <a:pt x="6133" y="51259"/>
                  </a:lnTo>
                  <a:lnTo>
                    <a:pt x="7278" y="43563"/>
                  </a:lnTo>
                  <a:lnTo>
                    <a:pt x="7440" y="41962"/>
                  </a:lnTo>
                  <a:lnTo>
                    <a:pt x="7489" y="41467"/>
                  </a:lnTo>
                  <a:lnTo>
                    <a:pt x="7528" y="41085"/>
                  </a:lnTo>
                  <a:lnTo>
                    <a:pt x="7563" y="40739"/>
                  </a:lnTo>
                  <a:lnTo>
                    <a:pt x="7617" y="40204"/>
                  </a:lnTo>
                  <a:lnTo>
                    <a:pt x="7885" y="37543"/>
                  </a:lnTo>
                  <a:lnTo>
                    <a:pt x="8071" y="35704"/>
                  </a:lnTo>
                  <a:lnTo>
                    <a:pt x="8522" y="32010"/>
                  </a:lnTo>
                  <a:lnTo>
                    <a:pt x="8560" y="31699"/>
                  </a:lnTo>
                  <a:lnTo>
                    <a:pt x="8633" y="31096"/>
                  </a:lnTo>
                  <a:lnTo>
                    <a:pt x="9266" y="25911"/>
                  </a:lnTo>
                  <a:lnTo>
                    <a:pt x="9451" y="24398"/>
                  </a:lnTo>
                  <a:lnTo>
                    <a:pt x="10098" y="19093"/>
                  </a:lnTo>
                  <a:lnTo>
                    <a:pt x="9538" y="16373"/>
                  </a:lnTo>
                  <a:lnTo>
                    <a:pt x="9126" y="14370"/>
                  </a:lnTo>
                  <a:lnTo>
                    <a:pt x="8125" y="9512"/>
                  </a:lnTo>
                  <a:lnTo>
                    <a:pt x="8005" y="8930"/>
                  </a:lnTo>
                  <a:lnTo>
                    <a:pt x="7973" y="8774"/>
                  </a:lnTo>
                  <a:lnTo>
                    <a:pt x="6662" y="0"/>
                  </a:lnTo>
                  <a:lnTo>
                    <a:pt x="11949" y="247"/>
                  </a:lnTo>
                  <a:lnTo>
                    <a:pt x="12497" y="3230"/>
                  </a:lnTo>
                  <a:lnTo>
                    <a:pt x="18341" y="3997"/>
                  </a:lnTo>
                  <a:lnTo>
                    <a:pt x="17719" y="7742"/>
                  </a:lnTo>
                  <a:lnTo>
                    <a:pt x="16425" y="17714"/>
                  </a:lnTo>
                  <a:lnTo>
                    <a:pt x="18938" y="18054"/>
                  </a:lnTo>
                  <a:lnTo>
                    <a:pt x="18440" y="21677"/>
                  </a:lnTo>
                  <a:lnTo>
                    <a:pt x="26563" y="22822"/>
                  </a:lnTo>
                  <a:lnTo>
                    <a:pt x="28273" y="9959"/>
                  </a:lnTo>
                  <a:lnTo>
                    <a:pt x="47204" y="13094"/>
                  </a:lnTo>
                  <a:lnTo>
                    <a:pt x="46906" y="16338"/>
                  </a:lnTo>
                  <a:lnTo>
                    <a:pt x="79129" y="20468"/>
                  </a:lnTo>
                  <a:lnTo>
                    <a:pt x="79726" y="14938"/>
                  </a:lnTo>
                  <a:lnTo>
                    <a:pt x="80313" y="9497"/>
                  </a:lnTo>
                  <a:lnTo>
                    <a:pt x="80790" y="5091"/>
                  </a:lnTo>
                  <a:lnTo>
                    <a:pt x="83795" y="6764"/>
                  </a:lnTo>
                  <a:lnTo>
                    <a:pt x="90063" y="10252"/>
                  </a:lnTo>
                  <a:lnTo>
                    <a:pt x="92560" y="11642"/>
                  </a:lnTo>
                  <a:lnTo>
                    <a:pt x="99783" y="15662"/>
                  </a:lnTo>
                  <a:lnTo>
                    <a:pt x="100464" y="16041"/>
                  </a:lnTo>
                  <a:lnTo>
                    <a:pt x="107912" y="20187"/>
                  </a:lnTo>
                  <a:lnTo>
                    <a:pt x="109670" y="21165"/>
                  </a:lnTo>
                  <a:lnTo>
                    <a:pt x="119736" y="26767"/>
                  </a:lnTo>
                  <a:lnTo>
                    <a:pt x="119992" y="26910"/>
                  </a:lnTo>
                  <a:lnTo>
                    <a:pt x="144652" y="40634"/>
                  </a:lnTo>
                  <a:lnTo>
                    <a:pt x="146269" y="41534"/>
                  </a:lnTo>
                  <a:lnTo>
                    <a:pt x="151592" y="44497"/>
                  </a:lnTo>
                  <a:lnTo>
                    <a:pt x="151480" y="44853"/>
                  </a:lnTo>
                  <a:lnTo>
                    <a:pt x="151377" y="45181"/>
                  </a:lnTo>
                  <a:lnTo>
                    <a:pt x="151257" y="45562"/>
                  </a:lnTo>
                  <a:lnTo>
                    <a:pt x="150939" y="46575"/>
                  </a:lnTo>
                  <a:lnTo>
                    <a:pt x="150705" y="47317"/>
                  </a:lnTo>
                  <a:lnTo>
                    <a:pt x="150609" y="47621"/>
                  </a:lnTo>
                  <a:lnTo>
                    <a:pt x="150099" y="49244"/>
                  </a:lnTo>
                  <a:lnTo>
                    <a:pt x="149990" y="49588"/>
                  </a:lnTo>
                  <a:lnTo>
                    <a:pt x="149436" y="51350"/>
                  </a:lnTo>
                  <a:lnTo>
                    <a:pt x="149338" y="51662"/>
                  </a:lnTo>
                  <a:lnTo>
                    <a:pt x="149179" y="52166"/>
                  </a:lnTo>
                  <a:lnTo>
                    <a:pt x="148533" y="54217"/>
                  </a:lnTo>
                  <a:lnTo>
                    <a:pt x="147767" y="56651"/>
                  </a:lnTo>
                  <a:lnTo>
                    <a:pt x="147484" y="57552"/>
                  </a:lnTo>
                  <a:lnTo>
                    <a:pt x="147135" y="58659"/>
                  </a:lnTo>
                  <a:lnTo>
                    <a:pt x="146006" y="58456"/>
                  </a:lnTo>
                  <a:lnTo>
                    <a:pt x="142433" y="57893"/>
                  </a:lnTo>
                  <a:lnTo>
                    <a:pt x="141585" y="57767"/>
                  </a:lnTo>
                  <a:lnTo>
                    <a:pt x="136663" y="57038"/>
                  </a:lnTo>
                  <a:lnTo>
                    <a:pt x="136515" y="57015"/>
                  </a:lnTo>
                  <a:lnTo>
                    <a:pt x="132939" y="56485"/>
                  </a:lnTo>
                  <a:lnTo>
                    <a:pt x="132806" y="56448"/>
                  </a:lnTo>
                  <a:lnTo>
                    <a:pt x="125304" y="55306"/>
                  </a:lnTo>
                  <a:lnTo>
                    <a:pt x="124758" y="55225"/>
                  </a:lnTo>
                  <a:lnTo>
                    <a:pt x="124591" y="55504"/>
                  </a:lnTo>
                  <a:lnTo>
                    <a:pt x="124307" y="55889"/>
                  </a:lnTo>
                  <a:lnTo>
                    <a:pt x="123698" y="56714"/>
                  </a:lnTo>
                  <a:lnTo>
                    <a:pt x="120316" y="61020"/>
                  </a:lnTo>
                  <a:lnTo>
                    <a:pt x="117693" y="64359"/>
                  </a:lnTo>
                  <a:lnTo>
                    <a:pt x="113405" y="69793"/>
                  </a:lnTo>
                  <a:lnTo>
                    <a:pt x="110290" y="73858"/>
                  </a:lnTo>
                  <a:lnTo>
                    <a:pt x="109006" y="75533"/>
                  </a:lnTo>
                  <a:lnTo>
                    <a:pt x="106770" y="78302"/>
                  </a:lnTo>
                  <a:lnTo>
                    <a:pt x="105947" y="77819"/>
                  </a:lnTo>
                  <a:lnTo>
                    <a:pt x="102941" y="75869"/>
                  </a:lnTo>
                  <a:lnTo>
                    <a:pt x="98819" y="81891"/>
                  </a:lnTo>
                  <a:lnTo>
                    <a:pt x="98446" y="82436"/>
                  </a:lnTo>
                  <a:lnTo>
                    <a:pt x="98072" y="82981"/>
                  </a:lnTo>
                  <a:lnTo>
                    <a:pt x="96303" y="85566"/>
                  </a:lnTo>
                  <a:lnTo>
                    <a:pt x="96500" y="86157"/>
                  </a:lnTo>
                  <a:lnTo>
                    <a:pt x="96572" y="86640"/>
                  </a:lnTo>
                  <a:lnTo>
                    <a:pt x="96341" y="89588"/>
                  </a:lnTo>
                  <a:lnTo>
                    <a:pt x="95921" y="90266"/>
                  </a:lnTo>
                  <a:lnTo>
                    <a:pt x="95501" y="90945"/>
                  </a:lnTo>
                  <a:lnTo>
                    <a:pt x="95267" y="91289"/>
                  </a:lnTo>
                  <a:lnTo>
                    <a:pt x="95104" y="91523"/>
                  </a:lnTo>
                  <a:lnTo>
                    <a:pt x="92986" y="94573"/>
                  </a:lnTo>
                  <a:lnTo>
                    <a:pt x="91542" y="95279"/>
                  </a:lnTo>
                  <a:lnTo>
                    <a:pt x="91186" y="95488"/>
                  </a:lnTo>
                  <a:lnTo>
                    <a:pt x="88462" y="97089"/>
                  </a:lnTo>
                  <a:lnTo>
                    <a:pt x="87019" y="97938"/>
                  </a:lnTo>
                  <a:lnTo>
                    <a:pt x="84893" y="99187"/>
                  </a:lnTo>
                  <a:lnTo>
                    <a:pt x="81241" y="101334"/>
                  </a:lnTo>
                  <a:lnTo>
                    <a:pt x="75710" y="105551"/>
                  </a:lnTo>
                  <a:lnTo>
                    <a:pt x="71269" y="107470"/>
                  </a:lnTo>
                  <a:lnTo>
                    <a:pt x="71155" y="108395"/>
                  </a:lnTo>
                  <a:lnTo>
                    <a:pt x="70953" y="109809"/>
                  </a:lnTo>
                  <a:lnTo>
                    <a:pt x="70817" y="111093"/>
                  </a:lnTo>
                  <a:lnTo>
                    <a:pt x="70754" y="111691"/>
                  </a:lnTo>
                  <a:lnTo>
                    <a:pt x="70462" y="114443"/>
                  </a:lnTo>
                  <a:lnTo>
                    <a:pt x="70431" y="115001"/>
                  </a:lnTo>
                  <a:lnTo>
                    <a:pt x="68188" y="117208"/>
                  </a:lnTo>
                  <a:lnTo>
                    <a:pt x="67378" y="117938"/>
                  </a:lnTo>
                  <a:lnTo>
                    <a:pt x="66729" y="119055"/>
                  </a:lnTo>
                  <a:lnTo>
                    <a:pt x="66686" y="119559"/>
                  </a:lnTo>
                  <a:lnTo>
                    <a:pt x="66597" y="120535"/>
                  </a:lnTo>
                  <a:lnTo>
                    <a:pt x="67636" y="121257"/>
                  </a:lnTo>
                  <a:lnTo>
                    <a:pt x="71267" y="121958"/>
                  </a:lnTo>
                  <a:lnTo>
                    <a:pt x="72831" y="122261"/>
                  </a:lnTo>
                  <a:lnTo>
                    <a:pt x="73307" y="122353"/>
                  </a:lnTo>
                  <a:lnTo>
                    <a:pt x="76795" y="122933"/>
                  </a:lnTo>
                  <a:lnTo>
                    <a:pt x="79331" y="123268"/>
                  </a:lnTo>
                  <a:lnTo>
                    <a:pt x="80248" y="123398"/>
                  </a:lnTo>
                  <a:lnTo>
                    <a:pt x="80737" y="123477"/>
                  </a:lnTo>
                  <a:lnTo>
                    <a:pt x="82119" y="123700"/>
                  </a:lnTo>
                  <a:lnTo>
                    <a:pt x="83930" y="123993"/>
                  </a:lnTo>
                  <a:lnTo>
                    <a:pt x="90863" y="124957"/>
                  </a:lnTo>
                  <a:lnTo>
                    <a:pt x="91938" y="125106"/>
                  </a:lnTo>
                  <a:lnTo>
                    <a:pt x="92557" y="125210"/>
                  </a:lnTo>
                  <a:lnTo>
                    <a:pt x="98212" y="126161"/>
                  </a:lnTo>
                  <a:lnTo>
                    <a:pt x="103782" y="126955"/>
                  </a:lnTo>
                  <a:lnTo>
                    <a:pt x="107086" y="127635"/>
                  </a:lnTo>
                  <a:lnTo>
                    <a:pt x="108434" y="128947"/>
                  </a:lnTo>
                  <a:lnTo>
                    <a:pt x="110462" y="130313"/>
                  </a:lnTo>
                  <a:lnTo>
                    <a:pt x="110868" y="130587"/>
                  </a:lnTo>
                  <a:lnTo>
                    <a:pt x="111178" y="130796"/>
                  </a:lnTo>
                  <a:lnTo>
                    <a:pt x="111549" y="131053"/>
                  </a:lnTo>
                  <a:lnTo>
                    <a:pt x="114150" y="132851"/>
                  </a:lnTo>
                  <a:lnTo>
                    <a:pt x="114386" y="133014"/>
                  </a:lnTo>
                  <a:lnTo>
                    <a:pt x="114923" y="133384"/>
                  </a:lnTo>
                  <a:lnTo>
                    <a:pt x="115889" y="134243"/>
                  </a:lnTo>
                  <a:lnTo>
                    <a:pt x="116538" y="134738"/>
                  </a:lnTo>
                  <a:lnTo>
                    <a:pt x="119188" y="136360"/>
                  </a:lnTo>
                  <a:lnTo>
                    <a:pt x="119318" y="136434"/>
                  </a:lnTo>
                  <a:lnTo>
                    <a:pt x="120961" y="137484"/>
                  </a:lnTo>
                  <a:lnTo>
                    <a:pt x="121352" y="137702"/>
                  </a:lnTo>
                  <a:lnTo>
                    <a:pt x="121740" y="137881"/>
                  </a:lnTo>
                  <a:lnTo>
                    <a:pt x="122009" y="138028"/>
                  </a:lnTo>
                  <a:lnTo>
                    <a:pt x="122717" y="139147"/>
                  </a:lnTo>
                  <a:lnTo>
                    <a:pt x="122817" y="139374"/>
                  </a:lnTo>
                  <a:lnTo>
                    <a:pt x="122625" y="139556"/>
                  </a:lnTo>
                  <a:lnTo>
                    <a:pt x="122335" y="139850"/>
                  </a:lnTo>
                  <a:lnTo>
                    <a:pt x="121426" y="140773"/>
                  </a:lnTo>
                  <a:lnTo>
                    <a:pt x="117087" y="145177"/>
                  </a:lnTo>
                  <a:lnTo>
                    <a:pt x="115387" y="146902"/>
                  </a:lnTo>
                  <a:lnTo>
                    <a:pt x="114370" y="147934"/>
                  </a:lnTo>
                  <a:lnTo>
                    <a:pt x="111837" y="150420"/>
                  </a:lnTo>
                  <a:lnTo>
                    <a:pt x="110663" y="151573"/>
                  </a:lnTo>
                  <a:lnTo>
                    <a:pt x="107106" y="155064"/>
                  </a:lnTo>
                  <a:lnTo>
                    <a:pt x="106619" y="155542"/>
                  </a:lnTo>
                  <a:lnTo>
                    <a:pt x="102683" y="159406"/>
                  </a:lnTo>
                  <a:lnTo>
                    <a:pt x="99636" y="162397"/>
                  </a:lnTo>
                  <a:lnTo>
                    <a:pt x="98163" y="163843"/>
                  </a:lnTo>
                  <a:lnTo>
                    <a:pt x="98563" y="164269"/>
                  </a:lnTo>
                  <a:lnTo>
                    <a:pt x="101499" y="167405"/>
                  </a:lnTo>
                  <a:lnTo>
                    <a:pt x="102613" y="168657"/>
                  </a:lnTo>
                  <a:lnTo>
                    <a:pt x="103095" y="169199"/>
                  </a:lnTo>
                  <a:lnTo>
                    <a:pt x="104267" y="170514"/>
                  </a:lnTo>
                  <a:lnTo>
                    <a:pt x="104779" y="171069"/>
                  </a:lnTo>
                  <a:lnTo>
                    <a:pt x="108161" y="174712"/>
                  </a:lnTo>
                  <a:lnTo>
                    <a:pt x="110363" y="172830"/>
                  </a:lnTo>
                  <a:lnTo>
                    <a:pt x="111813" y="171591"/>
                  </a:lnTo>
                  <a:lnTo>
                    <a:pt x="114273" y="169489"/>
                  </a:lnTo>
                  <a:lnTo>
                    <a:pt x="116958" y="167195"/>
                  </a:lnTo>
                  <a:lnTo>
                    <a:pt x="120945" y="163477"/>
                  </a:lnTo>
                  <a:lnTo>
                    <a:pt x="121099" y="163651"/>
                  </a:lnTo>
                  <a:lnTo>
                    <a:pt x="128172" y="171626"/>
                  </a:lnTo>
                  <a:lnTo>
                    <a:pt x="128479" y="171965"/>
                  </a:lnTo>
                  <a:lnTo>
                    <a:pt x="128701" y="172211"/>
                  </a:lnTo>
                  <a:lnTo>
                    <a:pt x="129536" y="173134"/>
                  </a:lnTo>
                  <a:lnTo>
                    <a:pt x="130543" y="174248"/>
                  </a:lnTo>
                  <a:lnTo>
                    <a:pt x="131268" y="175050"/>
                  </a:lnTo>
                  <a:lnTo>
                    <a:pt x="131946" y="175800"/>
                  </a:lnTo>
                  <a:lnTo>
                    <a:pt x="129611" y="180841"/>
                  </a:lnTo>
                  <a:lnTo>
                    <a:pt x="129104" y="181938"/>
                  </a:lnTo>
                  <a:lnTo>
                    <a:pt x="126832" y="186844"/>
                  </a:lnTo>
                  <a:lnTo>
                    <a:pt x="125573" y="189948"/>
                  </a:lnTo>
                  <a:lnTo>
                    <a:pt x="125321" y="190571"/>
                  </a:lnTo>
                  <a:lnTo>
                    <a:pt x="124036" y="193740"/>
                  </a:lnTo>
                  <a:lnTo>
                    <a:pt x="122873" y="196744"/>
                  </a:lnTo>
                  <a:lnTo>
                    <a:pt x="123658" y="197281"/>
                  </a:lnTo>
                  <a:lnTo>
                    <a:pt x="124383" y="198071"/>
                  </a:lnTo>
                  <a:lnTo>
                    <a:pt x="133438" y="207940"/>
                  </a:lnTo>
                  <a:lnTo>
                    <a:pt x="133681" y="208205"/>
                  </a:lnTo>
                  <a:lnTo>
                    <a:pt x="141743" y="216995"/>
                  </a:lnTo>
                  <a:lnTo>
                    <a:pt x="138802" y="219594"/>
                  </a:lnTo>
                  <a:lnTo>
                    <a:pt x="136397" y="221721"/>
                  </a:lnTo>
                  <a:lnTo>
                    <a:pt x="131474" y="226072"/>
                  </a:lnTo>
                  <a:lnTo>
                    <a:pt x="111907" y="243367"/>
                  </a:lnTo>
                  <a:lnTo>
                    <a:pt x="106169" y="248439"/>
                  </a:lnTo>
                  <a:lnTo>
                    <a:pt x="101120" y="252902"/>
                  </a:lnTo>
                  <a:lnTo>
                    <a:pt x="99450" y="254378"/>
                  </a:lnTo>
                  <a:lnTo>
                    <a:pt x="99333" y="254243"/>
                  </a:lnTo>
                  <a:lnTo>
                    <a:pt x="99202" y="254092"/>
                  </a:lnTo>
                  <a:lnTo>
                    <a:pt x="97959" y="252653"/>
                  </a:lnTo>
                  <a:lnTo>
                    <a:pt x="93852" y="248005"/>
                  </a:lnTo>
                  <a:lnTo>
                    <a:pt x="85645" y="238650"/>
                  </a:lnTo>
                  <a:lnTo>
                    <a:pt x="81504" y="234238"/>
                  </a:lnTo>
                  <a:lnTo>
                    <a:pt x="74581" y="226316"/>
                  </a:lnTo>
                  <a:lnTo>
                    <a:pt x="74199" y="225902"/>
                  </a:lnTo>
                  <a:lnTo>
                    <a:pt x="70983" y="222416"/>
                  </a:lnTo>
                  <a:lnTo>
                    <a:pt x="62167" y="212462"/>
                  </a:lnTo>
                  <a:lnTo>
                    <a:pt x="36901" y="184077"/>
                  </a:lnTo>
                  <a:lnTo>
                    <a:pt x="30458" y="175748"/>
                  </a:lnTo>
                  <a:lnTo>
                    <a:pt x="26730" y="170828"/>
                  </a:lnTo>
                  <a:lnTo>
                    <a:pt x="23078" y="166355"/>
                  </a:lnTo>
                  <a:lnTo>
                    <a:pt x="18008" y="160056"/>
                  </a:lnTo>
                  <a:lnTo>
                    <a:pt x="15121" y="155858"/>
                  </a:lnTo>
                  <a:lnTo>
                    <a:pt x="12765" y="151803"/>
                  </a:lnTo>
                  <a:lnTo>
                    <a:pt x="8918" y="144050"/>
                  </a:lnTo>
                  <a:lnTo>
                    <a:pt x="8004" y="142924"/>
                  </a:lnTo>
                  <a:lnTo>
                    <a:pt x="7082" y="142226"/>
                  </a:lnTo>
                  <a:lnTo>
                    <a:pt x="5949" y="14165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5" name="pg114"/>
            <p:cNvSpPr/>
            <p:nvPr/>
          </p:nvSpPr>
          <p:spPr>
            <a:xfrm>
              <a:off x="3790855" y="5153518"/>
              <a:ext cx="53498" cy="36426"/>
            </a:xfrm>
            <a:custGeom>
              <a:avLst/>
              <a:pathLst>
                <a:path w="53498" h="36426">
                  <a:moveTo>
                    <a:pt x="48775" y="23146"/>
                  </a:moveTo>
                  <a:lnTo>
                    <a:pt x="47640" y="24132"/>
                  </a:lnTo>
                  <a:lnTo>
                    <a:pt x="47509" y="24246"/>
                  </a:lnTo>
                  <a:lnTo>
                    <a:pt x="47132" y="24574"/>
                  </a:lnTo>
                  <a:lnTo>
                    <a:pt x="46889" y="24785"/>
                  </a:lnTo>
                  <a:lnTo>
                    <a:pt x="45918" y="25619"/>
                  </a:lnTo>
                  <a:lnTo>
                    <a:pt x="35949" y="34176"/>
                  </a:lnTo>
                  <a:lnTo>
                    <a:pt x="34898" y="35244"/>
                  </a:lnTo>
                  <a:lnTo>
                    <a:pt x="34272" y="35881"/>
                  </a:lnTo>
                  <a:lnTo>
                    <a:pt x="33782" y="36426"/>
                  </a:lnTo>
                  <a:lnTo>
                    <a:pt x="33104" y="35676"/>
                  </a:lnTo>
                  <a:lnTo>
                    <a:pt x="32380" y="34874"/>
                  </a:lnTo>
                  <a:lnTo>
                    <a:pt x="31372" y="33760"/>
                  </a:lnTo>
                  <a:lnTo>
                    <a:pt x="30538" y="32837"/>
                  </a:lnTo>
                  <a:lnTo>
                    <a:pt x="30316" y="32591"/>
                  </a:lnTo>
                  <a:lnTo>
                    <a:pt x="30009" y="32252"/>
                  </a:lnTo>
                  <a:lnTo>
                    <a:pt x="22935" y="24277"/>
                  </a:lnTo>
                  <a:lnTo>
                    <a:pt x="22782" y="24103"/>
                  </a:lnTo>
                  <a:lnTo>
                    <a:pt x="18795" y="27821"/>
                  </a:lnTo>
                  <a:lnTo>
                    <a:pt x="16110" y="30115"/>
                  </a:lnTo>
                  <a:lnTo>
                    <a:pt x="13650" y="32217"/>
                  </a:lnTo>
                  <a:lnTo>
                    <a:pt x="12200" y="33456"/>
                  </a:lnTo>
                  <a:lnTo>
                    <a:pt x="9997" y="35337"/>
                  </a:lnTo>
                  <a:lnTo>
                    <a:pt x="6601" y="31679"/>
                  </a:lnTo>
                  <a:lnTo>
                    <a:pt x="6104" y="31140"/>
                  </a:lnTo>
                  <a:lnTo>
                    <a:pt x="4932" y="29824"/>
                  </a:lnTo>
                  <a:lnTo>
                    <a:pt x="4449" y="29282"/>
                  </a:lnTo>
                  <a:lnTo>
                    <a:pt x="3283" y="27973"/>
                  </a:lnTo>
                  <a:lnTo>
                    <a:pt x="397" y="24893"/>
                  </a:lnTo>
                  <a:lnTo>
                    <a:pt x="0" y="24469"/>
                  </a:lnTo>
                  <a:lnTo>
                    <a:pt x="1473" y="23023"/>
                  </a:lnTo>
                  <a:lnTo>
                    <a:pt x="4520" y="20032"/>
                  </a:lnTo>
                  <a:lnTo>
                    <a:pt x="8456" y="16168"/>
                  </a:lnTo>
                  <a:lnTo>
                    <a:pt x="8943" y="15690"/>
                  </a:lnTo>
                  <a:lnTo>
                    <a:pt x="12500" y="12199"/>
                  </a:lnTo>
                  <a:lnTo>
                    <a:pt x="13674" y="11046"/>
                  </a:lnTo>
                  <a:lnTo>
                    <a:pt x="16415" y="8348"/>
                  </a:lnTo>
                  <a:lnTo>
                    <a:pt x="17223" y="7528"/>
                  </a:lnTo>
                  <a:lnTo>
                    <a:pt x="18923" y="5803"/>
                  </a:lnTo>
                  <a:lnTo>
                    <a:pt x="23262" y="1399"/>
                  </a:lnTo>
                  <a:lnTo>
                    <a:pt x="24172" y="476"/>
                  </a:lnTo>
                  <a:lnTo>
                    <a:pt x="24461" y="182"/>
                  </a:lnTo>
                  <a:lnTo>
                    <a:pt x="24654" y="0"/>
                  </a:lnTo>
                  <a:lnTo>
                    <a:pt x="26260" y="1525"/>
                  </a:lnTo>
                  <a:lnTo>
                    <a:pt x="26688" y="1788"/>
                  </a:lnTo>
                  <a:lnTo>
                    <a:pt x="27116" y="2051"/>
                  </a:lnTo>
                  <a:lnTo>
                    <a:pt x="31528" y="4758"/>
                  </a:lnTo>
                  <a:lnTo>
                    <a:pt x="33104" y="5725"/>
                  </a:lnTo>
                  <a:lnTo>
                    <a:pt x="35939" y="7465"/>
                  </a:lnTo>
                  <a:lnTo>
                    <a:pt x="40592" y="10417"/>
                  </a:lnTo>
                  <a:lnTo>
                    <a:pt x="42527" y="11645"/>
                  </a:lnTo>
                  <a:lnTo>
                    <a:pt x="49082" y="15804"/>
                  </a:lnTo>
                  <a:lnTo>
                    <a:pt x="52332" y="18071"/>
                  </a:lnTo>
                  <a:lnTo>
                    <a:pt x="53498" y="19082"/>
                  </a:lnTo>
                  <a:lnTo>
                    <a:pt x="53052" y="19433"/>
                  </a:lnTo>
                  <a:lnTo>
                    <a:pt x="52688" y="1974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6" name="pg115"/>
            <p:cNvSpPr/>
            <p:nvPr/>
          </p:nvSpPr>
          <p:spPr>
            <a:xfrm>
              <a:off x="3588210" y="5081315"/>
              <a:ext cx="108247" cy="111629"/>
            </a:xfrm>
            <a:custGeom>
              <a:avLst/>
              <a:pathLst>
                <a:path w="108247" h="111629">
                  <a:moveTo>
                    <a:pt x="103343" y="81458"/>
                  </a:moveTo>
                  <a:lnTo>
                    <a:pt x="99485" y="85057"/>
                  </a:lnTo>
                  <a:lnTo>
                    <a:pt x="95599" y="88683"/>
                  </a:lnTo>
                  <a:lnTo>
                    <a:pt x="94186" y="90000"/>
                  </a:lnTo>
                  <a:lnTo>
                    <a:pt x="93726" y="90429"/>
                  </a:lnTo>
                  <a:lnTo>
                    <a:pt x="88790" y="95035"/>
                  </a:lnTo>
                  <a:lnTo>
                    <a:pt x="88622" y="95191"/>
                  </a:lnTo>
                  <a:lnTo>
                    <a:pt x="87667" y="96083"/>
                  </a:lnTo>
                  <a:lnTo>
                    <a:pt x="83862" y="99631"/>
                  </a:lnTo>
                  <a:lnTo>
                    <a:pt x="83658" y="99822"/>
                  </a:lnTo>
                  <a:lnTo>
                    <a:pt x="78423" y="104705"/>
                  </a:lnTo>
                  <a:lnTo>
                    <a:pt x="72742" y="110006"/>
                  </a:lnTo>
                  <a:lnTo>
                    <a:pt x="71001" y="111629"/>
                  </a:lnTo>
                  <a:lnTo>
                    <a:pt x="67955" y="108380"/>
                  </a:lnTo>
                  <a:lnTo>
                    <a:pt x="67336" y="107720"/>
                  </a:lnTo>
                  <a:lnTo>
                    <a:pt x="66887" y="107242"/>
                  </a:lnTo>
                  <a:lnTo>
                    <a:pt x="62901" y="103102"/>
                  </a:lnTo>
                  <a:lnTo>
                    <a:pt x="62011" y="102177"/>
                  </a:lnTo>
                  <a:lnTo>
                    <a:pt x="59398" y="99463"/>
                  </a:lnTo>
                  <a:lnTo>
                    <a:pt x="58789" y="98794"/>
                  </a:lnTo>
                  <a:lnTo>
                    <a:pt x="56877" y="96697"/>
                  </a:lnTo>
                  <a:lnTo>
                    <a:pt x="54870" y="94763"/>
                  </a:lnTo>
                  <a:lnTo>
                    <a:pt x="54514" y="94386"/>
                  </a:lnTo>
                  <a:lnTo>
                    <a:pt x="54312" y="94172"/>
                  </a:lnTo>
                  <a:lnTo>
                    <a:pt x="52383" y="92130"/>
                  </a:lnTo>
                  <a:lnTo>
                    <a:pt x="51554" y="91253"/>
                  </a:lnTo>
                  <a:lnTo>
                    <a:pt x="49572" y="89155"/>
                  </a:lnTo>
                  <a:lnTo>
                    <a:pt x="43527" y="82757"/>
                  </a:lnTo>
                  <a:lnTo>
                    <a:pt x="42314" y="81473"/>
                  </a:lnTo>
                  <a:lnTo>
                    <a:pt x="42161" y="81312"/>
                  </a:lnTo>
                  <a:lnTo>
                    <a:pt x="41918" y="81056"/>
                  </a:lnTo>
                  <a:lnTo>
                    <a:pt x="41752" y="80881"/>
                  </a:lnTo>
                  <a:lnTo>
                    <a:pt x="40974" y="80062"/>
                  </a:lnTo>
                  <a:lnTo>
                    <a:pt x="34578" y="73329"/>
                  </a:lnTo>
                  <a:lnTo>
                    <a:pt x="33037" y="71706"/>
                  </a:lnTo>
                  <a:lnTo>
                    <a:pt x="32736" y="71394"/>
                  </a:lnTo>
                  <a:lnTo>
                    <a:pt x="32383" y="71030"/>
                  </a:lnTo>
                  <a:lnTo>
                    <a:pt x="26110" y="64535"/>
                  </a:lnTo>
                  <a:lnTo>
                    <a:pt x="25834" y="64256"/>
                  </a:lnTo>
                  <a:lnTo>
                    <a:pt x="25613" y="64034"/>
                  </a:lnTo>
                  <a:lnTo>
                    <a:pt x="21991" y="60382"/>
                  </a:lnTo>
                  <a:lnTo>
                    <a:pt x="20275" y="58653"/>
                  </a:lnTo>
                  <a:lnTo>
                    <a:pt x="19795" y="58161"/>
                  </a:lnTo>
                  <a:lnTo>
                    <a:pt x="15211" y="53342"/>
                  </a:lnTo>
                  <a:lnTo>
                    <a:pt x="14718" y="52782"/>
                  </a:lnTo>
                  <a:lnTo>
                    <a:pt x="13691" y="51618"/>
                  </a:lnTo>
                  <a:lnTo>
                    <a:pt x="12942" y="50769"/>
                  </a:lnTo>
                  <a:lnTo>
                    <a:pt x="9729" y="47125"/>
                  </a:lnTo>
                  <a:lnTo>
                    <a:pt x="9058" y="46404"/>
                  </a:lnTo>
                  <a:lnTo>
                    <a:pt x="8498" y="45803"/>
                  </a:lnTo>
                  <a:lnTo>
                    <a:pt x="7763" y="45012"/>
                  </a:lnTo>
                  <a:lnTo>
                    <a:pt x="7282" y="44496"/>
                  </a:lnTo>
                  <a:lnTo>
                    <a:pt x="7116" y="44317"/>
                  </a:lnTo>
                  <a:lnTo>
                    <a:pt x="6186" y="43191"/>
                  </a:lnTo>
                  <a:lnTo>
                    <a:pt x="5739" y="42686"/>
                  </a:lnTo>
                  <a:lnTo>
                    <a:pt x="5369" y="42269"/>
                  </a:lnTo>
                  <a:lnTo>
                    <a:pt x="4848" y="41680"/>
                  </a:lnTo>
                  <a:lnTo>
                    <a:pt x="4727" y="41544"/>
                  </a:lnTo>
                  <a:lnTo>
                    <a:pt x="4473" y="41257"/>
                  </a:lnTo>
                  <a:lnTo>
                    <a:pt x="2637" y="39054"/>
                  </a:lnTo>
                  <a:lnTo>
                    <a:pt x="0" y="37661"/>
                  </a:lnTo>
                  <a:lnTo>
                    <a:pt x="415" y="36983"/>
                  </a:lnTo>
                  <a:lnTo>
                    <a:pt x="1011" y="36437"/>
                  </a:lnTo>
                  <a:lnTo>
                    <a:pt x="1557" y="34649"/>
                  </a:lnTo>
                  <a:lnTo>
                    <a:pt x="2352" y="33010"/>
                  </a:lnTo>
                  <a:lnTo>
                    <a:pt x="3593" y="31818"/>
                  </a:lnTo>
                  <a:lnTo>
                    <a:pt x="3842" y="30973"/>
                  </a:lnTo>
                  <a:lnTo>
                    <a:pt x="3941" y="29483"/>
                  </a:lnTo>
                  <a:lnTo>
                    <a:pt x="4885" y="28192"/>
                  </a:lnTo>
                  <a:lnTo>
                    <a:pt x="5332" y="27497"/>
                  </a:lnTo>
                  <a:lnTo>
                    <a:pt x="5431" y="26901"/>
                  </a:lnTo>
                  <a:lnTo>
                    <a:pt x="5481" y="25709"/>
                  </a:lnTo>
                  <a:lnTo>
                    <a:pt x="5729" y="24417"/>
                  </a:lnTo>
                  <a:lnTo>
                    <a:pt x="6772" y="22977"/>
                  </a:lnTo>
                  <a:lnTo>
                    <a:pt x="7020" y="21785"/>
                  </a:lnTo>
                  <a:lnTo>
                    <a:pt x="7219" y="19798"/>
                  </a:lnTo>
                  <a:lnTo>
                    <a:pt x="7666" y="18755"/>
                  </a:lnTo>
                  <a:lnTo>
                    <a:pt x="7666" y="17067"/>
                  </a:lnTo>
                  <a:lnTo>
                    <a:pt x="8312" y="15775"/>
                  </a:lnTo>
                  <a:lnTo>
                    <a:pt x="8326" y="15189"/>
                  </a:lnTo>
                  <a:lnTo>
                    <a:pt x="11241" y="15844"/>
                  </a:lnTo>
                  <a:lnTo>
                    <a:pt x="14141" y="16335"/>
                  </a:lnTo>
                  <a:lnTo>
                    <a:pt x="21329" y="17551"/>
                  </a:lnTo>
                  <a:lnTo>
                    <a:pt x="22228" y="17703"/>
                  </a:lnTo>
                  <a:lnTo>
                    <a:pt x="26061" y="18352"/>
                  </a:lnTo>
                  <a:lnTo>
                    <a:pt x="26712" y="18462"/>
                  </a:lnTo>
                  <a:lnTo>
                    <a:pt x="27791" y="18644"/>
                  </a:lnTo>
                  <a:lnTo>
                    <a:pt x="34683" y="19811"/>
                  </a:lnTo>
                  <a:lnTo>
                    <a:pt x="35367" y="19921"/>
                  </a:lnTo>
                  <a:lnTo>
                    <a:pt x="35444" y="19225"/>
                  </a:lnTo>
                  <a:lnTo>
                    <a:pt x="35565" y="18134"/>
                  </a:lnTo>
                  <a:lnTo>
                    <a:pt x="35732" y="16633"/>
                  </a:lnTo>
                  <a:lnTo>
                    <a:pt x="35890" y="15209"/>
                  </a:lnTo>
                  <a:lnTo>
                    <a:pt x="36019" y="14053"/>
                  </a:lnTo>
                  <a:lnTo>
                    <a:pt x="36965" y="14341"/>
                  </a:lnTo>
                  <a:lnTo>
                    <a:pt x="38269" y="14738"/>
                  </a:lnTo>
                  <a:lnTo>
                    <a:pt x="39294" y="15049"/>
                  </a:lnTo>
                  <a:lnTo>
                    <a:pt x="43436" y="16309"/>
                  </a:lnTo>
                  <a:lnTo>
                    <a:pt x="44459" y="16620"/>
                  </a:lnTo>
                  <a:lnTo>
                    <a:pt x="47897" y="17666"/>
                  </a:lnTo>
                  <a:lnTo>
                    <a:pt x="49330" y="18102"/>
                  </a:lnTo>
                  <a:lnTo>
                    <a:pt x="49564" y="18173"/>
                  </a:lnTo>
                  <a:lnTo>
                    <a:pt x="49945" y="18288"/>
                  </a:lnTo>
                  <a:lnTo>
                    <a:pt x="50073" y="18328"/>
                  </a:lnTo>
                  <a:lnTo>
                    <a:pt x="50594" y="18444"/>
                  </a:lnTo>
                  <a:lnTo>
                    <a:pt x="57199" y="19923"/>
                  </a:lnTo>
                  <a:lnTo>
                    <a:pt x="59615" y="20464"/>
                  </a:lnTo>
                  <a:lnTo>
                    <a:pt x="59781" y="20501"/>
                  </a:lnTo>
                  <a:lnTo>
                    <a:pt x="67946" y="22296"/>
                  </a:lnTo>
                  <a:lnTo>
                    <a:pt x="68442" y="22405"/>
                  </a:lnTo>
                  <a:lnTo>
                    <a:pt x="69996" y="22747"/>
                  </a:lnTo>
                  <a:lnTo>
                    <a:pt x="71077" y="22938"/>
                  </a:lnTo>
                  <a:lnTo>
                    <a:pt x="72459" y="23181"/>
                  </a:lnTo>
                  <a:lnTo>
                    <a:pt x="74415" y="24051"/>
                  </a:lnTo>
                  <a:lnTo>
                    <a:pt x="76878" y="26224"/>
                  </a:lnTo>
                  <a:lnTo>
                    <a:pt x="78432" y="27719"/>
                  </a:lnTo>
                  <a:lnTo>
                    <a:pt x="78762" y="28035"/>
                  </a:lnTo>
                  <a:lnTo>
                    <a:pt x="79486" y="27347"/>
                  </a:lnTo>
                  <a:lnTo>
                    <a:pt x="79639" y="27201"/>
                  </a:lnTo>
                  <a:lnTo>
                    <a:pt x="79817" y="27032"/>
                  </a:lnTo>
                  <a:lnTo>
                    <a:pt x="80114" y="26750"/>
                  </a:lnTo>
                  <a:lnTo>
                    <a:pt x="80860" y="26040"/>
                  </a:lnTo>
                  <a:lnTo>
                    <a:pt x="81750" y="25194"/>
                  </a:lnTo>
                  <a:lnTo>
                    <a:pt x="82237" y="24731"/>
                  </a:lnTo>
                  <a:lnTo>
                    <a:pt x="83773" y="23271"/>
                  </a:lnTo>
                  <a:lnTo>
                    <a:pt x="85621" y="21514"/>
                  </a:lnTo>
                  <a:lnTo>
                    <a:pt x="87523" y="19704"/>
                  </a:lnTo>
                  <a:lnTo>
                    <a:pt x="89845" y="17497"/>
                  </a:lnTo>
                  <a:lnTo>
                    <a:pt x="95431" y="12185"/>
                  </a:lnTo>
                  <a:lnTo>
                    <a:pt x="96392" y="11271"/>
                  </a:lnTo>
                  <a:lnTo>
                    <a:pt x="98323" y="9436"/>
                  </a:lnTo>
                  <a:lnTo>
                    <a:pt x="100900" y="6985"/>
                  </a:lnTo>
                  <a:lnTo>
                    <a:pt x="104303" y="3749"/>
                  </a:lnTo>
                  <a:lnTo>
                    <a:pt x="107685" y="534"/>
                  </a:lnTo>
                  <a:lnTo>
                    <a:pt x="108247" y="0"/>
                  </a:lnTo>
                  <a:lnTo>
                    <a:pt x="106335" y="13488"/>
                  </a:lnTo>
                  <a:lnTo>
                    <a:pt x="105918" y="16433"/>
                  </a:lnTo>
                  <a:lnTo>
                    <a:pt x="105719" y="21362"/>
                  </a:lnTo>
                  <a:lnTo>
                    <a:pt x="105711" y="21552"/>
                  </a:lnTo>
                  <a:lnTo>
                    <a:pt x="105075" y="46518"/>
                  </a:lnTo>
                  <a:lnTo>
                    <a:pt x="105062" y="46944"/>
                  </a:lnTo>
                  <a:lnTo>
                    <a:pt x="104912" y="51897"/>
                  </a:lnTo>
                  <a:lnTo>
                    <a:pt x="104827" y="55065"/>
                  </a:lnTo>
                  <a:lnTo>
                    <a:pt x="104695" y="60042"/>
                  </a:lnTo>
                  <a:lnTo>
                    <a:pt x="104520" y="70724"/>
                  </a:lnTo>
                  <a:lnTo>
                    <a:pt x="104482" y="73062"/>
                  </a:lnTo>
                  <a:lnTo>
                    <a:pt x="106931" y="78122"/>
                  </a:lnTo>
                  <a:lnTo>
                    <a:pt x="105839" y="79135"/>
                  </a:lnTo>
                  <a:lnTo>
                    <a:pt x="105249" y="79680"/>
                  </a:lnTo>
                  <a:lnTo>
                    <a:pt x="105095" y="7982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7" name="pg116"/>
            <p:cNvSpPr/>
            <p:nvPr/>
          </p:nvSpPr>
          <p:spPr>
            <a:xfrm>
              <a:off x="3470656" y="5104360"/>
              <a:ext cx="184440" cy="118551"/>
            </a:xfrm>
            <a:custGeom>
              <a:avLst/>
              <a:pathLst>
                <a:path w="184440" h="118551">
                  <a:moveTo>
                    <a:pt x="70814" y="5705"/>
                  </a:moveTo>
                  <a:lnTo>
                    <a:pt x="79145" y="19591"/>
                  </a:lnTo>
                  <a:lnTo>
                    <a:pt x="81788" y="24464"/>
                  </a:lnTo>
                  <a:lnTo>
                    <a:pt x="89850" y="22769"/>
                  </a:lnTo>
                  <a:lnTo>
                    <a:pt x="89515" y="21091"/>
                  </a:lnTo>
                  <a:lnTo>
                    <a:pt x="92944" y="19936"/>
                  </a:lnTo>
                  <a:lnTo>
                    <a:pt x="96232" y="19205"/>
                  </a:lnTo>
                  <a:lnTo>
                    <a:pt x="96671" y="21874"/>
                  </a:lnTo>
                  <a:lnTo>
                    <a:pt x="99616" y="21837"/>
                  </a:lnTo>
                  <a:lnTo>
                    <a:pt x="102747" y="21576"/>
                  </a:lnTo>
                  <a:lnTo>
                    <a:pt x="103346" y="23705"/>
                  </a:lnTo>
                  <a:lnTo>
                    <a:pt x="103944" y="23655"/>
                  </a:lnTo>
                  <a:lnTo>
                    <a:pt x="106378" y="23010"/>
                  </a:lnTo>
                  <a:lnTo>
                    <a:pt x="107520" y="22463"/>
                  </a:lnTo>
                  <a:lnTo>
                    <a:pt x="108663" y="21818"/>
                  </a:lnTo>
                  <a:lnTo>
                    <a:pt x="109408" y="21470"/>
                  </a:lnTo>
                  <a:lnTo>
                    <a:pt x="110351" y="21122"/>
                  </a:lnTo>
                  <a:lnTo>
                    <a:pt x="111295" y="20675"/>
                  </a:lnTo>
                  <a:lnTo>
                    <a:pt x="112388" y="20328"/>
                  </a:lnTo>
                  <a:lnTo>
                    <a:pt x="113133" y="19434"/>
                  </a:lnTo>
                  <a:lnTo>
                    <a:pt x="114027" y="18440"/>
                  </a:lnTo>
                  <a:lnTo>
                    <a:pt x="115268" y="17695"/>
                  </a:lnTo>
                  <a:lnTo>
                    <a:pt x="116510" y="16255"/>
                  </a:lnTo>
                  <a:lnTo>
                    <a:pt x="117156" y="15560"/>
                  </a:lnTo>
                  <a:lnTo>
                    <a:pt x="117553" y="14616"/>
                  </a:lnTo>
                  <a:lnTo>
                    <a:pt x="120191" y="16010"/>
                  </a:lnTo>
                  <a:lnTo>
                    <a:pt x="122026" y="18213"/>
                  </a:lnTo>
                  <a:lnTo>
                    <a:pt x="122280" y="18500"/>
                  </a:lnTo>
                  <a:lnTo>
                    <a:pt x="122401" y="18636"/>
                  </a:lnTo>
                  <a:lnTo>
                    <a:pt x="122923" y="19225"/>
                  </a:lnTo>
                  <a:lnTo>
                    <a:pt x="123292" y="19642"/>
                  </a:lnTo>
                  <a:lnTo>
                    <a:pt x="123740" y="20147"/>
                  </a:lnTo>
                  <a:lnTo>
                    <a:pt x="124670" y="21273"/>
                  </a:lnTo>
                  <a:lnTo>
                    <a:pt x="124836" y="21451"/>
                  </a:lnTo>
                  <a:lnTo>
                    <a:pt x="125317" y="21968"/>
                  </a:lnTo>
                  <a:lnTo>
                    <a:pt x="126052" y="22758"/>
                  </a:lnTo>
                  <a:lnTo>
                    <a:pt x="126612" y="23360"/>
                  </a:lnTo>
                  <a:lnTo>
                    <a:pt x="127282" y="24081"/>
                  </a:lnTo>
                  <a:lnTo>
                    <a:pt x="130496" y="27725"/>
                  </a:lnTo>
                  <a:lnTo>
                    <a:pt x="131245" y="28574"/>
                  </a:lnTo>
                  <a:lnTo>
                    <a:pt x="132271" y="29738"/>
                  </a:lnTo>
                  <a:lnTo>
                    <a:pt x="132765" y="30298"/>
                  </a:lnTo>
                  <a:lnTo>
                    <a:pt x="137538" y="35316"/>
                  </a:lnTo>
                  <a:lnTo>
                    <a:pt x="137829" y="35609"/>
                  </a:lnTo>
                  <a:lnTo>
                    <a:pt x="139544" y="37338"/>
                  </a:lnTo>
                  <a:lnTo>
                    <a:pt x="143232" y="41055"/>
                  </a:lnTo>
                  <a:lnTo>
                    <a:pt x="143388" y="41212"/>
                  </a:lnTo>
                  <a:lnTo>
                    <a:pt x="143664" y="41490"/>
                  </a:lnTo>
                  <a:lnTo>
                    <a:pt x="149937" y="47985"/>
                  </a:lnTo>
                  <a:lnTo>
                    <a:pt x="150289" y="48350"/>
                  </a:lnTo>
                  <a:lnTo>
                    <a:pt x="150591" y="48662"/>
                  </a:lnTo>
                  <a:lnTo>
                    <a:pt x="152132" y="50284"/>
                  </a:lnTo>
                  <a:lnTo>
                    <a:pt x="158528" y="57018"/>
                  </a:lnTo>
                  <a:lnTo>
                    <a:pt x="159305" y="57836"/>
                  </a:lnTo>
                  <a:lnTo>
                    <a:pt x="159590" y="58136"/>
                  </a:lnTo>
                  <a:lnTo>
                    <a:pt x="159715" y="58267"/>
                  </a:lnTo>
                  <a:lnTo>
                    <a:pt x="159867" y="58428"/>
                  </a:lnTo>
                  <a:lnTo>
                    <a:pt x="161081" y="59712"/>
                  </a:lnTo>
                  <a:lnTo>
                    <a:pt x="167125" y="66110"/>
                  </a:lnTo>
                  <a:lnTo>
                    <a:pt x="169108" y="68209"/>
                  </a:lnTo>
                  <a:lnTo>
                    <a:pt x="169936" y="69086"/>
                  </a:lnTo>
                  <a:lnTo>
                    <a:pt x="171865" y="71128"/>
                  </a:lnTo>
                  <a:lnTo>
                    <a:pt x="172068" y="71342"/>
                  </a:lnTo>
                  <a:lnTo>
                    <a:pt x="172435" y="71729"/>
                  </a:lnTo>
                  <a:lnTo>
                    <a:pt x="174436" y="73658"/>
                  </a:lnTo>
                  <a:lnTo>
                    <a:pt x="176343" y="75750"/>
                  </a:lnTo>
                  <a:lnTo>
                    <a:pt x="176952" y="76418"/>
                  </a:lnTo>
                  <a:lnTo>
                    <a:pt x="179565" y="79132"/>
                  </a:lnTo>
                  <a:lnTo>
                    <a:pt x="180455" y="80057"/>
                  </a:lnTo>
                  <a:lnTo>
                    <a:pt x="184440" y="84198"/>
                  </a:lnTo>
                  <a:lnTo>
                    <a:pt x="183597" y="84978"/>
                  </a:lnTo>
                  <a:lnTo>
                    <a:pt x="183438" y="85126"/>
                  </a:lnTo>
                  <a:lnTo>
                    <a:pt x="178200" y="89973"/>
                  </a:lnTo>
                  <a:lnTo>
                    <a:pt x="177596" y="90532"/>
                  </a:lnTo>
                  <a:lnTo>
                    <a:pt x="174464" y="93431"/>
                  </a:lnTo>
                  <a:lnTo>
                    <a:pt x="174159" y="93713"/>
                  </a:lnTo>
                  <a:lnTo>
                    <a:pt x="167461" y="99912"/>
                  </a:lnTo>
                  <a:lnTo>
                    <a:pt x="166499" y="100803"/>
                  </a:lnTo>
                  <a:lnTo>
                    <a:pt x="163496" y="103582"/>
                  </a:lnTo>
                  <a:lnTo>
                    <a:pt x="160787" y="106090"/>
                  </a:lnTo>
                  <a:lnTo>
                    <a:pt x="159333" y="107435"/>
                  </a:lnTo>
                  <a:lnTo>
                    <a:pt x="158350" y="108345"/>
                  </a:lnTo>
                  <a:lnTo>
                    <a:pt x="157039" y="109558"/>
                  </a:lnTo>
                  <a:lnTo>
                    <a:pt x="153532" y="112834"/>
                  </a:lnTo>
                  <a:lnTo>
                    <a:pt x="150391" y="115767"/>
                  </a:lnTo>
                  <a:lnTo>
                    <a:pt x="147839" y="118150"/>
                  </a:lnTo>
                  <a:lnTo>
                    <a:pt x="147641" y="118335"/>
                  </a:lnTo>
                  <a:lnTo>
                    <a:pt x="147410" y="118551"/>
                  </a:lnTo>
                  <a:lnTo>
                    <a:pt x="147492" y="116480"/>
                  </a:lnTo>
                  <a:lnTo>
                    <a:pt x="147649" y="112546"/>
                  </a:lnTo>
                  <a:lnTo>
                    <a:pt x="146562" y="111454"/>
                  </a:lnTo>
                  <a:lnTo>
                    <a:pt x="140485" y="105344"/>
                  </a:lnTo>
                  <a:lnTo>
                    <a:pt x="128121" y="92916"/>
                  </a:lnTo>
                  <a:lnTo>
                    <a:pt x="125213" y="90157"/>
                  </a:lnTo>
                  <a:lnTo>
                    <a:pt x="124901" y="89861"/>
                  </a:lnTo>
                  <a:lnTo>
                    <a:pt x="122086" y="86036"/>
                  </a:lnTo>
                  <a:lnTo>
                    <a:pt x="116802" y="79386"/>
                  </a:lnTo>
                  <a:lnTo>
                    <a:pt x="112144" y="74111"/>
                  </a:lnTo>
                  <a:lnTo>
                    <a:pt x="111027" y="72845"/>
                  </a:lnTo>
                  <a:lnTo>
                    <a:pt x="110340" y="72152"/>
                  </a:lnTo>
                  <a:lnTo>
                    <a:pt x="101833" y="63568"/>
                  </a:lnTo>
                  <a:lnTo>
                    <a:pt x="101502" y="63214"/>
                  </a:lnTo>
                  <a:lnTo>
                    <a:pt x="100581" y="62230"/>
                  </a:lnTo>
                  <a:lnTo>
                    <a:pt x="99330" y="60893"/>
                  </a:lnTo>
                  <a:lnTo>
                    <a:pt x="97917" y="59383"/>
                  </a:lnTo>
                  <a:lnTo>
                    <a:pt x="97426" y="58886"/>
                  </a:lnTo>
                  <a:lnTo>
                    <a:pt x="92011" y="53404"/>
                  </a:lnTo>
                  <a:lnTo>
                    <a:pt x="91705" y="53065"/>
                  </a:lnTo>
                  <a:lnTo>
                    <a:pt x="91528" y="52869"/>
                  </a:lnTo>
                  <a:lnTo>
                    <a:pt x="84403" y="44991"/>
                  </a:lnTo>
                  <a:lnTo>
                    <a:pt x="82355" y="45265"/>
                  </a:lnTo>
                  <a:lnTo>
                    <a:pt x="80216" y="45551"/>
                  </a:lnTo>
                  <a:lnTo>
                    <a:pt x="70506" y="46849"/>
                  </a:lnTo>
                  <a:lnTo>
                    <a:pt x="64102" y="46468"/>
                  </a:lnTo>
                  <a:lnTo>
                    <a:pt x="52052" y="41842"/>
                  </a:lnTo>
                  <a:lnTo>
                    <a:pt x="47357" y="39850"/>
                  </a:lnTo>
                  <a:lnTo>
                    <a:pt x="45402" y="39165"/>
                  </a:lnTo>
                  <a:lnTo>
                    <a:pt x="40086" y="38067"/>
                  </a:lnTo>
                  <a:lnTo>
                    <a:pt x="38483" y="37843"/>
                  </a:lnTo>
                  <a:lnTo>
                    <a:pt x="36806" y="37769"/>
                  </a:lnTo>
                  <a:lnTo>
                    <a:pt x="35874" y="37881"/>
                  </a:lnTo>
                  <a:lnTo>
                    <a:pt x="34570" y="38179"/>
                  </a:lnTo>
                  <a:lnTo>
                    <a:pt x="31513" y="39111"/>
                  </a:lnTo>
                  <a:lnTo>
                    <a:pt x="27487" y="40415"/>
                  </a:lnTo>
                  <a:lnTo>
                    <a:pt x="25363" y="41124"/>
                  </a:lnTo>
                  <a:lnTo>
                    <a:pt x="22323" y="42428"/>
                  </a:lnTo>
                  <a:lnTo>
                    <a:pt x="15475" y="45363"/>
                  </a:lnTo>
                  <a:lnTo>
                    <a:pt x="12416" y="46605"/>
                  </a:lnTo>
                  <a:lnTo>
                    <a:pt x="10495" y="47219"/>
                  </a:lnTo>
                  <a:lnTo>
                    <a:pt x="8669" y="47704"/>
                  </a:lnTo>
                  <a:lnTo>
                    <a:pt x="7495" y="47872"/>
                  </a:lnTo>
                  <a:lnTo>
                    <a:pt x="6079" y="47947"/>
                  </a:lnTo>
                  <a:lnTo>
                    <a:pt x="3842" y="47909"/>
                  </a:lnTo>
                  <a:lnTo>
                    <a:pt x="2314" y="47984"/>
                  </a:lnTo>
                  <a:lnTo>
                    <a:pt x="845" y="48226"/>
                  </a:lnTo>
                  <a:lnTo>
                    <a:pt x="381" y="47121"/>
                  </a:lnTo>
                  <a:lnTo>
                    <a:pt x="95" y="46238"/>
                  </a:lnTo>
                  <a:lnTo>
                    <a:pt x="0" y="45021"/>
                  </a:lnTo>
                  <a:lnTo>
                    <a:pt x="90" y="44201"/>
                  </a:lnTo>
                  <a:lnTo>
                    <a:pt x="181" y="43380"/>
                  </a:lnTo>
                  <a:lnTo>
                    <a:pt x="1449" y="43507"/>
                  </a:lnTo>
                  <a:lnTo>
                    <a:pt x="2113" y="43654"/>
                  </a:lnTo>
                  <a:lnTo>
                    <a:pt x="2601" y="43762"/>
                  </a:lnTo>
                  <a:lnTo>
                    <a:pt x="4639" y="43571"/>
                  </a:lnTo>
                  <a:lnTo>
                    <a:pt x="5977" y="43316"/>
                  </a:lnTo>
                  <a:lnTo>
                    <a:pt x="7251" y="43189"/>
                  </a:lnTo>
                  <a:lnTo>
                    <a:pt x="8971" y="42743"/>
                  </a:lnTo>
                  <a:lnTo>
                    <a:pt x="10372" y="42297"/>
                  </a:lnTo>
                  <a:lnTo>
                    <a:pt x="11391" y="41405"/>
                  </a:lnTo>
                  <a:lnTo>
                    <a:pt x="12220" y="40322"/>
                  </a:lnTo>
                  <a:lnTo>
                    <a:pt x="12729" y="39494"/>
                  </a:lnTo>
                  <a:lnTo>
                    <a:pt x="12674" y="39107"/>
                  </a:lnTo>
                  <a:lnTo>
                    <a:pt x="10415" y="37401"/>
                  </a:lnTo>
                  <a:lnTo>
                    <a:pt x="11280" y="36416"/>
                  </a:lnTo>
                  <a:lnTo>
                    <a:pt x="13844" y="37669"/>
                  </a:lnTo>
                  <a:lnTo>
                    <a:pt x="14262" y="37520"/>
                  </a:lnTo>
                  <a:lnTo>
                    <a:pt x="15574" y="37013"/>
                  </a:lnTo>
                  <a:lnTo>
                    <a:pt x="17095" y="36357"/>
                  </a:lnTo>
                  <a:lnTo>
                    <a:pt x="18589" y="35481"/>
                  </a:lnTo>
                  <a:lnTo>
                    <a:pt x="19991" y="34781"/>
                  </a:lnTo>
                  <a:lnTo>
                    <a:pt x="20171" y="34677"/>
                  </a:lnTo>
                  <a:lnTo>
                    <a:pt x="20494" y="34240"/>
                  </a:lnTo>
                  <a:lnTo>
                    <a:pt x="21090" y="33315"/>
                  </a:lnTo>
                  <a:lnTo>
                    <a:pt x="21448" y="32450"/>
                  </a:lnTo>
                  <a:lnTo>
                    <a:pt x="21711" y="31111"/>
                  </a:lnTo>
                  <a:lnTo>
                    <a:pt x="20404" y="30806"/>
                  </a:lnTo>
                  <a:lnTo>
                    <a:pt x="19609" y="30449"/>
                  </a:lnTo>
                  <a:lnTo>
                    <a:pt x="20022" y="29184"/>
                  </a:lnTo>
                  <a:lnTo>
                    <a:pt x="22690" y="29894"/>
                  </a:lnTo>
                  <a:lnTo>
                    <a:pt x="22981" y="29971"/>
                  </a:lnTo>
                  <a:lnTo>
                    <a:pt x="26201" y="29812"/>
                  </a:lnTo>
                  <a:lnTo>
                    <a:pt x="26363" y="29804"/>
                  </a:lnTo>
                  <a:lnTo>
                    <a:pt x="26845" y="29780"/>
                  </a:lnTo>
                  <a:lnTo>
                    <a:pt x="27507" y="27583"/>
                  </a:lnTo>
                  <a:lnTo>
                    <a:pt x="27571" y="26563"/>
                  </a:lnTo>
                  <a:lnTo>
                    <a:pt x="27762" y="25608"/>
                  </a:lnTo>
                  <a:lnTo>
                    <a:pt x="27953" y="24652"/>
                  </a:lnTo>
                  <a:lnTo>
                    <a:pt x="27762" y="23888"/>
                  </a:lnTo>
                  <a:lnTo>
                    <a:pt x="28144" y="22232"/>
                  </a:lnTo>
                  <a:lnTo>
                    <a:pt x="27698" y="21276"/>
                  </a:lnTo>
                  <a:lnTo>
                    <a:pt x="27571" y="20194"/>
                  </a:lnTo>
                  <a:lnTo>
                    <a:pt x="27698" y="18920"/>
                  </a:lnTo>
                  <a:lnTo>
                    <a:pt x="27963" y="17968"/>
                  </a:lnTo>
                  <a:lnTo>
                    <a:pt x="15504" y="18066"/>
                  </a:lnTo>
                  <a:lnTo>
                    <a:pt x="14243" y="17880"/>
                  </a:lnTo>
                  <a:lnTo>
                    <a:pt x="12220" y="17582"/>
                  </a:lnTo>
                  <a:lnTo>
                    <a:pt x="9878" y="17973"/>
                  </a:lnTo>
                  <a:lnTo>
                    <a:pt x="9244" y="18048"/>
                  </a:lnTo>
                  <a:lnTo>
                    <a:pt x="8126" y="17750"/>
                  </a:lnTo>
                  <a:lnTo>
                    <a:pt x="8349" y="15737"/>
                  </a:lnTo>
                  <a:lnTo>
                    <a:pt x="34518" y="15563"/>
                  </a:lnTo>
                  <a:lnTo>
                    <a:pt x="36127" y="15941"/>
                  </a:lnTo>
                  <a:lnTo>
                    <a:pt x="37616" y="16582"/>
                  </a:lnTo>
                  <a:lnTo>
                    <a:pt x="42620" y="18096"/>
                  </a:lnTo>
                  <a:lnTo>
                    <a:pt x="44526" y="18649"/>
                  </a:lnTo>
                  <a:lnTo>
                    <a:pt x="45979" y="19187"/>
                  </a:lnTo>
                  <a:lnTo>
                    <a:pt x="47816" y="20978"/>
                  </a:lnTo>
                  <a:lnTo>
                    <a:pt x="49083" y="19636"/>
                  </a:lnTo>
                  <a:lnTo>
                    <a:pt x="50089" y="18368"/>
                  </a:lnTo>
                  <a:lnTo>
                    <a:pt x="51133" y="16579"/>
                  </a:lnTo>
                  <a:lnTo>
                    <a:pt x="52065" y="15424"/>
                  </a:lnTo>
                  <a:lnTo>
                    <a:pt x="53273" y="14395"/>
                  </a:lnTo>
                  <a:lnTo>
                    <a:pt x="53023" y="14163"/>
                  </a:lnTo>
                  <a:lnTo>
                    <a:pt x="48337" y="12248"/>
                  </a:lnTo>
                  <a:lnTo>
                    <a:pt x="48964" y="10235"/>
                  </a:lnTo>
                  <a:lnTo>
                    <a:pt x="52005" y="10951"/>
                  </a:lnTo>
                  <a:lnTo>
                    <a:pt x="54510" y="12248"/>
                  </a:lnTo>
                  <a:lnTo>
                    <a:pt x="54778" y="12964"/>
                  </a:lnTo>
                  <a:lnTo>
                    <a:pt x="59520" y="16184"/>
                  </a:lnTo>
                  <a:lnTo>
                    <a:pt x="60370" y="16139"/>
                  </a:lnTo>
                  <a:lnTo>
                    <a:pt x="61219" y="16318"/>
                  </a:lnTo>
                  <a:lnTo>
                    <a:pt x="62744" y="19315"/>
                  </a:lnTo>
                  <a:lnTo>
                    <a:pt x="63411" y="19360"/>
                  </a:lnTo>
                  <a:lnTo>
                    <a:pt x="64708" y="19136"/>
                  </a:lnTo>
                  <a:lnTo>
                    <a:pt x="65701" y="18341"/>
                  </a:lnTo>
                  <a:lnTo>
                    <a:pt x="66943" y="17944"/>
                  </a:lnTo>
                  <a:lnTo>
                    <a:pt x="67986" y="17348"/>
                  </a:lnTo>
                  <a:lnTo>
                    <a:pt x="69029" y="16255"/>
                  </a:lnTo>
                  <a:lnTo>
                    <a:pt x="69774" y="15858"/>
                  </a:lnTo>
                  <a:lnTo>
                    <a:pt x="70916" y="15609"/>
                  </a:lnTo>
                  <a:lnTo>
                    <a:pt x="71512" y="15659"/>
                  </a:lnTo>
                  <a:lnTo>
                    <a:pt x="72207" y="14666"/>
                  </a:lnTo>
                  <a:lnTo>
                    <a:pt x="72704" y="13424"/>
                  </a:lnTo>
                  <a:lnTo>
                    <a:pt x="71755" y="11686"/>
                  </a:lnTo>
                  <a:lnTo>
                    <a:pt x="61641" y="6664"/>
                  </a:lnTo>
                  <a:lnTo>
                    <a:pt x="61060" y="5501"/>
                  </a:lnTo>
                  <a:lnTo>
                    <a:pt x="58868" y="4338"/>
                  </a:lnTo>
                  <a:lnTo>
                    <a:pt x="61462" y="0"/>
                  </a:lnTo>
                  <a:lnTo>
                    <a:pt x="67685" y="3796"/>
                  </a:lnTo>
                  <a:lnTo>
                    <a:pt x="69968" y="518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8" name="pg117"/>
            <p:cNvSpPr/>
            <p:nvPr/>
          </p:nvSpPr>
          <p:spPr>
            <a:xfrm>
              <a:off x="3456603" y="5140429"/>
              <a:ext cx="138954" cy="137583"/>
            </a:xfrm>
            <a:custGeom>
              <a:avLst/>
              <a:pathLst>
                <a:path w="138954" h="137583">
                  <a:moveTo>
                    <a:pt x="6719" y="7978"/>
                  </a:moveTo>
                  <a:lnTo>
                    <a:pt x="9370" y="8036"/>
                  </a:lnTo>
                  <a:lnTo>
                    <a:pt x="10041" y="7988"/>
                  </a:lnTo>
                  <a:lnTo>
                    <a:pt x="10312" y="7814"/>
                  </a:lnTo>
                  <a:lnTo>
                    <a:pt x="11512" y="7593"/>
                  </a:lnTo>
                  <a:lnTo>
                    <a:pt x="12881" y="7667"/>
                  </a:lnTo>
                  <a:lnTo>
                    <a:pt x="14234" y="7311"/>
                  </a:lnTo>
                  <a:lnTo>
                    <a:pt x="14143" y="8132"/>
                  </a:lnTo>
                  <a:lnTo>
                    <a:pt x="14053" y="8952"/>
                  </a:lnTo>
                  <a:lnTo>
                    <a:pt x="14148" y="10169"/>
                  </a:lnTo>
                  <a:lnTo>
                    <a:pt x="14434" y="11052"/>
                  </a:lnTo>
                  <a:lnTo>
                    <a:pt x="14898" y="12156"/>
                  </a:lnTo>
                  <a:lnTo>
                    <a:pt x="16367" y="11915"/>
                  </a:lnTo>
                  <a:lnTo>
                    <a:pt x="17896" y="11840"/>
                  </a:lnTo>
                  <a:lnTo>
                    <a:pt x="20132" y="11878"/>
                  </a:lnTo>
                  <a:lnTo>
                    <a:pt x="21548" y="11803"/>
                  </a:lnTo>
                  <a:lnTo>
                    <a:pt x="22722" y="11635"/>
                  </a:lnTo>
                  <a:lnTo>
                    <a:pt x="24548" y="11150"/>
                  </a:lnTo>
                  <a:lnTo>
                    <a:pt x="26469" y="10536"/>
                  </a:lnTo>
                  <a:lnTo>
                    <a:pt x="29528" y="9294"/>
                  </a:lnTo>
                  <a:lnTo>
                    <a:pt x="36376" y="6359"/>
                  </a:lnTo>
                  <a:lnTo>
                    <a:pt x="39416" y="5054"/>
                  </a:lnTo>
                  <a:lnTo>
                    <a:pt x="41541" y="4346"/>
                  </a:lnTo>
                  <a:lnTo>
                    <a:pt x="45566" y="3042"/>
                  </a:lnTo>
                  <a:lnTo>
                    <a:pt x="48623" y="2110"/>
                  </a:lnTo>
                  <a:lnTo>
                    <a:pt x="49927" y="1812"/>
                  </a:lnTo>
                  <a:lnTo>
                    <a:pt x="50859" y="1700"/>
                  </a:lnTo>
                  <a:lnTo>
                    <a:pt x="52537" y="1774"/>
                  </a:lnTo>
                  <a:lnTo>
                    <a:pt x="54139" y="1998"/>
                  </a:lnTo>
                  <a:lnTo>
                    <a:pt x="59537" y="3124"/>
                  </a:lnTo>
                  <a:lnTo>
                    <a:pt x="61410" y="3781"/>
                  </a:lnTo>
                  <a:lnTo>
                    <a:pt x="66105" y="5773"/>
                  </a:lnTo>
                  <a:lnTo>
                    <a:pt x="78155" y="10399"/>
                  </a:lnTo>
                  <a:lnTo>
                    <a:pt x="84559" y="10780"/>
                  </a:lnTo>
                  <a:lnTo>
                    <a:pt x="94269" y="9482"/>
                  </a:lnTo>
                  <a:lnTo>
                    <a:pt x="96408" y="9196"/>
                  </a:lnTo>
                  <a:lnTo>
                    <a:pt x="98473" y="8941"/>
                  </a:lnTo>
                  <a:lnTo>
                    <a:pt x="105606" y="16827"/>
                  </a:lnTo>
                  <a:lnTo>
                    <a:pt x="105835" y="17081"/>
                  </a:lnTo>
                  <a:lnTo>
                    <a:pt x="106065" y="17335"/>
                  </a:lnTo>
                  <a:lnTo>
                    <a:pt x="111479" y="22817"/>
                  </a:lnTo>
                  <a:lnTo>
                    <a:pt x="111970" y="23314"/>
                  </a:lnTo>
                  <a:lnTo>
                    <a:pt x="113383" y="24823"/>
                  </a:lnTo>
                  <a:lnTo>
                    <a:pt x="114635" y="26161"/>
                  </a:lnTo>
                  <a:lnTo>
                    <a:pt x="115555" y="27145"/>
                  </a:lnTo>
                  <a:lnTo>
                    <a:pt x="115904" y="27517"/>
                  </a:lnTo>
                  <a:lnTo>
                    <a:pt x="124393" y="36083"/>
                  </a:lnTo>
                  <a:lnTo>
                    <a:pt x="125080" y="36776"/>
                  </a:lnTo>
                  <a:lnTo>
                    <a:pt x="126197" y="38042"/>
                  </a:lnTo>
                  <a:lnTo>
                    <a:pt x="130855" y="43316"/>
                  </a:lnTo>
                  <a:lnTo>
                    <a:pt x="136139" y="49967"/>
                  </a:lnTo>
                  <a:lnTo>
                    <a:pt x="138954" y="53792"/>
                  </a:lnTo>
                  <a:lnTo>
                    <a:pt x="121061" y="67039"/>
                  </a:lnTo>
                  <a:lnTo>
                    <a:pt x="118023" y="69357"/>
                  </a:lnTo>
                  <a:lnTo>
                    <a:pt x="114104" y="72454"/>
                  </a:lnTo>
                  <a:lnTo>
                    <a:pt x="111769" y="74521"/>
                  </a:lnTo>
                  <a:lnTo>
                    <a:pt x="109706" y="76483"/>
                  </a:lnTo>
                  <a:lnTo>
                    <a:pt x="105110" y="80852"/>
                  </a:lnTo>
                  <a:lnTo>
                    <a:pt x="100973" y="71869"/>
                  </a:lnTo>
                  <a:lnTo>
                    <a:pt x="98529" y="71823"/>
                  </a:lnTo>
                  <a:lnTo>
                    <a:pt x="97277" y="71012"/>
                  </a:lnTo>
                  <a:lnTo>
                    <a:pt x="97098" y="70982"/>
                  </a:lnTo>
                  <a:lnTo>
                    <a:pt x="94801" y="70591"/>
                  </a:lnTo>
                  <a:lnTo>
                    <a:pt x="93386" y="70351"/>
                  </a:lnTo>
                  <a:lnTo>
                    <a:pt x="89225" y="68246"/>
                  </a:lnTo>
                  <a:lnTo>
                    <a:pt x="88270" y="67977"/>
                  </a:lnTo>
                  <a:lnTo>
                    <a:pt x="85896" y="67291"/>
                  </a:lnTo>
                  <a:lnTo>
                    <a:pt x="84770" y="66337"/>
                  </a:lnTo>
                  <a:lnTo>
                    <a:pt x="82567" y="63571"/>
                  </a:lnTo>
                  <a:lnTo>
                    <a:pt x="82151" y="61882"/>
                  </a:lnTo>
                  <a:lnTo>
                    <a:pt x="83203" y="60316"/>
                  </a:lnTo>
                  <a:lnTo>
                    <a:pt x="85285" y="59376"/>
                  </a:lnTo>
                  <a:lnTo>
                    <a:pt x="87756" y="58260"/>
                  </a:lnTo>
                  <a:lnTo>
                    <a:pt x="90253" y="57330"/>
                  </a:lnTo>
                  <a:lnTo>
                    <a:pt x="89347" y="54588"/>
                  </a:lnTo>
                  <a:lnTo>
                    <a:pt x="86850" y="50745"/>
                  </a:lnTo>
                  <a:lnTo>
                    <a:pt x="84183" y="47931"/>
                  </a:lnTo>
                  <a:lnTo>
                    <a:pt x="83785" y="47472"/>
                  </a:lnTo>
                  <a:lnTo>
                    <a:pt x="83228" y="46829"/>
                  </a:lnTo>
                  <a:lnTo>
                    <a:pt x="82897" y="46471"/>
                  </a:lnTo>
                  <a:lnTo>
                    <a:pt x="81098" y="44528"/>
                  </a:lnTo>
                  <a:lnTo>
                    <a:pt x="79394" y="43338"/>
                  </a:lnTo>
                  <a:lnTo>
                    <a:pt x="72899" y="38801"/>
                  </a:lnTo>
                  <a:lnTo>
                    <a:pt x="61346" y="31898"/>
                  </a:lnTo>
                  <a:lnTo>
                    <a:pt x="53219" y="27027"/>
                  </a:lnTo>
                  <a:lnTo>
                    <a:pt x="49719" y="25853"/>
                  </a:lnTo>
                  <a:lnTo>
                    <a:pt x="46978" y="24947"/>
                  </a:lnTo>
                  <a:lnTo>
                    <a:pt x="45901" y="24653"/>
                  </a:lnTo>
                  <a:lnTo>
                    <a:pt x="42597" y="23797"/>
                  </a:lnTo>
                  <a:lnTo>
                    <a:pt x="40565" y="27542"/>
                  </a:lnTo>
                  <a:lnTo>
                    <a:pt x="41152" y="37136"/>
                  </a:lnTo>
                  <a:lnTo>
                    <a:pt x="38754" y="46462"/>
                  </a:lnTo>
                  <a:lnTo>
                    <a:pt x="63646" y="72040"/>
                  </a:lnTo>
                  <a:lnTo>
                    <a:pt x="67342" y="81145"/>
                  </a:lnTo>
                  <a:lnTo>
                    <a:pt x="67465" y="81880"/>
                  </a:lnTo>
                  <a:lnTo>
                    <a:pt x="67636" y="82859"/>
                  </a:lnTo>
                  <a:lnTo>
                    <a:pt x="67808" y="83593"/>
                  </a:lnTo>
                  <a:lnTo>
                    <a:pt x="68101" y="84523"/>
                  </a:lnTo>
                  <a:lnTo>
                    <a:pt x="68591" y="85649"/>
                  </a:lnTo>
                  <a:lnTo>
                    <a:pt x="68836" y="86799"/>
                  </a:lnTo>
                  <a:lnTo>
                    <a:pt x="69178" y="88562"/>
                  </a:lnTo>
                  <a:lnTo>
                    <a:pt x="69864" y="94191"/>
                  </a:lnTo>
                  <a:lnTo>
                    <a:pt x="70378" y="98377"/>
                  </a:lnTo>
                  <a:lnTo>
                    <a:pt x="70622" y="104251"/>
                  </a:lnTo>
                  <a:lnTo>
                    <a:pt x="70525" y="108828"/>
                  </a:lnTo>
                  <a:lnTo>
                    <a:pt x="70549" y="109612"/>
                  </a:lnTo>
                  <a:lnTo>
                    <a:pt x="70142" y="112092"/>
                  </a:lnTo>
                  <a:lnTo>
                    <a:pt x="71220" y="115872"/>
                  </a:lnTo>
                  <a:lnTo>
                    <a:pt x="70328" y="126122"/>
                  </a:lnTo>
                  <a:lnTo>
                    <a:pt x="67371" y="131032"/>
                  </a:lnTo>
                  <a:lnTo>
                    <a:pt x="65155" y="129458"/>
                  </a:lnTo>
                  <a:lnTo>
                    <a:pt x="61287" y="136872"/>
                  </a:lnTo>
                  <a:lnTo>
                    <a:pt x="59897" y="137583"/>
                  </a:lnTo>
                  <a:lnTo>
                    <a:pt x="59900" y="134204"/>
                  </a:lnTo>
                  <a:lnTo>
                    <a:pt x="60000" y="133916"/>
                  </a:lnTo>
                  <a:lnTo>
                    <a:pt x="60145" y="130931"/>
                  </a:lnTo>
                  <a:lnTo>
                    <a:pt x="60157" y="129160"/>
                  </a:lnTo>
                  <a:lnTo>
                    <a:pt x="60310" y="128525"/>
                  </a:lnTo>
                  <a:lnTo>
                    <a:pt x="60363" y="128148"/>
                  </a:lnTo>
                  <a:lnTo>
                    <a:pt x="60904" y="126790"/>
                  </a:lnTo>
                  <a:lnTo>
                    <a:pt x="61490" y="125644"/>
                  </a:lnTo>
                  <a:lnTo>
                    <a:pt x="62177" y="124511"/>
                  </a:lnTo>
                  <a:lnTo>
                    <a:pt x="62634" y="123813"/>
                  </a:lnTo>
                  <a:lnTo>
                    <a:pt x="62855" y="123052"/>
                  </a:lnTo>
                  <a:lnTo>
                    <a:pt x="62963" y="119978"/>
                  </a:lnTo>
                  <a:lnTo>
                    <a:pt x="62589" y="115569"/>
                  </a:lnTo>
                  <a:lnTo>
                    <a:pt x="62066" y="110637"/>
                  </a:lnTo>
                  <a:lnTo>
                    <a:pt x="61828" y="107318"/>
                  </a:lnTo>
                  <a:lnTo>
                    <a:pt x="61530" y="104348"/>
                  </a:lnTo>
                  <a:lnTo>
                    <a:pt x="61291" y="102572"/>
                  </a:lnTo>
                  <a:lnTo>
                    <a:pt x="60398" y="100330"/>
                  </a:lnTo>
                  <a:lnTo>
                    <a:pt x="59583" y="98695"/>
                  </a:lnTo>
                  <a:lnTo>
                    <a:pt x="58531" y="94705"/>
                  </a:lnTo>
                  <a:lnTo>
                    <a:pt x="57105" y="90240"/>
                  </a:lnTo>
                  <a:lnTo>
                    <a:pt x="55247" y="85908"/>
                  </a:lnTo>
                  <a:lnTo>
                    <a:pt x="53317" y="82239"/>
                  </a:lnTo>
                  <a:lnTo>
                    <a:pt x="52687" y="80533"/>
                  </a:lnTo>
                  <a:lnTo>
                    <a:pt x="52209" y="79234"/>
                  </a:lnTo>
                  <a:lnTo>
                    <a:pt x="51315" y="76823"/>
                  </a:lnTo>
                  <a:lnTo>
                    <a:pt x="50664" y="75694"/>
                  </a:lnTo>
                  <a:lnTo>
                    <a:pt x="50243" y="74587"/>
                  </a:lnTo>
                  <a:lnTo>
                    <a:pt x="49135" y="73958"/>
                  </a:lnTo>
                  <a:lnTo>
                    <a:pt x="47205" y="73958"/>
                  </a:lnTo>
                  <a:lnTo>
                    <a:pt x="45846" y="74098"/>
                  </a:lnTo>
                  <a:lnTo>
                    <a:pt x="44881" y="73889"/>
                  </a:lnTo>
                  <a:lnTo>
                    <a:pt x="43880" y="72805"/>
                  </a:lnTo>
                  <a:lnTo>
                    <a:pt x="42987" y="71582"/>
                  </a:lnTo>
                  <a:lnTo>
                    <a:pt x="42594" y="70744"/>
                  </a:lnTo>
                  <a:lnTo>
                    <a:pt x="42618" y="70521"/>
                  </a:lnTo>
                  <a:lnTo>
                    <a:pt x="42665" y="70080"/>
                  </a:lnTo>
                  <a:lnTo>
                    <a:pt x="43380" y="68473"/>
                  </a:lnTo>
                  <a:lnTo>
                    <a:pt x="43666" y="66551"/>
                  </a:lnTo>
                  <a:lnTo>
                    <a:pt x="43380" y="64839"/>
                  </a:lnTo>
                  <a:lnTo>
                    <a:pt x="43111" y="63571"/>
                  </a:lnTo>
                  <a:lnTo>
                    <a:pt x="42890" y="62861"/>
                  </a:lnTo>
                  <a:lnTo>
                    <a:pt x="41813" y="59141"/>
                  </a:lnTo>
                  <a:lnTo>
                    <a:pt x="41446" y="57990"/>
                  </a:lnTo>
                  <a:lnTo>
                    <a:pt x="39855" y="55273"/>
                  </a:lnTo>
                  <a:lnTo>
                    <a:pt x="37280" y="52994"/>
                  </a:lnTo>
                  <a:lnTo>
                    <a:pt x="35939" y="51742"/>
                  </a:lnTo>
                  <a:lnTo>
                    <a:pt x="34301" y="50665"/>
                  </a:lnTo>
                  <a:lnTo>
                    <a:pt x="33140" y="49937"/>
                  </a:lnTo>
                  <a:lnTo>
                    <a:pt x="31918" y="49500"/>
                  </a:lnTo>
                  <a:lnTo>
                    <a:pt x="30995" y="49326"/>
                  </a:lnTo>
                  <a:lnTo>
                    <a:pt x="30101" y="49442"/>
                  </a:lnTo>
                  <a:lnTo>
                    <a:pt x="29565" y="49908"/>
                  </a:lnTo>
                  <a:lnTo>
                    <a:pt x="28970" y="50811"/>
                  </a:lnTo>
                  <a:lnTo>
                    <a:pt x="28344" y="51044"/>
                  </a:lnTo>
                  <a:lnTo>
                    <a:pt x="27599" y="51277"/>
                  </a:lnTo>
                  <a:lnTo>
                    <a:pt x="26884" y="51073"/>
                  </a:lnTo>
                  <a:lnTo>
                    <a:pt x="26051" y="50990"/>
                  </a:lnTo>
                  <a:lnTo>
                    <a:pt x="25929" y="50305"/>
                  </a:lnTo>
                  <a:lnTo>
                    <a:pt x="25341" y="47686"/>
                  </a:lnTo>
                  <a:lnTo>
                    <a:pt x="24754" y="45311"/>
                  </a:lnTo>
                  <a:lnTo>
                    <a:pt x="25268" y="44749"/>
                  </a:lnTo>
                  <a:lnTo>
                    <a:pt x="25977" y="44406"/>
                  </a:lnTo>
                  <a:lnTo>
                    <a:pt x="26687" y="43966"/>
                  </a:lnTo>
                  <a:lnTo>
                    <a:pt x="27960" y="43402"/>
                  </a:lnTo>
                  <a:lnTo>
                    <a:pt x="28375" y="42840"/>
                  </a:lnTo>
                  <a:lnTo>
                    <a:pt x="28449" y="42056"/>
                  </a:lnTo>
                  <a:lnTo>
                    <a:pt x="28359" y="41827"/>
                  </a:lnTo>
                  <a:lnTo>
                    <a:pt x="27862" y="40563"/>
                  </a:lnTo>
                  <a:lnTo>
                    <a:pt x="27396" y="39999"/>
                  </a:lnTo>
                  <a:lnTo>
                    <a:pt x="26613" y="39877"/>
                  </a:lnTo>
                  <a:lnTo>
                    <a:pt x="26426" y="39752"/>
                  </a:lnTo>
                  <a:lnTo>
                    <a:pt x="25953" y="39437"/>
                  </a:lnTo>
                  <a:lnTo>
                    <a:pt x="25292" y="38972"/>
                  </a:lnTo>
                  <a:lnTo>
                    <a:pt x="24876" y="37846"/>
                  </a:lnTo>
                  <a:lnTo>
                    <a:pt x="24239" y="36794"/>
                  </a:lnTo>
                  <a:lnTo>
                    <a:pt x="23676" y="35570"/>
                  </a:lnTo>
                  <a:lnTo>
                    <a:pt x="22918" y="34542"/>
                  </a:lnTo>
                  <a:lnTo>
                    <a:pt x="22232" y="33277"/>
                  </a:lnTo>
                  <a:lnTo>
                    <a:pt x="21449" y="32608"/>
                  </a:lnTo>
                  <a:lnTo>
                    <a:pt x="20788" y="32216"/>
                  </a:lnTo>
                  <a:lnTo>
                    <a:pt x="20054" y="32216"/>
                  </a:lnTo>
                  <a:lnTo>
                    <a:pt x="18781" y="32608"/>
                  </a:lnTo>
                  <a:lnTo>
                    <a:pt x="18144" y="33024"/>
                  </a:lnTo>
                  <a:lnTo>
                    <a:pt x="17361" y="33122"/>
                  </a:lnTo>
                  <a:lnTo>
                    <a:pt x="16872" y="32559"/>
                  </a:lnTo>
                  <a:lnTo>
                    <a:pt x="17288" y="31653"/>
                  </a:lnTo>
                  <a:lnTo>
                    <a:pt x="16554" y="31653"/>
                  </a:lnTo>
                  <a:lnTo>
                    <a:pt x="15599" y="32045"/>
                  </a:lnTo>
                  <a:lnTo>
                    <a:pt x="14718" y="31972"/>
                  </a:lnTo>
                  <a:lnTo>
                    <a:pt x="13959" y="31849"/>
                  </a:lnTo>
                  <a:lnTo>
                    <a:pt x="13225" y="31972"/>
                  </a:lnTo>
                  <a:lnTo>
                    <a:pt x="12637" y="31531"/>
                  </a:lnTo>
                  <a:lnTo>
                    <a:pt x="12906" y="30552"/>
                  </a:lnTo>
                  <a:lnTo>
                    <a:pt x="13151" y="29475"/>
                  </a:lnTo>
                  <a:lnTo>
                    <a:pt x="13665" y="28765"/>
                  </a:lnTo>
                  <a:lnTo>
                    <a:pt x="13102" y="28227"/>
                  </a:lnTo>
                  <a:lnTo>
                    <a:pt x="12393" y="28227"/>
                  </a:lnTo>
                  <a:lnTo>
                    <a:pt x="11413" y="27933"/>
                  </a:lnTo>
                  <a:lnTo>
                    <a:pt x="10434" y="27419"/>
                  </a:lnTo>
                  <a:lnTo>
                    <a:pt x="9651" y="26513"/>
                  </a:lnTo>
                  <a:lnTo>
                    <a:pt x="9480" y="25755"/>
                  </a:lnTo>
                  <a:lnTo>
                    <a:pt x="9431" y="24359"/>
                  </a:lnTo>
                  <a:lnTo>
                    <a:pt x="9507" y="23319"/>
                  </a:lnTo>
                  <a:lnTo>
                    <a:pt x="9364" y="22375"/>
                  </a:lnTo>
                  <a:lnTo>
                    <a:pt x="8685" y="22061"/>
                  </a:lnTo>
                  <a:lnTo>
                    <a:pt x="8042" y="22131"/>
                  </a:lnTo>
                  <a:lnTo>
                    <a:pt x="7756" y="22795"/>
                  </a:lnTo>
                  <a:lnTo>
                    <a:pt x="7434" y="23109"/>
                  </a:lnTo>
                  <a:lnTo>
                    <a:pt x="6576" y="22899"/>
                  </a:lnTo>
                  <a:lnTo>
                    <a:pt x="5861" y="22515"/>
                  </a:lnTo>
                  <a:lnTo>
                    <a:pt x="6112" y="21991"/>
                  </a:lnTo>
                  <a:lnTo>
                    <a:pt x="6219" y="21397"/>
                  </a:lnTo>
                  <a:lnTo>
                    <a:pt x="5611" y="21467"/>
                  </a:lnTo>
                  <a:lnTo>
                    <a:pt x="5075" y="21607"/>
                  </a:lnTo>
                  <a:lnTo>
                    <a:pt x="4789" y="21048"/>
                  </a:lnTo>
                  <a:lnTo>
                    <a:pt x="4324" y="20768"/>
                  </a:lnTo>
                  <a:lnTo>
                    <a:pt x="3538" y="20978"/>
                  </a:lnTo>
                  <a:lnTo>
                    <a:pt x="2966" y="20943"/>
                  </a:lnTo>
                  <a:lnTo>
                    <a:pt x="3288" y="20489"/>
                  </a:lnTo>
                  <a:lnTo>
                    <a:pt x="5432" y="20104"/>
                  </a:lnTo>
                  <a:lnTo>
                    <a:pt x="6505" y="19755"/>
                  </a:lnTo>
                  <a:lnTo>
                    <a:pt x="7077" y="19196"/>
                  </a:lnTo>
                  <a:lnTo>
                    <a:pt x="6826" y="18567"/>
                  </a:lnTo>
                  <a:lnTo>
                    <a:pt x="6004" y="18357"/>
                  </a:lnTo>
                  <a:lnTo>
                    <a:pt x="4539" y="18637"/>
                  </a:lnTo>
                  <a:lnTo>
                    <a:pt x="2895" y="19056"/>
                  </a:lnTo>
                  <a:lnTo>
                    <a:pt x="1679" y="19405"/>
                  </a:lnTo>
                  <a:lnTo>
                    <a:pt x="690" y="19829"/>
                  </a:lnTo>
                  <a:lnTo>
                    <a:pt x="536" y="19895"/>
                  </a:lnTo>
                  <a:lnTo>
                    <a:pt x="0" y="19510"/>
                  </a:lnTo>
                  <a:lnTo>
                    <a:pt x="71" y="18951"/>
                  </a:lnTo>
                  <a:lnTo>
                    <a:pt x="1120" y="18627"/>
                  </a:lnTo>
                  <a:lnTo>
                    <a:pt x="1429" y="18532"/>
                  </a:lnTo>
                  <a:lnTo>
                    <a:pt x="2073" y="18078"/>
                  </a:lnTo>
                  <a:lnTo>
                    <a:pt x="1787" y="17658"/>
                  </a:lnTo>
                  <a:lnTo>
                    <a:pt x="1036" y="17449"/>
                  </a:lnTo>
                  <a:lnTo>
                    <a:pt x="2542" y="16868"/>
                  </a:lnTo>
                  <a:lnTo>
                    <a:pt x="3574" y="16470"/>
                  </a:lnTo>
                  <a:lnTo>
                    <a:pt x="4718" y="16086"/>
                  </a:lnTo>
                  <a:lnTo>
                    <a:pt x="4952" y="15768"/>
                  </a:lnTo>
                  <a:lnTo>
                    <a:pt x="5514" y="15034"/>
                  </a:lnTo>
                  <a:lnTo>
                    <a:pt x="4951" y="13908"/>
                  </a:lnTo>
                  <a:lnTo>
                    <a:pt x="4829" y="13100"/>
                  </a:lnTo>
                  <a:lnTo>
                    <a:pt x="5245" y="11632"/>
                  </a:lnTo>
                  <a:lnTo>
                    <a:pt x="4511" y="10383"/>
                  </a:lnTo>
                  <a:lnTo>
                    <a:pt x="4438" y="9478"/>
                  </a:lnTo>
                  <a:lnTo>
                    <a:pt x="1477" y="7046"/>
                  </a:lnTo>
                  <a:lnTo>
                    <a:pt x="7315" y="0"/>
                  </a:lnTo>
                  <a:lnTo>
                    <a:pt x="7911" y="116"/>
                  </a:lnTo>
                  <a:lnTo>
                    <a:pt x="8149" y="378"/>
                  </a:lnTo>
                  <a:lnTo>
                    <a:pt x="8119" y="902"/>
                  </a:lnTo>
                  <a:lnTo>
                    <a:pt x="4485" y="5561"/>
                  </a:lnTo>
                  <a:lnTo>
                    <a:pt x="4307" y="6172"/>
                  </a:lnTo>
                  <a:lnTo>
                    <a:pt x="4724" y="6900"/>
                  </a:lnTo>
                  <a:lnTo>
                    <a:pt x="5677" y="762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19" name="pg118"/>
            <p:cNvSpPr/>
            <p:nvPr/>
          </p:nvSpPr>
          <p:spPr>
            <a:xfrm>
              <a:off x="3566309" y="5188581"/>
              <a:ext cx="117389" cy="89268"/>
            </a:xfrm>
            <a:custGeom>
              <a:avLst/>
              <a:pathLst>
                <a:path w="117389" h="89268">
                  <a:moveTo>
                    <a:pt x="117389" y="30018"/>
                  </a:moveTo>
                  <a:lnTo>
                    <a:pt x="112489" y="34572"/>
                  </a:lnTo>
                  <a:lnTo>
                    <a:pt x="112333" y="34717"/>
                  </a:lnTo>
                  <a:lnTo>
                    <a:pt x="112189" y="34850"/>
                  </a:lnTo>
                  <a:lnTo>
                    <a:pt x="109493" y="37356"/>
                  </a:lnTo>
                  <a:lnTo>
                    <a:pt x="103226" y="43181"/>
                  </a:lnTo>
                  <a:lnTo>
                    <a:pt x="98529" y="47546"/>
                  </a:lnTo>
                  <a:lnTo>
                    <a:pt x="98249" y="47806"/>
                  </a:lnTo>
                  <a:lnTo>
                    <a:pt x="94345" y="51434"/>
                  </a:lnTo>
                  <a:lnTo>
                    <a:pt x="94078" y="51682"/>
                  </a:lnTo>
                  <a:lnTo>
                    <a:pt x="91112" y="54439"/>
                  </a:lnTo>
                  <a:lnTo>
                    <a:pt x="89961" y="55509"/>
                  </a:lnTo>
                  <a:lnTo>
                    <a:pt x="85395" y="59753"/>
                  </a:lnTo>
                  <a:lnTo>
                    <a:pt x="83982" y="61546"/>
                  </a:lnTo>
                  <a:lnTo>
                    <a:pt x="83541" y="62105"/>
                  </a:lnTo>
                  <a:lnTo>
                    <a:pt x="83438" y="62235"/>
                  </a:lnTo>
                  <a:lnTo>
                    <a:pt x="81801" y="63802"/>
                  </a:lnTo>
                  <a:lnTo>
                    <a:pt x="80228" y="65306"/>
                  </a:lnTo>
                  <a:lnTo>
                    <a:pt x="78240" y="67206"/>
                  </a:lnTo>
                  <a:lnTo>
                    <a:pt x="77495" y="67919"/>
                  </a:lnTo>
                  <a:lnTo>
                    <a:pt x="77248" y="68141"/>
                  </a:lnTo>
                  <a:lnTo>
                    <a:pt x="74329" y="70762"/>
                  </a:lnTo>
                  <a:lnTo>
                    <a:pt x="73058" y="71903"/>
                  </a:lnTo>
                  <a:lnTo>
                    <a:pt x="71964" y="72866"/>
                  </a:lnTo>
                  <a:lnTo>
                    <a:pt x="71567" y="73215"/>
                  </a:lnTo>
                  <a:lnTo>
                    <a:pt x="71162" y="73231"/>
                  </a:lnTo>
                  <a:lnTo>
                    <a:pt x="70432" y="73259"/>
                  </a:lnTo>
                  <a:lnTo>
                    <a:pt x="68603" y="72929"/>
                  </a:lnTo>
                  <a:lnTo>
                    <a:pt x="63109" y="71945"/>
                  </a:lnTo>
                  <a:lnTo>
                    <a:pt x="62937" y="72651"/>
                  </a:lnTo>
                  <a:lnTo>
                    <a:pt x="62814" y="73157"/>
                  </a:lnTo>
                  <a:lnTo>
                    <a:pt x="62768" y="73347"/>
                  </a:lnTo>
                  <a:lnTo>
                    <a:pt x="62228" y="75568"/>
                  </a:lnTo>
                  <a:lnTo>
                    <a:pt x="62118" y="76021"/>
                  </a:lnTo>
                  <a:lnTo>
                    <a:pt x="61804" y="77312"/>
                  </a:lnTo>
                  <a:lnTo>
                    <a:pt x="61521" y="77896"/>
                  </a:lnTo>
                  <a:lnTo>
                    <a:pt x="60685" y="78360"/>
                  </a:lnTo>
                  <a:lnTo>
                    <a:pt x="59744" y="78712"/>
                  </a:lnTo>
                  <a:lnTo>
                    <a:pt x="57369" y="79601"/>
                  </a:lnTo>
                  <a:lnTo>
                    <a:pt x="57160" y="79644"/>
                  </a:lnTo>
                  <a:lnTo>
                    <a:pt x="56723" y="79734"/>
                  </a:lnTo>
                  <a:lnTo>
                    <a:pt x="56379" y="79805"/>
                  </a:lnTo>
                  <a:lnTo>
                    <a:pt x="56095" y="79863"/>
                  </a:lnTo>
                  <a:lnTo>
                    <a:pt x="54780" y="79646"/>
                  </a:lnTo>
                  <a:lnTo>
                    <a:pt x="54303" y="79404"/>
                  </a:lnTo>
                  <a:lnTo>
                    <a:pt x="53376" y="78933"/>
                  </a:lnTo>
                  <a:lnTo>
                    <a:pt x="52780" y="79648"/>
                  </a:lnTo>
                  <a:lnTo>
                    <a:pt x="46467" y="87390"/>
                  </a:lnTo>
                  <a:lnTo>
                    <a:pt x="43830" y="89268"/>
                  </a:lnTo>
                  <a:lnTo>
                    <a:pt x="37504" y="79866"/>
                  </a:lnTo>
                  <a:lnTo>
                    <a:pt x="35745" y="77170"/>
                  </a:lnTo>
                  <a:lnTo>
                    <a:pt x="34934" y="75925"/>
                  </a:lnTo>
                  <a:lnTo>
                    <a:pt x="32364" y="72131"/>
                  </a:lnTo>
                  <a:lnTo>
                    <a:pt x="33661" y="66649"/>
                  </a:lnTo>
                  <a:lnTo>
                    <a:pt x="31923" y="63418"/>
                  </a:lnTo>
                  <a:lnTo>
                    <a:pt x="24360" y="57813"/>
                  </a:lnTo>
                  <a:lnTo>
                    <a:pt x="24106" y="53812"/>
                  </a:lnTo>
                  <a:lnTo>
                    <a:pt x="24527" y="52916"/>
                  </a:lnTo>
                  <a:lnTo>
                    <a:pt x="27892" y="53029"/>
                  </a:lnTo>
                  <a:lnTo>
                    <a:pt x="29669" y="52707"/>
                  </a:lnTo>
                  <a:lnTo>
                    <a:pt x="32615" y="51842"/>
                  </a:lnTo>
                  <a:lnTo>
                    <a:pt x="33210" y="49837"/>
                  </a:lnTo>
                  <a:lnTo>
                    <a:pt x="33448" y="48525"/>
                  </a:lnTo>
                  <a:lnTo>
                    <a:pt x="33329" y="47117"/>
                  </a:lnTo>
                  <a:lnTo>
                    <a:pt x="33138" y="45590"/>
                  </a:lnTo>
                  <a:lnTo>
                    <a:pt x="32876" y="44350"/>
                  </a:lnTo>
                  <a:lnTo>
                    <a:pt x="32685" y="43372"/>
                  </a:lnTo>
                  <a:lnTo>
                    <a:pt x="32303" y="42298"/>
                  </a:lnTo>
                  <a:lnTo>
                    <a:pt x="31707" y="41296"/>
                  </a:lnTo>
                  <a:lnTo>
                    <a:pt x="28486" y="42108"/>
                  </a:lnTo>
                  <a:lnTo>
                    <a:pt x="26890" y="39247"/>
                  </a:lnTo>
                  <a:lnTo>
                    <a:pt x="23041" y="41341"/>
                  </a:lnTo>
                  <a:lnTo>
                    <a:pt x="21765" y="40165"/>
                  </a:lnTo>
                  <a:lnTo>
                    <a:pt x="18356" y="31860"/>
                  </a:lnTo>
                  <a:lnTo>
                    <a:pt x="15164" y="31836"/>
                  </a:lnTo>
                  <a:lnTo>
                    <a:pt x="11526" y="31806"/>
                  </a:lnTo>
                  <a:lnTo>
                    <a:pt x="8186" y="31598"/>
                  </a:lnTo>
                  <a:lnTo>
                    <a:pt x="5174" y="30971"/>
                  </a:lnTo>
                  <a:lnTo>
                    <a:pt x="1775" y="29361"/>
                  </a:lnTo>
                  <a:lnTo>
                    <a:pt x="0" y="28331"/>
                  </a:lnTo>
                  <a:lnTo>
                    <a:pt x="2063" y="26369"/>
                  </a:lnTo>
                  <a:lnTo>
                    <a:pt x="4398" y="24303"/>
                  </a:lnTo>
                  <a:lnTo>
                    <a:pt x="8316" y="21205"/>
                  </a:lnTo>
                  <a:lnTo>
                    <a:pt x="11355" y="18887"/>
                  </a:lnTo>
                  <a:lnTo>
                    <a:pt x="29264" y="5655"/>
                  </a:lnTo>
                  <a:lnTo>
                    <a:pt x="29560" y="5936"/>
                  </a:lnTo>
                  <a:lnTo>
                    <a:pt x="32468" y="8695"/>
                  </a:lnTo>
                  <a:lnTo>
                    <a:pt x="44832" y="21123"/>
                  </a:lnTo>
                  <a:lnTo>
                    <a:pt x="50909" y="27233"/>
                  </a:lnTo>
                  <a:lnTo>
                    <a:pt x="51996" y="28324"/>
                  </a:lnTo>
                  <a:lnTo>
                    <a:pt x="51839" y="32259"/>
                  </a:lnTo>
                  <a:lnTo>
                    <a:pt x="51776" y="34312"/>
                  </a:lnTo>
                  <a:lnTo>
                    <a:pt x="51988" y="34114"/>
                  </a:lnTo>
                  <a:lnTo>
                    <a:pt x="52186" y="33929"/>
                  </a:lnTo>
                  <a:lnTo>
                    <a:pt x="54738" y="31546"/>
                  </a:lnTo>
                  <a:lnTo>
                    <a:pt x="57879" y="28613"/>
                  </a:lnTo>
                  <a:lnTo>
                    <a:pt x="61386" y="25337"/>
                  </a:lnTo>
                  <a:lnTo>
                    <a:pt x="62697" y="24124"/>
                  </a:lnTo>
                  <a:lnTo>
                    <a:pt x="63680" y="23214"/>
                  </a:lnTo>
                  <a:lnTo>
                    <a:pt x="65134" y="21869"/>
                  </a:lnTo>
                  <a:lnTo>
                    <a:pt x="67843" y="19361"/>
                  </a:lnTo>
                  <a:lnTo>
                    <a:pt x="70846" y="16582"/>
                  </a:lnTo>
                  <a:lnTo>
                    <a:pt x="71808" y="15691"/>
                  </a:lnTo>
                  <a:lnTo>
                    <a:pt x="78506" y="9492"/>
                  </a:lnTo>
                  <a:lnTo>
                    <a:pt x="78811" y="9210"/>
                  </a:lnTo>
                  <a:lnTo>
                    <a:pt x="81943" y="6311"/>
                  </a:lnTo>
                  <a:lnTo>
                    <a:pt x="82547" y="5752"/>
                  </a:lnTo>
                  <a:lnTo>
                    <a:pt x="87785" y="905"/>
                  </a:lnTo>
                  <a:lnTo>
                    <a:pt x="87944" y="757"/>
                  </a:lnTo>
                  <a:lnTo>
                    <a:pt x="88809" y="0"/>
                  </a:lnTo>
                  <a:lnTo>
                    <a:pt x="89294" y="516"/>
                  </a:lnTo>
                  <a:lnTo>
                    <a:pt x="89855" y="1115"/>
                  </a:lnTo>
                  <a:lnTo>
                    <a:pt x="92902" y="4364"/>
                  </a:lnTo>
                  <a:lnTo>
                    <a:pt x="99539" y="11249"/>
                  </a:lnTo>
                  <a:lnTo>
                    <a:pt x="101683" y="13472"/>
                  </a:lnTo>
                  <a:lnTo>
                    <a:pt x="102073" y="13877"/>
                  </a:lnTo>
                  <a:lnTo>
                    <a:pt x="103008" y="14824"/>
                  </a:lnTo>
                  <a:lnTo>
                    <a:pt x="104105" y="15933"/>
                  </a:lnTo>
                  <a:lnTo>
                    <a:pt x="105617" y="17544"/>
                  </a:lnTo>
                  <a:lnTo>
                    <a:pt x="105787" y="17725"/>
                  </a:lnTo>
                  <a:lnTo>
                    <a:pt x="106356" y="18332"/>
                  </a:lnTo>
                  <a:lnTo>
                    <a:pt x="110249" y="2245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0" name="pg119"/>
            <p:cNvSpPr/>
            <p:nvPr/>
          </p:nvSpPr>
          <p:spPr>
            <a:xfrm>
              <a:off x="3610139" y="5250817"/>
              <a:ext cx="84816" cy="105669"/>
            </a:xfrm>
            <a:custGeom>
              <a:avLst/>
              <a:pathLst>
                <a:path w="84816" h="105669">
                  <a:moveTo>
                    <a:pt x="14512" y="47136"/>
                  </a:moveTo>
                  <a:lnTo>
                    <a:pt x="11266" y="46277"/>
                  </a:lnTo>
                  <a:lnTo>
                    <a:pt x="10192" y="42466"/>
                  </a:lnTo>
                  <a:lnTo>
                    <a:pt x="12101" y="40829"/>
                  </a:lnTo>
                  <a:lnTo>
                    <a:pt x="16119" y="37383"/>
                  </a:lnTo>
                  <a:lnTo>
                    <a:pt x="14038" y="33687"/>
                  </a:lnTo>
                  <a:lnTo>
                    <a:pt x="11125" y="33687"/>
                  </a:lnTo>
                  <a:lnTo>
                    <a:pt x="9804" y="32341"/>
                  </a:lnTo>
                  <a:lnTo>
                    <a:pt x="9853" y="31337"/>
                  </a:lnTo>
                  <a:lnTo>
                    <a:pt x="9437" y="26295"/>
                  </a:lnTo>
                  <a:lnTo>
                    <a:pt x="7209" y="24802"/>
                  </a:lnTo>
                  <a:lnTo>
                    <a:pt x="2779" y="27886"/>
                  </a:lnTo>
                  <a:lnTo>
                    <a:pt x="1457" y="28792"/>
                  </a:lnTo>
                  <a:lnTo>
                    <a:pt x="0" y="27032"/>
                  </a:lnTo>
                  <a:lnTo>
                    <a:pt x="2637" y="25154"/>
                  </a:lnTo>
                  <a:lnTo>
                    <a:pt x="8949" y="17413"/>
                  </a:lnTo>
                  <a:lnTo>
                    <a:pt x="9546" y="16697"/>
                  </a:lnTo>
                  <a:lnTo>
                    <a:pt x="10529" y="17196"/>
                  </a:lnTo>
                  <a:lnTo>
                    <a:pt x="10950" y="17411"/>
                  </a:lnTo>
                  <a:lnTo>
                    <a:pt x="12265" y="17627"/>
                  </a:lnTo>
                  <a:lnTo>
                    <a:pt x="12549" y="17569"/>
                  </a:lnTo>
                  <a:lnTo>
                    <a:pt x="12893" y="17498"/>
                  </a:lnTo>
                  <a:lnTo>
                    <a:pt x="13330" y="17408"/>
                  </a:lnTo>
                  <a:lnTo>
                    <a:pt x="13539" y="17365"/>
                  </a:lnTo>
                  <a:lnTo>
                    <a:pt x="15914" y="16476"/>
                  </a:lnTo>
                  <a:lnTo>
                    <a:pt x="16855" y="16124"/>
                  </a:lnTo>
                  <a:lnTo>
                    <a:pt x="17749" y="15569"/>
                  </a:lnTo>
                  <a:lnTo>
                    <a:pt x="17974" y="15076"/>
                  </a:lnTo>
                  <a:lnTo>
                    <a:pt x="18288" y="13785"/>
                  </a:lnTo>
                  <a:lnTo>
                    <a:pt x="18398" y="13332"/>
                  </a:lnTo>
                  <a:lnTo>
                    <a:pt x="18938" y="11111"/>
                  </a:lnTo>
                  <a:lnTo>
                    <a:pt x="18984" y="10921"/>
                  </a:lnTo>
                  <a:lnTo>
                    <a:pt x="19107" y="10415"/>
                  </a:lnTo>
                  <a:lnTo>
                    <a:pt x="19279" y="9709"/>
                  </a:lnTo>
                  <a:lnTo>
                    <a:pt x="24812" y="10700"/>
                  </a:lnTo>
                  <a:lnTo>
                    <a:pt x="26602" y="11023"/>
                  </a:lnTo>
                  <a:lnTo>
                    <a:pt x="27331" y="10995"/>
                  </a:lnTo>
                  <a:lnTo>
                    <a:pt x="27737" y="10979"/>
                  </a:lnTo>
                  <a:lnTo>
                    <a:pt x="28134" y="10630"/>
                  </a:lnTo>
                  <a:lnTo>
                    <a:pt x="29228" y="9667"/>
                  </a:lnTo>
                  <a:lnTo>
                    <a:pt x="30499" y="8526"/>
                  </a:lnTo>
                  <a:lnTo>
                    <a:pt x="33418" y="5906"/>
                  </a:lnTo>
                  <a:lnTo>
                    <a:pt x="33665" y="5683"/>
                  </a:lnTo>
                  <a:lnTo>
                    <a:pt x="34410" y="4971"/>
                  </a:lnTo>
                  <a:lnTo>
                    <a:pt x="36398" y="3070"/>
                  </a:lnTo>
                  <a:lnTo>
                    <a:pt x="37971" y="1566"/>
                  </a:lnTo>
                  <a:lnTo>
                    <a:pt x="39608" y="0"/>
                  </a:lnTo>
                  <a:lnTo>
                    <a:pt x="41243" y="1399"/>
                  </a:lnTo>
                  <a:lnTo>
                    <a:pt x="42201" y="2361"/>
                  </a:lnTo>
                  <a:lnTo>
                    <a:pt x="42580" y="2760"/>
                  </a:lnTo>
                  <a:lnTo>
                    <a:pt x="43178" y="3390"/>
                  </a:lnTo>
                  <a:lnTo>
                    <a:pt x="43412" y="3585"/>
                  </a:lnTo>
                  <a:lnTo>
                    <a:pt x="43830" y="3932"/>
                  </a:lnTo>
                  <a:lnTo>
                    <a:pt x="44319" y="4259"/>
                  </a:lnTo>
                  <a:lnTo>
                    <a:pt x="48054" y="6133"/>
                  </a:lnTo>
                  <a:lnTo>
                    <a:pt x="49117" y="6667"/>
                  </a:lnTo>
                  <a:lnTo>
                    <a:pt x="49484" y="6878"/>
                  </a:lnTo>
                  <a:lnTo>
                    <a:pt x="50227" y="7303"/>
                  </a:lnTo>
                  <a:lnTo>
                    <a:pt x="53801" y="9352"/>
                  </a:lnTo>
                  <a:lnTo>
                    <a:pt x="55477" y="10231"/>
                  </a:lnTo>
                  <a:lnTo>
                    <a:pt x="57265" y="12105"/>
                  </a:lnTo>
                  <a:lnTo>
                    <a:pt x="58197" y="13082"/>
                  </a:lnTo>
                  <a:lnTo>
                    <a:pt x="58350" y="13286"/>
                  </a:lnTo>
                  <a:lnTo>
                    <a:pt x="58732" y="13795"/>
                  </a:lnTo>
                  <a:lnTo>
                    <a:pt x="59011" y="14167"/>
                  </a:lnTo>
                  <a:lnTo>
                    <a:pt x="62331" y="19021"/>
                  </a:lnTo>
                  <a:lnTo>
                    <a:pt x="67304" y="25415"/>
                  </a:lnTo>
                  <a:lnTo>
                    <a:pt x="67471" y="25630"/>
                  </a:lnTo>
                  <a:lnTo>
                    <a:pt x="74006" y="33707"/>
                  </a:lnTo>
                  <a:lnTo>
                    <a:pt x="75954" y="37020"/>
                  </a:lnTo>
                  <a:lnTo>
                    <a:pt x="78993" y="44303"/>
                  </a:lnTo>
                  <a:lnTo>
                    <a:pt x="74613" y="46644"/>
                  </a:lnTo>
                  <a:lnTo>
                    <a:pt x="73863" y="47045"/>
                  </a:lnTo>
                  <a:lnTo>
                    <a:pt x="66844" y="50802"/>
                  </a:lnTo>
                  <a:lnTo>
                    <a:pt x="68825" y="55624"/>
                  </a:lnTo>
                  <a:lnTo>
                    <a:pt x="68941" y="55906"/>
                  </a:lnTo>
                  <a:lnTo>
                    <a:pt x="70219" y="59015"/>
                  </a:lnTo>
                  <a:lnTo>
                    <a:pt x="70555" y="59833"/>
                  </a:lnTo>
                  <a:lnTo>
                    <a:pt x="70969" y="60841"/>
                  </a:lnTo>
                  <a:lnTo>
                    <a:pt x="71052" y="61042"/>
                  </a:lnTo>
                  <a:lnTo>
                    <a:pt x="71168" y="61286"/>
                  </a:lnTo>
                  <a:lnTo>
                    <a:pt x="75114" y="69506"/>
                  </a:lnTo>
                  <a:lnTo>
                    <a:pt x="77726" y="74950"/>
                  </a:lnTo>
                  <a:lnTo>
                    <a:pt x="84816" y="89073"/>
                  </a:lnTo>
                  <a:lnTo>
                    <a:pt x="80030" y="91199"/>
                  </a:lnTo>
                  <a:lnTo>
                    <a:pt x="81196" y="93713"/>
                  </a:lnTo>
                  <a:lnTo>
                    <a:pt x="81918" y="95268"/>
                  </a:lnTo>
                  <a:lnTo>
                    <a:pt x="82038" y="95526"/>
                  </a:lnTo>
                  <a:lnTo>
                    <a:pt x="82279" y="96051"/>
                  </a:lnTo>
                  <a:lnTo>
                    <a:pt x="79523" y="96986"/>
                  </a:lnTo>
                  <a:lnTo>
                    <a:pt x="76976" y="97851"/>
                  </a:lnTo>
                  <a:lnTo>
                    <a:pt x="76369" y="98057"/>
                  </a:lnTo>
                  <a:lnTo>
                    <a:pt x="74705" y="98621"/>
                  </a:lnTo>
                  <a:lnTo>
                    <a:pt x="74324" y="98751"/>
                  </a:lnTo>
                  <a:lnTo>
                    <a:pt x="73828" y="96888"/>
                  </a:lnTo>
                  <a:lnTo>
                    <a:pt x="73256" y="96236"/>
                  </a:lnTo>
                  <a:lnTo>
                    <a:pt x="72789" y="96339"/>
                  </a:lnTo>
                  <a:lnTo>
                    <a:pt x="72181" y="96515"/>
                  </a:lnTo>
                  <a:lnTo>
                    <a:pt x="69732" y="97224"/>
                  </a:lnTo>
                  <a:lnTo>
                    <a:pt x="69039" y="97410"/>
                  </a:lnTo>
                  <a:lnTo>
                    <a:pt x="68828" y="97466"/>
                  </a:lnTo>
                  <a:lnTo>
                    <a:pt x="68483" y="97559"/>
                  </a:lnTo>
                  <a:lnTo>
                    <a:pt x="67851" y="97728"/>
                  </a:lnTo>
                  <a:lnTo>
                    <a:pt x="67118" y="97925"/>
                  </a:lnTo>
                  <a:lnTo>
                    <a:pt x="66178" y="98177"/>
                  </a:lnTo>
                  <a:lnTo>
                    <a:pt x="64504" y="98626"/>
                  </a:lnTo>
                  <a:lnTo>
                    <a:pt x="64128" y="98726"/>
                  </a:lnTo>
                  <a:lnTo>
                    <a:pt x="63646" y="98855"/>
                  </a:lnTo>
                  <a:lnTo>
                    <a:pt x="61360" y="99463"/>
                  </a:lnTo>
                  <a:lnTo>
                    <a:pt x="59226" y="100031"/>
                  </a:lnTo>
                  <a:lnTo>
                    <a:pt x="58535" y="100215"/>
                  </a:lnTo>
                  <a:lnTo>
                    <a:pt x="58398" y="100251"/>
                  </a:lnTo>
                  <a:lnTo>
                    <a:pt x="58070" y="100338"/>
                  </a:lnTo>
                  <a:lnTo>
                    <a:pt x="57257" y="100555"/>
                  </a:lnTo>
                  <a:lnTo>
                    <a:pt x="57080" y="99532"/>
                  </a:lnTo>
                  <a:lnTo>
                    <a:pt x="57017" y="99169"/>
                  </a:lnTo>
                  <a:lnTo>
                    <a:pt x="54513" y="99918"/>
                  </a:lnTo>
                  <a:lnTo>
                    <a:pt x="52262" y="100591"/>
                  </a:lnTo>
                  <a:lnTo>
                    <a:pt x="51825" y="100722"/>
                  </a:lnTo>
                  <a:lnTo>
                    <a:pt x="50715" y="101054"/>
                  </a:lnTo>
                  <a:lnTo>
                    <a:pt x="49537" y="101449"/>
                  </a:lnTo>
                  <a:lnTo>
                    <a:pt x="47522" y="102126"/>
                  </a:lnTo>
                  <a:lnTo>
                    <a:pt x="45071" y="102949"/>
                  </a:lnTo>
                  <a:lnTo>
                    <a:pt x="44738" y="103060"/>
                  </a:lnTo>
                  <a:lnTo>
                    <a:pt x="44430" y="103164"/>
                  </a:lnTo>
                  <a:lnTo>
                    <a:pt x="44031" y="103298"/>
                  </a:lnTo>
                  <a:lnTo>
                    <a:pt x="40826" y="104580"/>
                  </a:lnTo>
                  <a:lnTo>
                    <a:pt x="40549" y="104870"/>
                  </a:lnTo>
                  <a:lnTo>
                    <a:pt x="40370" y="105669"/>
                  </a:lnTo>
                  <a:lnTo>
                    <a:pt x="39637" y="103005"/>
                  </a:lnTo>
                  <a:lnTo>
                    <a:pt x="38699" y="99598"/>
                  </a:lnTo>
                  <a:lnTo>
                    <a:pt x="39996" y="97093"/>
                  </a:lnTo>
                  <a:lnTo>
                    <a:pt x="41159" y="94901"/>
                  </a:lnTo>
                  <a:lnTo>
                    <a:pt x="41651" y="91905"/>
                  </a:lnTo>
                  <a:lnTo>
                    <a:pt x="40891" y="88550"/>
                  </a:lnTo>
                  <a:lnTo>
                    <a:pt x="39683" y="89221"/>
                  </a:lnTo>
                  <a:lnTo>
                    <a:pt x="38967" y="88281"/>
                  </a:lnTo>
                  <a:lnTo>
                    <a:pt x="38654" y="85777"/>
                  </a:lnTo>
                  <a:lnTo>
                    <a:pt x="37760" y="81348"/>
                  </a:lnTo>
                  <a:lnTo>
                    <a:pt x="35344" y="79693"/>
                  </a:lnTo>
                  <a:lnTo>
                    <a:pt x="30871" y="70748"/>
                  </a:lnTo>
                  <a:lnTo>
                    <a:pt x="28903" y="64888"/>
                  </a:lnTo>
                  <a:lnTo>
                    <a:pt x="24953" y="62791"/>
                  </a:lnTo>
                  <a:lnTo>
                    <a:pt x="22434" y="61811"/>
                  </a:lnTo>
                  <a:lnTo>
                    <a:pt x="21210" y="56181"/>
                  </a:lnTo>
                  <a:lnTo>
                    <a:pt x="18468" y="55765"/>
                  </a:lnTo>
                  <a:lnTo>
                    <a:pt x="16388" y="53366"/>
                  </a:lnTo>
                  <a:lnTo>
                    <a:pt x="16070" y="4905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1" name="pg120"/>
            <p:cNvSpPr/>
            <p:nvPr/>
          </p:nvSpPr>
          <p:spPr>
            <a:xfrm>
              <a:off x="3649748" y="5159441"/>
              <a:ext cx="144900" cy="226174"/>
            </a:xfrm>
            <a:custGeom>
              <a:avLst/>
              <a:pathLst>
                <a:path w="144900" h="226174">
                  <a:moveTo>
                    <a:pt x="92080" y="96106"/>
                  </a:moveTo>
                  <a:lnTo>
                    <a:pt x="99049" y="103108"/>
                  </a:lnTo>
                  <a:lnTo>
                    <a:pt x="99804" y="103902"/>
                  </a:lnTo>
                  <a:lnTo>
                    <a:pt x="107298" y="111773"/>
                  </a:lnTo>
                  <a:lnTo>
                    <a:pt x="107463" y="111965"/>
                  </a:lnTo>
                  <a:lnTo>
                    <a:pt x="109379" y="114189"/>
                  </a:lnTo>
                  <a:lnTo>
                    <a:pt x="110550" y="115412"/>
                  </a:lnTo>
                  <a:lnTo>
                    <a:pt x="115905" y="121008"/>
                  </a:lnTo>
                  <a:lnTo>
                    <a:pt x="116512" y="121660"/>
                  </a:lnTo>
                  <a:lnTo>
                    <a:pt x="120072" y="125564"/>
                  </a:lnTo>
                  <a:lnTo>
                    <a:pt x="120820" y="126384"/>
                  </a:lnTo>
                  <a:lnTo>
                    <a:pt x="125054" y="130912"/>
                  </a:lnTo>
                  <a:lnTo>
                    <a:pt x="135319" y="142217"/>
                  </a:lnTo>
                  <a:lnTo>
                    <a:pt x="139556" y="146743"/>
                  </a:lnTo>
                  <a:lnTo>
                    <a:pt x="140304" y="147536"/>
                  </a:lnTo>
                  <a:lnTo>
                    <a:pt x="144900" y="152459"/>
                  </a:lnTo>
                  <a:lnTo>
                    <a:pt x="134289" y="161929"/>
                  </a:lnTo>
                  <a:lnTo>
                    <a:pt x="133880" y="162295"/>
                  </a:lnTo>
                  <a:lnTo>
                    <a:pt x="133577" y="162565"/>
                  </a:lnTo>
                  <a:lnTo>
                    <a:pt x="133446" y="162682"/>
                  </a:lnTo>
                  <a:lnTo>
                    <a:pt x="133299" y="162811"/>
                  </a:lnTo>
                  <a:lnTo>
                    <a:pt x="132997" y="163075"/>
                  </a:lnTo>
                  <a:lnTo>
                    <a:pt x="132640" y="163389"/>
                  </a:lnTo>
                  <a:lnTo>
                    <a:pt x="123112" y="171748"/>
                  </a:lnTo>
                  <a:lnTo>
                    <a:pt x="120660" y="173899"/>
                  </a:lnTo>
                  <a:lnTo>
                    <a:pt x="110603" y="182722"/>
                  </a:lnTo>
                  <a:lnTo>
                    <a:pt x="106884" y="186518"/>
                  </a:lnTo>
                  <a:lnTo>
                    <a:pt x="106344" y="187069"/>
                  </a:lnTo>
                  <a:lnTo>
                    <a:pt x="106006" y="187430"/>
                  </a:lnTo>
                  <a:lnTo>
                    <a:pt x="103977" y="189591"/>
                  </a:lnTo>
                  <a:lnTo>
                    <a:pt x="103467" y="190134"/>
                  </a:lnTo>
                  <a:lnTo>
                    <a:pt x="103012" y="190830"/>
                  </a:lnTo>
                  <a:lnTo>
                    <a:pt x="101683" y="192869"/>
                  </a:lnTo>
                  <a:lnTo>
                    <a:pt x="101587" y="193036"/>
                  </a:lnTo>
                  <a:lnTo>
                    <a:pt x="100715" y="194563"/>
                  </a:lnTo>
                  <a:lnTo>
                    <a:pt x="98587" y="198288"/>
                  </a:lnTo>
                  <a:lnTo>
                    <a:pt x="98164" y="199029"/>
                  </a:lnTo>
                  <a:lnTo>
                    <a:pt x="97694" y="199850"/>
                  </a:lnTo>
                  <a:lnTo>
                    <a:pt x="97395" y="200375"/>
                  </a:lnTo>
                  <a:lnTo>
                    <a:pt x="93583" y="204321"/>
                  </a:lnTo>
                  <a:lnTo>
                    <a:pt x="93447" y="204462"/>
                  </a:lnTo>
                  <a:lnTo>
                    <a:pt x="91739" y="206231"/>
                  </a:lnTo>
                  <a:lnTo>
                    <a:pt x="89774" y="207830"/>
                  </a:lnTo>
                  <a:lnTo>
                    <a:pt x="85806" y="211059"/>
                  </a:lnTo>
                  <a:lnTo>
                    <a:pt x="85322" y="211454"/>
                  </a:lnTo>
                  <a:lnTo>
                    <a:pt x="84895" y="211771"/>
                  </a:lnTo>
                  <a:lnTo>
                    <a:pt x="83990" y="212444"/>
                  </a:lnTo>
                  <a:lnTo>
                    <a:pt x="83822" y="212568"/>
                  </a:lnTo>
                  <a:lnTo>
                    <a:pt x="83552" y="212769"/>
                  </a:lnTo>
                  <a:lnTo>
                    <a:pt x="83379" y="212897"/>
                  </a:lnTo>
                  <a:lnTo>
                    <a:pt x="82998" y="213180"/>
                  </a:lnTo>
                  <a:lnTo>
                    <a:pt x="82594" y="213481"/>
                  </a:lnTo>
                  <a:lnTo>
                    <a:pt x="82233" y="213749"/>
                  </a:lnTo>
                  <a:lnTo>
                    <a:pt x="82073" y="213868"/>
                  </a:lnTo>
                  <a:lnTo>
                    <a:pt x="81766" y="214096"/>
                  </a:lnTo>
                  <a:lnTo>
                    <a:pt x="81522" y="214278"/>
                  </a:lnTo>
                  <a:lnTo>
                    <a:pt x="81298" y="214444"/>
                  </a:lnTo>
                  <a:lnTo>
                    <a:pt x="81067" y="214616"/>
                  </a:lnTo>
                  <a:lnTo>
                    <a:pt x="80826" y="214794"/>
                  </a:lnTo>
                  <a:lnTo>
                    <a:pt x="80591" y="214969"/>
                  </a:lnTo>
                  <a:lnTo>
                    <a:pt x="80327" y="215166"/>
                  </a:lnTo>
                  <a:lnTo>
                    <a:pt x="80160" y="215289"/>
                  </a:lnTo>
                  <a:lnTo>
                    <a:pt x="79778" y="215573"/>
                  </a:lnTo>
                  <a:lnTo>
                    <a:pt x="79534" y="215755"/>
                  </a:lnTo>
                  <a:lnTo>
                    <a:pt x="79259" y="215959"/>
                  </a:lnTo>
                  <a:lnTo>
                    <a:pt x="79045" y="216118"/>
                  </a:lnTo>
                  <a:lnTo>
                    <a:pt x="78768" y="216324"/>
                  </a:lnTo>
                  <a:lnTo>
                    <a:pt x="78586" y="216460"/>
                  </a:lnTo>
                  <a:lnTo>
                    <a:pt x="78410" y="216590"/>
                  </a:lnTo>
                  <a:lnTo>
                    <a:pt x="78106" y="216816"/>
                  </a:lnTo>
                  <a:lnTo>
                    <a:pt x="77927" y="216949"/>
                  </a:lnTo>
                  <a:lnTo>
                    <a:pt x="77668" y="217141"/>
                  </a:lnTo>
                  <a:lnTo>
                    <a:pt x="77225" y="217470"/>
                  </a:lnTo>
                  <a:lnTo>
                    <a:pt x="76871" y="217734"/>
                  </a:lnTo>
                  <a:lnTo>
                    <a:pt x="76735" y="217835"/>
                  </a:lnTo>
                  <a:lnTo>
                    <a:pt x="75958" y="218412"/>
                  </a:lnTo>
                  <a:lnTo>
                    <a:pt x="75307" y="218896"/>
                  </a:lnTo>
                  <a:lnTo>
                    <a:pt x="74971" y="219146"/>
                  </a:lnTo>
                  <a:lnTo>
                    <a:pt x="74590" y="219429"/>
                  </a:lnTo>
                  <a:lnTo>
                    <a:pt x="74195" y="219722"/>
                  </a:lnTo>
                  <a:lnTo>
                    <a:pt x="73244" y="220429"/>
                  </a:lnTo>
                  <a:lnTo>
                    <a:pt x="72412" y="220930"/>
                  </a:lnTo>
                  <a:lnTo>
                    <a:pt x="71627" y="221403"/>
                  </a:lnTo>
                  <a:lnTo>
                    <a:pt x="71367" y="221560"/>
                  </a:lnTo>
                  <a:lnTo>
                    <a:pt x="70409" y="222137"/>
                  </a:lnTo>
                  <a:lnTo>
                    <a:pt x="70253" y="222231"/>
                  </a:lnTo>
                  <a:lnTo>
                    <a:pt x="69370" y="222763"/>
                  </a:lnTo>
                  <a:lnTo>
                    <a:pt x="69131" y="222907"/>
                  </a:lnTo>
                  <a:lnTo>
                    <a:pt x="68413" y="223340"/>
                  </a:lnTo>
                  <a:lnTo>
                    <a:pt x="68004" y="223586"/>
                  </a:lnTo>
                  <a:lnTo>
                    <a:pt x="67012" y="224183"/>
                  </a:lnTo>
                  <a:lnTo>
                    <a:pt x="66147" y="224704"/>
                  </a:lnTo>
                  <a:lnTo>
                    <a:pt x="65916" y="224844"/>
                  </a:lnTo>
                  <a:lnTo>
                    <a:pt x="65227" y="225259"/>
                  </a:lnTo>
                  <a:lnTo>
                    <a:pt x="64836" y="225494"/>
                  </a:lnTo>
                  <a:lnTo>
                    <a:pt x="63707" y="226174"/>
                  </a:lnTo>
                  <a:lnTo>
                    <a:pt x="63573" y="225920"/>
                  </a:lnTo>
                  <a:lnTo>
                    <a:pt x="63357" y="225510"/>
                  </a:lnTo>
                  <a:lnTo>
                    <a:pt x="63203" y="225219"/>
                  </a:lnTo>
                  <a:lnTo>
                    <a:pt x="62727" y="224409"/>
                  </a:lnTo>
                  <a:lnTo>
                    <a:pt x="62406" y="223865"/>
                  </a:lnTo>
                  <a:lnTo>
                    <a:pt x="56846" y="215141"/>
                  </a:lnTo>
                  <a:lnTo>
                    <a:pt x="56141" y="214075"/>
                  </a:lnTo>
                  <a:lnTo>
                    <a:pt x="55154" y="211587"/>
                  </a:lnTo>
                  <a:lnTo>
                    <a:pt x="54297" y="208407"/>
                  </a:lnTo>
                  <a:lnTo>
                    <a:pt x="54203" y="206860"/>
                  </a:lnTo>
                  <a:lnTo>
                    <a:pt x="54193" y="206695"/>
                  </a:lnTo>
                  <a:lnTo>
                    <a:pt x="53661" y="195077"/>
                  </a:lnTo>
                  <a:lnTo>
                    <a:pt x="53605" y="193849"/>
                  </a:lnTo>
                  <a:lnTo>
                    <a:pt x="50694" y="192721"/>
                  </a:lnTo>
                  <a:lnTo>
                    <a:pt x="48889" y="192022"/>
                  </a:lnTo>
                  <a:lnTo>
                    <a:pt x="47758" y="191584"/>
                  </a:lnTo>
                  <a:lnTo>
                    <a:pt x="47193" y="191365"/>
                  </a:lnTo>
                  <a:lnTo>
                    <a:pt x="46612" y="191140"/>
                  </a:lnTo>
                  <a:lnTo>
                    <a:pt x="45183" y="190587"/>
                  </a:lnTo>
                  <a:lnTo>
                    <a:pt x="44756" y="190426"/>
                  </a:lnTo>
                  <a:lnTo>
                    <a:pt x="43755" y="190254"/>
                  </a:lnTo>
                  <a:lnTo>
                    <a:pt x="43563" y="190221"/>
                  </a:lnTo>
                  <a:lnTo>
                    <a:pt x="43052" y="188620"/>
                  </a:lnTo>
                  <a:lnTo>
                    <a:pt x="42993" y="188436"/>
                  </a:lnTo>
                  <a:lnTo>
                    <a:pt x="42672" y="187426"/>
                  </a:lnTo>
                  <a:lnTo>
                    <a:pt x="42429" y="186902"/>
                  </a:lnTo>
                  <a:lnTo>
                    <a:pt x="42266" y="186549"/>
                  </a:lnTo>
                  <a:lnTo>
                    <a:pt x="41587" y="185088"/>
                  </a:lnTo>
                  <a:lnTo>
                    <a:pt x="40419" y="182570"/>
                  </a:lnTo>
                  <a:lnTo>
                    <a:pt x="45208" y="180448"/>
                  </a:lnTo>
                  <a:lnTo>
                    <a:pt x="38118" y="166326"/>
                  </a:lnTo>
                  <a:lnTo>
                    <a:pt x="35505" y="160882"/>
                  </a:lnTo>
                  <a:lnTo>
                    <a:pt x="31560" y="152661"/>
                  </a:lnTo>
                  <a:lnTo>
                    <a:pt x="31443" y="152417"/>
                  </a:lnTo>
                  <a:lnTo>
                    <a:pt x="31360" y="152217"/>
                  </a:lnTo>
                  <a:lnTo>
                    <a:pt x="30946" y="151208"/>
                  </a:lnTo>
                  <a:lnTo>
                    <a:pt x="30610" y="150390"/>
                  </a:lnTo>
                  <a:lnTo>
                    <a:pt x="29332" y="147281"/>
                  </a:lnTo>
                  <a:lnTo>
                    <a:pt x="29216" y="146999"/>
                  </a:lnTo>
                  <a:lnTo>
                    <a:pt x="27234" y="142174"/>
                  </a:lnTo>
                  <a:lnTo>
                    <a:pt x="34254" y="138421"/>
                  </a:lnTo>
                  <a:lnTo>
                    <a:pt x="35004" y="138020"/>
                  </a:lnTo>
                  <a:lnTo>
                    <a:pt x="39386" y="135678"/>
                  </a:lnTo>
                  <a:lnTo>
                    <a:pt x="36345" y="128396"/>
                  </a:lnTo>
                  <a:lnTo>
                    <a:pt x="34397" y="125082"/>
                  </a:lnTo>
                  <a:lnTo>
                    <a:pt x="27862" y="117005"/>
                  </a:lnTo>
                  <a:lnTo>
                    <a:pt x="27695" y="116791"/>
                  </a:lnTo>
                  <a:lnTo>
                    <a:pt x="22714" y="110385"/>
                  </a:lnTo>
                  <a:lnTo>
                    <a:pt x="19403" y="105543"/>
                  </a:lnTo>
                  <a:lnTo>
                    <a:pt x="19121" y="105168"/>
                  </a:lnTo>
                  <a:lnTo>
                    <a:pt x="18741" y="104661"/>
                  </a:lnTo>
                  <a:lnTo>
                    <a:pt x="18478" y="104343"/>
                  </a:lnTo>
                  <a:lnTo>
                    <a:pt x="17656" y="103480"/>
                  </a:lnTo>
                  <a:lnTo>
                    <a:pt x="15770" y="101554"/>
                  </a:lnTo>
                  <a:lnTo>
                    <a:pt x="14192" y="100727"/>
                  </a:lnTo>
                  <a:lnTo>
                    <a:pt x="10618" y="98679"/>
                  </a:lnTo>
                  <a:lnTo>
                    <a:pt x="9876" y="98253"/>
                  </a:lnTo>
                  <a:lnTo>
                    <a:pt x="9508" y="98042"/>
                  </a:lnTo>
                  <a:lnTo>
                    <a:pt x="8445" y="97509"/>
                  </a:lnTo>
                  <a:lnTo>
                    <a:pt x="4710" y="95634"/>
                  </a:lnTo>
                  <a:lnTo>
                    <a:pt x="4221" y="95308"/>
                  </a:lnTo>
                  <a:lnTo>
                    <a:pt x="3745" y="94912"/>
                  </a:lnTo>
                  <a:lnTo>
                    <a:pt x="3569" y="94765"/>
                  </a:lnTo>
                  <a:lnTo>
                    <a:pt x="2971" y="94135"/>
                  </a:lnTo>
                  <a:lnTo>
                    <a:pt x="2592" y="93736"/>
                  </a:lnTo>
                  <a:lnTo>
                    <a:pt x="1545" y="92699"/>
                  </a:lnTo>
                  <a:lnTo>
                    <a:pt x="0" y="91375"/>
                  </a:lnTo>
                  <a:lnTo>
                    <a:pt x="102" y="91244"/>
                  </a:lnTo>
                  <a:lnTo>
                    <a:pt x="543" y="90686"/>
                  </a:lnTo>
                  <a:lnTo>
                    <a:pt x="1956" y="88892"/>
                  </a:lnTo>
                  <a:lnTo>
                    <a:pt x="6530" y="84641"/>
                  </a:lnTo>
                  <a:lnTo>
                    <a:pt x="7673" y="83578"/>
                  </a:lnTo>
                  <a:lnTo>
                    <a:pt x="10737" y="80731"/>
                  </a:lnTo>
                  <a:lnTo>
                    <a:pt x="10906" y="80574"/>
                  </a:lnTo>
                  <a:lnTo>
                    <a:pt x="14811" y="76945"/>
                  </a:lnTo>
                  <a:lnTo>
                    <a:pt x="15196" y="76587"/>
                  </a:lnTo>
                  <a:lnTo>
                    <a:pt x="19907" y="72209"/>
                  </a:lnTo>
                  <a:lnTo>
                    <a:pt x="26054" y="66496"/>
                  </a:lnTo>
                  <a:lnTo>
                    <a:pt x="28750" y="63990"/>
                  </a:lnTo>
                  <a:lnTo>
                    <a:pt x="28894" y="63856"/>
                  </a:lnTo>
                  <a:lnTo>
                    <a:pt x="29050" y="63712"/>
                  </a:lnTo>
                  <a:lnTo>
                    <a:pt x="33947" y="59155"/>
                  </a:lnTo>
                  <a:lnTo>
                    <a:pt x="26810" y="51595"/>
                  </a:lnTo>
                  <a:lnTo>
                    <a:pt x="22918" y="47472"/>
                  </a:lnTo>
                  <a:lnTo>
                    <a:pt x="22348" y="46864"/>
                  </a:lnTo>
                  <a:lnTo>
                    <a:pt x="22178" y="46684"/>
                  </a:lnTo>
                  <a:lnTo>
                    <a:pt x="20666" y="45073"/>
                  </a:lnTo>
                  <a:lnTo>
                    <a:pt x="19570" y="43963"/>
                  </a:lnTo>
                  <a:lnTo>
                    <a:pt x="18634" y="43017"/>
                  </a:lnTo>
                  <a:lnTo>
                    <a:pt x="18148" y="42512"/>
                  </a:lnTo>
                  <a:lnTo>
                    <a:pt x="16100" y="40388"/>
                  </a:lnTo>
                  <a:lnTo>
                    <a:pt x="9465" y="33501"/>
                  </a:lnTo>
                  <a:lnTo>
                    <a:pt x="11203" y="31880"/>
                  </a:lnTo>
                  <a:lnTo>
                    <a:pt x="16980" y="26491"/>
                  </a:lnTo>
                  <a:lnTo>
                    <a:pt x="22120" y="21696"/>
                  </a:lnTo>
                  <a:lnTo>
                    <a:pt x="22324" y="21506"/>
                  </a:lnTo>
                  <a:lnTo>
                    <a:pt x="26174" y="17914"/>
                  </a:lnTo>
                  <a:lnTo>
                    <a:pt x="27083" y="17065"/>
                  </a:lnTo>
                  <a:lnTo>
                    <a:pt x="27252" y="16909"/>
                  </a:lnTo>
                  <a:lnTo>
                    <a:pt x="32188" y="12303"/>
                  </a:lnTo>
                  <a:lnTo>
                    <a:pt x="32648" y="11874"/>
                  </a:lnTo>
                  <a:lnTo>
                    <a:pt x="34060" y="10557"/>
                  </a:lnTo>
                  <a:lnTo>
                    <a:pt x="38012" y="6870"/>
                  </a:lnTo>
                  <a:lnTo>
                    <a:pt x="41805" y="3332"/>
                  </a:lnTo>
                  <a:lnTo>
                    <a:pt x="43557" y="1697"/>
                  </a:lnTo>
                  <a:lnTo>
                    <a:pt x="43825" y="1447"/>
                  </a:lnTo>
                  <a:lnTo>
                    <a:pt x="44300" y="1009"/>
                  </a:lnTo>
                  <a:lnTo>
                    <a:pt x="45393" y="0"/>
                  </a:lnTo>
                  <a:lnTo>
                    <a:pt x="45697" y="854"/>
                  </a:lnTo>
                  <a:lnTo>
                    <a:pt x="45949" y="1565"/>
                  </a:lnTo>
                  <a:lnTo>
                    <a:pt x="46263" y="2451"/>
                  </a:lnTo>
                  <a:lnTo>
                    <a:pt x="46477" y="3053"/>
                  </a:lnTo>
                  <a:lnTo>
                    <a:pt x="47643" y="6339"/>
                  </a:lnTo>
                  <a:lnTo>
                    <a:pt x="48208" y="7930"/>
                  </a:lnTo>
                  <a:lnTo>
                    <a:pt x="48516" y="8798"/>
                  </a:lnTo>
                  <a:lnTo>
                    <a:pt x="48579" y="8983"/>
                  </a:lnTo>
                  <a:lnTo>
                    <a:pt x="51331" y="17071"/>
                  </a:lnTo>
                  <a:lnTo>
                    <a:pt x="51933" y="18865"/>
                  </a:lnTo>
                  <a:lnTo>
                    <a:pt x="52530" y="20645"/>
                  </a:lnTo>
                  <a:lnTo>
                    <a:pt x="55663" y="29971"/>
                  </a:lnTo>
                  <a:lnTo>
                    <a:pt x="55642" y="33357"/>
                  </a:lnTo>
                  <a:lnTo>
                    <a:pt x="55639" y="33936"/>
                  </a:lnTo>
                  <a:lnTo>
                    <a:pt x="55639" y="35062"/>
                  </a:lnTo>
                  <a:lnTo>
                    <a:pt x="55174" y="37950"/>
                  </a:lnTo>
                  <a:lnTo>
                    <a:pt x="54087" y="40287"/>
                  </a:lnTo>
                  <a:lnTo>
                    <a:pt x="55026" y="41062"/>
                  </a:lnTo>
                  <a:lnTo>
                    <a:pt x="56309" y="42121"/>
                  </a:lnTo>
                  <a:lnTo>
                    <a:pt x="59129" y="44440"/>
                  </a:lnTo>
                  <a:lnTo>
                    <a:pt x="58529" y="45333"/>
                  </a:lnTo>
                  <a:lnTo>
                    <a:pt x="58293" y="45684"/>
                  </a:lnTo>
                  <a:lnTo>
                    <a:pt x="57878" y="46403"/>
                  </a:lnTo>
                  <a:lnTo>
                    <a:pt x="57672" y="46761"/>
                  </a:lnTo>
                  <a:lnTo>
                    <a:pt x="57606" y="47096"/>
                  </a:lnTo>
                  <a:lnTo>
                    <a:pt x="57124" y="49576"/>
                  </a:lnTo>
                  <a:lnTo>
                    <a:pt x="56849" y="53798"/>
                  </a:lnTo>
                  <a:lnTo>
                    <a:pt x="56777" y="54753"/>
                  </a:lnTo>
                  <a:lnTo>
                    <a:pt x="56706" y="55710"/>
                  </a:lnTo>
                  <a:lnTo>
                    <a:pt x="56746" y="59664"/>
                  </a:lnTo>
                  <a:lnTo>
                    <a:pt x="57746" y="62323"/>
                  </a:lnTo>
                  <a:lnTo>
                    <a:pt x="59301" y="64103"/>
                  </a:lnTo>
                  <a:lnTo>
                    <a:pt x="60405" y="65145"/>
                  </a:lnTo>
                  <a:lnTo>
                    <a:pt x="62199" y="67196"/>
                  </a:lnTo>
                  <a:lnTo>
                    <a:pt x="66475" y="71034"/>
                  </a:lnTo>
                  <a:lnTo>
                    <a:pt x="66607" y="71153"/>
                  </a:lnTo>
                  <a:lnTo>
                    <a:pt x="66774" y="71316"/>
                  </a:lnTo>
                  <a:lnTo>
                    <a:pt x="76772" y="81080"/>
                  </a:lnTo>
                  <a:lnTo>
                    <a:pt x="78294" y="82589"/>
                  </a:lnTo>
                  <a:lnTo>
                    <a:pt x="79747" y="83323"/>
                  </a:lnTo>
                  <a:lnTo>
                    <a:pt x="83305" y="87059"/>
                  </a:lnTo>
                  <a:lnTo>
                    <a:pt x="87785" y="9176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2" name="pg121"/>
            <p:cNvSpPr/>
            <p:nvPr/>
          </p:nvSpPr>
          <p:spPr>
            <a:xfrm>
              <a:off x="3692692" y="5154378"/>
              <a:ext cx="148009" cy="200791"/>
            </a:xfrm>
            <a:custGeom>
              <a:avLst/>
              <a:pathLst>
                <a:path w="148009" h="200791">
                  <a:moveTo>
                    <a:pt x="2448" y="5059"/>
                  </a:moveTo>
                  <a:lnTo>
                    <a:pt x="0" y="0"/>
                  </a:lnTo>
                  <a:lnTo>
                    <a:pt x="612" y="148"/>
                  </a:lnTo>
                  <a:lnTo>
                    <a:pt x="1819" y="441"/>
                  </a:lnTo>
                  <a:lnTo>
                    <a:pt x="2808" y="656"/>
                  </a:lnTo>
                  <a:lnTo>
                    <a:pt x="4428" y="1008"/>
                  </a:lnTo>
                  <a:lnTo>
                    <a:pt x="5949" y="1425"/>
                  </a:lnTo>
                  <a:lnTo>
                    <a:pt x="6218" y="1560"/>
                  </a:lnTo>
                  <a:lnTo>
                    <a:pt x="7082" y="1992"/>
                  </a:lnTo>
                  <a:lnTo>
                    <a:pt x="8066" y="2737"/>
                  </a:lnTo>
                  <a:lnTo>
                    <a:pt x="8918" y="3816"/>
                  </a:lnTo>
                  <a:lnTo>
                    <a:pt x="12765" y="11569"/>
                  </a:lnTo>
                  <a:lnTo>
                    <a:pt x="15121" y="15624"/>
                  </a:lnTo>
                  <a:lnTo>
                    <a:pt x="18008" y="19821"/>
                  </a:lnTo>
                  <a:lnTo>
                    <a:pt x="23078" y="26121"/>
                  </a:lnTo>
                  <a:lnTo>
                    <a:pt x="26730" y="30594"/>
                  </a:lnTo>
                  <a:lnTo>
                    <a:pt x="30458" y="35514"/>
                  </a:lnTo>
                  <a:lnTo>
                    <a:pt x="36901" y="43842"/>
                  </a:lnTo>
                  <a:lnTo>
                    <a:pt x="62167" y="72228"/>
                  </a:lnTo>
                  <a:lnTo>
                    <a:pt x="70983" y="82182"/>
                  </a:lnTo>
                  <a:lnTo>
                    <a:pt x="74199" y="85668"/>
                  </a:lnTo>
                  <a:lnTo>
                    <a:pt x="74581" y="86082"/>
                  </a:lnTo>
                  <a:lnTo>
                    <a:pt x="81504" y="94004"/>
                  </a:lnTo>
                  <a:lnTo>
                    <a:pt x="85645" y="98416"/>
                  </a:lnTo>
                  <a:lnTo>
                    <a:pt x="93852" y="107771"/>
                  </a:lnTo>
                  <a:lnTo>
                    <a:pt x="97959" y="112418"/>
                  </a:lnTo>
                  <a:lnTo>
                    <a:pt x="99202" y="113858"/>
                  </a:lnTo>
                  <a:lnTo>
                    <a:pt x="99340" y="114017"/>
                  </a:lnTo>
                  <a:lnTo>
                    <a:pt x="99450" y="114144"/>
                  </a:lnTo>
                  <a:lnTo>
                    <a:pt x="102030" y="117055"/>
                  </a:lnTo>
                  <a:lnTo>
                    <a:pt x="102279" y="117336"/>
                  </a:lnTo>
                  <a:lnTo>
                    <a:pt x="102498" y="117582"/>
                  </a:lnTo>
                  <a:lnTo>
                    <a:pt x="103406" y="118602"/>
                  </a:lnTo>
                  <a:lnTo>
                    <a:pt x="104183" y="119474"/>
                  </a:lnTo>
                  <a:lnTo>
                    <a:pt x="111094" y="127235"/>
                  </a:lnTo>
                  <a:lnTo>
                    <a:pt x="111682" y="127895"/>
                  </a:lnTo>
                  <a:lnTo>
                    <a:pt x="112586" y="128910"/>
                  </a:lnTo>
                  <a:lnTo>
                    <a:pt x="118297" y="135323"/>
                  </a:lnTo>
                  <a:lnTo>
                    <a:pt x="118879" y="135977"/>
                  </a:lnTo>
                  <a:lnTo>
                    <a:pt x="121526" y="138952"/>
                  </a:lnTo>
                  <a:lnTo>
                    <a:pt x="121822" y="139297"/>
                  </a:lnTo>
                  <a:lnTo>
                    <a:pt x="123726" y="141517"/>
                  </a:lnTo>
                  <a:lnTo>
                    <a:pt x="127695" y="146146"/>
                  </a:lnTo>
                  <a:lnTo>
                    <a:pt x="132284" y="151497"/>
                  </a:lnTo>
                  <a:lnTo>
                    <a:pt x="136033" y="155558"/>
                  </a:lnTo>
                  <a:lnTo>
                    <a:pt x="136922" y="156521"/>
                  </a:lnTo>
                  <a:lnTo>
                    <a:pt x="139782" y="159619"/>
                  </a:lnTo>
                  <a:lnTo>
                    <a:pt x="142217" y="162536"/>
                  </a:lnTo>
                  <a:lnTo>
                    <a:pt x="143025" y="163503"/>
                  </a:lnTo>
                  <a:lnTo>
                    <a:pt x="143698" y="164309"/>
                  </a:lnTo>
                  <a:lnTo>
                    <a:pt x="144652" y="165453"/>
                  </a:lnTo>
                  <a:lnTo>
                    <a:pt x="146582" y="167971"/>
                  </a:lnTo>
                  <a:lnTo>
                    <a:pt x="147317" y="168931"/>
                  </a:lnTo>
                  <a:lnTo>
                    <a:pt x="147722" y="169933"/>
                  </a:lnTo>
                  <a:lnTo>
                    <a:pt x="148009" y="172104"/>
                  </a:lnTo>
                  <a:lnTo>
                    <a:pt x="147883" y="174337"/>
                  </a:lnTo>
                  <a:lnTo>
                    <a:pt x="147611" y="178357"/>
                  </a:lnTo>
                  <a:lnTo>
                    <a:pt x="147150" y="182384"/>
                  </a:lnTo>
                  <a:lnTo>
                    <a:pt x="146987" y="183818"/>
                  </a:lnTo>
                  <a:lnTo>
                    <a:pt x="146440" y="188601"/>
                  </a:lnTo>
                  <a:lnTo>
                    <a:pt x="146194" y="190756"/>
                  </a:lnTo>
                  <a:lnTo>
                    <a:pt x="145690" y="195164"/>
                  </a:lnTo>
                  <a:lnTo>
                    <a:pt x="144829" y="199720"/>
                  </a:lnTo>
                  <a:lnTo>
                    <a:pt x="144501" y="200791"/>
                  </a:lnTo>
                  <a:lnTo>
                    <a:pt x="143717" y="200570"/>
                  </a:lnTo>
                  <a:lnTo>
                    <a:pt x="143384" y="200489"/>
                  </a:lnTo>
                  <a:lnTo>
                    <a:pt x="142724" y="200329"/>
                  </a:lnTo>
                  <a:lnTo>
                    <a:pt x="142136" y="200186"/>
                  </a:lnTo>
                  <a:lnTo>
                    <a:pt x="141486" y="200029"/>
                  </a:lnTo>
                  <a:lnTo>
                    <a:pt x="140314" y="199745"/>
                  </a:lnTo>
                  <a:lnTo>
                    <a:pt x="139511" y="199550"/>
                  </a:lnTo>
                  <a:lnTo>
                    <a:pt x="138350" y="199268"/>
                  </a:lnTo>
                  <a:lnTo>
                    <a:pt x="136649" y="198856"/>
                  </a:lnTo>
                  <a:lnTo>
                    <a:pt x="136490" y="198799"/>
                  </a:lnTo>
                  <a:lnTo>
                    <a:pt x="136313" y="198736"/>
                  </a:lnTo>
                  <a:lnTo>
                    <a:pt x="136082" y="198653"/>
                  </a:lnTo>
                  <a:lnTo>
                    <a:pt x="135430" y="198420"/>
                  </a:lnTo>
                  <a:lnTo>
                    <a:pt x="135286" y="198369"/>
                  </a:lnTo>
                  <a:lnTo>
                    <a:pt x="135124" y="198311"/>
                  </a:lnTo>
                  <a:lnTo>
                    <a:pt x="133925" y="197882"/>
                  </a:lnTo>
                  <a:lnTo>
                    <a:pt x="133421" y="197702"/>
                  </a:lnTo>
                  <a:lnTo>
                    <a:pt x="132267" y="197289"/>
                  </a:lnTo>
                  <a:lnTo>
                    <a:pt x="131997" y="197191"/>
                  </a:lnTo>
                  <a:lnTo>
                    <a:pt x="131609" y="197050"/>
                  </a:lnTo>
                  <a:lnTo>
                    <a:pt x="129031" y="196113"/>
                  </a:lnTo>
                  <a:lnTo>
                    <a:pt x="128631" y="195967"/>
                  </a:lnTo>
                  <a:lnTo>
                    <a:pt x="126348" y="195138"/>
                  </a:lnTo>
                  <a:lnTo>
                    <a:pt x="121528" y="193385"/>
                  </a:lnTo>
                  <a:lnTo>
                    <a:pt x="119973" y="192820"/>
                  </a:lnTo>
                  <a:lnTo>
                    <a:pt x="119039" y="192481"/>
                  </a:lnTo>
                  <a:lnTo>
                    <a:pt x="118376" y="192164"/>
                  </a:lnTo>
                  <a:lnTo>
                    <a:pt x="117848" y="191912"/>
                  </a:lnTo>
                  <a:lnTo>
                    <a:pt x="117316" y="191658"/>
                  </a:lnTo>
                  <a:lnTo>
                    <a:pt x="116775" y="191399"/>
                  </a:lnTo>
                  <a:lnTo>
                    <a:pt x="116039" y="191048"/>
                  </a:lnTo>
                  <a:lnTo>
                    <a:pt x="115631" y="190845"/>
                  </a:lnTo>
                  <a:lnTo>
                    <a:pt x="113723" y="189869"/>
                  </a:lnTo>
                  <a:lnTo>
                    <a:pt x="113390" y="189646"/>
                  </a:lnTo>
                  <a:lnTo>
                    <a:pt x="113218" y="189530"/>
                  </a:lnTo>
                  <a:lnTo>
                    <a:pt x="112378" y="188967"/>
                  </a:lnTo>
                  <a:lnTo>
                    <a:pt x="111528" y="188398"/>
                  </a:lnTo>
                  <a:lnTo>
                    <a:pt x="111234" y="188201"/>
                  </a:lnTo>
                  <a:lnTo>
                    <a:pt x="110621" y="187790"/>
                  </a:lnTo>
                  <a:lnTo>
                    <a:pt x="110373" y="187586"/>
                  </a:lnTo>
                  <a:lnTo>
                    <a:pt x="110227" y="187467"/>
                  </a:lnTo>
                  <a:lnTo>
                    <a:pt x="109414" y="186798"/>
                  </a:lnTo>
                  <a:lnTo>
                    <a:pt x="108118" y="185733"/>
                  </a:lnTo>
                  <a:lnTo>
                    <a:pt x="107839" y="185504"/>
                  </a:lnTo>
                  <a:lnTo>
                    <a:pt x="107460" y="185192"/>
                  </a:lnTo>
                  <a:lnTo>
                    <a:pt x="106957" y="184735"/>
                  </a:lnTo>
                  <a:lnTo>
                    <a:pt x="106445" y="184270"/>
                  </a:lnTo>
                  <a:lnTo>
                    <a:pt x="106249" y="184067"/>
                  </a:lnTo>
                  <a:lnTo>
                    <a:pt x="104266" y="182028"/>
                  </a:lnTo>
                  <a:lnTo>
                    <a:pt x="103614" y="181357"/>
                  </a:lnTo>
                  <a:lnTo>
                    <a:pt x="103366" y="181101"/>
                  </a:lnTo>
                  <a:lnTo>
                    <a:pt x="101977" y="179672"/>
                  </a:lnTo>
                  <a:lnTo>
                    <a:pt x="100942" y="178608"/>
                  </a:lnTo>
                  <a:lnTo>
                    <a:pt x="100046" y="177685"/>
                  </a:lnTo>
                  <a:lnTo>
                    <a:pt x="99493" y="177117"/>
                  </a:lnTo>
                  <a:lnTo>
                    <a:pt x="99238" y="176854"/>
                  </a:lnTo>
                  <a:lnTo>
                    <a:pt x="98778" y="176381"/>
                  </a:lnTo>
                  <a:lnTo>
                    <a:pt x="97697" y="175269"/>
                  </a:lnTo>
                  <a:lnTo>
                    <a:pt x="97140" y="174696"/>
                  </a:lnTo>
                  <a:lnTo>
                    <a:pt x="96248" y="173762"/>
                  </a:lnTo>
                  <a:lnTo>
                    <a:pt x="96111" y="173618"/>
                  </a:lnTo>
                  <a:lnTo>
                    <a:pt x="95258" y="172725"/>
                  </a:lnTo>
                  <a:lnTo>
                    <a:pt x="93156" y="170524"/>
                  </a:lnTo>
                  <a:lnTo>
                    <a:pt x="91682" y="168981"/>
                  </a:lnTo>
                  <a:lnTo>
                    <a:pt x="91137" y="168411"/>
                  </a:lnTo>
                  <a:lnTo>
                    <a:pt x="90505" y="167742"/>
                  </a:lnTo>
                  <a:lnTo>
                    <a:pt x="90633" y="167628"/>
                  </a:lnTo>
                  <a:lnTo>
                    <a:pt x="90936" y="167358"/>
                  </a:lnTo>
                  <a:lnTo>
                    <a:pt x="91345" y="166992"/>
                  </a:lnTo>
                  <a:lnTo>
                    <a:pt x="101962" y="157481"/>
                  </a:lnTo>
                  <a:lnTo>
                    <a:pt x="97360" y="152599"/>
                  </a:lnTo>
                  <a:lnTo>
                    <a:pt x="96612" y="151806"/>
                  </a:lnTo>
                  <a:lnTo>
                    <a:pt x="92375" y="147280"/>
                  </a:lnTo>
                  <a:lnTo>
                    <a:pt x="82110" y="135975"/>
                  </a:lnTo>
                  <a:lnTo>
                    <a:pt x="77876" y="131447"/>
                  </a:lnTo>
                  <a:lnTo>
                    <a:pt x="77087" y="130582"/>
                  </a:lnTo>
                  <a:lnTo>
                    <a:pt x="73568" y="126723"/>
                  </a:lnTo>
                  <a:lnTo>
                    <a:pt x="72941" y="126049"/>
                  </a:lnTo>
                  <a:lnTo>
                    <a:pt x="67606" y="120475"/>
                  </a:lnTo>
                  <a:lnTo>
                    <a:pt x="66436" y="119252"/>
                  </a:lnTo>
                  <a:lnTo>
                    <a:pt x="64519" y="117028"/>
                  </a:lnTo>
                  <a:lnTo>
                    <a:pt x="64334" y="116815"/>
                  </a:lnTo>
                  <a:lnTo>
                    <a:pt x="56861" y="108965"/>
                  </a:lnTo>
                  <a:lnTo>
                    <a:pt x="56063" y="108171"/>
                  </a:lnTo>
                  <a:lnTo>
                    <a:pt x="49033" y="101064"/>
                  </a:lnTo>
                  <a:lnTo>
                    <a:pt x="44841" y="96827"/>
                  </a:lnTo>
                  <a:lnTo>
                    <a:pt x="40330" y="92089"/>
                  </a:lnTo>
                  <a:lnTo>
                    <a:pt x="36804" y="88386"/>
                  </a:lnTo>
                  <a:lnTo>
                    <a:pt x="35337" y="87639"/>
                  </a:lnTo>
                  <a:lnTo>
                    <a:pt x="33828" y="86143"/>
                  </a:lnTo>
                  <a:lnTo>
                    <a:pt x="23830" y="76379"/>
                  </a:lnTo>
                  <a:lnTo>
                    <a:pt x="23664" y="76216"/>
                  </a:lnTo>
                  <a:lnTo>
                    <a:pt x="23531" y="76097"/>
                  </a:lnTo>
                  <a:lnTo>
                    <a:pt x="18997" y="72019"/>
                  </a:lnTo>
                  <a:lnTo>
                    <a:pt x="17461" y="70208"/>
                  </a:lnTo>
                  <a:lnTo>
                    <a:pt x="16358" y="69166"/>
                  </a:lnTo>
                  <a:lnTo>
                    <a:pt x="14802" y="67386"/>
                  </a:lnTo>
                  <a:lnTo>
                    <a:pt x="13802" y="64722"/>
                  </a:lnTo>
                  <a:lnTo>
                    <a:pt x="13762" y="60773"/>
                  </a:lnTo>
                  <a:lnTo>
                    <a:pt x="13834" y="59816"/>
                  </a:lnTo>
                  <a:lnTo>
                    <a:pt x="13905" y="58861"/>
                  </a:lnTo>
                  <a:lnTo>
                    <a:pt x="14180" y="54639"/>
                  </a:lnTo>
                  <a:lnTo>
                    <a:pt x="14662" y="52159"/>
                  </a:lnTo>
                  <a:lnTo>
                    <a:pt x="14728" y="51824"/>
                  </a:lnTo>
                  <a:lnTo>
                    <a:pt x="14934" y="51466"/>
                  </a:lnTo>
                  <a:lnTo>
                    <a:pt x="15349" y="50747"/>
                  </a:lnTo>
                  <a:lnTo>
                    <a:pt x="15585" y="50396"/>
                  </a:lnTo>
                  <a:lnTo>
                    <a:pt x="16183" y="49502"/>
                  </a:lnTo>
                  <a:lnTo>
                    <a:pt x="13365" y="47184"/>
                  </a:lnTo>
                  <a:lnTo>
                    <a:pt x="12082" y="46125"/>
                  </a:lnTo>
                  <a:lnTo>
                    <a:pt x="11144" y="45347"/>
                  </a:lnTo>
                  <a:lnTo>
                    <a:pt x="12230" y="43013"/>
                  </a:lnTo>
                  <a:lnTo>
                    <a:pt x="12695" y="40120"/>
                  </a:lnTo>
                  <a:lnTo>
                    <a:pt x="12695" y="38994"/>
                  </a:lnTo>
                  <a:lnTo>
                    <a:pt x="12698" y="38416"/>
                  </a:lnTo>
                  <a:lnTo>
                    <a:pt x="12719" y="35009"/>
                  </a:lnTo>
                  <a:lnTo>
                    <a:pt x="9586" y="25708"/>
                  </a:lnTo>
                  <a:lnTo>
                    <a:pt x="8964" y="23855"/>
                  </a:lnTo>
                  <a:lnTo>
                    <a:pt x="8387" y="22134"/>
                  </a:lnTo>
                  <a:lnTo>
                    <a:pt x="5619" y="14000"/>
                  </a:lnTo>
                  <a:lnTo>
                    <a:pt x="5572" y="13861"/>
                  </a:lnTo>
                  <a:lnTo>
                    <a:pt x="5264" y="12993"/>
                  </a:lnTo>
                  <a:lnTo>
                    <a:pt x="4685" y="11362"/>
                  </a:lnTo>
                  <a:lnTo>
                    <a:pt x="3533" y="8116"/>
                  </a:lnTo>
                  <a:lnTo>
                    <a:pt x="3319" y="7514"/>
                  </a:lnTo>
                  <a:lnTo>
                    <a:pt x="2969" y="6527"/>
                  </a:lnTo>
                  <a:lnTo>
                    <a:pt x="2753" y="591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3" name="pg122"/>
            <p:cNvSpPr/>
            <p:nvPr/>
          </p:nvSpPr>
          <p:spPr>
            <a:xfrm>
              <a:off x="3792142" y="5173267"/>
              <a:ext cx="110370" cy="119973"/>
            </a:xfrm>
            <a:custGeom>
              <a:avLst/>
              <a:pathLst>
                <a:path w="110370" h="119973">
                  <a:moveTo>
                    <a:pt x="89971" y="81339"/>
                  </a:moveTo>
                  <a:lnTo>
                    <a:pt x="78340" y="95398"/>
                  </a:lnTo>
                  <a:lnTo>
                    <a:pt x="72902" y="101971"/>
                  </a:lnTo>
                  <a:lnTo>
                    <a:pt x="72773" y="101832"/>
                  </a:lnTo>
                  <a:lnTo>
                    <a:pt x="64097" y="92402"/>
                  </a:lnTo>
                  <a:lnTo>
                    <a:pt x="59374" y="87271"/>
                  </a:lnTo>
                  <a:lnTo>
                    <a:pt x="58437" y="88138"/>
                  </a:lnTo>
                  <a:lnTo>
                    <a:pt x="55060" y="91267"/>
                  </a:lnTo>
                  <a:lnTo>
                    <a:pt x="54496" y="91768"/>
                  </a:lnTo>
                  <a:lnTo>
                    <a:pt x="42763" y="102201"/>
                  </a:lnTo>
                  <a:lnTo>
                    <a:pt x="42242" y="102657"/>
                  </a:lnTo>
                  <a:lnTo>
                    <a:pt x="41946" y="102899"/>
                  </a:lnTo>
                  <a:lnTo>
                    <a:pt x="37609" y="106449"/>
                  </a:lnTo>
                  <a:lnTo>
                    <a:pt x="37232" y="106795"/>
                  </a:lnTo>
                  <a:lnTo>
                    <a:pt x="37095" y="106921"/>
                  </a:lnTo>
                  <a:lnTo>
                    <a:pt x="29616" y="113789"/>
                  </a:lnTo>
                  <a:lnTo>
                    <a:pt x="28983" y="114310"/>
                  </a:lnTo>
                  <a:lnTo>
                    <a:pt x="24598" y="117865"/>
                  </a:lnTo>
                  <a:lnTo>
                    <a:pt x="23298" y="118919"/>
                  </a:lnTo>
                  <a:lnTo>
                    <a:pt x="21998" y="119973"/>
                  </a:lnTo>
                  <a:lnTo>
                    <a:pt x="19429" y="117089"/>
                  </a:lnTo>
                  <a:lnTo>
                    <a:pt x="18847" y="116435"/>
                  </a:lnTo>
                  <a:lnTo>
                    <a:pt x="13136" y="110022"/>
                  </a:lnTo>
                  <a:lnTo>
                    <a:pt x="12232" y="109006"/>
                  </a:lnTo>
                  <a:lnTo>
                    <a:pt x="11644" y="108346"/>
                  </a:lnTo>
                  <a:lnTo>
                    <a:pt x="4733" y="100585"/>
                  </a:lnTo>
                  <a:lnTo>
                    <a:pt x="3956" y="99713"/>
                  </a:lnTo>
                  <a:lnTo>
                    <a:pt x="3047" y="98693"/>
                  </a:lnTo>
                  <a:lnTo>
                    <a:pt x="2829" y="98448"/>
                  </a:lnTo>
                  <a:lnTo>
                    <a:pt x="2579" y="98166"/>
                  </a:lnTo>
                  <a:lnTo>
                    <a:pt x="0" y="95255"/>
                  </a:lnTo>
                  <a:lnTo>
                    <a:pt x="1670" y="93779"/>
                  </a:lnTo>
                  <a:lnTo>
                    <a:pt x="6719" y="89316"/>
                  </a:lnTo>
                  <a:lnTo>
                    <a:pt x="12457" y="84244"/>
                  </a:lnTo>
                  <a:lnTo>
                    <a:pt x="32076" y="66903"/>
                  </a:lnTo>
                  <a:lnTo>
                    <a:pt x="36946" y="62598"/>
                  </a:lnTo>
                  <a:lnTo>
                    <a:pt x="39352" y="60471"/>
                  </a:lnTo>
                  <a:lnTo>
                    <a:pt x="42181" y="57746"/>
                  </a:lnTo>
                  <a:lnTo>
                    <a:pt x="34231" y="49082"/>
                  </a:lnTo>
                  <a:lnTo>
                    <a:pt x="33988" y="48817"/>
                  </a:lnTo>
                  <a:lnTo>
                    <a:pt x="24932" y="38948"/>
                  </a:lnTo>
                  <a:lnTo>
                    <a:pt x="24207" y="38158"/>
                  </a:lnTo>
                  <a:lnTo>
                    <a:pt x="23423" y="37621"/>
                  </a:lnTo>
                  <a:lnTo>
                    <a:pt x="24586" y="34617"/>
                  </a:lnTo>
                  <a:lnTo>
                    <a:pt x="25870" y="31448"/>
                  </a:lnTo>
                  <a:lnTo>
                    <a:pt x="26123" y="30825"/>
                  </a:lnTo>
                  <a:lnTo>
                    <a:pt x="27382" y="27721"/>
                  </a:lnTo>
                  <a:lnTo>
                    <a:pt x="29654" y="22815"/>
                  </a:lnTo>
                  <a:lnTo>
                    <a:pt x="30161" y="21718"/>
                  </a:lnTo>
                  <a:lnTo>
                    <a:pt x="32495" y="16677"/>
                  </a:lnTo>
                  <a:lnTo>
                    <a:pt x="32985" y="16132"/>
                  </a:lnTo>
                  <a:lnTo>
                    <a:pt x="33611" y="15495"/>
                  </a:lnTo>
                  <a:lnTo>
                    <a:pt x="34663" y="14427"/>
                  </a:lnTo>
                  <a:lnTo>
                    <a:pt x="44631" y="5870"/>
                  </a:lnTo>
                  <a:lnTo>
                    <a:pt x="45602" y="5036"/>
                  </a:lnTo>
                  <a:lnTo>
                    <a:pt x="45845" y="4825"/>
                  </a:lnTo>
                  <a:lnTo>
                    <a:pt x="46222" y="4497"/>
                  </a:lnTo>
                  <a:lnTo>
                    <a:pt x="46353" y="4383"/>
                  </a:lnTo>
                  <a:lnTo>
                    <a:pt x="47488" y="3397"/>
                  </a:lnTo>
                  <a:lnTo>
                    <a:pt x="51401" y="0"/>
                  </a:lnTo>
                  <a:lnTo>
                    <a:pt x="52985" y="1673"/>
                  </a:lnTo>
                  <a:lnTo>
                    <a:pt x="53212" y="1914"/>
                  </a:lnTo>
                  <a:lnTo>
                    <a:pt x="53588" y="2310"/>
                  </a:lnTo>
                  <a:lnTo>
                    <a:pt x="55024" y="3828"/>
                  </a:lnTo>
                  <a:lnTo>
                    <a:pt x="56463" y="5444"/>
                  </a:lnTo>
                  <a:lnTo>
                    <a:pt x="57903" y="7061"/>
                  </a:lnTo>
                  <a:lnTo>
                    <a:pt x="60246" y="9693"/>
                  </a:lnTo>
                  <a:lnTo>
                    <a:pt x="62626" y="12365"/>
                  </a:lnTo>
                  <a:lnTo>
                    <a:pt x="63370" y="13201"/>
                  </a:lnTo>
                  <a:lnTo>
                    <a:pt x="65501" y="15548"/>
                  </a:lnTo>
                  <a:lnTo>
                    <a:pt x="65783" y="15856"/>
                  </a:lnTo>
                  <a:lnTo>
                    <a:pt x="66331" y="16453"/>
                  </a:lnTo>
                  <a:lnTo>
                    <a:pt x="68590" y="18918"/>
                  </a:lnTo>
                  <a:lnTo>
                    <a:pt x="70012" y="20529"/>
                  </a:lnTo>
                  <a:lnTo>
                    <a:pt x="71566" y="22297"/>
                  </a:lnTo>
                  <a:lnTo>
                    <a:pt x="73146" y="24321"/>
                  </a:lnTo>
                  <a:lnTo>
                    <a:pt x="73277" y="24489"/>
                  </a:lnTo>
                  <a:lnTo>
                    <a:pt x="74778" y="26586"/>
                  </a:lnTo>
                  <a:lnTo>
                    <a:pt x="75724" y="27988"/>
                  </a:lnTo>
                  <a:lnTo>
                    <a:pt x="76670" y="29390"/>
                  </a:lnTo>
                  <a:lnTo>
                    <a:pt x="76784" y="29581"/>
                  </a:lnTo>
                  <a:lnTo>
                    <a:pt x="77599" y="30945"/>
                  </a:lnTo>
                  <a:lnTo>
                    <a:pt x="77884" y="31422"/>
                  </a:lnTo>
                  <a:lnTo>
                    <a:pt x="78271" y="32069"/>
                  </a:lnTo>
                  <a:lnTo>
                    <a:pt x="78864" y="33061"/>
                  </a:lnTo>
                  <a:lnTo>
                    <a:pt x="81058" y="36732"/>
                  </a:lnTo>
                  <a:lnTo>
                    <a:pt x="82361" y="38746"/>
                  </a:lnTo>
                  <a:lnTo>
                    <a:pt x="86070" y="44475"/>
                  </a:lnTo>
                  <a:lnTo>
                    <a:pt x="86595" y="45287"/>
                  </a:lnTo>
                  <a:lnTo>
                    <a:pt x="88725" y="48576"/>
                  </a:lnTo>
                  <a:lnTo>
                    <a:pt x="88833" y="48745"/>
                  </a:lnTo>
                  <a:lnTo>
                    <a:pt x="89000" y="49002"/>
                  </a:lnTo>
                  <a:lnTo>
                    <a:pt x="89796" y="49868"/>
                  </a:lnTo>
                  <a:lnTo>
                    <a:pt x="90973" y="50772"/>
                  </a:lnTo>
                  <a:lnTo>
                    <a:pt x="91464" y="51149"/>
                  </a:lnTo>
                  <a:lnTo>
                    <a:pt x="92983" y="51964"/>
                  </a:lnTo>
                  <a:lnTo>
                    <a:pt x="96704" y="53119"/>
                  </a:lnTo>
                  <a:lnTo>
                    <a:pt x="97242" y="53286"/>
                  </a:lnTo>
                  <a:lnTo>
                    <a:pt x="101144" y="54497"/>
                  </a:lnTo>
                  <a:lnTo>
                    <a:pt x="102024" y="54736"/>
                  </a:lnTo>
                  <a:lnTo>
                    <a:pt x="103396" y="55108"/>
                  </a:lnTo>
                  <a:lnTo>
                    <a:pt x="105650" y="55720"/>
                  </a:lnTo>
                  <a:lnTo>
                    <a:pt x="110370" y="57000"/>
                  </a:lnTo>
                  <a:lnTo>
                    <a:pt x="105542" y="62827"/>
                  </a:lnTo>
                  <a:lnTo>
                    <a:pt x="100760" y="68597"/>
                  </a:lnTo>
                  <a:lnTo>
                    <a:pt x="99776" y="69785"/>
                  </a:lnTo>
                  <a:lnTo>
                    <a:pt x="93759" y="76833"/>
                  </a:lnTo>
                  <a:lnTo>
                    <a:pt x="93009" y="77711"/>
                  </a:lnTo>
                  <a:lnTo>
                    <a:pt x="91837" y="7908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4" name="pg123"/>
            <p:cNvSpPr/>
            <p:nvPr/>
          </p:nvSpPr>
          <p:spPr>
            <a:xfrm>
              <a:off x="3814141" y="5136890"/>
              <a:ext cx="268497" cy="229664"/>
            </a:xfrm>
            <a:custGeom>
              <a:avLst/>
              <a:pathLst>
                <a:path w="268497" h="229664">
                  <a:moveTo>
                    <a:pt x="136146" y="3448"/>
                  </a:moveTo>
                  <a:lnTo>
                    <a:pt x="144218" y="9472"/>
                  </a:lnTo>
                  <a:lnTo>
                    <a:pt x="144667" y="8676"/>
                  </a:lnTo>
                  <a:lnTo>
                    <a:pt x="146001" y="6309"/>
                  </a:lnTo>
                  <a:lnTo>
                    <a:pt x="146777" y="4949"/>
                  </a:lnTo>
                  <a:lnTo>
                    <a:pt x="146920" y="5067"/>
                  </a:lnTo>
                  <a:lnTo>
                    <a:pt x="147615" y="5636"/>
                  </a:lnTo>
                  <a:lnTo>
                    <a:pt x="148048" y="5991"/>
                  </a:lnTo>
                  <a:lnTo>
                    <a:pt x="148893" y="6683"/>
                  </a:lnTo>
                  <a:lnTo>
                    <a:pt x="149740" y="7377"/>
                  </a:lnTo>
                  <a:lnTo>
                    <a:pt x="150655" y="8126"/>
                  </a:lnTo>
                  <a:lnTo>
                    <a:pt x="151673" y="8960"/>
                  </a:lnTo>
                  <a:lnTo>
                    <a:pt x="152871" y="9942"/>
                  </a:lnTo>
                  <a:lnTo>
                    <a:pt x="153636" y="10550"/>
                  </a:lnTo>
                  <a:lnTo>
                    <a:pt x="154567" y="11246"/>
                  </a:lnTo>
                  <a:lnTo>
                    <a:pt x="154847" y="11456"/>
                  </a:lnTo>
                  <a:lnTo>
                    <a:pt x="155397" y="11867"/>
                  </a:lnTo>
                  <a:lnTo>
                    <a:pt x="156002" y="12319"/>
                  </a:lnTo>
                  <a:lnTo>
                    <a:pt x="156145" y="12425"/>
                  </a:lnTo>
                  <a:lnTo>
                    <a:pt x="156509" y="12697"/>
                  </a:lnTo>
                  <a:lnTo>
                    <a:pt x="157342" y="13320"/>
                  </a:lnTo>
                  <a:lnTo>
                    <a:pt x="158117" y="13898"/>
                  </a:lnTo>
                  <a:lnTo>
                    <a:pt x="158613" y="14269"/>
                  </a:lnTo>
                  <a:lnTo>
                    <a:pt x="160165" y="15429"/>
                  </a:lnTo>
                  <a:lnTo>
                    <a:pt x="160446" y="15639"/>
                  </a:lnTo>
                  <a:lnTo>
                    <a:pt x="163884" y="18208"/>
                  </a:lnTo>
                  <a:lnTo>
                    <a:pt x="165810" y="19647"/>
                  </a:lnTo>
                  <a:lnTo>
                    <a:pt x="166212" y="19947"/>
                  </a:lnTo>
                  <a:lnTo>
                    <a:pt x="168798" y="21879"/>
                  </a:lnTo>
                  <a:lnTo>
                    <a:pt x="171478" y="23890"/>
                  </a:lnTo>
                  <a:lnTo>
                    <a:pt x="172743" y="24997"/>
                  </a:lnTo>
                  <a:lnTo>
                    <a:pt x="173154" y="25358"/>
                  </a:lnTo>
                  <a:lnTo>
                    <a:pt x="174352" y="26406"/>
                  </a:lnTo>
                  <a:lnTo>
                    <a:pt x="175184" y="27135"/>
                  </a:lnTo>
                  <a:lnTo>
                    <a:pt x="175785" y="27661"/>
                  </a:lnTo>
                  <a:lnTo>
                    <a:pt x="176962" y="28692"/>
                  </a:lnTo>
                  <a:lnTo>
                    <a:pt x="177456" y="29105"/>
                  </a:lnTo>
                  <a:lnTo>
                    <a:pt x="179004" y="30404"/>
                  </a:lnTo>
                  <a:lnTo>
                    <a:pt x="179688" y="30977"/>
                  </a:lnTo>
                  <a:lnTo>
                    <a:pt x="182706" y="33508"/>
                  </a:lnTo>
                  <a:lnTo>
                    <a:pt x="184285" y="34832"/>
                  </a:lnTo>
                  <a:lnTo>
                    <a:pt x="184431" y="34954"/>
                  </a:lnTo>
                  <a:lnTo>
                    <a:pt x="185562" y="35813"/>
                  </a:lnTo>
                  <a:lnTo>
                    <a:pt x="186545" y="36559"/>
                  </a:lnTo>
                  <a:lnTo>
                    <a:pt x="187208" y="37062"/>
                  </a:lnTo>
                  <a:lnTo>
                    <a:pt x="188732" y="35137"/>
                  </a:lnTo>
                  <a:lnTo>
                    <a:pt x="189201" y="35478"/>
                  </a:lnTo>
                  <a:lnTo>
                    <a:pt x="193558" y="38653"/>
                  </a:lnTo>
                  <a:lnTo>
                    <a:pt x="197234" y="41331"/>
                  </a:lnTo>
                  <a:lnTo>
                    <a:pt x="197582" y="41585"/>
                  </a:lnTo>
                  <a:lnTo>
                    <a:pt x="198281" y="42094"/>
                  </a:lnTo>
                  <a:lnTo>
                    <a:pt x="203705" y="46046"/>
                  </a:lnTo>
                  <a:lnTo>
                    <a:pt x="203223" y="46841"/>
                  </a:lnTo>
                  <a:lnTo>
                    <a:pt x="204902" y="48141"/>
                  </a:lnTo>
                  <a:lnTo>
                    <a:pt x="205504" y="48605"/>
                  </a:lnTo>
                  <a:lnTo>
                    <a:pt x="205317" y="48898"/>
                  </a:lnTo>
                  <a:lnTo>
                    <a:pt x="204480" y="50213"/>
                  </a:lnTo>
                  <a:lnTo>
                    <a:pt x="212073" y="56257"/>
                  </a:lnTo>
                  <a:lnTo>
                    <a:pt x="212713" y="56766"/>
                  </a:lnTo>
                  <a:lnTo>
                    <a:pt x="217709" y="60744"/>
                  </a:lnTo>
                  <a:lnTo>
                    <a:pt x="218610" y="61461"/>
                  </a:lnTo>
                  <a:lnTo>
                    <a:pt x="220195" y="62723"/>
                  </a:lnTo>
                  <a:lnTo>
                    <a:pt x="222703" y="64545"/>
                  </a:lnTo>
                  <a:lnTo>
                    <a:pt x="224073" y="64513"/>
                  </a:lnTo>
                  <a:lnTo>
                    <a:pt x="225113" y="64488"/>
                  </a:lnTo>
                  <a:lnTo>
                    <a:pt x="225254" y="66289"/>
                  </a:lnTo>
                  <a:lnTo>
                    <a:pt x="231005" y="65601"/>
                  </a:lnTo>
                  <a:lnTo>
                    <a:pt x="231025" y="66035"/>
                  </a:lnTo>
                  <a:lnTo>
                    <a:pt x="231146" y="68704"/>
                  </a:lnTo>
                  <a:lnTo>
                    <a:pt x="233932" y="72984"/>
                  </a:lnTo>
                  <a:lnTo>
                    <a:pt x="234314" y="73273"/>
                  </a:lnTo>
                  <a:lnTo>
                    <a:pt x="235657" y="74472"/>
                  </a:lnTo>
                  <a:lnTo>
                    <a:pt x="238403" y="76012"/>
                  </a:lnTo>
                  <a:lnTo>
                    <a:pt x="242177" y="78639"/>
                  </a:lnTo>
                  <a:lnTo>
                    <a:pt x="244036" y="79933"/>
                  </a:lnTo>
                  <a:lnTo>
                    <a:pt x="244339" y="80039"/>
                  </a:lnTo>
                  <a:lnTo>
                    <a:pt x="244594" y="80128"/>
                  </a:lnTo>
                  <a:lnTo>
                    <a:pt x="244851" y="80135"/>
                  </a:lnTo>
                  <a:lnTo>
                    <a:pt x="245731" y="80159"/>
                  </a:lnTo>
                  <a:lnTo>
                    <a:pt x="247438" y="80206"/>
                  </a:lnTo>
                  <a:lnTo>
                    <a:pt x="248015" y="80222"/>
                  </a:lnTo>
                  <a:lnTo>
                    <a:pt x="248183" y="80226"/>
                  </a:lnTo>
                  <a:lnTo>
                    <a:pt x="248708" y="80210"/>
                  </a:lnTo>
                  <a:lnTo>
                    <a:pt x="251871" y="80114"/>
                  </a:lnTo>
                  <a:lnTo>
                    <a:pt x="252843" y="80059"/>
                  </a:lnTo>
                  <a:lnTo>
                    <a:pt x="253157" y="79790"/>
                  </a:lnTo>
                  <a:lnTo>
                    <a:pt x="253415" y="79569"/>
                  </a:lnTo>
                  <a:lnTo>
                    <a:pt x="253591" y="79376"/>
                  </a:lnTo>
                  <a:lnTo>
                    <a:pt x="256588" y="76084"/>
                  </a:lnTo>
                  <a:lnTo>
                    <a:pt x="260426" y="80117"/>
                  </a:lnTo>
                  <a:lnTo>
                    <a:pt x="261341" y="80812"/>
                  </a:lnTo>
                  <a:lnTo>
                    <a:pt x="262236" y="82964"/>
                  </a:lnTo>
                  <a:lnTo>
                    <a:pt x="263680" y="86494"/>
                  </a:lnTo>
                  <a:lnTo>
                    <a:pt x="264062" y="87428"/>
                  </a:lnTo>
                  <a:lnTo>
                    <a:pt x="268497" y="91416"/>
                  </a:lnTo>
                  <a:lnTo>
                    <a:pt x="262836" y="95918"/>
                  </a:lnTo>
                  <a:lnTo>
                    <a:pt x="261163" y="97249"/>
                  </a:lnTo>
                  <a:lnTo>
                    <a:pt x="259758" y="96537"/>
                  </a:lnTo>
                  <a:lnTo>
                    <a:pt x="259320" y="96315"/>
                  </a:lnTo>
                  <a:lnTo>
                    <a:pt x="256873" y="95075"/>
                  </a:lnTo>
                  <a:lnTo>
                    <a:pt x="255854" y="94558"/>
                  </a:lnTo>
                  <a:lnTo>
                    <a:pt x="254822" y="94035"/>
                  </a:lnTo>
                  <a:lnTo>
                    <a:pt x="254425" y="93869"/>
                  </a:lnTo>
                  <a:lnTo>
                    <a:pt x="246908" y="90719"/>
                  </a:lnTo>
                  <a:lnTo>
                    <a:pt x="241855" y="88601"/>
                  </a:lnTo>
                  <a:lnTo>
                    <a:pt x="240603" y="88076"/>
                  </a:lnTo>
                  <a:lnTo>
                    <a:pt x="238051" y="87006"/>
                  </a:lnTo>
                  <a:lnTo>
                    <a:pt x="237537" y="87069"/>
                  </a:lnTo>
                  <a:lnTo>
                    <a:pt x="236398" y="87207"/>
                  </a:lnTo>
                  <a:lnTo>
                    <a:pt x="234307" y="88733"/>
                  </a:lnTo>
                  <a:lnTo>
                    <a:pt x="230686" y="97397"/>
                  </a:lnTo>
                  <a:lnTo>
                    <a:pt x="229670" y="99828"/>
                  </a:lnTo>
                  <a:lnTo>
                    <a:pt x="228184" y="101788"/>
                  </a:lnTo>
                  <a:lnTo>
                    <a:pt x="227100" y="102380"/>
                  </a:lnTo>
                  <a:lnTo>
                    <a:pt x="225875" y="103049"/>
                  </a:lnTo>
                  <a:lnTo>
                    <a:pt x="225305" y="103153"/>
                  </a:lnTo>
                  <a:lnTo>
                    <a:pt x="223969" y="103368"/>
                  </a:lnTo>
                  <a:lnTo>
                    <a:pt x="222094" y="101878"/>
                  </a:lnTo>
                  <a:lnTo>
                    <a:pt x="214727" y="96030"/>
                  </a:lnTo>
                  <a:lnTo>
                    <a:pt x="213313" y="94907"/>
                  </a:lnTo>
                  <a:lnTo>
                    <a:pt x="207570" y="101279"/>
                  </a:lnTo>
                  <a:lnTo>
                    <a:pt x="203419" y="106072"/>
                  </a:lnTo>
                  <a:lnTo>
                    <a:pt x="192231" y="120000"/>
                  </a:lnTo>
                  <a:lnTo>
                    <a:pt x="180543" y="133467"/>
                  </a:lnTo>
                  <a:lnTo>
                    <a:pt x="170353" y="145411"/>
                  </a:lnTo>
                  <a:lnTo>
                    <a:pt x="170112" y="145693"/>
                  </a:lnTo>
                  <a:lnTo>
                    <a:pt x="169952" y="145881"/>
                  </a:lnTo>
                  <a:lnTo>
                    <a:pt x="164151" y="152659"/>
                  </a:lnTo>
                  <a:lnTo>
                    <a:pt x="149773" y="169457"/>
                  </a:lnTo>
                  <a:lnTo>
                    <a:pt x="149367" y="169931"/>
                  </a:lnTo>
                  <a:lnTo>
                    <a:pt x="149257" y="170064"/>
                  </a:lnTo>
                  <a:lnTo>
                    <a:pt x="146337" y="173592"/>
                  </a:lnTo>
                  <a:lnTo>
                    <a:pt x="141858" y="179006"/>
                  </a:lnTo>
                  <a:lnTo>
                    <a:pt x="140355" y="180890"/>
                  </a:lnTo>
                  <a:lnTo>
                    <a:pt x="138499" y="183311"/>
                  </a:lnTo>
                  <a:lnTo>
                    <a:pt x="138057" y="183888"/>
                  </a:lnTo>
                  <a:lnTo>
                    <a:pt x="137747" y="184467"/>
                  </a:lnTo>
                  <a:lnTo>
                    <a:pt x="135839" y="188031"/>
                  </a:lnTo>
                  <a:lnTo>
                    <a:pt x="135768" y="188216"/>
                  </a:lnTo>
                  <a:lnTo>
                    <a:pt x="135473" y="188990"/>
                  </a:lnTo>
                  <a:lnTo>
                    <a:pt x="133972" y="193047"/>
                  </a:lnTo>
                  <a:lnTo>
                    <a:pt x="133574" y="194121"/>
                  </a:lnTo>
                  <a:lnTo>
                    <a:pt x="132463" y="196550"/>
                  </a:lnTo>
                  <a:lnTo>
                    <a:pt x="131826" y="197710"/>
                  </a:lnTo>
                  <a:lnTo>
                    <a:pt x="129939" y="201134"/>
                  </a:lnTo>
                  <a:lnTo>
                    <a:pt x="129675" y="201444"/>
                  </a:lnTo>
                  <a:lnTo>
                    <a:pt x="129195" y="202007"/>
                  </a:lnTo>
                  <a:lnTo>
                    <a:pt x="126403" y="205286"/>
                  </a:lnTo>
                  <a:lnTo>
                    <a:pt x="123105" y="208349"/>
                  </a:lnTo>
                  <a:lnTo>
                    <a:pt x="122949" y="208494"/>
                  </a:lnTo>
                  <a:lnTo>
                    <a:pt x="120398" y="210197"/>
                  </a:lnTo>
                  <a:lnTo>
                    <a:pt x="119961" y="210489"/>
                  </a:lnTo>
                  <a:lnTo>
                    <a:pt x="119825" y="210580"/>
                  </a:lnTo>
                  <a:lnTo>
                    <a:pt x="115378" y="212598"/>
                  </a:lnTo>
                  <a:lnTo>
                    <a:pt x="109783" y="213957"/>
                  </a:lnTo>
                  <a:lnTo>
                    <a:pt x="107700" y="214464"/>
                  </a:lnTo>
                  <a:lnTo>
                    <a:pt x="106576" y="214684"/>
                  </a:lnTo>
                  <a:lnTo>
                    <a:pt x="94653" y="217016"/>
                  </a:lnTo>
                  <a:lnTo>
                    <a:pt x="93818" y="217179"/>
                  </a:lnTo>
                  <a:lnTo>
                    <a:pt x="87971" y="218345"/>
                  </a:lnTo>
                  <a:lnTo>
                    <a:pt x="80340" y="219818"/>
                  </a:lnTo>
                  <a:lnTo>
                    <a:pt x="79295" y="220020"/>
                  </a:lnTo>
                  <a:lnTo>
                    <a:pt x="58584" y="223977"/>
                  </a:lnTo>
                  <a:lnTo>
                    <a:pt x="57899" y="224108"/>
                  </a:lnTo>
                  <a:lnTo>
                    <a:pt x="50564" y="225510"/>
                  </a:lnTo>
                  <a:lnTo>
                    <a:pt x="49575" y="225699"/>
                  </a:lnTo>
                  <a:lnTo>
                    <a:pt x="48422" y="225919"/>
                  </a:lnTo>
                  <a:lnTo>
                    <a:pt x="46119" y="226359"/>
                  </a:lnTo>
                  <a:lnTo>
                    <a:pt x="43229" y="226911"/>
                  </a:lnTo>
                  <a:lnTo>
                    <a:pt x="41526" y="227237"/>
                  </a:lnTo>
                  <a:lnTo>
                    <a:pt x="34096" y="228656"/>
                  </a:lnTo>
                  <a:lnTo>
                    <a:pt x="29951" y="229664"/>
                  </a:lnTo>
                  <a:lnTo>
                    <a:pt x="23211" y="218106"/>
                  </a:lnTo>
                  <a:lnTo>
                    <a:pt x="23380" y="217209"/>
                  </a:lnTo>
                  <a:lnTo>
                    <a:pt x="24241" y="212652"/>
                  </a:lnTo>
                  <a:lnTo>
                    <a:pt x="24745" y="208244"/>
                  </a:lnTo>
                  <a:lnTo>
                    <a:pt x="24991" y="206090"/>
                  </a:lnTo>
                  <a:lnTo>
                    <a:pt x="25538" y="201307"/>
                  </a:lnTo>
                  <a:lnTo>
                    <a:pt x="25702" y="199873"/>
                  </a:lnTo>
                  <a:lnTo>
                    <a:pt x="26162" y="195846"/>
                  </a:lnTo>
                  <a:lnTo>
                    <a:pt x="26434" y="191826"/>
                  </a:lnTo>
                  <a:lnTo>
                    <a:pt x="26560" y="189593"/>
                  </a:lnTo>
                  <a:lnTo>
                    <a:pt x="26273" y="187422"/>
                  </a:lnTo>
                  <a:lnTo>
                    <a:pt x="25868" y="186420"/>
                  </a:lnTo>
                  <a:lnTo>
                    <a:pt x="25133" y="185460"/>
                  </a:lnTo>
                  <a:lnTo>
                    <a:pt x="23203" y="182941"/>
                  </a:lnTo>
                  <a:lnTo>
                    <a:pt x="22249" y="181798"/>
                  </a:lnTo>
                  <a:lnTo>
                    <a:pt x="21576" y="180992"/>
                  </a:lnTo>
                  <a:lnTo>
                    <a:pt x="20768" y="180025"/>
                  </a:lnTo>
                  <a:lnTo>
                    <a:pt x="18333" y="177108"/>
                  </a:lnTo>
                  <a:lnTo>
                    <a:pt x="15473" y="174010"/>
                  </a:lnTo>
                  <a:lnTo>
                    <a:pt x="14584" y="173047"/>
                  </a:lnTo>
                  <a:lnTo>
                    <a:pt x="10835" y="168986"/>
                  </a:lnTo>
                  <a:lnTo>
                    <a:pt x="6246" y="163635"/>
                  </a:lnTo>
                  <a:lnTo>
                    <a:pt x="2277" y="159006"/>
                  </a:lnTo>
                  <a:lnTo>
                    <a:pt x="373" y="156786"/>
                  </a:lnTo>
                  <a:lnTo>
                    <a:pt x="0" y="156351"/>
                  </a:lnTo>
                  <a:lnTo>
                    <a:pt x="1300" y="155296"/>
                  </a:lnTo>
                  <a:lnTo>
                    <a:pt x="2600" y="154242"/>
                  </a:lnTo>
                  <a:lnTo>
                    <a:pt x="6984" y="150688"/>
                  </a:lnTo>
                  <a:lnTo>
                    <a:pt x="7617" y="150166"/>
                  </a:lnTo>
                  <a:lnTo>
                    <a:pt x="15096" y="143298"/>
                  </a:lnTo>
                  <a:lnTo>
                    <a:pt x="15329" y="143084"/>
                  </a:lnTo>
                  <a:lnTo>
                    <a:pt x="15650" y="142794"/>
                  </a:lnTo>
                  <a:lnTo>
                    <a:pt x="19948" y="139277"/>
                  </a:lnTo>
                  <a:lnTo>
                    <a:pt x="20339" y="138956"/>
                  </a:lnTo>
                  <a:lnTo>
                    <a:pt x="20764" y="138578"/>
                  </a:lnTo>
                  <a:lnTo>
                    <a:pt x="32539" y="128108"/>
                  </a:lnTo>
                  <a:lnTo>
                    <a:pt x="33061" y="127644"/>
                  </a:lnTo>
                  <a:lnTo>
                    <a:pt x="36438" y="124516"/>
                  </a:lnTo>
                  <a:lnTo>
                    <a:pt x="37376" y="123647"/>
                  </a:lnTo>
                  <a:lnTo>
                    <a:pt x="42098" y="128779"/>
                  </a:lnTo>
                  <a:lnTo>
                    <a:pt x="50775" y="138209"/>
                  </a:lnTo>
                  <a:lnTo>
                    <a:pt x="50921" y="138327"/>
                  </a:lnTo>
                  <a:lnTo>
                    <a:pt x="56341" y="131775"/>
                  </a:lnTo>
                  <a:lnTo>
                    <a:pt x="67973" y="117717"/>
                  </a:lnTo>
                  <a:lnTo>
                    <a:pt x="69838" y="115462"/>
                  </a:lnTo>
                  <a:lnTo>
                    <a:pt x="71011" y="114089"/>
                  </a:lnTo>
                  <a:lnTo>
                    <a:pt x="71760" y="113210"/>
                  </a:lnTo>
                  <a:lnTo>
                    <a:pt x="77778" y="106162"/>
                  </a:lnTo>
                  <a:lnTo>
                    <a:pt x="78762" y="104975"/>
                  </a:lnTo>
                  <a:lnTo>
                    <a:pt x="83544" y="99204"/>
                  </a:lnTo>
                  <a:lnTo>
                    <a:pt x="88379" y="93369"/>
                  </a:lnTo>
                  <a:lnTo>
                    <a:pt x="94424" y="95020"/>
                  </a:lnTo>
                  <a:lnTo>
                    <a:pt x="94706" y="94156"/>
                  </a:lnTo>
                  <a:lnTo>
                    <a:pt x="94828" y="93782"/>
                  </a:lnTo>
                  <a:lnTo>
                    <a:pt x="96872" y="87513"/>
                  </a:lnTo>
                  <a:lnTo>
                    <a:pt x="97495" y="85604"/>
                  </a:lnTo>
                  <a:lnTo>
                    <a:pt x="98249" y="83085"/>
                  </a:lnTo>
                  <a:lnTo>
                    <a:pt x="97936" y="82101"/>
                  </a:lnTo>
                  <a:lnTo>
                    <a:pt x="98200" y="81178"/>
                  </a:lnTo>
                  <a:lnTo>
                    <a:pt x="98325" y="80737"/>
                  </a:lnTo>
                  <a:lnTo>
                    <a:pt x="98900" y="78784"/>
                  </a:lnTo>
                  <a:lnTo>
                    <a:pt x="99422" y="76976"/>
                  </a:lnTo>
                  <a:lnTo>
                    <a:pt x="99966" y="75120"/>
                  </a:lnTo>
                  <a:lnTo>
                    <a:pt x="100604" y="72999"/>
                  </a:lnTo>
                  <a:lnTo>
                    <a:pt x="101592" y="69737"/>
                  </a:lnTo>
                  <a:lnTo>
                    <a:pt x="102647" y="66260"/>
                  </a:lnTo>
                  <a:lnTo>
                    <a:pt x="102697" y="66087"/>
                  </a:lnTo>
                  <a:lnTo>
                    <a:pt x="103138" y="64583"/>
                  </a:lnTo>
                  <a:lnTo>
                    <a:pt x="103579" y="63080"/>
                  </a:lnTo>
                  <a:lnTo>
                    <a:pt x="103748" y="62522"/>
                  </a:lnTo>
                  <a:lnTo>
                    <a:pt x="103832" y="62244"/>
                  </a:lnTo>
                  <a:lnTo>
                    <a:pt x="104110" y="61328"/>
                  </a:lnTo>
                  <a:lnTo>
                    <a:pt x="104165" y="61147"/>
                  </a:lnTo>
                  <a:lnTo>
                    <a:pt x="105265" y="57717"/>
                  </a:lnTo>
                  <a:lnTo>
                    <a:pt x="110920" y="40089"/>
                  </a:lnTo>
                  <a:lnTo>
                    <a:pt x="111475" y="38360"/>
                  </a:lnTo>
                  <a:lnTo>
                    <a:pt x="111532" y="38192"/>
                  </a:lnTo>
                  <a:lnTo>
                    <a:pt x="111850" y="37253"/>
                  </a:lnTo>
                  <a:lnTo>
                    <a:pt x="118437" y="17836"/>
                  </a:lnTo>
                  <a:lnTo>
                    <a:pt x="118587" y="17392"/>
                  </a:lnTo>
                  <a:lnTo>
                    <a:pt x="119246" y="15451"/>
                  </a:lnTo>
                  <a:lnTo>
                    <a:pt x="119309" y="15245"/>
                  </a:lnTo>
                  <a:lnTo>
                    <a:pt x="125898" y="17366"/>
                  </a:lnTo>
                  <a:lnTo>
                    <a:pt x="126432" y="15717"/>
                  </a:lnTo>
                  <a:lnTo>
                    <a:pt x="126689" y="14925"/>
                  </a:lnTo>
                  <a:lnTo>
                    <a:pt x="129813" y="5282"/>
                  </a:lnTo>
                  <a:lnTo>
                    <a:pt x="130008" y="4680"/>
                  </a:lnTo>
                  <a:lnTo>
                    <a:pt x="131525" y="0"/>
                  </a:lnTo>
                  <a:lnTo>
                    <a:pt x="135032" y="2617"/>
                  </a:lnTo>
                  <a:lnTo>
                    <a:pt x="135550" y="300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5" name="pg124"/>
            <p:cNvSpPr/>
            <p:nvPr/>
          </p:nvSpPr>
          <p:spPr>
            <a:xfrm>
              <a:off x="3986501" y="5120483"/>
              <a:ext cx="189514" cy="300400"/>
            </a:xfrm>
            <a:custGeom>
              <a:avLst/>
              <a:pathLst>
                <a:path w="189514" h="300400">
                  <a:moveTo>
                    <a:pt x="125616" y="1563"/>
                  </a:moveTo>
                  <a:lnTo>
                    <a:pt x="128702" y="2694"/>
                  </a:lnTo>
                  <a:lnTo>
                    <a:pt x="134029" y="2170"/>
                  </a:lnTo>
                  <a:lnTo>
                    <a:pt x="136504" y="3512"/>
                  </a:lnTo>
                  <a:lnTo>
                    <a:pt x="135878" y="8582"/>
                  </a:lnTo>
                  <a:lnTo>
                    <a:pt x="138383" y="10550"/>
                  </a:lnTo>
                  <a:lnTo>
                    <a:pt x="139224" y="13576"/>
                  </a:lnTo>
                  <a:lnTo>
                    <a:pt x="142597" y="14351"/>
                  </a:lnTo>
                  <a:lnTo>
                    <a:pt x="142537" y="14539"/>
                  </a:lnTo>
                  <a:lnTo>
                    <a:pt x="142299" y="15286"/>
                  </a:lnTo>
                  <a:lnTo>
                    <a:pt x="142225" y="15516"/>
                  </a:lnTo>
                  <a:lnTo>
                    <a:pt x="141605" y="16372"/>
                  </a:lnTo>
                  <a:lnTo>
                    <a:pt x="141185" y="16849"/>
                  </a:lnTo>
                  <a:lnTo>
                    <a:pt x="141078" y="17040"/>
                  </a:lnTo>
                  <a:lnTo>
                    <a:pt x="140990" y="17197"/>
                  </a:lnTo>
                  <a:lnTo>
                    <a:pt x="140917" y="17326"/>
                  </a:lnTo>
                  <a:lnTo>
                    <a:pt x="140765" y="17994"/>
                  </a:lnTo>
                  <a:lnTo>
                    <a:pt x="140612" y="18815"/>
                  </a:lnTo>
                  <a:lnTo>
                    <a:pt x="140593" y="19330"/>
                  </a:lnTo>
                  <a:lnTo>
                    <a:pt x="140727" y="19998"/>
                  </a:lnTo>
                  <a:lnTo>
                    <a:pt x="140881" y="20391"/>
                  </a:lnTo>
                  <a:lnTo>
                    <a:pt x="140917" y="20628"/>
                  </a:lnTo>
                  <a:lnTo>
                    <a:pt x="140784" y="21124"/>
                  </a:lnTo>
                  <a:lnTo>
                    <a:pt x="140517" y="21544"/>
                  </a:lnTo>
                  <a:lnTo>
                    <a:pt x="140393" y="21684"/>
                  </a:lnTo>
                  <a:lnTo>
                    <a:pt x="140230" y="21868"/>
                  </a:lnTo>
                  <a:lnTo>
                    <a:pt x="139906" y="22136"/>
                  </a:lnTo>
                  <a:lnTo>
                    <a:pt x="139486" y="22307"/>
                  </a:lnTo>
                  <a:lnTo>
                    <a:pt x="138971" y="22555"/>
                  </a:lnTo>
                  <a:lnTo>
                    <a:pt x="138224" y="22729"/>
                  </a:lnTo>
                  <a:lnTo>
                    <a:pt x="137272" y="22797"/>
                  </a:lnTo>
                  <a:lnTo>
                    <a:pt x="137387" y="24846"/>
                  </a:lnTo>
                  <a:lnTo>
                    <a:pt x="137397" y="24981"/>
                  </a:lnTo>
                  <a:lnTo>
                    <a:pt x="137482" y="26143"/>
                  </a:lnTo>
                  <a:lnTo>
                    <a:pt x="140364" y="30762"/>
                  </a:lnTo>
                  <a:lnTo>
                    <a:pt x="142849" y="32658"/>
                  </a:lnTo>
                  <a:lnTo>
                    <a:pt x="148761" y="38109"/>
                  </a:lnTo>
                  <a:lnTo>
                    <a:pt x="149943" y="37900"/>
                  </a:lnTo>
                  <a:lnTo>
                    <a:pt x="150180" y="37858"/>
                  </a:lnTo>
                  <a:lnTo>
                    <a:pt x="152716" y="37409"/>
                  </a:lnTo>
                  <a:lnTo>
                    <a:pt x="154824" y="42727"/>
                  </a:lnTo>
                  <a:lnTo>
                    <a:pt x="155021" y="43224"/>
                  </a:lnTo>
                  <a:lnTo>
                    <a:pt x="156330" y="45169"/>
                  </a:lnTo>
                  <a:lnTo>
                    <a:pt x="154038" y="47334"/>
                  </a:lnTo>
                  <a:lnTo>
                    <a:pt x="156042" y="50626"/>
                  </a:lnTo>
                  <a:lnTo>
                    <a:pt x="158989" y="49060"/>
                  </a:lnTo>
                  <a:lnTo>
                    <a:pt x="160021" y="50495"/>
                  </a:lnTo>
                  <a:lnTo>
                    <a:pt x="160498" y="51602"/>
                  </a:lnTo>
                  <a:lnTo>
                    <a:pt x="161571" y="54318"/>
                  </a:lnTo>
                  <a:lnTo>
                    <a:pt x="164201" y="60973"/>
                  </a:lnTo>
                  <a:lnTo>
                    <a:pt x="164437" y="61388"/>
                  </a:lnTo>
                  <a:lnTo>
                    <a:pt x="165198" y="66605"/>
                  </a:lnTo>
                  <a:lnTo>
                    <a:pt x="165767" y="70498"/>
                  </a:lnTo>
                  <a:lnTo>
                    <a:pt x="165927" y="71677"/>
                  </a:lnTo>
                  <a:lnTo>
                    <a:pt x="166410" y="74199"/>
                  </a:lnTo>
                  <a:lnTo>
                    <a:pt x="166640" y="76110"/>
                  </a:lnTo>
                  <a:lnTo>
                    <a:pt x="166627" y="76788"/>
                  </a:lnTo>
                  <a:lnTo>
                    <a:pt x="166370" y="81377"/>
                  </a:lnTo>
                  <a:lnTo>
                    <a:pt x="165865" y="86270"/>
                  </a:lnTo>
                  <a:lnTo>
                    <a:pt x="170135" y="87558"/>
                  </a:lnTo>
                  <a:lnTo>
                    <a:pt x="170720" y="87119"/>
                  </a:lnTo>
                  <a:lnTo>
                    <a:pt x="171160" y="86962"/>
                  </a:lnTo>
                  <a:lnTo>
                    <a:pt x="171681" y="86898"/>
                  </a:lnTo>
                  <a:lnTo>
                    <a:pt x="174226" y="86585"/>
                  </a:lnTo>
                  <a:lnTo>
                    <a:pt x="175311" y="86419"/>
                  </a:lnTo>
                  <a:lnTo>
                    <a:pt x="180112" y="84988"/>
                  </a:lnTo>
                  <a:lnTo>
                    <a:pt x="182736" y="83586"/>
                  </a:lnTo>
                  <a:lnTo>
                    <a:pt x="184520" y="83360"/>
                  </a:lnTo>
                  <a:lnTo>
                    <a:pt x="185545" y="83193"/>
                  </a:lnTo>
                  <a:lnTo>
                    <a:pt x="186738" y="82907"/>
                  </a:lnTo>
                  <a:lnTo>
                    <a:pt x="187621" y="82620"/>
                  </a:lnTo>
                  <a:lnTo>
                    <a:pt x="188603" y="82384"/>
                  </a:lnTo>
                  <a:lnTo>
                    <a:pt x="189345" y="82068"/>
                  </a:lnTo>
                  <a:lnTo>
                    <a:pt x="189391" y="82819"/>
                  </a:lnTo>
                  <a:lnTo>
                    <a:pt x="189497" y="84544"/>
                  </a:lnTo>
                  <a:lnTo>
                    <a:pt x="189514" y="84826"/>
                  </a:lnTo>
                  <a:lnTo>
                    <a:pt x="189494" y="85618"/>
                  </a:lnTo>
                  <a:lnTo>
                    <a:pt x="189427" y="88192"/>
                  </a:lnTo>
                  <a:lnTo>
                    <a:pt x="189411" y="88791"/>
                  </a:lnTo>
                  <a:lnTo>
                    <a:pt x="189382" y="89921"/>
                  </a:lnTo>
                  <a:lnTo>
                    <a:pt x="189297" y="93186"/>
                  </a:lnTo>
                  <a:lnTo>
                    <a:pt x="189271" y="94199"/>
                  </a:lnTo>
                  <a:lnTo>
                    <a:pt x="189263" y="94474"/>
                  </a:lnTo>
                  <a:lnTo>
                    <a:pt x="189183" y="97563"/>
                  </a:lnTo>
                  <a:lnTo>
                    <a:pt x="189159" y="98481"/>
                  </a:lnTo>
                  <a:lnTo>
                    <a:pt x="189105" y="100561"/>
                  </a:lnTo>
                  <a:lnTo>
                    <a:pt x="189009" y="101763"/>
                  </a:lnTo>
                  <a:lnTo>
                    <a:pt x="188921" y="102880"/>
                  </a:lnTo>
                  <a:lnTo>
                    <a:pt x="188749" y="105033"/>
                  </a:lnTo>
                  <a:lnTo>
                    <a:pt x="188722" y="105378"/>
                  </a:lnTo>
                  <a:lnTo>
                    <a:pt x="188672" y="106004"/>
                  </a:lnTo>
                  <a:lnTo>
                    <a:pt x="188541" y="107097"/>
                  </a:lnTo>
                  <a:lnTo>
                    <a:pt x="188510" y="107360"/>
                  </a:lnTo>
                  <a:lnTo>
                    <a:pt x="188326" y="108895"/>
                  </a:lnTo>
                  <a:lnTo>
                    <a:pt x="188268" y="109387"/>
                  </a:lnTo>
                  <a:lnTo>
                    <a:pt x="188229" y="109714"/>
                  </a:lnTo>
                  <a:lnTo>
                    <a:pt x="188211" y="109865"/>
                  </a:lnTo>
                  <a:lnTo>
                    <a:pt x="187679" y="112091"/>
                  </a:lnTo>
                  <a:lnTo>
                    <a:pt x="187047" y="113021"/>
                  </a:lnTo>
                  <a:lnTo>
                    <a:pt x="186133" y="114368"/>
                  </a:lnTo>
                  <a:lnTo>
                    <a:pt x="184264" y="117121"/>
                  </a:lnTo>
                  <a:lnTo>
                    <a:pt x="183250" y="118615"/>
                  </a:lnTo>
                  <a:lnTo>
                    <a:pt x="182012" y="120437"/>
                  </a:lnTo>
                  <a:lnTo>
                    <a:pt x="181809" y="120737"/>
                  </a:lnTo>
                  <a:lnTo>
                    <a:pt x="181461" y="121249"/>
                  </a:lnTo>
                  <a:lnTo>
                    <a:pt x="181247" y="121564"/>
                  </a:lnTo>
                  <a:lnTo>
                    <a:pt x="179978" y="123434"/>
                  </a:lnTo>
                  <a:lnTo>
                    <a:pt x="179765" y="123765"/>
                  </a:lnTo>
                  <a:lnTo>
                    <a:pt x="179441" y="124270"/>
                  </a:lnTo>
                  <a:lnTo>
                    <a:pt x="177834" y="126775"/>
                  </a:lnTo>
                  <a:lnTo>
                    <a:pt x="177584" y="127164"/>
                  </a:lnTo>
                  <a:lnTo>
                    <a:pt x="177372" y="127495"/>
                  </a:lnTo>
                  <a:lnTo>
                    <a:pt x="175729" y="130055"/>
                  </a:lnTo>
                  <a:lnTo>
                    <a:pt x="174849" y="131427"/>
                  </a:lnTo>
                  <a:lnTo>
                    <a:pt x="174701" y="131658"/>
                  </a:lnTo>
                  <a:lnTo>
                    <a:pt x="174107" y="132706"/>
                  </a:lnTo>
                  <a:lnTo>
                    <a:pt x="173831" y="133194"/>
                  </a:lnTo>
                  <a:lnTo>
                    <a:pt x="173393" y="134256"/>
                  </a:lnTo>
                  <a:lnTo>
                    <a:pt x="172714" y="135826"/>
                  </a:lnTo>
                  <a:lnTo>
                    <a:pt x="172257" y="136882"/>
                  </a:lnTo>
                  <a:lnTo>
                    <a:pt x="172000" y="137477"/>
                  </a:lnTo>
                  <a:lnTo>
                    <a:pt x="171467" y="138710"/>
                  </a:lnTo>
                  <a:lnTo>
                    <a:pt x="171253" y="139376"/>
                  </a:lnTo>
                  <a:lnTo>
                    <a:pt x="170664" y="141204"/>
                  </a:lnTo>
                  <a:lnTo>
                    <a:pt x="169581" y="144566"/>
                  </a:lnTo>
                  <a:lnTo>
                    <a:pt x="169467" y="144939"/>
                  </a:lnTo>
                  <a:lnTo>
                    <a:pt x="169108" y="146114"/>
                  </a:lnTo>
                  <a:lnTo>
                    <a:pt x="168822" y="147049"/>
                  </a:lnTo>
                  <a:lnTo>
                    <a:pt x="168180" y="149147"/>
                  </a:lnTo>
                  <a:lnTo>
                    <a:pt x="166706" y="153966"/>
                  </a:lnTo>
                  <a:lnTo>
                    <a:pt x="166460" y="154768"/>
                  </a:lnTo>
                  <a:lnTo>
                    <a:pt x="166351" y="155126"/>
                  </a:lnTo>
                  <a:lnTo>
                    <a:pt x="166027" y="156183"/>
                  </a:lnTo>
                  <a:lnTo>
                    <a:pt x="165084" y="159272"/>
                  </a:lnTo>
                  <a:lnTo>
                    <a:pt x="164999" y="159615"/>
                  </a:lnTo>
                  <a:lnTo>
                    <a:pt x="164703" y="160807"/>
                  </a:lnTo>
                  <a:lnTo>
                    <a:pt x="164460" y="161635"/>
                  </a:lnTo>
                  <a:lnTo>
                    <a:pt x="163667" y="164334"/>
                  </a:lnTo>
                  <a:lnTo>
                    <a:pt x="163422" y="165171"/>
                  </a:lnTo>
                  <a:lnTo>
                    <a:pt x="162325" y="168906"/>
                  </a:lnTo>
                  <a:lnTo>
                    <a:pt x="162115" y="169822"/>
                  </a:lnTo>
                  <a:lnTo>
                    <a:pt x="161867" y="170900"/>
                  </a:lnTo>
                  <a:lnTo>
                    <a:pt x="161821" y="171155"/>
                  </a:lnTo>
                  <a:lnTo>
                    <a:pt x="161459" y="173196"/>
                  </a:lnTo>
                  <a:lnTo>
                    <a:pt x="161281" y="175456"/>
                  </a:lnTo>
                  <a:lnTo>
                    <a:pt x="161292" y="177088"/>
                  </a:lnTo>
                  <a:lnTo>
                    <a:pt x="161295" y="177567"/>
                  </a:lnTo>
                  <a:lnTo>
                    <a:pt x="161434" y="178632"/>
                  </a:lnTo>
                  <a:lnTo>
                    <a:pt x="161510" y="179216"/>
                  </a:lnTo>
                  <a:lnTo>
                    <a:pt x="162169" y="182319"/>
                  </a:lnTo>
                  <a:lnTo>
                    <a:pt x="162353" y="183185"/>
                  </a:lnTo>
                  <a:lnTo>
                    <a:pt x="162490" y="183766"/>
                  </a:lnTo>
                  <a:lnTo>
                    <a:pt x="162562" y="184073"/>
                  </a:lnTo>
                  <a:lnTo>
                    <a:pt x="163390" y="187597"/>
                  </a:lnTo>
                  <a:lnTo>
                    <a:pt x="163577" y="188392"/>
                  </a:lnTo>
                  <a:lnTo>
                    <a:pt x="163635" y="188580"/>
                  </a:lnTo>
                  <a:lnTo>
                    <a:pt x="164039" y="189898"/>
                  </a:lnTo>
                  <a:lnTo>
                    <a:pt x="164139" y="190227"/>
                  </a:lnTo>
                  <a:lnTo>
                    <a:pt x="165004" y="192937"/>
                  </a:lnTo>
                  <a:lnTo>
                    <a:pt x="165988" y="196025"/>
                  </a:lnTo>
                  <a:lnTo>
                    <a:pt x="166888" y="198845"/>
                  </a:lnTo>
                  <a:lnTo>
                    <a:pt x="167437" y="200569"/>
                  </a:lnTo>
                  <a:lnTo>
                    <a:pt x="167509" y="200777"/>
                  </a:lnTo>
                  <a:lnTo>
                    <a:pt x="168750" y="204396"/>
                  </a:lnTo>
                  <a:lnTo>
                    <a:pt x="168860" y="204717"/>
                  </a:lnTo>
                  <a:lnTo>
                    <a:pt x="169536" y="206688"/>
                  </a:lnTo>
                  <a:lnTo>
                    <a:pt x="169634" y="206973"/>
                  </a:lnTo>
                  <a:lnTo>
                    <a:pt x="170027" y="208662"/>
                  </a:lnTo>
                  <a:lnTo>
                    <a:pt x="171615" y="215316"/>
                  </a:lnTo>
                  <a:lnTo>
                    <a:pt x="172430" y="219144"/>
                  </a:lnTo>
                  <a:lnTo>
                    <a:pt x="173698" y="225097"/>
                  </a:lnTo>
                  <a:lnTo>
                    <a:pt x="173836" y="226275"/>
                  </a:lnTo>
                  <a:lnTo>
                    <a:pt x="173971" y="227437"/>
                  </a:lnTo>
                  <a:lnTo>
                    <a:pt x="174387" y="230998"/>
                  </a:lnTo>
                  <a:lnTo>
                    <a:pt x="174439" y="231450"/>
                  </a:lnTo>
                  <a:lnTo>
                    <a:pt x="174516" y="232102"/>
                  </a:lnTo>
                  <a:lnTo>
                    <a:pt x="174625" y="233038"/>
                  </a:lnTo>
                  <a:lnTo>
                    <a:pt x="175160" y="236718"/>
                  </a:lnTo>
                  <a:lnTo>
                    <a:pt x="175904" y="241830"/>
                  </a:lnTo>
                  <a:lnTo>
                    <a:pt x="176796" y="247960"/>
                  </a:lnTo>
                  <a:lnTo>
                    <a:pt x="176106" y="248113"/>
                  </a:lnTo>
                  <a:lnTo>
                    <a:pt x="166552" y="250237"/>
                  </a:lnTo>
                  <a:lnTo>
                    <a:pt x="164297" y="250793"/>
                  </a:lnTo>
                  <a:lnTo>
                    <a:pt x="152955" y="253595"/>
                  </a:lnTo>
                  <a:lnTo>
                    <a:pt x="153032" y="254195"/>
                  </a:lnTo>
                  <a:lnTo>
                    <a:pt x="153177" y="255315"/>
                  </a:lnTo>
                  <a:lnTo>
                    <a:pt x="153308" y="256329"/>
                  </a:lnTo>
                  <a:lnTo>
                    <a:pt x="153690" y="259278"/>
                  </a:lnTo>
                  <a:lnTo>
                    <a:pt x="153721" y="259526"/>
                  </a:lnTo>
                  <a:lnTo>
                    <a:pt x="155911" y="276737"/>
                  </a:lnTo>
                  <a:lnTo>
                    <a:pt x="156642" y="282043"/>
                  </a:lnTo>
                  <a:lnTo>
                    <a:pt x="156684" y="282348"/>
                  </a:lnTo>
                  <a:lnTo>
                    <a:pt x="156880" y="283770"/>
                  </a:lnTo>
                  <a:lnTo>
                    <a:pt x="157527" y="286212"/>
                  </a:lnTo>
                  <a:lnTo>
                    <a:pt x="148183" y="288745"/>
                  </a:lnTo>
                  <a:lnTo>
                    <a:pt x="147810" y="288846"/>
                  </a:lnTo>
                  <a:lnTo>
                    <a:pt x="141917" y="290443"/>
                  </a:lnTo>
                  <a:lnTo>
                    <a:pt x="141790" y="290478"/>
                  </a:lnTo>
                  <a:lnTo>
                    <a:pt x="137338" y="291685"/>
                  </a:lnTo>
                  <a:lnTo>
                    <a:pt x="135822" y="292071"/>
                  </a:lnTo>
                  <a:lnTo>
                    <a:pt x="134682" y="292361"/>
                  </a:lnTo>
                  <a:lnTo>
                    <a:pt x="132455" y="292928"/>
                  </a:lnTo>
                  <a:lnTo>
                    <a:pt x="126840" y="294358"/>
                  </a:lnTo>
                  <a:lnTo>
                    <a:pt x="125346" y="294764"/>
                  </a:lnTo>
                  <a:lnTo>
                    <a:pt x="118217" y="296703"/>
                  </a:lnTo>
                  <a:lnTo>
                    <a:pt x="116640" y="297132"/>
                  </a:lnTo>
                  <a:lnTo>
                    <a:pt x="115020" y="299233"/>
                  </a:lnTo>
                  <a:lnTo>
                    <a:pt x="114853" y="300044"/>
                  </a:lnTo>
                  <a:lnTo>
                    <a:pt x="114780" y="300400"/>
                  </a:lnTo>
                  <a:lnTo>
                    <a:pt x="110913" y="298023"/>
                  </a:lnTo>
                  <a:lnTo>
                    <a:pt x="110653" y="297836"/>
                  </a:lnTo>
                  <a:lnTo>
                    <a:pt x="108353" y="296180"/>
                  </a:lnTo>
                  <a:lnTo>
                    <a:pt x="108078" y="295982"/>
                  </a:lnTo>
                  <a:lnTo>
                    <a:pt x="106370" y="294324"/>
                  </a:lnTo>
                  <a:lnTo>
                    <a:pt x="105016" y="294399"/>
                  </a:lnTo>
                  <a:lnTo>
                    <a:pt x="104867" y="294614"/>
                  </a:lnTo>
                  <a:lnTo>
                    <a:pt x="104466" y="294072"/>
                  </a:lnTo>
                  <a:lnTo>
                    <a:pt x="103765" y="293124"/>
                  </a:lnTo>
                  <a:lnTo>
                    <a:pt x="103290" y="292481"/>
                  </a:lnTo>
                  <a:lnTo>
                    <a:pt x="99470" y="287315"/>
                  </a:lnTo>
                  <a:lnTo>
                    <a:pt x="96087" y="282741"/>
                  </a:lnTo>
                  <a:lnTo>
                    <a:pt x="95187" y="282690"/>
                  </a:lnTo>
                  <a:lnTo>
                    <a:pt x="92967" y="282565"/>
                  </a:lnTo>
                  <a:lnTo>
                    <a:pt x="91676" y="282492"/>
                  </a:lnTo>
                  <a:lnTo>
                    <a:pt x="89919" y="282393"/>
                  </a:lnTo>
                  <a:lnTo>
                    <a:pt x="86147" y="282180"/>
                  </a:lnTo>
                  <a:lnTo>
                    <a:pt x="83662" y="282040"/>
                  </a:lnTo>
                  <a:lnTo>
                    <a:pt x="81025" y="281891"/>
                  </a:lnTo>
                  <a:lnTo>
                    <a:pt x="78468" y="281747"/>
                  </a:lnTo>
                  <a:lnTo>
                    <a:pt x="75589" y="281584"/>
                  </a:lnTo>
                  <a:lnTo>
                    <a:pt x="73845" y="281486"/>
                  </a:lnTo>
                  <a:lnTo>
                    <a:pt x="72906" y="281425"/>
                  </a:lnTo>
                  <a:lnTo>
                    <a:pt x="72439" y="281395"/>
                  </a:lnTo>
                  <a:lnTo>
                    <a:pt x="70298" y="281256"/>
                  </a:lnTo>
                  <a:lnTo>
                    <a:pt x="68613" y="281146"/>
                  </a:lnTo>
                  <a:lnTo>
                    <a:pt x="68033" y="281108"/>
                  </a:lnTo>
                  <a:lnTo>
                    <a:pt x="64199" y="280859"/>
                  </a:lnTo>
                  <a:lnTo>
                    <a:pt x="63879" y="280839"/>
                  </a:lnTo>
                  <a:lnTo>
                    <a:pt x="59844" y="280576"/>
                  </a:lnTo>
                  <a:lnTo>
                    <a:pt x="59310" y="280542"/>
                  </a:lnTo>
                  <a:lnTo>
                    <a:pt x="55658" y="280304"/>
                  </a:lnTo>
                  <a:lnTo>
                    <a:pt x="55047" y="280265"/>
                  </a:lnTo>
                  <a:lnTo>
                    <a:pt x="50028" y="279940"/>
                  </a:lnTo>
                  <a:lnTo>
                    <a:pt x="47108" y="279824"/>
                  </a:lnTo>
                  <a:lnTo>
                    <a:pt x="43110" y="279665"/>
                  </a:lnTo>
                  <a:lnTo>
                    <a:pt x="36270" y="279394"/>
                  </a:lnTo>
                  <a:lnTo>
                    <a:pt x="34177" y="279311"/>
                  </a:lnTo>
                  <a:lnTo>
                    <a:pt x="29498" y="279097"/>
                  </a:lnTo>
                  <a:lnTo>
                    <a:pt x="28869" y="279069"/>
                  </a:lnTo>
                  <a:lnTo>
                    <a:pt x="23414" y="278820"/>
                  </a:lnTo>
                  <a:lnTo>
                    <a:pt x="12236" y="278256"/>
                  </a:lnTo>
                  <a:lnTo>
                    <a:pt x="171" y="277647"/>
                  </a:lnTo>
                  <a:lnTo>
                    <a:pt x="0" y="277638"/>
                  </a:lnTo>
                  <a:lnTo>
                    <a:pt x="936" y="273391"/>
                  </a:lnTo>
                  <a:lnTo>
                    <a:pt x="7409" y="266602"/>
                  </a:lnTo>
                  <a:lnTo>
                    <a:pt x="16224" y="257357"/>
                  </a:lnTo>
                  <a:lnTo>
                    <a:pt x="16527" y="257039"/>
                  </a:lnTo>
                  <a:lnTo>
                    <a:pt x="19213" y="254042"/>
                  </a:lnTo>
                  <a:lnTo>
                    <a:pt x="19340" y="253899"/>
                  </a:lnTo>
                  <a:lnTo>
                    <a:pt x="20202" y="253086"/>
                  </a:lnTo>
                  <a:lnTo>
                    <a:pt x="22251" y="251151"/>
                  </a:lnTo>
                  <a:lnTo>
                    <a:pt x="22575" y="250846"/>
                  </a:lnTo>
                  <a:lnTo>
                    <a:pt x="26323" y="247047"/>
                  </a:lnTo>
                  <a:lnTo>
                    <a:pt x="28525" y="244735"/>
                  </a:lnTo>
                  <a:lnTo>
                    <a:pt x="30413" y="242753"/>
                  </a:lnTo>
                  <a:lnTo>
                    <a:pt x="24706" y="237223"/>
                  </a:lnTo>
                  <a:lnTo>
                    <a:pt x="27381" y="234630"/>
                  </a:lnTo>
                  <a:lnTo>
                    <a:pt x="40458" y="221953"/>
                  </a:lnTo>
                  <a:lnTo>
                    <a:pt x="41162" y="221109"/>
                  </a:lnTo>
                  <a:lnTo>
                    <a:pt x="43134" y="218746"/>
                  </a:lnTo>
                  <a:lnTo>
                    <a:pt x="48390" y="212447"/>
                  </a:lnTo>
                  <a:lnTo>
                    <a:pt x="53277" y="206428"/>
                  </a:lnTo>
                  <a:lnTo>
                    <a:pt x="43721" y="198869"/>
                  </a:lnTo>
                  <a:lnTo>
                    <a:pt x="42403" y="197692"/>
                  </a:lnTo>
                  <a:lnTo>
                    <a:pt x="44990" y="188149"/>
                  </a:lnTo>
                  <a:lnTo>
                    <a:pt x="46183" y="186274"/>
                  </a:lnTo>
                  <a:lnTo>
                    <a:pt x="49771" y="184754"/>
                  </a:lnTo>
                  <a:lnTo>
                    <a:pt x="51880" y="183862"/>
                  </a:lnTo>
                  <a:lnTo>
                    <a:pt x="52242" y="183708"/>
                  </a:lnTo>
                  <a:lnTo>
                    <a:pt x="54158" y="182706"/>
                  </a:lnTo>
                  <a:lnTo>
                    <a:pt x="55251" y="182133"/>
                  </a:lnTo>
                  <a:lnTo>
                    <a:pt x="55792" y="181850"/>
                  </a:lnTo>
                  <a:lnTo>
                    <a:pt x="56202" y="181702"/>
                  </a:lnTo>
                  <a:lnTo>
                    <a:pt x="58929" y="180717"/>
                  </a:lnTo>
                  <a:lnTo>
                    <a:pt x="59632" y="180612"/>
                  </a:lnTo>
                  <a:lnTo>
                    <a:pt x="62819" y="180137"/>
                  </a:lnTo>
                  <a:lnTo>
                    <a:pt x="64566" y="173138"/>
                  </a:lnTo>
                  <a:lnTo>
                    <a:pt x="59475" y="168780"/>
                  </a:lnTo>
                  <a:lnTo>
                    <a:pt x="58494" y="167941"/>
                  </a:lnTo>
                  <a:lnTo>
                    <a:pt x="57774" y="167372"/>
                  </a:lnTo>
                  <a:lnTo>
                    <a:pt x="57379" y="167059"/>
                  </a:lnTo>
                  <a:lnTo>
                    <a:pt x="57248" y="166956"/>
                  </a:lnTo>
                  <a:lnTo>
                    <a:pt x="47097" y="158930"/>
                  </a:lnTo>
                  <a:lnTo>
                    <a:pt x="19871" y="136406"/>
                  </a:lnTo>
                  <a:lnTo>
                    <a:pt x="31059" y="122479"/>
                  </a:lnTo>
                  <a:lnTo>
                    <a:pt x="35210" y="117685"/>
                  </a:lnTo>
                  <a:lnTo>
                    <a:pt x="40953" y="111314"/>
                  </a:lnTo>
                  <a:lnTo>
                    <a:pt x="42367" y="112437"/>
                  </a:lnTo>
                  <a:lnTo>
                    <a:pt x="49734" y="118285"/>
                  </a:lnTo>
                  <a:lnTo>
                    <a:pt x="51611" y="119774"/>
                  </a:lnTo>
                  <a:lnTo>
                    <a:pt x="52949" y="119558"/>
                  </a:lnTo>
                  <a:lnTo>
                    <a:pt x="53570" y="119425"/>
                  </a:lnTo>
                  <a:lnTo>
                    <a:pt x="54740" y="118787"/>
                  </a:lnTo>
                  <a:lnTo>
                    <a:pt x="55824" y="118195"/>
                  </a:lnTo>
                  <a:lnTo>
                    <a:pt x="57310" y="116235"/>
                  </a:lnTo>
                  <a:lnTo>
                    <a:pt x="58326" y="113804"/>
                  </a:lnTo>
                  <a:lnTo>
                    <a:pt x="61947" y="105140"/>
                  </a:lnTo>
                  <a:lnTo>
                    <a:pt x="64038" y="103614"/>
                  </a:lnTo>
                  <a:lnTo>
                    <a:pt x="65177" y="103475"/>
                  </a:lnTo>
                  <a:lnTo>
                    <a:pt x="65697" y="103415"/>
                  </a:lnTo>
                  <a:lnTo>
                    <a:pt x="68243" y="104482"/>
                  </a:lnTo>
                  <a:lnTo>
                    <a:pt x="69495" y="105007"/>
                  </a:lnTo>
                  <a:lnTo>
                    <a:pt x="74548" y="107125"/>
                  </a:lnTo>
                  <a:lnTo>
                    <a:pt x="82065" y="110276"/>
                  </a:lnTo>
                  <a:lnTo>
                    <a:pt x="82462" y="110442"/>
                  </a:lnTo>
                  <a:lnTo>
                    <a:pt x="83494" y="110965"/>
                  </a:lnTo>
                  <a:lnTo>
                    <a:pt x="84513" y="111481"/>
                  </a:lnTo>
                  <a:lnTo>
                    <a:pt x="86960" y="112721"/>
                  </a:lnTo>
                  <a:lnTo>
                    <a:pt x="87398" y="112943"/>
                  </a:lnTo>
                  <a:lnTo>
                    <a:pt x="88804" y="113655"/>
                  </a:lnTo>
                  <a:lnTo>
                    <a:pt x="90476" y="112325"/>
                  </a:lnTo>
                  <a:lnTo>
                    <a:pt x="96137" y="107823"/>
                  </a:lnTo>
                  <a:lnTo>
                    <a:pt x="91702" y="103835"/>
                  </a:lnTo>
                  <a:lnTo>
                    <a:pt x="91320" y="102899"/>
                  </a:lnTo>
                  <a:lnTo>
                    <a:pt x="89876" y="99371"/>
                  </a:lnTo>
                  <a:lnTo>
                    <a:pt x="88981" y="97219"/>
                  </a:lnTo>
                  <a:lnTo>
                    <a:pt x="88065" y="96522"/>
                  </a:lnTo>
                  <a:lnTo>
                    <a:pt x="88545" y="96095"/>
                  </a:lnTo>
                  <a:lnTo>
                    <a:pt x="89050" y="95644"/>
                  </a:lnTo>
                  <a:lnTo>
                    <a:pt x="89844" y="94376"/>
                  </a:lnTo>
                  <a:lnTo>
                    <a:pt x="90435" y="93386"/>
                  </a:lnTo>
                  <a:lnTo>
                    <a:pt x="90718" y="92292"/>
                  </a:lnTo>
                  <a:lnTo>
                    <a:pt x="90916" y="90777"/>
                  </a:lnTo>
                  <a:lnTo>
                    <a:pt x="90946" y="89571"/>
                  </a:lnTo>
                  <a:lnTo>
                    <a:pt x="90782" y="88826"/>
                  </a:lnTo>
                  <a:lnTo>
                    <a:pt x="90174" y="87746"/>
                  </a:lnTo>
                  <a:lnTo>
                    <a:pt x="89587" y="87011"/>
                  </a:lnTo>
                  <a:lnTo>
                    <a:pt x="89801" y="86467"/>
                  </a:lnTo>
                  <a:lnTo>
                    <a:pt x="90024" y="86203"/>
                  </a:lnTo>
                  <a:lnTo>
                    <a:pt x="90529" y="85604"/>
                  </a:lnTo>
                  <a:lnTo>
                    <a:pt x="90650" y="85461"/>
                  </a:lnTo>
                  <a:lnTo>
                    <a:pt x="91255" y="84743"/>
                  </a:lnTo>
                  <a:lnTo>
                    <a:pt x="91800" y="84098"/>
                  </a:lnTo>
                  <a:lnTo>
                    <a:pt x="92722" y="83397"/>
                  </a:lnTo>
                  <a:lnTo>
                    <a:pt x="93285" y="82970"/>
                  </a:lnTo>
                  <a:lnTo>
                    <a:pt x="94884" y="81620"/>
                  </a:lnTo>
                  <a:lnTo>
                    <a:pt x="95235" y="81324"/>
                  </a:lnTo>
                  <a:lnTo>
                    <a:pt x="95383" y="81118"/>
                  </a:lnTo>
                  <a:lnTo>
                    <a:pt x="95577" y="80848"/>
                  </a:lnTo>
                  <a:lnTo>
                    <a:pt x="95834" y="80489"/>
                  </a:lnTo>
                  <a:lnTo>
                    <a:pt x="95987" y="80275"/>
                  </a:lnTo>
                  <a:lnTo>
                    <a:pt x="96293" y="79848"/>
                  </a:lnTo>
                  <a:lnTo>
                    <a:pt x="96389" y="79714"/>
                  </a:lnTo>
                  <a:lnTo>
                    <a:pt x="96559" y="79477"/>
                  </a:lnTo>
                  <a:lnTo>
                    <a:pt x="96653" y="79308"/>
                  </a:lnTo>
                  <a:lnTo>
                    <a:pt x="96924" y="78819"/>
                  </a:lnTo>
                  <a:lnTo>
                    <a:pt x="97211" y="78300"/>
                  </a:lnTo>
                  <a:lnTo>
                    <a:pt x="97331" y="78016"/>
                  </a:lnTo>
                  <a:lnTo>
                    <a:pt x="97398" y="77754"/>
                  </a:lnTo>
                  <a:lnTo>
                    <a:pt x="97488" y="77397"/>
                  </a:lnTo>
                  <a:lnTo>
                    <a:pt x="97645" y="76787"/>
                  </a:lnTo>
                  <a:lnTo>
                    <a:pt x="97775" y="76339"/>
                  </a:lnTo>
                  <a:lnTo>
                    <a:pt x="97813" y="76209"/>
                  </a:lnTo>
                  <a:lnTo>
                    <a:pt x="97947" y="75746"/>
                  </a:lnTo>
                  <a:lnTo>
                    <a:pt x="98000" y="75563"/>
                  </a:lnTo>
                  <a:lnTo>
                    <a:pt x="98111" y="75181"/>
                  </a:lnTo>
                  <a:lnTo>
                    <a:pt x="98150" y="75012"/>
                  </a:lnTo>
                  <a:lnTo>
                    <a:pt x="98234" y="74651"/>
                  </a:lnTo>
                  <a:lnTo>
                    <a:pt x="98273" y="74486"/>
                  </a:lnTo>
                  <a:lnTo>
                    <a:pt x="98375" y="74048"/>
                  </a:lnTo>
                  <a:lnTo>
                    <a:pt x="98407" y="73911"/>
                  </a:lnTo>
                  <a:lnTo>
                    <a:pt x="98444" y="73752"/>
                  </a:lnTo>
                  <a:lnTo>
                    <a:pt x="98444" y="73570"/>
                  </a:lnTo>
                  <a:lnTo>
                    <a:pt x="98444" y="73310"/>
                  </a:lnTo>
                  <a:lnTo>
                    <a:pt x="98444" y="73020"/>
                  </a:lnTo>
                  <a:lnTo>
                    <a:pt x="98444" y="72798"/>
                  </a:lnTo>
                  <a:lnTo>
                    <a:pt x="98463" y="72550"/>
                  </a:lnTo>
                  <a:lnTo>
                    <a:pt x="98474" y="72408"/>
                  </a:lnTo>
                  <a:lnTo>
                    <a:pt x="98490" y="72198"/>
                  </a:lnTo>
                  <a:lnTo>
                    <a:pt x="98509" y="71697"/>
                  </a:lnTo>
                  <a:lnTo>
                    <a:pt x="98500" y="71444"/>
                  </a:lnTo>
                  <a:lnTo>
                    <a:pt x="98495" y="71308"/>
                  </a:lnTo>
                  <a:lnTo>
                    <a:pt x="98483" y="70995"/>
                  </a:lnTo>
                  <a:lnTo>
                    <a:pt x="98475" y="70788"/>
                  </a:lnTo>
                  <a:lnTo>
                    <a:pt x="98473" y="70477"/>
                  </a:lnTo>
                  <a:lnTo>
                    <a:pt x="98479" y="70314"/>
                  </a:lnTo>
                  <a:lnTo>
                    <a:pt x="98490" y="69996"/>
                  </a:lnTo>
                  <a:lnTo>
                    <a:pt x="98498" y="69792"/>
                  </a:lnTo>
                  <a:lnTo>
                    <a:pt x="98507" y="69534"/>
                  </a:lnTo>
                  <a:lnTo>
                    <a:pt x="98518" y="69242"/>
                  </a:lnTo>
                  <a:lnTo>
                    <a:pt x="98530" y="68920"/>
                  </a:lnTo>
                  <a:lnTo>
                    <a:pt x="98630" y="67860"/>
                  </a:lnTo>
                  <a:lnTo>
                    <a:pt x="98702" y="67558"/>
                  </a:lnTo>
                  <a:lnTo>
                    <a:pt x="98750" y="67356"/>
                  </a:lnTo>
                  <a:lnTo>
                    <a:pt x="98870" y="66857"/>
                  </a:lnTo>
                  <a:lnTo>
                    <a:pt x="98917" y="66662"/>
                  </a:lnTo>
                  <a:lnTo>
                    <a:pt x="99049" y="66111"/>
                  </a:lnTo>
                  <a:lnTo>
                    <a:pt x="99101" y="65896"/>
                  </a:lnTo>
                  <a:lnTo>
                    <a:pt x="99233" y="65432"/>
                  </a:lnTo>
                  <a:lnTo>
                    <a:pt x="99271" y="65298"/>
                  </a:lnTo>
                  <a:lnTo>
                    <a:pt x="99486" y="64544"/>
                  </a:lnTo>
                  <a:lnTo>
                    <a:pt x="99727" y="63699"/>
                  </a:lnTo>
                  <a:lnTo>
                    <a:pt x="99763" y="63572"/>
                  </a:lnTo>
                  <a:lnTo>
                    <a:pt x="99883" y="63194"/>
                  </a:lnTo>
                  <a:lnTo>
                    <a:pt x="99925" y="63062"/>
                  </a:lnTo>
                  <a:lnTo>
                    <a:pt x="100064" y="62627"/>
                  </a:lnTo>
                  <a:lnTo>
                    <a:pt x="100119" y="62454"/>
                  </a:lnTo>
                  <a:lnTo>
                    <a:pt x="100211" y="62166"/>
                  </a:lnTo>
                  <a:lnTo>
                    <a:pt x="100276" y="61963"/>
                  </a:lnTo>
                  <a:lnTo>
                    <a:pt x="100385" y="61620"/>
                  </a:lnTo>
                  <a:lnTo>
                    <a:pt x="100463" y="61376"/>
                  </a:lnTo>
                  <a:lnTo>
                    <a:pt x="100570" y="61039"/>
                  </a:lnTo>
                  <a:lnTo>
                    <a:pt x="100662" y="60751"/>
                  </a:lnTo>
                  <a:lnTo>
                    <a:pt x="100778" y="60385"/>
                  </a:lnTo>
                  <a:lnTo>
                    <a:pt x="100884" y="60054"/>
                  </a:lnTo>
                  <a:lnTo>
                    <a:pt x="100961" y="59812"/>
                  </a:lnTo>
                  <a:lnTo>
                    <a:pt x="101099" y="59463"/>
                  </a:lnTo>
                  <a:lnTo>
                    <a:pt x="101230" y="59129"/>
                  </a:lnTo>
                  <a:lnTo>
                    <a:pt x="101343" y="58842"/>
                  </a:lnTo>
                  <a:lnTo>
                    <a:pt x="101454" y="58559"/>
                  </a:lnTo>
                  <a:lnTo>
                    <a:pt x="101563" y="58283"/>
                  </a:lnTo>
                  <a:lnTo>
                    <a:pt x="101651" y="58057"/>
                  </a:lnTo>
                  <a:lnTo>
                    <a:pt x="101876" y="57485"/>
                  </a:lnTo>
                  <a:lnTo>
                    <a:pt x="101948" y="57301"/>
                  </a:lnTo>
                  <a:lnTo>
                    <a:pt x="102019" y="57122"/>
                  </a:lnTo>
                  <a:lnTo>
                    <a:pt x="102157" y="56740"/>
                  </a:lnTo>
                  <a:lnTo>
                    <a:pt x="102234" y="56526"/>
                  </a:lnTo>
                  <a:lnTo>
                    <a:pt x="102360" y="56177"/>
                  </a:lnTo>
                  <a:lnTo>
                    <a:pt x="102494" y="55806"/>
                  </a:lnTo>
                  <a:lnTo>
                    <a:pt x="102555" y="55636"/>
                  </a:lnTo>
                  <a:lnTo>
                    <a:pt x="102635" y="55414"/>
                  </a:lnTo>
                  <a:lnTo>
                    <a:pt x="102696" y="55247"/>
                  </a:lnTo>
                  <a:lnTo>
                    <a:pt x="102774" y="55030"/>
                  </a:lnTo>
                  <a:lnTo>
                    <a:pt x="102832" y="54870"/>
                  </a:lnTo>
                  <a:lnTo>
                    <a:pt x="102928" y="54603"/>
                  </a:lnTo>
                  <a:lnTo>
                    <a:pt x="103031" y="54186"/>
                  </a:lnTo>
                  <a:lnTo>
                    <a:pt x="103178" y="53585"/>
                  </a:lnTo>
                  <a:lnTo>
                    <a:pt x="103334" y="52951"/>
                  </a:lnTo>
                  <a:lnTo>
                    <a:pt x="103447" y="52488"/>
                  </a:lnTo>
                  <a:lnTo>
                    <a:pt x="103485" y="52336"/>
                  </a:lnTo>
                  <a:lnTo>
                    <a:pt x="103572" y="51981"/>
                  </a:lnTo>
                  <a:lnTo>
                    <a:pt x="103616" y="51801"/>
                  </a:lnTo>
                  <a:lnTo>
                    <a:pt x="103734" y="51302"/>
                  </a:lnTo>
                  <a:lnTo>
                    <a:pt x="103742" y="50986"/>
                  </a:lnTo>
                  <a:lnTo>
                    <a:pt x="103747" y="50784"/>
                  </a:lnTo>
                  <a:lnTo>
                    <a:pt x="103759" y="50282"/>
                  </a:lnTo>
                  <a:lnTo>
                    <a:pt x="103770" y="49839"/>
                  </a:lnTo>
                  <a:lnTo>
                    <a:pt x="103775" y="49661"/>
                  </a:lnTo>
                  <a:lnTo>
                    <a:pt x="103782" y="49365"/>
                  </a:lnTo>
                  <a:lnTo>
                    <a:pt x="103788" y="49142"/>
                  </a:lnTo>
                  <a:lnTo>
                    <a:pt x="103793" y="48883"/>
                  </a:lnTo>
                  <a:lnTo>
                    <a:pt x="103792" y="48645"/>
                  </a:lnTo>
                  <a:lnTo>
                    <a:pt x="103790" y="48402"/>
                  </a:lnTo>
                  <a:lnTo>
                    <a:pt x="103789" y="48144"/>
                  </a:lnTo>
                  <a:lnTo>
                    <a:pt x="103788" y="47965"/>
                  </a:lnTo>
                  <a:lnTo>
                    <a:pt x="103785" y="47390"/>
                  </a:lnTo>
                  <a:lnTo>
                    <a:pt x="103785" y="47251"/>
                  </a:lnTo>
                  <a:lnTo>
                    <a:pt x="103783" y="47010"/>
                  </a:lnTo>
                  <a:lnTo>
                    <a:pt x="103782" y="46814"/>
                  </a:lnTo>
                  <a:lnTo>
                    <a:pt x="103781" y="46550"/>
                  </a:lnTo>
                  <a:lnTo>
                    <a:pt x="103780" y="46358"/>
                  </a:lnTo>
                  <a:lnTo>
                    <a:pt x="103779" y="46112"/>
                  </a:lnTo>
                  <a:lnTo>
                    <a:pt x="103764" y="45879"/>
                  </a:lnTo>
                  <a:lnTo>
                    <a:pt x="103740" y="45700"/>
                  </a:lnTo>
                  <a:lnTo>
                    <a:pt x="103689" y="45313"/>
                  </a:lnTo>
                  <a:lnTo>
                    <a:pt x="103562" y="44364"/>
                  </a:lnTo>
                  <a:lnTo>
                    <a:pt x="103510" y="43972"/>
                  </a:lnTo>
                  <a:lnTo>
                    <a:pt x="103519" y="43719"/>
                  </a:lnTo>
                  <a:lnTo>
                    <a:pt x="103528" y="43483"/>
                  </a:lnTo>
                  <a:lnTo>
                    <a:pt x="103545" y="43002"/>
                  </a:lnTo>
                  <a:lnTo>
                    <a:pt x="103558" y="42657"/>
                  </a:lnTo>
                  <a:lnTo>
                    <a:pt x="103569" y="42339"/>
                  </a:lnTo>
                  <a:lnTo>
                    <a:pt x="103581" y="42007"/>
                  </a:lnTo>
                  <a:lnTo>
                    <a:pt x="103587" y="41846"/>
                  </a:lnTo>
                  <a:lnTo>
                    <a:pt x="103598" y="41544"/>
                  </a:lnTo>
                  <a:lnTo>
                    <a:pt x="103640" y="41242"/>
                  </a:lnTo>
                  <a:lnTo>
                    <a:pt x="103628" y="41045"/>
                  </a:lnTo>
                  <a:lnTo>
                    <a:pt x="103161" y="38450"/>
                  </a:lnTo>
                  <a:lnTo>
                    <a:pt x="103035" y="37751"/>
                  </a:lnTo>
                  <a:lnTo>
                    <a:pt x="102744" y="36068"/>
                  </a:lnTo>
                  <a:lnTo>
                    <a:pt x="102730" y="35859"/>
                  </a:lnTo>
                  <a:lnTo>
                    <a:pt x="102707" y="35509"/>
                  </a:lnTo>
                  <a:lnTo>
                    <a:pt x="102696" y="35344"/>
                  </a:lnTo>
                  <a:lnTo>
                    <a:pt x="102675" y="35038"/>
                  </a:lnTo>
                  <a:lnTo>
                    <a:pt x="102663" y="34856"/>
                  </a:lnTo>
                  <a:lnTo>
                    <a:pt x="102644" y="34579"/>
                  </a:lnTo>
                  <a:lnTo>
                    <a:pt x="102636" y="34449"/>
                  </a:lnTo>
                  <a:lnTo>
                    <a:pt x="102626" y="34300"/>
                  </a:lnTo>
                  <a:lnTo>
                    <a:pt x="102643" y="33924"/>
                  </a:lnTo>
                  <a:lnTo>
                    <a:pt x="102664" y="33440"/>
                  </a:lnTo>
                  <a:lnTo>
                    <a:pt x="102679" y="33110"/>
                  </a:lnTo>
                  <a:lnTo>
                    <a:pt x="102923" y="29877"/>
                  </a:lnTo>
                  <a:lnTo>
                    <a:pt x="103019" y="28607"/>
                  </a:lnTo>
                  <a:lnTo>
                    <a:pt x="103195" y="26682"/>
                  </a:lnTo>
                  <a:lnTo>
                    <a:pt x="103542" y="22867"/>
                  </a:lnTo>
                  <a:lnTo>
                    <a:pt x="103560" y="22576"/>
                  </a:lnTo>
                  <a:lnTo>
                    <a:pt x="103581" y="22245"/>
                  </a:lnTo>
                  <a:lnTo>
                    <a:pt x="103606" y="21825"/>
                  </a:lnTo>
                  <a:lnTo>
                    <a:pt x="103622" y="21574"/>
                  </a:lnTo>
                  <a:lnTo>
                    <a:pt x="103652" y="21076"/>
                  </a:lnTo>
                  <a:lnTo>
                    <a:pt x="103671" y="20770"/>
                  </a:lnTo>
                  <a:lnTo>
                    <a:pt x="103692" y="20434"/>
                  </a:lnTo>
                  <a:lnTo>
                    <a:pt x="103708" y="20162"/>
                  </a:lnTo>
                  <a:lnTo>
                    <a:pt x="103733" y="19754"/>
                  </a:lnTo>
                  <a:lnTo>
                    <a:pt x="103841" y="18866"/>
                  </a:lnTo>
                  <a:lnTo>
                    <a:pt x="103948" y="17978"/>
                  </a:lnTo>
                  <a:lnTo>
                    <a:pt x="104150" y="16365"/>
                  </a:lnTo>
                  <a:lnTo>
                    <a:pt x="107371" y="17468"/>
                  </a:lnTo>
                  <a:lnTo>
                    <a:pt x="111158" y="10401"/>
                  </a:lnTo>
                  <a:lnTo>
                    <a:pt x="112977" y="7717"/>
                  </a:lnTo>
                  <a:lnTo>
                    <a:pt x="122698" y="530"/>
                  </a:lnTo>
                  <a:lnTo>
                    <a:pt x="123979" y="0"/>
                  </a:lnTo>
                  <a:lnTo>
                    <a:pt x="125352" y="17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6" name="pg125"/>
            <p:cNvSpPr/>
            <p:nvPr/>
          </p:nvSpPr>
          <p:spPr>
            <a:xfrm>
              <a:off x="3893453" y="5256890"/>
              <a:ext cx="157614" cy="141232"/>
            </a:xfrm>
            <a:custGeom>
              <a:avLst/>
              <a:pathLst>
                <a:path w="157614" h="141232">
                  <a:moveTo>
                    <a:pt x="93984" y="136984"/>
                  </a:moveTo>
                  <a:lnTo>
                    <a:pt x="93047" y="141232"/>
                  </a:lnTo>
                  <a:lnTo>
                    <a:pt x="92189" y="141142"/>
                  </a:lnTo>
                  <a:lnTo>
                    <a:pt x="90970" y="141016"/>
                  </a:lnTo>
                  <a:lnTo>
                    <a:pt x="89493" y="140862"/>
                  </a:lnTo>
                  <a:lnTo>
                    <a:pt x="87194" y="140623"/>
                  </a:lnTo>
                  <a:lnTo>
                    <a:pt x="86830" y="140585"/>
                  </a:lnTo>
                  <a:lnTo>
                    <a:pt x="85142" y="140409"/>
                  </a:lnTo>
                  <a:lnTo>
                    <a:pt x="84322" y="140324"/>
                  </a:lnTo>
                  <a:lnTo>
                    <a:pt x="84190" y="140318"/>
                  </a:lnTo>
                  <a:lnTo>
                    <a:pt x="83716" y="140295"/>
                  </a:lnTo>
                  <a:lnTo>
                    <a:pt x="83435" y="140282"/>
                  </a:lnTo>
                  <a:lnTo>
                    <a:pt x="83278" y="140275"/>
                  </a:lnTo>
                  <a:lnTo>
                    <a:pt x="83079" y="140265"/>
                  </a:lnTo>
                  <a:lnTo>
                    <a:pt x="82951" y="140259"/>
                  </a:lnTo>
                  <a:lnTo>
                    <a:pt x="82698" y="140247"/>
                  </a:lnTo>
                  <a:lnTo>
                    <a:pt x="82530" y="140239"/>
                  </a:lnTo>
                  <a:lnTo>
                    <a:pt x="82340" y="140230"/>
                  </a:lnTo>
                  <a:lnTo>
                    <a:pt x="78069" y="140029"/>
                  </a:lnTo>
                  <a:lnTo>
                    <a:pt x="73893" y="139841"/>
                  </a:lnTo>
                  <a:lnTo>
                    <a:pt x="73603" y="139828"/>
                  </a:lnTo>
                  <a:lnTo>
                    <a:pt x="72391" y="139773"/>
                  </a:lnTo>
                  <a:lnTo>
                    <a:pt x="71478" y="139732"/>
                  </a:lnTo>
                  <a:lnTo>
                    <a:pt x="63790" y="139177"/>
                  </a:lnTo>
                  <a:lnTo>
                    <a:pt x="63638" y="139166"/>
                  </a:lnTo>
                  <a:lnTo>
                    <a:pt x="55173" y="138533"/>
                  </a:lnTo>
                  <a:lnTo>
                    <a:pt x="53711" y="138456"/>
                  </a:lnTo>
                  <a:lnTo>
                    <a:pt x="45962" y="138050"/>
                  </a:lnTo>
                  <a:lnTo>
                    <a:pt x="44061" y="138036"/>
                  </a:lnTo>
                  <a:lnTo>
                    <a:pt x="43680" y="138033"/>
                  </a:lnTo>
                  <a:lnTo>
                    <a:pt x="42159" y="138022"/>
                  </a:lnTo>
                  <a:lnTo>
                    <a:pt x="38262" y="137811"/>
                  </a:lnTo>
                  <a:lnTo>
                    <a:pt x="37020" y="137744"/>
                  </a:lnTo>
                  <a:lnTo>
                    <a:pt x="21056" y="136867"/>
                  </a:lnTo>
                  <a:lnTo>
                    <a:pt x="20890" y="136857"/>
                  </a:lnTo>
                  <a:lnTo>
                    <a:pt x="8952" y="136201"/>
                  </a:lnTo>
                  <a:lnTo>
                    <a:pt x="7164" y="128558"/>
                  </a:lnTo>
                  <a:lnTo>
                    <a:pt x="7062" y="128123"/>
                  </a:lnTo>
                  <a:lnTo>
                    <a:pt x="6979" y="127767"/>
                  </a:lnTo>
                  <a:lnTo>
                    <a:pt x="6457" y="125538"/>
                  </a:lnTo>
                  <a:lnTo>
                    <a:pt x="6110" y="124055"/>
                  </a:lnTo>
                  <a:lnTo>
                    <a:pt x="5804" y="122745"/>
                  </a:lnTo>
                  <a:lnTo>
                    <a:pt x="5745" y="122493"/>
                  </a:lnTo>
                  <a:lnTo>
                    <a:pt x="5284" y="121898"/>
                  </a:lnTo>
                  <a:lnTo>
                    <a:pt x="5109" y="121672"/>
                  </a:lnTo>
                  <a:lnTo>
                    <a:pt x="5005" y="121537"/>
                  </a:lnTo>
                  <a:lnTo>
                    <a:pt x="4581" y="121317"/>
                  </a:lnTo>
                  <a:lnTo>
                    <a:pt x="4442" y="121244"/>
                  </a:lnTo>
                  <a:lnTo>
                    <a:pt x="4303" y="121130"/>
                  </a:lnTo>
                  <a:lnTo>
                    <a:pt x="4009" y="120887"/>
                  </a:lnTo>
                  <a:lnTo>
                    <a:pt x="3575" y="120529"/>
                  </a:lnTo>
                  <a:lnTo>
                    <a:pt x="3328" y="119654"/>
                  </a:lnTo>
                  <a:lnTo>
                    <a:pt x="3457" y="118195"/>
                  </a:lnTo>
                  <a:lnTo>
                    <a:pt x="3468" y="118062"/>
                  </a:lnTo>
                  <a:lnTo>
                    <a:pt x="3512" y="117570"/>
                  </a:lnTo>
                  <a:lnTo>
                    <a:pt x="4974" y="115188"/>
                  </a:lnTo>
                  <a:lnTo>
                    <a:pt x="5257" y="114338"/>
                  </a:lnTo>
                  <a:lnTo>
                    <a:pt x="5309" y="114185"/>
                  </a:lnTo>
                  <a:lnTo>
                    <a:pt x="5419" y="113854"/>
                  </a:lnTo>
                  <a:lnTo>
                    <a:pt x="5584" y="113359"/>
                  </a:lnTo>
                  <a:lnTo>
                    <a:pt x="5766" y="112553"/>
                  </a:lnTo>
                  <a:lnTo>
                    <a:pt x="5628" y="112372"/>
                  </a:lnTo>
                  <a:lnTo>
                    <a:pt x="4571" y="110987"/>
                  </a:lnTo>
                  <a:lnTo>
                    <a:pt x="4193" y="110475"/>
                  </a:lnTo>
                  <a:lnTo>
                    <a:pt x="4241" y="110312"/>
                  </a:lnTo>
                  <a:lnTo>
                    <a:pt x="4279" y="110183"/>
                  </a:lnTo>
                  <a:lnTo>
                    <a:pt x="4335" y="109992"/>
                  </a:lnTo>
                  <a:lnTo>
                    <a:pt x="4377" y="109850"/>
                  </a:lnTo>
                  <a:lnTo>
                    <a:pt x="4471" y="109530"/>
                  </a:lnTo>
                  <a:lnTo>
                    <a:pt x="4331" y="109342"/>
                  </a:lnTo>
                  <a:lnTo>
                    <a:pt x="3809" y="108642"/>
                  </a:lnTo>
                  <a:lnTo>
                    <a:pt x="2374" y="106716"/>
                  </a:lnTo>
                  <a:lnTo>
                    <a:pt x="2220" y="106509"/>
                  </a:lnTo>
                  <a:lnTo>
                    <a:pt x="1075" y="104544"/>
                  </a:lnTo>
                  <a:lnTo>
                    <a:pt x="402" y="101621"/>
                  </a:lnTo>
                  <a:lnTo>
                    <a:pt x="316" y="101279"/>
                  </a:lnTo>
                  <a:lnTo>
                    <a:pt x="0" y="100016"/>
                  </a:lnTo>
                  <a:lnTo>
                    <a:pt x="1027" y="99818"/>
                  </a:lnTo>
                  <a:lnTo>
                    <a:pt x="8823" y="98313"/>
                  </a:lnTo>
                  <a:lnTo>
                    <a:pt x="14542" y="97172"/>
                  </a:lnTo>
                  <a:lnTo>
                    <a:pt x="15341" y="97016"/>
                  </a:lnTo>
                  <a:lnTo>
                    <a:pt x="27263" y="94684"/>
                  </a:lnTo>
                  <a:lnTo>
                    <a:pt x="28388" y="94464"/>
                  </a:lnTo>
                  <a:lnTo>
                    <a:pt x="30471" y="93957"/>
                  </a:lnTo>
                  <a:lnTo>
                    <a:pt x="36066" y="92597"/>
                  </a:lnTo>
                  <a:lnTo>
                    <a:pt x="40513" y="90580"/>
                  </a:lnTo>
                  <a:lnTo>
                    <a:pt x="40649" y="90489"/>
                  </a:lnTo>
                  <a:lnTo>
                    <a:pt x="41160" y="90148"/>
                  </a:lnTo>
                  <a:lnTo>
                    <a:pt x="43636" y="88494"/>
                  </a:lnTo>
                  <a:lnTo>
                    <a:pt x="43793" y="88349"/>
                  </a:lnTo>
                  <a:lnTo>
                    <a:pt x="47090" y="85286"/>
                  </a:lnTo>
                  <a:lnTo>
                    <a:pt x="49984" y="81889"/>
                  </a:lnTo>
                  <a:lnTo>
                    <a:pt x="50362" y="81444"/>
                  </a:lnTo>
                  <a:lnTo>
                    <a:pt x="50639" y="81119"/>
                  </a:lnTo>
                  <a:lnTo>
                    <a:pt x="52513" y="77709"/>
                  </a:lnTo>
                  <a:lnTo>
                    <a:pt x="53151" y="76550"/>
                  </a:lnTo>
                  <a:lnTo>
                    <a:pt x="54262" y="74120"/>
                  </a:lnTo>
                  <a:lnTo>
                    <a:pt x="54659" y="73047"/>
                  </a:lnTo>
                  <a:lnTo>
                    <a:pt x="56161" y="68989"/>
                  </a:lnTo>
                  <a:lnTo>
                    <a:pt x="56455" y="68216"/>
                  </a:lnTo>
                  <a:lnTo>
                    <a:pt x="56526" y="68031"/>
                  </a:lnTo>
                  <a:lnTo>
                    <a:pt x="58434" y="64467"/>
                  </a:lnTo>
                  <a:lnTo>
                    <a:pt x="58744" y="63888"/>
                  </a:lnTo>
                  <a:lnTo>
                    <a:pt x="59187" y="63311"/>
                  </a:lnTo>
                  <a:lnTo>
                    <a:pt x="61043" y="60890"/>
                  </a:lnTo>
                  <a:lnTo>
                    <a:pt x="62545" y="59006"/>
                  </a:lnTo>
                  <a:lnTo>
                    <a:pt x="67025" y="53592"/>
                  </a:lnTo>
                  <a:lnTo>
                    <a:pt x="69944" y="50064"/>
                  </a:lnTo>
                  <a:lnTo>
                    <a:pt x="70055" y="49931"/>
                  </a:lnTo>
                  <a:lnTo>
                    <a:pt x="70461" y="49457"/>
                  </a:lnTo>
                  <a:lnTo>
                    <a:pt x="84838" y="32659"/>
                  </a:lnTo>
                  <a:lnTo>
                    <a:pt x="90655" y="25863"/>
                  </a:lnTo>
                  <a:lnTo>
                    <a:pt x="90800" y="25693"/>
                  </a:lnTo>
                  <a:lnTo>
                    <a:pt x="91041" y="25411"/>
                  </a:lnTo>
                  <a:lnTo>
                    <a:pt x="101303" y="13383"/>
                  </a:lnTo>
                  <a:lnTo>
                    <a:pt x="112919" y="0"/>
                  </a:lnTo>
                  <a:lnTo>
                    <a:pt x="140145" y="22523"/>
                  </a:lnTo>
                  <a:lnTo>
                    <a:pt x="150295" y="30549"/>
                  </a:lnTo>
                  <a:lnTo>
                    <a:pt x="150426" y="30653"/>
                  </a:lnTo>
                  <a:lnTo>
                    <a:pt x="150822" y="30965"/>
                  </a:lnTo>
                  <a:lnTo>
                    <a:pt x="151542" y="31534"/>
                  </a:lnTo>
                  <a:lnTo>
                    <a:pt x="152522" y="32374"/>
                  </a:lnTo>
                  <a:lnTo>
                    <a:pt x="157614" y="36731"/>
                  </a:lnTo>
                  <a:lnTo>
                    <a:pt x="155867" y="43730"/>
                  </a:lnTo>
                  <a:lnTo>
                    <a:pt x="152680" y="44206"/>
                  </a:lnTo>
                  <a:lnTo>
                    <a:pt x="151976" y="44311"/>
                  </a:lnTo>
                  <a:lnTo>
                    <a:pt x="149249" y="45295"/>
                  </a:lnTo>
                  <a:lnTo>
                    <a:pt x="148840" y="45443"/>
                  </a:lnTo>
                  <a:lnTo>
                    <a:pt x="148298" y="45726"/>
                  </a:lnTo>
                  <a:lnTo>
                    <a:pt x="147205" y="46299"/>
                  </a:lnTo>
                  <a:lnTo>
                    <a:pt x="145290" y="47302"/>
                  </a:lnTo>
                  <a:lnTo>
                    <a:pt x="144927" y="47455"/>
                  </a:lnTo>
                  <a:lnTo>
                    <a:pt x="142818" y="48348"/>
                  </a:lnTo>
                  <a:lnTo>
                    <a:pt x="139230" y="49867"/>
                  </a:lnTo>
                  <a:lnTo>
                    <a:pt x="138037" y="51742"/>
                  </a:lnTo>
                  <a:lnTo>
                    <a:pt x="135420" y="61396"/>
                  </a:lnTo>
                  <a:lnTo>
                    <a:pt x="136768" y="62462"/>
                  </a:lnTo>
                  <a:lnTo>
                    <a:pt x="146324" y="70021"/>
                  </a:lnTo>
                  <a:lnTo>
                    <a:pt x="141438" y="76040"/>
                  </a:lnTo>
                  <a:lnTo>
                    <a:pt x="136181" y="82339"/>
                  </a:lnTo>
                  <a:lnTo>
                    <a:pt x="134209" y="84702"/>
                  </a:lnTo>
                  <a:lnTo>
                    <a:pt x="133432" y="85617"/>
                  </a:lnTo>
                  <a:lnTo>
                    <a:pt x="120429" y="98223"/>
                  </a:lnTo>
                  <a:lnTo>
                    <a:pt x="117753" y="100816"/>
                  </a:lnTo>
                  <a:lnTo>
                    <a:pt x="123460" y="106346"/>
                  </a:lnTo>
                  <a:lnTo>
                    <a:pt x="121549" y="108353"/>
                  </a:lnTo>
                  <a:lnTo>
                    <a:pt x="119371" y="110641"/>
                  </a:lnTo>
                  <a:lnTo>
                    <a:pt x="115623" y="114439"/>
                  </a:lnTo>
                  <a:lnTo>
                    <a:pt x="115299" y="114745"/>
                  </a:lnTo>
                  <a:lnTo>
                    <a:pt x="113250" y="116679"/>
                  </a:lnTo>
                  <a:lnTo>
                    <a:pt x="112388" y="117492"/>
                  </a:lnTo>
                  <a:lnTo>
                    <a:pt x="112260" y="117635"/>
                  </a:lnTo>
                  <a:lnTo>
                    <a:pt x="109575" y="120632"/>
                  </a:lnTo>
                  <a:lnTo>
                    <a:pt x="109231" y="120993"/>
                  </a:lnTo>
                  <a:lnTo>
                    <a:pt x="100357" y="13030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7" name="pg126"/>
            <p:cNvSpPr/>
            <p:nvPr/>
          </p:nvSpPr>
          <p:spPr>
            <a:xfrm>
              <a:off x="3841433" y="5356907"/>
              <a:ext cx="89041" cy="96011"/>
            </a:xfrm>
            <a:custGeom>
              <a:avLst/>
              <a:pathLst>
                <a:path w="89041" h="96011">
                  <a:moveTo>
                    <a:pt x="81307" y="58487"/>
                  </a:moveTo>
                  <a:lnTo>
                    <a:pt x="76467" y="64683"/>
                  </a:lnTo>
                  <a:lnTo>
                    <a:pt x="76018" y="65258"/>
                  </a:lnTo>
                  <a:lnTo>
                    <a:pt x="75593" y="65802"/>
                  </a:lnTo>
                  <a:lnTo>
                    <a:pt x="75256" y="66234"/>
                  </a:lnTo>
                  <a:lnTo>
                    <a:pt x="74880" y="66715"/>
                  </a:lnTo>
                  <a:lnTo>
                    <a:pt x="74612" y="67058"/>
                  </a:lnTo>
                  <a:lnTo>
                    <a:pt x="74421" y="67303"/>
                  </a:lnTo>
                  <a:lnTo>
                    <a:pt x="74289" y="67472"/>
                  </a:lnTo>
                  <a:lnTo>
                    <a:pt x="74133" y="67342"/>
                  </a:lnTo>
                  <a:lnTo>
                    <a:pt x="70559" y="64370"/>
                  </a:lnTo>
                  <a:lnTo>
                    <a:pt x="67569" y="67161"/>
                  </a:lnTo>
                  <a:lnTo>
                    <a:pt x="63771" y="70945"/>
                  </a:lnTo>
                  <a:lnTo>
                    <a:pt x="62624" y="72088"/>
                  </a:lnTo>
                  <a:lnTo>
                    <a:pt x="62416" y="72295"/>
                  </a:lnTo>
                  <a:lnTo>
                    <a:pt x="59590" y="75110"/>
                  </a:lnTo>
                  <a:lnTo>
                    <a:pt x="54011" y="80324"/>
                  </a:lnTo>
                  <a:lnTo>
                    <a:pt x="53829" y="80494"/>
                  </a:lnTo>
                  <a:lnTo>
                    <a:pt x="44194" y="89497"/>
                  </a:lnTo>
                  <a:lnTo>
                    <a:pt x="42915" y="90679"/>
                  </a:lnTo>
                  <a:lnTo>
                    <a:pt x="37151" y="96011"/>
                  </a:lnTo>
                  <a:lnTo>
                    <a:pt x="30862" y="89663"/>
                  </a:lnTo>
                  <a:lnTo>
                    <a:pt x="29055" y="87785"/>
                  </a:lnTo>
                  <a:lnTo>
                    <a:pt x="28399" y="87104"/>
                  </a:lnTo>
                  <a:lnTo>
                    <a:pt x="26284" y="84906"/>
                  </a:lnTo>
                  <a:lnTo>
                    <a:pt x="25702" y="84301"/>
                  </a:lnTo>
                  <a:lnTo>
                    <a:pt x="23433" y="81994"/>
                  </a:lnTo>
                  <a:lnTo>
                    <a:pt x="20806" y="79324"/>
                  </a:lnTo>
                  <a:lnTo>
                    <a:pt x="19865" y="78367"/>
                  </a:lnTo>
                  <a:lnTo>
                    <a:pt x="17709" y="76175"/>
                  </a:lnTo>
                  <a:lnTo>
                    <a:pt x="17059" y="75514"/>
                  </a:lnTo>
                  <a:lnTo>
                    <a:pt x="15410" y="73837"/>
                  </a:lnTo>
                  <a:lnTo>
                    <a:pt x="14581" y="72995"/>
                  </a:lnTo>
                  <a:lnTo>
                    <a:pt x="14136" y="72591"/>
                  </a:lnTo>
                  <a:lnTo>
                    <a:pt x="12559" y="71161"/>
                  </a:lnTo>
                  <a:lnTo>
                    <a:pt x="11597" y="70288"/>
                  </a:lnTo>
                  <a:lnTo>
                    <a:pt x="9807" y="68664"/>
                  </a:lnTo>
                  <a:lnTo>
                    <a:pt x="9481" y="68368"/>
                  </a:lnTo>
                  <a:lnTo>
                    <a:pt x="8523" y="67092"/>
                  </a:lnTo>
                  <a:lnTo>
                    <a:pt x="7621" y="65890"/>
                  </a:lnTo>
                  <a:lnTo>
                    <a:pt x="7379" y="65569"/>
                  </a:lnTo>
                  <a:lnTo>
                    <a:pt x="6545" y="64457"/>
                  </a:lnTo>
                  <a:lnTo>
                    <a:pt x="6136" y="63912"/>
                  </a:lnTo>
                  <a:lnTo>
                    <a:pt x="4773" y="62096"/>
                  </a:lnTo>
                  <a:lnTo>
                    <a:pt x="4307" y="61386"/>
                  </a:lnTo>
                  <a:lnTo>
                    <a:pt x="3818" y="60530"/>
                  </a:lnTo>
                  <a:lnTo>
                    <a:pt x="3304" y="59697"/>
                  </a:lnTo>
                  <a:lnTo>
                    <a:pt x="2863" y="58963"/>
                  </a:lnTo>
                  <a:lnTo>
                    <a:pt x="2423" y="58009"/>
                  </a:lnTo>
                  <a:lnTo>
                    <a:pt x="2129" y="57299"/>
                  </a:lnTo>
                  <a:lnTo>
                    <a:pt x="1860" y="56613"/>
                  </a:lnTo>
                  <a:lnTo>
                    <a:pt x="1517" y="55683"/>
                  </a:lnTo>
                  <a:lnTo>
                    <a:pt x="1223" y="54802"/>
                  </a:lnTo>
                  <a:lnTo>
                    <a:pt x="954" y="53848"/>
                  </a:lnTo>
                  <a:lnTo>
                    <a:pt x="709" y="52575"/>
                  </a:lnTo>
                  <a:lnTo>
                    <a:pt x="489" y="51547"/>
                  </a:lnTo>
                  <a:lnTo>
                    <a:pt x="318" y="50568"/>
                  </a:lnTo>
                  <a:lnTo>
                    <a:pt x="195" y="49711"/>
                  </a:lnTo>
                  <a:lnTo>
                    <a:pt x="97" y="46162"/>
                  </a:lnTo>
                  <a:lnTo>
                    <a:pt x="97" y="45207"/>
                  </a:lnTo>
                  <a:lnTo>
                    <a:pt x="97" y="43910"/>
                  </a:lnTo>
                  <a:lnTo>
                    <a:pt x="93" y="43457"/>
                  </a:lnTo>
                  <a:lnTo>
                    <a:pt x="0" y="32651"/>
                  </a:lnTo>
                  <a:lnTo>
                    <a:pt x="122" y="31060"/>
                  </a:lnTo>
                  <a:lnTo>
                    <a:pt x="195" y="29885"/>
                  </a:lnTo>
                  <a:lnTo>
                    <a:pt x="881" y="25969"/>
                  </a:lnTo>
                  <a:lnTo>
                    <a:pt x="1029" y="25002"/>
                  </a:lnTo>
                  <a:lnTo>
                    <a:pt x="1096" y="24568"/>
                  </a:lnTo>
                  <a:lnTo>
                    <a:pt x="1125" y="24378"/>
                  </a:lnTo>
                  <a:lnTo>
                    <a:pt x="1282" y="20824"/>
                  </a:lnTo>
                  <a:lnTo>
                    <a:pt x="1688" y="11601"/>
                  </a:lnTo>
                  <a:lnTo>
                    <a:pt x="1775" y="11413"/>
                  </a:lnTo>
                  <a:lnTo>
                    <a:pt x="2408" y="10047"/>
                  </a:lnTo>
                  <a:lnTo>
                    <a:pt x="2660" y="9648"/>
                  </a:lnTo>
                  <a:lnTo>
                    <a:pt x="6804" y="8639"/>
                  </a:lnTo>
                  <a:lnTo>
                    <a:pt x="14234" y="7220"/>
                  </a:lnTo>
                  <a:lnTo>
                    <a:pt x="15937" y="6894"/>
                  </a:lnTo>
                  <a:lnTo>
                    <a:pt x="18828" y="6342"/>
                  </a:lnTo>
                  <a:lnTo>
                    <a:pt x="21130" y="5902"/>
                  </a:lnTo>
                  <a:lnTo>
                    <a:pt x="22283" y="5682"/>
                  </a:lnTo>
                  <a:lnTo>
                    <a:pt x="23272" y="5493"/>
                  </a:lnTo>
                  <a:lnTo>
                    <a:pt x="30607" y="4091"/>
                  </a:lnTo>
                  <a:lnTo>
                    <a:pt x="31292" y="3960"/>
                  </a:lnTo>
                  <a:lnTo>
                    <a:pt x="52020" y="0"/>
                  </a:lnTo>
                  <a:lnTo>
                    <a:pt x="52337" y="1262"/>
                  </a:lnTo>
                  <a:lnTo>
                    <a:pt x="52423" y="1605"/>
                  </a:lnTo>
                  <a:lnTo>
                    <a:pt x="53095" y="4528"/>
                  </a:lnTo>
                  <a:lnTo>
                    <a:pt x="54241" y="6492"/>
                  </a:lnTo>
                  <a:lnTo>
                    <a:pt x="54395" y="6699"/>
                  </a:lnTo>
                  <a:lnTo>
                    <a:pt x="55829" y="8625"/>
                  </a:lnTo>
                  <a:lnTo>
                    <a:pt x="56351" y="9325"/>
                  </a:lnTo>
                  <a:lnTo>
                    <a:pt x="56456" y="9633"/>
                  </a:lnTo>
                  <a:lnTo>
                    <a:pt x="56397" y="9833"/>
                  </a:lnTo>
                  <a:lnTo>
                    <a:pt x="56355" y="9975"/>
                  </a:lnTo>
                  <a:lnTo>
                    <a:pt x="56299" y="10166"/>
                  </a:lnTo>
                  <a:lnTo>
                    <a:pt x="56261" y="10295"/>
                  </a:lnTo>
                  <a:lnTo>
                    <a:pt x="56210" y="10470"/>
                  </a:lnTo>
                  <a:lnTo>
                    <a:pt x="56592" y="10970"/>
                  </a:lnTo>
                  <a:lnTo>
                    <a:pt x="57649" y="12355"/>
                  </a:lnTo>
                  <a:lnTo>
                    <a:pt x="57809" y="12565"/>
                  </a:lnTo>
                  <a:lnTo>
                    <a:pt x="57605" y="13342"/>
                  </a:lnTo>
                  <a:lnTo>
                    <a:pt x="57440" y="13837"/>
                  </a:lnTo>
                  <a:lnTo>
                    <a:pt x="57329" y="14168"/>
                  </a:lnTo>
                  <a:lnTo>
                    <a:pt x="57278" y="14321"/>
                  </a:lnTo>
                  <a:lnTo>
                    <a:pt x="56966" y="15256"/>
                  </a:lnTo>
                  <a:lnTo>
                    <a:pt x="55532" y="17553"/>
                  </a:lnTo>
                  <a:lnTo>
                    <a:pt x="55489" y="18045"/>
                  </a:lnTo>
                  <a:lnTo>
                    <a:pt x="55477" y="18178"/>
                  </a:lnTo>
                  <a:lnTo>
                    <a:pt x="55349" y="19637"/>
                  </a:lnTo>
                  <a:lnTo>
                    <a:pt x="55596" y="20512"/>
                  </a:lnTo>
                  <a:lnTo>
                    <a:pt x="56029" y="20870"/>
                  </a:lnTo>
                  <a:lnTo>
                    <a:pt x="56324" y="21113"/>
                  </a:lnTo>
                  <a:lnTo>
                    <a:pt x="56463" y="21228"/>
                  </a:lnTo>
                  <a:lnTo>
                    <a:pt x="56602" y="21300"/>
                  </a:lnTo>
                  <a:lnTo>
                    <a:pt x="57025" y="21520"/>
                  </a:lnTo>
                  <a:lnTo>
                    <a:pt x="57130" y="21655"/>
                  </a:lnTo>
                  <a:lnTo>
                    <a:pt x="57305" y="21881"/>
                  </a:lnTo>
                  <a:lnTo>
                    <a:pt x="57766" y="22476"/>
                  </a:lnTo>
                  <a:lnTo>
                    <a:pt x="57845" y="22817"/>
                  </a:lnTo>
                  <a:lnTo>
                    <a:pt x="58131" y="24038"/>
                  </a:lnTo>
                  <a:lnTo>
                    <a:pt x="58478" y="25521"/>
                  </a:lnTo>
                  <a:lnTo>
                    <a:pt x="59025" y="27859"/>
                  </a:lnTo>
                  <a:lnTo>
                    <a:pt x="59108" y="28213"/>
                  </a:lnTo>
                  <a:lnTo>
                    <a:pt x="59185" y="28541"/>
                  </a:lnTo>
                  <a:lnTo>
                    <a:pt x="60973" y="36185"/>
                  </a:lnTo>
                  <a:lnTo>
                    <a:pt x="72910" y="36841"/>
                  </a:lnTo>
                  <a:lnTo>
                    <a:pt x="73077" y="36850"/>
                  </a:lnTo>
                  <a:lnTo>
                    <a:pt x="89041" y="37727"/>
                  </a:lnTo>
                  <a:lnTo>
                    <a:pt x="87176" y="43562"/>
                  </a:lnTo>
                  <a:lnTo>
                    <a:pt x="86989" y="44148"/>
                  </a:lnTo>
                  <a:lnTo>
                    <a:pt x="86576" y="45912"/>
                  </a:lnTo>
                  <a:lnTo>
                    <a:pt x="85852" y="49009"/>
                  </a:lnTo>
                  <a:lnTo>
                    <a:pt x="86129" y="52273"/>
                  </a:lnTo>
                  <a:lnTo>
                    <a:pt x="86155" y="52582"/>
                  </a:lnTo>
                  <a:lnTo>
                    <a:pt x="81931" y="57727"/>
                  </a:lnTo>
                  <a:lnTo>
                    <a:pt x="81770" y="5792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8" name="pg127"/>
            <p:cNvSpPr/>
            <p:nvPr/>
          </p:nvSpPr>
          <p:spPr>
            <a:xfrm>
              <a:off x="3751463" y="5322124"/>
              <a:ext cx="92629" cy="82995"/>
            </a:xfrm>
            <a:custGeom>
              <a:avLst/>
              <a:pathLst>
                <a:path w="92629" h="82995">
                  <a:moveTo>
                    <a:pt x="85849" y="33079"/>
                  </a:moveTo>
                  <a:lnTo>
                    <a:pt x="92629" y="44430"/>
                  </a:lnTo>
                  <a:lnTo>
                    <a:pt x="92378" y="44830"/>
                  </a:lnTo>
                  <a:lnTo>
                    <a:pt x="91745" y="46196"/>
                  </a:lnTo>
                  <a:lnTo>
                    <a:pt x="91658" y="46383"/>
                  </a:lnTo>
                  <a:lnTo>
                    <a:pt x="91251" y="55607"/>
                  </a:lnTo>
                  <a:lnTo>
                    <a:pt x="91095" y="59160"/>
                  </a:lnTo>
                  <a:lnTo>
                    <a:pt x="91063" y="59368"/>
                  </a:lnTo>
                  <a:lnTo>
                    <a:pt x="90999" y="59785"/>
                  </a:lnTo>
                  <a:lnTo>
                    <a:pt x="90850" y="60751"/>
                  </a:lnTo>
                  <a:lnTo>
                    <a:pt x="90157" y="64793"/>
                  </a:lnTo>
                  <a:lnTo>
                    <a:pt x="90091" y="65842"/>
                  </a:lnTo>
                  <a:lnTo>
                    <a:pt x="89969" y="67433"/>
                  </a:lnTo>
                  <a:lnTo>
                    <a:pt x="90063" y="78239"/>
                  </a:lnTo>
                  <a:lnTo>
                    <a:pt x="90057" y="78691"/>
                  </a:lnTo>
                  <a:lnTo>
                    <a:pt x="89651" y="78614"/>
                  </a:lnTo>
                  <a:lnTo>
                    <a:pt x="89452" y="78577"/>
                  </a:lnTo>
                  <a:lnTo>
                    <a:pt x="89289" y="78546"/>
                  </a:lnTo>
                  <a:lnTo>
                    <a:pt x="89127" y="78515"/>
                  </a:lnTo>
                  <a:lnTo>
                    <a:pt x="87969" y="78297"/>
                  </a:lnTo>
                  <a:lnTo>
                    <a:pt x="85392" y="77811"/>
                  </a:lnTo>
                  <a:lnTo>
                    <a:pt x="76335" y="76123"/>
                  </a:lnTo>
                  <a:lnTo>
                    <a:pt x="75098" y="75857"/>
                  </a:lnTo>
                  <a:lnTo>
                    <a:pt x="67548" y="74238"/>
                  </a:lnTo>
                  <a:lnTo>
                    <a:pt x="67138" y="74149"/>
                  </a:lnTo>
                  <a:lnTo>
                    <a:pt x="66347" y="73978"/>
                  </a:lnTo>
                  <a:lnTo>
                    <a:pt x="57586" y="72084"/>
                  </a:lnTo>
                  <a:lnTo>
                    <a:pt x="55506" y="71692"/>
                  </a:lnTo>
                  <a:lnTo>
                    <a:pt x="54023" y="71594"/>
                  </a:lnTo>
                  <a:lnTo>
                    <a:pt x="53873" y="71584"/>
                  </a:lnTo>
                  <a:lnTo>
                    <a:pt x="51175" y="72485"/>
                  </a:lnTo>
                  <a:lnTo>
                    <a:pt x="46956" y="74882"/>
                  </a:lnTo>
                  <a:lnTo>
                    <a:pt x="45704" y="75675"/>
                  </a:lnTo>
                  <a:lnTo>
                    <a:pt x="41660" y="78240"/>
                  </a:lnTo>
                  <a:lnTo>
                    <a:pt x="40805" y="78760"/>
                  </a:lnTo>
                  <a:lnTo>
                    <a:pt x="34725" y="82455"/>
                  </a:lnTo>
                  <a:lnTo>
                    <a:pt x="34514" y="82583"/>
                  </a:lnTo>
                  <a:lnTo>
                    <a:pt x="33715" y="82995"/>
                  </a:lnTo>
                  <a:lnTo>
                    <a:pt x="29438" y="76833"/>
                  </a:lnTo>
                  <a:lnTo>
                    <a:pt x="28258" y="77066"/>
                  </a:lnTo>
                  <a:lnTo>
                    <a:pt x="27869" y="76968"/>
                  </a:lnTo>
                  <a:lnTo>
                    <a:pt x="27511" y="76522"/>
                  </a:lnTo>
                  <a:lnTo>
                    <a:pt x="26896" y="75650"/>
                  </a:lnTo>
                  <a:lnTo>
                    <a:pt x="26390" y="74932"/>
                  </a:lnTo>
                  <a:lnTo>
                    <a:pt x="25928" y="74278"/>
                  </a:lnTo>
                  <a:lnTo>
                    <a:pt x="25431" y="73572"/>
                  </a:lnTo>
                  <a:lnTo>
                    <a:pt x="24884" y="72797"/>
                  </a:lnTo>
                  <a:lnTo>
                    <a:pt x="24295" y="71961"/>
                  </a:lnTo>
                  <a:lnTo>
                    <a:pt x="24200" y="71827"/>
                  </a:lnTo>
                  <a:lnTo>
                    <a:pt x="23928" y="71442"/>
                  </a:lnTo>
                  <a:lnTo>
                    <a:pt x="23517" y="70940"/>
                  </a:lnTo>
                  <a:lnTo>
                    <a:pt x="23344" y="70920"/>
                  </a:lnTo>
                  <a:lnTo>
                    <a:pt x="22965" y="70845"/>
                  </a:lnTo>
                  <a:lnTo>
                    <a:pt x="22752" y="70573"/>
                  </a:lnTo>
                  <a:lnTo>
                    <a:pt x="22539" y="70300"/>
                  </a:lnTo>
                  <a:lnTo>
                    <a:pt x="22136" y="69784"/>
                  </a:lnTo>
                  <a:lnTo>
                    <a:pt x="21957" y="69555"/>
                  </a:lnTo>
                  <a:lnTo>
                    <a:pt x="21722" y="69254"/>
                  </a:lnTo>
                  <a:lnTo>
                    <a:pt x="21488" y="68954"/>
                  </a:lnTo>
                  <a:lnTo>
                    <a:pt x="21583" y="68749"/>
                  </a:lnTo>
                  <a:lnTo>
                    <a:pt x="21733" y="68423"/>
                  </a:lnTo>
                  <a:lnTo>
                    <a:pt x="20754" y="65712"/>
                  </a:lnTo>
                  <a:lnTo>
                    <a:pt x="20553" y="65156"/>
                  </a:lnTo>
                  <a:lnTo>
                    <a:pt x="15484" y="64582"/>
                  </a:lnTo>
                  <a:lnTo>
                    <a:pt x="15503" y="63185"/>
                  </a:lnTo>
                  <a:lnTo>
                    <a:pt x="15523" y="61783"/>
                  </a:lnTo>
                  <a:lnTo>
                    <a:pt x="15525" y="61647"/>
                  </a:lnTo>
                  <a:lnTo>
                    <a:pt x="15535" y="60998"/>
                  </a:lnTo>
                  <a:lnTo>
                    <a:pt x="15542" y="60493"/>
                  </a:lnTo>
                  <a:lnTo>
                    <a:pt x="15545" y="60263"/>
                  </a:lnTo>
                  <a:lnTo>
                    <a:pt x="15548" y="60067"/>
                  </a:lnTo>
                  <a:lnTo>
                    <a:pt x="16416" y="57578"/>
                  </a:lnTo>
                  <a:lnTo>
                    <a:pt x="16621" y="57296"/>
                  </a:lnTo>
                  <a:lnTo>
                    <a:pt x="16863" y="56962"/>
                  </a:lnTo>
                  <a:lnTo>
                    <a:pt x="17139" y="56582"/>
                  </a:lnTo>
                  <a:lnTo>
                    <a:pt x="17536" y="56035"/>
                  </a:lnTo>
                  <a:lnTo>
                    <a:pt x="17655" y="55872"/>
                  </a:lnTo>
                  <a:lnTo>
                    <a:pt x="17784" y="55694"/>
                  </a:lnTo>
                  <a:lnTo>
                    <a:pt x="17899" y="55535"/>
                  </a:lnTo>
                  <a:lnTo>
                    <a:pt x="18185" y="55142"/>
                  </a:lnTo>
                  <a:lnTo>
                    <a:pt x="18695" y="54447"/>
                  </a:lnTo>
                  <a:lnTo>
                    <a:pt x="18935" y="54122"/>
                  </a:lnTo>
                  <a:lnTo>
                    <a:pt x="19085" y="53919"/>
                  </a:lnTo>
                  <a:lnTo>
                    <a:pt x="19574" y="53259"/>
                  </a:lnTo>
                  <a:lnTo>
                    <a:pt x="19922" y="52787"/>
                  </a:lnTo>
                  <a:lnTo>
                    <a:pt x="20249" y="52337"/>
                  </a:lnTo>
                  <a:lnTo>
                    <a:pt x="19412" y="52508"/>
                  </a:lnTo>
                  <a:lnTo>
                    <a:pt x="16594" y="53082"/>
                  </a:lnTo>
                  <a:lnTo>
                    <a:pt x="15787" y="53246"/>
                  </a:lnTo>
                  <a:lnTo>
                    <a:pt x="14339" y="53541"/>
                  </a:lnTo>
                  <a:lnTo>
                    <a:pt x="14181" y="53526"/>
                  </a:lnTo>
                  <a:lnTo>
                    <a:pt x="14196" y="52969"/>
                  </a:lnTo>
                  <a:lnTo>
                    <a:pt x="14226" y="51949"/>
                  </a:lnTo>
                  <a:lnTo>
                    <a:pt x="14237" y="51558"/>
                  </a:lnTo>
                  <a:lnTo>
                    <a:pt x="14284" y="49904"/>
                  </a:lnTo>
                  <a:lnTo>
                    <a:pt x="14391" y="48685"/>
                  </a:lnTo>
                  <a:lnTo>
                    <a:pt x="14416" y="48403"/>
                  </a:lnTo>
                  <a:lnTo>
                    <a:pt x="14416" y="48113"/>
                  </a:lnTo>
                  <a:lnTo>
                    <a:pt x="14417" y="47870"/>
                  </a:lnTo>
                  <a:lnTo>
                    <a:pt x="14421" y="44840"/>
                  </a:lnTo>
                  <a:lnTo>
                    <a:pt x="14421" y="44612"/>
                  </a:lnTo>
                  <a:lnTo>
                    <a:pt x="14422" y="44310"/>
                  </a:lnTo>
                  <a:lnTo>
                    <a:pt x="14936" y="43312"/>
                  </a:lnTo>
                  <a:lnTo>
                    <a:pt x="15035" y="41831"/>
                  </a:lnTo>
                  <a:lnTo>
                    <a:pt x="15062" y="41427"/>
                  </a:lnTo>
                  <a:lnTo>
                    <a:pt x="15112" y="40679"/>
                  </a:lnTo>
                  <a:lnTo>
                    <a:pt x="15141" y="40254"/>
                  </a:lnTo>
                  <a:lnTo>
                    <a:pt x="15184" y="39611"/>
                  </a:lnTo>
                  <a:lnTo>
                    <a:pt x="15206" y="39277"/>
                  </a:lnTo>
                  <a:lnTo>
                    <a:pt x="15277" y="38228"/>
                  </a:lnTo>
                  <a:lnTo>
                    <a:pt x="15359" y="37003"/>
                  </a:lnTo>
                  <a:lnTo>
                    <a:pt x="15370" y="36832"/>
                  </a:lnTo>
                  <a:lnTo>
                    <a:pt x="15423" y="36046"/>
                  </a:lnTo>
                  <a:lnTo>
                    <a:pt x="15450" y="35649"/>
                  </a:lnTo>
                  <a:lnTo>
                    <a:pt x="15484" y="35135"/>
                  </a:lnTo>
                  <a:lnTo>
                    <a:pt x="15504" y="34832"/>
                  </a:lnTo>
                  <a:lnTo>
                    <a:pt x="15518" y="34625"/>
                  </a:lnTo>
                  <a:lnTo>
                    <a:pt x="15543" y="34133"/>
                  </a:lnTo>
                  <a:lnTo>
                    <a:pt x="10336" y="34011"/>
                  </a:lnTo>
                  <a:lnTo>
                    <a:pt x="9938" y="34001"/>
                  </a:lnTo>
                  <a:lnTo>
                    <a:pt x="9808" y="33998"/>
                  </a:lnTo>
                  <a:lnTo>
                    <a:pt x="9305" y="34202"/>
                  </a:lnTo>
                  <a:lnTo>
                    <a:pt x="8838" y="34327"/>
                  </a:lnTo>
                  <a:lnTo>
                    <a:pt x="7436" y="34405"/>
                  </a:lnTo>
                  <a:lnTo>
                    <a:pt x="7262" y="34414"/>
                  </a:lnTo>
                  <a:lnTo>
                    <a:pt x="7065" y="34360"/>
                  </a:lnTo>
                  <a:lnTo>
                    <a:pt x="6638" y="34244"/>
                  </a:lnTo>
                  <a:lnTo>
                    <a:pt x="5789" y="34012"/>
                  </a:lnTo>
                  <a:lnTo>
                    <a:pt x="5279" y="33872"/>
                  </a:lnTo>
                  <a:lnTo>
                    <a:pt x="4442" y="33644"/>
                  </a:lnTo>
                  <a:lnTo>
                    <a:pt x="3788" y="33465"/>
                  </a:lnTo>
                  <a:lnTo>
                    <a:pt x="2399" y="33085"/>
                  </a:lnTo>
                  <a:lnTo>
                    <a:pt x="1354" y="31798"/>
                  </a:lnTo>
                  <a:lnTo>
                    <a:pt x="0" y="30130"/>
                  </a:lnTo>
                  <a:lnTo>
                    <a:pt x="1297" y="28147"/>
                  </a:lnTo>
                  <a:lnTo>
                    <a:pt x="1752" y="27452"/>
                  </a:lnTo>
                  <a:lnTo>
                    <a:pt x="2262" y="26908"/>
                  </a:lnTo>
                  <a:lnTo>
                    <a:pt x="4290" y="24747"/>
                  </a:lnTo>
                  <a:lnTo>
                    <a:pt x="4629" y="24386"/>
                  </a:lnTo>
                  <a:lnTo>
                    <a:pt x="5169" y="23835"/>
                  </a:lnTo>
                  <a:lnTo>
                    <a:pt x="8887" y="20039"/>
                  </a:lnTo>
                  <a:lnTo>
                    <a:pt x="18945" y="11216"/>
                  </a:lnTo>
                  <a:lnTo>
                    <a:pt x="21397" y="9065"/>
                  </a:lnTo>
                  <a:lnTo>
                    <a:pt x="30925" y="706"/>
                  </a:lnTo>
                  <a:lnTo>
                    <a:pt x="31282" y="393"/>
                  </a:lnTo>
                  <a:lnTo>
                    <a:pt x="31584" y="128"/>
                  </a:lnTo>
                  <a:lnTo>
                    <a:pt x="31730" y="0"/>
                  </a:lnTo>
                  <a:lnTo>
                    <a:pt x="32366" y="665"/>
                  </a:lnTo>
                  <a:lnTo>
                    <a:pt x="32911" y="1236"/>
                  </a:lnTo>
                  <a:lnTo>
                    <a:pt x="34502" y="2901"/>
                  </a:lnTo>
                  <a:lnTo>
                    <a:pt x="36486" y="4979"/>
                  </a:lnTo>
                  <a:lnTo>
                    <a:pt x="37340" y="5872"/>
                  </a:lnTo>
                  <a:lnTo>
                    <a:pt x="37592" y="6136"/>
                  </a:lnTo>
                  <a:lnTo>
                    <a:pt x="38369" y="6950"/>
                  </a:lnTo>
                  <a:lnTo>
                    <a:pt x="38926" y="7523"/>
                  </a:lnTo>
                  <a:lnTo>
                    <a:pt x="40007" y="8635"/>
                  </a:lnTo>
                  <a:lnTo>
                    <a:pt x="40467" y="9108"/>
                  </a:lnTo>
                  <a:lnTo>
                    <a:pt x="40722" y="9371"/>
                  </a:lnTo>
                  <a:lnTo>
                    <a:pt x="41275" y="9940"/>
                  </a:lnTo>
                  <a:lnTo>
                    <a:pt x="42171" y="10862"/>
                  </a:lnTo>
                  <a:lnTo>
                    <a:pt x="43205" y="11926"/>
                  </a:lnTo>
                  <a:lnTo>
                    <a:pt x="44595" y="13356"/>
                  </a:lnTo>
                  <a:lnTo>
                    <a:pt x="44843" y="13611"/>
                  </a:lnTo>
                  <a:lnTo>
                    <a:pt x="45495" y="14282"/>
                  </a:lnTo>
                  <a:lnTo>
                    <a:pt x="47477" y="16322"/>
                  </a:lnTo>
                  <a:lnTo>
                    <a:pt x="47674" y="16524"/>
                  </a:lnTo>
                  <a:lnTo>
                    <a:pt x="48186" y="16989"/>
                  </a:lnTo>
                  <a:lnTo>
                    <a:pt x="48688" y="17446"/>
                  </a:lnTo>
                  <a:lnTo>
                    <a:pt x="49068" y="17758"/>
                  </a:lnTo>
                  <a:lnTo>
                    <a:pt x="49347" y="17987"/>
                  </a:lnTo>
                  <a:lnTo>
                    <a:pt x="50643" y="19052"/>
                  </a:lnTo>
                  <a:lnTo>
                    <a:pt x="51456" y="19721"/>
                  </a:lnTo>
                  <a:lnTo>
                    <a:pt x="51602" y="19840"/>
                  </a:lnTo>
                  <a:lnTo>
                    <a:pt x="51850" y="20044"/>
                  </a:lnTo>
                  <a:lnTo>
                    <a:pt x="52462" y="20455"/>
                  </a:lnTo>
                  <a:lnTo>
                    <a:pt x="52757" y="20652"/>
                  </a:lnTo>
                  <a:lnTo>
                    <a:pt x="53606" y="21221"/>
                  </a:lnTo>
                  <a:lnTo>
                    <a:pt x="54446" y="21785"/>
                  </a:lnTo>
                  <a:lnTo>
                    <a:pt x="54696" y="21951"/>
                  </a:lnTo>
                  <a:lnTo>
                    <a:pt x="55109" y="22229"/>
                  </a:lnTo>
                  <a:lnTo>
                    <a:pt x="56860" y="23099"/>
                  </a:lnTo>
                  <a:lnTo>
                    <a:pt x="57300" y="23317"/>
                  </a:lnTo>
                  <a:lnTo>
                    <a:pt x="58004" y="23653"/>
                  </a:lnTo>
                  <a:lnTo>
                    <a:pt x="58545" y="23912"/>
                  </a:lnTo>
                  <a:lnTo>
                    <a:pt x="59141" y="24197"/>
                  </a:lnTo>
                  <a:lnTo>
                    <a:pt x="59605" y="24418"/>
                  </a:lnTo>
                  <a:lnTo>
                    <a:pt x="60268" y="24735"/>
                  </a:lnTo>
                  <a:lnTo>
                    <a:pt x="61202" y="25074"/>
                  </a:lnTo>
                  <a:lnTo>
                    <a:pt x="62757" y="25639"/>
                  </a:lnTo>
                  <a:lnTo>
                    <a:pt x="67577" y="27392"/>
                  </a:lnTo>
                  <a:lnTo>
                    <a:pt x="69859" y="28221"/>
                  </a:lnTo>
                  <a:lnTo>
                    <a:pt x="70260" y="28367"/>
                  </a:lnTo>
                  <a:lnTo>
                    <a:pt x="72838" y="29304"/>
                  </a:lnTo>
                  <a:lnTo>
                    <a:pt x="73226" y="29445"/>
                  </a:lnTo>
                  <a:lnTo>
                    <a:pt x="73496" y="29544"/>
                  </a:lnTo>
                  <a:lnTo>
                    <a:pt x="74697" y="29973"/>
                  </a:lnTo>
                  <a:lnTo>
                    <a:pt x="75153" y="30136"/>
                  </a:lnTo>
                  <a:lnTo>
                    <a:pt x="76353" y="30565"/>
                  </a:lnTo>
                  <a:lnTo>
                    <a:pt x="76514" y="30623"/>
                  </a:lnTo>
                  <a:lnTo>
                    <a:pt x="76659" y="30674"/>
                  </a:lnTo>
                  <a:lnTo>
                    <a:pt x="77311" y="30908"/>
                  </a:lnTo>
                  <a:lnTo>
                    <a:pt x="77542" y="30990"/>
                  </a:lnTo>
                  <a:lnTo>
                    <a:pt x="77719" y="31053"/>
                  </a:lnTo>
                  <a:lnTo>
                    <a:pt x="77877" y="31110"/>
                  </a:lnTo>
                  <a:lnTo>
                    <a:pt x="79579" y="31522"/>
                  </a:lnTo>
                  <a:lnTo>
                    <a:pt x="80740" y="31804"/>
                  </a:lnTo>
                  <a:lnTo>
                    <a:pt x="81543" y="31999"/>
                  </a:lnTo>
                  <a:lnTo>
                    <a:pt x="82714" y="32283"/>
                  </a:lnTo>
                  <a:lnTo>
                    <a:pt x="83365" y="32440"/>
                  </a:lnTo>
                  <a:lnTo>
                    <a:pt x="83953" y="32583"/>
                  </a:lnTo>
                  <a:lnTo>
                    <a:pt x="84613" y="32743"/>
                  </a:lnTo>
                  <a:lnTo>
                    <a:pt x="84946" y="3282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29" name="pg128"/>
            <p:cNvSpPr/>
            <p:nvPr/>
          </p:nvSpPr>
          <p:spPr>
            <a:xfrm>
              <a:off x="3698022" y="5352257"/>
              <a:ext cx="87132" cy="93799"/>
            </a:xfrm>
            <a:custGeom>
              <a:avLst/>
              <a:pathLst>
                <a:path w="87132" h="93799">
                  <a:moveTo>
                    <a:pt x="60570" y="4245"/>
                  </a:moveTo>
                  <a:lnTo>
                    <a:pt x="60704" y="4282"/>
                  </a:lnTo>
                  <a:lnTo>
                    <a:pt x="60878" y="4272"/>
                  </a:lnTo>
                  <a:lnTo>
                    <a:pt x="62466" y="4184"/>
                  </a:lnTo>
                  <a:lnTo>
                    <a:pt x="62747" y="4070"/>
                  </a:lnTo>
                  <a:lnTo>
                    <a:pt x="63249" y="3866"/>
                  </a:lnTo>
                  <a:lnTo>
                    <a:pt x="63380" y="3869"/>
                  </a:lnTo>
                  <a:lnTo>
                    <a:pt x="63777" y="3878"/>
                  </a:lnTo>
                  <a:lnTo>
                    <a:pt x="68971" y="4331"/>
                  </a:lnTo>
                  <a:lnTo>
                    <a:pt x="68960" y="4493"/>
                  </a:lnTo>
                  <a:lnTo>
                    <a:pt x="68946" y="4699"/>
                  </a:lnTo>
                  <a:lnTo>
                    <a:pt x="68926" y="5002"/>
                  </a:lnTo>
                  <a:lnTo>
                    <a:pt x="68891" y="5516"/>
                  </a:lnTo>
                  <a:lnTo>
                    <a:pt x="68864" y="5913"/>
                  </a:lnTo>
                  <a:lnTo>
                    <a:pt x="68812" y="6700"/>
                  </a:lnTo>
                  <a:lnTo>
                    <a:pt x="68800" y="6871"/>
                  </a:lnTo>
                  <a:lnTo>
                    <a:pt x="68713" y="8173"/>
                  </a:lnTo>
                  <a:lnTo>
                    <a:pt x="68648" y="9145"/>
                  </a:lnTo>
                  <a:lnTo>
                    <a:pt x="68626" y="9478"/>
                  </a:lnTo>
                  <a:lnTo>
                    <a:pt x="68578" y="10185"/>
                  </a:lnTo>
                  <a:lnTo>
                    <a:pt x="68554" y="10547"/>
                  </a:lnTo>
                  <a:lnTo>
                    <a:pt x="68504" y="11294"/>
                  </a:lnTo>
                  <a:lnTo>
                    <a:pt x="68477" y="11699"/>
                  </a:lnTo>
                  <a:lnTo>
                    <a:pt x="68377" y="13179"/>
                  </a:lnTo>
                  <a:lnTo>
                    <a:pt x="67863" y="14177"/>
                  </a:lnTo>
                  <a:lnTo>
                    <a:pt x="67863" y="14480"/>
                  </a:lnTo>
                  <a:lnTo>
                    <a:pt x="67862" y="14707"/>
                  </a:lnTo>
                  <a:lnTo>
                    <a:pt x="67858" y="17738"/>
                  </a:lnTo>
                  <a:lnTo>
                    <a:pt x="67858" y="17981"/>
                  </a:lnTo>
                  <a:lnTo>
                    <a:pt x="67857" y="18271"/>
                  </a:lnTo>
                  <a:lnTo>
                    <a:pt x="67833" y="18552"/>
                  </a:lnTo>
                  <a:lnTo>
                    <a:pt x="67726" y="19772"/>
                  </a:lnTo>
                  <a:lnTo>
                    <a:pt x="67678" y="21426"/>
                  </a:lnTo>
                  <a:lnTo>
                    <a:pt x="67667" y="21817"/>
                  </a:lnTo>
                  <a:lnTo>
                    <a:pt x="67638" y="22836"/>
                  </a:lnTo>
                  <a:lnTo>
                    <a:pt x="67621" y="23441"/>
                  </a:lnTo>
                  <a:lnTo>
                    <a:pt x="67794" y="23406"/>
                  </a:lnTo>
                  <a:lnTo>
                    <a:pt x="69229" y="23114"/>
                  </a:lnTo>
                  <a:lnTo>
                    <a:pt x="70036" y="22949"/>
                  </a:lnTo>
                  <a:lnTo>
                    <a:pt x="72853" y="22375"/>
                  </a:lnTo>
                  <a:lnTo>
                    <a:pt x="73458" y="22528"/>
                  </a:lnTo>
                  <a:lnTo>
                    <a:pt x="73263" y="22791"/>
                  </a:lnTo>
                  <a:lnTo>
                    <a:pt x="72992" y="23158"/>
                  </a:lnTo>
                  <a:lnTo>
                    <a:pt x="72527" y="23787"/>
                  </a:lnTo>
                  <a:lnTo>
                    <a:pt x="72300" y="24094"/>
                  </a:lnTo>
                  <a:lnTo>
                    <a:pt x="71827" y="24733"/>
                  </a:lnTo>
                  <a:lnTo>
                    <a:pt x="71546" y="25120"/>
                  </a:lnTo>
                  <a:lnTo>
                    <a:pt x="71341" y="25403"/>
                  </a:lnTo>
                  <a:lnTo>
                    <a:pt x="71206" y="25589"/>
                  </a:lnTo>
                  <a:lnTo>
                    <a:pt x="71097" y="25739"/>
                  </a:lnTo>
                  <a:lnTo>
                    <a:pt x="70978" y="25903"/>
                  </a:lnTo>
                  <a:lnTo>
                    <a:pt x="70507" y="26551"/>
                  </a:lnTo>
                  <a:lnTo>
                    <a:pt x="70305" y="26829"/>
                  </a:lnTo>
                  <a:lnTo>
                    <a:pt x="70063" y="27163"/>
                  </a:lnTo>
                  <a:lnTo>
                    <a:pt x="69839" y="27471"/>
                  </a:lnTo>
                  <a:lnTo>
                    <a:pt x="68989" y="29934"/>
                  </a:lnTo>
                  <a:lnTo>
                    <a:pt x="68987" y="30131"/>
                  </a:lnTo>
                  <a:lnTo>
                    <a:pt x="68983" y="30361"/>
                  </a:lnTo>
                  <a:lnTo>
                    <a:pt x="68976" y="30865"/>
                  </a:lnTo>
                  <a:lnTo>
                    <a:pt x="68967" y="31515"/>
                  </a:lnTo>
                  <a:lnTo>
                    <a:pt x="68965" y="31650"/>
                  </a:lnTo>
                  <a:lnTo>
                    <a:pt x="68945" y="33052"/>
                  </a:lnTo>
                  <a:lnTo>
                    <a:pt x="68925" y="34450"/>
                  </a:lnTo>
                  <a:lnTo>
                    <a:pt x="73994" y="35023"/>
                  </a:lnTo>
                  <a:lnTo>
                    <a:pt x="74195" y="35579"/>
                  </a:lnTo>
                  <a:lnTo>
                    <a:pt x="75174" y="38291"/>
                  </a:lnTo>
                  <a:lnTo>
                    <a:pt x="75024" y="38616"/>
                  </a:lnTo>
                  <a:lnTo>
                    <a:pt x="74929" y="38822"/>
                  </a:lnTo>
                  <a:lnTo>
                    <a:pt x="75164" y="39122"/>
                  </a:lnTo>
                  <a:lnTo>
                    <a:pt x="75398" y="39422"/>
                  </a:lnTo>
                  <a:lnTo>
                    <a:pt x="75577" y="39651"/>
                  </a:lnTo>
                  <a:lnTo>
                    <a:pt x="75980" y="40167"/>
                  </a:lnTo>
                  <a:lnTo>
                    <a:pt x="76213" y="40466"/>
                  </a:lnTo>
                  <a:lnTo>
                    <a:pt x="76433" y="40747"/>
                  </a:lnTo>
                  <a:lnTo>
                    <a:pt x="76785" y="40788"/>
                  </a:lnTo>
                  <a:lnTo>
                    <a:pt x="77088" y="40909"/>
                  </a:lnTo>
                  <a:lnTo>
                    <a:pt x="77370" y="41309"/>
                  </a:lnTo>
                  <a:lnTo>
                    <a:pt x="77642" y="41695"/>
                  </a:lnTo>
                  <a:lnTo>
                    <a:pt x="77795" y="41912"/>
                  </a:lnTo>
                  <a:lnTo>
                    <a:pt x="78326" y="42664"/>
                  </a:lnTo>
                  <a:lnTo>
                    <a:pt x="78872" y="43439"/>
                  </a:lnTo>
                  <a:lnTo>
                    <a:pt x="79457" y="44268"/>
                  </a:lnTo>
                  <a:lnTo>
                    <a:pt x="79832" y="44800"/>
                  </a:lnTo>
                  <a:lnTo>
                    <a:pt x="80338" y="45517"/>
                  </a:lnTo>
                  <a:lnTo>
                    <a:pt x="80953" y="46389"/>
                  </a:lnTo>
                  <a:lnTo>
                    <a:pt x="81432" y="46986"/>
                  </a:lnTo>
                  <a:lnTo>
                    <a:pt x="81699" y="46934"/>
                  </a:lnTo>
                  <a:lnTo>
                    <a:pt x="82880" y="46701"/>
                  </a:lnTo>
                  <a:lnTo>
                    <a:pt x="87132" y="52953"/>
                  </a:lnTo>
                  <a:lnTo>
                    <a:pt x="86734" y="53203"/>
                  </a:lnTo>
                  <a:lnTo>
                    <a:pt x="86251" y="53506"/>
                  </a:lnTo>
                  <a:lnTo>
                    <a:pt x="84722" y="54467"/>
                  </a:lnTo>
                  <a:lnTo>
                    <a:pt x="82774" y="55691"/>
                  </a:lnTo>
                  <a:lnTo>
                    <a:pt x="81709" y="56360"/>
                  </a:lnTo>
                  <a:lnTo>
                    <a:pt x="81439" y="56530"/>
                  </a:lnTo>
                  <a:lnTo>
                    <a:pt x="78840" y="58163"/>
                  </a:lnTo>
                  <a:lnTo>
                    <a:pt x="77172" y="59211"/>
                  </a:lnTo>
                  <a:lnTo>
                    <a:pt x="76776" y="59460"/>
                  </a:lnTo>
                  <a:lnTo>
                    <a:pt x="74268" y="61036"/>
                  </a:lnTo>
                  <a:lnTo>
                    <a:pt x="73049" y="61801"/>
                  </a:lnTo>
                  <a:lnTo>
                    <a:pt x="72895" y="61899"/>
                  </a:lnTo>
                  <a:lnTo>
                    <a:pt x="62782" y="68253"/>
                  </a:lnTo>
                  <a:lnTo>
                    <a:pt x="61549" y="69494"/>
                  </a:lnTo>
                  <a:lnTo>
                    <a:pt x="61391" y="69653"/>
                  </a:lnTo>
                  <a:lnTo>
                    <a:pt x="55194" y="75890"/>
                  </a:lnTo>
                  <a:lnTo>
                    <a:pt x="53259" y="77838"/>
                  </a:lnTo>
                  <a:lnTo>
                    <a:pt x="53000" y="78135"/>
                  </a:lnTo>
                  <a:lnTo>
                    <a:pt x="52193" y="79059"/>
                  </a:lnTo>
                  <a:lnTo>
                    <a:pt x="49770" y="81834"/>
                  </a:lnTo>
                  <a:lnTo>
                    <a:pt x="47209" y="84766"/>
                  </a:lnTo>
                  <a:lnTo>
                    <a:pt x="46885" y="85327"/>
                  </a:lnTo>
                  <a:lnTo>
                    <a:pt x="45374" y="87870"/>
                  </a:lnTo>
                  <a:lnTo>
                    <a:pt x="44772" y="87708"/>
                  </a:lnTo>
                  <a:lnTo>
                    <a:pt x="44184" y="87549"/>
                  </a:lnTo>
                  <a:lnTo>
                    <a:pt x="43943" y="87484"/>
                  </a:lnTo>
                  <a:lnTo>
                    <a:pt x="43381" y="87333"/>
                  </a:lnTo>
                  <a:lnTo>
                    <a:pt x="42867" y="87195"/>
                  </a:lnTo>
                  <a:lnTo>
                    <a:pt x="41484" y="86822"/>
                  </a:lnTo>
                  <a:lnTo>
                    <a:pt x="40626" y="86591"/>
                  </a:lnTo>
                  <a:lnTo>
                    <a:pt x="39783" y="86364"/>
                  </a:lnTo>
                  <a:lnTo>
                    <a:pt x="39289" y="86248"/>
                  </a:lnTo>
                  <a:lnTo>
                    <a:pt x="38675" y="86104"/>
                  </a:lnTo>
                  <a:lnTo>
                    <a:pt x="38283" y="86012"/>
                  </a:lnTo>
                  <a:lnTo>
                    <a:pt x="36836" y="85883"/>
                  </a:lnTo>
                  <a:lnTo>
                    <a:pt x="36688" y="85870"/>
                  </a:lnTo>
                  <a:lnTo>
                    <a:pt x="36059" y="85813"/>
                  </a:lnTo>
                  <a:lnTo>
                    <a:pt x="35864" y="85812"/>
                  </a:lnTo>
                  <a:lnTo>
                    <a:pt x="35588" y="85810"/>
                  </a:lnTo>
                  <a:lnTo>
                    <a:pt x="35143" y="85807"/>
                  </a:lnTo>
                  <a:lnTo>
                    <a:pt x="34732" y="85804"/>
                  </a:lnTo>
                  <a:lnTo>
                    <a:pt x="34538" y="85802"/>
                  </a:lnTo>
                  <a:lnTo>
                    <a:pt x="34387" y="85801"/>
                  </a:lnTo>
                  <a:lnTo>
                    <a:pt x="34054" y="85799"/>
                  </a:lnTo>
                  <a:lnTo>
                    <a:pt x="33664" y="85796"/>
                  </a:lnTo>
                  <a:lnTo>
                    <a:pt x="33488" y="85795"/>
                  </a:lnTo>
                  <a:lnTo>
                    <a:pt x="33268" y="85793"/>
                  </a:lnTo>
                  <a:lnTo>
                    <a:pt x="27526" y="87807"/>
                  </a:lnTo>
                  <a:lnTo>
                    <a:pt x="26600" y="88116"/>
                  </a:lnTo>
                  <a:lnTo>
                    <a:pt x="26325" y="88208"/>
                  </a:lnTo>
                  <a:lnTo>
                    <a:pt x="26003" y="88316"/>
                  </a:lnTo>
                  <a:lnTo>
                    <a:pt x="25857" y="88365"/>
                  </a:lnTo>
                  <a:lnTo>
                    <a:pt x="25683" y="88423"/>
                  </a:lnTo>
                  <a:lnTo>
                    <a:pt x="25397" y="88518"/>
                  </a:lnTo>
                  <a:lnTo>
                    <a:pt x="21877" y="89695"/>
                  </a:lnTo>
                  <a:lnTo>
                    <a:pt x="21666" y="89765"/>
                  </a:lnTo>
                  <a:lnTo>
                    <a:pt x="21514" y="89816"/>
                  </a:lnTo>
                  <a:lnTo>
                    <a:pt x="20734" y="90077"/>
                  </a:lnTo>
                  <a:lnTo>
                    <a:pt x="19267" y="90567"/>
                  </a:lnTo>
                  <a:lnTo>
                    <a:pt x="17741" y="91076"/>
                  </a:lnTo>
                  <a:lnTo>
                    <a:pt x="17508" y="91154"/>
                  </a:lnTo>
                  <a:lnTo>
                    <a:pt x="16038" y="91577"/>
                  </a:lnTo>
                  <a:lnTo>
                    <a:pt x="14027" y="92156"/>
                  </a:lnTo>
                  <a:lnTo>
                    <a:pt x="13494" y="92310"/>
                  </a:lnTo>
                  <a:lnTo>
                    <a:pt x="11424" y="92905"/>
                  </a:lnTo>
                  <a:lnTo>
                    <a:pt x="7569" y="93402"/>
                  </a:lnTo>
                  <a:lnTo>
                    <a:pt x="7072" y="93516"/>
                  </a:lnTo>
                  <a:lnTo>
                    <a:pt x="6456" y="93657"/>
                  </a:lnTo>
                  <a:lnTo>
                    <a:pt x="6289" y="93695"/>
                  </a:lnTo>
                  <a:lnTo>
                    <a:pt x="5645" y="93799"/>
                  </a:lnTo>
                  <a:lnTo>
                    <a:pt x="5597" y="93604"/>
                  </a:lnTo>
                  <a:lnTo>
                    <a:pt x="5305" y="92413"/>
                  </a:lnTo>
                  <a:lnTo>
                    <a:pt x="5017" y="91242"/>
                  </a:lnTo>
                  <a:lnTo>
                    <a:pt x="4827" y="90469"/>
                  </a:lnTo>
                  <a:lnTo>
                    <a:pt x="4435" y="88870"/>
                  </a:lnTo>
                  <a:lnTo>
                    <a:pt x="3326" y="84358"/>
                  </a:lnTo>
                  <a:lnTo>
                    <a:pt x="2582" y="80746"/>
                  </a:lnTo>
                  <a:lnTo>
                    <a:pt x="2551" y="80597"/>
                  </a:lnTo>
                  <a:lnTo>
                    <a:pt x="1436" y="75186"/>
                  </a:lnTo>
                  <a:lnTo>
                    <a:pt x="522" y="71151"/>
                  </a:lnTo>
                  <a:lnTo>
                    <a:pt x="472" y="70929"/>
                  </a:lnTo>
                  <a:lnTo>
                    <a:pt x="437" y="70677"/>
                  </a:lnTo>
                  <a:lnTo>
                    <a:pt x="0" y="66481"/>
                  </a:lnTo>
                  <a:lnTo>
                    <a:pt x="315" y="66379"/>
                  </a:lnTo>
                  <a:lnTo>
                    <a:pt x="604" y="66286"/>
                  </a:lnTo>
                  <a:lnTo>
                    <a:pt x="1171" y="66103"/>
                  </a:lnTo>
                  <a:lnTo>
                    <a:pt x="1360" y="66042"/>
                  </a:lnTo>
                  <a:lnTo>
                    <a:pt x="2086" y="65808"/>
                  </a:lnTo>
                  <a:lnTo>
                    <a:pt x="2851" y="65562"/>
                  </a:lnTo>
                  <a:lnTo>
                    <a:pt x="3036" y="65502"/>
                  </a:lnTo>
                  <a:lnTo>
                    <a:pt x="3936" y="65212"/>
                  </a:lnTo>
                  <a:lnTo>
                    <a:pt x="4220" y="65121"/>
                  </a:lnTo>
                  <a:lnTo>
                    <a:pt x="5205" y="64803"/>
                  </a:lnTo>
                  <a:lnTo>
                    <a:pt x="5743" y="64630"/>
                  </a:lnTo>
                  <a:lnTo>
                    <a:pt x="7219" y="64154"/>
                  </a:lnTo>
                  <a:lnTo>
                    <a:pt x="7404" y="64093"/>
                  </a:lnTo>
                  <a:lnTo>
                    <a:pt x="7653" y="64012"/>
                  </a:lnTo>
                  <a:lnTo>
                    <a:pt x="7870" y="63945"/>
                  </a:lnTo>
                  <a:lnTo>
                    <a:pt x="9576" y="63418"/>
                  </a:lnTo>
                  <a:lnTo>
                    <a:pt x="11950" y="62684"/>
                  </a:lnTo>
                  <a:lnTo>
                    <a:pt x="16355" y="61107"/>
                  </a:lnTo>
                  <a:lnTo>
                    <a:pt x="16227" y="60689"/>
                  </a:lnTo>
                  <a:lnTo>
                    <a:pt x="16163" y="60424"/>
                  </a:lnTo>
                  <a:lnTo>
                    <a:pt x="16114" y="60226"/>
                  </a:lnTo>
                  <a:lnTo>
                    <a:pt x="15834" y="59074"/>
                  </a:lnTo>
                  <a:lnTo>
                    <a:pt x="15791" y="58896"/>
                  </a:lnTo>
                  <a:lnTo>
                    <a:pt x="15555" y="57929"/>
                  </a:lnTo>
                  <a:lnTo>
                    <a:pt x="15519" y="57779"/>
                  </a:lnTo>
                  <a:lnTo>
                    <a:pt x="15436" y="57437"/>
                  </a:lnTo>
                  <a:lnTo>
                    <a:pt x="15276" y="56964"/>
                  </a:lnTo>
                  <a:lnTo>
                    <a:pt x="14891" y="56362"/>
                  </a:lnTo>
                  <a:lnTo>
                    <a:pt x="14456" y="55681"/>
                  </a:lnTo>
                  <a:lnTo>
                    <a:pt x="14237" y="55339"/>
                  </a:lnTo>
                  <a:lnTo>
                    <a:pt x="15118" y="52019"/>
                  </a:lnTo>
                  <a:lnTo>
                    <a:pt x="16216" y="47878"/>
                  </a:lnTo>
                  <a:lnTo>
                    <a:pt x="17326" y="43694"/>
                  </a:lnTo>
                  <a:lnTo>
                    <a:pt x="18685" y="38570"/>
                  </a:lnTo>
                  <a:lnTo>
                    <a:pt x="15433" y="33359"/>
                  </a:lnTo>
                  <a:lnTo>
                    <a:pt x="16562" y="32679"/>
                  </a:lnTo>
                  <a:lnTo>
                    <a:pt x="16953" y="32444"/>
                  </a:lnTo>
                  <a:lnTo>
                    <a:pt x="17642" y="32028"/>
                  </a:lnTo>
                  <a:lnTo>
                    <a:pt x="17874" y="31889"/>
                  </a:lnTo>
                  <a:lnTo>
                    <a:pt x="18854" y="31298"/>
                  </a:lnTo>
                  <a:lnTo>
                    <a:pt x="19830" y="30710"/>
                  </a:lnTo>
                  <a:lnTo>
                    <a:pt x="20139" y="30524"/>
                  </a:lnTo>
                  <a:lnTo>
                    <a:pt x="20857" y="30092"/>
                  </a:lnTo>
                  <a:lnTo>
                    <a:pt x="21096" y="29948"/>
                  </a:lnTo>
                  <a:lnTo>
                    <a:pt x="21979" y="29416"/>
                  </a:lnTo>
                  <a:lnTo>
                    <a:pt x="22135" y="29321"/>
                  </a:lnTo>
                  <a:lnTo>
                    <a:pt x="23093" y="28745"/>
                  </a:lnTo>
                  <a:lnTo>
                    <a:pt x="23353" y="28588"/>
                  </a:lnTo>
                  <a:lnTo>
                    <a:pt x="24145" y="28111"/>
                  </a:lnTo>
                  <a:lnTo>
                    <a:pt x="25793" y="27002"/>
                  </a:lnTo>
                  <a:lnTo>
                    <a:pt x="26165" y="26726"/>
                  </a:lnTo>
                  <a:lnTo>
                    <a:pt x="26557" y="26434"/>
                  </a:lnTo>
                  <a:lnTo>
                    <a:pt x="26902" y="26178"/>
                  </a:lnTo>
                  <a:lnTo>
                    <a:pt x="27498" y="25735"/>
                  </a:lnTo>
                  <a:lnTo>
                    <a:pt x="28054" y="25322"/>
                  </a:lnTo>
                  <a:lnTo>
                    <a:pt x="28462" y="25019"/>
                  </a:lnTo>
                  <a:lnTo>
                    <a:pt x="28597" y="24918"/>
                  </a:lnTo>
                  <a:lnTo>
                    <a:pt x="29076" y="24562"/>
                  </a:lnTo>
                  <a:lnTo>
                    <a:pt x="29395" y="24326"/>
                  </a:lnTo>
                  <a:lnTo>
                    <a:pt x="29654" y="24133"/>
                  </a:lnTo>
                  <a:lnTo>
                    <a:pt x="29833" y="24000"/>
                  </a:lnTo>
                  <a:lnTo>
                    <a:pt x="30136" y="23775"/>
                  </a:lnTo>
                  <a:lnTo>
                    <a:pt x="30312" y="23644"/>
                  </a:lnTo>
                  <a:lnTo>
                    <a:pt x="30494" y="23509"/>
                  </a:lnTo>
                  <a:lnTo>
                    <a:pt x="30772" y="23303"/>
                  </a:lnTo>
                  <a:lnTo>
                    <a:pt x="30986" y="23144"/>
                  </a:lnTo>
                  <a:lnTo>
                    <a:pt x="31260" y="22939"/>
                  </a:lnTo>
                  <a:lnTo>
                    <a:pt x="31505" y="22758"/>
                  </a:lnTo>
                  <a:lnTo>
                    <a:pt x="31886" y="22474"/>
                  </a:lnTo>
                  <a:lnTo>
                    <a:pt x="32053" y="22350"/>
                  </a:lnTo>
                  <a:lnTo>
                    <a:pt x="32317" y="22154"/>
                  </a:lnTo>
                  <a:lnTo>
                    <a:pt x="32553" y="21979"/>
                  </a:lnTo>
                  <a:lnTo>
                    <a:pt x="32793" y="21801"/>
                  </a:lnTo>
                  <a:lnTo>
                    <a:pt x="33024" y="21629"/>
                  </a:lnTo>
                  <a:lnTo>
                    <a:pt x="33248" y="21462"/>
                  </a:lnTo>
                  <a:lnTo>
                    <a:pt x="33492" y="21281"/>
                  </a:lnTo>
                  <a:lnTo>
                    <a:pt x="33799" y="21053"/>
                  </a:lnTo>
                  <a:lnTo>
                    <a:pt x="33959" y="20934"/>
                  </a:lnTo>
                  <a:lnTo>
                    <a:pt x="34557" y="20490"/>
                  </a:lnTo>
                  <a:lnTo>
                    <a:pt x="34725" y="20365"/>
                  </a:lnTo>
                  <a:lnTo>
                    <a:pt x="35106" y="20082"/>
                  </a:lnTo>
                  <a:lnTo>
                    <a:pt x="35278" y="19954"/>
                  </a:lnTo>
                  <a:lnTo>
                    <a:pt x="35549" y="19753"/>
                  </a:lnTo>
                  <a:lnTo>
                    <a:pt x="35838" y="19538"/>
                  </a:lnTo>
                  <a:lnTo>
                    <a:pt x="36622" y="18955"/>
                  </a:lnTo>
                  <a:lnTo>
                    <a:pt x="37099" y="18597"/>
                  </a:lnTo>
                  <a:lnTo>
                    <a:pt x="37533" y="18244"/>
                  </a:lnTo>
                  <a:lnTo>
                    <a:pt x="41500" y="15015"/>
                  </a:lnTo>
                  <a:lnTo>
                    <a:pt x="43465" y="13415"/>
                  </a:lnTo>
                  <a:lnTo>
                    <a:pt x="45173" y="11647"/>
                  </a:lnTo>
                  <a:lnTo>
                    <a:pt x="45309" y="11506"/>
                  </a:lnTo>
                  <a:lnTo>
                    <a:pt x="49121" y="7559"/>
                  </a:lnTo>
                  <a:lnTo>
                    <a:pt x="49421" y="7035"/>
                  </a:lnTo>
                  <a:lnTo>
                    <a:pt x="49890" y="6214"/>
                  </a:lnTo>
                  <a:lnTo>
                    <a:pt x="50313" y="5473"/>
                  </a:lnTo>
                  <a:lnTo>
                    <a:pt x="52441" y="1748"/>
                  </a:lnTo>
                  <a:lnTo>
                    <a:pt x="53313" y="221"/>
                  </a:lnTo>
                  <a:lnTo>
                    <a:pt x="53443" y="0"/>
                  </a:lnTo>
                  <a:lnTo>
                    <a:pt x="54795" y="1665"/>
                  </a:lnTo>
                  <a:lnTo>
                    <a:pt x="55841" y="2953"/>
                  </a:lnTo>
                  <a:lnTo>
                    <a:pt x="57229" y="3332"/>
                  </a:lnTo>
                  <a:lnTo>
                    <a:pt x="57884" y="3511"/>
                  </a:lnTo>
                  <a:lnTo>
                    <a:pt x="58721" y="3740"/>
                  </a:lnTo>
                  <a:lnTo>
                    <a:pt x="59230" y="3879"/>
                  </a:lnTo>
                  <a:lnTo>
                    <a:pt x="60079" y="411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0" name="pg129"/>
            <p:cNvSpPr/>
            <p:nvPr/>
          </p:nvSpPr>
          <p:spPr>
            <a:xfrm>
              <a:off x="3650510" y="5346872"/>
              <a:ext cx="66197" cy="78736"/>
            </a:xfrm>
            <a:custGeom>
              <a:avLst/>
              <a:pathLst>
                <a:path w="66197" h="78736">
                  <a:moveTo>
                    <a:pt x="42290" y="1189"/>
                  </a:moveTo>
                  <a:lnTo>
                    <a:pt x="42801" y="2790"/>
                  </a:lnTo>
                  <a:lnTo>
                    <a:pt x="43038" y="2831"/>
                  </a:lnTo>
                  <a:lnTo>
                    <a:pt x="44015" y="2999"/>
                  </a:lnTo>
                  <a:lnTo>
                    <a:pt x="44421" y="3156"/>
                  </a:lnTo>
                  <a:lnTo>
                    <a:pt x="45849" y="3709"/>
                  </a:lnTo>
                  <a:lnTo>
                    <a:pt x="46431" y="3934"/>
                  </a:lnTo>
                  <a:lnTo>
                    <a:pt x="46996" y="4153"/>
                  </a:lnTo>
                  <a:lnTo>
                    <a:pt x="48127" y="4591"/>
                  </a:lnTo>
                  <a:lnTo>
                    <a:pt x="49932" y="5290"/>
                  </a:lnTo>
                  <a:lnTo>
                    <a:pt x="52843" y="6422"/>
                  </a:lnTo>
                  <a:lnTo>
                    <a:pt x="52899" y="7646"/>
                  </a:lnTo>
                  <a:lnTo>
                    <a:pt x="53431" y="19264"/>
                  </a:lnTo>
                  <a:lnTo>
                    <a:pt x="53441" y="19429"/>
                  </a:lnTo>
                  <a:lnTo>
                    <a:pt x="53535" y="20976"/>
                  </a:lnTo>
                  <a:lnTo>
                    <a:pt x="54392" y="24156"/>
                  </a:lnTo>
                  <a:lnTo>
                    <a:pt x="55379" y="26644"/>
                  </a:lnTo>
                  <a:lnTo>
                    <a:pt x="56084" y="27710"/>
                  </a:lnTo>
                  <a:lnTo>
                    <a:pt x="61707" y="36540"/>
                  </a:lnTo>
                  <a:lnTo>
                    <a:pt x="61978" y="37000"/>
                  </a:lnTo>
                  <a:lnTo>
                    <a:pt x="62441" y="37788"/>
                  </a:lnTo>
                  <a:lnTo>
                    <a:pt x="62595" y="38079"/>
                  </a:lnTo>
                  <a:lnTo>
                    <a:pt x="62811" y="38489"/>
                  </a:lnTo>
                  <a:lnTo>
                    <a:pt x="62945" y="38743"/>
                  </a:lnTo>
                  <a:lnTo>
                    <a:pt x="66197" y="43954"/>
                  </a:lnTo>
                  <a:lnTo>
                    <a:pt x="64826" y="49123"/>
                  </a:lnTo>
                  <a:lnTo>
                    <a:pt x="63728" y="53262"/>
                  </a:lnTo>
                  <a:lnTo>
                    <a:pt x="62629" y="57403"/>
                  </a:lnTo>
                  <a:lnTo>
                    <a:pt x="61749" y="60723"/>
                  </a:lnTo>
                  <a:lnTo>
                    <a:pt x="61967" y="61066"/>
                  </a:lnTo>
                  <a:lnTo>
                    <a:pt x="62448" y="61818"/>
                  </a:lnTo>
                  <a:lnTo>
                    <a:pt x="62881" y="62550"/>
                  </a:lnTo>
                  <a:lnTo>
                    <a:pt x="62947" y="62822"/>
                  </a:lnTo>
                  <a:lnTo>
                    <a:pt x="63031" y="63164"/>
                  </a:lnTo>
                  <a:lnTo>
                    <a:pt x="63067" y="63313"/>
                  </a:lnTo>
                  <a:lnTo>
                    <a:pt x="63302" y="64280"/>
                  </a:lnTo>
                  <a:lnTo>
                    <a:pt x="63346" y="64458"/>
                  </a:lnTo>
                  <a:lnTo>
                    <a:pt x="63626" y="65610"/>
                  </a:lnTo>
                  <a:lnTo>
                    <a:pt x="63674" y="65809"/>
                  </a:lnTo>
                  <a:lnTo>
                    <a:pt x="63739" y="66073"/>
                  </a:lnTo>
                  <a:lnTo>
                    <a:pt x="63928" y="66688"/>
                  </a:lnTo>
                  <a:lnTo>
                    <a:pt x="59461" y="68068"/>
                  </a:lnTo>
                  <a:lnTo>
                    <a:pt x="57087" y="68802"/>
                  </a:lnTo>
                  <a:lnTo>
                    <a:pt x="55382" y="69330"/>
                  </a:lnTo>
                  <a:lnTo>
                    <a:pt x="55164" y="69397"/>
                  </a:lnTo>
                  <a:lnTo>
                    <a:pt x="54916" y="69478"/>
                  </a:lnTo>
                  <a:lnTo>
                    <a:pt x="54730" y="69538"/>
                  </a:lnTo>
                  <a:lnTo>
                    <a:pt x="53255" y="70014"/>
                  </a:lnTo>
                  <a:lnTo>
                    <a:pt x="52717" y="70187"/>
                  </a:lnTo>
                  <a:lnTo>
                    <a:pt x="51732" y="70505"/>
                  </a:lnTo>
                  <a:lnTo>
                    <a:pt x="51448" y="70596"/>
                  </a:lnTo>
                  <a:lnTo>
                    <a:pt x="50548" y="70886"/>
                  </a:lnTo>
                  <a:lnTo>
                    <a:pt x="50363" y="70946"/>
                  </a:lnTo>
                  <a:lnTo>
                    <a:pt x="49598" y="71193"/>
                  </a:lnTo>
                  <a:lnTo>
                    <a:pt x="48872" y="71427"/>
                  </a:lnTo>
                  <a:lnTo>
                    <a:pt x="48683" y="71488"/>
                  </a:lnTo>
                  <a:lnTo>
                    <a:pt x="48116" y="71670"/>
                  </a:lnTo>
                  <a:lnTo>
                    <a:pt x="47826" y="71764"/>
                  </a:lnTo>
                  <a:lnTo>
                    <a:pt x="47340" y="71925"/>
                  </a:lnTo>
                  <a:lnTo>
                    <a:pt x="46989" y="72028"/>
                  </a:lnTo>
                  <a:lnTo>
                    <a:pt x="41768" y="73568"/>
                  </a:lnTo>
                  <a:lnTo>
                    <a:pt x="42700" y="77399"/>
                  </a:lnTo>
                  <a:lnTo>
                    <a:pt x="42873" y="78107"/>
                  </a:lnTo>
                  <a:lnTo>
                    <a:pt x="40565" y="78681"/>
                  </a:lnTo>
                  <a:lnTo>
                    <a:pt x="40344" y="78736"/>
                  </a:lnTo>
                  <a:lnTo>
                    <a:pt x="40196" y="78385"/>
                  </a:lnTo>
                  <a:lnTo>
                    <a:pt x="38774" y="75021"/>
                  </a:lnTo>
                  <a:lnTo>
                    <a:pt x="38646" y="74718"/>
                  </a:lnTo>
                  <a:lnTo>
                    <a:pt x="38619" y="71509"/>
                  </a:lnTo>
                  <a:lnTo>
                    <a:pt x="38461" y="70747"/>
                  </a:lnTo>
                  <a:lnTo>
                    <a:pt x="33863" y="70922"/>
                  </a:lnTo>
                  <a:lnTo>
                    <a:pt x="29481" y="70492"/>
                  </a:lnTo>
                  <a:lnTo>
                    <a:pt x="28801" y="68030"/>
                  </a:lnTo>
                  <a:lnTo>
                    <a:pt x="28750" y="67844"/>
                  </a:lnTo>
                  <a:lnTo>
                    <a:pt x="28464" y="67117"/>
                  </a:lnTo>
                  <a:lnTo>
                    <a:pt x="26177" y="67944"/>
                  </a:lnTo>
                  <a:lnTo>
                    <a:pt x="25274" y="68271"/>
                  </a:lnTo>
                  <a:lnTo>
                    <a:pt x="23290" y="68756"/>
                  </a:lnTo>
                  <a:lnTo>
                    <a:pt x="20992" y="68074"/>
                  </a:lnTo>
                  <a:lnTo>
                    <a:pt x="20350" y="68521"/>
                  </a:lnTo>
                  <a:lnTo>
                    <a:pt x="18493" y="69814"/>
                  </a:lnTo>
                  <a:lnTo>
                    <a:pt x="18298" y="69950"/>
                  </a:lnTo>
                  <a:lnTo>
                    <a:pt x="18020" y="69725"/>
                  </a:lnTo>
                  <a:lnTo>
                    <a:pt x="16644" y="69230"/>
                  </a:lnTo>
                  <a:lnTo>
                    <a:pt x="15323" y="68174"/>
                  </a:lnTo>
                  <a:lnTo>
                    <a:pt x="14200" y="67276"/>
                  </a:lnTo>
                  <a:lnTo>
                    <a:pt x="11188" y="62385"/>
                  </a:lnTo>
                  <a:lnTo>
                    <a:pt x="9339" y="56809"/>
                  </a:lnTo>
                  <a:lnTo>
                    <a:pt x="8743" y="55288"/>
                  </a:lnTo>
                  <a:lnTo>
                    <a:pt x="8593" y="53589"/>
                  </a:lnTo>
                  <a:lnTo>
                    <a:pt x="8593" y="52485"/>
                  </a:lnTo>
                  <a:lnTo>
                    <a:pt x="8783" y="51268"/>
                  </a:lnTo>
                  <a:lnTo>
                    <a:pt x="9009" y="49819"/>
                  </a:lnTo>
                  <a:lnTo>
                    <a:pt x="9756" y="48042"/>
                  </a:lnTo>
                  <a:lnTo>
                    <a:pt x="12674" y="41282"/>
                  </a:lnTo>
                  <a:lnTo>
                    <a:pt x="11128" y="40140"/>
                  </a:lnTo>
                  <a:lnTo>
                    <a:pt x="11903" y="37546"/>
                  </a:lnTo>
                  <a:lnTo>
                    <a:pt x="13305" y="37516"/>
                  </a:lnTo>
                  <a:lnTo>
                    <a:pt x="13722" y="36234"/>
                  </a:lnTo>
                  <a:lnTo>
                    <a:pt x="13603" y="34981"/>
                  </a:lnTo>
                  <a:lnTo>
                    <a:pt x="12559" y="32178"/>
                  </a:lnTo>
                  <a:lnTo>
                    <a:pt x="11426" y="29077"/>
                  </a:lnTo>
                  <a:lnTo>
                    <a:pt x="10084" y="26365"/>
                  </a:lnTo>
                  <a:lnTo>
                    <a:pt x="9446" y="25752"/>
                  </a:lnTo>
                  <a:lnTo>
                    <a:pt x="7001" y="22341"/>
                  </a:lnTo>
                  <a:lnTo>
                    <a:pt x="5868" y="21363"/>
                  </a:lnTo>
                  <a:lnTo>
                    <a:pt x="4580" y="19597"/>
                  </a:lnTo>
                  <a:lnTo>
                    <a:pt x="2874" y="16305"/>
                  </a:lnTo>
                  <a:lnTo>
                    <a:pt x="1693" y="14301"/>
                  </a:lnTo>
                  <a:lnTo>
                    <a:pt x="930" y="12834"/>
                  </a:lnTo>
                  <a:lnTo>
                    <a:pt x="465" y="11677"/>
                  </a:lnTo>
                  <a:lnTo>
                    <a:pt x="0" y="9614"/>
                  </a:lnTo>
                  <a:lnTo>
                    <a:pt x="178" y="8815"/>
                  </a:lnTo>
                  <a:lnTo>
                    <a:pt x="455" y="8524"/>
                  </a:lnTo>
                  <a:lnTo>
                    <a:pt x="3848" y="7179"/>
                  </a:lnTo>
                  <a:lnTo>
                    <a:pt x="4064" y="7106"/>
                  </a:lnTo>
                  <a:lnTo>
                    <a:pt x="4367" y="7005"/>
                  </a:lnTo>
                  <a:lnTo>
                    <a:pt x="4700" y="6893"/>
                  </a:lnTo>
                  <a:lnTo>
                    <a:pt x="7151" y="6070"/>
                  </a:lnTo>
                  <a:lnTo>
                    <a:pt x="9166" y="5394"/>
                  </a:lnTo>
                  <a:lnTo>
                    <a:pt x="10344" y="4998"/>
                  </a:lnTo>
                  <a:lnTo>
                    <a:pt x="11454" y="4666"/>
                  </a:lnTo>
                  <a:lnTo>
                    <a:pt x="11891" y="4535"/>
                  </a:lnTo>
                  <a:lnTo>
                    <a:pt x="14142" y="3862"/>
                  </a:lnTo>
                  <a:lnTo>
                    <a:pt x="16646" y="3113"/>
                  </a:lnTo>
                  <a:lnTo>
                    <a:pt x="16709" y="3476"/>
                  </a:lnTo>
                  <a:lnTo>
                    <a:pt x="16886" y="4499"/>
                  </a:lnTo>
                  <a:lnTo>
                    <a:pt x="17699" y="4283"/>
                  </a:lnTo>
                  <a:lnTo>
                    <a:pt x="18027" y="4195"/>
                  </a:lnTo>
                  <a:lnTo>
                    <a:pt x="18164" y="4159"/>
                  </a:lnTo>
                  <a:lnTo>
                    <a:pt x="18855" y="3975"/>
                  </a:lnTo>
                  <a:lnTo>
                    <a:pt x="20989" y="3407"/>
                  </a:lnTo>
                  <a:lnTo>
                    <a:pt x="23275" y="2799"/>
                  </a:lnTo>
                  <a:lnTo>
                    <a:pt x="23757" y="2671"/>
                  </a:lnTo>
                  <a:lnTo>
                    <a:pt x="24133" y="2571"/>
                  </a:lnTo>
                  <a:lnTo>
                    <a:pt x="25807" y="2122"/>
                  </a:lnTo>
                  <a:lnTo>
                    <a:pt x="26747" y="1870"/>
                  </a:lnTo>
                  <a:lnTo>
                    <a:pt x="27480" y="1673"/>
                  </a:lnTo>
                  <a:lnTo>
                    <a:pt x="28112" y="1503"/>
                  </a:lnTo>
                  <a:lnTo>
                    <a:pt x="28457" y="1411"/>
                  </a:lnTo>
                  <a:lnTo>
                    <a:pt x="28668" y="1354"/>
                  </a:lnTo>
                  <a:lnTo>
                    <a:pt x="29361" y="1168"/>
                  </a:lnTo>
                  <a:lnTo>
                    <a:pt x="31810" y="459"/>
                  </a:lnTo>
                  <a:lnTo>
                    <a:pt x="32543" y="256"/>
                  </a:lnTo>
                  <a:lnTo>
                    <a:pt x="32885" y="180"/>
                  </a:lnTo>
                  <a:lnTo>
                    <a:pt x="33457" y="832"/>
                  </a:lnTo>
                  <a:lnTo>
                    <a:pt x="33953" y="2695"/>
                  </a:lnTo>
                  <a:lnTo>
                    <a:pt x="34334" y="2566"/>
                  </a:lnTo>
                  <a:lnTo>
                    <a:pt x="35998" y="2001"/>
                  </a:lnTo>
                  <a:lnTo>
                    <a:pt x="36605" y="1795"/>
                  </a:lnTo>
                  <a:lnTo>
                    <a:pt x="39152" y="931"/>
                  </a:lnTo>
                  <a:lnTo>
                    <a:pt x="41910" y="0"/>
                  </a:lnTo>
                  <a:lnTo>
                    <a:pt x="42231" y="100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1" name="pg130"/>
            <p:cNvSpPr/>
            <p:nvPr/>
          </p:nvSpPr>
          <p:spPr>
            <a:xfrm>
              <a:off x="3560286" y="5453325"/>
              <a:ext cx="94658" cy="94796"/>
            </a:xfrm>
            <a:custGeom>
              <a:avLst/>
              <a:pathLst>
                <a:path w="94658" h="94796">
                  <a:moveTo>
                    <a:pt x="37949" y="1342"/>
                  </a:moveTo>
                  <a:lnTo>
                    <a:pt x="38211" y="1646"/>
                  </a:lnTo>
                  <a:lnTo>
                    <a:pt x="40455" y="193"/>
                  </a:lnTo>
                  <a:lnTo>
                    <a:pt x="40613" y="90"/>
                  </a:lnTo>
                  <a:lnTo>
                    <a:pt x="42565" y="2897"/>
                  </a:lnTo>
                  <a:lnTo>
                    <a:pt x="42203" y="3206"/>
                  </a:lnTo>
                  <a:lnTo>
                    <a:pt x="41724" y="3613"/>
                  </a:lnTo>
                  <a:lnTo>
                    <a:pt x="41400" y="3889"/>
                  </a:lnTo>
                  <a:lnTo>
                    <a:pt x="41256" y="4012"/>
                  </a:lnTo>
                  <a:lnTo>
                    <a:pt x="41121" y="4127"/>
                  </a:lnTo>
                  <a:lnTo>
                    <a:pt x="40356" y="4902"/>
                  </a:lnTo>
                  <a:lnTo>
                    <a:pt x="46828" y="14208"/>
                  </a:lnTo>
                  <a:lnTo>
                    <a:pt x="46996" y="14450"/>
                  </a:lnTo>
                  <a:lnTo>
                    <a:pt x="47495" y="15282"/>
                  </a:lnTo>
                  <a:lnTo>
                    <a:pt x="52352" y="25211"/>
                  </a:lnTo>
                  <a:lnTo>
                    <a:pt x="57601" y="22675"/>
                  </a:lnTo>
                  <a:lnTo>
                    <a:pt x="62811" y="20159"/>
                  </a:lnTo>
                  <a:lnTo>
                    <a:pt x="67993" y="17655"/>
                  </a:lnTo>
                  <a:lnTo>
                    <a:pt x="73483" y="15003"/>
                  </a:lnTo>
                  <a:lnTo>
                    <a:pt x="78691" y="12487"/>
                  </a:lnTo>
                  <a:lnTo>
                    <a:pt x="80328" y="16023"/>
                  </a:lnTo>
                  <a:lnTo>
                    <a:pt x="80464" y="16295"/>
                  </a:lnTo>
                  <a:lnTo>
                    <a:pt x="82357" y="20065"/>
                  </a:lnTo>
                  <a:lnTo>
                    <a:pt x="87870" y="31050"/>
                  </a:lnTo>
                  <a:lnTo>
                    <a:pt x="94658" y="44576"/>
                  </a:lnTo>
                  <a:lnTo>
                    <a:pt x="89639" y="47051"/>
                  </a:lnTo>
                  <a:lnTo>
                    <a:pt x="88987" y="47373"/>
                  </a:lnTo>
                  <a:lnTo>
                    <a:pt x="84197" y="49593"/>
                  </a:lnTo>
                  <a:lnTo>
                    <a:pt x="83869" y="49745"/>
                  </a:lnTo>
                  <a:lnTo>
                    <a:pt x="79005" y="52050"/>
                  </a:lnTo>
                  <a:lnTo>
                    <a:pt x="78676" y="52229"/>
                  </a:lnTo>
                  <a:lnTo>
                    <a:pt x="73641" y="54608"/>
                  </a:lnTo>
                  <a:lnTo>
                    <a:pt x="72994" y="54916"/>
                  </a:lnTo>
                  <a:lnTo>
                    <a:pt x="68027" y="57271"/>
                  </a:lnTo>
                  <a:lnTo>
                    <a:pt x="63105" y="59615"/>
                  </a:lnTo>
                  <a:lnTo>
                    <a:pt x="62557" y="59876"/>
                  </a:lnTo>
                  <a:lnTo>
                    <a:pt x="62427" y="59938"/>
                  </a:lnTo>
                  <a:lnTo>
                    <a:pt x="61844" y="60196"/>
                  </a:lnTo>
                  <a:lnTo>
                    <a:pt x="57567" y="62219"/>
                  </a:lnTo>
                  <a:lnTo>
                    <a:pt x="57354" y="62320"/>
                  </a:lnTo>
                  <a:lnTo>
                    <a:pt x="57023" y="62474"/>
                  </a:lnTo>
                  <a:lnTo>
                    <a:pt x="52027" y="64808"/>
                  </a:lnTo>
                  <a:lnTo>
                    <a:pt x="51870" y="64882"/>
                  </a:lnTo>
                  <a:lnTo>
                    <a:pt x="51577" y="65018"/>
                  </a:lnTo>
                  <a:lnTo>
                    <a:pt x="51415" y="65095"/>
                  </a:lnTo>
                  <a:lnTo>
                    <a:pt x="46797" y="67265"/>
                  </a:lnTo>
                  <a:lnTo>
                    <a:pt x="46421" y="67490"/>
                  </a:lnTo>
                  <a:lnTo>
                    <a:pt x="46064" y="67674"/>
                  </a:lnTo>
                  <a:lnTo>
                    <a:pt x="45357" y="67961"/>
                  </a:lnTo>
                  <a:lnTo>
                    <a:pt x="44110" y="68545"/>
                  </a:lnTo>
                  <a:lnTo>
                    <a:pt x="40984" y="70007"/>
                  </a:lnTo>
                  <a:lnTo>
                    <a:pt x="40821" y="70107"/>
                  </a:lnTo>
                  <a:lnTo>
                    <a:pt x="36217" y="72933"/>
                  </a:lnTo>
                  <a:lnTo>
                    <a:pt x="35853" y="73261"/>
                  </a:lnTo>
                  <a:lnTo>
                    <a:pt x="32311" y="76451"/>
                  </a:lnTo>
                  <a:lnTo>
                    <a:pt x="32100" y="76647"/>
                  </a:lnTo>
                  <a:lnTo>
                    <a:pt x="28643" y="79851"/>
                  </a:lnTo>
                  <a:lnTo>
                    <a:pt x="28467" y="79968"/>
                  </a:lnTo>
                  <a:lnTo>
                    <a:pt x="28106" y="80209"/>
                  </a:lnTo>
                  <a:lnTo>
                    <a:pt x="25482" y="81252"/>
                  </a:lnTo>
                  <a:lnTo>
                    <a:pt x="24755" y="81528"/>
                  </a:lnTo>
                  <a:lnTo>
                    <a:pt x="22888" y="82236"/>
                  </a:lnTo>
                  <a:lnTo>
                    <a:pt x="21360" y="82703"/>
                  </a:lnTo>
                  <a:lnTo>
                    <a:pt x="21129" y="82773"/>
                  </a:lnTo>
                  <a:lnTo>
                    <a:pt x="18958" y="82906"/>
                  </a:lnTo>
                  <a:lnTo>
                    <a:pt x="18982" y="83194"/>
                  </a:lnTo>
                  <a:lnTo>
                    <a:pt x="18868" y="83785"/>
                  </a:lnTo>
                  <a:lnTo>
                    <a:pt x="18340" y="88007"/>
                  </a:lnTo>
                  <a:lnTo>
                    <a:pt x="16407" y="88032"/>
                  </a:lnTo>
                  <a:lnTo>
                    <a:pt x="16157" y="91075"/>
                  </a:lnTo>
                  <a:lnTo>
                    <a:pt x="11707" y="92100"/>
                  </a:lnTo>
                  <a:lnTo>
                    <a:pt x="7824" y="92994"/>
                  </a:lnTo>
                  <a:lnTo>
                    <a:pt x="0" y="94796"/>
                  </a:lnTo>
                  <a:lnTo>
                    <a:pt x="2392" y="91543"/>
                  </a:lnTo>
                  <a:lnTo>
                    <a:pt x="3548" y="90052"/>
                  </a:lnTo>
                  <a:lnTo>
                    <a:pt x="4554" y="88784"/>
                  </a:lnTo>
                  <a:lnTo>
                    <a:pt x="5001" y="87629"/>
                  </a:lnTo>
                  <a:lnTo>
                    <a:pt x="5039" y="86473"/>
                  </a:lnTo>
                  <a:lnTo>
                    <a:pt x="4725" y="83909"/>
                  </a:lnTo>
                  <a:lnTo>
                    <a:pt x="7499" y="83596"/>
                  </a:lnTo>
                  <a:lnTo>
                    <a:pt x="7230" y="80554"/>
                  </a:lnTo>
                  <a:lnTo>
                    <a:pt x="7051" y="77334"/>
                  </a:lnTo>
                  <a:lnTo>
                    <a:pt x="7096" y="75858"/>
                  </a:lnTo>
                  <a:lnTo>
                    <a:pt x="7588" y="71429"/>
                  </a:lnTo>
                  <a:lnTo>
                    <a:pt x="11761" y="70786"/>
                  </a:lnTo>
                  <a:lnTo>
                    <a:pt x="11761" y="67517"/>
                  </a:lnTo>
                  <a:lnTo>
                    <a:pt x="14177" y="67397"/>
                  </a:lnTo>
                  <a:lnTo>
                    <a:pt x="14355" y="67371"/>
                  </a:lnTo>
                  <a:lnTo>
                    <a:pt x="14949" y="65293"/>
                  </a:lnTo>
                  <a:lnTo>
                    <a:pt x="15188" y="62907"/>
                  </a:lnTo>
                  <a:lnTo>
                    <a:pt x="15426" y="60939"/>
                  </a:lnTo>
                  <a:lnTo>
                    <a:pt x="15367" y="57838"/>
                  </a:lnTo>
                  <a:lnTo>
                    <a:pt x="15545" y="52769"/>
                  </a:lnTo>
                  <a:lnTo>
                    <a:pt x="15665" y="49906"/>
                  </a:lnTo>
                  <a:lnTo>
                    <a:pt x="15486" y="46149"/>
                  </a:lnTo>
                  <a:lnTo>
                    <a:pt x="14897" y="42155"/>
                  </a:lnTo>
                  <a:lnTo>
                    <a:pt x="11900" y="35445"/>
                  </a:lnTo>
                  <a:lnTo>
                    <a:pt x="11184" y="30704"/>
                  </a:lnTo>
                  <a:lnTo>
                    <a:pt x="11095" y="27886"/>
                  </a:lnTo>
                  <a:lnTo>
                    <a:pt x="11005" y="26589"/>
                  </a:lnTo>
                  <a:lnTo>
                    <a:pt x="12034" y="26589"/>
                  </a:lnTo>
                  <a:lnTo>
                    <a:pt x="14181" y="27305"/>
                  </a:lnTo>
                  <a:lnTo>
                    <a:pt x="15165" y="25605"/>
                  </a:lnTo>
                  <a:lnTo>
                    <a:pt x="16060" y="23682"/>
                  </a:lnTo>
                  <a:lnTo>
                    <a:pt x="16418" y="22698"/>
                  </a:lnTo>
                  <a:lnTo>
                    <a:pt x="16775" y="21758"/>
                  </a:lnTo>
                  <a:lnTo>
                    <a:pt x="17133" y="21132"/>
                  </a:lnTo>
                  <a:lnTo>
                    <a:pt x="17580" y="20506"/>
                  </a:lnTo>
                  <a:lnTo>
                    <a:pt x="18430" y="19790"/>
                  </a:lnTo>
                  <a:lnTo>
                    <a:pt x="18967" y="19343"/>
                  </a:lnTo>
                  <a:lnTo>
                    <a:pt x="20041" y="18761"/>
                  </a:lnTo>
                  <a:lnTo>
                    <a:pt x="20846" y="18314"/>
                  </a:lnTo>
                  <a:lnTo>
                    <a:pt x="21733" y="16942"/>
                  </a:lnTo>
                  <a:lnTo>
                    <a:pt x="22225" y="15869"/>
                  </a:lnTo>
                  <a:lnTo>
                    <a:pt x="22627" y="14974"/>
                  </a:lnTo>
                  <a:lnTo>
                    <a:pt x="23119" y="14080"/>
                  </a:lnTo>
                  <a:lnTo>
                    <a:pt x="23835" y="12962"/>
                  </a:lnTo>
                  <a:lnTo>
                    <a:pt x="25266" y="10501"/>
                  </a:lnTo>
                  <a:lnTo>
                    <a:pt x="25848" y="9294"/>
                  </a:lnTo>
                  <a:lnTo>
                    <a:pt x="26608" y="7862"/>
                  </a:lnTo>
                  <a:lnTo>
                    <a:pt x="27145" y="6923"/>
                  </a:lnTo>
                  <a:lnTo>
                    <a:pt x="28219" y="5358"/>
                  </a:lnTo>
                  <a:lnTo>
                    <a:pt x="29158" y="4239"/>
                  </a:lnTo>
                  <a:lnTo>
                    <a:pt x="29412" y="3997"/>
                  </a:lnTo>
                  <a:lnTo>
                    <a:pt x="33722" y="1805"/>
                  </a:lnTo>
                  <a:lnTo>
                    <a:pt x="35404" y="874"/>
                  </a:lnTo>
                  <a:lnTo>
                    <a:pt x="36359" y="273"/>
                  </a:lnTo>
                  <a:lnTo>
                    <a:pt x="36793" y="0"/>
                  </a:lnTo>
                  <a:lnTo>
                    <a:pt x="37155" y="420"/>
                  </a:lnTo>
                  <a:lnTo>
                    <a:pt x="37552" y="88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2" name="pg131"/>
            <p:cNvSpPr/>
            <p:nvPr/>
          </p:nvSpPr>
          <p:spPr>
            <a:xfrm>
              <a:off x="3597027" y="5406666"/>
              <a:ext cx="106643" cy="91234"/>
            </a:xfrm>
            <a:custGeom>
              <a:avLst/>
              <a:pathLst>
                <a:path w="106643" h="91234">
                  <a:moveTo>
                    <a:pt x="65209" y="9799"/>
                  </a:moveTo>
                  <a:lnTo>
                    <a:pt x="68310" y="9954"/>
                  </a:lnTo>
                  <a:lnTo>
                    <a:pt x="71503" y="9931"/>
                  </a:lnTo>
                  <a:lnTo>
                    <a:pt x="71781" y="10156"/>
                  </a:lnTo>
                  <a:lnTo>
                    <a:pt x="71976" y="10021"/>
                  </a:lnTo>
                  <a:lnTo>
                    <a:pt x="73833" y="8728"/>
                  </a:lnTo>
                  <a:lnTo>
                    <a:pt x="74475" y="8281"/>
                  </a:lnTo>
                  <a:lnTo>
                    <a:pt x="76773" y="8963"/>
                  </a:lnTo>
                  <a:lnTo>
                    <a:pt x="78756" y="8477"/>
                  </a:lnTo>
                  <a:lnTo>
                    <a:pt x="79660" y="8150"/>
                  </a:lnTo>
                  <a:lnTo>
                    <a:pt x="81947" y="7323"/>
                  </a:lnTo>
                  <a:lnTo>
                    <a:pt x="82233" y="8051"/>
                  </a:lnTo>
                  <a:lnTo>
                    <a:pt x="82316" y="8352"/>
                  </a:lnTo>
                  <a:lnTo>
                    <a:pt x="82964" y="10698"/>
                  </a:lnTo>
                  <a:lnTo>
                    <a:pt x="87346" y="11129"/>
                  </a:lnTo>
                  <a:lnTo>
                    <a:pt x="91944" y="10954"/>
                  </a:lnTo>
                  <a:lnTo>
                    <a:pt x="92102" y="11716"/>
                  </a:lnTo>
                  <a:lnTo>
                    <a:pt x="92129" y="14924"/>
                  </a:lnTo>
                  <a:lnTo>
                    <a:pt x="92268" y="15254"/>
                  </a:lnTo>
                  <a:lnTo>
                    <a:pt x="93679" y="18591"/>
                  </a:lnTo>
                  <a:lnTo>
                    <a:pt x="93827" y="18942"/>
                  </a:lnTo>
                  <a:lnTo>
                    <a:pt x="94047" y="18887"/>
                  </a:lnTo>
                  <a:lnTo>
                    <a:pt x="96356" y="18314"/>
                  </a:lnTo>
                  <a:lnTo>
                    <a:pt x="96183" y="17605"/>
                  </a:lnTo>
                  <a:lnTo>
                    <a:pt x="95251" y="13774"/>
                  </a:lnTo>
                  <a:lnTo>
                    <a:pt x="100472" y="12235"/>
                  </a:lnTo>
                  <a:lnTo>
                    <a:pt x="100868" y="12228"/>
                  </a:lnTo>
                  <a:lnTo>
                    <a:pt x="101431" y="16267"/>
                  </a:lnTo>
                  <a:lnTo>
                    <a:pt x="101466" y="16521"/>
                  </a:lnTo>
                  <a:lnTo>
                    <a:pt x="101516" y="16741"/>
                  </a:lnTo>
                  <a:lnTo>
                    <a:pt x="102430" y="20777"/>
                  </a:lnTo>
                  <a:lnTo>
                    <a:pt x="103546" y="26188"/>
                  </a:lnTo>
                  <a:lnTo>
                    <a:pt x="103576" y="26337"/>
                  </a:lnTo>
                  <a:lnTo>
                    <a:pt x="104321" y="29949"/>
                  </a:lnTo>
                  <a:lnTo>
                    <a:pt x="105429" y="34461"/>
                  </a:lnTo>
                  <a:lnTo>
                    <a:pt x="105821" y="36059"/>
                  </a:lnTo>
                  <a:lnTo>
                    <a:pt x="106011" y="36833"/>
                  </a:lnTo>
                  <a:lnTo>
                    <a:pt x="106299" y="38004"/>
                  </a:lnTo>
                  <a:lnTo>
                    <a:pt x="106591" y="39194"/>
                  </a:lnTo>
                  <a:lnTo>
                    <a:pt x="106643" y="39432"/>
                  </a:lnTo>
                  <a:lnTo>
                    <a:pt x="106415" y="39685"/>
                  </a:lnTo>
                  <a:lnTo>
                    <a:pt x="105046" y="41206"/>
                  </a:lnTo>
                  <a:lnTo>
                    <a:pt x="104427" y="41895"/>
                  </a:lnTo>
                  <a:lnTo>
                    <a:pt x="103768" y="43038"/>
                  </a:lnTo>
                  <a:lnTo>
                    <a:pt x="100860" y="48085"/>
                  </a:lnTo>
                  <a:lnTo>
                    <a:pt x="100755" y="48268"/>
                  </a:lnTo>
                  <a:lnTo>
                    <a:pt x="100585" y="48572"/>
                  </a:lnTo>
                  <a:lnTo>
                    <a:pt x="100486" y="48763"/>
                  </a:lnTo>
                  <a:lnTo>
                    <a:pt x="100237" y="49244"/>
                  </a:lnTo>
                  <a:lnTo>
                    <a:pt x="100005" y="49691"/>
                  </a:lnTo>
                  <a:lnTo>
                    <a:pt x="99928" y="49841"/>
                  </a:lnTo>
                  <a:lnTo>
                    <a:pt x="99742" y="50200"/>
                  </a:lnTo>
                  <a:lnTo>
                    <a:pt x="99594" y="50486"/>
                  </a:lnTo>
                  <a:lnTo>
                    <a:pt x="99072" y="51493"/>
                  </a:lnTo>
                  <a:lnTo>
                    <a:pt x="98981" y="51669"/>
                  </a:lnTo>
                  <a:lnTo>
                    <a:pt x="98566" y="52471"/>
                  </a:lnTo>
                  <a:lnTo>
                    <a:pt x="98421" y="52751"/>
                  </a:lnTo>
                  <a:lnTo>
                    <a:pt x="98170" y="53236"/>
                  </a:lnTo>
                  <a:lnTo>
                    <a:pt x="97978" y="53607"/>
                  </a:lnTo>
                  <a:lnTo>
                    <a:pt x="97835" y="53883"/>
                  </a:lnTo>
                  <a:lnTo>
                    <a:pt x="97188" y="55129"/>
                  </a:lnTo>
                  <a:lnTo>
                    <a:pt x="96508" y="56393"/>
                  </a:lnTo>
                  <a:lnTo>
                    <a:pt x="96377" y="56637"/>
                  </a:lnTo>
                  <a:lnTo>
                    <a:pt x="95912" y="57503"/>
                  </a:lnTo>
                  <a:lnTo>
                    <a:pt x="95799" y="57713"/>
                  </a:lnTo>
                  <a:lnTo>
                    <a:pt x="95084" y="59042"/>
                  </a:lnTo>
                  <a:lnTo>
                    <a:pt x="94762" y="59644"/>
                  </a:lnTo>
                  <a:lnTo>
                    <a:pt x="94690" y="59780"/>
                  </a:lnTo>
                  <a:lnTo>
                    <a:pt x="94526" y="60088"/>
                  </a:lnTo>
                  <a:lnTo>
                    <a:pt x="94408" y="60310"/>
                  </a:lnTo>
                  <a:lnTo>
                    <a:pt x="94143" y="60811"/>
                  </a:lnTo>
                  <a:lnTo>
                    <a:pt x="93897" y="61273"/>
                  </a:lnTo>
                  <a:lnTo>
                    <a:pt x="93815" y="61427"/>
                  </a:lnTo>
                  <a:lnTo>
                    <a:pt x="93642" y="61753"/>
                  </a:lnTo>
                  <a:lnTo>
                    <a:pt x="93537" y="61952"/>
                  </a:lnTo>
                  <a:lnTo>
                    <a:pt x="93402" y="62206"/>
                  </a:lnTo>
                  <a:lnTo>
                    <a:pt x="93298" y="62401"/>
                  </a:lnTo>
                  <a:lnTo>
                    <a:pt x="93046" y="62878"/>
                  </a:lnTo>
                  <a:lnTo>
                    <a:pt x="92892" y="63176"/>
                  </a:lnTo>
                  <a:lnTo>
                    <a:pt x="92751" y="63448"/>
                  </a:lnTo>
                  <a:lnTo>
                    <a:pt x="92591" y="63756"/>
                  </a:lnTo>
                  <a:lnTo>
                    <a:pt x="92368" y="64187"/>
                  </a:lnTo>
                  <a:lnTo>
                    <a:pt x="92215" y="64455"/>
                  </a:lnTo>
                  <a:lnTo>
                    <a:pt x="89706" y="68862"/>
                  </a:lnTo>
                  <a:lnTo>
                    <a:pt x="89506" y="69214"/>
                  </a:lnTo>
                  <a:lnTo>
                    <a:pt x="89419" y="69367"/>
                  </a:lnTo>
                  <a:lnTo>
                    <a:pt x="89243" y="69654"/>
                  </a:lnTo>
                  <a:lnTo>
                    <a:pt x="88934" y="70158"/>
                  </a:lnTo>
                  <a:lnTo>
                    <a:pt x="88695" y="70548"/>
                  </a:lnTo>
                  <a:lnTo>
                    <a:pt x="88407" y="71018"/>
                  </a:lnTo>
                  <a:lnTo>
                    <a:pt x="88172" y="71400"/>
                  </a:lnTo>
                  <a:lnTo>
                    <a:pt x="87871" y="71891"/>
                  </a:lnTo>
                  <a:lnTo>
                    <a:pt x="87628" y="72287"/>
                  </a:lnTo>
                  <a:lnTo>
                    <a:pt x="87271" y="72870"/>
                  </a:lnTo>
                  <a:lnTo>
                    <a:pt x="87071" y="73196"/>
                  </a:lnTo>
                  <a:lnTo>
                    <a:pt x="86582" y="73966"/>
                  </a:lnTo>
                  <a:lnTo>
                    <a:pt x="86087" y="74505"/>
                  </a:lnTo>
                  <a:lnTo>
                    <a:pt x="85269" y="75395"/>
                  </a:lnTo>
                  <a:lnTo>
                    <a:pt x="85072" y="75608"/>
                  </a:lnTo>
                  <a:lnTo>
                    <a:pt x="84955" y="75736"/>
                  </a:lnTo>
                  <a:lnTo>
                    <a:pt x="84513" y="76217"/>
                  </a:lnTo>
                  <a:lnTo>
                    <a:pt x="82806" y="77945"/>
                  </a:lnTo>
                  <a:lnTo>
                    <a:pt x="82078" y="78681"/>
                  </a:lnTo>
                  <a:lnTo>
                    <a:pt x="81836" y="78926"/>
                  </a:lnTo>
                  <a:lnTo>
                    <a:pt x="79076" y="80928"/>
                  </a:lnTo>
                  <a:lnTo>
                    <a:pt x="78474" y="81364"/>
                  </a:lnTo>
                  <a:lnTo>
                    <a:pt x="76886" y="82300"/>
                  </a:lnTo>
                  <a:lnTo>
                    <a:pt x="75317" y="83187"/>
                  </a:lnTo>
                  <a:lnTo>
                    <a:pt x="74904" y="83373"/>
                  </a:lnTo>
                  <a:lnTo>
                    <a:pt x="73909" y="83823"/>
                  </a:lnTo>
                  <a:lnTo>
                    <a:pt x="73542" y="84019"/>
                  </a:lnTo>
                  <a:lnTo>
                    <a:pt x="73360" y="84117"/>
                  </a:lnTo>
                  <a:lnTo>
                    <a:pt x="73039" y="84288"/>
                  </a:lnTo>
                  <a:lnTo>
                    <a:pt x="70738" y="85312"/>
                  </a:lnTo>
                  <a:lnTo>
                    <a:pt x="69085" y="86048"/>
                  </a:lnTo>
                  <a:lnTo>
                    <a:pt x="68957" y="86105"/>
                  </a:lnTo>
                  <a:lnTo>
                    <a:pt x="68602" y="86263"/>
                  </a:lnTo>
                  <a:lnTo>
                    <a:pt x="68471" y="86322"/>
                  </a:lnTo>
                  <a:lnTo>
                    <a:pt x="68005" y="86542"/>
                  </a:lnTo>
                  <a:lnTo>
                    <a:pt x="65596" y="87684"/>
                  </a:lnTo>
                  <a:lnTo>
                    <a:pt x="64099" y="88393"/>
                  </a:lnTo>
                  <a:lnTo>
                    <a:pt x="63802" y="88534"/>
                  </a:lnTo>
                  <a:lnTo>
                    <a:pt x="63637" y="88612"/>
                  </a:lnTo>
                  <a:lnTo>
                    <a:pt x="63487" y="88681"/>
                  </a:lnTo>
                  <a:lnTo>
                    <a:pt x="63216" y="88805"/>
                  </a:lnTo>
                  <a:lnTo>
                    <a:pt x="62198" y="89272"/>
                  </a:lnTo>
                  <a:lnTo>
                    <a:pt x="60486" y="90057"/>
                  </a:lnTo>
                  <a:lnTo>
                    <a:pt x="59976" y="90291"/>
                  </a:lnTo>
                  <a:lnTo>
                    <a:pt x="59611" y="90458"/>
                  </a:lnTo>
                  <a:lnTo>
                    <a:pt x="58997" y="90739"/>
                  </a:lnTo>
                  <a:lnTo>
                    <a:pt x="58656" y="90896"/>
                  </a:lnTo>
                  <a:lnTo>
                    <a:pt x="58315" y="91052"/>
                  </a:lnTo>
                  <a:lnTo>
                    <a:pt x="57917" y="91234"/>
                  </a:lnTo>
                  <a:lnTo>
                    <a:pt x="51129" y="77708"/>
                  </a:lnTo>
                  <a:lnTo>
                    <a:pt x="45616" y="66724"/>
                  </a:lnTo>
                  <a:lnTo>
                    <a:pt x="43723" y="62953"/>
                  </a:lnTo>
                  <a:lnTo>
                    <a:pt x="43587" y="62681"/>
                  </a:lnTo>
                  <a:lnTo>
                    <a:pt x="41950" y="59146"/>
                  </a:lnTo>
                  <a:lnTo>
                    <a:pt x="36742" y="61662"/>
                  </a:lnTo>
                  <a:lnTo>
                    <a:pt x="31252" y="64314"/>
                  </a:lnTo>
                  <a:lnTo>
                    <a:pt x="26069" y="66817"/>
                  </a:lnTo>
                  <a:lnTo>
                    <a:pt x="20860" y="69334"/>
                  </a:lnTo>
                  <a:lnTo>
                    <a:pt x="15611" y="71870"/>
                  </a:lnTo>
                  <a:lnTo>
                    <a:pt x="10754" y="61940"/>
                  </a:lnTo>
                  <a:lnTo>
                    <a:pt x="10255" y="61108"/>
                  </a:lnTo>
                  <a:lnTo>
                    <a:pt x="10087" y="60867"/>
                  </a:lnTo>
                  <a:lnTo>
                    <a:pt x="3615" y="51560"/>
                  </a:lnTo>
                  <a:lnTo>
                    <a:pt x="4380" y="50785"/>
                  </a:lnTo>
                  <a:lnTo>
                    <a:pt x="4515" y="50671"/>
                  </a:lnTo>
                  <a:lnTo>
                    <a:pt x="4659" y="50547"/>
                  </a:lnTo>
                  <a:lnTo>
                    <a:pt x="5076" y="50192"/>
                  </a:lnTo>
                  <a:lnTo>
                    <a:pt x="5466" y="49860"/>
                  </a:lnTo>
                  <a:lnTo>
                    <a:pt x="6073" y="49343"/>
                  </a:lnTo>
                  <a:lnTo>
                    <a:pt x="3872" y="46749"/>
                  </a:lnTo>
                  <a:lnTo>
                    <a:pt x="3714" y="46851"/>
                  </a:lnTo>
                  <a:lnTo>
                    <a:pt x="1470" y="48304"/>
                  </a:lnTo>
                  <a:lnTo>
                    <a:pt x="1107" y="47884"/>
                  </a:lnTo>
                  <a:lnTo>
                    <a:pt x="810" y="47539"/>
                  </a:lnTo>
                  <a:lnTo>
                    <a:pt x="414" y="47079"/>
                  </a:lnTo>
                  <a:lnTo>
                    <a:pt x="52" y="46658"/>
                  </a:lnTo>
                  <a:lnTo>
                    <a:pt x="0" y="46375"/>
                  </a:lnTo>
                  <a:lnTo>
                    <a:pt x="1833" y="43147"/>
                  </a:lnTo>
                  <a:lnTo>
                    <a:pt x="2937" y="41298"/>
                  </a:lnTo>
                  <a:lnTo>
                    <a:pt x="4316" y="39688"/>
                  </a:lnTo>
                  <a:lnTo>
                    <a:pt x="5695" y="37891"/>
                  </a:lnTo>
                  <a:lnTo>
                    <a:pt x="6619" y="36907"/>
                  </a:lnTo>
                  <a:lnTo>
                    <a:pt x="7954" y="35931"/>
                  </a:lnTo>
                  <a:lnTo>
                    <a:pt x="10526" y="34432"/>
                  </a:lnTo>
                  <a:lnTo>
                    <a:pt x="12188" y="32785"/>
                  </a:lnTo>
                  <a:lnTo>
                    <a:pt x="14380" y="30682"/>
                  </a:lnTo>
                  <a:lnTo>
                    <a:pt x="15138" y="30351"/>
                  </a:lnTo>
                  <a:lnTo>
                    <a:pt x="16402" y="31435"/>
                  </a:lnTo>
                  <a:lnTo>
                    <a:pt x="18585" y="30129"/>
                  </a:lnTo>
                  <a:lnTo>
                    <a:pt x="20463" y="29038"/>
                  </a:lnTo>
                  <a:lnTo>
                    <a:pt x="21394" y="28590"/>
                  </a:lnTo>
                  <a:lnTo>
                    <a:pt x="21763" y="26987"/>
                  </a:lnTo>
                  <a:lnTo>
                    <a:pt x="21823" y="26730"/>
                  </a:lnTo>
                  <a:lnTo>
                    <a:pt x="22163" y="25710"/>
                  </a:lnTo>
                  <a:lnTo>
                    <a:pt x="22592" y="24654"/>
                  </a:lnTo>
                  <a:lnTo>
                    <a:pt x="23326" y="23599"/>
                  </a:lnTo>
                  <a:lnTo>
                    <a:pt x="24560" y="22543"/>
                  </a:lnTo>
                  <a:lnTo>
                    <a:pt x="26779" y="21648"/>
                  </a:lnTo>
                  <a:lnTo>
                    <a:pt x="29982" y="19841"/>
                  </a:lnTo>
                  <a:lnTo>
                    <a:pt x="31824" y="18607"/>
                  </a:lnTo>
                  <a:lnTo>
                    <a:pt x="34472" y="16675"/>
                  </a:lnTo>
                  <a:lnTo>
                    <a:pt x="36083" y="15190"/>
                  </a:lnTo>
                  <a:lnTo>
                    <a:pt x="39536" y="12381"/>
                  </a:lnTo>
                  <a:lnTo>
                    <a:pt x="41003" y="11468"/>
                  </a:lnTo>
                  <a:lnTo>
                    <a:pt x="42452" y="10538"/>
                  </a:lnTo>
                  <a:lnTo>
                    <a:pt x="45189" y="9071"/>
                  </a:lnTo>
                  <a:lnTo>
                    <a:pt x="46555" y="8164"/>
                  </a:lnTo>
                  <a:lnTo>
                    <a:pt x="48450" y="6003"/>
                  </a:lnTo>
                  <a:lnTo>
                    <a:pt x="50563" y="3595"/>
                  </a:lnTo>
                  <a:lnTo>
                    <a:pt x="56264" y="2057"/>
                  </a:lnTo>
                  <a:lnTo>
                    <a:pt x="56118" y="1502"/>
                  </a:lnTo>
                  <a:lnTo>
                    <a:pt x="56014" y="1109"/>
                  </a:lnTo>
                  <a:lnTo>
                    <a:pt x="60254" y="0"/>
                  </a:lnTo>
                  <a:lnTo>
                    <a:pt x="61686" y="3703"/>
                  </a:lnTo>
                  <a:lnTo>
                    <a:pt x="62670" y="7174"/>
                  </a:lnTo>
                  <a:lnTo>
                    <a:pt x="62990" y="8093"/>
                  </a:lnTo>
                  <a:lnTo>
                    <a:pt x="63849" y="917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3" name="pg132"/>
            <p:cNvSpPr/>
            <p:nvPr/>
          </p:nvSpPr>
          <p:spPr>
            <a:xfrm>
              <a:off x="3676103" y="5438050"/>
              <a:ext cx="87821" cy="78389"/>
            </a:xfrm>
            <a:custGeom>
              <a:avLst/>
              <a:pathLst>
                <a:path w="87821" h="78389">
                  <a:moveTo>
                    <a:pt x="87251" y="38772"/>
                  </a:moveTo>
                  <a:lnTo>
                    <a:pt x="86157" y="41479"/>
                  </a:lnTo>
                  <a:lnTo>
                    <a:pt x="85262" y="42840"/>
                  </a:lnTo>
                  <a:lnTo>
                    <a:pt x="84471" y="44001"/>
                  </a:lnTo>
                  <a:lnTo>
                    <a:pt x="81781" y="46125"/>
                  </a:lnTo>
                  <a:lnTo>
                    <a:pt x="79134" y="46946"/>
                  </a:lnTo>
                  <a:lnTo>
                    <a:pt x="70574" y="40561"/>
                  </a:lnTo>
                  <a:lnTo>
                    <a:pt x="68500" y="40477"/>
                  </a:lnTo>
                  <a:lnTo>
                    <a:pt x="67253" y="41250"/>
                  </a:lnTo>
                  <a:lnTo>
                    <a:pt x="65559" y="42843"/>
                  </a:lnTo>
                  <a:lnTo>
                    <a:pt x="64539" y="44964"/>
                  </a:lnTo>
                  <a:lnTo>
                    <a:pt x="63082" y="48304"/>
                  </a:lnTo>
                  <a:lnTo>
                    <a:pt x="61680" y="51296"/>
                  </a:lnTo>
                  <a:lnTo>
                    <a:pt x="60860" y="53047"/>
                  </a:lnTo>
                  <a:lnTo>
                    <a:pt x="59969" y="55937"/>
                  </a:lnTo>
                  <a:lnTo>
                    <a:pt x="59221" y="58442"/>
                  </a:lnTo>
                  <a:lnTo>
                    <a:pt x="58628" y="58934"/>
                  </a:lnTo>
                  <a:lnTo>
                    <a:pt x="57531" y="59478"/>
                  </a:lnTo>
                  <a:lnTo>
                    <a:pt x="56438" y="60263"/>
                  </a:lnTo>
                  <a:lnTo>
                    <a:pt x="55518" y="61301"/>
                  </a:lnTo>
                  <a:lnTo>
                    <a:pt x="55229" y="61626"/>
                  </a:lnTo>
                  <a:lnTo>
                    <a:pt x="53484" y="63594"/>
                  </a:lnTo>
                  <a:lnTo>
                    <a:pt x="53366" y="63727"/>
                  </a:lnTo>
                  <a:lnTo>
                    <a:pt x="52847" y="64313"/>
                  </a:lnTo>
                  <a:lnTo>
                    <a:pt x="52275" y="64958"/>
                  </a:lnTo>
                  <a:lnTo>
                    <a:pt x="50564" y="68558"/>
                  </a:lnTo>
                  <a:lnTo>
                    <a:pt x="50167" y="69079"/>
                  </a:lnTo>
                  <a:lnTo>
                    <a:pt x="48350" y="73505"/>
                  </a:lnTo>
                  <a:lnTo>
                    <a:pt x="47450" y="75699"/>
                  </a:lnTo>
                  <a:lnTo>
                    <a:pt x="47172" y="75950"/>
                  </a:lnTo>
                  <a:lnTo>
                    <a:pt x="44154" y="76739"/>
                  </a:lnTo>
                  <a:lnTo>
                    <a:pt x="42013" y="77231"/>
                  </a:lnTo>
                  <a:lnTo>
                    <a:pt x="38864" y="77955"/>
                  </a:lnTo>
                  <a:lnTo>
                    <a:pt x="36979" y="78389"/>
                  </a:lnTo>
                  <a:lnTo>
                    <a:pt x="35163" y="73601"/>
                  </a:lnTo>
                  <a:lnTo>
                    <a:pt x="33559" y="72081"/>
                  </a:lnTo>
                  <a:lnTo>
                    <a:pt x="32972" y="71524"/>
                  </a:lnTo>
                  <a:lnTo>
                    <a:pt x="31934" y="70808"/>
                  </a:lnTo>
                  <a:lnTo>
                    <a:pt x="31451" y="70545"/>
                  </a:lnTo>
                  <a:lnTo>
                    <a:pt x="30944" y="70269"/>
                  </a:lnTo>
                  <a:lnTo>
                    <a:pt x="27103" y="69720"/>
                  </a:lnTo>
                  <a:lnTo>
                    <a:pt x="25974" y="69644"/>
                  </a:lnTo>
                  <a:lnTo>
                    <a:pt x="21115" y="69314"/>
                  </a:lnTo>
                  <a:lnTo>
                    <a:pt x="24371" y="64741"/>
                  </a:lnTo>
                  <a:lnTo>
                    <a:pt x="13536" y="58961"/>
                  </a:lnTo>
                  <a:lnTo>
                    <a:pt x="2066" y="52843"/>
                  </a:lnTo>
                  <a:lnTo>
                    <a:pt x="0" y="49543"/>
                  </a:lnTo>
                  <a:lnTo>
                    <a:pt x="2760" y="47542"/>
                  </a:lnTo>
                  <a:lnTo>
                    <a:pt x="3002" y="47297"/>
                  </a:lnTo>
                  <a:lnTo>
                    <a:pt x="3847" y="46441"/>
                  </a:lnTo>
                  <a:lnTo>
                    <a:pt x="5437" y="44832"/>
                  </a:lnTo>
                  <a:lnTo>
                    <a:pt x="5879" y="44352"/>
                  </a:lnTo>
                  <a:lnTo>
                    <a:pt x="5996" y="44224"/>
                  </a:lnTo>
                  <a:lnTo>
                    <a:pt x="6193" y="44010"/>
                  </a:lnTo>
                  <a:lnTo>
                    <a:pt x="7067" y="43060"/>
                  </a:lnTo>
                  <a:lnTo>
                    <a:pt x="7639" y="42394"/>
                  </a:lnTo>
                  <a:lnTo>
                    <a:pt x="7995" y="41812"/>
                  </a:lnTo>
                  <a:lnTo>
                    <a:pt x="8195" y="41485"/>
                  </a:lnTo>
                  <a:lnTo>
                    <a:pt x="8552" y="40903"/>
                  </a:lnTo>
                  <a:lnTo>
                    <a:pt x="8795" y="40507"/>
                  </a:lnTo>
                  <a:lnTo>
                    <a:pt x="9096" y="40016"/>
                  </a:lnTo>
                  <a:lnTo>
                    <a:pt x="9331" y="39634"/>
                  </a:lnTo>
                  <a:lnTo>
                    <a:pt x="9618" y="39164"/>
                  </a:lnTo>
                  <a:lnTo>
                    <a:pt x="9858" y="38774"/>
                  </a:lnTo>
                  <a:lnTo>
                    <a:pt x="10167" y="38270"/>
                  </a:lnTo>
                  <a:lnTo>
                    <a:pt x="10343" y="37983"/>
                  </a:lnTo>
                  <a:lnTo>
                    <a:pt x="10430" y="37830"/>
                  </a:lnTo>
                  <a:lnTo>
                    <a:pt x="10742" y="37282"/>
                  </a:lnTo>
                  <a:lnTo>
                    <a:pt x="13186" y="32989"/>
                  </a:lnTo>
                  <a:lnTo>
                    <a:pt x="13347" y="32696"/>
                  </a:lnTo>
                  <a:lnTo>
                    <a:pt x="13573" y="32260"/>
                  </a:lnTo>
                  <a:lnTo>
                    <a:pt x="13728" y="31960"/>
                  </a:lnTo>
                  <a:lnTo>
                    <a:pt x="13816" y="31792"/>
                  </a:lnTo>
                  <a:lnTo>
                    <a:pt x="14048" y="31345"/>
                  </a:lnTo>
                  <a:lnTo>
                    <a:pt x="14222" y="31017"/>
                  </a:lnTo>
                  <a:lnTo>
                    <a:pt x="14326" y="30822"/>
                  </a:lnTo>
                  <a:lnTo>
                    <a:pt x="14460" y="30568"/>
                  </a:lnTo>
                  <a:lnTo>
                    <a:pt x="14566" y="30369"/>
                  </a:lnTo>
                  <a:lnTo>
                    <a:pt x="14739" y="30043"/>
                  </a:lnTo>
                  <a:lnTo>
                    <a:pt x="14844" y="29846"/>
                  </a:lnTo>
                  <a:lnTo>
                    <a:pt x="15096" y="29370"/>
                  </a:lnTo>
                  <a:lnTo>
                    <a:pt x="15332" y="28926"/>
                  </a:lnTo>
                  <a:lnTo>
                    <a:pt x="15502" y="28607"/>
                  </a:lnTo>
                  <a:lnTo>
                    <a:pt x="15614" y="28396"/>
                  </a:lnTo>
                  <a:lnTo>
                    <a:pt x="15780" y="28083"/>
                  </a:lnTo>
                  <a:lnTo>
                    <a:pt x="16395" y="26939"/>
                  </a:lnTo>
                  <a:lnTo>
                    <a:pt x="16723" y="26329"/>
                  </a:lnTo>
                  <a:lnTo>
                    <a:pt x="16836" y="26118"/>
                  </a:lnTo>
                  <a:lnTo>
                    <a:pt x="17301" y="25253"/>
                  </a:lnTo>
                  <a:lnTo>
                    <a:pt x="17432" y="25009"/>
                  </a:lnTo>
                  <a:lnTo>
                    <a:pt x="18178" y="23622"/>
                  </a:lnTo>
                  <a:lnTo>
                    <a:pt x="18759" y="22499"/>
                  </a:lnTo>
                  <a:lnTo>
                    <a:pt x="18902" y="22223"/>
                  </a:lnTo>
                  <a:lnTo>
                    <a:pt x="19149" y="21746"/>
                  </a:lnTo>
                  <a:lnTo>
                    <a:pt x="19345" y="21367"/>
                  </a:lnTo>
                  <a:lnTo>
                    <a:pt x="19490" y="21087"/>
                  </a:lnTo>
                  <a:lnTo>
                    <a:pt x="19905" y="20285"/>
                  </a:lnTo>
                  <a:lnTo>
                    <a:pt x="19996" y="20109"/>
                  </a:lnTo>
                  <a:lnTo>
                    <a:pt x="20518" y="19102"/>
                  </a:lnTo>
                  <a:lnTo>
                    <a:pt x="20708" y="18735"/>
                  </a:lnTo>
                  <a:lnTo>
                    <a:pt x="20852" y="18457"/>
                  </a:lnTo>
                  <a:lnTo>
                    <a:pt x="20929" y="18307"/>
                  </a:lnTo>
                  <a:lnTo>
                    <a:pt x="21190" y="17804"/>
                  </a:lnTo>
                  <a:lnTo>
                    <a:pt x="21410" y="17378"/>
                  </a:lnTo>
                  <a:lnTo>
                    <a:pt x="21554" y="17100"/>
                  </a:lnTo>
                  <a:lnTo>
                    <a:pt x="21679" y="16884"/>
                  </a:lnTo>
                  <a:lnTo>
                    <a:pt x="21784" y="16701"/>
                  </a:lnTo>
                  <a:lnTo>
                    <a:pt x="24692" y="11654"/>
                  </a:lnTo>
                  <a:lnTo>
                    <a:pt x="25351" y="10511"/>
                  </a:lnTo>
                  <a:lnTo>
                    <a:pt x="25970" y="9822"/>
                  </a:lnTo>
                  <a:lnTo>
                    <a:pt x="27339" y="8301"/>
                  </a:lnTo>
                  <a:lnTo>
                    <a:pt x="27856" y="7982"/>
                  </a:lnTo>
                  <a:lnTo>
                    <a:pt x="28207" y="7901"/>
                  </a:lnTo>
                  <a:lnTo>
                    <a:pt x="28375" y="7863"/>
                  </a:lnTo>
                  <a:lnTo>
                    <a:pt x="28990" y="7722"/>
                  </a:lnTo>
                  <a:lnTo>
                    <a:pt x="29488" y="7609"/>
                  </a:lnTo>
                  <a:lnTo>
                    <a:pt x="33342" y="7112"/>
                  </a:lnTo>
                  <a:lnTo>
                    <a:pt x="35412" y="6516"/>
                  </a:lnTo>
                  <a:lnTo>
                    <a:pt x="35945" y="6363"/>
                  </a:lnTo>
                  <a:lnTo>
                    <a:pt x="37956" y="5784"/>
                  </a:lnTo>
                  <a:lnTo>
                    <a:pt x="39427" y="5361"/>
                  </a:lnTo>
                  <a:lnTo>
                    <a:pt x="39660" y="5283"/>
                  </a:lnTo>
                  <a:lnTo>
                    <a:pt x="41185" y="4773"/>
                  </a:lnTo>
                  <a:lnTo>
                    <a:pt x="42652" y="4283"/>
                  </a:lnTo>
                  <a:lnTo>
                    <a:pt x="43432" y="4022"/>
                  </a:lnTo>
                  <a:lnTo>
                    <a:pt x="43585" y="3971"/>
                  </a:lnTo>
                  <a:lnTo>
                    <a:pt x="43795" y="3901"/>
                  </a:lnTo>
                  <a:lnTo>
                    <a:pt x="47316" y="2725"/>
                  </a:lnTo>
                  <a:lnTo>
                    <a:pt x="47602" y="2629"/>
                  </a:lnTo>
                  <a:lnTo>
                    <a:pt x="47775" y="2571"/>
                  </a:lnTo>
                  <a:lnTo>
                    <a:pt x="47921" y="2522"/>
                  </a:lnTo>
                  <a:lnTo>
                    <a:pt x="48300" y="2396"/>
                  </a:lnTo>
                  <a:lnTo>
                    <a:pt x="48519" y="2323"/>
                  </a:lnTo>
                  <a:lnTo>
                    <a:pt x="49444" y="2013"/>
                  </a:lnTo>
                  <a:lnTo>
                    <a:pt x="55187" y="0"/>
                  </a:lnTo>
                  <a:lnTo>
                    <a:pt x="55407" y="1"/>
                  </a:lnTo>
                  <a:lnTo>
                    <a:pt x="55582" y="2"/>
                  </a:lnTo>
                  <a:lnTo>
                    <a:pt x="55972" y="5"/>
                  </a:lnTo>
                  <a:lnTo>
                    <a:pt x="56305" y="8"/>
                  </a:lnTo>
                  <a:lnTo>
                    <a:pt x="56456" y="9"/>
                  </a:lnTo>
                  <a:lnTo>
                    <a:pt x="56651" y="10"/>
                  </a:lnTo>
                  <a:lnTo>
                    <a:pt x="57062" y="13"/>
                  </a:lnTo>
                  <a:lnTo>
                    <a:pt x="57506" y="16"/>
                  </a:lnTo>
                  <a:lnTo>
                    <a:pt x="57783" y="19"/>
                  </a:lnTo>
                  <a:lnTo>
                    <a:pt x="58192" y="39"/>
                  </a:lnTo>
                  <a:lnTo>
                    <a:pt x="58607" y="76"/>
                  </a:lnTo>
                  <a:lnTo>
                    <a:pt x="58754" y="89"/>
                  </a:lnTo>
                  <a:lnTo>
                    <a:pt x="60201" y="219"/>
                  </a:lnTo>
                  <a:lnTo>
                    <a:pt x="60593" y="311"/>
                  </a:lnTo>
                  <a:lnTo>
                    <a:pt x="61207" y="455"/>
                  </a:lnTo>
                  <a:lnTo>
                    <a:pt x="61701" y="571"/>
                  </a:lnTo>
                  <a:lnTo>
                    <a:pt x="62544" y="798"/>
                  </a:lnTo>
                  <a:lnTo>
                    <a:pt x="63402" y="1029"/>
                  </a:lnTo>
                  <a:lnTo>
                    <a:pt x="64785" y="1401"/>
                  </a:lnTo>
                  <a:lnTo>
                    <a:pt x="65299" y="1539"/>
                  </a:lnTo>
                  <a:lnTo>
                    <a:pt x="65861" y="1691"/>
                  </a:lnTo>
                  <a:lnTo>
                    <a:pt x="66151" y="1769"/>
                  </a:lnTo>
                  <a:lnTo>
                    <a:pt x="66775" y="1937"/>
                  </a:lnTo>
                  <a:lnTo>
                    <a:pt x="67327" y="2085"/>
                  </a:lnTo>
                  <a:lnTo>
                    <a:pt x="67802" y="4915"/>
                  </a:lnTo>
                  <a:lnTo>
                    <a:pt x="68278" y="6943"/>
                  </a:lnTo>
                  <a:lnTo>
                    <a:pt x="70187" y="9776"/>
                  </a:lnTo>
                  <a:lnTo>
                    <a:pt x="77186" y="16302"/>
                  </a:lnTo>
                  <a:lnTo>
                    <a:pt x="77653" y="16738"/>
                  </a:lnTo>
                  <a:lnTo>
                    <a:pt x="78127" y="17146"/>
                  </a:lnTo>
                  <a:lnTo>
                    <a:pt x="78634" y="17582"/>
                  </a:lnTo>
                  <a:lnTo>
                    <a:pt x="79454" y="18289"/>
                  </a:lnTo>
                  <a:lnTo>
                    <a:pt x="80250" y="19355"/>
                  </a:lnTo>
                  <a:lnTo>
                    <a:pt x="81382" y="20870"/>
                  </a:lnTo>
                  <a:lnTo>
                    <a:pt x="81709" y="21308"/>
                  </a:lnTo>
                  <a:lnTo>
                    <a:pt x="85792" y="28880"/>
                  </a:lnTo>
                  <a:lnTo>
                    <a:pt x="86238" y="30076"/>
                  </a:lnTo>
                  <a:lnTo>
                    <a:pt x="87095" y="32376"/>
                  </a:lnTo>
                  <a:lnTo>
                    <a:pt x="87211" y="32687"/>
                  </a:lnTo>
                  <a:lnTo>
                    <a:pt x="87821" y="34326"/>
                  </a:lnTo>
                  <a:lnTo>
                    <a:pt x="87285" y="3850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4" name="pg133"/>
            <p:cNvSpPr/>
            <p:nvPr/>
          </p:nvSpPr>
          <p:spPr>
            <a:xfrm>
              <a:off x="3579155" y="5487594"/>
              <a:ext cx="133928" cy="66786"/>
            </a:xfrm>
            <a:custGeom>
              <a:avLst/>
              <a:pathLst>
                <a:path w="133928" h="66786">
                  <a:moveTo>
                    <a:pt x="118909" y="44916"/>
                  </a:moveTo>
                  <a:lnTo>
                    <a:pt x="117788" y="45728"/>
                  </a:lnTo>
                  <a:lnTo>
                    <a:pt x="116833" y="46682"/>
                  </a:lnTo>
                  <a:lnTo>
                    <a:pt x="116293" y="47188"/>
                  </a:lnTo>
                  <a:lnTo>
                    <a:pt x="116070" y="47397"/>
                  </a:lnTo>
                  <a:lnTo>
                    <a:pt x="115969" y="47548"/>
                  </a:lnTo>
                  <a:lnTo>
                    <a:pt x="114616" y="49565"/>
                  </a:lnTo>
                  <a:lnTo>
                    <a:pt x="113361" y="51435"/>
                  </a:lnTo>
                  <a:lnTo>
                    <a:pt x="109693" y="48733"/>
                  </a:lnTo>
                  <a:lnTo>
                    <a:pt x="108630" y="47598"/>
                  </a:lnTo>
                  <a:lnTo>
                    <a:pt x="108352" y="47353"/>
                  </a:lnTo>
                  <a:lnTo>
                    <a:pt x="107519" y="46615"/>
                  </a:lnTo>
                  <a:lnTo>
                    <a:pt x="106509" y="45721"/>
                  </a:lnTo>
                  <a:lnTo>
                    <a:pt x="105334" y="46984"/>
                  </a:lnTo>
                  <a:lnTo>
                    <a:pt x="97198" y="55733"/>
                  </a:lnTo>
                  <a:lnTo>
                    <a:pt x="95683" y="57363"/>
                  </a:lnTo>
                  <a:lnTo>
                    <a:pt x="94238" y="58654"/>
                  </a:lnTo>
                  <a:lnTo>
                    <a:pt x="91478" y="61120"/>
                  </a:lnTo>
                  <a:lnTo>
                    <a:pt x="90972" y="61518"/>
                  </a:lnTo>
                  <a:lnTo>
                    <a:pt x="89122" y="62969"/>
                  </a:lnTo>
                  <a:lnTo>
                    <a:pt x="86409" y="65653"/>
                  </a:lnTo>
                  <a:lnTo>
                    <a:pt x="85553" y="66237"/>
                  </a:lnTo>
                  <a:lnTo>
                    <a:pt x="83740" y="66667"/>
                  </a:lnTo>
                  <a:lnTo>
                    <a:pt x="83167" y="66786"/>
                  </a:lnTo>
                  <a:lnTo>
                    <a:pt x="82523" y="66575"/>
                  </a:lnTo>
                  <a:lnTo>
                    <a:pt x="80622" y="65233"/>
                  </a:lnTo>
                  <a:lnTo>
                    <a:pt x="79215" y="64100"/>
                  </a:lnTo>
                  <a:lnTo>
                    <a:pt x="77807" y="62967"/>
                  </a:lnTo>
                  <a:lnTo>
                    <a:pt x="75623" y="61064"/>
                  </a:lnTo>
                  <a:lnTo>
                    <a:pt x="75398" y="60867"/>
                  </a:lnTo>
                  <a:lnTo>
                    <a:pt x="73323" y="59197"/>
                  </a:lnTo>
                  <a:lnTo>
                    <a:pt x="71891" y="58267"/>
                  </a:lnTo>
                  <a:lnTo>
                    <a:pt x="70460" y="57337"/>
                  </a:lnTo>
                  <a:lnTo>
                    <a:pt x="69482" y="56645"/>
                  </a:lnTo>
                  <a:lnTo>
                    <a:pt x="68389" y="55891"/>
                  </a:lnTo>
                  <a:lnTo>
                    <a:pt x="64388" y="53730"/>
                  </a:lnTo>
                  <a:lnTo>
                    <a:pt x="62122" y="52799"/>
                  </a:lnTo>
                  <a:lnTo>
                    <a:pt x="58519" y="51654"/>
                  </a:lnTo>
                  <a:lnTo>
                    <a:pt x="56110" y="51177"/>
                  </a:lnTo>
                  <a:lnTo>
                    <a:pt x="48773" y="50325"/>
                  </a:lnTo>
                  <a:lnTo>
                    <a:pt x="43603" y="49719"/>
                  </a:lnTo>
                  <a:lnTo>
                    <a:pt x="42104" y="49562"/>
                  </a:lnTo>
                  <a:lnTo>
                    <a:pt x="38596" y="49194"/>
                  </a:lnTo>
                  <a:lnTo>
                    <a:pt x="35261" y="49092"/>
                  </a:lnTo>
                  <a:lnTo>
                    <a:pt x="34053" y="49055"/>
                  </a:lnTo>
                  <a:lnTo>
                    <a:pt x="30957" y="48850"/>
                  </a:lnTo>
                  <a:lnTo>
                    <a:pt x="29884" y="48444"/>
                  </a:lnTo>
                  <a:lnTo>
                    <a:pt x="29155" y="47789"/>
                  </a:lnTo>
                  <a:lnTo>
                    <a:pt x="28220" y="47712"/>
                  </a:lnTo>
                  <a:lnTo>
                    <a:pt x="27384" y="47644"/>
                  </a:lnTo>
                  <a:lnTo>
                    <a:pt x="21771" y="47887"/>
                  </a:lnTo>
                  <a:lnTo>
                    <a:pt x="21470" y="47915"/>
                  </a:lnTo>
                  <a:lnTo>
                    <a:pt x="16715" y="48343"/>
                  </a:lnTo>
                  <a:lnTo>
                    <a:pt x="16503" y="48362"/>
                  </a:lnTo>
                  <a:lnTo>
                    <a:pt x="16238" y="48386"/>
                  </a:lnTo>
                  <a:lnTo>
                    <a:pt x="12600" y="48684"/>
                  </a:lnTo>
                  <a:lnTo>
                    <a:pt x="11711" y="48757"/>
                  </a:lnTo>
                  <a:lnTo>
                    <a:pt x="11215" y="48794"/>
                  </a:lnTo>
                  <a:lnTo>
                    <a:pt x="10977" y="48812"/>
                  </a:lnTo>
                  <a:lnTo>
                    <a:pt x="6140" y="49168"/>
                  </a:lnTo>
                  <a:lnTo>
                    <a:pt x="1205" y="49447"/>
                  </a:lnTo>
                  <a:lnTo>
                    <a:pt x="0" y="49516"/>
                  </a:lnTo>
                  <a:lnTo>
                    <a:pt x="114" y="48925"/>
                  </a:lnTo>
                  <a:lnTo>
                    <a:pt x="90" y="48637"/>
                  </a:lnTo>
                  <a:lnTo>
                    <a:pt x="2260" y="48504"/>
                  </a:lnTo>
                  <a:lnTo>
                    <a:pt x="2492" y="48433"/>
                  </a:lnTo>
                  <a:lnTo>
                    <a:pt x="4020" y="47967"/>
                  </a:lnTo>
                  <a:lnTo>
                    <a:pt x="5887" y="47259"/>
                  </a:lnTo>
                  <a:lnTo>
                    <a:pt x="6614" y="46983"/>
                  </a:lnTo>
                  <a:lnTo>
                    <a:pt x="9238" y="45939"/>
                  </a:lnTo>
                  <a:lnTo>
                    <a:pt x="9599" y="45699"/>
                  </a:lnTo>
                  <a:lnTo>
                    <a:pt x="9775" y="45581"/>
                  </a:lnTo>
                  <a:lnTo>
                    <a:pt x="13232" y="42378"/>
                  </a:lnTo>
                  <a:lnTo>
                    <a:pt x="13443" y="42182"/>
                  </a:lnTo>
                  <a:lnTo>
                    <a:pt x="17022" y="38958"/>
                  </a:lnTo>
                  <a:lnTo>
                    <a:pt x="17349" y="38663"/>
                  </a:lnTo>
                  <a:lnTo>
                    <a:pt x="21953" y="35837"/>
                  </a:lnTo>
                  <a:lnTo>
                    <a:pt x="22115" y="35737"/>
                  </a:lnTo>
                  <a:lnTo>
                    <a:pt x="25242" y="34275"/>
                  </a:lnTo>
                  <a:lnTo>
                    <a:pt x="26489" y="33692"/>
                  </a:lnTo>
                  <a:lnTo>
                    <a:pt x="27196" y="33404"/>
                  </a:lnTo>
                  <a:lnTo>
                    <a:pt x="27553" y="33220"/>
                  </a:lnTo>
                  <a:lnTo>
                    <a:pt x="27929" y="32996"/>
                  </a:lnTo>
                  <a:lnTo>
                    <a:pt x="32547" y="30825"/>
                  </a:lnTo>
                  <a:lnTo>
                    <a:pt x="32709" y="30749"/>
                  </a:lnTo>
                  <a:lnTo>
                    <a:pt x="33001" y="30613"/>
                  </a:lnTo>
                  <a:lnTo>
                    <a:pt x="33159" y="30539"/>
                  </a:lnTo>
                  <a:lnTo>
                    <a:pt x="38155" y="28205"/>
                  </a:lnTo>
                  <a:lnTo>
                    <a:pt x="38486" y="28050"/>
                  </a:lnTo>
                  <a:lnTo>
                    <a:pt x="38698" y="27950"/>
                  </a:lnTo>
                  <a:lnTo>
                    <a:pt x="42975" y="25927"/>
                  </a:lnTo>
                  <a:lnTo>
                    <a:pt x="43559" y="25668"/>
                  </a:lnTo>
                  <a:lnTo>
                    <a:pt x="43689" y="25606"/>
                  </a:lnTo>
                  <a:lnTo>
                    <a:pt x="44237" y="25346"/>
                  </a:lnTo>
                  <a:lnTo>
                    <a:pt x="49202" y="22981"/>
                  </a:lnTo>
                  <a:lnTo>
                    <a:pt x="54128" y="20645"/>
                  </a:lnTo>
                  <a:lnTo>
                    <a:pt x="54850" y="20302"/>
                  </a:lnTo>
                  <a:lnTo>
                    <a:pt x="59807" y="17960"/>
                  </a:lnTo>
                  <a:lnTo>
                    <a:pt x="60137" y="17780"/>
                  </a:lnTo>
                  <a:lnTo>
                    <a:pt x="65001" y="15475"/>
                  </a:lnTo>
                  <a:lnTo>
                    <a:pt x="65399" y="15291"/>
                  </a:lnTo>
                  <a:lnTo>
                    <a:pt x="70119" y="13103"/>
                  </a:lnTo>
                  <a:lnTo>
                    <a:pt x="70771" y="12782"/>
                  </a:lnTo>
                  <a:lnTo>
                    <a:pt x="76023" y="10199"/>
                  </a:lnTo>
                  <a:lnTo>
                    <a:pt x="76260" y="10091"/>
                  </a:lnTo>
                  <a:lnTo>
                    <a:pt x="76528" y="9968"/>
                  </a:lnTo>
                  <a:lnTo>
                    <a:pt x="76870" y="9811"/>
                  </a:lnTo>
                  <a:lnTo>
                    <a:pt x="77537" y="9505"/>
                  </a:lnTo>
                  <a:lnTo>
                    <a:pt x="77848" y="9363"/>
                  </a:lnTo>
                  <a:lnTo>
                    <a:pt x="78359" y="9129"/>
                  </a:lnTo>
                  <a:lnTo>
                    <a:pt x="80071" y="8344"/>
                  </a:lnTo>
                  <a:lnTo>
                    <a:pt x="81089" y="7877"/>
                  </a:lnTo>
                  <a:lnTo>
                    <a:pt x="81360" y="7753"/>
                  </a:lnTo>
                  <a:lnTo>
                    <a:pt x="81510" y="7684"/>
                  </a:lnTo>
                  <a:lnTo>
                    <a:pt x="81674" y="7606"/>
                  </a:lnTo>
                  <a:lnTo>
                    <a:pt x="81972" y="7465"/>
                  </a:lnTo>
                  <a:lnTo>
                    <a:pt x="83468" y="6756"/>
                  </a:lnTo>
                  <a:lnTo>
                    <a:pt x="85878" y="5614"/>
                  </a:lnTo>
                  <a:lnTo>
                    <a:pt x="86343" y="5394"/>
                  </a:lnTo>
                  <a:lnTo>
                    <a:pt x="86676" y="5246"/>
                  </a:lnTo>
                  <a:lnTo>
                    <a:pt x="86830" y="5177"/>
                  </a:lnTo>
                  <a:lnTo>
                    <a:pt x="86958" y="5120"/>
                  </a:lnTo>
                  <a:lnTo>
                    <a:pt x="88611" y="4384"/>
                  </a:lnTo>
                  <a:lnTo>
                    <a:pt x="90912" y="3360"/>
                  </a:lnTo>
                  <a:lnTo>
                    <a:pt x="91233" y="3189"/>
                  </a:lnTo>
                  <a:lnTo>
                    <a:pt x="91474" y="3060"/>
                  </a:lnTo>
                  <a:lnTo>
                    <a:pt x="91884" y="2847"/>
                  </a:lnTo>
                  <a:lnTo>
                    <a:pt x="92777" y="2445"/>
                  </a:lnTo>
                  <a:lnTo>
                    <a:pt x="93189" y="2259"/>
                  </a:lnTo>
                  <a:lnTo>
                    <a:pt x="94758" y="1372"/>
                  </a:lnTo>
                  <a:lnTo>
                    <a:pt x="96347" y="436"/>
                  </a:lnTo>
                  <a:lnTo>
                    <a:pt x="96948" y="0"/>
                  </a:lnTo>
                  <a:lnTo>
                    <a:pt x="99014" y="3299"/>
                  </a:lnTo>
                  <a:lnTo>
                    <a:pt x="110485" y="9417"/>
                  </a:lnTo>
                  <a:lnTo>
                    <a:pt x="121319" y="15197"/>
                  </a:lnTo>
                  <a:lnTo>
                    <a:pt x="118064" y="19770"/>
                  </a:lnTo>
                  <a:lnTo>
                    <a:pt x="122923" y="20100"/>
                  </a:lnTo>
                  <a:lnTo>
                    <a:pt x="124052" y="20176"/>
                  </a:lnTo>
                  <a:lnTo>
                    <a:pt x="127893" y="20725"/>
                  </a:lnTo>
                  <a:lnTo>
                    <a:pt x="128400" y="21001"/>
                  </a:lnTo>
                  <a:lnTo>
                    <a:pt x="128883" y="21264"/>
                  </a:lnTo>
                  <a:lnTo>
                    <a:pt x="129920" y="21980"/>
                  </a:lnTo>
                  <a:lnTo>
                    <a:pt x="130508" y="22537"/>
                  </a:lnTo>
                  <a:lnTo>
                    <a:pt x="132111" y="24057"/>
                  </a:lnTo>
                  <a:lnTo>
                    <a:pt x="133928" y="28845"/>
                  </a:lnTo>
                  <a:lnTo>
                    <a:pt x="128936" y="31009"/>
                  </a:lnTo>
                  <a:lnTo>
                    <a:pt x="127332" y="31397"/>
                  </a:lnTo>
                  <a:lnTo>
                    <a:pt x="125302" y="35035"/>
                  </a:lnTo>
                  <a:lnTo>
                    <a:pt x="124916" y="35435"/>
                  </a:lnTo>
                  <a:lnTo>
                    <a:pt x="124753" y="35835"/>
                  </a:lnTo>
                  <a:lnTo>
                    <a:pt x="124025" y="37615"/>
                  </a:lnTo>
                  <a:lnTo>
                    <a:pt x="123134" y="39795"/>
                  </a:lnTo>
                  <a:lnTo>
                    <a:pt x="122873" y="40350"/>
                  </a:lnTo>
                  <a:lnTo>
                    <a:pt x="122761" y="40586"/>
                  </a:lnTo>
                  <a:lnTo>
                    <a:pt x="122389" y="41376"/>
                  </a:lnTo>
                  <a:lnTo>
                    <a:pt x="122200" y="41777"/>
                  </a:lnTo>
                  <a:lnTo>
                    <a:pt x="122120" y="41947"/>
                  </a:lnTo>
                  <a:lnTo>
                    <a:pt x="122023" y="42152"/>
                  </a:lnTo>
                  <a:lnTo>
                    <a:pt x="121506" y="43080"/>
                  </a:lnTo>
                  <a:lnTo>
                    <a:pt x="120292" y="44296"/>
                  </a:lnTo>
                  <a:lnTo>
                    <a:pt x="119416" y="4468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5" name="pg134"/>
            <p:cNvSpPr/>
            <p:nvPr/>
          </p:nvSpPr>
          <p:spPr>
            <a:xfrm>
              <a:off x="3521046" y="5535238"/>
              <a:ext cx="146210" cy="75812"/>
            </a:xfrm>
            <a:custGeom>
              <a:avLst/>
              <a:pathLst>
                <a:path w="146210" h="75812">
                  <a:moveTo>
                    <a:pt x="144482" y="24729"/>
                  </a:moveTo>
                  <a:lnTo>
                    <a:pt x="145926" y="26897"/>
                  </a:lnTo>
                  <a:lnTo>
                    <a:pt x="146210" y="27255"/>
                  </a:lnTo>
                  <a:lnTo>
                    <a:pt x="141878" y="26927"/>
                  </a:lnTo>
                  <a:lnTo>
                    <a:pt x="139733" y="26744"/>
                  </a:lnTo>
                  <a:lnTo>
                    <a:pt x="137192" y="26509"/>
                  </a:lnTo>
                  <a:lnTo>
                    <a:pt x="133863" y="26201"/>
                  </a:lnTo>
                  <a:lnTo>
                    <a:pt x="133665" y="26855"/>
                  </a:lnTo>
                  <a:lnTo>
                    <a:pt x="130639" y="34886"/>
                  </a:lnTo>
                  <a:lnTo>
                    <a:pt x="128529" y="34324"/>
                  </a:lnTo>
                  <a:lnTo>
                    <a:pt x="127352" y="34010"/>
                  </a:lnTo>
                  <a:lnTo>
                    <a:pt x="127083" y="33939"/>
                  </a:lnTo>
                  <a:lnTo>
                    <a:pt x="126714" y="34347"/>
                  </a:lnTo>
                  <a:lnTo>
                    <a:pt x="124976" y="36396"/>
                  </a:lnTo>
                  <a:lnTo>
                    <a:pt x="121198" y="41342"/>
                  </a:lnTo>
                  <a:lnTo>
                    <a:pt x="117785" y="45809"/>
                  </a:lnTo>
                  <a:lnTo>
                    <a:pt x="117620" y="46025"/>
                  </a:lnTo>
                  <a:lnTo>
                    <a:pt x="116664" y="47307"/>
                  </a:lnTo>
                  <a:lnTo>
                    <a:pt x="115279" y="48827"/>
                  </a:lnTo>
                  <a:lnTo>
                    <a:pt x="115024" y="49108"/>
                  </a:lnTo>
                  <a:lnTo>
                    <a:pt x="114749" y="49410"/>
                  </a:lnTo>
                  <a:lnTo>
                    <a:pt x="113666" y="49588"/>
                  </a:lnTo>
                  <a:lnTo>
                    <a:pt x="110515" y="50109"/>
                  </a:lnTo>
                  <a:lnTo>
                    <a:pt x="104506" y="51102"/>
                  </a:lnTo>
                  <a:lnTo>
                    <a:pt x="100380" y="51784"/>
                  </a:lnTo>
                  <a:lnTo>
                    <a:pt x="99963" y="51853"/>
                  </a:lnTo>
                  <a:lnTo>
                    <a:pt x="97052" y="52338"/>
                  </a:lnTo>
                  <a:lnTo>
                    <a:pt x="93564" y="53082"/>
                  </a:lnTo>
                  <a:lnTo>
                    <a:pt x="93239" y="53136"/>
                  </a:lnTo>
                  <a:lnTo>
                    <a:pt x="93283" y="50711"/>
                  </a:lnTo>
                  <a:lnTo>
                    <a:pt x="91589" y="51260"/>
                  </a:lnTo>
                  <a:lnTo>
                    <a:pt x="89179" y="52954"/>
                  </a:lnTo>
                  <a:lnTo>
                    <a:pt x="88130" y="54123"/>
                  </a:lnTo>
                  <a:lnTo>
                    <a:pt x="85339" y="58703"/>
                  </a:lnTo>
                  <a:lnTo>
                    <a:pt x="83978" y="57836"/>
                  </a:lnTo>
                  <a:lnTo>
                    <a:pt x="83679" y="57645"/>
                  </a:lnTo>
                  <a:lnTo>
                    <a:pt x="81363" y="56341"/>
                  </a:lnTo>
                  <a:lnTo>
                    <a:pt x="80005" y="55577"/>
                  </a:lnTo>
                  <a:lnTo>
                    <a:pt x="76434" y="60329"/>
                  </a:lnTo>
                  <a:lnTo>
                    <a:pt x="73385" y="63891"/>
                  </a:lnTo>
                  <a:lnTo>
                    <a:pt x="72792" y="64785"/>
                  </a:lnTo>
                  <a:lnTo>
                    <a:pt x="71243" y="63858"/>
                  </a:lnTo>
                  <a:lnTo>
                    <a:pt x="66300" y="60900"/>
                  </a:lnTo>
                  <a:lnTo>
                    <a:pt x="63978" y="59510"/>
                  </a:lnTo>
                  <a:lnTo>
                    <a:pt x="61611" y="60870"/>
                  </a:lnTo>
                  <a:lnTo>
                    <a:pt x="60758" y="61361"/>
                  </a:lnTo>
                  <a:lnTo>
                    <a:pt x="58915" y="62420"/>
                  </a:lnTo>
                  <a:lnTo>
                    <a:pt x="57596" y="63178"/>
                  </a:lnTo>
                  <a:lnTo>
                    <a:pt x="56310" y="63917"/>
                  </a:lnTo>
                  <a:lnTo>
                    <a:pt x="55527" y="64914"/>
                  </a:lnTo>
                  <a:lnTo>
                    <a:pt x="54383" y="66368"/>
                  </a:lnTo>
                  <a:lnTo>
                    <a:pt x="53554" y="67423"/>
                  </a:lnTo>
                  <a:lnTo>
                    <a:pt x="53200" y="67873"/>
                  </a:lnTo>
                  <a:lnTo>
                    <a:pt x="52726" y="68476"/>
                  </a:lnTo>
                  <a:lnTo>
                    <a:pt x="52203" y="69142"/>
                  </a:lnTo>
                  <a:lnTo>
                    <a:pt x="51823" y="69625"/>
                  </a:lnTo>
                  <a:lnTo>
                    <a:pt x="51338" y="70242"/>
                  </a:lnTo>
                  <a:lnTo>
                    <a:pt x="50697" y="71057"/>
                  </a:lnTo>
                  <a:lnTo>
                    <a:pt x="49480" y="72610"/>
                  </a:lnTo>
                  <a:lnTo>
                    <a:pt x="49351" y="73576"/>
                  </a:lnTo>
                  <a:lnTo>
                    <a:pt x="49082" y="74232"/>
                  </a:lnTo>
                  <a:lnTo>
                    <a:pt x="48784" y="74798"/>
                  </a:lnTo>
                  <a:lnTo>
                    <a:pt x="48158" y="75514"/>
                  </a:lnTo>
                  <a:lnTo>
                    <a:pt x="47532" y="75812"/>
                  </a:lnTo>
                  <a:lnTo>
                    <a:pt x="46756" y="75544"/>
                  </a:lnTo>
                  <a:lnTo>
                    <a:pt x="45996" y="75186"/>
                  </a:lnTo>
                  <a:lnTo>
                    <a:pt x="45236" y="74828"/>
                  </a:lnTo>
                  <a:lnTo>
                    <a:pt x="38709" y="73010"/>
                  </a:lnTo>
                  <a:lnTo>
                    <a:pt x="38498" y="73032"/>
                  </a:lnTo>
                  <a:lnTo>
                    <a:pt x="34517" y="73460"/>
                  </a:lnTo>
                  <a:lnTo>
                    <a:pt x="34129" y="73501"/>
                  </a:lnTo>
                  <a:lnTo>
                    <a:pt x="33241" y="73597"/>
                  </a:lnTo>
                  <a:lnTo>
                    <a:pt x="32772" y="73647"/>
                  </a:lnTo>
                  <a:lnTo>
                    <a:pt x="30435" y="71930"/>
                  </a:lnTo>
                  <a:lnTo>
                    <a:pt x="28719" y="71522"/>
                  </a:lnTo>
                  <a:lnTo>
                    <a:pt x="26123" y="70220"/>
                  </a:lnTo>
                  <a:lnTo>
                    <a:pt x="24689" y="71338"/>
                  </a:lnTo>
                  <a:lnTo>
                    <a:pt x="17556" y="75715"/>
                  </a:lnTo>
                  <a:lnTo>
                    <a:pt x="16401" y="74746"/>
                  </a:lnTo>
                  <a:lnTo>
                    <a:pt x="12437" y="68638"/>
                  </a:lnTo>
                  <a:lnTo>
                    <a:pt x="11984" y="66968"/>
                  </a:lnTo>
                  <a:lnTo>
                    <a:pt x="14099" y="64997"/>
                  </a:lnTo>
                  <a:lnTo>
                    <a:pt x="15157" y="62910"/>
                  </a:lnTo>
                  <a:lnTo>
                    <a:pt x="15939" y="62537"/>
                  </a:lnTo>
                  <a:lnTo>
                    <a:pt x="16797" y="62052"/>
                  </a:lnTo>
                  <a:lnTo>
                    <a:pt x="17505" y="61307"/>
                  </a:lnTo>
                  <a:lnTo>
                    <a:pt x="18698" y="60002"/>
                  </a:lnTo>
                  <a:lnTo>
                    <a:pt x="19888" y="58716"/>
                  </a:lnTo>
                  <a:lnTo>
                    <a:pt x="19100" y="58035"/>
                  </a:lnTo>
                  <a:lnTo>
                    <a:pt x="16963" y="56188"/>
                  </a:lnTo>
                  <a:lnTo>
                    <a:pt x="16290" y="55550"/>
                  </a:lnTo>
                  <a:lnTo>
                    <a:pt x="16104" y="55374"/>
                  </a:lnTo>
                  <a:lnTo>
                    <a:pt x="15618" y="54913"/>
                  </a:lnTo>
                  <a:lnTo>
                    <a:pt x="15121" y="54091"/>
                  </a:lnTo>
                  <a:lnTo>
                    <a:pt x="14453" y="53518"/>
                  </a:lnTo>
                  <a:lnTo>
                    <a:pt x="14036" y="53184"/>
                  </a:lnTo>
                  <a:lnTo>
                    <a:pt x="13618" y="52850"/>
                  </a:lnTo>
                  <a:lnTo>
                    <a:pt x="12969" y="52312"/>
                  </a:lnTo>
                  <a:lnTo>
                    <a:pt x="12640" y="52039"/>
                  </a:lnTo>
                  <a:lnTo>
                    <a:pt x="12415" y="51880"/>
                  </a:lnTo>
                  <a:lnTo>
                    <a:pt x="12159" y="51698"/>
                  </a:lnTo>
                  <a:lnTo>
                    <a:pt x="11146" y="50979"/>
                  </a:lnTo>
                  <a:lnTo>
                    <a:pt x="10133" y="50260"/>
                  </a:lnTo>
                  <a:lnTo>
                    <a:pt x="9847" y="50034"/>
                  </a:lnTo>
                  <a:lnTo>
                    <a:pt x="9307" y="49604"/>
                  </a:lnTo>
                  <a:lnTo>
                    <a:pt x="8458" y="48929"/>
                  </a:lnTo>
                  <a:lnTo>
                    <a:pt x="7608" y="48254"/>
                  </a:lnTo>
                  <a:lnTo>
                    <a:pt x="6282" y="47106"/>
                  </a:lnTo>
                  <a:lnTo>
                    <a:pt x="4957" y="45959"/>
                  </a:lnTo>
                  <a:lnTo>
                    <a:pt x="2478" y="44543"/>
                  </a:lnTo>
                  <a:lnTo>
                    <a:pt x="0" y="43126"/>
                  </a:lnTo>
                  <a:lnTo>
                    <a:pt x="1344" y="41392"/>
                  </a:lnTo>
                  <a:lnTo>
                    <a:pt x="2766" y="39556"/>
                  </a:lnTo>
                  <a:lnTo>
                    <a:pt x="2459" y="37204"/>
                  </a:lnTo>
                  <a:lnTo>
                    <a:pt x="2239" y="35525"/>
                  </a:lnTo>
                  <a:lnTo>
                    <a:pt x="5730" y="32600"/>
                  </a:lnTo>
                  <a:lnTo>
                    <a:pt x="13713" y="28339"/>
                  </a:lnTo>
                  <a:lnTo>
                    <a:pt x="14045" y="28161"/>
                  </a:lnTo>
                  <a:lnTo>
                    <a:pt x="21043" y="24426"/>
                  </a:lnTo>
                  <a:lnTo>
                    <a:pt x="26325" y="25903"/>
                  </a:lnTo>
                  <a:lnTo>
                    <a:pt x="28190" y="24703"/>
                  </a:lnTo>
                  <a:lnTo>
                    <a:pt x="32289" y="22066"/>
                  </a:lnTo>
                  <a:lnTo>
                    <a:pt x="36180" y="19562"/>
                  </a:lnTo>
                  <a:lnTo>
                    <a:pt x="36144" y="17216"/>
                  </a:lnTo>
                  <a:lnTo>
                    <a:pt x="37368" y="14328"/>
                  </a:lnTo>
                  <a:lnTo>
                    <a:pt x="38300" y="13452"/>
                  </a:lnTo>
                  <a:lnTo>
                    <a:pt x="39240" y="12882"/>
                  </a:lnTo>
                  <a:lnTo>
                    <a:pt x="47064" y="11080"/>
                  </a:lnTo>
                  <a:lnTo>
                    <a:pt x="50948" y="10186"/>
                  </a:lnTo>
                  <a:lnTo>
                    <a:pt x="55504" y="9136"/>
                  </a:lnTo>
                  <a:lnTo>
                    <a:pt x="55648" y="6118"/>
                  </a:lnTo>
                  <a:lnTo>
                    <a:pt x="57580" y="6093"/>
                  </a:lnTo>
                  <a:lnTo>
                    <a:pt x="58108" y="1871"/>
                  </a:lnTo>
                  <a:lnTo>
                    <a:pt x="59314" y="1803"/>
                  </a:lnTo>
                  <a:lnTo>
                    <a:pt x="64288" y="1522"/>
                  </a:lnTo>
                  <a:lnTo>
                    <a:pt x="69086" y="1167"/>
                  </a:lnTo>
                  <a:lnTo>
                    <a:pt x="69324" y="1150"/>
                  </a:lnTo>
                  <a:lnTo>
                    <a:pt x="69820" y="1113"/>
                  </a:lnTo>
                  <a:lnTo>
                    <a:pt x="70708" y="1040"/>
                  </a:lnTo>
                  <a:lnTo>
                    <a:pt x="74347" y="742"/>
                  </a:lnTo>
                  <a:lnTo>
                    <a:pt x="74612" y="718"/>
                  </a:lnTo>
                  <a:lnTo>
                    <a:pt x="74823" y="699"/>
                  </a:lnTo>
                  <a:lnTo>
                    <a:pt x="79579" y="270"/>
                  </a:lnTo>
                  <a:lnTo>
                    <a:pt x="79880" y="243"/>
                  </a:lnTo>
                  <a:lnTo>
                    <a:pt x="85493" y="0"/>
                  </a:lnTo>
                  <a:lnTo>
                    <a:pt x="86329" y="68"/>
                  </a:lnTo>
                  <a:lnTo>
                    <a:pt x="87263" y="144"/>
                  </a:lnTo>
                  <a:lnTo>
                    <a:pt x="87993" y="800"/>
                  </a:lnTo>
                  <a:lnTo>
                    <a:pt x="89066" y="1205"/>
                  </a:lnTo>
                  <a:lnTo>
                    <a:pt x="92162" y="1411"/>
                  </a:lnTo>
                  <a:lnTo>
                    <a:pt x="93369" y="1448"/>
                  </a:lnTo>
                  <a:lnTo>
                    <a:pt x="96705" y="1550"/>
                  </a:lnTo>
                  <a:lnTo>
                    <a:pt x="100213" y="1917"/>
                  </a:lnTo>
                  <a:lnTo>
                    <a:pt x="101712" y="2074"/>
                  </a:lnTo>
                  <a:lnTo>
                    <a:pt x="106882" y="2681"/>
                  </a:lnTo>
                  <a:lnTo>
                    <a:pt x="114219" y="3533"/>
                  </a:lnTo>
                  <a:lnTo>
                    <a:pt x="116628" y="4010"/>
                  </a:lnTo>
                  <a:lnTo>
                    <a:pt x="120230" y="5155"/>
                  </a:lnTo>
                  <a:lnTo>
                    <a:pt x="122496" y="6085"/>
                  </a:lnTo>
                  <a:lnTo>
                    <a:pt x="126612" y="8309"/>
                  </a:lnTo>
                  <a:lnTo>
                    <a:pt x="127590" y="9001"/>
                  </a:lnTo>
                  <a:lnTo>
                    <a:pt x="128568" y="9692"/>
                  </a:lnTo>
                  <a:lnTo>
                    <a:pt x="130000" y="10623"/>
                  </a:lnTo>
                  <a:lnTo>
                    <a:pt x="131431" y="11553"/>
                  </a:lnTo>
                  <a:lnTo>
                    <a:pt x="133507" y="13223"/>
                  </a:lnTo>
                  <a:lnTo>
                    <a:pt x="133732" y="13419"/>
                  </a:lnTo>
                  <a:lnTo>
                    <a:pt x="135916" y="15322"/>
                  </a:lnTo>
                  <a:lnTo>
                    <a:pt x="137323" y="16455"/>
                  </a:lnTo>
                  <a:lnTo>
                    <a:pt x="138731" y="17589"/>
                  </a:lnTo>
                  <a:lnTo>
                    <a:pt x="140632" y="18930"/>
                  </a:lnTo>
                  <a:lnTo>
                    <a:pt x="142043" y="21059"/>
                  </a:lnTo>
                  <a:lnTo>
                    <a:pt x="142500" y="21749"/>
                  </a:lnTo>
                  <a:lnTo>
                    <a:pt x="142886" y="2233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6" name="pg135"/>
            <p:cNvSpPr/>
            <p:nvPr/>
          </p:nvSpPr>
          <p:spPr>
            <a:xfrm>
              <a:off x="3500172" y="5578365"/>
              <a:ext cx="40762" cy="39719"/>
            </a:xfrm>
            <a:custGeom>
              <a:avLst/>
              <a:pathLst>
                <a:path w="40762" h="39719">
                  <a:moveTo>
                    <a:pt x="8409" y="39719"/>
                  </a:moveTo>
                  <a:lnTo>
                    <a:pt x="0" y="20754"/>
                  </a:lnTo>
                  <a:lnTo>
                    <a:pt x="2773" y="19054"/>
                  </a:lnTo>
                  <a:lnTo>
                    <a:pt x="5814" y="17086"/>
                  </a:lnTo>
                  <a:lnTo>
                    <a:pt x="8856" y="14045"/>
                  </a:lnTo>
                  <a:lnTo>
                    <a:pt x="16191" y="5546"/>
                  </a:lnTo>
                  <a:lnTo>
                    <a:pt x="20874" y="0"/>
                  </a:lnTo>
                  <a:lnTo>
                    <a:pt x="23353" y="1416"/>
                  </a:lnTo>
                  <a:lnTo>
                    <a:pt x="25831" y="2832"/>
                  </a:lnTo>
                  <a:lnTo>
                    <a:pt x="27164" y="3986"/>
                  </a:lnTo>
                  <a:lnTo>
                    <a:pt x="28482" y="5127"/>
                  </a:lnTo>
                  <a:lnTo>
                    <a:pt x="29332" y="5802"/>
                  </a:lnTo>
                  <a:lnTo>
                    <a:pt x="30181" y="6478"/>
                  </a:lnTo>
                  <a:lnTo>
                    <a:pt x="30721" y="6907"/>
                  </a:lnTo>
                  <a:lnTo>
                    <a:pt x="31007" y="7134"/>
                  </a:lnTo>
                  <a:lnTo>
                    <a:pt x="32020" y="7853"/>
                  </a:lnTo>
                  <a:lnTo>
                    <a:pt x="33034" y="8572"/>
                  </a:lnTo>
                  <a:lnTo>
                    <a:pt x="33290" y="8753"/>
                  </a:lnTo>
                  <a:lnTo>
                    <a:pt x="33514" y="8913"/>
                  </a:lnTo>
                  <a:lnTo>
                    <a:pt x="33843" y="9185"/>
                  </a:lnTo>
                  <a:lnTo>
                    <a:pt x="34492" y="9724"/>
                  </a:lnTo>
                  <a:lnTo>
                    <a:pt x="34910" y="10058"/>
                  </a:lnTo>
                  <a:lnTo>
                    <a:pt x="35327" y="10392"/>
                  </a:lnTo>
                  <a:lnTo>
                    <a:pt x="35995" y="10964"/>
                  </a:lnTo>
                  <a:lnTo>
                    <a:pt x="36492" y="11787"/>
                  </a:lnTo>
                  <a:lnTo>
                    <a:pt x="36979" y="12248"/>
                  </a:lnTo>
                  <a:lnTo>
                    <a:pt x="37164" y="12424"/>
                  </a:lnTo>
                  <a:lnTo>
                    <a:pt x="37837" y="13061"/>
                  </a:lnTo>
                  <a:lnTo>
                    <a:pt x="39974" y="14908"/>
                  </a:lnTo>
                  <a:lnTo>
                    <a:pt x="40762" y="15589"/>
                  </a:lnTo>
                  <a:lnTo>
                    <a:pt x="39572" y="16876"/>
                  </a:lnTo>
                  <a:lnTo>
                    <a:pt x="38379" y="18180"/>
                  </a:lnTo>
                  <a:lnTo>
                    <a:pt x="37671" y="18926"/>
                  </a:lnTo>
                  <a:lnTo>
                    <a:pt x="36814" y="19410"/>
                  </a:lnTo>
                  <a:lnTo>
                    <a:pt x="36031" y="19783"/>
                  </a:lnTo>
                  <a:lnTo>
                    <a:pt x="34905" y="21904"/>
                  </a:lnTo>
                  <a:lnTo>
                    <a:pt x="32858" y="23841"/>
                  </a:lnTo>
                  <a:lnTo>
                    <a:pt x="33311" y="25511"/>
                  </a:lnTo>
                  <a:lnTo>
                    <a:pt x="37275" y="31619"/>
                  </a:lnTo>
                  <a:lnTo>
                    <a:pt x="35501" y="32782"/>
                  </a:lnTo>
                  <a:lnTo>
                    <a:pt x="32996" y="3427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7" name="pg136"/>
            <p:cNvSpPr/>
            <p:nvPr/>
          </p:nvSpPr>
          <p:spPr>
            <a:xfrm>
              <a:off x="3523890" y="5561440"/>
              <a:ext cx="208535" cy="134272"/>
            </a:xfrm>
            <a:custGeom>
              <a:avLst/>
              <a:pathLst>
                <a:path w="208535" h="134272">
                  <a:moveTo>
                    <a:pt x="155505" y="7623"/>
                  </a:moveTo>
                  <a:lnTo>
                    <a:pt x="154467" y="9393"/>
                  </a:lnTo>
                  <a:lnTo>
                    <a:pt x="154392" y="9520"/>
                  </a:lnTo>
                  <a:lnTo>
                    <a:pt x="155976" y="10652"/>
                  </a:lnTo>
                  <a:lnTo>
                    <a:pt x="159906" y="13461"/>
                  </a:lnTo>
                  <a:lnTo>
                    <a:pt x="160825" y="14117"/>
                  </a:lnTo>
                  <a:lnTo>
                    <a:pt x="161603" y="14673"/>
                  </a:lnTo>
                  <a:lnTo>
                    <a:pt x="161174" y="15157"/>
                  </a:lnTo>
                  <a:lnTo>
                    <a:pt x="166647" y="19072"/>
                  </a:lnTo>
                  <a:lnTo>
                    <a:pt x="167362" y="19584"/>
                  </a:lnTo>
                  <a:lnTo>
                    <a:pt x="170804" y="22046"/>
                  </a:lnTo>
                  <a:lnTo>
                    <a:pt x="175678" y="25537"/>
                  </a:lnTo>
                  <a:lnTo>
                    <a:pt x="176791" y="26238"/>
                  </a:lnTo>
                  <a:lnTo>
                    <a:pt x="177709" y="26817"/>
                  </a:lnTo>
                  <a:lnTo>
                    <a:pt x="178635" y="27400"/>
                  </a:lnTo>
                  <a:lnTo>
                    <a:pt x="180333" y="28470"/>
                  </a:lnTo>
                  <a:lnTo>
                    <a:pt x="180993" y="28886"/>
                  </a:lnTo>
                  <a:lnTo>
                    <a:pt x="183351" y="30372"/>
                  </a:lnTo>
                  <a:lnTo>
                    <a:pt x="183873" y="30711"/>
                  </a:lnTo>
                  <a:lnTo>
                    <a:pt x="186362" y="32325"/>
                  </a:lnTo>
                  <a:lnTo>
                    <a:pt x="188960" y="34010"/>
                  </a:lnTo>
                  <a:lnTo>
                    <a:pt x="189260" y="34223"/>
                  </a:lnTo>
                  <a:lnTo>
                    <a:pt x="189758" y="34577"/>
                  </a:lnTo>
                  <a:lnTo>
                    <a:pt x="190802" y="35319"/>
                  </a:lnTo>
                  <a:lnTo>
                    <a:pt x="193757" y="37420"/>
                  </a:lnTo>
                  <a:lnTo>
                    <a:pt x="194574" y="38000"/>
                  </a:lnTo>
                  <a:lnTo>
                    <a:pt x="197845" y="40325"/>
                  </a:lnTo>
                  <a:lnTo>
                    <a:pt x="201272" y="42760"/>
                  </a:lnTo>
                  <a:lnTo>
                    <a:pt x="203126" y="44078"/>
                  </a:lnTo>
                  <a:lnTo>
                    <a:pt x="208535" y="47581"/>
                  </a:lnTo>
                  <a:lnTo>
                    <a:pt x="206155" y="50966"/>
                  </a:lnTo>
                  <a:lnTo>
                    <a:pt x="206056" y="51107"/>
                  </a:lnTo>
                  <a:lnTo>
                    <a:pt x="204738" y="52982"/>
                  </a:lnTo>
                  <a:lnTo>
                    <a:pt x="201964" y="56927"/>
                  </a:lnTo>
                  <a:lnTo>
                    <a:pt x="201391" y="57742"/>
                  </a:lnTo>
                  <a:lnTo>
                    <a:pt x="201050" y="58227"/>
                  </a:lnTo>
                  <a:lnTo>
                    <a:pt x="197056" y="63769"/>
                  </a:lnTo>
                  <a:lnTo>
                    <a:pt x="193659" y="68481"/>
                  </a:lnTo>
                  <a:lnTo>
                    <a:pt x="192318" y="70343"/>
                  </a:lnTo>
                  <a:lnTo>
                    <a:pt x="190528" y="72826"/>
                  </a:lnTo>
                  <a:lnTo>
                    <a:pt x="188165" y="76106"/>
                  </a:lnTo>
                  <a:lnTo>
                    <a:pt x="178013" y="90346"/>
                  </a:lnTo>
                  <a:lnTo>
                    <a:pt x="177880" y="90532"/>
                  </a:lnTo>
                  <a:lnTo>
                    <a:pt x="165421" y="107779"/>
                  </a:lnTo>
                  <a:lnTo>
                    <a:pt x="161897" y="112657"/>
                  </a:lnTo>
                  <a:lnTo>
                    <a:pt x="161766" y="112838"/>
                  </a:lnTo>
                  <a:lnTo>
                    <a:pt x="149719" y="129776"/>
                  </a:lnTo>
                  <a:lnTo>
                    <a:pt x="146500" y="134272"/>
                  </a:lnTo>
                  <a:lnTo>
                    <a:pt x="145005" y="133537"/>
                  </a:lnTo>
                  <a:lnTo>
                    <a:pt x="144222" y="133072"/>
                  </a:lnTo>
                  <a:lnTo>
                    <a:pt x="143047" y="132754"/>
                  </a:lnTo>
                  <a:lnTo>
                    <a:pt x="141922" y="132607"/>
                  </a:lnTo>
                  <a:lnTo>
                    <a:pt x="140697" y="132387"/>
                  </a:lnTo>
                  <a:lnTo>
                    <a:pt x="139695" y="131701"/>
                  </a:lnTo>
                  <a:lnTo>
                    <a:pt x="139009" y="131017"/>
                  </a:lnTo>
                  <a:lnTo>
                    <a:pt x="138324" y="130673"/>
                  </a:lnTo>
                  <a:lnTo>
                    <a:pt x="137394" y="130648"/>
                  </a:lnTo>
                  <a:lnTo>
                    <a:pt x="136684" y="130404"/>
                  </a:lnTo>
                  <a:lnTo>
                    <a:pt x="135730" y="130086"/>
                  </a:lnTo>
                  <a:lnTo>
                    <a:pt x="134823" y="129572"/>
                  </a:lnTo>
                  <a:lnTo>
                    <a:pt x="134038" y="128494"/>
                  </a:lnTo>
                  <a:lnTo>
                    <a:pt x="132963" y="128128"/>
                  </a:lnTo>
                  <a:lnTo>
                    <a:pt x="131519" y="128128"/>
                  </a:lnTo>
                  <a:lnTo>
                    <a:pt x="130247" y="127785"/>
                  </a:lnTo>
                  <a:lnTo>
                    <a:pt x="129121" y="126635"/>
                  </a:lnTo>
                  <a:lnTo>
                    <a:pt x="128338" y="126170"/>
                  </a:lnTo>
                  <a:lnTo>
                    <a:pt x="126306" y="125827"/>
                  </a:lnTo>
                  <a:lnTo>
                    <a:pt x="125400" y="125705"/>
                  </a:lnTo>
                  <a:lnTo>
                    <a:pt x="124543" y="125020"/>
                  </a:lnTo>
                  <a:lnTo>
                    <a:pt x="124005" y="124456"/>
                  </a:lnTo>
                  <a:lnTo>
                    <a:pt x="122438" y="123869"/>
                  </a:lnTo>
                  <a:lnTo>
                    <a:pt x="121777" y="123746"/>
                  </a:lnTo>
                  <a:lnTo>
                    <a:pt x="120897" y="123820"/>
                  </a:lnTo>
                  <a:lnTo>
                    <a:pt x="120137" y="123281"/>
                  </a:lnTo>
                  <a:lnTo>
                    <a:pt x="119549" y="122839"/>
                  </a:lnTo>
                  <a:lnTo>
                    <a:pt x="117959" y="122597"/>
                  </a:lnTo>
                  <a:lnTo>
                    <a:pt x="116614" y="122376"/>
                  </a:lnTo>
                  <a:lnTo>
                    <a:pt x="115268" y="121838"/>
                  </a:lnTo>
                  <a:lnTo>
                    <a:pt x="114190" y="120490"/>
                  </a:lnTo>
                  <a:lnTo>
                    <a:pt x="113235" y="119855"/>
                  </a:lnTo>
                  <a:lnTo>
                    <a:pt x="112207" y="119611"/>
                  </a:lnTo>
                  <a:lnTo>
                    <a:pt x="111302" y="119611"/>
                  </a:lnTo>
                  <a:lnTo>
                    <a:pt x="110274" y="119489"/>
                  </a:lnTo>
                  <a:lnTo>
                    <a:pt x="109539" y="119120"/>
                  </a:lnTo>
                  <a:lnTo>
                    <a:pt x="108731" y="118312"/>
                  </a:lnTo>
                  <a:lnTo>
                    <a:pt x="107655" y="117432"/>
                  </a:lnTo>
                  <a:lnTo>
                    <a:pt x="106381" y="117187"/>
                  </a:lnTo>
                  <a:lnTo>
                    <a:pt x="105402" y="117187"/>
                  </a:lnTo>
                  <a:lnTo>
                    <a:pt x="104693" y="117089"/>
                  </a:lnTo>
                  <a:lnTo>
                    <a:pt x="103493" y="116575"/>
                  </a:lnTo>
                  <a:lnTo>
                    <a:pt x="102661" y="115695"/>
                  </a:lnTo>
                  <a:lnTo>
                    <a:pt x="101682" y="115107"/>
                  </a:lnTo>
                  <a:lnTo>
                    <a:pt x="100531" y="114983"/>
                  </a:lnTo>
                  <a:lnTo>
                    <a:pt x="99627" y="114861"/>
                  </a:lnTo>
                  <a:lnTo>
                    <a:pt x="98745" y="114372"/>
                  </a:lnTo>
                  <a:lnTo>
                    <a:pt x="97913" y="113613"/>
                  </a:lnTo>
                  <a:lnTo>
                    <a:pt x="96542" y="112806"/>
                  </a:lnTo>
                  <a:lnTo>
                    <a:pt x="93752" y="112341"/>
                  </a:lnTo>
                  <a:lnTo>
                    <a:pt x="92674" y="112218"/>
                  </a:lnTo>
                  <a:lnTo>
                    <a:pt x="91990" y="111753"/>
                  </a:lnTo>
                  <a:lnTo>
                    <a:pt x="91478" y="111263"/>
                  </a:lnTo>
                  <a:lnTo>
                    <a:pt x="90839" y="110726"/>
                  </a:lnTo>
                  <a:lnTo>
                    <a:pt x="89762" y="110334"/>
                  </a:lnTo>
                  <a:lnTo>
                    <a:pt x="88269" y="110260"/>
                  </a:lnTo>
                  <a:lnTo>
                    <a:pt x="87192" y="109917"/>
                  </a:lnTo>
                  <a:lnTo>
                    <a:pt x="86261" y="109231"/>
                  </a:lnTo>
                  <a:lnTo>
                    <a:pt x="85332" y="108595"/>
                  </a:lnTo>
                  <a:lnTo>
                    <a:pt x="83863" y="108229"/>
                  </a:lnTo>
                  <a:lnTo>
                    <a:pt x="82469" y="107934"/>
                  </a:lnTo>
                  <a:lnTo>
                    <a:pt x="81195" y="107347"/>
                  </a:lnTo>
                  <a:lnTo>
                    <a:pt x="80387" y="106906"/>
                  </a:lnTo>
                  <a:lnTo>
                    <a:pt x="79776" y="106441"/>
                  </a:lnTo>
                  <a:lnTo>
                    <a:pt x="79212" y="105879"/>
                  </a:lnTo>
                  <a:lnTo>
                    <a:pt x="78037" y="105415"/>
                  </a:lnTo>
                  <a:lnTo>
                    <a:pt x="76496" y="105169"/>
                  </a:lnTo>
                  <a:lnTo>
                    <a:pt x="75125" y="104386"/>
                  </a:lnTo>
                  <a:lnTo>
                    <a:pt x="74268" y="104142"/>
                  </a:lnTo>
                  <a:lnTo>
                    <a:pt x="71918" y="104361"/>
                  </a:lnTo>
                  <a:lnTo>
                    <a:pt x="70548" y="104043"/>
                  </a:lnTo>
                  <a:lnTo>
                    <a:pt x="69617" y="103554"/>
                  </a:lnTo>
                  <a:lnTo>
                    <a:pt x="68933" y="102525"/>
                  </a:lnTo>
                  <a:lnTo>
                    <a:pt x="67880" y="101720"/>
                  </a:lnTo>
                  <a:lnTo>
                    <a:pt x="65530" y="101131"/>
                  </a:lnTo>
                  <a:lnTo>
                    <a:pt x="63473" y="100102"/>
                  </a:lnTo>
                  <a:lnTo>
                    <a:pt x="61711" y="98855"/>
                  </a:lnTo>
                  <a:lnTo>
                    <a:pt x="58995" y="98709"/>
                  </a:lnTo>
                  <a:lnTo>
                    <a:pt x="57746" y="98143"/>
                  </a:lnTo>
                  <a:lnTo>
                    <a:pt x="57184" y="97556"/>
                  </a:lnTo>
                  <a:lnTo>
                    <a:pt x="55249" y="96383"/>
                  </a:lnTo>
                  <a:lnTo>
                    <a:pt x="53463" y="96259"/>
                  </a:lnTo>
                  <a:lnTo>
                    <a:pt x="52155" y="95171"/>
                  </a:lnTo>
                  <a:lnTo>
                    <a:pt x="51726" y="94815"/>
                  </a:lnTo>
                  <a:lnTo>
                    <a:pt x="50232" y="94227"/>
                  </a:lnTo>
                  <a:lnTo>
                    <a:pt x="49460" y="94218"/>
                  </a:lnTo>
                  <a:lnTo>
                    <a:pt x="48250" y="94204"/>
                  </a:lnTo>
                  <a:lnTo>
                    <a:pt x="46879" y="93518"/>
                  </a:lnTo>
                  <a:lnTo>
                    <a:pt x="46574" y="93197"/>
                  </a:lnTo>
                  <a:lnTo>
                    <a:pt x="45900" y="92490"/>
                  </a:lnTo>
                  <a:lnTo>
                    <a:pt x="45140" y="92269"/>
                  </a:lnTo>
                  <a:lnTo>
                    <a:pt x="43698" y="92180"/>
                  </a:lnTo>
                  <a:lnTo>
                    <a:pt x="43159" y="92147"/>
                  </a:lnTo>
                  <a:lnTo>
                    <a:pt x="42551" y="91774"/>
                  </a:lnTo>
                  <a:lnTo>
                    <a:pt x="40883" y="90753"/>
                  </a:lnTo>
                  <a:lnTo>
                    <a:pt x="39662" y="90753"/>
                  </a:lnTo>
                  <a:lnTo>
                    <a:pt x="39167" y="90753"/>
                  </a:lnTo>
                  <a:lnTo>
                    <a:pt x="37555" y="90753"/>
                  </a:lnTo>
                  <a:lnTo>
                    <a:pt x="34518" y="89847"/>
                  </a:lnTo>
                  <a:lnTo>
                    <a:pt x="33979" y="89136"/>
                  </a:lnTo>
                  <a:lnTo>
                    <a:pt x="30528" y="88011"/>
                  </a:lnTo>
                  <a:lnTo>
                    <a:pt x="28742" y="87497"/>
                  </a:lnTo>
                  <a:lnTo>
                    <a:pt x="28033" y="87350"/>
                  </a:lnTo>
                  <a:lnTo>
                    <a:pt x="25609" y="86689"/>
                  </a:lnTo>
                  <a:lnTo>
                    <a:pt x="23186" y="85343"/>
                  </a:lnTo>
                  <a:lnTo>
                    <a:pt x="21203" y="84388"/>
                  </a:lnTo>
                  <a:lnTo>
                    <a:pt x="18731" y="83678"/>
                  </a:lnTo>
                  <a:lnTo>
                    <a:pt x="15819" y="82309"/>
                  </a:lnTo>
                  <a:lnTo>
                    <a:pt x="13809" y="81158"/>
                  </a:lnTo>
                  <a:lnTo>
                    <a:pt x="10532" y="79223"/>
                  </a:lnTo>
                  <a:lnTo>
                    <a:pt x="6138" y="76068"/>
                  </a:lnTo>
                  <a:lnTo>
                    <a:pt x="4622" y="74552"/>
                  </a:lnTo>
                  <a:lnTo>
                    <a:pt x="3034" y="68737"/>
                  </a:lnTo>
                  <a:lnTo>
                    <a:pt x="0" y="61586"/>
                  </a:lnTo>
                  <a:lnTo>
                    <a:pt x="2538" y="59965"/>
                  </a:lnTo>
                  <a:lnTo>
                    <a:pt x="1763" y="58057"/>
                  </a:lnTo>
                  <a:lnTo>
                    <a:pt x="1345" y="56626"/>
                  </a:lnTo>
                  <a:lnTo>
                    <a:pt x="1524" y="55492"/>
                  </a:lnTo>
                  <a:lnTo>
                    <a:pt x="1942" y="54657"/>
                  </a:lnTo>
                  <a:lnTo>
                    <a:pt x="2538" y="54121"/>
                  </a:lnTo>
                  <a:lnTo>
                    <a:pt x="3373" y="53942"/>
                  </a:lnTo>
                  <a:lnTo>
                    <a:pt x="4924" y="53882"/>
                  </a:lnTo>
                  <a:lnTo>
                    <a:pt x="5937" y="53942"/>
                  </a:lnTo>
                  <a:lnTo>
                    <a:pt x="7309" y="52988"/>
                  </a:lnTo>
                  <a:lnTo>
                    <a:pt x="9277" y="51198"/>
                  </a:lnTo>
                  <a:lnTo>
                    <a:pt x="11782" y="49707"/>
                  </a:lnTo>
                  <a:lnTo>
                    <a:pt x="13556" y="48544"/>
                  </a:lnTo>
                  <a:lnTo>
                    <a:pt x="14712" y="49514"/>
                  </a:lnTo>
                  <a:lnTo>
                    <a:pt x="21845" y="45136"/>
                  </a:lnTo>
                  <a:lnTo>
                    <a:pt x="23279" y="44018"/>
                  </a:lnTo>
                  <a:lnTo>
                    <a:pt x="25875" y="45321"/>
                  </a:lnTo>
                  <a:lnTo>
                    <a:pt x="27590" y="45729"/>
                  </a:lnTo>
                  <a:lnTo>
                    <a:pt x="29927" y="47445"/>
                  </a:lnTo>
                  <a:lnTo>
                    <a:pt x="30397" y="47395"/>
                  </a:lnTo>
                  <a:lnTo>
                    <a:pt x="31285" y="47300"/>
                  </a:lnTo>
                  <a:lnTo>
                    <a:pt x="31673" y="47258"/>
                  </a:lnTo>
                  <a:lnTo>
                    <a:pt x="35654" y="46831"/>
                  </a:lnTo>
                  <a:lnTo>
                    <a:pt x="35865" y="46808"/>
                  </a:lnTo>
                  <a:lnTo>
                    <a:pt x="42391" y="48627"/>
                  </a:lnTo>
                  <a:lnTo>
                    <a:pt x="43152" y="48985"/>
                  </a:lnTo>
                  <a:lnTo>
                    <a:pt x="43912" y="49342"/>
                  </a:lnTo>
                  <a:lnTo>
                    <a:pt x="44687" y="49611"/>
                  </a:lnTo>
                  <a:lnTo>
                    <a:pt x="45314" y="49313"/>
                  </a:lnTo>
                  <a:lnTo>
                    <a:pt x="45940" y="48597"/>
                  </a:lnTo>
                  <a:lnTo>
                    <a:pt x="46238" y="48030"/>
                  </a:lnTo>
                  <a:lnTo>
                    <a:pt x="46506" y="47374"/>
                  </a:lnTo>
                  <a:lnTo>
                    <a:pt x="46635" y="46409"/>
                  </a:lnTo>
                  <a:lnTo>
                    <a:pt x="48208" y="44403"/>
                  </a:lnTo>
                  <a:lnTo>
                    <a:pt x="48494" y="44040"/>
                  </a:lnTo>
                  <a:lnTo>
                    <a:pt x="48978" y="43424"/>
                  </a:lnTo>
                  <a:lnTo>
                    <a:pt x="49358" y="42940"/>
                  </a:lnTo>
                  <a:lnTo>
                    <a:pt x="49882" y="42275"/>
                  </a:lnTo>
                  <a:lnTo>
                    <a:pt x="50356" y="41672"/>
                  </a:lnTo>
                  <a:lnTo>
                    <a:pt x="50796" y="41112"/>
                  </a:lnTo>
                  <a:lnTo>
                    <a:pt x="51539" y="40167"/>
                  </a:lnTo>
                  <a:lnTo>
                    <a:pt x="52682" y="38712"/>
                  </a:lnTo>
                  <a:lnTo>
                    <a:pt x="53466" y="37716"/>
                  </a:lnTo>
                  <a:lnTo>
                    <a:pt x="54752" y="36977"/>
                  </a:lnTo>
                  <a:lnTo>
                    <a:pt x="56071" y="36218"/>
                  </a:lnTo>
                  <a:lnTo>
                    <a:pt x="57913" y="35159"/>
                  </a:lnTo>
                  <a:lnTo>
                    <a:pt x="58766" y="34669"/>
                  </a:lnTo>
                  <a:lnTo>
                    <a:pt x="61133" y="33308"/>
                  </a:lnTo>
                  <a:lnTo>
                    <a:pt x="63456" y="34698"/>
                  </a:lnTo>
                  <a:lnTo>
                    <a:pt x="68398" y="37656"/>
                  </a:lnTo>
                  <a:lnTo>
                    <a:pt x="69947" y="38583"/>
                  </a:lnTo>
                  <a:lnTo>
                    <a:pt x="70540" y="37689"/>
                  </a:lnTo>
                  <a:lnTo>
                    <a:pt x="73590" y="34127"/>
                  </a:lnTo>
                  <a:lnTo>
                    <a:pt x="77161" y="29375"/>
                  </a:lnTo>
                  <a:lnTo>
                    <a:pt x="78519" y="30140"/>
                  </a:lnTo>
                  <a:lnTo>
                    <a:pt x="80835" y="31444"/>
                  </a:lnTo>
                  <a:lnTo>
                    <a:pt x="81133" y="31634"/>
                  </a:lnTo>
                  <a:lnTo>
                    <a:pt x="82494" y="32502"/>
                  </a:lnTo>
                  <a:lnTo>
                    <a:pt x="85285" y="27921"/>
                  </a:lnTo>
                  <a:lnTo>
                    <a:pt x="86335" y="26752"/>
                  </a:lnTo>
                  <a:lnTo>
                    <a:pt x="88745" y="25059"/>
                  </a:lnTo>
                  <a:lnTo>
                    <a:pt x="90438" y="24510"/>
                  </a:lnTo>
                  <a:lnTo>
                    <a:pt x="90395" y="26950"/>
                  </a:lnTo>
                  <a:lnTo>
                    <a:pt x="90719" y="26881"/>
                  </a:lnTo>
                  <a:lnTo>
                    <a:pt x="94275" y="26122"/>
                  </a:lnTo>
                  <a:lnTo>
                    <a:pt x="97134" y="25649"/>
                  </a:lnTo>
                  <a:lnTo>
                    <a:pt x="97536" y="25582"/>
                  </a:lnTo>
                  <a:lnTo>
                    <a:pt x="101661" y="24901"/>
                  </a:lnTo>
                  <a:lnTo>
                    <a:pt x="107671" y="23908"/>
                  </a:lnTo>
                  <a:lnTo>
                    <a:pt x="110822" y="23387"/>
                  </a:lnTo>
                  <a:lnTo>
                    <a:pt x="111904" y="23208"/>
                  </a:lnTo>
                  <a:lnTo>
                    <a:pt x="112179" y="22906"/>
                  </a:lnTo>
                  <a:lnTo>
                    <a:pt x="112435" y="22626"/>
                  </a:lnTo>
                  <a:lnTo>
                    <a:pt x="113820" y="21105"/>
                  </a:lnTo>
                  <a:lnTo>
                    <a:pt x="114776" y="19823"/>
                  </a:lnTo>
                  <a:lnTo>
                    <a:pt x="114940" y="19608"/>
                  </a:lnTo>
                  <a:lnTo>
                    <a:pt x="118353" y="15140"/>
                  </a:lnTo>
                  <a:lnTo>
                    <a:pt x="122132" y="10195"/>
                  </a:lnTo>
                  <a:lnTo>
                    <a:pt x="123870" y="8145"/>
                  </a:lnTo>
                  <a:lnTo>
                    <a:pt x="124239" y="7737"/>
                  </a:lnTo>
                  <a:lnTo>
                    <a:pt x="124508" y="7809"/>
                  </a:lnTo>
                  <a:lnTo>
                    <a:pt x="125684" y="8122"/>
                  </a:lnTo>
                  <a:lnTo>
                    <a:pt x="127795" y="8685"/>
                  </a:lnTo>
                  <a:lnTo>
                    <a:pt x="130821" y="654"/>
                  </a:lnTo>
                  <a:lnTo>
                    <a:pt x="131018" y="0"/>
                  </a:lnTo>
                  <a:lnTo>
                    <a:pt x="134347" y="308"/>
                  </a:lnTo>
                  <a:lnTo>
                    <a:pt x="136888" y="543"/>
                  </a:lnTo>
                  <a:lnTo>
                    <a:pt x="139033" y="725"/>
                  </a:lnTo>
                  <a:lnTo>
                    <a:pt x="143366" y="1053"/>
                  </a:lnTo>
                  <a:lnTo>
                    <a:pt x="144122" y="2007"/>
                  </a:lnTo>
                  <a:lnTo>
                    <a:pt x="144248" y="2165"/>
                  </a:lnTo>
                  <a:lnTo>
                    <a:pt x="145530" y="3120"/>
                  </a:lnTo>
                  <a:lnTo>
                    <a:pt x="147863" y="4650"/>
                  </a:lnTo>
                  <a:lnTo>
                    <a:pt x="148968" y="5375"/>
                  </a:lnTo>
                  <a:lnTo>
                    <a:pt x="149257" y="5565"/>
                  </a:lnTo>
                  <a:lnTo>
                    <a:pt x="150927" y="6608"/>
                  </a:lnTo>
                  <a:lnTo>
                    <a:pt x="151221" y="6677"/>
                  </a:lnTo>
                  <a:lnTo>
                    <a:pt x="152716" y="7026"/>
                  </a:lnTo>
                  <a:lnTo>
                    <a:pt x="153999" y="7264"/>
                  </a:lnTo>
                  <a:lnTo>
                    <a:pt x="155175" y="733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8" name="pg137"/>
            <p:cNvSpPr/>
            <p:nvPr/>
          </p:nvSpPr>
          <p:spPr>
            <a:xfrm>
              <a:off x="3670402" y="5592307"/>
              <a:ext cx="129971" cy="129342"/>
            </a:xfrm>
            <a:custGeom>
              <a:avLst/>
              <a:pathLst>
                <a:path w="129971" h="129342">
                  <a:moveTo>
                    <a:pt x="61541" y="126173"/>
                  </a:moveTo>
                  <a:lnTo>
                    <a:pt x="60421" y="129342"/>
                  </a:lnTo>
                  <a:lnTo>
                    <a:pt x="60114" y="129258"/>
                  </a:lnTo>
                  <a:lnTo>
                    <a:pt x="58805" y="128794"/>
                  </a:lnTo>
                  <a:lnTo>
                    <a:pt x="58071" y="128207"/>
                  </a:lnTo>
                  <a:lnTo>
                    <a:pt x="57337" y="127619"/>
                  </a:lnTo>
                  <a:lnTo>
                    <a:pt x="56528" y="127104"/>
                  </a:lnTo>
                  <a:lnTo>
                    <a:pt x="55794" y="126982"/>
                  </a:lnTo>
                  <a:lnTo>
                    <a:pt x="54962" y="126982"/>
                  </a:lnTo>
                  <a:lnTo>
                    <a:pt x="54130" y="126737"/>
                  </a:lnTo>
                  <a:lnTo>
                    <a:pt x="53543" y="126053"/>
                  </a:lnTo>
                  <a:lnTo>
                    <a:pt x="52955" y="125489"/>
                  </a:lnTo>
                  <a:lnTo>
                    <a:pt x="51487" y="125024"/>
                  </a:lnTo>
                  <a:lnTo>
                    <a:pt x="50458" y="124828"/>
                  </a:lnTo>
                  <a:lnTo>
                    <a:pt x="49504" y="124682"/>
                  </a:lnTo>
                  <a:lnTo>
                    <a:pt x="48108" y="123996"/>
                  </a:lnTo>
                  <a:lnTo>
                    <a:pt x="46836" y="123531"/>
                  </a:lnTo>
                  <a:lnTo>
                    <a:pt x="46127" y="123115"/>
                  </a:lnTo>
                  <a:lnTo>
                    <a:pt x="44560" y="122259"/>
                  </a:lnTo>
                  <a:lnTo>
                    <a:pt x="43238" y="121793"/>
                  </a:lnTo>
                  <a:lnTo>
                    <a:pt x="41965" y="121671"/>
                  </a:lnTo>
                  <a:lnTo>
                    <a:pt x="40986" y="121549"/>
                  </a:lnTo>
                  <a:lnTo>
                    <a:pt x="40154" y="120962"/>
                  </a:lnTo>
                  <a:lnTo>
                    <a:pt x="39223" y="120301"/>
                  </a:lnTo>
                  <a:lnTo>
                    <a:pt x="37829" y="120031"/>
                  </a:lnTo>
                  <a:lnTo>
                    <a:pt x="36654" y="119810"/>
                  </a:lnTo>
                  <a:lnTo>
                    <a:pt x="35039" y="119075"/>
                  </a:lnTo>
                  <a:lnTo>
                    <a:pt x="33986" y="117999"/>
                  </a:lnTo>
                  <a:lnTo>
                    <a:pt x="33203" y="117485"/>
                  </a:lnTo>
                  <a:lnTo>
                    <a:pt x="32346" y="117241"/>
                  </a:lnTo>
                  <a:lnTo>
                    <a:pt x="31220" y="116947"/>
                  </a:lnTo>
                  <a:lnTo>
                    <a:pt x="30363" y="116386"/>
                  </a:lnTo>
                  <a:lnTo>
                    <a:pt x="29580" y="115820"/>
                  </a:lnTo>
                  <a:lnTo>
                    <a:pt x="28479" y="115454"/>
                  </a:lnTo>
                  <a:lnTo>
                    <a:pt x="27352" y="115111"/>
                  </a:lnTo>
                  <a:lnTo>
                    <a:pt x="26668" y="114988"/>
                  </a:lnTo>
                  <a:lnTo>
                    <a:pt x="25615" y="114696"/>
                  </a:lnTo>
                  <a:lnTo>
                    <a:pt x="24269" y="114034"/>
                  </a:lnTo>
                  <a:lnTo>
                    <a:pt x="23436" y="113275"/>
                  </a:lnTo>
                  <a:lnTo>
                    <a:pt x="22726" y="113030"/>
                  </a:lnTo>
                  <a:lnTo>
                    <a:pt x="21404" y="112835"/>
                  </a:lnTo>
                  <a:lnTo>
                    <a:pt x="20330" y="112615"/>
                  </a:lnTo>
                  <a:lnTo>
                    <a:pt x="19177" y="112321"/>
                  </a:lnTo>
                  <a:lnTo>
                    <a:pt x="18320" y="111978"/>
                  </a:lnTo>
                  <a:lnTo>
                    <a:pt x="17612" y="111537"/>
                  </a:lnTo>
                  <a:lnTo>
                    <a:pt x="16803" y="110901"/>
                  </a:lnTo>
                  <a:lnTo>
                    <a:pt x="16142" y="110264"/>
                  </a:lnTo>
                  <a:lnTo>
                    <a:pt x="15433" y="110142"/>
                  </a:lnTo>
                  <a:lnTo>
                    <a:pt x="14308" y="109800"/>
                  </a:lnTo>
                  <a:lnTo>
                    <a:pt x="13352" y="109335"/>
                  </a:lnTo>
                  <a:lnTo>
                    <a:pt x="12593" y="109114"/>
                  </a:lnTo>
                  <a:lnTo>
                    <a:pt x="11542" y="108625"/>
                  </a:lnTo>
                  <a:lnTo>
                    <a:pt x="10316" y="107939"/>
                  </a:lnTo>
                  <a:lnTo>
                    <a:pt x="9287" y="107377"/>
                  </a:lnTo>
                  <a:lnTo>
                    <a:pt x="8310" y="107034"/>
                  </a:lnTo>
                  <a:lnTo>
                    <a:pt x="7379" y="106250"/>
                  </a:lnTo>
                  <a:lnTo>
                    <a:pt x="5813" y="105884"/>
                  </a:lnTo>
                  <a:lnTo>
                    <a:pt x="5030" y="105541"/>
                  </a:lnTo>
                  <a:lnTo>
                    <a:pt x="4419" y="105124"/>
                  </a:lnTo>
                  <a:lnTo>
                    <a:pt x="4286" y="104976"/>
                  </a:lnTo>
                  <a:lnTo>
                    <a:pt x="3781" y="104415"/>
                  </a:lnTo>
                  <a:lnTo>
                    <a:pt x="3194" y="103949"/>
                  </a:lnTo>
                  <a:lnTo>
                    <a:pt x="1873" y="103827"/>
                  </a:lnTo>
                  <a:lnTo>
                    <a:pt x="1336" y="103702"/>
                  </a:lnTo>
                  <a:lnTo>
                    <a:pt x="0" y="103389"/>
                  </a:lnTo>
                  <a:lnTo>
                    <a:pt x="3280" y="98807"/>
                  </a:lnTo>
                  <a:lnTo>
                    <a:pt x="15255" y="81971"/>
                  </a:lnTo>
                  <a:lnTo>
                    <a:pt x="15386" y="81791"/>
                  </a:lnTo>
                  <a:lnTo>
                    <a:pt x="18910" y="76912"/>
                  </a:lnTo>
                  <a:lnTo>
                    <a:pt x="31369" y="59665"/>
                  </a:lnTo>
                  <a:lnTo>
                    <a:pt x="31502" y="59479"/>
                  </a:lnTo>
                  <a:lnTo>
                    <a:pt x="41687" y="45192"/>
                  </a:lnTo>
                  <a:lnTo>
                    <a:pt x="44017" y="41959"/>
                  </a:lnTo>
                  <a:lnTo>
                    <a:pt x="45806" y="39476"/>
                  </a:lnTo>
                  <a:lnTo>
                    <a:pt x="47148" y="37615"/>
                  </a:lnTo>
                  <a:lnTo>
                    <a:pt x="50545" y="32902"/>
                  </a:lnTo>
                  <a:lnTo>
                    <a:pt x="54539" y="27360"/>
                  </a:lnTo>
                  <a:lnTo>
                    <a:pt x="54880" y="26875"/>
                  </a:lnTo>
                  <a:lnTo>
                    <a:pt x="55453" y="26060"/>
                  </a:lnTo>
                  <a:lnTo>
                    <a:pt x="58227" y="22115"/>
                  </a:lnTo>
                  <a:lnTo>
                    <a:pt x="59545" y="20240"/>
                  </a:lnTo>
                  <a:lnTo>
                    <a:pt x="59644" y="20099"/>
                  </a:lnTo>
                  <a:lnTo>
                    <a:pt x="62024" y="16714"/>
                  </a:lnTo>
                  <a:lnTo>
                    <a:pt x="64678" y="13076"/>
                  </a:lnTo>
                  <a:lnTo>
                    <a:pt x="72310" y="2723"/>
                  </a:lnTo>
                  <a:lnTo>
                    <a:pt x="74379" y="0"/>
                  </a:lnTo>
                  <a:lnTo>
                    <a:pt x="75687" y="1046"/>
                  </a:lnTo>
                  <a:lnTo>
                    <a:pt x="77668" y="2631"/>
                  </a:lnTo>
                  <a:lnTo>
                    <a:pt x="83694" y="7453"/>
                  </a:lnTo>
                  <a:lnTo>
                    <a:pt x="84555" y="8142"/>
                  </a:lnTo>
                  <a:lnTo>
                    <a:pt x="96466" y="17560"/>
                  </a:lnTo>
                  <a:lnTo>
                    <a:pt x="96654" y="17708"/>
                  </a:lnTo>
                  <a:lnTo>
                    <a:pt x="96839" y="17855"/>
                  </a:lnTo>
                  <a:lnTo>
                    <a:pt x="97134" y="18088"/>
                  </a:lnTo>
                  <a:lnTo>
                    <a:pt x="101695" y="21694"/>
                  </a:lnTo>
                  <a:lnTo>
                    <a:pt x="101917" y="21870"/>
                  </a:lnTo>
                  <a:lnTo>
                    <a:pt x="102374" y="22231"/>
                  </a:lnTo>
                  <a:lnTo>
                    <a:pt x="106942" y="25843"/>
                  </a:lnTo>
                  <a:lnTo>
                    <a:pt x="107172" y="26025"/>
                  </a:lnTo>
                  <a:lnTo>
                    <a:pt x="107336" y="26155"/>
                  </a:lnTo>
                  <a:lnTo>
                    <a:pt x="108134" y="26786"/>
                  </a:lnTo>
                  <a:lnTo>
                    <a:pt x="113066" y="30671"/>
                  </a:lnTo>
                  <a:lnTo>
                    <a:pt x="118620" y="35046"/>
                  </a:lnTo>
                  <a:lnTo>
                    <a:pt x="128807" y="43072"/>
                  </a:lnTo>
                  <a:lnTo>
                    <a:pt x="129138" y="43332"/>
                  </a:lnTo>
                  <a:lnTo>
                    <a:pt x="129971" y="43989"/>
                  </a:lnTo>
                  <a:lnTo>
                    <a:pt x="126755" y="48027"/>
                  </a:lnTo>
                  <a:lnTo>
                    <a:pt x="126434" y="48430"/>
                  </a:lnTo>
                  <a:lnTo>
                    <a:pt x="125932" y="49042"/>
                  </a:lnTo>
                  <a:lnTo>
                    <a:pt x="125431" y="49654"/>
                  </a:lnTo>
                  <a:lnTo>
                    <a:pt x="125196" y="49926"/>
                  </a:lnTo>
                  <a:lnTo>
                    <a:pt x="120934" y="54887"/>
                  </a:lnTo>
                  <a:lnTo>
                    <a:pt x="119215" y="56902"/>
                  </a:lnTo>
                  <a:lnTo>
                    <a:pt x="118685" y="57524"/>
                  </a:lnTo>
                  <a:lnTo>
                    <a:pt x="116898" y="59619"/>
                  </a:lnTo>
                  <a:lnTo>
                    <a:pt x="111341" y="66208"/>
                  </a:lnTo>
                  <a:lnTo>
                    <a:pt x="110426" y="67293"/>
                  </a:lnTo>
                  <a:lnTo>
                    <a:pt x="101932" y="77365"/>
                  </a:lnTo>
                  <a:lnTo>
                    <a:pt x="92293" y="89280"/>
                  </a:lnTo>
                  <a:lnTo>
                    <a:pt x="88644" y="93669"/>
                  </a:lnTo>
                  <a:lnTo>
                    <a:pt x="88173" y="94236"/>
                  </a:lnTo>
                  <a:lnTo>
                    <a:pt x="84356" y="98948"/>
                  </a:lnTo>
                  <a:lnTo>
                    <a:pt x="84243" y="99084"/>
                  </a:lnTo>
                  <a:lnTo>
                    <a:pt x="80445" y="103660"/>
                  </a:lnTo>
                  <a:lnTo>
                    <a:pt x="78593" y="105891"/>
                  </a:lnTo>
                  <a:lnTo>
                    <a:pt x="77343" y="107398"/>
                  </a:lnTo>
                  <a:lnTo>
                    <a:pt x="70923" y="115133"/>
                  </a:lnTo>
                  <a:lnTo>
                    <a:pt x="67260" y="119451"/>
                  </a:lnTo>
                  <a:lnTo>
                    <a:pt x="65245" y="12182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39" name="pg138"/>
            <p:cNvSpPr/>
            <p:nvPr/>
          </p:nvSpPr>
          <p:spPr>
            <a:xfrm>
              <a:off x="3744789" y="5513523"/>
              <a:ext cx="130261" cy="122772"/>
            </a:xfrm>
            <a:custGeom>
              <a:avLst/>
              <a:pathLst>
                <a:path w="130261" h="122772">
                  <a:moveTo>
                    <a:pt x="61218" y="115735"/>
                  </a:moveTo>
                  <a:lnTo>
                    <a:pt x="55584" y="122772"/>
                  </a:lnTo>
                  <a:lnTo>
                    <a:pt x="54750" y="122116"/>
                  </a:lnTo>
                  <a:lnTo>
                    <a:pt x="54420" y="121856"/>
                  </a:lnTo>
                  <a:lnTo>
                    <a:pt x="44232" y="113830"/>
                  </a:lnTo>
                  <a:lnTo>
                    <a:pt x="38678" y="109454"/>
                  </a:lnTo>
                  <a:lnTo>
                    <a:pt x="33747" y="105569"/>
                  </a:lnTo>
                  <a:lnTo>
                    <a:pt x="32948" y="104938"/>
                  </a:lnTo>
                  <a:lnTo>
                    <a:pt x="32784" y="104808"/>
                  </a:lnTo>
                  <a:lnTo>
                    <a:pt x="32555" y="104627"/>
                  </a:lnTo>
                  <a:lnTo>
                    <a:pt x="27986" y="101014"/>
                  </a:lnTo>
                  <a:lnTo>
                    <a:pt x="27530" y="100653"/>
                  </a:lnTo>
                  <a:lnTo>
                    <a:pt x="27290" y="100464"/>
                  </a:lnTo>
                  <a:lnTo>
                    <a:pt x="22747" y="96872"/>
                  </a:lnTo>
                  <a:lnTo>
                    <a:pt x="22451" y="96638"/>
                  </a:lnTo>
                  <a:lnTo>
                    <a:pt x="22246" y="96475"/>
                  </a:lnTo>
                  <a:lnTo>
                    <a:pt x="22079" y="96343"/>
                  </a:lnTo>
                  <a:lnTo>
                    <a:pt x="10167" y="86925"/>
                  </a:lnTo>
                  <a:lnTo>
                    <a:pt x="9268" y="86206"/>
                  </a:lnTo>
                  <a:lnTo>
                    <a:pt x="3281" y="81415"/>
                  </a:lnTo>
                  <a:lnTo>
                    <a:pt x="1300" y="79830"/>
                  </a:lnTo>
                  <a:lnTo>
                    <a:pt x="0" y="78772"/>
                  </a:lnTo>
                  <a:lnTo>
                    <a:pt x="2483" y="75322"/>
                  </a:lnTo>
                  <a:lnTo>
                    <a:pt x="3066" y="74512"/>
                  </a:lnTo>
                  <a:lnTo>
                    <a:pt x="4251" y="72867"/>
                  </a:lnTo>
                  <a:lnTo>
                    <a:pt x="5672" y="70893"/>
                  </a:lnTo>
                  <a:lnTo>
                    <a:pt x="7567" y="68261"/>
                  </a:lnTo>
                  <a:lnTo>
                    <a:pt x="7696" y="68082"/>
                  </a:lnTo>
                  <a:lnTo>
                    <a:pt x="9765" y="65207"/>
                  </a:lnTo>
                  <a:lnTo>
                    <a:pt x="14645" y="58430"/>
                  </a:lnTo>
                  <a:lnTo>
                    <a:pt x="15116" y="57776"/>
                  </a:lnTo>
                  <a:lnTo>
                    <a:pt x="16497" y="55858"/>
                  </a:lnTo>
                  <a:lnTo>
                    <a:pt x="16750" y="55506"/>
                  </a:lnTo>
                  <a:lnTo>
                    <a:pt x="17322" y="54711"/>
                  </a:lnTo>
                  <a:lnTo>
                    <a:pt x="20849" y="49814"/>
                  </a:lnTo>
                  <a:lnTo>
                    <a:pt x="21383" y="49072"/>
                  </a:lnTo>
                  <a:lnTo>
                    <a:pt x="21791" y="48505"/>
                  </a:lnTo>
                  <a:lnTo>
                    <a:pt x="22735" y="47194"/>
                  </a:lnTo>
                  <a:lnTo>
                    <a:pt x="24887" y="44204"/>
                  </a:lnTo>
                  <a:lnTo>
                    <a:pt x="25304" y="43625"/>
                  </a:lnTo>
                  <a:lnTo>
                    <a:pt x="28202" y="39601"/>
                  </a:lnTo>
                  <a:lnTo>
                    <a:pt x="28742" y="38851"/>
                  </a:lnTo>
                  <a:lnTo>
                    <a:pt x="33495" y="32249"/>
                  </a:lnTo>
                  <a:lnTo>
                    <a:pt x="34961" y="30212"/>
                  </a:lnTo>
                  <a:lnTo>
                    <a:pt x="35085" y="30040"/>
                  </a:lnTo>
                  <a:lnTo>
                    <a:pt x="35184" y="29903"/>
                  </a:lnTo>
                  <a:lnTo>
                    <a:pt x="36064" y="28681"/>
                  </a:lnTo>
                  <a:lnTo>
                    <a:pt x="36448" y="28147"/>
                  </a:lnTo>
                  <a:lnTo>
                    <a:pt x="37504" y="26680"/>
                  </a:lnTo>
                  <a:lnTo>
                    <a:pt x="42986" y="19066"/>
                  </a:lnTo>
                  <a:lnTo>
                    <a:pt x="45009" y="16256"/>
                  </a:lnTo>
                  <a:lnTo>
                    <a:pt x="45284" y="15874"/>
                  </a:lnTo>
                  <a:lnTo>
                    <a:pt x="48773" y="11028"/>
                  </a:lnTo>
                  <a:lnTo>
                    <a:pt x="48853" y="10868"/>
                  </a:lnTo>
                  <a:lnTo>
                    <a:pt x="49491" y="10052"/>
                  </a:lnTo>
                  <a:lnTo>
                    <a:pt x="53654" y="4727"/>
                  </a:lnTo>
                  <a:lnTo>
                    <a:pt x="57365" y="0"/>
                  </a:lnTo>
                  <a:lnTo>
                    <a:pt x="62379" y="4644"/>
                  </a:lnTo>
                  <a:lnTo>
                    <a:pt x="65669" y="7713"/>
                  </a:lnTo>
                  <a:lnTo>
                    <a:pt x="66141" y="8153"/>
                  </a:lnTo>
                  <a:lnTo>
                    <a:pt x="67512" y="9417"/>
                  </a:lnTo>
                  <a:lnTo>
                    <a:pt x="68715" y="10526"/>
                  </a:lnTo>
                  <a:lnTo>
                    <a:pt x="76522" y="17129"/>
                  </a:lnTo>
                  <a:lnTo>
                    <a:pt x="76970" y="17477"/>
                  </a:lnTo>
                  <a:lnTo>
                    <a:pt x="80659" y="20347"/>
                  </a:lnTo>
                  <a:lnTo>
                    <a:pt x="81768" y="21210"/>
                  </a:lnTo>
                  <a:lnTo>
                    <a:pt x="86161" y="24626"/>
                  </a:lnTo>
                  <a:lnTo>
                    <a:pt x="86290" y="24727"/>
                  </a:lnTo>
                  <a:lnTo>
                    <a:pt x="86671" y="25024"/>
                  </a:lnTo>
                  <a:lnTo>
                    <a:pt x="88879" y="26741"/>
                  </a:lnTo>
                  <a:lnTo>
                    <a:pt x="92493" y="29636"/>
                  </a:lnTo>
                  <a:lnTo>
                    <a:pt x="92643" y="29756"/>
                  </a:lnTo>
                  <a:lnTo>
                    <a:pt x="93236" y="30232"/>
                  </a:lnTo>
                  <a:lnTo>
                    <a:pt x="98827" y="34711"/>
                  </a:lnTo>
                  <a:lnTo>
                    <a:pt x="99908" y="35589"/>
                  </a:lnTo>
                  <a:lnTo>
                    <a:pt x="102904" y="38023"/>
                  </a:lnTo>
                  <a:lnTo>
                    <a:pt x="104747" y="39521"/>
                  </a:lnTo>
                  <a:lnTo>
                    <a:pt x="105114" y="39820"/>
                  </a:lnTo>
                  <a:lnTo>
                    <a:pt x="105277" y="39952"/>
                  </a:lnTo>
                  <a:lnTo>
                    <a:pt x="108448" y="42463"/>
                  </a:lnTo>
                  <a:lnTo>
                    <a:pt x="108723" y="42676"/>
                  </a:lnTo>
                  <a:lnTo>
                    <a:pt x="110854" y="44320"/>
                  </a:lnTo>
                  <a:lnTo>
                    <a:pt x="118289" y="50217"/>
                  </a:lnTo>
                  <a:lnTo>
                    <a:pt x="121126" y="53159"/>
                  </a:lnTo>
                  <a:lnTo>
                    <a:pt x="123305" y="55988"/>
                  </a:lnTo>
                  <a:lnTo>
                    <a:pt x="123831" y="56674"/>
                  </a:lnTo>
                  <a:lnTo>
                    <a:pt x="127306" y="61228"/>
                  </a:lnTo>
                  <a:lnTo>
                    <a:pt x="130261" y="65893"/>
                  </a:lnTo>
                  <a:lnTo>
                    <a:pt x="128303" y="67160"/>
                  </a:lnTo>
                  <a:lnTo>
                    <a:pt x="124647" y="69752"/>
                  </a:lnTo>
                  <a:lnTo>
                    <a:pt x="111871" y="78810"/>
                  </a:lnTo>
                  <a:lnTo>
                    <a:pt x="111624" y="78988"/>
                  </a:lnTo>
                  <a:lnTo>
                    <a:pt x="107263" y="82128"/>
                  </a:lnTo>
                  <a:lnTo>
                    <a:pt x="106319" y="82807"/>
                  </a:lnTo>
                  <a:lnTo>
                    <a:pt x="101100" y="86565"/>
                  </a:lnTo>
                  <a:lnTo>
                    <a:pt x="100744" y="86820"/>
                  </a:lnTo>
                  <a:lnTo>
                    <a:pt x="97270" y="89315"/>
                  </a:lnTo>
                  <a:lnTo>
                    <a:pt x="94663" y="91186"/>
                  </a:lnTo>
                  <a:lnTo>
                    <a:pt x="82015" y="100174"/>
                  </a:lnTo>
                  <a:lnTo>
                    <a:pt x="81257" y="100718"/>
                  </a:lnTo>
                  <a:lnTo>
                    <a:pt x="76592" y="104068"/>
                  </a:lnTo>
                  <a:lnTo>
                    <a:pt x="75786" y="104649"/>
                  </a:lnTo>
                  <a:lnTo>
                    <a:pt x="71242" y="107927"/>
                  </a:lnTo>
                  <a:lnTo>
                    <a:pt x="69639" y="109084"/>
                  </a:lnTo>
                  <a:lnTo>
                    <a:pt x="69464" y="109210"/>
                  </a:lnTo>
                  <a:lnTo>
                    <a:pt x="69068" y="109495"/>
                  </a:lnTo>
                  <a:lnTo>
                    <a:pt x="63496" y="113514"/>
                  </a:lnTo>
                  <a:lnTo>
                    <a:pt x="61662" y="11518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0" name="pg139"/>
            <p:cNvSpPr/>
            <p:nvPr/>
          </p:nvSpPr>
          <p:spPr>
            <a:xfrm>
              <a:off x="3661679" y="5478527"/>
              <a:ext cx="140476" cy="130488"/>
            </a:xfrm>
            <a:custGeom>
              <a:avLst/>
              <a:pathLst>
                <a:path w="140476" h="130488">
                  <a:moveTo>
                    <a:pt x="126097" y="54062"/>
                  </a:moveTo>
                  <a:lnTo>
                    <a:pt x="120614" y="61677"/>
                  </a:lnTo>
                  <a:lnTo>
                    <a:pt x="119558" y="63143"/>
                  </a:lnTo>
                  <a:lnTo>
                    <a:pt x="119174" y="63677"/>
                  </a:lnTo>
                  <a:lnTo>
                    <a:pt x="118295" y="64899"/>
                  </a:lnTo>
                  <a:lnTo>
                    <a:pt x="118195" y="65037"/>
                  </a:lnTo>
                  <a:lnTo>
                    <a:pt x="118071" y="65209"/>
                  </a:lnTo>
                  <a:lnTo>
                    <a:pt x="116605" y="67245"/>
                  </a:lnTo>
                  <a:lnTo>
                    <a:pt x="111852" y="73847"/>
                  </a:lnTo>
                  <a:lnTo>
                    <a:pt x="111256" y="74675"/>
                  </a:lnTo>
                  <a:lnTo>
                    <a:pt x="108414" y="78622"/>
                  </a:lnTo>
                  <a:lnTo>
                    <a:pt x="107998" y="79201"/>
                  </a:lnTo>
                  <a:lnTo>
                    <a:pt x="105846" y="82190"/>
                  </a:lnTo>
                  <a:lnTo>
                    <a:pt x="104846" y="83578"/>
                  </a:lnTo>
                  <a:lnTo>
                    <a:pt x="104493" y="84068"/>
                  </a:lnTo>
                  <a:lnTo>
                    <a:pt x="103959" y="84810"/>
                  </a:lnTo>
                  <a:lnTo>
                    <a:pt x="100433" y="89708"/>
                  </a:lnTo>
                  <a:lnTo>
                    <a:pt x="99861" y="90502"/>
                  </a:lnTo>
                  <a:lnTo>
                    <a:pt x="99608" y="90854"/>
                  </a:lnTo>
                  <a:lnTo>
                    <a:pt x="98226" y="92772"/>
                  </a:lnTo>
                  <a:lnTo>
                    <a:pt x="97755" y="93426"/>
                  </a:lnTo>
                  <a:lnTo>
                    <a:pt x="92876" y="100204"/>
                  </a:lnTo>
                  <a:lnTo>
                    <a:pt x="90807" y="103078"/>
                  </a:lnTo>
                  <a:lnTo>
                    <a:pt x="90678" y="103257"/>
                  </a:lnTo>
                  <a:lnTo>
                    <a:pt x="88782" y="105890"/>
                  </a:lnTo>
                  <a:lnTo>
                    <a:pt x="87361" y="107863"/>
                  </a:lnTo>
                  <a:lnTo>
                    <a:pt x="86176" y="109509"/>
                  </a:lnTo>
                  <a:lnTo>
                    <a:pt x="85594" y="110318"/>
                  </a:lnTo>
                  <a:lnTo>
                    <a:pt x="83102" y="113779"/>
                  </a:lnTo>
                  <a:lnTo>
                    <a:pt x="81034" y="116503"/>
                  </a:lnTo>
                  <a:lnTo>
                    <a:pt x="73401" y="126856"/>
                  </a:lnTo>
                  <a:lnTo>
                    <a:pt x="70738" y="130488"/>
                  </a:lnTo>
                  <a:lnTo>
                    <a:pt x="65338" y="126991"/>
                  </a:lnTo>
                  <a:lnTo>
                    <a:pt x="63484" y="125673"/>
                  </a:lnTo>
                  <a:lnTo>
                    <a:pt x="60057" y="123237"/>
                  </a:lnTo>
                  <a:lnTo>
                    <a:pt x="56786" y="120912"/>
                  </a:lnTo>
                  <a:lnTo>
                    <a:pt x="55969" y="120332"/>
                  </a:lnTo>
                  <a:lnTo>
                    <a:pt x="53014" y="118232"/>
                  </a:lnTo>
                  <a:lnTo>
                    <a:pt x="51970" y="117490"/>
                  </a:lnTo>
                  <a:lnTo>
                    <a:pt x="51472" y="117136"/>
                  </a:lnTo>
                  <a:lnTo>
                    <a:pt x="51062" y="116852"/>
                  </a:lnTo>
                  <a:lnTo>
                    <a:pt x="48574" y="115237"/>
                  </a:lnTo>
                  <a:lnTo>
                    <a:pt x="46045" y="113598"/>
                  </a:lnTo>
                  <a:lnTo>
                    <a:pt x="45563" y="113285"/>
                  </a:lnTo>
                  <a:lnTo>
                    <a:pt x="43205" y="111799"/>
                  </a:lnTo>
                  <a:lnTo>
                    <a:pt x="42545" y="111383"/>
                  </a:lnTo>
                  <a:lnTo>
                    <a:pt x="40830" y="110302"/>
                  </a:lnTo>
                  <a:lnTo>
                    <a:pt x="39921" y="109730"/>
                  </a:lnTo>
                  <a:lnTo>
                    <a:pt x="38996" y="109146"/>
                  </a:lnTo>
                  <a:lnTo>
                    <a:pt x="37890" y="108450"/>
                  </a:lnTo>
                  <a:lnTo>
                    <a:pt x="33016" y="104959"/>
                  </a:lnTo>
                  <a:lnTo>
                    <a:pt x="29574" y="102496"/>
                  </a:lnTo>
                  <a:lnTo>
                    <a:pt x="28859" y="101985"/>
                  </a:lnTo>
                  <a:lnTo>
                    <a:pt x="23390" y="98063"/>
                  </a:lnTo>
                  <a:lnTo>
                    <a:pt x="23814" y="97586"/>
                  </a:lnTo>
                  <a:lnTo>
                    <a:pt x="23037" y="97030"/>
                  </a:lnTo>
                  <a:lnTo>
                    <a:pt x="22118" y="96374"/>
                  </a:lnTo>
                  <a:lnTo>
                    <a:pt x="18187" y="93565"/>
                  </a:lnTo>
                  <a:lnTo>
                    <a:pt x="16604" y="92433"/>
                  </a:lnTo>
                  <a:lnTo>
                    <a:pt x="16679" y="92305"/>
                  </a:lnTo>
                  <a:lnTo>
                    <a:pt x="17750" y="90481"/>
                  </a:lnTo>
                  <a:lnTo>
                    <a:pt x="17387" y="90247"/>
                  </a:lnTo>
                  <a:lnTo>
                    <a:pt x="16211" y="90177"/>
                  </a:lnTo>
                  <a:lnTo>
                    <a:pt x="14928" y="89939"/>
                  </a:lnTo>
                  <a:lnTo>
                    <a:pt x="13433" y="89590"/>
                  </a:lnTo>
                  <a:lnTo>
                    <a:pt x="13139" y="89521"/>
                  </a:lnTo>
                  <a:lnTo>
                    <a:pt x="11469" y="88477"/>
                  </a:lnTo>
                  <a:lnTo>
                    <a:pt x="11180" y="88288"/>
                  </a:lnTo>
                  <a:lnTo>
                    <a:pt x="10075" y="87563"/>
                  </a:lnTo>
                  <a:lnTo>
                    <a:pt x="7742" y="86032"/>
                  </a:lnTo>
                  <a:lnTo>
                    <a:pt x="6460" y="85078"/>
                  </a:lnTo>
                  <a:lnTo>
                    <a:pt x="6334" y="84920"/>
                  </a:lnTo>
                  <a:lnTo>
                    <a:pt x="5578" y="83966"/>
                  </a:lnTo>
                  <a:lnTo>
                    <a:pt x="5294" y="83608"/>
                  </a:lnTo>
                  <a:lnTo>
                    <a:pt x="3773" y="81325"/>
                  </a:lnTo>
                  <a:lnTo>
                    <a:pt x="2253" y="79042"/>
                  </a:lnTo>
                  <a:lnTo>
                    <a:pt x="1868" y="78461"/>
                  </a:lnTo>
                  <a:lnTo>
                    <a:pt x="1410" y="77771"/>
                  </a:lnTo>
                  <a:lnTo>
                    <a:pt x="0" y="75642"/>
                  </a:lnTo>
                  <a:lnTo>
                    <a:pt x="643" y="75853"/>
                  </a:lnTo>
                  <a:lnTo>
                    <a:pt x="1216" y="75734"/>
                  </a:lnTo>
                  <a:lnTo>
                    <a:pt x="3029" y="75304"/>
                  </a:lnTo>
                  <a:lnTo>
                    <a:pt x="3885" y="74720"/>
                  </a:lnTo>
                  <a:lnTo>
                    <a:pt x="6598" y="72036"/>
                  </a:lnTo>
                  <a:lnTo>
                    <a:pt x="8448" y="70585"/>
                  </a:lnTo>
                  <a:lnTo>
                    <a:pt x="8954" y="70187"/>
                  </a:lnTo>
                  <a:lnTo>
                    <a:pt x="11714" y="67721"/>
                  </a:lnTo>
                  <a:lnTo>
                    <a:pt x="13159" y="66430"/>
                  </a:lnTo>
                  <a:lnTo>
                    <a:pt x="14674" y="64800"/>
                  </a:lnTo>
                  <a:lnTo>
                    <a:pt x="22811" y="56051"/>
                  </a:lnTo>
                  <a:lnTo>
                    <a:pt x="23985" y="54788"/>
                  </a:lnTo>
                  <a:lnTo>
                    <a:pt x="24995" y="55682"/>
                  </a:lnTo>
                  <a:lnTo>
                    <a:pt x="25828" y="56420"/>
                  </a:lnTo>
                  <a:lnTo>
                    <a:pt x="26106" y="56665"/>
                  </a:lnTo>
                  <a:lnTo>
                    <a:pt x="27262" y="57869"/>
                  </a:lnTo>
                  <a:lnTo>
                    <a:pt x="30837" y="60502"/>
                  </a:lnTo>
                  <a:lnTo>
                    <a:pt x="32092" y="58632"/>
                  </a:lnTo>
                  <a:lnTo>
                    <a:pt x="33445" y="56615"/>
                  </a:lnTo>
                  <a:lnTo>
                    <a:pt x="33546" y="56464"/>
                  </a:lnTo>
                  <a:lnTo>
                    <a:pt x="33770" y="56255"/>
                  </a:lnTo>
                  <a:lnTo>
                    <a:pt x="34310" y="55749"/>
                  </a:lnTo>
                  <a:lnTo>
                    <a:pt x="35264" y="54794"/>
                  </a:lnTo>
                  <a:lnTo>
                    <a:pt x="36385" y="53983"/>
                  </a:lnTo>
                  <a:lnTo>
                    <a:pt x="36892" y="53756"/>
                  </a:lnTo>
                  <a:lnTo>
                    <a:pt x="37769" y="53363"/>
                  </a:lnTo>
                  <a:lnTo>
                    <a:pt x="38982" y="52147"/>
                  </a:lnTo>
                  <a:lnTo>
                    <a:pt x="39499" y="51219"/>
                  </a:lnTo>
                  <a:lnTo>
                    <a:pt x="39596" y="51014"/>
                  </a:lnTo>
                  <a:lnTo>
                    <a:pt x="39676" y="50844"/>
                  </a:lnTo>
                  <a:lnTo>
                    <a:pt x="39865" y="50443"/>
                  </a:lnTo>
                  <a:lnTo>
                    <a:pt x="40238" y="49652"/>
                  </a:lnTo>
                  <a:lnTo>
                    <a:pt x="40349" y="49416"/>
                  </a:lnTo>
                  <a:lnTo>
                    <a:pt x="40610" y="48862"/>
                  </a:lnTo>
                  <a:lnTo>
                    <a:pt x="41501" y="46682"/>
                  </a:lnTo>
                  <a:lnTo>
                    <a:pt x="42229" y="44901"/>
                  </a:lnTo>
                  <a:lnTo>
                    <a:pt x="42392" y="44502"/>
                  </a:lnTo>
                  <a:lnTo>
                    <a:pt x="42778" y="44102"/>
                  </a:lnTo>
                  <a:lnTo>
                    <a:pt x="44808" y="40464"/>
                  </a:lnTo>
                  <a:lnTo>
                    <a:pt x="46413" y="40076"/>
                  </a:lnTo>
                  <a:lnTo>
                    <a:pt x="51404" y="37911"/>
                  </a:lnTo>
                  <a:lnTo>
                    <a:pt x="53289" y="37478"/>
                  </a:lnTo>
                  <a:lnTo>
                    <a:pt x="56438" y="36754"/>
                  </a:lnTo>
                  <a:lnTo>
                    <a:pt x="58579" y="36262"/>
                  </a:lnTo>
                  <a:lnTo>
                    <a:pt x="61597" y="35473"/>
                  </a:lnTo>
                  <a:lnTo>
                    <a:pt x="61875" y="35222"/>
                  </a:lnTo>
                  <a:lnTo>
                    <a:pt x="62775" y="33028"/>
                  </a:lnTo>
                  <a:lnTo>
                    <a:pt x="64592" y="28602"/>
                  </a:lnTo>
                  <a:lnTo>
                    <a:pt x="64989" y="28080"/>
                  </a:lnTo>
                  <a:lnTo>
                    <a:pt x="66700" y="24481"/>
                  </a:lnTo>
                  <a:lnTo>
                    <a:pt x="67272" y="23836"/>
                  </a:lnTo>
                  <a:lnTo>
                    <a:pt x="67791" y="23250"/>
                  </a:lnTo>
                  <a:lnTo>
                    <a:pt x="67909" y="23117"/>
                  </a:lnTo>
                  <a:lnTo>
                    <a:pt x="69654" y="21149"/>
                  </a:lnTo>
                  <a:lnTo>
                    <a:pt x="69943" y="20824"/>
                  </a:lnTo>
                  <a:lnTo>
                    <a:pt x="70863" y="19786"/>
                  </a:lnTo>
                  <a:lnTo>
                    <a:pt x="71956" y="19001"/>
                  </a:lnTo>
                  <a:lnTo>
                    <a:pt x="73053" y="18457"/>
                  </a:lnTo>
                  <a:lnTo>
                    <a:pt x="73646" y="17965"/>
                  </a:lnTo>
                  <a:lnTo>
                    <a:pt x="74394" y="15460"/>
                  </a:lnTo>
                  <a:lnTo>
                    <a:pt x="75285" y="12570"/>
                  </a:lnTo>
                  <a:lnTo>
                    <a:pt x="76105" y="10819"/>
                  </a:lnTo>
                  <a:lnTo>
                    <a:pt x="77507" y="7827"/>
                  </a:lnTo>
                  <a:lnTo>
                    <a:pt x="78964" y="4487"/>
                  </a:lnTo>
                  <a:lnTo>
                    <a:pt x="80025" y="2281"/>
                  </a:lnTo>
                  <a:lnTo>
                    <a:pt x="81678" y="773"/>
                  </a:lnTo>
                  <a:lnTo>
                    <a:pt x="82925" y="0"/>
                  </a:lnTo>
                  <a:lnTo>
                    <a:pt x="84999" y="84"/>
                  </a:lnTo>
                  <a:lnTo>
                    <a:pt x="93593" y="6490"/>
                  </a:lnTo>
                  <a:lnTo>
                    <a:pt x="105401" y="13664"/>
                  </a:lnTo>
                  <a:lnTo>
                    <a:pt x="105950" y="13997"/>
                  </a:lnTo>
                  <a:lnTo>
                    <a:pt x="109342" y="16024"/>
                  </a:lnTo>
                  <a:lnTo>
                    <a:pt x="109614" y="16187"/>
                  </a:lnTo>
                  <a:lnTo>
                    <a:pt x="110068" y="16458"/>
                  </a:lnTo>
                  <a:lnTo>
                    <a:pt x="116526" y="20317"/>
                  </a:lnTo>
                  <a:lnTo>
                    <a:pt x="127211" y="26702"/>
                  </a:lnTo>
                  <a:lnTo>
                    <a:pt x="127622" y="26948"/>
                  </a:lnTo>
                  <a:lnTo>
                    <a:pt x="129429" y="28028"/>
                  </a:lnTo>
                  <a:lnTo>
                    <a:pt x="135777" y="31821"/>
                  </a:lnTo>
                  <a:lnTo>
                    <a:pt x="139777" y="34524"/>
                  </a:lnTo>
                  <a:lnTo>
                    <a:pt x="140476" y="34996"/>
                  </a:lnTo>
                  <a:lnTo>
                    <a:pt x="136764" y="39723"/>
                  </a:lnTo>
                  <a:lnTo>
                    <a:pt x="132601" y="45048"/>
                  </a:lnTo>
                  <a:lnTo>
                    <a:pt x="131963" y="45865"/>
                  </a:lnTo>
                  <a:lnTo>
                    <a:pt x="131883" y="46025"/>
                  </a:lnTo>
                  <a:lnTo>
                    <a:pt x="128395" y="50870"/>
                  </a:lnTo>
                  <a:lnTo>
                    <a:pt x="128119" y="5125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1" name="pg140"/>
            <p:cNvSpPr/>
            <p:nvPr/>
          </p:nvSpPr>
          <p:spPr>
            <a:xfrm>
              <a:off x="3743600" y="5393709"/>
              <a:ext cx="240447" cy="236641"/>
            </a:xfrm>
            <a:custGeom>
              <a:avLst/>
              <a:pathLst>
                <a:path w="240447" h="236641">
                  <a:moveTo>
                    <a:pt x="195767" y="213736"/>
                  </a:moveTo>
                  <a:lnTo>
                    <a:pt x="165107" y="236641"/>
                  </a:lnTo>
                  <a:lnTo>
                    <a:pt x="161571" y="231193"/>
                  </a:lnTo>
                  <a:lnTo>
                    <a:pt x="154885" y="219813"/>
                  </a:lnTo>
                  <a:lnTo>
                    <a:pt x="150438" y="213277"/>
                  </a:lnTo>
                  <a:lnTo>
                    <a:pt x="145571" y="205449"/>
                  </a:lnTo>
                  <a:lnTo>
                    <a:pt x="143644" y="202574"/>
                  </a:lnTo>
                  <a:lnTo>
                    <a:pt x="142657" y="200991"/>
                  </a:lnTo>
                  <a:lnTo>
                    <a:pt x="140639" y="197784"/>
                  </a:lnTo>
                  <a:lnTo>
                    <a:pt x="140405" y="197464"/>
                  </a:lnTo>
                  <a:lnTo>
                    <a:pt x="140061" y="196994"/>
                  </a:lnTo>
                  <a:lnTo>
                    <a:pt x="137164" y="193036"/>
                  </a:lnTo>
                  <a:lnTo>
                    <a:pt x="131760" y="186202"/>
                  </a:lnTo>
                  <a:lnTo>
                    <a:pt x="131450" y="185707"/>
                  </a:lnTo>
                  <a:lnTo>
                    <a:pt x="128415" y="180916"/>
                  </a:lnTo>
                  <a:lnTo>
                    <a:pt x="125020" y="176489"/>
                  </a:lnTo>
                  <a:lnTo>
                    <a:pt x="124494" y="175803"/>
                  </a:lnTo>
                  <a:lnTo>
                    <a:pt x="122315" y="172974"/>
                  </a:lnTo>
                  <a:lnTo>
                    <a:pt x="119478" y="170032"/>
                  </a:lnTo>
                  <a:lnTo>
                    <a:pt x="112043" y="164135"/>
                  </a:lnTo>
                  <a:lnTo>
                    <a:pt x="109912" y="162490"/>
                  </a:lnTo>
                  <a:lnTo>
                    <a:pt x="109637" y="162278"/>
                  </a:lnTo>
                  <a:lnTo>
                    <a:pt x="106466" y="159766"/>
                  </a:lnTo>
                  <a:lnTo>
                    <a:pt x="106303" y="159634"/>
                  </a:lnTo>
                  <a:lnTo>
                    <a:pt x="105936" y="159336"/>
                  </a:lnTo>
                  <a:lnTo>
                    <a:pt x="104092" y="157838"/>
                  </a:lnTo>
                  <a:lnTo>
                    <a:pt x="101097" y="155404"/>
                  </a:lnTo>
                  <a:lnTo>
                    <a:pt x="100016" y="154526"/>
                  </a:lnTo>
                  <a:lnTo>
                    <a:pt x="94425" y="150047"/>
                  </a:lnTo>
                  <a:lnTo>
                    <a:pt x="93832" y="149571"/>
                  </a:lnTo>
                  <a:lnTo>
                    <a:pt x="93682" y="149451"/>
                  </a:lnTo>
                  <a:lnTo>
                    <a:pt x="90068" y="146555"/>
                  </a:lnTo>
                  <a:lnTo>
                    <a:pt x="87860" y="144838"/>
                  </a:lnTo>
                  <a:lnTo>
                    <a:pt x="87479" y="144542"/>
                  </a:lnTo>
                  <a:lnTo>
                    <a:pt x="87350" y="144441"/>
                  </a:lnTo>
                  <a:lnTo>
                    <a:pt x="82957" y="141024"/>
                  </a:lnTo>
                  <a:lnTo>
                    <a:pt x="81847" y="140161"/>
                  </a:lnTo>
                  <a:lnTo>
                    <a:pt x="78158" y="137292"/>
                  </a:lnTo>
                  <a:lnTo>
                    <a:pt x="77711" y="136944"/>
                  </a:lnTo>
                  <a:lnTo>
                    <a:pt x="69904" y="130340"/>
                  </a:lnTo>
                  <a:lnTo>
                    <a:pt x="68701" y="129231"/>
                  </a:lnTo>
                  <a:lnTo>
                    <a:pt x="67330" y="127968"/>
                  </a:lnTo>
                  <a:lnTo>
                    <a:pt x="66790" y="127464"/>
                  </a:lnTo>
                  <a:lnTo>
                    <a:pt x="63567" y="124458"/>
                  </a:lnTo>
                  <a:lnTo>
                    <a:pt x="58554" y="119814"/>
                  </a:lnTo>
                  <a:lnTo>
                    <a:pt x="57855" y="119342"/>
                  </a:lnTo>
                  <a:lnTo>
                    <a:pt x="53855" y="116639"/>
                  </a:lnTo>
                  <a:lnTo>
                    <a:pt x="47508" y="112846"/>
                  </a:lnTo>
                  <a:lnTo>
                    <a:pt x="45597" y="111704"/>
                  </a:lnTo>
                  <a:lnTo>
                    <a:pt x="45241" y="111491"/>
                  </a:lnTo>
                  <a:lnTo>
                    <a:pt x="34605" y="105136"/>
                  </a:lnTo>
                  <a:lnTo>
                    <a:pt x="28147" y="101276"/>
                  </a:lnTo>
                  <a:lnTo>
                    <a:pt x="27693" y="101005"/>
                  </a:lnTo>
                  <a:lnTo>
                    <a:pt x="27421" y="100843"/>
                  </a:lnTo>
                  <a:lnTo>
                    <a:pt x="24029" y="98816"/>
                  </a:lnTo>
                  <a:lnTo>
                    <a:pt x="23480" y="98482"/>
                  </a:lnTo>
                  <a:lnTo>
                    <a:pt x="11638" y="91287"/>
                  </a:lnTo>
                  <a:lnTo>
                    <a:pt x="14285" y="90467"/>
                  </a:lnTo>
                  <a:lnTo>
                    <a:pt x="17032" y="88297"/>
                  </a:lnTo>
                  <a:lnTo>
                    <a:pt x="17766" y="87181"/>
                  </a:lnTo>
                  <a:lnTo>
                    <a:pt x="18661" y="85820"/>
                  </a:lnTo>
                  <a:lnTo>
                    <a:pt x="19755" y="83113"/>
                  </a:lnTo>
                  <a:lnTo>
                    <a:pt x="19789" y="82845"/>
                  </a:lnTo>
                  <a:lnTo>
                    <a:pt x="20325" y="78667"/>
                  </a:lnTo>
                  <a:lnTo>
                    <a:pt x="19690" y="76962"/>
                  </a:lnTo>
                  <a:lnTo>
                    <a:pt x="19598" y="76717"/>
                  </a:lnTo>
                  <a:lnTo>
                    <a:pt x="18741" y="74417"/>
                  </a:lnTo>
                  <a:lnTo>
                    <a:pt x="18296" y="73222"/>
                  </a:lnTo>
                  <a:lnTo>
                    <a:pt x="14213" y="65649"/>
                  </a:lnTo>
                  <a:lnTo>
                    <a:pt x="13885" y="65211"/>
                  </a:lnTo>
                  <a:lnTo>
                    <a:pt x="12754" y="63696"/>
                  </a:lnTo>
                  <a:lnTo>
                    <a:pt x="11957" y="62630"/>
                  </a:lnTo>
                  <a:lnTo>
                    <a:pt x="11137" y="61923"/>
                  </a:lnTo>
                  <a:lnTo>
                    <a:pt x="10631" y="61487"/>
                  </a:lnTo>
                  <a:lnTo>
                    <a:pt x="10157" y="61079"/>
                  </a:lnTo>
                  <a:lnTo>
                    <a:pt x="9689" y="60643"/>
                  </a:lnTo>
                  <a:lnTo>
                    <a:pt x="2690" y="54117"/>
                  </a:lnTo>
                  <a:lnTo>
                    <a:pt x="781" y="51284"/>
                  </a:lnTo>
                  <a:lnTo>
                    <a:pt x="306" y="49256"/>
                  </a:lnTo>
                  <a:lnTo>
                    <a:pt x="0" y="46134"/>
                  </a:lnTo>
                  <a:lnTo>
                    <a:pt x="1307" y="43875"/>
                  </a:lnTo>
                  <a:lnTo>
                    <a:pt x="1631" y="43314"/>
                  </a:lnTo>
                  <a:lnTo>
                    <a:pt x="4191" y="40382"/>
                  </a:lnTo>
                  <a:lnTo>
                    <a:pt x="6687" y="37524"/>
                  </a:lnTo>
                  <a:lnTo>
                    <a:pt x="7422" y="36683"/>
                  </a:lnTo>
                  <a:lnTo>
                    <a:pt x="7681" y="36386"/>
                  </a:lnTo>
                  <a:lnTo>
                    <a:pt x="9616" y="34438"/>
                  </a:lnTo>
                  <a:lnTo>
                    <a:pt x="15813" y="28200"/>
                  </a:lnTo>
                  <a:lnTo>
                    <a:pt x="16063" y="27949"/>
                  </a:lnTo>
                  <a:lnTo>
                    <a:pt x="17291" y="26746"/>
                  </a:lnTo>
                  <a:lnTo>
                    <a:pt x="27317" y="20446"/>
                  </a:lnTo>
                  <a:lnTo>
                    <a:pt x="27471" y="20349"/>
                  </a:lnTo>
                  <a:lnTo>
                    <a:pt x="28690" y="19584"/>
                  </a:lnTo>
                  <a:lnTo>
                    <a:pt x="31198" y="18007"/>
                  </a:lnTo>
                  <a:lnTo>
                    <a:pt x="31594" y="17759"/>
                  </a:lnTo>
                  <a:lnTo>
                    <a:pt x="33262" y="16710"/>
                  </a:lnTo>
                  <a:lnTo>
                    <a:pt x="35861" y="15078"/>
                  </a:lnTo>
                  <a:lnTo>
                    <a:pt x="36131" y="14908"/>
                  </a:lnTo>
                  <a:lnTo>
                    <a:pt x="37284" y="14183"/>
                  </a:lnTo>
                  <a:lnTo>
                    <a:pt x="39246" y="12950"/>
                  </a:lnTo>
                  <a:lnTo>
                    <a:pt x="40743" y="12010"/>
                  </a:lnTo>
                  <a:lnTo>
                    <a:pt x="41155" y="11751"/>
                  </a:lnTo>
                  <a:lnTo>
                    <a:pt x="41703" y="11409"/>
                  </a:lnTo>
                  <a:lnTo>
                    <a:pt x="42378" y="10998"/>
                  </a:lnTo>
                  <a:lnTo>
                    <a:pt x="42622" y="10850"/>
                  </a:lnTo>
                  <a:lnTo>
                    <a:pt x="48668" y="7175"/>
                  </a:lnTo>
                  <a:lnTo>
                    <a:pt x="49523" y="6655"/>
                  </a:lnTo>
                  <a:lnTo>
                    <a:pt x="53568" y="4090"/>
                  </a:lnTo>
                  <a:lnTo>
                    <a:pt x="54819" y="3297"/>
                  </a:lnTo>
                  <a:lnTo>
                    <a:pt x="59039" y="900"/>
                  </a:lnTo>
                  <a:lnTo>
                    <a:pt x="61736" y="0"/>
                  </a:lnTo>
                  <a:lnTo>
                    <a:pt x="61886" y="9"/>
                  </a:lnTo>
                  <a:lnTo>
                    <a:pt x="63369" y="108"/>
                  </a:lnTo>
                  <a:lnTo>
                    <a:pt x="65449" y="499"/>
                  </a:lnTo>
                  <a:lnTo>
                    <a:pt x="74227" y="2397"/>
                  </a:lnTo>
                  <a:lnTo>
                    <a:pt x="75109" y="2588"/>
                  </a:lnTo>
                  <a:lnTo>
                    <a:pt x="75411" y="2653"/>
                  </a:lnTo>
                  <a:lnTo>
                    <a:pt x="82961" y="4272"/>
                  </a:lnTo>
                  <a:lnTo>
                    <a:pt x="84199" y="4538"/>
                  </a:lnTo>
                  <a:lnTo>
                    <a:pt x="93255" y="6227"/>
                  </a:lnTo>
                  <a:lnTo>
                    <a:pt x="95832" y="6712"/>
                  </a:lnTo>
                  <a:lnTo>
                    <a:pt x="96990" y="6931"/>
                  </a:lnTo>
                  <a:lnTo>
                    <a:pt x="97152" y="6961"/>
                  </a:lnTo>
                  <a:lnTo>
                    <a:pt x="97366" y="7002"/>
                  </a:lnTo>
                  <a:lnTo>
                    <a:pt x="97778" y="7079"/>
                  </a:lnTo>
                  <a:lnTo>
                    <a:pt x="97930" y="7108"/>
                  </a:lnTo>
                  <a:lnTo>
                    <a:pt x="97930" y="8405"/>
                  </a:lnTo>
                  <a:lnTo>
                    <a:pt x="97930" y="9360"/>
                  </a:lnTo>
                  <a:lnTo>
                    <a:pt x="98028" y="12909"/>
                  </a:lnTo>
                  <a:lnTo>
                    <a:pt x="98150" y="13766"/>
                  </a:lnTo>
                  <a:lnTo>
                    <a:pt x="98322" y="14745"/>
                  </a:lnTo>
                  <a:lnTo>
                    <a:pt x="98542" y="15773"/>
                  </a:lnTo>
                  <a:lnTo>
                    <a:pt x="98787" y="17046"/>
                  </a:lnTo>
                  <a:lnTo>
                    <a:pt x="99056" y="18000"/>
                  </a:lnTo>
                  <a:lnTo>
                    <a:pt x="99350" y="18881"/>
                  </a:lnTo>
                  <a:lnTo>
                    <a:pt x="99692" y="19811"/>
                  </a:lnTo>
                  <a:lnTo>
                    <a:pt x="99962" y="20497"/>
                  </a:lnTo>
                  <a:lnTo>
                    <a:pt x="100255" y="21207"/>
                  </a:lnTo>
                  <a:lnTo>
                    <a:pt x="100696" y="22161"/>
                  </a:lnTo>
                  <a:lnTo>
                    <a:pt x="101137" y="22895"/>
                  </a:lnTo>
                  <a:lnTo>
                    <a:pt x="101650" y="23728"/>
                  </a:lnTo>
                  <a:lnTo>
                    <a:pt x="102140" y="24584"/>
                  </a:lnTo>
                  <a:lnTo>
                    <a:pt x="102605" y="25294"/>
                  </a:lnTo>
                  <a:lnTo>
                    <a:pt x="103968" y="27110"/>
                  </a:lnTo>
                  <a:lnTo>
                    <a:pt x="104377" y="27655"/>
                  </a:lnTo>
                  <a:lnTo>
                    <a:pt x="105212" y="28767"/>
                  </a:lnTo>
                  <a:lnTo>
                    <a:pt x="105453" y="29088"/>
                  </a:lnTo>
                  <a:lnTo>
                    <a:pt x="106356" y="30290"/>
                  </a:lnTo>
                  <a:lnTo>
                    <a:pt x="107314" y="31566"/>
                  </a:lnTo>
                  <a:lnTo>
                    <a:pt x="107640" y="31862"/>
                  </a:lnTo>
                  <a:lnTo>
                    <a:pt x="109429" y="33486"/>
                  </a:lnTo>
                  <a:lnTo>
                    <a:pt x="110392" y="34359"/>
                  </a:lnTo>
                  <a:lnTo>
                    <a:pt x="112001" y="35819"/>
                  </a:lnTo>
                  <a:lnTo>
                    <a:pt x="112413" y="36193"/>
                  </a:lnTo>
                  <a:lnTo>
                    <a:pt x="113242" y="37035"/>
                  </a:lnTo>
                  <a:lnTo>
                    <a:pt x="114891" y="38712"/>
                  </a:lnTo>
                  <a:lnTo>
                    <a:pt x="115542" y="39373"/>
                  </a:lnTo>
                  <a:lnTo>
                    <a:pt x="117698" y="41565"/>
                  </a:lnTo>
                  <a:lnTo>
                    <a:pt x="118639" y="42522"/>
                  </a:lnTo>
                  <a:lnTo>
                    <a:pt x="121265" y="45192"/>
                  </a:lnTo>
                  <a:lnTo>
                    <a:pt x="123534" y="47499"/>
                  </a:lnTo>
                  <a:lnTo>
                    <a:pt x="124116" y="48103"/>
                  </a:lnTo>
                  <a:lnTo>
                    <a:pt x="126326" y="50399"/>
                  </a:lnTo>
                  <a:lnTo>
                    <a:pt x="126887" y="50983"/>
                  </a:lnTo>
                  <a:lnTo>
                    <a:pt x="128695" y="52861"/>
                  </a:lnTo>
                  <a:lnTo>
                    <a:pt x="134984" y="59209"/>
                  </a:lnTo>
                  <a:lnTo>
                    <a:pt x="136982" y="61250"/>
                  </a:lnTo>
                  <a:lnTo>
                    <a:pt x="140013" y="64346"/>
                  </a:lnTo>
                  <a:lnTo>
                    <a:pt x="156772" y="81467"/>
                  </a:lnTo>
                  <a:lnTo>
                    <a:pt x="159320" y="84070"/>
                  </a:lnTo>
                  <a:lnTo>
                    <a:pt x="167127" y="92140"/>
                  </a:lnTo>
                  <a:lnTo>
                    <a:pt x="169965" y="95073"/>
                  </a:lnTo>
                  <a:lnTo>
                    <a:pt x="172090" y="97270"/>
                  </a:lnTo>
                  <a:lnTo>
                    <a:pt x="172600" y="97796"/>
                  </a:lnTo>
                  <a:lnTo>
                    <a:pt x="172758" y="97958"/>
                  </a:lnTo>
                  <a:lnTo>
                    <a:pt x="174968" y="100220"/>
                  </a:lnTo>
                  <a:lnTo>
                    <a:pt x="177382" y="102691"/>
                  </a:lnTo>
                  <a:lnTo>
                    <a:pt x="186330" y="111849"/>
                  </a:lnTo>
                  <a:lnTo>
                    <a:pt x="188419" y="114006"/>
                  </a:lnTo>
                  <a:lnTo>
                    <a:pt x="197284" y="123155"/>
                  </a:lnTo>
                  <a:lnTo>
                    <a:pt x="199958" y="125916"/>
                  </a:lnTo>
                  <a:lnTo>
                    <a:pt x="201115" y="127110"/>
                  </a:lnTo>
                  <a:lnTo>
                    <a:pt x="202348" y="128341"/>
                  </a:lnTo>
                  <a:lnTo>
                    <a:pt x="202588" y="128575"/>
                  </a:lnTo>
                  <a:lnTo>
                    <a:pt x="205062" y="130987"/>
                  </a:lnTo>
                  <a:lnTo>
                    <a:pt x="205271" y="131191"/>
                  </a:lnTo>
                  <a:lnTo>
                    <a:pt x="208478" y="134317"/>
                  </a:lnTo>
                  <a:lnTo>
                    <a:pt x="209307" y="135126"/>
                  </a:lnTo>
                  <a:lnTo>
                    <a:pt x="209613" y="135424"/>
                  </a:lnTo>
                  <a:lnTo>
                    <a:pt x="210633" y="136472"/>
                  </a:lnTo>
                  <a:lnTo>
                    <a:pt x="211105" y="136958"/>
                  </a:lnTo>
                  <a:lnTo>
                    <a:pt x="211882" y="137747"/>
                  </a:lnTo>
                  <a:lnTo>
                    <a:pt x="212123" y="137992"/>
                  </a:lnTo>
                  <a:lnTo>
                    <a:pt x="214336" y="140240"/>
                  </a:lnTo>
                  <a:lnTo>
                    <a:pt x="214568" y="140475"/>
                  </a:lnTo>
                  <a:lnTo>
                    <a:pt x="217343" y="143294"/>
                  </a:lnTo>
                  <a:lnTo>
                    <a:pt x="221727" y="147749"/>
                  </a:lnTo>
                  <a:lnTo>
                    <a:pt x="225749" y="151834"/>
                  </a:lnTo>
                  <a:lnTo>
                    <a:pt x="232776" y="158972"/>
                  </a:lnTo>
                  <a:lnTo>
                    <a:pt x="240447" y="166231"/>
                  </a:lnTo>
                  <a:lnTo>
                    <a:pt x="236360" y="170668"/>
                  </a:lnTo>
                  <a:lnTo>
                    <a:pt x="228695" y="178989"/>
                  </a:lnTo>
                  <a:lnTo>
                    <a:pt x="223442" y="184610"/>
                  </a:lnTo>
                  <a:lnTo>
                    <a:pt x="222293" y="185838"/>
                  </a:lnTo>
                  <a:lnTo>
                    <a:pt x="221524" y="186662"/>
                  </a:lnTo>
                  <a:lnTo>
                    <a:pt x="220982" y="187242"/>
                  </a:lnTo>
                  <a:lnTo>
                    <a:pt x="220467" y="187793"/>
                  </a:lnTo>
                  <a:lnTo>
                    <a:pt x="204351" y="205037"/>
                  </a:lnTo>
                  <a:lnTo>
                    <a:pt x="201020" y="208602"/>
                  </a:lnTo>
                  <a:lnTo>
                    <a:pt x="198464" y="211133"/>
                  </a:lnTo>
                  <a:lnTo>
                    <a:pt x="197587" y="212002"/>
                  </a:lnTo>
                  <a:lnTo>
                    <a:pt x="196033" y="21354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2" name="pg141"/>
            <p:cNvSpPr/>
            <p:nvPr/>
          </p:nvSpPr>
          <p:spPr>
            <a:xfrm>
              <a:off x="3878628" y="5394634"/>
              <a:ext cx="100042" cy="136032"/>
            </a:xfrm>
            <a:custGeom>
              <a:avLst/>
              <a:pathLst>
                <a:path w="100042" h="136032">
                  <a:moveTo>
                    <a:pt x="90607" y="28438"/>
                  </a:moveTo>
                  <a:lnTo>
                    <a:pt x="90986" y="29955"/>
                  </a:lnTo>
                  <a:lnTo>
                    <a:pt x="90682" y="30120"/>
                  </a:lnTo>
                  <a:lnTo>
                    <a:pt x="90464" y="30239"/>
                  </a:lnTo>
                  <a:lnTo>
                    <a:pt x="85845" y="32760"/>
                  </a:lnTo>
                  <a:lnTo>
                    <a:pt x="85630" y="32878"/>
                  </a:lnTo>
                  <a:lnTo>
                    <a:pt x="80668" y="35718"/>
                  </a:lnTo>
                  <a:lnTo>
                    <a:pt x="78759" y="37475"/>
                  </a:lnTo>
                  <a:lnTo>
                    <a:pt x="77602" y="38539"/>
                  </a:lnTo>
                  <a:lnTo>
                    <a:pt x="76882" y="39355"/>
                  </a:lnTo>
                  <a:lnTo>
                    <a:pt x="76501" y="39787"/>
                  </a:lnTo>
                  <a:lnTo>
                    <a:pt x="76002" y="40351"/>
                  </a:lnTo>
                  <a:lnTo>
                    <a:pt x="76512" y="41290"/>
                  </a:lnTo>
                  <a:lnTo>
                    <a:pt x="78665" y="45251"/>
                  </a:lnTo>
                  <a:lnTo>
                    <a:pt x="79258" y="46345"/>
                  </a:lnTo>
                  <a:lnTo>
                    <a:pt x="80656" y="48918"/>
                  </a:lnTo>
                  <a:lnTo>
                    <a:pt x="80095" y="49534"/>
                  </a:lnTo>
                  <a:lnTo>
                    <a:pt x="76889" y="53051"/>
                  </a:lnTo>
                  <a:lnTo>
                    <a:pt x="76294" y="53705"/>
                  </a:lnTo>
                  <a:lnTo>
                    <a:pt x="71015" y="58739"/>
                  </a:lnTo>
                  <a:lnTo>
                    <a:pt x="74845" y="62138"/>
                  </a:lnTo>
                  <a:lnTo>
                    <a:pt x="75550" y="62763"/>
                  </a:lnTo>
                  <a:lnTo>
                    <a:pt x="75039" y="63274"/>
                  </a:lnTo>
                  <a:lnTo>
                    <a:pt x="70912" y="67399"/>
                  </a:lnTo>
                  <a:lnTo>
                    <a:pt x="70203" y="68108"/>
                  </a:lnTo>
                  <a:lnTo>
                    <a:pt x="70047" y="68264"/>
                  </a:lnTo>
                  <a:lnTo>
                    <a:pt x="69183" y="69309"/>
                  </a:lnTo>
                  <a:lnTo>
                    <a:pt x="68911" y="69638"/>
                  </a:lnTo>
                  <a:lnTo>
                    <a:pt x="67548" y="71287"/>
                  </a:lnTo>
                  <a:lnTo>
                    <a:pt x="66944" y="72017"/>
                  </a:lnTo>
                  <a:lnTo>
                    <a:pt x="67513" y="72573"/>
                  </a:lnTo>
                  <a:lnTo>
                    <a:pt x="68318" y="73358"/>
                  </a:lnTo>
                  <a:lnTo>
                    <a:pt x="68793" y="73822"/>
                  </a:lnTo>
                  <a:lnTo>
                    <a:pt x="70682" y="75666"/>
                  </a:lnTo>
                  <a:lnTo>
                    <a:pt x="71624" y="76586"/>
                  </a:lnTo>
                  <a:lnTo>
                    <a:pt x="73104" y="78031"/>
                  </a:lnTo>
                  <a:lnTo>
                    <a:pt x="74017" y="78922"/>
                  </a:lnTo>
                  <a:lnTo>
                    <a:pt x="74341" y="79239"/>
                  </a:lnTo>
                  <a:lnTo>
                    <a:pt x="74579" y="79471"/>
                  </a:lnTo>
                  <a:lnTo>
                    <a:pt x="75809" y="80736"/>
                  </a:lnTo>
                  <a:lnTo>
                    <a:pt x="77180" y="82146"/>
                  </a:lnTo>
                  <a:lnTo>
                    <a:pt x="81819" y="86918"/>
                  </a:lnTo>
                  <a:lnTo>
                    <a:pt x="84749" y="89932"/>
                  </a:lnTo>
                  <a:lnTo>
                    <a:pt x="86621" y="91858"/>
                  </a:lnTo>
                  <a:lnTo>
                    <a:pt x="86968" y="92215"/>
                  </a:lnTo>
                  <a:lnTo>
                    <a:pt x="88007" y="93283"/>
                  </a:lnTo>
                  <a:lnTo>
                    <a:pt x="89781" y="95107"/>
                  </a:lnTo>
                  <a:lnTo>
                    <a:pt x="91608" y="96987"/>
                  </a:lnTo>
                  <a:lnTo>
                    <a:pt x="93873" y="99317"/>
                  </a:lnTo>
                  <a:lnTo>
                    <a:pt x="94107" y="99558"/>
                  </a:lnTo>
                  <a:lnTo>
                    <a:pt x="95845" y="101345"/>
                  </a:lnTo>
                  <a:lnTo>
                    <a:pt x="96929" y="102460"/>
                  </a:lnTo>
                  <a:lnTo>
                    <a:pt x="97534" y="103083"/>
                  </a:lnTo>
                  <a:lnTo>
                    <a:pt x="98489" y="103902"/>
                  </a:lnTo>
                  <a:lnTo>
                    <a:pt x="99639" y="104887"/>
                  </a:lnTo>
                  <a:lnTo>
                    <a:pt x="99907" y="105117"/>
                  </a:lnTo>
                  <a:lnTo>
                    <a:pt x="100042" y="105355"/>
                  </a:lnTo>
                  <a:lnTo>
                    <a:pt x="99770" y="105916"/>
                  </a:lnTo>
                  <a:lnTo>
                    <a:pt x="99035" y="107428"/>
                  </a:lnTo>
                  <a:lnTo>
                    <a:pt x="97688" y="110204"/>
                  </a:lnTo>
                  <a:lnTo>
                    <a:pt x="97556" y="110476"/>
                  </a:lnTo>
                  <a:lnTo>
                    <a:pt x="97343" y="110915"/>
                  </a:lnTo>
                  <a:lnTo>
                    <a:pt x="96666" y="112309"/>
                  </a:lnTo>
                  <a:lnTo>
                    <a:pt x="95615" y="114473"/>
                  </a:lnTo>
                  <a:lnTo>
                    <a:pt x="94880" y="115743"/>
                  </a:lnTo>
                  <a:lnTo>
                    <a:pt x="93415" y="118275"/>
                  </a:lnTo>
                  <a:lnTo>
                    <a:pt x="92185" y="120400"/>
                  </a:lnTo>
                  <a:lnTo>
                    <a:pt x="91996" y="120728"/>
                  </a:lnTo>
                  <a:lnTo>
                    <a:pt x="91594" y="121423"/>
                  </a:lnTo>
                  <a:lnTo>
                    <a:pt x="87274" y="125610"/>
                  </a:lnTo>
                  <a:lnTo>
                    <a:pt x="85116" y="127702"/>
                  </a:lnTo>
                  <a:lnTo>
                    <a:pt x="82363" y="130371"/>
                  </a:lnTo>
                  <a:lnTo>
                    <a:pt x="79335" y="133305"/>
                  </a:lnTo>
                  <a:lnTo>
                    <a:pt x="78964" y="133666"/>
                  </a:lnTo>
                  <a:lnTo>
                    <a:pt x="78633" y="133937"/>
                  </a:lnTo>
                  <a:lnTo>
                    <a:pt x="76077" y="136032"/>
                  </a:lnTo>
                  <a:lnTo>
                    <a:pt x="75605" y="135547"/>
                  </a:lnTo>
                  <a:lnTo>
                    <a:pt x="74585" y="134499"/>
                  </a:lnTo>
                  <a:lnTo>
                    <a:pt x="74279" y="134201"/>
                  </a:lnTo>
                  <a:lnTo>
                    <a:pt x="73450" y="133392"/>
                  </a:lnTo>
                  <a:lnTo>
                    <a:pt x="70243" y="130266"/>
                  </a:lnTo>
                  <a:lnTo>
                    <a:pt x="70000" y="130029"/>
                  </a:lnTo>
                  <a:lnTo>
                    <a:pt x="67560" y="127650"/>
                  </a:lnTo>
                  <a:lnTo>
                    <a:pt x="67320" y="127415"/>
                  </a:lnTo>
                  <a:lnTo>
                    <a:pt x="66087" y="126185"/>
                  </a:lnTo>
                  <a:lnTo>
                    <a:pt x="64930" y="124991"/>
                  </a:lnTo>
                  <a:lnTo>
                    <a:pt x="62181" y="122153"/>
                  </a:lnTo>
                  <a:lnTo>
                    <a:pt x="53391" y="113080"/>
                  </a:lnTo>
                  <a:lnTo>
                    <a:pt x="51302" y="110924"/>
                  </a:lnTo>
                  <a:lnTo>
                    <a:pt x="42354" y="101766"/>
                  </a:lnTo>
                  <a:lnTo>
                    <a:pt x="39940" y="99295"/>
                  </a:lnTo>
                  <a:lnTo>
                    <a:pt x="37730" y="97033"/>
                  </a:lnTo>
                  <a:lnTo>
                    <a:pt x="37571" y="96871"/>
                  </a:lnTo>
                  <a:lnTo>
                    <a:pt x="37062" y="96344"/>
                  </a:lnTo>
                  <a:lnTo>
                    <a:pt x="34904" y="94114"/>
                  </a:lnTo>
                  <a:lnTo>
                    <a:pt x="32098" y="91213"/>
                  </a:lnTo>
                  <a:lnTo>
                    <a:pt x="24292" y="83144"/>
                  </a:lnTo>
                  <a:lnTo>
                    <a:pt x="21744" y="80542"/>
                  </a:lnTo>
                  <a:lnTo>
                    <a:pt x="4984" y="63421"/>
                  </a:lnTo>
                  <a:lnTo>
                    <a:pt x="1954" y="60325"/>
                  </a:lnTo>
                  <a:lnTo>
                    <a:pt x="0" y="58242"/>
                  </a:lnTo>
                  <a:lnTo>
                    <a:pt x="5720" y="52952"/>
                  </a:lnTo>
                  <a:lnTo>
                    <a:pt x="6999" y="51769"/>
                  </a:lnTo>
                  <a:lnTo>
                    <a:pt x="16642" y="42759"/>
                  </a:lnTo>
                  <a:lnTo>
                    <a:pt x="16815" y="42597"/>
                  </a:lnTo>
                  <a:lnTo>
                    <a:pt x="22395" y="37383"/>
                  </a:lnTo>
                  <a:lnTo>
                    <a:pt x="25221" y="34567"/>
                  </a:lnTo>
                  <a:lnTo>
                    <a:pt x="25428" y="34361"/>
                  </a:lnTo>
                  <a:lnTo>
                    <a:pt x="26575" y="33218"/>
                  </a:lnTo>
                  <a:lnTo>
                    <a:pt x="30373" y="29434"/>
                  </a:lnTo>
                  <a:lnTo>
                    <a:pt x="33364" y="26643"/>
                  </a:lnTo>
                  <a:lnTo>
                    <a:pt x="36938" y="29615"/>
                  </a:lnTo>
                  <a:lnTo>
                    <a:pt x="37093" y="29744"/>
                  </a:lnTo>
                  <a:lnTo>
                    <a:pt x="37275" y="29512"/>
                  </a:lnTo>
                  <a:lnTo>
                    <a:pt x="37440" y="29301"/>
                  </a:lnTo>
                  <a:lnTo>
                    <a:pt x="37684" y="28988"/>
                  </a:lnTo>
                  <a:lnTo>
                    <a:pt x="38060" y="28506"/>
                  </a:lnTo>
                  <a:lnTo>
                    <a:pt x="38397" y="28075"/>
                  </a:lnTo>
                  <a:lnTo>
                    <a:pt x="38823" y="27531"/>
                  </a:lnTo>
                  <a:lnTo>
                    <a:pt x="39353" y="26852"/>
                  </a:lnTo>
                  <a:lnTo>
                    <a:pt x="44112" y="20759"/>
                  </a:lnTo>
                  <a:lnTo>
                    <a:pt x="44575" y="20196"/>
                  </a:lnTo>
                  <a:lnTo>
                    <a:pt x="44894" y="19806"/>
                  </a:lnTo>
                  <a:lnTo>
                    <a:pt x="48960" y="14854"/>
                  </a:lnTo>
                  <a:lnTo>
                    <a:pt x="48934" y="14546"/>
                  </a:lnTo>
                  <a:lnTo>
                    <a:pt x="48657" y="11282"/>
                  </a:lnTo>
                  <a:lnTo>
                    <a:pt x="49397" y="8115"/>
                  </a:lnTo>
                  <a:lnTo>
                    <a:pt x="49793" y="6421"/>
                  </a:lnTo>
                  <a:lnTo>
                    <a:pt x="49981" y="5834"/>
                  </a:lnTo>
                  <a:lnTo>
                    <a:pt x="51845" y="0"/>
                  </a:lnTo>
                  <a:lnTo>
                    <a:pt x="53088" y="67"/>
                  </a:lnTo>
                  <a:lnTo>
                    <a:pt x="56984" y="278"/>
                  </a:lnTo>
                  <a:lnTo>
                    <a:pt x="58623" y="290"/>
                  </a:lnTo>
                  <a:lnTo>
                    <a:pt x="59004" y="293"/>
                  </a:lnTo>
                  <a:lnTo>
                    <a:pt x="60788" y="306"/>
                  </a:lnTo>
                  <a:lnTo>
                    <a:pt x="68536" y="712"/>
                  </a:lnTo>
                  <a:lnTo>
                    <a:pt x="69998" y="788"/>
                  </a:lnTo>
                  <a:lnTo>
                    <a:pt x="78464" y="1422"/>
                  </a:lnTo>
                  <a:lnTo>
                    <a:pt x="78615" y="1433"/>
                  </a:lnTo>
                  <a:lnTo>
                    <a:pt x="86303" y="1988"/>
                  </a:lnTo>
                  <a:lnTo>
                    <a:pt x="87216" y="2029"/>
                  </a:lnTo>
                  <a:lnTo>
                    <a:pt x="88428" y="2083"/>
                  </a:lnTo>
                  <a:lnTo>
                    <a:pt x="88718" y="2096"/>
                  </a:lnTo>
                  <a:lnTo>
                    <a:pt x="92894" y="2285"/>
                  </a:lnTo>
                  <a:lnTo>
                    <a:pt x="97165" y="2486"/>
                  </a:lnTo>
                  <a:lnTo>
                    <a:pt x="97355" y="2495"/>
                  </a:lnTo>
                  <a:lnTo>
                    <a:pt x="97523" y="2503"/>
                  </a:lnTo>
                  <a:lnTo>
                    <a:pt x="97742" y="2572"/>
                  </a:lnTo>
                  <a:lnTo>
                    <a:pt x="97598" y="2806"/>
                  </a:lnTo>
                  <a:lnTo>
                    <a:pt x="97502" y="2964"/>
                  </a:lnTo>
                  <a:lnTo>
                    <a:pt x="96056" y="5319"/>
                  </a:lnTo>
                  <a:lnTo>
                    <a:pt x="95317" y="6522"/>
                  </a:lnTo>
                  <a:lnTo>
                    <a:pt x="95061" y="6939"/>
                  </a:lnTo>
                  <a:lnTo>
                    <a:pt x="94803" y="7361"/>
                  </a:lnTo>
                  <a:lnTo>
                    <a:pt x="93950" y="8702"/>
                  </a:lnTo>
                  <a:lnTo>
                    <a:pt x="93827" y="8896"/>
                  </a:lnTo>
                  <a:lnTo>
                    <a:pt x="93191" y="10442"/>
                  </a:lnTo>
                  <a:lnTo>
                    <a:pt x="92761" y="11489"/>
                  </a:lnTo>
                  <a:lnTo>
                    <a:pt x="92660" y="11733"/>
                  </a:lnTo>
                  <a:lnTo>
                    <a:pt x="92069" y="14664"/>
                  </a:lnTo>
                  <a:lnTo>
                    <a:pt x="91989" y="15059"/>
                  </a:lnTo>
                  <a:lnTo>
                    <a:pt x="91412" y="17920"/>
                  </a:lnTo>
                  <a:lnTo>
                    <a:pt x="91346" y="18245"/>
                  </a:lnTo>
                  <a:lnTo>
                    <a:pt x="91137" y="19592"/>
                  </a:lnTo>
                  <a:lnTo>
                    <a:pt x="90734" y="23090"/>
                  </a:lnTo>
                  <a:lnTo>
                    <a:pt x="90640" y="23932"/>
                  </a:lnTo>
                  <a:lnTo>
                    <a:pt x="90639" y="24168"/>
                  </a:lnTo>
                  <a:lnTo>
                    <a:pt x="90628" y="25647"/>
                  </a:lnTo>
                  <a:lnTo>
                    <a:pt x="90622" y="26368"/>
                  </a:lnTo>
                  <a:lnTo>
                    <a:pt x="90614" y="2748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3" name="pg142"/>
            <p:cNvSpPr/>
            <p:nvPr/>
          </p:nvSpPr>
          <p:spPr>
            <a:xfrm>
              <a:off x="3945573" y="5416404"/>
              <a:ext cx="121547" cy="136276"/>
            </a:xfrm>
            <a:custGeom>
              <a:avLst/>
              <a:pathLst>
                <a:path w="121547" h="136276">
                  <a:moveTo>
                    <a:pt x="93117" y="49398"/>
                  </a:moveTo>
                  <a:lnTo>
                    <a:pt x="94982" y="50978"/>
                  </a:lnTo>
                  <a:lnTo>
                    <a:pt x="103967" y="40611"/>
                  </a:lnTo>
                  <a:lnTo>
                    <a:pt x="104264" y="40268"/>
                  </a:lnTo>
                  <a:lnTo>
                    <a:pt x="111695" y="31695"/>
                  </a:lnTo>
                  <a:lnTo>
                    <a:pt x="112524" y="32352"/>
                  </a:lnTo>
                  <a:lnTo>
                    <a:pt x="115301" y="34707"/>
                  </a:lnTo>
                  <a:lnTo>
                    <a:pt x="117141" y="36269"/>
                  </a:lnTo>
                  <a:lnTo>
                    <a:pt x="118163" y="37135"/>
                  </a:lnTo>
                  <a:lnTo>
                    <a:pt x="121502" y="39992"/>
                  </a:lnTo>
                  <a:lnTo>
                    <a:pt x="121547" y="40245"/>
                  </a:lnTo>
                  <a:lnTo>
                    <a:pt x="113921" y="48899"/>
                  </a:lnTo>
                  <a:lnTo>
                    <a:pt x="113491" y="49387"/>
                  </a:lnTo>
                  <a:lnTo>
                    <a:pt x="109610" y="53665"/>
                  </a:lnTo>
                  <a:lnTo>
                    <a:pt x="104953" y="58799"/>
                  </a:lnTo>
                  <a:lnTo>
                    <a:pt x="104718" y="59058"/>
                  </a:lnTo>
                  <a:lnTo>
                    <a:pt x="104475" y="59325"/>
                  </a:lnTo>
                  <a:lnTo>
                    <a:pt x="96253" y="68580"/>
                  </a:lnTo>
                  <a:lnTo>
                    <a:pt x="96106" y="68752"/>
                  </a:lnTo>
                  <a:lnTo>
                    <a:pt x="95955" y="68929"/>
                  </a:lnTo>
                  <a:lnTo>
                    <a:pt x="87726" y="78551"/>
                  </a:lnTo>
                  <a:lnTo>
                    <a:pt x="79805" y="87606"/>
                  </a:lnTo>
                  <a:lnTo>
                    <a:pt x="78888" y="88630"/>
                  </a:lnTo>
                  <a:lnTo>
                    <a:pt x="78726" y="88811"/>
                  </a:lnTo>
                  <a:lnTo>
                    <a:pt x="69904" y="98659"/>
                  </a:lnTo>
                  <a:lnTo>
                    <a:pt x="69769" y="98808"/>
                  </a:lnTo>
                  <a:lnTo>
                    <a:pt x="61531" y="107863"/>
                  </a:lnTo>
                  <a:lnTo>
                    <a:pt x="60873" y="108571"/>
                  </a:lnTo>
                  <a:lnTo>
                    <a:pt x="51654" y="118489"/>
                  </a:lnTo>
                  <a:lnTo>
                    <a:pt x="51035" y="119115"/>
                  </a:lnTo>
                  <a:lnTo>
                    <a:pt x="48860" y="116900"/>
                  </a:lnTo>
                  <a:lnTo>
                    <a:pt x="45164" y="120796"/>
                  </a:lnTo>
                  <a:lnTo>
                    <a:pt x="42174" y="123936"/>
                  </a:lnTo>
                  <a:lnTo>
                    <a:pt x="40374" y="125826"/>
                  </a:lnTo>
                  <a:lnTo>
                    <a:pt x="40892" y="126289"/>
                  </a:lnTo>
                  <a:lnTo>
                    <a:pt x="40236" y="126945"/>
                  </a:lnTo>
                  <a:lnTo>
                    <a:pt x="37053" y="130130"/>
                  </a:lnTo>
                  <a:lnTo>
                    <a:pt x="36843" y="130340"/>
                  </a:lnTo>
                  <a:lnTo>
                    <a:pt x="33372" y="133752"/>
                  </a:lnTo>
                  <a:lnTo>
                    <a:pt x="32297" y="134808"/>
                  </a:lnTo>
                  <a:lnTo>
                    <a:pt x="30803" y="136276"/>
                  </a:lnTo>
                  <a:lnTo>
                    <a:pt x="23777" y="129139"/>
                  </a:lnTo>
                  <a:lnTo>
                    <a:pt x="19755" y="125053"/>
                  </a:lnTo>
                  <a:lnTo>
                    <a:pt x="15370" y="120599"/>
                  </a:lnTo>
                  <a:lnTo>
                    <a:pt x="12595" y="117780"/>
                  </a:lnTo>
                  <a:lnTo>
                    <a:pt x="12364" y="117545"/>
                  </a:lnTo>
                  <a:lnTo>
                    <a:pt x="10151" y="115296"/>
                  </a:lnTo>
                  <a:lnTo>
                    <a:pt x="9910" y="115052"/>
                  </a:lnTo>
                  <a:lnTo>
                    <a:pt x="9132" y="114262"/>
                  </a:lnTo>
                  <a:lnTo>
                    <a:pt x="11688" y="112167"/>
                  </a:lnTo>
                  <a:lnTo>
                    <a:pt x="12019" y="111896"/>
                  </a:lnTo>
                  <a:lnTo>
                    <a:pt x="12391" y="111535"/>
                  </a:lnTo>
                  <a:lnTo>
                    <a:pt x="15418" y="108601"/>
                  </a:lnTo>
                  <a:lnTo>
                    <a:pt x="18188" y="105916"/>
                  </a:lnTo>
                  <a:lnTo>
                    <a:pt x="20330" y="103840"/>
                  </a:lnTo>
                  <a:lnTo>
                    <a:pt x="24650" y="99652"/>
                  </a:lnTo>
                  <a:lnTo>
                    <a:pt x="25163" y="98765"/>
                  </a:lnTo>
                  <a:lnTo>
                    <a:pt x="25241" y="98630"/>
                  </a:lnTo>
                  <a:lnTo>
                    <a:pt x="26471" y="96505"/>
                  </a:lnTo>
                  <a:lnTo>
                    <a:pt x="27936" y="93973"/>
                  </a:lnTo>
                  <a:lnTo>
                    <a:pt x="28671" y="92703"/>
                  </a:lnTo>
                  <a:lnTo>
                    <a:pt x="29721" y="90539"/>
                  </a:lnTo>
                  <a:lnTo>
                    <a:pt x="30398" y="89145"/>
                  </a:lnTo>
                  <a:lnTo>
                    <a:pt x="30611" y="88706"/>
                  </a:lnTo>
                  <a:lnTo>
                    <a:pt x="30743" y="88434"/>
                  </a:lnTo>
                  <a:lnTo>
                    <a:pt x="32091" y="85658"/>
                  </a:lnTo>
                  <a:lnTo>
                    <a:pt x="32871" y="84052"/>
                  </a:lnTo>
                  <a:lnTo>
                    <a:pt x="33139" y="83498"/>
                  </a:lnTo>
                  <a:lnTo>
                    <a:pt x="32962" y="83347"/>
                  </a:lnTo>
                  <a:lnTo>
                    <a:pt x="32695" y="83117"/>
                  </a:lnTo>
                  <a:lnTo>
                    <a:pt x="31545" y="82131"/>
                  </a:lnTo>
                  <a:lnTo>
                    <a:pt x="30590" y="81313"/>
                  </a:lnTo>
                  <a:lnTo>
                    <a:pt x="29985" y="80690"/>
                  </a:lnTo>
                  <a:lnTo>
                    <a:pt x="28901" y="79575"/>
                  </a:lnTo>
                  <a:lnTo>
                    <a:pt x="27163" y="77788"/>
                  </a:lnTo>
                  <a:lnTo>
                    <a:pt x="26928" y="77546"/>
                  </a:lnTo>
                  <a:lnTo>
                    <a:pt x="24663" y="75217"/>
                  </a:lnTo>
                  <a:lnTo>
                    <a:pt x="22792" y="73292"/>
                  </a:lnTo>
                  <a:lnTo>
                    <a:pt x="21063" y="71513"/>
                  </a:lnTo>
                  <a:lnTo>
                    <a:pt x="20024" y="70445"/>
                  </a:lnTo>
                  <a:lnTo>
                    <a:pt x="19677" y="70088"/>
                  </a:lnTo>
                  <a:lnTo>
                    <a:pt x="17719" y="68074"/>
                  </a:lnTo>
                  <a:lnTo>
                    <a:pt x="14875" y="65148"/>
                  </a:lnTo>
                  <a:lnTo>
                    <a:pt x="10236" y="60376"/>
                  </a:lnTo>
                  <a:lnTo>
                    <a:pt x="8847" y="58947"/>
                  </a:lnTo>
                  <a:lnTo>
                    <a:pt x="7635" y="57701"/>
                  </a:lnTo>
                  <a:lnTo>
                    <a:pt x="7397" y="57469"/>
                  </a:lnTo>
                  <a:lnTo>
                    <a:pt x="7073" y="57152"/>
                  </a:lnTo>
                  <a:lnTo>
                    <a:pt x="6159" y="56261"/>
                  </a:lnTo>
                  <a:lnTo>
                    <a:pt x="4679" y="54816"/>
                  </a:lnTo>
                  <a:lnTo>
                    <a:pt x="3738" y="53896"/>
                  </a:lnTo>
                  <a:lnTo>
                    <a:pt x="1848" y="52052"/>
                  </a:lnTo>
                  <a:lnTo>
                    <a:pt x="1374" y="51588"/>
                  </a:lnTo>
                  <a:lnTo>
                    <a:pt x="527" y="50762"/>
                  </a:lnTo>
                  <a:lnTo>
                    <a:pt x="0" y="50247"/>
                  </a:lnTo>
                  <a:lnTo>
                    <a:pt x="604" y="49517"/>
                  </a:lnTo>
                  <a:lnTo>
                    <a:pt x="1966" y="47868"/>
                  </a:lnTo>
                  <a:lnTo>
                    <a:pt x="2239" y="47539"/>
                  </a:lnTo>
                  <a:lnTo>
                    <a:pt x="3103" y="46494"/>
                  </a:lnTo>
                  <a:lnTo>
                    <a:pt x="3259" y="46338"/>
                  </a:lnTo>
                  <a:lnTo>
                    <a:pt x="3968" y="45629"/>
                  </a:lnTo>
                  <a:lnTo>
                    <a:pt x="8095" y="41503"/>
                  </a:lnTo>
                  <a:lnTo>
                    <a:pt x="8605" y="40993"/>
                  </a:lnTo>
                  <a:lnTo>
                    <a:pt x="7900" y="40368"/>
                  </a:lnTo>
                  <a:lnTo>
                    <a:pt x="4071" y="36969"/>
                  </a:lnTo>
                  <a:lnTo>
                    <a:pt x="9385" y="31896"/>
                  </a:lnTo>
                  <a:lnTo>
                    <a:pt x="9945" y="31281"/>
                  </a:lnTo>
                  <a:lnTo>
                    <a:pt x="13188" y="27722"/>
                  </a:lnTo>
                  <a:lnTo>
                    <a:pt x="13864" y="26981"/>
                  </a:lnTo>
                  <a:lnTo>
                    <a:pt x="14104" y="26741"/>
                  </a:lnTo>
                  <a:lnTo>
                    <a:pt x="14396" y="26451"/>
                  </a:lnTo>
                  <a:lnTo>
                    <a:pt x="14752" y="26096"/>
                  </a:lnTo>
                  <a:lnTo>
                    <a:pt x="15153" y="25696"/>
                  </a:lnTo>
                  <a:lnTo>
                    <a:pt x="15287" y="25563"/>
                  </a:lnTo>
                  <a:lnTo>
                    <a:pt x="15594" y="25258"/>
                  </a:lnTo>
                  <a:lnTo>
                    <a:pt x="15901" y="24952"/>
                  </a:lnTo>
                  <a:lnTo>
                    <a:pt x="17732" y="23127"/>
                  </a:lnTo>
                  <a:lnTo>
                    <a:pt x="18168" y="22693"/>
                  </a:lnTo>
                  <a:lnTo>
                    <a:pt x="18389" y="22473"/>
                  </a:lnTo>
                  <a:lnTo>
                    <a:pt x="18552" y="22312"/>
                  </a:lnTo>
                  <a:lnTo>
                    <a:pt x="18749" y="22115"/>
                  </a:lnTo>
                  <a:lnTo>
                    <a:pt x="18950" y="21915"/>
                  </a:lnTo>
                  <a:lnTo>
                    <a:pt x="19213" y="21653"/>
                  </a:lnTo>
                  <a:lnTo>
                    <a:pt x="19359" y="21507"/>
                  </a:lnTo>
                  <a:lnTo>
                    <a:pt x="19956" y="20913"/>
                  </a:lnTo>
                  <a:lnTo>
                    <a:pt x="20186" y="20683"/>
                  </a:lnTo>
                  <a:lnTo>
                    <a:pt x="22361" y="18517"/>
                  </a:lnTo>
                  <a:lnTo>
                    <a:pt x="22971" y="17910"/>
                  </a:lnTo>
                  <a:lnTo>
                    <a:pt x="23150" y="17732"/>
                  </a:lnTo>
                  <a:lnTo>
                    <a:pt x="25468" y="15525"/>
                  </a:lnTo>
                  <a:lnTo>
                    <a:pt x="27718" y="13383"/>
                  </a:lnTo>
                  <a:lnTo>
                    <a:pt x="30158" y="11061"/>
                  </a:lnTo>
                  <a:lnTo>
                    <a:pt x="32286" y="9035"/>
                  </a:lnTo>
                  <a:lnTo>
                    <a:pt x="32474" y="8857"/>
                  </a:lnTo>
                  <a:lnTo>
                    <a:pt x="33282" y="7452"/>
                  </a:lnTo>
                  <a:lnTo>
                    <a:pt x="33837" y="7038"/>
                  </a:lnTo>
                  <a:lnTo>
                    <a:pt x="34580" y="6484"/>
                  </a:lnTo>
                  <a:lnTo>
                    <a:pt x="34723" y="6376"/>
                  </a:lnTo>
                  <a:lnTo>
                    <a:pt x="34946" y="6210"/>
                  </a:lnTo>
                  <a:lnTo>
                    <a:pt x="36335" y="4587"/>
                  </a:lnTo>
                  <a:lnTo>
                    <a:pt x="37559" y="3157"/>
                  </a:lnTo>
                  <a:lnTo>
                    <a:pt x="37977" y="2710"/>
                  </a:lnTo>
                  <a:lnTo>
                    <a:pt x="38348" y="2313"/>
                  </a:lnTo>
                  <a:lnTo>
                    <a:pt x="38777" y="1854"/>
                  </a:lnTo>
                  <a:lnTo>
                    <a:pt x="39928" y="624"/>
                  </a:lnTo>
                  <a:lnTo>
                    <a:pt x="40512" y="0"/>
                  </a:lnTo>
                  <a:lnTo>
                    <a:pt x="41097" y="528"/>
                  </a:lnTo>
                  <a:lnTo>
                    <a:pt x="43546" y="2740"/>
                  </a:lnTo>
                  <a:lnTo>
                    <a:pt x="49416" y="8043"/>
                  </a:lnTo>
                  <a:lnTo>
                    <a:pt x="58654" y="16387"/>
                  </a:lnTo>
                  <a:lnTo>
                    <a:pt x="58843" y="16557"/>
                  </a:lnTo>
                  <a:lnTo>
                    <a:pt x="59065" y="16759"/>
                  </a:lnTo>
                  <a:lnTo>
                    <a:pt x="59241" y="16918"/>
                  </a:lnTo>
                  <a:lnTo>
                    <a:pt x="59435" y="17105"/>
                  </a:lnTo>
                  <a:lnTo>
                    <a:pt x="59615" y="17279"/>
                  </a:lnTo>
                  <a:lnTo>
                    <a:pt x="65289" y="22764"/>
                  </a:lnTo>
                  <a:lnTo>
                    <a:pt x="65850" y="23306"/>
                  </a:lnTo>
                  <a:lnTo>
                    <a:pt x="66011" y="23461"/>
                  </a:lnTo>
                  <a:lnTo>
                    <a:pt x="68252" y="25627"/>
                  </a:lnTo>
                  <a:lnTo>
                    <a:pt x="68581" y="25945"/>
                  </a:lnTo>
                  <a:lnTo>
                    <a:pt x="69473" y="26806"/>
                  </a:lnTo>
                  <a:lnTo>
                    <a:pt x="70680" y="27979"/>
                  </a:lnTo>
                  <a:lnTo>
                    <a:pt x="70967" y="28257"/>
                  </a:lnTo>
                  <a:lnTo>
                    <a:pt x="72875" y="30110"/>
                  </a:lnTo>
                  <a:lnTo>
                    <a:pt x="73481" y="30726"/>
                  </a:lnTo>
                  <a:lnTo>
                    <a:pt x="74588" y="31848"/>
                  </a:lnTo>
                  <a:lnTo>
                    <a:pt x="77395" y="34533"/>
                  </a:lnTo>
                  <a:lnTo>
                    <a:pt x="78504" y="35593"/>
                  </a:lnTo>
                  <a:lnTo>
                    <a:pt x="79753" y="36719"/>
                  </a:lnTo>
                  <a:lnTo>
                    <a:pt x="80262" y="37228"/>
                  </a:lnTo>
                  <a:lnTo>
                    <a:pt x="86334" y="43301"/>
                  </a:lnTo>
                  <a:lnTo>
                    <a:pt x="87390" y="44356"/>
                  </a:lnTo>
                  <a:lnTo>
                    <a:pt x="89687" y="4637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4" name="pg143"/>
            <p:cNvSpPr/>
            <p:nvPr/>
          </p:nvSpPr>
          <p:spPr>
            <a:xfrm>
              <a:off x="3954631" y="5397150"/>
              <a:ext cx="110906" cy="70232"/>
            </a:xfrm>
            <a:custGeom>
              <a:avLst/>
              <a:pathLst>
                <a:path w="110906" h="70232">
                  <a:moveTo>
                    <a:pt x="104196" y="18384"/>
                  </a:moveTo>
                  <a:lnTo>
                    <a:pt x="103578" y="19293"/>
                  </a:lnTo>
                  <a:lnTo>
                    <a:pt x="103910" y="20601"/>
                  </a:lnTo>
                  <a:lnTo>
                    <a:pt x="104905" y="24521"/>
                  </a:lnTo>
                  <a:lnTo>
                    <a:pt x="105591" y="26982"/>
                  </a:lnTo>
                  <a:lnTo>
                    <a:pt x="105861" y="27953"/>
                  </a:lnTo>
                  <a:lnTo>
                    <a:pt x="105908" y="28120"/>
                  </a:lnTo>
                  <a:lnTo>
                    <a:pt x="106030" y="28559"/>
                  </a:lnTo>
                  <a:lnTo>
                    <a:pt x="107323" y="32704"/>
                  </a:lnTo>
                  <a:lnTo>
                    <a:pt x="107586" y="33548"/>
                  </a:lnTo>
                  <a:lnTo>
                    <a:pt x="107774" y="34151"/>
                  </a:lnTo>
                  <a:lnTo>
                    <a:pt x="108052" y="35053"/>
                  </a:lnTo>
                  <a:lnTo>
                    <a:pt x="109261" y="38967"/>
                  </a:lnTo>
                  <a:lnTo>
                    <a:pt x="110906" y="43732"/>
                  </a:lnTo>
                  <a:lnTo>
                    <a:pt x="110671" y="43834"/>
                  </a:lnTo>
                  <a:lnTo>
                    <a:pt x="108324" y="44850"/>
                  </a:lnTo>
                  <a:lnTo>
                    <a:pt x="108003" y="45271"/>
                  </a:lnTo>
                  <a:lnTo>
                    <a:pt x="107855" y="45465"/>
                  </a:lnTo>
                  <a:lnTo>
                    <a:pt x="107327" y="46154"/>
                  </a:lnTo>
                  <a:lnTo>
                    <a:pt x="106542" y="47182"/>
                  </a:lnTo>
                  <a:lnTo>
                    <a:pt x="105923" y="47777"/>
                  </a:lnTo>
                  <a:lnTo>
                    <a:pt x="105671" y="48019"/>
                  </a:lnTo>
                  <a:lnTo>
                    <a:pt x="103872" y="49750"/>
                  </a:lnTo>
                  <a:lnTo>
                    <a:pt x="103528" y="50081"/>
                  </a:lnTo>
                  <a:lnTo>
                    <a:pt x="103353" y="50250"/>
                  </a:lnTo>
                  <a:lnTo>
                    <a:pt x="103206" y="50391"/>
                  </a:lnTo>
                  <a:lnTo>
                    <a:pt x="102764" y="50824"/>
                  </a:lnTo>
                  <a:lnTo>
                    <a:pt x="102636" y="50949"/>
                  </a:lnTo>
                  <a:lnTo>
                    <a:pt x="95206" y="59522"/>
                  </a:lnTo>
                  <a:lnTo>
                    <a:pt x="94880" y="59898"/>
                  </a:lnTo>
                  <a:lnTo>
                    <a:pt x="85924" y="70232"/>
                  </a:lnTo>
                  <a:lnTo>
                    <a:pt x="84059" y="68653"/>
                  </a:lnTo>
                  <a:lnTo>
                    <a:pt x="80628" y="65633"/>
                  </a:lnTo>
                  <a:lnTo>
                    <a:pt x="78331" y="63611"/>
                  </a:lnTo>
                  <a:lnTo>
                    <a:pt x="77276" y="62555"/>
                  </a:lnTo>
                  <a:lnTo>
                    <a:pt x="71204" y="56483"/>
                  </a:lnTo>
                  <a:lnTo>
                    <a:pt x="70694" y="55974"/>
                  </a:lnTo>
                  <a:lnTo>
                    <a:pt x="69446" y="54848"/>
                  </a:lnTo>
                  <a:lnTo>
                    <a:pt x="68252" y="53706"/>
                  </a:lnTo>
                  <a:lnTo>
                    <a:pt x="65530" y="51103"/>
                  </a:lnTo>
                  <a:lnTo>
                    <a:pt x="64423" y="49980"/>
                  </a:lnTo>
                  <a:lnTo>
                    <a:pt x="63792" y="49341"/>
                  </a:lnTo>
                  <a:lnTo>
                    <a:pt x="61908" y="47512"/>
                  </a:lnTo>
                  <a:lnTo>
                    <a:pt x="61552" y="47166"/>
                  </a:lnTo>
                  <a:lnTo>
                    <a:pt x="60402" y="46049"/>
                  </a:lnTo>
                  <a:lnTo>
                    <a:pt x="59484" y="45162"/>
                  </a:lnTo>
                  <a:lnTo>
                    <a:pt x="59173" y="44861"/>
                  </a:lnTo>
                  <a:lnTo>
                    <a:pt x="56952" y="42716"/>
                  </a:lnTo>
                  <a:lnTo>
                    <a:pt x="56792" y="42561"/>
                  </a:lnTo>
                  <a:lnTo>
                    <a:pt x="56231" y="42019"/>
                  </a:lnTo>
                  <a:lnTo>
                    <a:pt x="50556" y="36533"/>
                  </a:lnTo>
                  <a:lnTo>
                    <a:pt x="50376" y="36359"/>
                  </a:lnTo>
                  <a:lnTo>
                    <a:pt x="50183" y="36172"/>
                  </a:lnTo>
                  <a:lnTo>
                    <a:pt x="49955" y="35967"/>
                  </a:lnTo>
                  <a:lnTo>
                    <a:pt x="49784" y="35812"/>
                  </a:lnTo>
                  <a:lnTo>
                    <a:pt x="49595" y="35642"/>
                  </a:lnTo>
                  <a:lnTo>
                    <a:pt x="40358" y="27297"/>
                  </a:lnTo>
                  <a:lnTo>
                    <a:pt x="34487" y="21995"/>
                  </a:lnTo>
                  <a:lnTo>
                    <a:pt x="32038" y="19783"/>
                  </a:lnTo>
                  <a:lnTo>
                    <a:pt x="31453" y="19254"/>
                  </a:lnTo>
                  <a:lnTo>
                    <a:pt x="30870" y="19878"/>
                  </a:lnTo>
                  <a:lnTo>
                    <a:pt x="29719" y="21109"/>
                  </a:lnTo>
                  <a:lnTo>
                    <a:pt x="29276" y="21582"/>
                  </a:lnTo>
                  <a:lnTo>
                    <a:pt x="28918" y="21965"/>
                  </a:lnTo>
                  <a:lnTo>
                    <a:pt x="28500" y="22412"/>
                  </a:lnTo>
                  <a:lnTo>
                    <a:pt x="27276" y="23842"/>
                  </a:lnTo>
                  <a:lnTo>
                    <a:pt x="25888" y="25464"/>
                  </a:lnTo>
                  <a:lnTo>
                    <a:pt x="25665" y="25631"/>
                  </a:lnTo>
                  <a:lnTo>
                    <a:pt x="25521" y="25738"/>
                  </a:lnTo>
                  <a:lnTo>
                    <a:pt x="24778" y="26292"/>
                  </a:lnTo>
                  <a:lnTo>
                    <a:pt x="24223" y="26706"/>
                  </a:lnTo>
                  <a:lnTo>
                    <a:pt x="23415" y="28112"/>
                  </a:lnTo>
                  <a:lnTo>
                    <a:pt x="23200" y="28317"/>
                  </a:lnTo>
                  <a:lnTo>
                    <a:pt x="21100" y="30316"/>
                  </a:lnTo>
                  <a:lnTo>
                    <a:pt x="18660" y="32638"/>
                  </a:lnTo>
                  <a:lnTo>
                    <a:pt x="16410" y="34780"/>
                  </a:lnTo>
                  <a:lnTo>
                    <a:pt x="14091" y="36986"/>
                  </a:lnTo>
                  <a:lnTo>
                    <a:pt x="13912" y="37165"/>
                  </a:lnTo>
                  <a:lnTo>
                    <a:pt x="13247" y="37827"/>
                  </a:lnTo>
                  <a:lnTo>
                    <a:pt x="11061" y="40005"/>
                  </a:lnTo>
                  <a:lnTo>
                    <a:pt x="10821" y="40243"/>
                  </a:lnTo>
                  <a:lnTo>
                    <a:pt x="10301" y="40762"/>
                  </a:lnTo>
                  <a:lnTo>
                    <a:pt x="10155" y="40907"/>
                  </a:lnTo>
                  <a:lnTo>
                    <a:pt x="9891" y="41170"/>
                  </a:lnTo>
                  <a:lnTo>
                    <a:pt x="9691" y="41369"/>
                  </a:lnTo>
                  <a:lnTo>
                    <a:pt x="9493" y="41566"/>
                  </a:lnTo>
                  <a:lnTo>
                    <a:pt x="9331" y="41728"/>
                  </a:lnTo>
                  <a:lnTo>
                    <a:pt x="9027" y="42030"/>
                  </a:lnTo>
                  <a:lnTo>
                    <a:pt x="8439" y="42617"/>
                  </a:lnTo>
                  <a:lnTo>
                    <a:pt x="6842" y="44207"/>
                  </a:lnTo>
                  <a:lnTo>
                    <a:pt x="6535" y="44512"/>
                  </a:lnTo>
                  <a:lnTo>
                    <a:pt x="6228" y="44818"/>
                  </a:lnTo>
                  <a:lnTo>
                    <a:pt x="6095" y="44951"/>
                  </a:lnTo>
                  <a:lnTo>
                    <a:pt x="5674" y="45371"/>
                  </a:lnTo>
                  <a:lnTo>
                    <a:pt x="5220" y="45823"/>
                  </a:lnTo>
                  <a:lnTo>
                    <a:pt x="5036" y="46006"/>
                  </a:lnTo>
                  <a:lnTo>
                    <a:pt x="4588" y="46281"/>
                  </a:lnTo>
                  <a:lnTo>
                    <a:pt x="3256" y="43829"/>
                  </a:lnTo>
                  <a:lnTo>
                    <a:pt x="2662" y="42736"/>
                  </a:lnTo>
                  <a:lnTo>
                    <a:pt x="510" y="38775"/>
                  </a:lnTo>
                  <a:lnTo>
                    <a:pt x="0" y="37836"/>
                  </a:lnTo>
                  <a:lnTo>
                    <a:pt x="498" y="37271"/>
                  </a:lnTo>
                  <a:lnTo>
                    <a:pt x="879" y="36839"/>
                  </a:lnTo>
                  <a:lnTo>
                    <a:pt x="1600" y="36023"/>
                  </a:lnTo>
                  <a:lnTo>
                    <a:pt x="2756" y="34959"/>
                  </a:lnTo>
                  <a:lnTo>
                    <a:pt x="4665" y="33202"/>
                  </a:lnTo>
                  <a:lnTo>
                    <a:pt x="9627" y="30362"/>
                  </a:lnTo>
                  <a:lnTo>
                    <a:pt x="9842" y="30245"/>
                  </a:lnTo>
                  <a:lnTo>
                    <a:pt x="14461" y="27724"/>
                  </a:lnTo>
                  <a:lnTo>
                    <a:pt x="14680" y="27605"/>
                  </a:lnTo>
                  <a:lnTo>
                    <a:pt x="14983" y="27439"/>
                  </a:lnTo>
                  <a:lnTo>
                    <a:pt x="14604" y="25922"/>
                  </a:lnTo>
                  <a:lnTo>
                    <a:pt x="14611" y="24971"/>
                  </a:lnTo>
                  <a:lnTo>
                    <a:pt x="14620" y="23853"/>
                  </a:lnTo>
                  <a:lnTo>
                    <a:pt x="14625" y="23132"/>
                  </a:lnTo>
                  <a:lnTo>
                    <a:pt x="14636" y="21652"/>
                  </a:lnTo>
                  <a:lnTo>
                    <a:pt x="14638" y="21417"/>
                  </a:lnTo>
                  <a:lnTo>
                    <a:pt x="14731" y="20574"/>
                  </a:lnTo>
                  <a:lnTo>
                    <a:pt x="15134" y="17076"/>
                  </a:lnTo>
                  <a:lnTo>
                    <a:pt x="15361" y="15644"/>
                  </a:lnTo>
                  <a:lnTo>
                    <a:pt x="15409" y="15404"/>
                  </a:lnTo>
                  <a:lnTo>
                    <a:pt x="15986" y="12543"/>
                  </a:lnTo>
                  <a:lnTo>
                    <a:pt x="16066" y="12148"/>
                  </a:lnTo>
                  <a:lnTo>
                    <a:pt x="16658" y="9218"/>
                  </a:lnTo>
                  <a:lnTo>
                    <a:pt x="16758" y="8973"/>
                  </a:lnTo>
                  <a:lnTo>
                    <a:pt x="17188" y="7926"/>
                  </a:lnTo>
                  <a:lnTo>
                    <a:pt x="17824" y="6380"/>
                  </a:lnTo>
                  <a:lnTo>
                    <a:pt x="18010" y="6087"/>
                  </a:lnTo>
                  <a:lnTo>
                    <a:pt x="18800" y="4846"/>
                  </a:lnTo>
                  <a:lnTo>
                    <a:pt x="19059" y="4424"/>
                  </a:lnTo>
                  <a:lnTo>
                    <a:pt x="19315" y="4007"/>
                  </a:lnTo>
                  <a:lnTo>
                    <a:pt x="20053" y="2804"/>
                  </a:lnTo>
                  <a:lnTo>
                    <a:pt x="21499" y="448"/>
                  </a:lnTo>
                  <a:lnTo>
                    <a:pt x="21596" y="291"/>
                  </a:lnTo>
                  <a:lnTo>
                    <a:pt x="21775" y="0"/>
                  </a:lnTo>
                  <a:lnTo>
                    <a:pt x="21902" y="5"/>
                  </a:lnTo>
                  <a:lnTo>
                    <a:pt x="22100" y="15"/>
                  </a:lnTo>
                  <a:lnTo>
                    <a:pt x="22258" y="22"/>
                  </a:lnTo>
                  <a:lnTo>
                    <a:pt x="22538" y="35"/>
                  </a:lnTo>
                  <a:lnTo>
                    <a:pt x="23012" y="58"/>
                  </a:lnTo>
                  <a:lnTo>
                    <a:pt x="23145" y="64"/>
                  </a:lnTo>
                  <a:lnTo>
                    <a:pt x="23965" y="149"/>
                  </a:lnTo>
                  <a:lnTo>
                    <a:pt x="25652" y="325"/>
                  </a:lnTo>
                  <a:lnTo>
                    <a:pt x="26016" y="363"/>
                  </a:lnTo>
                  <a:lnTo>
                    <a:pt x="28315" y="602"/>
                  </a:lnTo>
                  <a:lnTo>
                    <a:pt x="29793" y="756"/>
                  </a:lnTo>
                  <a:lnTo>
                    <a:pt x="31012" y="883"/>
                  </a:lnTo>
                  <a:lnTo>
                    <a:pt x="31870" y="972"/>
                  </a:lnTo>
                  <a:lnTo>
                    <a:pt x="32041" y="981"/>
                  </a:lnTo>
                  <a:lnTo>
                    <a:pt x="44106" y="1589"/>
                  </a:lnTo>
                  <a:lnTo>
                    <a:pt x="55284" y="2153"/>
                  </a:lnTo>
                  <a:lnTo>
                    <a:pt x="60739" y="2402"/>
                  </a:lnTo>
                  <a:lnTo>
                    <a:pt x="61443" y="2434"/>
                  </a:lnTo>
                  <a:lnTo>
                    <a:pt x="66047" y="2644"/>
                  </a:lnTo>
                  <a:lnTo>
                    <a:pt x="68140" y="2727"/>
                  </a:lnTo>
                  <a:lnTo>
                    <a:pt x="75053" y="3002"/>
                  </a:lnTo>
                  <a:lnTo>
                    <a:pt x="78978" y="3158"/>
                  </a:lnTo>
                  <a:lnTo>
                    <a:pt x="81955" y="3276"/>
                  </a:lnTo>
                  <a:lnTo>
                    <a:pt x="86917" y="3598"/>
                  </a:lnTo>
                  <a:lnTo>
                    <a:pt x="87539" y="3639"/>
                  </a:lnTo>
                  <a:lnTo>
                    <a:pt x="91180" y="3875"/>
                  </a:lnTo>
                  <a:lnTo>
                    <a:pt x="91714" y="3910"/>
                  </a:lnTo>
                  <a:lnTo>
                    <a:pt x="95749" y="4172"/>
                  </a:lnTo>
                  <a:lnTo>
                    <a:pt x="96069" y="4193"/>
                  </a:lnTo>
                  <a:lnTo>
                    <a:pt x="99903" y="4442"/>
                  </a:lnTo>
                  <a:lnTo>
                    <a:pt x="100483" y="4480"/>
                  </a:lnTo>
                  <a:lnTo>
                    <a:pt x="102168" y="4589"/>
                  </a:lnTo>
                  <a:lnTo>
                    <a:pt x="104309" y="4728"/>
                  </a:lnTo>
                  <a:lnTo>
                    <a:pt x="104776" y="4758"/>
                  </a:lnTo>
                  <a:lnTo>
                    <a:pt x="105715" y="4819"/>
                  </a:lnTo>
                  <a:lnTo>
                    <a:pt x="104800" y="17494"/>
                  </a:lnTo>
                  <a:lnTo>
                    <a:pt x="104676" y="1767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5" name="pg144"/>
            <p:cNvSpPr/>
            <p:nvPr/>
          </p:nvSpPr>
          <p:spPr>
            <a:xfrm>
              <a:off x="4057268" y="5401970"/>
              <a:ext cx="81369" cy="82608"/>
            </a:xfrm>
            <a:custGeom>
              <a:avLst/>
              <a:pathLst>
                <a:path w="81369" h="82608">
                  <a:moveTo>
                    <a:pt x="33700" y="12586"/>
                  </a:moveTo>
                  <a:lnTo>
                    <a:pt x="34100" y="13127"/>
                  </a:lnTo>
                  <a:lnTo>
                    <a:pt x="34249" y="12912"/>
                  </a:lnTo>
                  <a:lnTo>
                    <a:pt x="35603" y="12838"/>
                  </a:lnTo>
                  <a:lnTo>
                    <a:pt x="37312" y="14495"/>
                  </a:lnTo>
                  <a:lnTo>
                    <a:pt x="37586" y="14693"/>
                  </a:lnTo>
                  <a:lnTo>
                    <a:pt x="39886" y="16350"/>
                  </a:lnTo>
                  <a:lnTo>
                    <a:pt x="40147" y="16537"/>
                  </a:lnTo>
                  <a:lnTo>
                    <a:pt x="44013" y="18914"/>
                  </a:lnTo>
                  <a:lnTo>
                    <a:pt x="44086" y="18557"/>
                  </a:lnTo>
                  <a:lnTo>
                    <a:pt x="44329" y="17794"/>
                  </a:lnTo>
                  <a:lnTo>
                    <a:pt x="45107" y="18281"/>
                  </a:lnTo>
                  <a:lnTo>
                    <a:pt x="48329" y="20297"/>
                  </a:lnTo>
                  <a:lnTo>
                    <a:pt x="49724" y="21171"/>
                  </a:lnTo>
                  <a:lnTo>
                    <a:pt x="50422" y="21622"/>
                  </a:lnTo>
                  <a:lnTo>
                    <a:pt x="51047" y="22027"/>
                  </a:lnTo>
                  <a:lnTo>
                    <a:pt x="52214" y="22783"/>
                  </a:lnTo>
                  <a:lnTo>
                    <a:pt x="52396" y="22901"/>
                  </a:lnTo>
                  <a:lnTo>
                    <a:pt x="54098" y="24007"/>
                  </a:lnTo>
                  <a:lnTo>
                    <a:pt x="56752" y="25731"/>
                  </a:lnTo>
                  <a:lnTo>
                    <a:pt x="57247" y="26053"/>
                  </a:lnTo>
                  <a:lnTo>
                    <a:pt x="58266" y="26714"/>
                  </a:lnTo>
                  <a:lnTo>
                    <a:pt x="58690" y="27004"/>
                  </a:lnTo>
                  <a:lnTo>
                    <a:pt x="59626" y="27642"/>
                  </a:lnTo>
                  <a:lnTo>
                    <a:pt x="62972" y="29925"/>
                  </a:lnTo>
                  <a:lnTo>
                    <a:pt x="63760" y="30462"/>
                  </a:lnTo>
                  <a:lnTo>
                    <a:pt x="65941" y="31944"/>
                  </a:lnTo>
                  <a:lnTo>
                    <a:pt x="66146" y="32073"/>
                  </a:lnTo>
                  <a:lnTo>
                    <a:pt x="67205" y="32743"/>
                  </a:lnTo>
                  <a:lnTo>
                    <a:pt x="69144" y="33970"/>
                  </a:lnTo>
                  <a:lnTo>
                    <a:pt x="69370" y="34113"/>
                  </a:lnTo>
                  <a:lnTo>
                    <a:pt x="69546" y="34224"/>
                  </a:lnTo>
                  <a:lnTo>
                    <a:pt x="70216" y="34648"/>
                  </a:lnTo>
                  <a:lnTo>
                    <a:pt x="70418" y="34763"/>
                  </a:lnTo>
                  <a:lnTo>
                    <a:pt x="72328" y="35846"/>
                  </a:lnTo>
                  <a:lnTo>
                    <a:pt x="72515" y="35958"/>
                  </a:lnTo>
                  <a:lnTo>
                    <a:pt x="72810" y="36268"/>
                  </a:lnTo>
                  <a:lnTo>
                    <a:pt x="73163" y="36638"/>
                  </a:lnTo>
                  <a:lnTo>
                    <a:pt x="73343" y="36827"/>
                  </a:lnTo>
                  <a:lnTo>
                    <a:pt x="74946" y="38511"/>
                  </a:lnTo>
                  <a:lnTo>
                    <a:pt x="75106" y="38678"/>
                  </a:lnTo>
                  <a:lnTo>
                    <a:pt x="76436" y="40075"/>
                  </a:lnTo>
                  <a:lnTo>
                    <a:pt x="77696" y="41399"/>
                  </a:lnTo>
                  <a:lnTo>
                    <a:pt x="78651" y="42401"/>
                  </a:lnTo>
                  <a:lnTo>
                    <a:pt x="80569" y="44415"/>
                  </a:lnTo>
                  <a:lnTo>
                    <a:pt x="81369" y="45273"/>
                  </a:lnTo>
                  <a:lnTo>
                    <a:pt x="81172" y="45458"/>
                  </a:lnTo>
                  <a:lnTo>
                    <a:pt x="80801" y="45807"/>
                  </a:lnTo>
                  <a:lnTo>
                    <a:pt x="79453" y="47145"/>
                  </a:lnTo>
                  <a:lnTo>
                    <a:pt x="78602" y="47990"/>
                  </a:lnTo>
                  <a:lnTo>
                    <a:pt x="75817" y="50754"/>
                  </a:lnTo>
                  <a:lnTo>
                    <a:pt x="75664" y="50899"/>
                  </a:lnTo>
                  <a:lnTo>
                    <a:pt x="72007" y="54357"/>
                  </a:lnTo>
                  <a:lnTo>
                    <a:pt x="70237" y="56031"/>
                  </a:lnTo>
                  <a:lnTo>
                    <a:pt x="66538" y="59819"/>
                  </a:lnTo>
                  <a:lnTo>
                    <a:pt x="64658" y="61745"/>
                  </a:lnTo>
                  <a:lnTo>
                    <a:pt x="60403" y="65961"/>
                  </a:lnTo>
                  <a:lnTo>
                    <a:pt x="59725" y="66633"/>
                  </a:lnTo>
                  <a:lnTo>
                    <a:pt x="57545" y="68809"/>
                  </a:lnTo>
                  <a:lnTo>
                    <a:pt x="54215" y="72133"/>
                  </a:lnTo>
                  <a:lnTo>
                    <a:pt x="49698" y="76592"/>
                  </a:lnTo>
                  <a:lnTo>
                    <a:pt x="49358" y="76928"/>
                  </a:lnTo>
                  <a:lnTo>
                    <a:pt x="49089" y="77204"/>
                  </a:lnTo>
                  <a:lnTo>
                    <a:pt x="46442" y="79925"/>
                  </a:lnTo>
                  <a:lnTo>
                    <a:pt x="43643" y="82564"/>
                  </a:lnTo>
                  <a:lnTo>
                    <a:pt x="43354" y="82608"/>
                  </a:lnTo>
                  <a:lnTo>
                    <a:pt x="35176" y="74238"/>
                  </a:lnTo>
                  <a:lnTo>
                    <a:pt x="33904" y="73006"/>
                  </a:lnTo>
                  <a:lnTo>
                    <a:pt x="32561" y="71704"/>
                  </a:lnTo>
                  <a:lnTo>
                    <a:pt x="32217" y="71371"/>
                  </a:lnTo>
                  <a:lnTo>
                    <a:pt x="31477" y="70724"/>
                  </a:lnTo>
                  <a:lnTo>
                    <a:pt x="31230" y="70509"/>
                  </a:lnTo>
                  <a:lnTo>
                    <a:pt x="30801" y="70134"/>
                  </a:lnTo>
                  <a:lnTo>
                    <a:pt x="29430" y="68936"/>
                  </a:lnTo>
                  <a:lnTo>
                    <a:pt x="29298" y="68838"/>
                  </a:lnTo>
                  <a:lnTo>
                    <a:pt x="28933" y="68568"/>
                  </a:lnTo>
                  <a:lnTo>
                    <a:pt x="24082" y="64970"/>
                  </a:lnTo>
                  <a:lnTo>
                    <a:pt x="22713" y="63960"/>
                  </a:lnTo>
                  <a:lnTo>
                    <a:pt x="20549" y="62365"/>
                  </a:lnTo>
                  <a:lnTo>
                    <a:pt x="16902" y="59676"/>
                  </a:lnTo>
                  <a:lnTo>
                    <a:pt x="12821" y="56666"/>
                  </a:lnTo>
                  <a:lnTo>
                    <a:pt x="10943" y="55281"/>
                  </a:lnTo>
                  <a:lnTo>
                    <a:pt x="9960" y="54557"/>
                  </a:lnTo>
                  <a:lnTo>
                    <a:pt x="9807" y="54427"/>
                  </a:lnTo>
                  <a:lnTo>
                    <a:pt x="6468" y="51570"/>
                  </a:lnTo>
                  <a:lnTo>
                    <a:pt x="5446" y="50703"/>
                  </a:lnTo>
                  <a:lnTo>
                    <a:pt x="3606" y="49142"/>
                  </a:lnTo>
                  <a:lnTo>
                    <a:pt x="743" y="46714"/>
                  </a:lnTo>
                  <a:lnTo>
                    <a:pt x="0" y="46129"/>
                  </a:lnTo>
                  <a:lnTo>
                    <a:pt x="127" y="46004"/>
                  </a:lnTo>
                  <a:lnTo>
                    <a:pt x="569" y="45571"/>
                  </a:lnTo>
                  <a:lnTo>
                    <a:pt x="716" y="45430"/>
                  </a:lnTo>
                  <a:lnTo>
                    <a:pt x="891" y="45262"/>
                  </a:lnTo>
                  <a:lnTo>
                    <a:pt x="1235" y="44930"/>
                  </a:lnTo>
                  <a:lnTo>
                    <a:pt x="3034" y="43199"/>
                  </a:lnTo>
                  <a:lnTo>
                    <a:pt x="3286" y="42957"/>
                  </a:lnTo>
                  <a:lnTo>
                    <a:pt x="3905" y="42362"/>
                  </a:lnTo>
                  <a:lnTo>
                    <a:pt x="4691" y="41334"/>
                  </a:lnTo>
                  <a:lnTo>
                    <a:pt x="5218" y="40645"/>
                  </a:lnTo>
                  <a:lnTo>
                    <a:pt x="5366" y="40451"/>
                  </a:lnTo>
                  <a:lnTo>
                    <a:pt x="5688" y="40030"/>
                  </a:lnTo>
                  <a:lnTo>
                    <a:pt x="8034" y="39014"/>
                  </a:lnTo>
                  <a:lnTo>
                    <a:pt x="8269" y="38912"/>
                  </a:lnTo>
                  <a:lnTo>
                    <a:pt x="6624" y="34147"/>
                  </a:lnTo>
                  <a:lnTo>
                    <a:pt x="5416" y="30233"/>
                  </a:lnTo>
                  <a:lnTo>
                    <a:pt x="5137" y="29331"/>
                  </a:lnTo>
                  <a:lnTo>
                    <a:pt x="4949" y="28728"/>
                  </a:lnTo>
                  <a:lnTo>
                    <a:pt x="4686" y="27884"/>
                  </a:lnTo>
                  <a:lnTo>
                    <a:pt x="3393" y="23739"/>
                  </a:lnTo>
                  <a:lnTo>
                    <a:pt x="3271" y="23300"/>
                  </a:lnTo>
                  <a:lnTo>
                    <a:pt x="3224" y="23131"/>
                  </a:lnTo>
                  <a:lnTo>
                    <a:pt x="2954" y="22162"/>
                  </a:lnTo>
                  <a:lnTo>
                    <a:pt x="2268" y="19701"/>
                  </a:lnTo>
                  <a:lnTo>
                    <a:pt x="1273" y="15781"/>
                  </a:lnTo>
                  <a:lnTo>
                    <a:pt x="942" y="14473"/>
                  </a:lnTo>
                  <a:lnTo>
                    <a:pt x="1559" y="13564"/>
                  </a:lnTo>
                  <a:lnTo>
                    <a:pt x="2039" y="12856"/>
                  </a:lnTo>
                  <a:lnTo>
                    <a:pt x="2163" y="12674"/>
                  </a:lnTo>
                  <a:lnTo>
                    <a:pt x="3079" y="0"/>
                  </a:lnTo>
                  <a:lnTo>
                    <a:pt x="4822" y="98"/>
                  </a:lnTo>
                  <a:lnTo>
                    <a:pt x="7701" y="260"/>
                  </a:lnTo>
                  <a:lnTo>
                    <a:pt x="10258" y="405"/>
                  </a:lnTo>
                  <a:lnTo>
                    <a:pt x="12895" y="553"/>
                  </a:lnTo>
                  <a:lnTo>
                    <a:pt x="15392" y="694"/>
                  </a:lnTo>
                  <a:lnTo>
                    <a:pt x="19152" y="906"/>
                  </a:lnTo>
                  <a:lnTo>
                    <a:pt x="20909" y="1005"/>
                  </a:lnTo>
                  <a:lnTo>
                    <a:pt x="22201" y="1078"/>
                  </a:lnTo>
                  <a:lnTo>
                    <a:pt x="24421" y="1203"/>
                  </a:lnTo>
                  <a:lnTo>
                    <a:pt x="25321" y="1254"/>
                  </a:lnTo>
                  <a:lnTo>
                    <a:pt x="28703" y="5828"/>
                  </a:lnTo>
                  <a:lnTo>
                    <a:pt x="32523" y="10995"/>
                  </a:lnTo>
                  <a:lnTo>
                    <a:pt x="32998" y="1163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6" name="pg145"/>
            <p:cNvSpPr/>
            <p:nvPr/>
          </p:nvSpPr>
          <p:spPr>
            <a:xfrm>
              <a:off x="4101521" y="5399430"/>
              <a:ext cx="120838" cy="106674"/>
            </a:xfrm>
            <a:custGeom>
              <a:avLst/>
              <a:pathLst>
                <a:path w="120838" h="106674">
                  <a:moveTo>
                    <a:pt x="94113" y="9317"/>
                  </a:moveTo>
                  <a:lnTo>
                    <a:pt x="94142" y="10218"/>
                  </a:lnTo>
                  <a:lnTo>
                    <a:pt x="94217" y="12572"/>
                  </a:lnTo>
                  <a:lnTo>
                    <a:pt x="94235" y="13149"/>
                  </a:lnTo>
                  <a:lnTo>
                    <a:pt x="94254" y="13727"/>
                  </a:lnTo>
                  <a:lnTo>
                    <a:pt x="94277" y="14462"/>
                  </a:lnTo>
                  <a:lnTo>
                    <a:pt x="94289" y="14819"/>
                  </a:lnTo>
                  <a:lnTo>
                    <a:pt x="94307" y="15448"/>
                  </a:lnTo>
                  <a:lnTo>
                    <a:pt x="94316" y="15908"/>
                  </a:lnTo>
                  <a:lnTo>
                    <a:pt x="94322" y="16175"/>
                  </a:lnTo>
                  <a:lnTo>
                    <a:pt x="94374" y="17689"/>
                  </a:lnTo>
                  <a:lnTo>
                    <a:pt x="94440" y="19606"/>
                  </a:lnTo>
                  <a:lnTo>
                    <a:pt x="94475" y="20637"/>
                  </a:lnTo>
                  <a:lnTo>
                    <a:pt x="94496" y="21233"/>
                  </a:lnTo>
                  <a:lnTo>
                    <a:pt x="94516" y="21810"/>
                  </a:lnTo>
                  <a:lnTo>
                    <a:pt x="94530" y="22218"/>
                  </a:lnTo>
                  <a:lnTo>
                    <a:pt x="94572" y="23452"/>
                  </a:lnTo>
                  <a:lnTo>
                    <a:pt x="94631" y="25172"/>
                  </a:lnTo>
                  <a:lnTo>
                    <a:pt x="94678" y="26536"/>
                  </a:lnTo>
                  <a:lnTo>
                    <a:pt x="94748" y="28553"/>
                  </a:lnTo>
                  <a:lnTo>
                    <a:pt x="94772" y="29274"/>
                  </a:lnTo>
                  <a:lnTo>
                    <a:pt x="94793" y="29885"/>
                  </a:lnTo>
                  <a:lnTo>
                    <a:pt x="94961" y="34754"/>
                  </a:lnTo>
                  <a:lnTo>
                    <a:pt x="95086" y="35888"/>
                  </a:lnTo>
                  <a:lnTo>
                    <a:pt x="95129" y="36276"/>
                  </a:lnTo>
                  <a:lnTo>
                    <a:pt x="95224" y="37132"/>
                  </a:lnTo>
                  <a:lnTo>
                    <a:pt x="95302" y="37843"/>
                  </a:lnTo>
                  <a:lnTo>
                    <a:pt x="95391" y="38650"/>
                  </a:lnTo>
                  <a:lnTo>
                    <a:pt x="95712" y="39454"/>
                  </a:lnTo>
                  <a:lnTo>
                    <a:pt x="96388" y="41150"/>
                  </a:lnTo>
                  <a:lnTo>
                    <a:pt x="97378" y="43634"/>
                  </a:lnTo>
                  <a:lnTo>
                    <a:pt x="97817" y="44516"/>
                  </a:lnTo>
                  <a:lnTo>
                    <a:pt x="98335" y="45557"/>
                  </a:lnTo>
                  <a:lnTo>
                    <a:pt x="98853" y="46599"/>
                  </a:lnTo>
                  <a:lnTo>
                    <a:pt x="98941" y="46775"/>
                  </a:lnTo>
                  <a:lnTo>
                    <a:pt x="100165" y="49236"/>
                  </a:lnTo>
                  <a:lnTo>
                    <a:pt x="100693" y="50297"/>
                  </a:lnTo>
                  <a:lnTo>
                    <a:pt x="101568" y="52055"/>
                  </a:lnTo>
                  <a:lnTo>
                    <a:pt x="101670" y="52261"/>
                  </a:lnTo>
                  <a:lnTo>
                    <a:pt x="101799" y="52519"/>
                  </a:lnTo>
                  <a:lnTo>
                    <a:pt x="102638" y="54207"/>
                  </a:lnTo>
                  <a:lnTo>
                    <a:pt x="104052" y="57048"/>
                  </a:lnTo>
                  <a:lnTo>
                    <a:pt x="105094" y="59144"/>
                  </a:lnTo>
                  <a:lnTo>
                    <a:pt x="105681" y="60731"/>
                  </a:lnTo>
                  <a:lnTo>
                    <a:pt x="105992" y="61574"/>
                  </a:lnTo>
                  <a:lnTo>
                    <a:pt x="106268" y="62319"/>
                  </a:lnTo>
                  <a:lnTo>
                    <a:pt x="107402" y="64619"/>
                  </a:lnTo>
                  <a:lnTo>
                    <a:pt x="109056" y="67973"/>
                  </a:lnTo>
                  <a:lnTo>
                    <a:pt x="109185" y="68235"/>
                  </a:lnTo>
                  <a:lnTo>
                    <a:pt x="111865" y="72140"/>
                  </a:lnTo>
                  <a:lnTo>
                    <a:pt x="113748" y="74885"/>
                  </a:lnTo>
                  <a:lnTo>
                    <a:pt x="114902" y="76566"/>
                  </a:lnTo>
                  <a:lnTo>
                    <a:pt x="115409" y="77305"/>
                  </a:lnTo>
                  <a:lnTo>
                    <a:pt x="115881" y="77993"/>
                  </a:lnTo>
                  <a:lnTo>
                    <a:pt x="116700" y="79187"/>
                  </a:lnTo>
                  <a:lnTo>
                    <a:pt x="117268" y="80015"/>
                  </a:lnTo>
                  <a:lnTo>
                    <a:pt x="118148" y="81297"/>
                  </a:lnTo>
                  <a:lnTo>
                    <a:pt x="118244" y="81436"/>
                  </a:lnTo>
                  <a:lnTo>
                    <a:pt x="118985" y="82517"/>
                  </a:lnTo>
                  <a:lnTo>
                    <a:pt x="119174" y="82692"/>
                  </a:lnTo>
                  <a:lnTo>
                    <a:pt x="119475" y="82972"/>
                  </a:lnTo>
                  <a:lnTo>
                    <a:pt x="120623" y="84037"/>
                  </a:lnTo>
                  <a:lnTo>
                    <a:pt x="120838" y="84237"/>
                  </a:lnTo>
                  <a:lnTo>
                    <a:pt x="120575" y="84497"/>
                  </a:lnTo>
                  <a:lnTo>
                    <a:pt x="120209" y="84859"/>
                  </a:lnTo>
                  <a:lnTo>
                    <a:pt x="119641" y="85421"/>
                  </a:lnTo>
                  <a:lnTo>
                    <a:pt x="118934" y="86122"/>
                  </a:lnTo>
                  <a:lnTo>
                    <a:pt x="118479" y="86573"/>
                  </a:lnTo>
                  <a:lnTo>
                    <a:pt x="116970" y="88070"/>
                  </a:lnTo>
                  <a:lnTo>
                    <a:pt x="115353" y="89673"/>
                  </a:lnTo>
                  <a:lnTo>
                    <a:pt x="114649" y="90371"/>
                  </a:lnTo>
                  <a:lnTo>
                    <a:pt x="114020" y="90995"/>
                  </a:lnTo>
                  <a:lnTo>
                    <a:pt x="113167" y="91841"/>
                  </a:lnTo>
                  <a:lnTo>
                    <a:pt x="110377" y="94606"/>
                  </a:lnTo>
                  <a:lnTo>
                    <a:pt x="109424" y="95654"/>
                  </a:lnTo>
                  <a:lnTo>
                    <a:pt x="109249" y="95834"/>
                  </a:lnTo>
                  <a:lnTo>
                    <a:pt x="103564" y="101648"/>
                  </a:lnTo>
                  <a:lnTo>
                    <a:pt x="103066" y="102157"/>
                  </a:lnTo>
                  <a:lnTo>
                    <a:pt x="99175" y="106151"/>
                  </a:lnTo>
                  <a:lnTo>
                    <a:pt x="98660" y="106674"/>
                  </a:lnTo>
                  <a:lnTo>
                    <a:pt x="96422" y="104605"/>
                  </a:lnTo>
                  <a:lnTo>
                    <a:pt x="93858" y="102221"/>
                  </a:lnTo>
                  <a:lnTo>
                    <a:pt x="93465" y="101856"/>
                  </a:lnTo>
                  <a:lnTo>
                    <a:pt x="93162" y="101574"/>
                  </a:lnTo>
                  <a:lnTo>
                    <a:pt x="91875" y="100388"/>
                  </a:lnTo>
                  <a:lnTo>
                    <a:pt x="85185" y="94218"/>
                  </a:lnTo>
                  <a:lnTo>
                    <a:pt x="84020" y="93143"/>
                  </a:lnTo>
                  <a:lnTo>
                    <a:pt x="83601" y="92733"/>
                  </a:lnTo>
                  <a:lnTo>
                    <a:pt x="83166" y="92307"/>
                  </a:lnTo>
                  <a:lnTo>
                    <a:pt x="82936" y="92082"/>
                  </a:lnTo>
                  <a:lnTo>
                    <a:pt x="82591" y="91743"/>
                  </a:lnTo>
                  <a:lnTo>
                    <a:pt x="73890" y="83479"/>
                  </a:lnTo>
                  <a:lnTo>
                    <a:pt x="73670" y="83270"/>
                  </a:lnTo>
                  <a:lnTo>
                    <a:pt x="65108" y="75049"/>
                  </a:lnTo>
                  <a:lnTo>
                    <a:pt x="64569" y="74515"/>
                  </a:lnTo>
                  <a:lnTo>
                    <a:pt x="64385" y="74332"/>
                  </a:lnTo>
                  <a:lnTo>
                    <a:pt x="64232" y="74180"/>
                  </a:lnTo>
                  <a:lnTo>
                    <a:pt x="64099" y="74048"/>
                  </a:lnTo>
                  <a:lnTo>
                    <a:pt x="57274" y="67275"/>
                  </a:lnTo>
                  <a:lnTo>
                    <a:pt x="55462" y="65477"/>
                  </a:lnTo>
                  <a:lnTo>
                    <a:pt x="55037" y="65055"/>
                  </a:lnTo>
                  <a:lnTo>
                    <a:pt x="50511" y="60563"/>
                  </a:lnTo>
                  <a:lnTo>
                    <a:pt x="47623" y="57848"/>
                  </a:lnTo>
                  <a:lnTo>
                    <a:pt x="46197" y="56506"/>
                  </a:lnTo>
                  <a:lnTo>
                    <a:pt x="44504" y="54914"/>
                  </a:lnTo>
                  <a:lnTo>
                    <a:pt x="43708" y="54146"/>
                  </a:lnTo>
                  <a:lnTo>
                    <a:pt x="36981" y="47653"/>
                  </a:lnTo>
                  <a:lnTo>
                    <a:pt x="36316" y="46955"/>
                  </a:lnTo>
                  <a:lnTo>
                    <a:pt x="34372" y="44914"/>
                  </a:lnTo>
                  <a:lnTo>
                    <a:pt x="33443" y="43938"/>
                  </a:lnTo>
                  <a:lnTo>
                    <a:pt x="32182" y="42614"/>
                  </a:lnTo>
                  <a:lnTo>
                    <a:pt x="30852" y="41218"/>
                  </a:lnTo>
                  <a:lnTo>
                    <a:pt x="30693" y="41050"/>
                  </a:lnTo>
                  <a:lnTo>
                    <a:pt x="29090" y="39367"/>
                  </a:lnTo>
                  <a:lnTo>
                    <a:pt x="28910" y="39178"/>
                  </a:lnTo>
                  <a:lnTo>
                    <a:pt x="28557" y="38807"/>
                  </a:lnTo>
                  <a:lnTo>
                    <a:pt x="28250" y="38485"/>
                  </a:lnTo>
                  <a:lnTo>
                    <a:pt x="28075" y="38386"/>
                  </a:lnTo>
                  <a:lnTo>
                    <a:pt x="26165" y="37302"/>
                  </a:lnTo>
                  <a:lnTo>
                    <a:pt x="25963" y="37188"/>
                  </a:lnTo>
                  <a:lnTo>
                    <a:pt x="25293" y="36764"/>
                  </a:lnTo>
                  <a:lnTo>
                    <a:pt x="25117" y="36652"/>
                  </a:lnTo>
                  <a:lnTo>
                    <a:pt x="24890" y="36509"/>
                  </a:lnTo>
                  <a:lnTo>
                    <a:pt x="22951" y="35283"/>
                  </a:lnTo>
                  <a:lnTo>
                    <a:pt x="21892" y="34613"/>
                  </a:lnTo>
                  <a:lnTo>
                    <a:pt x="21688" y="34483"/>
                  </a:lnTo>
                  <a:lnTo>
                    <a:pt x="19507" y="33002"/>
                  </a:lnTo>
                  <a:lnTo>
                    <a:pt x="18719" y="32464"/>
                  </a:lnTo>
                  <a:lnTo>
                    <a:pt x="15373" y="30182"/>
                  </a:lnTo>
                  <a:lnTo>
                    <a:pt x="14437" y="29544"/>
                  </a:lnTo>
                  <a:lnTo>
                    <a:pt x="14012" y="29254"/>
                  </a:lnTo>
                  <a:lnTo>
                    <a:pt x="12994" y="28592"/>
                  </a:lnTo>
                  <a:lnTo>
                    <a:pt x="12499" y="28271"/>
                  </a:lnTo>
                  <a:lnTo>
                    <a:pt x="9844" y="26546"/>
                  </a:lnTo>
                  <a:lnTo>
                    <a:pt x="8142" y="25440"/>
                  </a:lnTo>
                  <a:lnTo>
                    <a:pt x="7961" y="25323"/>
                  </a:lnTo>
                  <a:lnTo>
                    <a:pt x="6794" y="24567"/>
                  </a:lnTo>
                  <a:lnTo>
                    <a:pt x="6169" y="24162"/>
                  </a:lnTo>
                  <a:lnTo>
                    <a:pt x="5471" y="23710"/>
                  </a:lnTo>
                  <a:lnTo>
                    <a:pt x="3992" y="22784"/>
                  </a:lnTo>
                  <a:lnTo>
                    <a:pt x="854" y="20821"/>
                  </a:lnTo>
                  <a:lnTo>
                    <a:pt x="0" y="20286"/>
                  </a:lnTo>
                  <a:lnTo>
                    <a:pt x="1620" y="18185"/>
                  </a:lnTo>
                  <a:lnTo>
                    <a:pt x="3196" y="17756"/>
                  </a:lnTo>
                  <a:lnTo>
                    <a:pt x="10329" y="15816"/>
                  </a:lnTo>
                  <a:lnTo>
                    <a:pt x="11820" y="15411"/>
                  </a:lnTo>
                  <a:lnTo>
                    <a:pt x="17434" y="13981"/>
                  </a:lnTo>
                  <a:lnTo>
                    <a:pt x="19662" y="13414"/>
                  </a:lnTo>
                  <a:lnTo>
                    <a:pt x="20802" y="13124"/>
                  </a:lnTo>
                  <a:lnTo>
                    <a:pt x="22318" y="12738"/>
                  </a:lnTo>
                  <a:lnTo>
                    <a:pt x="26770" y="11531"/>
                  </a:lnTo>
                  <a:lnTo>
                    <a:pt x="26916" y="11491"/>
                  </a:lnTo>
                  <a:lnTo>
                    <a:pt x="32790" y="9899"/>
                  </a:lnTo>
                  <a:lnTo>
                    <a:pt x="33163" y="9798"/>
                  </a:lnTo>
                  <a:lnTo>
                    <a:pt x="42507" y="7265"/>
                  </a:lnTo>
                  <a:lnTo>
                    <a:pt x="42661" y="7848"/>
                  </a:lnTo>
                  <a:lnTo>
                    <a:pt x="43204" y="9897"/>
                  </a:lnTo>
                  <a:lnTo>
                    <a:pt x="46460" y="8956"/>
                  </a:lnTo>
                  <a:lnTo>
                    <a:pt x="47104" y="8769"/>
                  </a:lnTo>
                  <a:lnTo>
                    <a:pt x="47511" y="8652"/>
                  </a:lnTo>
                  <a:lnTo>
                    <a:pt x="48065" y="8521"/>
                  </a:lnTo>
                  <a:lnTo>
                    <a:pt x="48382" y="8446"/>
                  </a:lnTo>
                  <a:lnTo>
                    <a:pt x="49070" y="8284"/>
                  </a:lnTo>
                  <a:lnTo>
                    <a:pt x="49629" y="8152"/>
                  </a:lnTo>
                  <a:lnTo>
                    <a:pt x="50362" y="7979"/>
                  </a:lnTo>
                  <a:lnTo>
                    <a:pt x="52287" y="7526"/>
                  </a:lnTo>
                  <a:lnTo>
                    <a:pt x="52543" y="7465"/>
                  </a:lnTo>
                  <a:lnTo>
                    <a:pt x="52766" y="7412"/>
                  </a:lnTo>
                  <a:lnTo>
                    <a:pt x="53098" y="7325"/>
                  </a:lnTo>
                  <a:lnTo>
                    <a:pt x="54424" y="6974"/>
                  </a:lnTo>
                  <a:lnTo>
                    <a:pt x="55087" y="6799"/>
                  </a:lnTo>
                  <a:lnTo>
                    <a:pt x="55909" y="6581"/>
                  </a:lnTo>
                  <a:lnTo>
                    <a:pt x="56612" y="6395"/>
                  </a:lnTo>
                  <a:lnTo>
                    <a:pt x="60731" y="5306"/>
                  </a:lnTo>
                  <a:lnTo>
                    <a:pt x="61587" y="5080"/>
                  </a:lnTo>
                  <a:lnTo>
                    <a:pt x="66878" y="3679"/>
                  </a:lnTo>
                  <a:lnTo>
                    <a:pt x="67201" y="3592"/>
                  </a:lnTo>
                  <a:lnTo>
                    <a:pt x="67528" y="3504"/>
                  </a:lnTo>
                  <a:lnTo>
                    <a:pt x="68217" y="3319"/>
                  </a:lnTo>
                  <a:lnTo>
                    <a:pt x="68428" y="3262"/>
                  </a:lnTo>
                  <a:lnTo>
                    <a:pt x="68695" y="3190"/>
                  </a:lnTo>
                  <a:lnTo>
                    <a:pt x="69044" y="3096"/>
                  </a:lnTo>
                  <a:lnTo>
                    <a:pt x="70010" y="2836"/>
                  </a:lnTo>
                  <a:lnTo>
                    <a:pt x="70377" y="2738"/>
                  </a:lnTo>
                  <a:lnTo>
                    <a:pt x="71123" y="2537"/>
                  </a:lnTo>
                  <a:lnTo>
                    <a:pt x="74976" y="1500"/>
                  </a:lnTo>
                  <a:lnTo>
                    <a:pt x="75566" y="1341"/>
                  </a:lnTo>
                  <a:lnTo>
                    <a:pt x="76121" y="1192"/>
                  </a:lnTo>
                  <a:lnTo>
                    <a:pt x="76793" y="1011"/>
                  </a:lnTo>
                  <a:lnTo>
                    <a:pt x="78020" y="681"/>
                  </a:lnTo>
                  <a:lnTo>
                    <a:pt x="78271" y="613"/>
                  </a:lnTo>
                  <a:lnTo>
                    <a:pt x="78953" y="429"/>
                  </a:lnTo>
                  <a:lnTo>
                    <a:pt x="79310" y="333"/>
                  </a:lnTo>
                  <a:lnTo>
                    <a:pt x="80085" y="125"/>
                  </a:lnTo>
                  <a:lnTo>
                    <a:pt x="80304" y="66"/>
                  </a:lnTo>
                  <a:lnTo>
                    <a:pt x="80551" y="0"/>
                  </a:lnTo>
                  <a:lnTo>
                    <a:pt x="81897" y="433"/>
                  </a:lnTo>
                  <a:lnTo>
                    <a:pt x="84437" y="1251"/>
                  </a:lnTo>
                  <a:lnTo>
                    <a:pt x="86895" y="2185"/>
                  </a:lnTo>
                  <a:lnTo>
                    <a:pt x="87251" y="2410"/>
                  </a:lnTo>
                  <a:lnTo>
                    <a:pt x="87650" y="2662"/>
                  </a:lnTo>
                  <a:lnTo>
                    <a:pt x="87815" y="2766"/>
                  </a:lnTo>
                  <a:lnTo>
                    <a:pt x="88447" y="3164"/>
                  </a:lnTo>
                  <a:lnTo>
                    <a:pt x="88839" y="3412"/>
                  </a:lnTo>
                  <a:lnTo>
                    <a:pt x="89430" y="3785"/>
                  </a:lnTo>
                  <a:lnTo>
                    <a:pt x="89725" y="3971"/>
                  </a:lnTo>
                  <a:lnTo>
                    <a:pt x="91595" y="6250"/>
                  </a:lnTo>
                  <a:lnTo>
                    <a:pt x="91807" y="650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7" name="pg146"/>
            <p:cNvSpPr/>
            <p:nvPr/>
          </p:nvSpPr>
          <p:spPr>
            <a:xfrm>
              <a:off x="4200182" y="5483668"/>
              <a:ext cx="78410" cy="105155"/>
            </a:xfrm>
            <a:custGeom>
              <a:avLst/>
              <a:pathLst>
                <a:path w="78410" h="105155">
                  <a:moveTo>
                    <a:pt x="68606" y="63966"/>
                  </a:moveTo>
                  <a:lnTo>
                    <a:pt x="65622" y="79985"/>
                  </a:lnTo>
                  <a:lnTo>
                    <a:pt x="63804" y="90049"/>
                  </a:lnTo>
                  <a:lnTo>
                    <a:pt x="62975" y="94549"/>
                  </a:lnTo>
                  <a:lnTo>
                    <a:pt x="62581" y="96688"/>
                  </a:lnTo>
                  <a:lnTo>
                    <a:pt x="61568" y="102195"/>
                  </a:lnTo>
                  <a:lnTo>
                    <a:pt x="61510" y="102505"/>
                  </a:lnTo>
                  <a:lnTo>
                    <a:pt x="61359" y="103326"/>
                  </a:lnTo>
                  <a:lnTo>
                    <a:pt x="60479" y="103159"/>
                  </a:lnTo>
                  <a:lnTo>
                    <a:pt x="60281" y="103121"/>
                  </a:lnTo>
                  <a:lnTo>
                    <a:pt x="59159" y="102908"/>
                  </a:lnTo>
                  <a:lnTo>
                    <a:pt x="58112" y="104250"/>
                  </a:lnTo>
                  <a:lnTo>
                    <a:pt x="57405" y="105155"/>
                  </a:lnTo>
                  <a:lnTo>
                    <a:pt x="57275" y="105120"/>
                  </a:lnTo>
                  <a:lnTo>
                    <a:pt x="54506" y="104378"/>
                  </a:lnTo>
                  <a:lnTo>
                    <a:pt x="54537" y="104232"/>
                  </a:lnTo>
                  <a:lnTo>
                    <a:pt x="55051" y="101850"/>
                  </a:lnTo>
                  <a:lnTo>
                    <a:pt x="55088" y="101464"/>
                  </a:lnTo>
                  <a:lnTo>
                    <a:pt x="55308" y="99192"/>
                  </a:lnTo>
                  <a:lnTo>
                    <a:pt x="55343" y="98827"/>
                  </a:lnTo>
                  <a:lnTo>
                    <a:pt x="55343" y="98512"/>
                  </a:lnTo>
                  <a:lnTo>
                    <a:pt x="55335" y="94209"/>
                  </a:lnTo>
                  <a:lnTo>
                    <a:pt x="55334" y="93912"/>
                  </a:lnTo>
                  <a:lnTo>
                    <a:pt x="54370" y="93786"/>
                  </a:lnTo>
                  <a:lnTo>
                    <a:pt x="52215" y="93505"/>
                  </a:lnTo>
                  <a:lnTo>
                    <a:pt x="50201" y="93243"/>
                  </a:lnTo>
                  <a:lnTo>
                    <a:pt x="49944" y="94697"/>
                  </a:lnTo>
                  <a:lnTo>
                    <a:pt x="49896" y="94967"/>
                  </a:lnTo>
                  <a:lnTo>
                    <a:pt x="46185" y="91290"/>
                  </a:lnTo>
                  <a:lnTo>
                    <a:pt x="45129" y="90243"/>
                  </a:lnTo>
                  <a:lnTo>
                    <a:pt x="41999" y="87142"/>
                  </a:lnTo>
                  <a:lnTo>
                    <a:pt x="35956" y="81863"/>
                  </a:lnTo>
                  <a:lnTo>
                    <a:pt x="35568" y="78869"/>
                  </a:lnTo>
                  <a:lnTo>
                    <a:pt x="33374" y="77193"/>
                  </a:lnTo>
                  <a:lnTo>
                    <a:pt x="31978" y="76127"/>
                  </a:lnTo>
                  <a:lnTo>
                    <a:pt x="31647" y="75874"/>
                  </a:lnTo>
                  <a:lnTo>
                    <a:pt x="31205" y="75537"/>
                  </a:lnTo>
                  <a:lnTo>
                    <a:pt x="31061" y="75427"/>
                  </a:lnTo>
                  <a:lnTo>
                    <a:pt x="28224" y="72819"/>
                  </a:lnTo>
                  <a:lnTo>
                    <a:pt x="26501" y="70806"/>
                  </a:lnTo>
                  <a:lnTo>
                    <a:pt x="25943" y="70154"/>
                  </a:lnTo>
                  <a:lnTo>
                    <a:pt x="22387" y="66001"/>
                  </a:lnTo>
                  <a:lnTo>
                    <a:pt x="21739" y="66514"/>
                  </a:lnTo>
                  <a:lnTo>
                    <a:pt x="18546" y="63327"/>
                  </a:lnTo>
                  <a:lnTo>
                    <a:pt x="17573" y="62361"/>
                  </a:lnTo>
                  <a:lnTo>
                    <a:pt x="17393" y="62182"/>
                  </a:lnTo>
                  <a:lnTo>
                    <a:pt x="16793" y="61586"/>
                  </a:lnTo>
                  <a:lnTo>
                    <a:pt x="11622" y="56454"/>
                  </a:lnTo>
                  <a:lnTo>
                    <a:pt x="12032" y="56056"/>
                  </a:lnTo>
                  <a:lnTo>
                    <a:pt x="12268" y="55827"/>
                  </a:lnTo>
                  <a:lnTo>
                    <a:pt x="14180" y="53968"/>
                  </a:lnTo>
                  <a:lnTo>
                    <a:pt x="15584" y="52603"/>
                  </a:lnTo>
                  <a:lnTo>
                    <a:pt x="16374" y="51748"/>
                  </a:lnTo>
                  <a:lnTo>
                    <a:pt x="18591" y="49345"/>
                  </a:lnTo>
                  <a:lnTo>
                    <a:pt x="19301" y="48257"/>
                  </a:lnTo>
                  <a:lnTo>
                    <a:pt x="17321" y="42677"/>
                  </a:lnTo>
                  <a:lnTo>
                    <a:pt x="16323" y="40894"/>
                  </a:lnTo>
                  <a:lnTo>
                    <a:pt x="15927" y="40185"/>
                  </a:lnTo>
                  <a:lnTo>
                    <a:pt x="15024" y="38572"/>
                  </a:lnTo>
                  <a:lnTo>
                    <a:pt x="13418" y="35702"/>
                  </a:lnTo>
                  <a:lnTo>
                    <a:pt x="12810" y="34616"/>
                  </a:lnTo>
                  <a:lnTo>
                    <a:pt x="12734" y="34479"/>
                  </a:lnTo>
                  <a:lnTo>
                    <a:pt x="12481" y="34028"/>
                  </a:lnTo>
                  <a:lnTo>
                    <a:pt x="12300" y="33704"/>
                  </a:lnTo>
                  <a:lnTo>
                    <a:pt x="4766" y="26743"/>
                  </a:lnTo>
                  <a:lnTo>
                    <a:pt x="4619" y="26607"/>
                  </a:lnTo>
                  <a:lnTo>
                    <a:pt x="3350" y="25461"/>
                  </a:lnTo>
                  <a:lnTo>
                    <a:pt x="0" y="22436"/>
                  </a:lnTo>
                  <a:lnTo>
                    <a:pt x="514" y="21913"/>
                  </a:lnTo>
                  <a:lnTo>
                    <a:pt x="4408" y="17917"/>
                  </a:lnTo>
                  <a:lnTo>
                    <a:pt x="4903" y="17411"/>
                  </a:lnTo>
                  <a:lnTo>
                    <a:pt x="10588" y="11596"/>
                  </a:lnTo>
                  <a:lnTo>
                    <a:pt x="10764" y="11416"/>
                  </a:lnTo>
                  <a:lnTo>
                    <a:pt x="11717" y="10369"/>
                  </a:lnTo>
                  <a:lnTo>
                    <a:pt x="14506" y="7603"/>
                  </a:lnTo>
                  <a:lnTo>
                    <a:pt x="15359" y="6757"/>
                  </a:lnTo>
                  <a:lnTo>
                    <a:pt x="15988" y="6133"/>
                  </a:lnTo>
                  <a:lnTo>
                    <a:pt x="16692" y="5435"/>
                  </a:lnTo>
                  <a:lnTo>
                    <a:pt x="18309" y="3832"/>
                  </a:lnTo>
                  <a:lnTo>
                    <a:pt x="19819" y="2336"/>
                  </a:lnTo>
                  <a:lnTo>
                    <a:pt x="20274" y="1884"/>
                  </a:lnTo>
                  <a:lnTo>
                    <a:pt x="20981" y="1183"/>
                  </a:lnTo>
                  <a:lnTo>
                    <a:pt x="21548" y="621"/>
                  </a:lnTo>
                  <a:lnTo>
                    <a:pt x="21930" y="243"/>
                  </a:lnTo>
                  <a:lnTo>
                    <a:pt x="22178" y="0"/>
                  </a:lnTo>
                  <a:lnTo>
                    <a:pt x="25591" y="3169"/>
                  </a:lnTo>
                  <a:lnTo>
                    <a:pt x="26005" y="3554"/>
                  </a:lnTo>
                  <a:lnTo>
                    <a:pt x="26255" y="3596"/>
                  </a:lnTo>
                  <a:lnTo>
                    <a:pt x="26972" y="3718"/>
                  </a:lnTo>
                  <a:lnTo>
                    <a:pt x="28746" y="4018"/>
                  </a:lnTo>
                  <a:lnTo>
                    <a:pt x="29359" y="4122"/>
                  </a:lnTo>
                  <a:lnTo>
                    <a:pt x="30581" y="4329"/>
                  </a:lnTo>
                  <a:lnTo>
                    <a:pt x="33094" y="4755"/>
                  </a:lnTo>
                  <a:lnTo>
                    <a:pt x="36138" y="5270"/>
                  </a:lnTo>
                  <a:lnTo>
                    <a:pt x="38658" y="5697"/>
                  </a:lnTo>
                  <a:lnTo>
                    <a:pt x="41178" y="6124"/>
                  </a:lnTo>
                  <a:lnTo>
                    <a:pt x="43366" y="6494"/>
                  </a:lnTo>
                  <a:lnTo>
                    <a:pt x="44217" y="6641"/>
                  </a:lnTo>
                  <a:lnTo>
                    <a:pt x="46543" y="7044"/>
                  </a:lnTo>
                  <a:lnTo>
                    <a:pt x="47286" y="7173"/>
                  </a:lnTo>
                  <a:lnTo>
                    <a:pt x="48105" y="7315"/>
                  </a:lnTo>
                  <a:lnTo>
                    <a:pt x="49440" y="7546"/>
                  </a:lnTo>
                  <a:lnTo>
                    <a:pt x="50246" y="7686"/>
                  </a:lnTo>
                  <a:lnTo>
                    <a:pt x="50799" y="7782"/>
                  </a:lnTo>
                  <a:lnTo>
                    <a:pt x="51286" y="7866"/>
                  </a:lnTo>
                  <a:lnTo>
                    <a:pt x="51857" y="7965"/>
                  </a:lnTo>
                  <a:lnTo>
                    <a:pt x="52348" y="8050"/>
                  </a:lnTo>
                  <a:lnTo>
                    <a:pt x="53115" y="8183"/>
                  </a:lnTo>
                  <a:lnTo>
                    <a:pt x="53768" y="8296"/>
                  </a:lnTo>
                  <a:lnTo>
                    <a:pt x="55799" y="8648"/>
                  </a:lnTo>
                  <a:lnTo>
                    <a:pt x="56131" y="8699"/>
                  </a:lnTo>
                  <a:lnTo>
                    <a:pt x="56803" y="8804"/>
                  </a:lnTo>
                  <a:lnTo>
                    <a:pt x="57298" y="8880"/>
                  </a:lnTo>
                  <a:lnTo>
                    <a:pt x="57908" y="8975"/>
                  </a:lnTo>
                  <a:lnTo>
                    <a:pt x="58596" y="9082"/>
                  </a:lnTo>
                  <a:lnTo>
                    <a:pt x="59222" y="9179"/>
                  </a:lnTo>
                  <a:lnTo>
                    <a:pt x="61796" y="9578"/>
                  </a:lnTo>
                  <a:lnTo>
                    <a:pt x="67347" y="10438"/>
                  </a:lnTo>
                  <a:lnTo>
                    <a:pt x="68033" y="10545"/>
                  </a:lnTo>
                  <a:lnTo>
                    <a:pt x="68792" y="10662"/>
                  </a:lnTo>
                  <a:lnTo>
                    <a:pt x="69344" y="10748"/>
                  </a:lnTo>
                  <a:lnTo>
                    <a:pt x="70765" y="11053"/>
                  </a:lnTo>
                  <a:lnTo>
                    <a:pt x="71241" y="11155"/>
                  </a:lnTo>
                  <a:lnTo>
                    <a:pt x="73474" y="11633"/>
                  </a:lnTo>
                  <a:lnTo>
                    <a:pt x="78410" y="12691"/>
                  </a:lnTo>
                  <a:lnTo>
                    <a:pt x="77588" y="16788"/>
                  </a:lnTo>
                  <a:lnTo>
                    <a:pt x="77173" y="18859"/>
                  </a:lnTo>
                  <a:lnTo>
                    <a:pt x="76904" y="20201"/>
                  </a:lnTo>
                  <a:lnTo>
                    <a:pt x="75979" y="24811"/>
                  </a:lnTo>
                  <a:lnTo>
                    <a:pt x="75253" y="28434"/>
                  </a:lnTo>
                  <a:lnTo>
                    <a:pt x="75149" y="28949"/>
                  </a:lnTo>
                  <a:lnTo>
                    <a:pt x="73462" y="37912"/>
                  </a:lnTo>
                  <a:lnTo>
                    <a:pt x="73272" y="38919"/>
                  </a:lnTo>
                  <a:lnTo>
                    <a:pt x="73226" y="39164"/>
                  </a:lnTo>
                  <a:lnTo>
                    <a:pt x="72191" y="44719"/>
                  </a:lnTo>
                  <a:lnTo>
                    <a:pt x="71091" y="50625"/>
                  </a:lnTo>
                  <a:lnTo>
                    <a:pt x="70610" y="53208"/>
                  </a:lnTo>
                  <a:lnTo>
                    <a:pt x="70038" y="56264"/>
                  </a:lnTo>
                  <a:lnTo>
                    <a:pt x="70002" y="56452"/>
                  </a:lnTo>
                  <a:lnTo>
                    <a:pt x="69945" y="56761"/>
                  </a:lnTo>
                  <a:lnTo>
                    <a:pt x="69882" y="57036"/>
                  </a:lnTo>
                  <a:lnTo>
                    <a:pt x="69244" y="6050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8" name="pg147"/>
            <p:cNvSpPr/>
            <p:nvPr/>
          </p:nvSpPr>
          <p:spPr>
            <a:xfrm>
              <a:off x="4172543" y="5540123"/>
              <a:ext cx="88998" cy="111116"/>
            </a:xfrm>
            <a:custGeom>
              <a:avLst/>
              <a:pathLst>
                <a:path w="88998" h="111116">
                  <a:moveTo>
                    <a:pt x="46185" y="6872"/>
                  </a:moveTo>
                  <a:lnTo>
                    <a:pt x="49378" y="10059"/>
                  </a:lnTo>
                  <a:lnTo>
                    <a:pt x="50025" y="9546"/>
                  </a:lnTo>
                  <a:lnTo>
                    <a:pt x="53581" y="13699"/>
                  </a:lnTo>
                  <a:lnTo>
                    <a:pt x="54140" y="14352"/>
                  </a:lnTo>
                  <a:lnTo>
                    <a:pt x="55865" y="16366"/>
                  </a:lnTo>
                  <a:lnTo>
                    <a:pt x="58699" y="18972"/>
                  </a:lnTo>
                  <a:lnTo>
                    <a:pt x="58844" y="19082"/>
                  </a:lnTo>
                  <a:lnTo>
                    <a:pt x="59286" y="19420"/>
                  </a:lnTo>
                  <a:lnTo>
                    <a:pt x="59617" y="19672"/>
                  </a:lnTo>
                  <a:lnTo>
                    <a:pt x="61099" y="20804"/>
                  </a:lnTo>
                  <a:lnTo>
                    <a:pt x="63207" y="22414"/>
                  </a:lnTo>
                  <a:lnTo>
                    <a:pt x="63594" y="25409"/>
                  </a:lnTo>
                  <a:lnTo>
                    <a:pt x="69638" y="30688"/>
                  </a:lnTo>
                  <a:lnTo>
                    <a:pt x="72841" y="33861"/>
                  </a:lnTo>
                  <a:lnTo>
                    <a:pt x="73824" y="34835"/>
                  </a:lnTo>
                  <a:lnTo>
                    <a:pt x="77535" y="38512"/>
                  </a:lnTo>
                  <a:lnTo>
                    <a:pt x="77582" y="38242"/>
                  </a:lnTo>
                  <a:lnTo>
                    <a:pt x="77927" y="36799"/>
                  </a:lnTo>
                  <a:lnTo>
                    <a:pt x="79853" y="37050"/>
                  </a:lnTo>
                  <a:lnTo>
                    <a:pt x="82009" y="37331"/>
                  </a:lnTo>
                  <a:lnTo>
                    <a:pt x="82973" y="37457"/>
                  </a:lnTo>
                  <a:lnTo>
                    <a:pt x="82973" y="37805"/>
                  </a:lnTo>
                  <a:lnTo>
                    <a:pt x="82982" y="42131"/>
                  </a:lnTo>
                  <a:lnTo>
                    <a:pt x="82982" y="42372"/>
                  </a:lnTo>
                  <a:lnTo>
                    <a:pt x="82947" y="42737"/>
                  </a:lnTo>
                  <a:lnTo>
                    <a:pt x="82727" y="45009"/>
                  </a:lnTo>
                  <a:lnTo>
                    <a:pt x="82689" y="45396"/>
                  </a:lnTo>
                  <a:lnTo>
                    <a:pt x="82176" y="47777"/>
                  </a:lnTo>
                  <a:lnTo>
                    <a:pt x="82144" y="47923"/>
                  </a:lnTo>
                  <a:lnTo>
                    <a:pt x="84914" y="48665"/>
                  </a:lnTo>
                  <a:lnTo>
                    <a:pt x="85044" y="48700"/>
                  </a:lnTo>
                  <a:lnTo>
                    <a:pt x="85750" y="47795"/>
                  </a:lnTo>
                  <a:lnTo>
                    <a:pt x="86798" y="46453"/>
                  </a:lnTo>
                  <a:lnTo>
                    <a:pt x="87920" y="46667"/>
                  </a:lnTo>
                  <a:lnTo>
                    <a:pt x="88117" y="46704"/>
                  </a:lnTo>
                  <a:lnTo>
                    <a:pt x="88998" y="46872"/>
                  </a:lnTo>
                  <a:lnTo>
                    <a:pt x="88799" y="47953"/>
                  </a:lnTo>
                  <a:lnTo>
                    <a:pt x="88693" y="48529"/>
                  </a:lnTo>
                  <a:lnTo>
                    <a:pt x="87520" y="54899"/>
                  </a:lnTo>
                  <a:lnTo>
                    <a:pt x="87206" y="56601"/>
                  </a:lnTo>
                  <a:lnTo>
                    <a:pt x="87144" y="56942"/>
                  </a:lnTo>
                  <a:lnTo>
                    <a:pt x="86992" y="57765"/>
                  </a:lnTo>
                  <a:lnTo>
                    <a:pt x="85525" y="65737"/>
                  </a:lnTo>
                  <a:lnTo>
                    <a:pt x="84839" y="69458"/>
                  </a:lnTo>
                  <a:lnTo>
                    <a:pt x="84706" y="70182"/>
                  </a:lnTo>
                  <a:lnTo>
                    <a:pt x="83997" y="74032"/>
                  </a:lnTo>
                  <a:lnTo>
                    <a:pt x="82761" y="80746"/>
                  </a:lnTo>
                  <a:lnTo>
                    <a:pt x="82508" y="82122"/>
                  </a:lnTo>
                  <a:lnTo>
                    <a:pt x="81627" y="86908"/>
                  </a:lnTo>
                  <a:lnTo>
                    <a:pt x="81120" y="89950"/>
                  </a:lnTo>
                  <a:lnTo>
                    <a:pt x="79113" y="100827"/>
                  </a:lnTo>
                  <a:lnTo>
                    <a:pt x="78899" y="100823"/>
                  </a:lnTo>
                  <a:lnTo>
                    <a:pt x="75919" y="100769"/>
                  </a:lnTo>
                  <a:lnTo>
                    <a:pt x="74021" y="100688"/>
                  </a:lnTo>
                  <a:lnTo>
                    <a:pt x="65436" y="100322"/>
                  </a:lnTo>
                  <a:lnTo>
                    <a:pt x="58481" y="99968"/>
                  </a:lnTo>
                  <a:lnTo>
                    <a:pt x="57642" y="99925"/>
                  </a:lnTo>
                  <a:lnTo>
                    <a:pt x="57021" y="99893"/>
                  </a:lnTo>
                  <a:lnTo>
                    <a:pt x="54874" y="101265"/>
                  </a:lnTo>
                  <a:lnTo>
                    <a:pt x="52399" y="102994"/>
                  </a:lnTo>
                  <a:lnTo>
                    <a:pt x="52033" y="103155"/>
                  </a:lnTo>
                  <a:lnTo>
                    <a:pt x="51288" y="103483"/>
                  </a:lnTo>
                  <a:lnTo>
                    <a:pt x="50568" y="103799"/>
                  </a:lnTo>
                  <a:lnTo>
                    <a:pt x="48367" y="103692"/>
                  </a:lnTo>
                  <a:lnTo>
                    <a:pt x="43657" y="104177"/>
                  </a:lnTo>
                  <a:lnTo>
                    <a:pt x="39721" y="107159"/>
                  </a:lnTo>
                  <a:lnTo>
                    <a:pt x="36836" y="108703"/>
                  </a:lnTo>
                  <a:lnTo>
                    <a:pt x="35943" y="111116"/>
                  </a:lnTo>
                  <a:lnTo>
                    <a:pt x="33036" y="110385"/>
                  </a:lnTo>
                  <a:lnTo>
                    <a:pt x="25539" y="107839"/>
                  </a:lnTo>
                  <a:lnTo>
                    <a:pt x="23794" y="106464"/>
                  </a:lnTo>
                  <a:lnTo>
                    <a:pt x="22930" y="105480"/>
                  </a:lnTo>
                  <a:lnTo>
                    <a:pt x="22675" y="104919"/>
                  </a:lnTo>
                  <a:lnTo>
                    <a:pt x="22333" y="104168"/>
                  </a:lnTo>
                  <a:lnTo>
                    <a:pt x="24599" y="103482"/>
                  </a:lnTo>
                  <a:lnTo>
                    <a:pt x="25778" y="103464"/>
                  </a:lnTo>
                  <a:lnTo>
                    <a:pt x="27905" y="103431"/>
                  </a:lnTo>
                  <a:lnTo>
                    <a:pt x="29445" y="103407"/>
                  </a:lnTo>
                  <a:lnTo>
                    <a:pt x="30465" y="103357"/>
                  </a:lnTo>
                  <a:lnTo>
                    <a:pt x="31249" y="103094"/>
                  </a:lnTo>
                  <a:lnTo>
                    <a:pt x="32106" y="102195"/>
                  </a:lnTo>
                  <a:lnTo>
                    <a:pt x="30127" y="96211"/>
                  </a:lnTo>
                  <a:lnTo>
                    <a:pt x="29989" y="95665"/>
                  </a:lnTo>
                  <a:lnTo>
                    <a:pt x="29798" y="94909"/>
                  </a:lnTo>
                  <a:lnTo>
                    <a:pt x="28325" y="89089"/>
                  </a:lnTo>
                  <a:lnTo>
                    <a:pt x="29915" y="87425"/>
                  </a:lnTo>
                  <a:lnTo>
                    <a:pt x="35802" y="81263"/>
                  </a:lnTo>
                  <a:lnTo>
                    <a:pt x="36662" y="80363"/>
                  </a:lnTo>
                  <a:lnTo>
                    <a:pt x="38636" y="78297"/>
                  </a:lnTo>
                  <a:lnTo>
                    <a:pt x="38836" y="77792"/>
                  </a:lnTo>
                  <a:lnTo>
                    <a:pt x="36246" y="75201"/>
                  </a:lnTo>
                  <a:lnTo>
                    <a:pt x="32888" y="71841"/>
                  </a:lnTo>
                  <a:lnTo>
                    <a:pt x="32697" y="71650"/>
                  </a:lnTo>
                  <a:lnTo>
                    <a:pt x="32055" y="71009"/>
                  </a:lnTo>
                  <a:lnTo>
                    <a:pt x="27728" y="66979"/>
                  </a:lnTo>
                  <a:lnTo>
                    <a:pt x="27183" y="66451"/>
                  </a:lnTo>
                  <a:lnTo>
                    <a:pt x="24548" y="63479"/>
                  </a:lnTo>
                  <a:lnTo>
                    <a:pt x="23923" y="62774"/>
                  </a:lnTo>
                  <a:lnTo>
                    <a:pt x="23348" y="62205"/>
                  </a:lnTo>
                  <a:lnTo>
                    <a:pt x="20014" y="58908"/>
                  </a:lnTo>
                  <a:lnTo>
                    <a:pt x="17338" y="56263"/>
                  </a:lnTo>
                  <a:lnTo>
                    <a:pt x="15552" y="54221"/>
                  </a:lnTo>
                  <a:lnTo>
                    <a:pt x="10999" y="49018"/>
                  </a:lnTo>
                  <a:lnTo>
                    <a:pt x="9468" y="47538"/>
                  </a:lnTo>
                  <a:lnTo>
                    <a:pt x="5883" y="44073"/>
                  </a:lnTo>
                  <a:lnTo>
                    <a:pt x="5745" y="43923"/>
                  </a:lnTo>
                  <a:lnTo>
                    <a:pt x="4825" y="42923"/>
                  </a:lnTo>
                  <a:lnTo>
                    <a:pt x="4550" y="42624"/>
                  </a:lnTo>
                  <a:lnTo>
                    <a:pt x="1178" y="38959"/>
                  </a:lnTo>
                  <a:lnTo>
                    <a:pt x="0" y="37669"/>
                  </a:lnTo>
                  <a:lnTo>
                    <a:pt x="3572" y="34242"/>
                  </a:lnTo>
                  <a:lnTo>
                    <a:pt x="3952" y="33877"/>
                  </a:lnTo>
                  <a:lnTo>
                    <a:pt x="8076" y="29920"/>
                  </a:lnTo>
                  <a:lnTo>
                    <a:pt x="8366" y="29642"/>
                  </a:lnTo>
                  <a:lnTo>
                    <a:pt x="9363" y="28685"/>
                  </a:lnTo>
                  <a:lnTo>
                    <a:pt x="12956" y="25238"/>
                  </a:lnTo>
                  <a:lnTo>
                    <a:pt x="13287" y="24920"/>
                  </a:lnTo>
                  <a:lnTo>
                    <a:pt x="18302" y="20109"/>
                  </a:lnTo>
                  <a:lnTo>
                    <a:pt x="18502" y="19917"/>
                  </a:lnTo>
                  <a:lnTo>
                    <a:pt x="18711" y="19716"/>
                  </a:lnTo>
                  <a:lnTo>
                    <a:pt x="23716" y="14914"/>
                  </a:lnTo>
                  <a:lnTo>
                    <a:pt x="23975" y="14666"/>
                  </a:lnTo>
                  <a:lnTo>
                    <a:pt x="28224" y="10589"/>
                  </a:lnTo>
                  <a:lnTo>
                    <a:pt x="28402" y="10418"/>
                  </a:lnTo>
                  <a:lnTo>
                    <a:pt x="28885" y="9955"/>
                  </a:lnTo>
                  <a:lnTo>
                    <a:pt x="29094" y="9754"/>
                  </a:lnTo>
                  <a:lnTo>
                    <a:pt x="29431" y="9431"/>
                  </a:lnTo>
                  <a:lnTo>
                    <a:pt x="29611" y="9258"/>
                  </a:lnTo>
                  <a:lnTo>
                    <a:pt x="34401" y="4662"/>
                  </a:lnTo>
                  <a:lnTo>
                    <a:pt x="34786" y="4293"/>
                  </a:lnTo>
                  <a:lnTo>
                    <a:pt x="37972" y="1236"/>
                  </a:lnTo>
                  <a:lnTo>
                    <a:pt x="39261" y="0"/>
                  </a:lnTo>
                  <a:lnTo>
                    <a:pt x="44519" y="5219"/>
                  </a:lnTo>
                  <a:lnTo>
                    <a:pt x="45032" y="5727"/>
                  </a:lnTo>
                  <a:lnTo>
                    <a:pt x="45212" y="590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49" name="pg148"/>
            <p:cNvSpPr/>
            <p:nvPr/>
          </p:nvSpPr>
          <p:spPr>
            <a:xfrm>
              <a:off x="4100183" y="5482701"/>
              <a:ext cx="119301" cy="106582"/>
            </a:xfrm>
            <a:custGeom>
              <a:avLst/>
              <a:pathLst>
                <a:path w="119301" h="106582">
                  <a:moveTo>
                    <a:pt x="85239" y="82735"/>
                  </a:moveTo>
                  <a:lnTo>
                    <a:pt x="81724" y="86107"/>
                  </a:lnTo>
                  <a:lnTo>
                    <a:pt x="80726" y="87064"/>
                  </a:lnTo>
                  <a:lnTo>
                    <a:pt x="80437" y="87342"/>
                  </a:lnTo>
                  <a:lnTo>
                    <a:pt x="76313" y="91299"/>
                  </a:lnTo>
                  <a:lnTo>
                    <a:pt x="75830" y="91762"/>
                  </a:lnTo>
                  <a:lnTo>
                    <a:pt x="72355" y="95097"/>
                  </a:lnTo>
                  <a:lnTo>
                    <a:pt x="71102" y="96275"/>
                  </a:lnTo>
                  <a:lnTo>
                    <a:pt x="66204" y="100881"/>
                  </a:lnTo>
                  <a:lnTo>
                    <a:pt x="62959" y="103933"/>
                  </a:lnTo>
                  <a:lnTo>
                    <a:pt x="60140" y="106582"/>
                  </a:lnTo>
                  <a:lnTo>
                    <a:pt x="51271" y="98289"/>
                  </a:lnTo>
                  <a:lnTo>
                    <a:pt x="50019" y="97305"/>
                  </a:lnTo>
                  <a:lnTo>
                    <a:pt x="46473" y="94519"/>
                  </a:lnTo>
                  <a:lnTo>
                    <a:pt x="40917" y="91313"/>
                  </a:lnTo>
                  <a:lnTo>
                    <a:pt x="39275" y="91073"/>
                  </a:lnTo>
                  <a:lnTo>
                    <a:pt x="38152" y="90908"/>
                  </a:lnTo>
                  <a:lnTo>
                    <a:pt x="34113" y="88963"/>
                  </a:lnTo>
                  <a:lnTo>
                    <a:pt x="27875" y="83630"/>
                  </a:lnTo>
                  <a:lnTo>
                    <a:pt x="18586" y="93222"/>
                  </a:lnTo>
                  <a:lnTo>
                    <a:pt x="9091" y="83911"/>
                  </a:lnTo>
                  <a:lnTo>
                    <a:pt x="0" y="74995"/>
                  </a:lnTo>
                  <a:lnTo>
                    <a:pt x="211" y="74782"/>
                  </a:lnTo>
                  <a:lnTo>
                    <a:pt x="9198" y="65729"/>
                  </a:lnTo>
                  <a:lnTo>
                    <a:pt x="9873" y="65049"/>
                  </a:lnTo>
                  <a:lnTo>
                    <a:pt x="18674" y="56182"/>
                  </a:lnTo>
                  <a:lnTo>
                    <a:pt x="18818" y="56037"/>
                  </a:lnTo>
                  <a:lnTo>
                    <a:pt x="19231" y="55621"/>
                  </a:lnTo>
                  <a:lnTo>
                    <a:pt x="28253" y="46532"/>
                  </a:lnTo>
                  <a:lnTo>
                    <a:pt x="28538" y="46245"/>
                  </a:lnTo>
                  <a:lnTo>
                    <a:pt x="37570" y="37146"/>
                  </a:lnTo>
                  <a:lnTo>
                    <a:pt x="38073" y="36935"/>
                  </a:lnTo>
                  <a:lnTo>
                    <a:pt x="43100" y="31814"/>
                  </a:lnTo>
                  <a:lnTo>
                    <a:pt x="48295" y="26522"/>
                  </a:lnTo>
                  <a:lnTo>
                    <a:pt x="53368" y="21353"/>
                  </a:lnTo>
                  <a:lnTo>
                    <a:pt x="58727" y="15894"/>
                  </a:lnTo>
                  <a:lnTo>
                    <a:pt x="58882" y="15735"/>
                  </a:lnTo>
                  <a:lnTo>
                    <a:pt x="60725" y="13940"/>
                  </a:lnTo>
                  <a:lnTo>
                    <a:pt x="64086" y="10664"/>
                  </a:lnTo>
                  <a:lnTo>
                    <a:pt x="68945" y="5929"/>
                  </a:lnTo>
                  <a:lnTo>
                    <a:pt x="69437" y="5449"/>
                  </a:lnTo>
                  <a:lnTo>
                    <a:pt x="71568" y="3372"/>
                  </a:lnTo>
                  <a:lnTo>
                    <a:pt x="74228" y="780"/>
                  </a:lnTo>
                  <a:lnTo>
                    <a:pt x="75008" y="0"/>
                  </a:lnTo>
                  <a:lnTo>
                    <a:pt x="75228" y="208"/>
                  </a:lnTo>
                  <a:lnTo>
                    <a:pt x="83929" y="8473"/>
                  </a:lnTo>
                  <a:lnTo>
                    <a:pt x="84275" y="8811"/>
                  </a:lnTo>
                  <a:lnTo>
                    <a:pt x="84607" y="9137"/>
                  </a:lnTo>
                  <a:lnTo>
                    <a:pt x="84939" y="9462"/>
                  </a:lnTo>
                  <a:lnTo>
                    <a:pt x="85358" y="9873"/>
                  </a:lnTo>
                  <a:lnTo>
                    <a:pt x="86523" y="10947"/>
                  </a:lnTo>
                  <a:lnTo>
                    <a:pt x="93214" y="17117"/>
                  </a:lnTo>
                  <a:lnTo>
                    <a:pt x="94501" y="18304"/>
                  </a:lnTo>
                  <a:lnTo>
                    <a:pt x="94892" y="18668"/>
                  </a:lnTo>
                  <a:lnTo>
                    <a:pt x="95196" y="18951"/>
                  </a:lnTo>
                  <a:lnTo>
                    <a:pt x="97761" y="21334"/>
                  </a:lnTo>
                  <a:lnTo>
                    <a:pt x="99999" y="23403"/>
                  </a:lnTo>
                  <a:lnTo>
                    <a:pt x="103443" y="26513"/>
                  </a:lnTo>
                  <a:lnTo>
                    <a:pt x="104618" y="27574"/>
                  </a:lnTo>
                  <a:lnTo>
                    <a:pt x="104765" y="27710"/>
                  </a:lnTo>
                  <a:lnTo>
                    <a:pt x="112299" y="34671"/>
                  </a:lnTo>
                  <a:lnTo>
                    <a:pt x="112480" y="34995"/>
                  </a:lnTo>
                  <a:lnTo>
                    <a:pt x="112733" y="35447"/>
                  </a:lnTo>
                  <a:lnTo>
                    <a:pt x="112817" y="35598"/>
                  </a:lnTo>
                  <a:lnTo>
                    <a:pt x="113417" y="36669"/>
                  </a:lnTo>
                  <a:lnTo>
                    <a:pt x="115065" y="39614"/>
                  </a:lnTo>
                  <a:lnTo>
                    <a:pt x="115931" y="41161"/>
                  </a:lnTo>
                  <a:lnTo>
                    <a:pt x="116382" y="41968"/>
                  </a:lnTo>
                  <a:lnTo>
                    <a:pt x="117320" y="43645"/>
                  </a:lnTo>
                  <a:lnTo>
                    <a:pt x="119301" y="49225"/>
                  </a:lnTo>
                  <a:lnTo>
                    <a:pt x="118591" y="50313"/>
                  </a:lnTo>
                  <a:lnTo>
                    <a:pt x="116373" y="52715"/>
                  </a:lnTo>
                  <a:lnTo>
                    <a:pt x="115584" y="53571"/>
                  </a:lnTo>
                  <a:lnTo>
                    <a:pt x="114179" y="54936"/>
                  </a:lnTo>
                  <a:lnTo>
                    <a:pt x="112267" y="56794"/>
                  </a:lnTo>
                  <a:lnTo>
                    <a:pt x="112031" y="57024"/>
                  </a:lnTo>
                  <a:lnTo>
                    <a:pt x="111622" y="57422"/>
                  </a:lnTo>
                  <a:lnTo>
                    <a:pt x="110333" y="58658"/>
                  </a:lnTo>
                  <a:lnTo>
                    <a:pt x="107147" y="61715"/>
                  </a:lnTo>
                  <a:lnTo>
                    <a:pt x="106762" y="62084"/>
                  </a:lnTo>
                  <a:lnTo>
                    <a:pt x="101972" y="66680"/>
                  </a:lnTo>
                  <a:lnTo>
                    <a:pt x="101792" y="66853"/>
                  </a:lnTo>
                  <a:lnTo>
                    <a:pt x="101455" y="67176"/>
                  </a:lnTo>
                  <a:lnTo>
                    <a:pt x="101245" y="67377"/>
                  </a:lnTo>
                  <a:lnTo>
                    <a:pt x="100763" y="67840"/>
                  </a:lnTo>
                  <a:lnTo>
                    <a:pt x="100529" y="68065"/>
                  </a:lnTo>
                  <a:lnTo>
                    <a:pt x="96336" y="72088"/>
                  </a:lnTo>
                  <a:lnTo>
                    <a:pt x="96077" y="72336"/>
                  </a:lnTo>
                  <a:lnTo>
                    <a:pt x="91072" y="77138"/>
                  </a:lnTo>
                  <a:lnTo>
                    <a:pt x="90862" y="77339"/>
                  </a:lnTo>
                  <a:lnTo>
                    <a:pt x="90663" y="77531"/>
                  </a:lnTo>
                  <a:lnTo>
                    <a:pt x="85648" y="8234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0" name="pg149"/>
            <p:cNvSpPr/>
            <p:nvPr/>
          </p:nvSpPr>
          <p:spPr>
            <a:xfrm>
              <a:off x="4033312" y="5447243"/>
              <a:ext cx="141879" cy="110328"/>
            </a:xfrm>
            <a:custGeom>
              <a:avLst/>
              <a:pathLst>
                <a:path w="141879" h="110328">
                  <a:moveTo>
                    <a:pt x="141098" y="36238"/>
                  </a:moveTo>
                  <a:lnTo>
                    <a:pt x="138438" y="38830"/>
                  </a:lnTo>
                  <a:lnTo>
                    <a:pt x="136260" y="40953"/>
                  </a:lnTo>
                  <a:lnTo>
                    <a:pt x="135815" y="41386"/>
                  </a:lnTo>
                  <a:lnTo>
                    <a:pt x="130945" y="46132"/>
                  </a:lnTo>
                  <a:lnTo>
                    <a:pt x="127595" y="49398"/>
                  </a:lnTo>
                  <a:lnTo>
                    <a:pt x="125753" y="51193"/>
                  </a:lnTo>
                  <a:lnTo>
                    <a:pt x="125597" y="51351"/>
                  </a:lnTo>
                  <a:lnTo>
                    <a:pt x="120239" y="56810"/>
                  </a:lnTo>
                  <a:lnTo>
                    <a:pt x="115095" y="62050"/>
                  </a:lnTo>
                  <a:lnTo>
                    <a:pt x="109970" y="67272"/>
                  </a:lnTo>
                  <a:lnTo>
                    <a:pt x="104943" y="72393"/>
                  </a:lnTo>
                  <a:lnTo>
                    <a:pt x="104409" y="72635"/>
                  </a:lnTo>
                  <a:lnTo>
                    <a:pt x="95409" y="81702"/>
                  </a:lnTo>
                  <a:lnTo>
                    <a:pt x="94901" y="82214"/>
                  </a:lnTo>
                  <a:lnTo>
                    <a:pt x="86102" y="91078"/>
                  </a:lnTo>
                  <a:lnTo>
                    <a:pt x="85689" y="91494"/>
                  </a:lnTo>
                  <a:lnTo>
                    <a:pt x="85545" y="91640"/>
                  </a:lnTo>
                  <a:lnTo>
                    <a:pt x="76743" y="100506"/>
                  </a:lnTo>
                  <a:lnTo>
                    <a:pt x="76068" y="101186"/>
                  </a:lnTo>
                  <a:lnTo>
                    <a:pt x="67081" y="110239"/>
                  </a:lnTo>
                  <a:lnTo>
                    <a:pt x="66743" y="110328"/>
                  </a:lnTo>
                  <a:lnTo>
                    <a:pt x="58589" y="102343"/>
                  </a:lnTo>
                  <a:lnTo>
                    <a:pt x="57675" y="101477"/>
                  </a:lnTo>
                  <a:lnTo>
                    <a:pt x="49411" y="93654"/>
                  </a:lnTo>
                  <a:lnTo>
                    <a:pt x="48306" y="92639"/>
                  </a:lnTo>
                  <a:lnTo>
                    <a:pt x="43659" y="88367"/>
                  </a:lnTo>
                  <a:lnTo>
                    <a:pt x="39669" y="84548"/>
                  </a:lnTo>
                  <a:lnTo>
                    <a:pt x="39029" y="83958"/>
                  </a:lnTo>
                  <a:lnTo>
                    <a:pt x="35875" y="81048"/>
                  </a:lnTo>
                  <a:lnTo>
                    <a:pt x="30490" y="75933"/>
                  </a:lnTo>
                  <a:lnTo>
                    <a:pt x="29490" y="75001"/>
                  </a:lnTo>
                  <a:lnTo>
                    <a:pt x="20137" y="66289"/>
                  </a:lnTo>
                  <a:lnTo>
                    <a:pt x="19015" y="65223"/>
                  </a:lnTo>
                  <a:lnTo>
                    <a:pt x="17109" y="63412"/>
                  </a:lnTo>
                  <a:lnTo>
                    <a:pt x="10322" y="56963"/>
                  </a:lnTo>
                  <a:lnTo>
                    <a:pt x="9963" y="56642"/>
                  </a:lnTo>
                  <a:lnTo>
                    <a:pt x="9822" y="56516"/>
                  </a:lnTo>
                  <a:lnTo>
                    <a:pt x="0" y="47697"/>
                  </a:lnTo>
                  <a:lnTo>
                    <a:pt x="8215" y="38090"/>
                  </a:lnTo>
                  <a:lnTo>
                    <a:pt x="8367" y="37913"/>
                  </a:lnTo>
                  <a:lnTo>
                    <a:pt x="8514" y="37741"/>
                  </a:lnTo>
                  <a:lnTo>
                    <a:pt x="16810" y="28404"/>
                  </a:lnTo>
                  <a:lnTo>
                    <a:pt x="16978" y="28219"/>
                  </a:lnTo>
                  <a:lnTo>
                    <a:pt x="17213" y="27960"/>
                  </a:lnTo>
                  <a:lnTo>
                    <a:pt x="21871" y="22826"/>
                  </a:lnTo>
                  <a:lnTo>
                    <a:pt x="25752" y="18548"/>
                  </a:lnTo>
                  <a:lnTo>
                    <a:pt x="26181" y="18060"/>
                  </a:lnTo>
                  <a:lnTo>
                    <a:pt x="34033" y="9369"/>
                  </a:lnTo>
                  <a:lnTo>
                    <a:pt x="34899" y="10008"/>
                  </a:lnTo>
                  <a:lnTo>
                    <a:pt x="36777" y="11393"/>
                  </a:lnTo>
                  <a:lnTo>
                    <a:pt x="40858" y="14402"/>
                  </a:lnTo>
                  <a:lnTo>
                    <a:pt x="44505" y="17092"/>
                  </a:lnTo>
                  <a:lnTo>
                    <a:pt x="46668" y="18687"/>
                  </a:lnTo>
                  <a:lnTo>
                    <a:pt x="48038" y="19697"/>
                  </a:lnTo>
                  <a:lnTo>
                    <a:pt x="53014" y="23387"/>
                  </a:lnTo>
                  <a:lnTo>
                    <a:pt x="53253" y="23565"/>
                  </a:lnTo>
                  <a:lnTo>
                    <a:pt x="53385" y="23663"/>
                  </a:lnTo>
                  <a:lnTo>
                    <a:pt x="54757" y="24861"/>
                  </a:lnTo>
                  <a:lnTo>
                    <a:pt x="55185" y="25235"/>
                  </a:lnTo>
                  <a:lnTo>
                    <a:pt x="55432" y="25451"/>
                  </a:lnTo>
                  <a:lnTo>
                    <a:pt x="56172" y="26098"/>
                  </a:lnTo>
                  <a:lnTo>
                    <a:pt x="56516" y="26431"/>
                  </a:lnTo>
                  <a:lnTo>
                    <a:pt x="57860" y="27733"/>
                  </a:lnTo>
                  <a:lnTo>
                    <a:pt x="59132" y="28965"/>
                  </a:lnTo>
                  <a:lnTo>
                    <a:pt x="67441" y="37439"/>
                  </a:lnTo>
                  <a:lnTo>
                    <a:pt x="67599" y="37291"/>
                  </a:lnTo>
                  <a:lnTo>
                    <a:pt x="70398" y="34652"/>
                  </a:lnTo>
                  <a:lnTo>
                    <a:pt x="73058" y="31917"/>
                  </a:lnTo>
                  <a:lnTo>
                    <a:pt x="73313" y="31654"/>
                  </a:lnTo>
                  <a:lnTo>
                    <a:pt x="73653" y="31319"/>
                  </a:lnTo>
                  <a:lnTo>
                    <a:pt x="78239" y="26792"/>
                  </a:lnTo>
                  <a:lnTo>
                    <a:pt x="81500" y="23536"/>
                  </a:lnTo>
                  <a:lnTo>
                    <a:pt x="83728" y="21312"/>
                  </a:lnTo>
                  <a:lnTo>
                    <a:pt x="84358" y="20687"/>
                  </a:lnTo>
                  <a:lnTo>
                    <a:pt x="88628" y="16456"/>
                  </a:lnTo>
                  <a:lnTo>
                    <a:pt x="90494" y="14546"/>
                  </a:lnTo>
                  <a:lnTo>
                    <a:pt x="94218" y="10733"/>
                  </a:lnTo>
                  <a:lnTo>
                    <a:pt x="95962" y="9084"/>
                  </a:lnTo>
                  <a:lnTo>
                    <a:pt x="99619" y="5626"/>
                  </a:lnTo>
                  <a:lnTo>
                    <a:pt x="99773" y="5481"/>
                  </a:lnTo>
                  <a:lnTo>
                    <a:pt x="102557" y="2717"/>
                  </a:lnTo>
                  <a:lnTo>
                    <a:pt x="103409" y="1872"/>
                  </a:lnTo>
                  <a:lnTo>
                    <a:pt x="104757" y="534"/>
                  </a:lnTo>
                  <a:lnTo>
                    <a:pt x="105127" y="185"/>
                  </a:lnTo>
                  <a:lnTo>
                    <a:pt x="105355" y="0"/>
                  </a:lnTo>
                  <a:lnTo>
                    <a:pt x="111917" y="6333"/>
                  </a:lnTo>
                  <a:lnTo>
                    <a:pt x="112713" y="7101"/>
                  </a:lnTo>
                  <a:lnTo>
                    <a:pt x="114594" y="8871"/>
                  </a:lnTo>
                  <a:lnTo>
                    <a:pt x="115832" y="10035"/>
                  </a:lnTo>
                  <a:lnTo>
                    <a:pt x="118720" y="12750"/>
                  </a:lnTo>
                  <a:lnTo>
                    <a:pt x="123334" y="17329"/>
                  </a:lnTo>
                  <a:lnTo>
                    <a:pt x="123783" y="17775"/>
                  </a:lnTo>
                  <a:lnTo>
                    <a:pt x="125483" y="19462"/>
                  </a:lnTo>
                  <a:lnTo>
                    <a:pt x="132308" y="26235"/>
                  </a:lnTo>
                  <a:lnTo>
                    <a:pt x="132441" y="26367"/>
                  </a:lnTo>
                  <a:lnTo>
                    <a:pt x="132594" y="26519"/>
                  </a:lnTo>
                  <a:lnTo>
                    <a:pt x="132778" y="26702"/>
                  </a:lnTo>
                  <a:lnTo>
                    <a:pt x="133317" y="27236"/>
                  </a:lnTo>
                  <a:lnTo>
                    <a:pt x="141879" y="3545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1" name="pg150"/>
            <p:cNvSpPr/>
            <p:nvPr/>
          </p:nvSpPr>
          <p:spPr>
            <a:xfrm>
              <a:off x="3976376" y="5494956"/>
              <a:ext cx="183948" cy="167344"/>
            </a:xfrm>
            <a:custGeom>
              <a:avLst/>
              <a:pathLst>
                <a:path w="183948" h="167344">
                  <a:moveTo>
                    <a:pt x="96605" y="36836"/>
                  </a:moveTo>
                  <a:lnTo>
                    <a:pt x="100595" y="40654"/>
                  </a:lnTo>
                  <a:lnTo>
                    <a:pt x="105363" y="45036"/>
                  </a:lnTo>
                  <a:lnTo>
                    <a:pt x="106347" y="45941"/>
                  </a:lnTo>
                  <a:lnTo>
                    <a:pt x="114728" y="53875"/>
                  </a:lnTo>
                  <a:lnTo>
                    <a:pt x="115526" y="54630"/>
                  </a:lnTo>
                  <a:lnTo>
                    <a:pt x="123806" y="62740"/>
                  </a:lnTo>
                  <a:lnTo>
                    <a:pt x="133058" y="71813"/>
                  </a:lnTo>
                  <a:lnTo>
                    <a:pt x="142393" y="80967"/>
                  </a:lnTo>
                  <a:lnTo>
                    <a:pt x="151682" y="71375"/>
                  </a:lnTo>
                  <a:lnTo>
                    <a:pt x="157919" y="76708"/>
                  </a:lnTo>
                  <a:lnTo>
                    <a:pt x="161959" y="78653"/>
                  </a:lnTo>
                  <a:lnTo>
                    <a:pt x="163082" y="78818"/>
                  </a:lnTo>
                  <a:lnTo>
                    <a:pt x="164724" y="79058"/>
                  </a:lnTo>
                  <a:lnTo>
                    <a:pt x="170280" y="82264"/>
                  </a:lnTo>
                  <a:lnTo>
                    <a:pt x="173825" y="85050"/>
                  </a:lnTo>
                  <a:lnTo>
                    <a:pt x="175077" y="86034"/>
                  </a:lnTo>
                  <a:lnTo>
                    <a:pt x="183948" y="94328"/>
                  </a:lnTo>
                  <a:lnTo>
                    <a:pt x="179417" y="99065"/>
                  </a:lnTo>
                  <a:lnTo>
                    <a:pt x="178588" y="99932"/>
                  </a:lnTo>
                  <a:lnTo>
                    <a:pt x="177787" y="100695"/>
                  </a:lnTo>
                  <a:lnTo>
                    <a:pt x="175811" y="102579"/>
                  </a:lnTo>
                  <a:lnTo>
                    <a:pt x="169410" y="108680"/>
                  </a:lnTo>
                  <a:lnTo>
                    <a:pt x="169170" y="108909"/>
                  </a:lnTo>
                  <a:lnTo>
                    <a:pt x="167163" y="110806"/>
                  </a:lnTo>
                  <a:lnTo>
                    <a:pt x="157974" y="119488"/>
                  </a:lnTo>
                  <a:lnTo>
                    <a:pt x="132751" y="143322"/>
                  </a:lnTo>
                  <a:lnTo>
                    <a:pt x="123408" y="152150"/>
                  </a:lnTo>
                  <a:lnTo>
                    <a:pt x="109553" y="165240"/>
                  </a:lnTo>
                  <a:lnTo>
                    <a:pt x="107423" y="167344"/>
                  </a:lnTo>
                  <a:lnTo>
                    <a:pt x="72785" y="131727"/>
                  </a:lnTo>
                  <a:lnTo>
                    <a:pt x="58042" y="116570"/>
                  </a:lnTo>
                  <a:lnTo>
                    <a:pt x="40279" y="98308"/>
                  </a:lnTo>
                  <a:lnTo>
                    <a:pt x="37185" y="95128"/>
                  </a:lnTo>
                  <a:lnTo>
                    <a:pt x="31045" y="88815"/>
                  </a:lnTo>
                  <a:lnTo>
                    <a:pt x="24532" y="82161"/>
                  </a:lnTo>
                  <a:lnTo>
                    <a:pt x="11068" y="68405"/>
                  </a:lnTo>
                  <a:lnTo>
                    <a:pt x="8342" y="65620"/>
                  </a:lnTo>
                  <a:lnTo>
                    <a:pt x="7989" y="65286"/>
                  </a:lnTo>
                  <a:lnTo>
                    <a:pt x="7671" y="64985"/>
                  </a:lnTo>
                  <a:lnTo>
                    <a:pt x="0" y="57725"/>
                  </a:lnTo>
                  <a:lnTo>
                    <a:pt x="1494" y="56256"/>
                  </a:lnTo>
                  <a:lnTo>
                    <a:pt x="2569" y="55200"/>
                  </a:lnTo>
                  <a:lnTo>
                    <a:pt x="6040" y="51789"/>
                  </a:lnTo>
                  <a:lnTo>
                    <a:pt x="6250" y="51579"/>
                  </a:lnTo>
                  <a:lnTo>
                    <a:pt x="9432" y="48393"/>
                  </a:lnTo>
                  <a:lnTo>
                    <a:pt x="10090" y="47735"/>
                  </a:lnTo>
                  <a:lnTo>
                    <a:pt x="9571" y="47274"/>
                  </a:lnTo>
                  <a:lnTo>
                    <a:pt x="11378" y="45376"/>
                  </a:lnTo>
                  <a:lnTo>
                    <a:pt x="14394" y="42210"/>
                  </a:lnTo>
                  <a:lnTo>
                    <a:pt x="18056" y="38348"/>
                  </a:lnTo>
                  <a:lnTo>
                    <a:pt x="20250" y="40584"/>
                  </a:lnTo>
                  <a:lnTo>
                    <a:pt x="20851" y="39938"/>
                  </a:lnTo>
                  <a:lnTo>
                    <a:pt x="30158" y="29924"/>
                  </a:lnTo>
                  <a:lnTo>
                    <a:pt x="30727" y="29312"/>
                  </a:lnTo>
                  <a:lnTo>
                    <a:pt x="38965" y="20256"/>
                  </a:lnTo>
                  <a:lnTo>
                    <a:pt x="39101" y="20107"/>
                  </a:lnTo>
                  <a:lnTo>
                    <a:pt x="47922" y="10259"/>
                  </a:lnTo>
                  <a:lnTo>
                    <a:pt x="48084" y="10079"/>
                  </a:lnTo>
                  <a:lnTo>
                    <a:pt x="49002" y="9054"/>
                  </a:lnTo>
                  <a:lnTo>
                    <a:pt x="56923" y="0"/>
                  </a:lnTo>
                  <a:lnTo>
                    <a:pt x="66758" y="8803"/>
                  </a:lnTo>
                  <a:lnTo>
                    <a:pt x="66899" y="8929"/>
                  </a:lnTo>
                  <a:lnTo>
                    <a:pt x="67270" y="9262"/>
                  </a:lnTo>
                  <a:lnTo>
                    <a:pt x="74045" y="15700"/>
                  </a:lnTo>
                  <a:lnTo>
                    <a:pt x="76049" y="17604"/>
                  </a:lnTo>
                  <a:lnTo>
                    <a:pt x="77073" y="18576"/>
                  </a:lnTo>
                  <a:lnTo>
                    <a:pt x="86436" y="27297"/>
                  </a:lnTo>
                  <a:lnTo>
                    <a:pt x="87426" y="28220"/>
                  </a:lnTo>
                  <a:lnTo>
                    <a:pt x="92811" y="33336"/>
                  </a:lnTo>
                  <a:lnTo>
                    <a:pt x="95980" y="3625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2" name="pg151"/>
            <p:cNvSpPr/>
            <p:nvPr/>
          </p:nvSpPr>
          <p:spPr>
            <a:xfrm>
              <a:off x="3730924" y="5559941"/>
              <a:ext cx="362974" cy="292593"/>
            </a:xfrm>
            <a:custGeom>
              <a:avLst/>
              <a:pathLst>
                <a:path w="362974" h="292593">
                  <a:moveTo>
                    <a:pt x="318237" y="66742"/>
                  </a:moveTo>
                  <a:lnTo>
                    <a:pt x="352876" y="102360"/>
                  </a:lnTo>
                  <a:lnTo>
                    <a:pt x="362974" y="112313"/>
                  </a:lnTo>
                  <a:lnTo>
                    <a:pt x="326289" y="146638"/>
                  </a:lnTo>
                  <a:lnTo>
                    <a:pt x="324931" y="147908"/>
                  </a:lnTo>
                  <a:lnTo>
                    <a:pt x="323656" y="149185"/>
                  </a:lnTo>
                  <a:lnTo>
                    <a:pt x="307276" y="164813"/>
                  </a:lnTo>
                  <a:lnTo>
                    <a:pt x="305713" y="167210"/>
                  </a:lnTo>
                  <a:lnTo>
                    <a:pt x="305544" y="172530"/>
                  </a:lnTo>
                  <a:lnTo>
                    <a:pt x="306314" y="177515"/>
                  </a:lnTo>
                  <a:lnTo>
                    <a:pt x="306153" y="180094"/>
                  </a:lnTo>
                  <a:lnTo>
                    <a:pt x="305538" y="182368"/>
                  </a:lnTo>
                  <a:lnTo>
                    <a:pt x="304806" y="185070"/>
                  </a:lnTo>
                  <a:lnTo>
                    <a:pt x="303091" y="190506"/>
                  </a:lnTo>
                  <a:lnTo>
                    <a:pt x="301782" y="193284"/>
                  </a:lnTo>
                  <a:lnTo>
                    <a:pt x="301011" y="194866"/>
                  </a:lnTo>
                  <a:lnTo>
                    <a:pt x="299689" y="197577"/>
                  </a:lnTo>
                  <a:lnTo>
                    <a:pt x="298848" y="200270"/>
                  </a:lnTo>
                  <a:lnTo>
                    <a:pt x="298168" y="202667"/>
                  </a:lnTo>
                  <a:lnTo>
                    <a:pt x="297304" y="206430"/>
                  </a:lnTo>
                  <a:lnTo>
                    <a:pt x="297013" y="210863"/>
                  </a:lnTo>
                  <a:lnTo>
                    <a:pt x="297225" y="216946"/>
                  </a:lnTo>
                  <a:lnTo>
                    <a:pt x="297714" y="220498"/>
                  </a:lnTo>
                  <a:lnTo>
                    <a:pt x="298958" y="223716"/>
                  </a:lnTo>
                  <a:lnTo>
                    <a:pt x="299483" y="225072"/>
                  </a:lnTo>
                  <a:lnTo>
                    <a:pt x="300878" y="227997"/>
                  </a:lnTo>
                  <a:lnTo>
                    <a:pt x="303804" y="232960"/>
                  </a:lnTo>
                  <a:lnTo>
                    <a:pt x="305038" y="234264"/>
                  </a:lnTo>
                  <a:lnTo>
                    <a:pt x="305340" y="234552"/>
                  </a:lnTo>
                  <a:lnTo>
                    <a:pt x="305780" y="234932"/>
                  </a:lnTo>
                  <a:lnTo>
                    <a:pt x="310524" y="240310"/>
                  </a:lnTo>
                  <a:lnTo>
                    <a:pt x="312341" y="242159"/>
                  </a:lnTo>
                  <a:lnTo>
                    <a:pt x="320845" y="250814"/>
                  </a:lnTo>
                  <a:lnTo>
                    <a:pt x="319642" y="252766"/>
                  </a:lnTo>
                  <a:lnTo>
                    <a:pt x="318643" y="254386"/>
                  </a:lnTo>
                  <a:lnTo>
                    <a:pt x="317730" y="255908"/>
                  </a:lnTo>
                  <a:lnTo>
                    <a:pt x="317439" y="256393"/>
                  </a:lnTo>
                  <a:lnTo>
                    <a:pt x="316561" y="257858"/>
                  </a:lnTo>
                  <a:lnTo>
                    <a:pt x="315332" y="260918"/>
                  </a:lnTo>
                  <a:lnTo>
                    <a:pt x="315218" y="261318"/>
                  </a:lnTo>
                  <a:lnTo>
                    <a:pt x="315089" y="261769"/>
                  </a:lnTo>
                  <a:lnTo>
                    <a:pt x="314459" y="263980"/>
                  </a:lnTo>
                  <a:lnTo>
                    <a:pt x="314033" y="265995"/>
                  </a:lnTo>
                  <a:lnTo>
                    <a:pt x="313794" y="267216"/>
                  </a:lnTo>
                  <a:lnTo>
                    <a:pt x="312107" y="272229"/>
                  </a:lnTo>
                  <a:lnTo>
                    <a:pt x="310059" y="278316"/>
                  </a:lnTo>
                  <a:lnTo>
                    <a:pt x="307485" y="285967"/>
                  </a:lnTo>
                  <a:lnTo>
                    <a:pt x="304559" y="292593"/>
                  </a:lnTo>
                  <a:lnTo>
                    <a:pt x="303996" y="292152"/>
                  </a:lnTo>
                  <a:lnTo>
                    <a:pt x="302748" y="291761"/>
                  </a:lnTo>
                  <a:lnTo>
                    <a:pt x="301646" y="291687"/>
                  </a:lnTo>
                  <a:lnTo>
                    <a:pt x="299908" y="290928"/>
                  </a:lnTo>
                  <a:lnTo>
                    <a:pt x="299296" y="290072"/>
                  </a:lnTo>
                  <a:lnTo>
                    <a:pt x="298397" y="289730"/>
                  </a:lnTo>
                  <a:lnTo>
                    <a:pt x="293691" y="287942"/>
                  </a:lnTo>
                  <a:lnTo>
                    <a:pt x="291537" y="286449"/>
                  </a:lnTo>
                  <a:lnTo>
                    <a:pt x="289090" y="285543"/>
                  </a:lnTo>
                  <a:lnTo>
                    <a:pt x="288426" y="285266"/>
                  </a:lnTo>
                  <a:lnTo>
                    <a:pt x="287278" y="284785"/>
                  </a:lnTo>
                  <a:lnTo>
                    <a:pt x="285712" y="284491"/>
                  </a:lnTo>
                  <a:lnTo>
                    <a:pt x="283533" y="283806"/>
                  </a:lnTo>
                  <a:lnTo>
                    <a:pt x="282065" y="283438"/>
                  </a:lnTo>
                  <a:lnTo>
                    <a:pt x="278173" y="281725"/>
                  </a:lnTo>
                  <a:lnTo>
                    <a:pt x="276435" y="280452"/>
                  </a:lnTo>
                  <a:lnTo>
                    <a:pt x="274134" y="279669"/>
                  </a:lnTo>
                  <a:lnTo>
                    <a:pt x="273180" y="279302"/>
                  </a:lnTo>
                  <a:lnTo>
                    <a:pt x="272495" y="278959"/>
                  </a:lnTo>
                  <a:lnTo>
                    <a:pt x="271760" y="278323"/>
                  </a:lnTo>
                  <a:lnTo>
                    <a:pt x="271075" y="277491"/>
                  </a:lnTo>
                  <a:lnTo>
                    <a:pt x="270267" y="277123"/>
                  </a:lnTo>
                  <a:lnTo>
                    <a:pt x="269751" y="277029"/>
                  </a:lnTo>
                  <a:lnTo>
                    <a:pt x="269068" y="276903"/>
                  </a:lnTo>
                  <a:lnTo>
                    <a:pt x="268285" y="276781"/>
                  </a:lnTo>
                  <a:lnTo>
                    <a:pt x="267526" y="276536"/>
                  </a:lnTo>
                  <a:lnTo>
                    <a:pt x="266914" y="276095"/>
                  </a:lnTo>
                  <a:lnTo>
                    <a:pt x="266229" y="275753"/>
                  </a:lnTo>
                  <a:lnTo>
                    <a:pt x="265323" y="275092"/>
                  </a:lnTo>
                  <a:lnTo>
                    <a:pt x="264319" y="274823"/>
                  </a:lnTo>
                  <a:lnTo>
                    <a:pt x="263561" y="274480"/>
                  </a:lnTo>
                  <a:lnTo>
                    <a:pt x="262851" y="273819"/>
                  </a:lnTo>
                  <a:lnTo>
                    <a:pt x="261872" y="272962"/>
                  </a:lnTo>
                  <a:lnTo>
                    <a:pt x="260795" y="272669"/>
                  </a:lnTo>
                  <a:lnTo>
                    <a:pt x="259815" y="272595"/>
                  </a:lnTo>
                  <a:lnTo>
                    <a:pt x="258788" y="272351"/>
                  </a:lnTo>
                  <a:lnTo>
                    <a:pt x="257637" y="272081"/>
                  </a:lnTo>
                  <a:lnTo>
                    <a:pt x="256536" y="271543"/>
                  </a:lnTo>
                  <a:lnTo>
                    <a:pt x="255630" y="270784"/>
                  </a:lnTo>
                  <a:lnTo>
                    <a:pt x="254259" y="270221"/>
                  </a:lnTo>
                  <a:lnTo>
                    <a:pt x="253476" y="269976"/>
                  </a:lnTo>
                  <a:lnTo>
                    <a:pt x="252717" y="269878"/>
                  </a:lnTo>
                  <a:lnTo>
                    <a:pt x="251175" y="269291"/>
                  </a:lnTo>
                  <a:lnTo>
                    <a:pt x="250245" y="268606"/>
                  </a:lnTo>
                  <a:lnTo>
                    <a:pt x="249535" y="268116"/>
                  </a:lnTo>
                  <a:lnTo>
                    <a:pt x="248458" y="268263"/>
                  </a:lnTo>
                  <a:lnTo>
                    <a:pt x="247504" y="268361"/>
                  </a:lnTo>
                  <a:lnTo>
                    <a:pt x="246696" y="268116"/>
                  </a:lnTo>
                  <a:lnTo>
                    <a:pt x="245644" y="267333"/>
                  </a:lnTo>
                  <a:lnTo>
                    <a:pt x="244248" y="265840"/>
                  </a:lnTo>
                  <a:lnTo>
                    <a:pt x="243563" y="265375"/>
                  </a:lnTo>
                  <a:lnTo>
                    <a:pt x="242388" y="264812"/>
                  </a:lnTo>
                  <a:lnTo>
                    <a:pt x="241287" y="264591"/>
                  </a:lnTo>
                  <a:lnTo>
                    <a:pt x="240087" y="264640"/>
                  </a:lnTo>
                  <a:lnTo>
                    <a:pt x="239133" y="264543"/>
                  </a:lnTo>
                  <a:lnTo>
                    <a:pt x="238350" y="264322"/>
                  </a:lnTo>
                  <a:lnTo>
                    <a:pt x="237811" y="263808"/>
                  </a:lnTo>
                  <a:lnTo>
                    <a:pt x="236930" y="263000"/>
                  </a:lnTo>
                  <a:lnTo>
                    <a:pt x="235682" y="262364"/>
                  </a:lnTo>
                  <a:lnTo>
                    <a:pt x="234898" y="262144"/>
                  </a:lnTo>
                  <a:lnTo>
                    <a:pt x="233748" y="261777"/>
                  </a:lnTo>
                  <a:lnTo>
                    <a:pt x="232769" y="261238"/>
                  </a:lnTo>
                  <a:lnTo>
                    <a:pt x="232353" y="260675"/>
                  </a:lnTo>
                  <a:lnTo>
                    <a:pt x="231765" y="260210"/>
                  </a:lnTo>
                  <a:lnTo>
                    <a:pt x="231031" y="259965"/>
                  </a:lnTo>
                  <a:lnTo>
                    <a:pt x="230199" y="259843"/>
                  </a:lnTo>
                  <a:lnTo>
                    <a:pt x="228143" y="259843"/>
                  </a:lnTo>
                  <a:lnTo>
                    <a:pt x="227139" y="259623"/>
                  </a:lnTo>
                  <a:lnTo>
                    <a:pt x="226185" y="259035"/>
                  </a:lnTo>
                  <a:lnTo>
                    <a:pt x="225450" y="258227"/>
                  </a:lnTo>
                  <a:lnTo>
                    <a:pt x="224373" y="257762"/>
                  </a:lnTo>
                  <a:lnTo>
                    <a:pt x="223517" y="257542"/>
                  </a:lnTo>
                  <a:lnTo>
                    <a:pt x="222562" y="256955"/>
                  </a:lnTo>
                  <a:lnTo>
                    <a:pt x="221607" y="256171"/>
                  </a:lnTo>
                  <a:lnTo>
                    <a:pt x="220971" y="255829"/>
                  </a:lnTo>
                  <a:lnTo>
                    <a:pt x="220114" y="255462"/>
                  </a:lnTo>
                  <a:lnTo>
                    <a:pt x="219356" y="255339"/>
                  </a:lnTo>
                  <a:lnTo>
                    <a:pt x="218181" y="255119"/>
                  </a:lnTo>
                  <a:lnTo>
                    <a:pt x="217030" y="254825"/>
                  </a:lnTo>
                  <a:lnTo>
                    <a:pt x="216513" y="254618"/>
                  </a:lnTo>
                  <a:lnTo>
                    <a:pt x="216051" y="254434"/>
                  </a:lnTo>
                  <a:lnTo>
                    <a:pt x="215415" y="253895"/>
                  </a:lnTo>
                  <a:lnTo>
                    <a:pt x="214705" y="253406"/>
                  </a:lnTo>
                  <a:lnTo>
                    <a:pt x="213653" y="253014"/>
                  </a:lnTo>
                  <a:lnTo>
                    <a:pt x="212771" y="252916"/>
                  </a:lnTo>
                  <a:lnTo>
                    <a:pt x="211768" y="252745"/>
                  </a:lnTo>
                  <a:lnTo>
                    <a:pt x="210936" y="252402"/>
                  </a:lnTo>
                  <a:lnTo>
                    <a:pt x="210055" y="251790"/>
                  </a:lnTo>
                  <a:lnTo>
                    <a:pt x="208782" y="250811"/>
                  </a:lnTo>
                  <a:lnTo>
                    <a:pt x="207901" y="250199"/>
                  </a:lnTo>
                  <a:lnTo>
                    <a:pt x="207019" y="249832"/>
                  </a:lnTo>
                  <a:lnTo>
                    <a:pt x="206089" y="249807"/>
                  </a:lnTo>
                  <a:lnTo>
                    <a:pt x="205159" y="249930"/>
                  </a:lnTo>
                  <a:lnTo>
                    <a:pt x="203421" y="249416"/>
                  </a:lnTo>
                  <a:lnTo>
                    <a:pt x="202516" y="248779"/>
                  </a:lnTo>
                  <a:lnTo>
                    <a:pt x="201928" y="248192"/>
                  </a:lnTo>
                  <a:lnTo>
                    <a:pt x="201243" y="247752"/>
                  </a:lnTo>
                  <a:lnTo>
                    <a:pt x="200411" y="247507"/>
                  </a:lnTo>
                  <a:lnTo>
                    <a:pt x="199138" y="247286"/>
                  </a:lnTo>
                  <a:lnTo>
                    <a:pt x="197522" y="246944"/>
                  </a:lnTo>
                  <a:lnTo>
                    <a:pt x="196641" y="246356"/>
                  </a:lnTo>
                  <a:lnTo>
                    <a:pt x="196005" y="245793"/>
                  </a:lnTo>
                  <a:lnTo>
                    <a:pt x="195246" y="245304"/>
                  </a:lnTo>
                  <a:lnTo>
                    <a:pt x="194267" y="245181"/>
                  </a:lnTo>
                  <a:lnTo>
                    <a:pt x="193141" y="244986"/>
                  </a:lnTo>
                  <a:lnTo>
                    <a:pt x="192064" y="244545"/>
                  </a:lnTo>
                  <a:lnTo>
                    <a:pt x="191183" y="244056"/>
                  </a:lnTo>
                  <a:lnTo>
                    <a:pt x="190620" y="243468"/>
                  </a:lnTo>
                  <a:lnTo>
                    <a:pt x="189200" y="242563"/>
                  </a:lnTo>
                  <a:lnTo>
                    <a:pt x="187952" y="242318"/>
                  </a:lnTo>
                  <a:lnTo>
                    <a:pt x="187071" y="242171"/>
                  </a:lnTo>
                  <a:lnTo>
                    <a:pt x="186019" y="241779"/>
                  </a:lnTo>
                  <a:lnTo>
                    <a:pt x="185088" y="241143"/>
                  </a:lnTo>
                  <a:lnTo>
                    <a:pt x="184134" y="240311"/>
                  </a:lnTo>
                  <a:lnTo>
                    <a:pt x="183179" y="239723"/>
                  </a:lnTo>
                  <a:lnTo>
                    <a:pt x="182151" y="239332"/>
                  </a:lnTo>
                  <a:lnTo>
                    <a:pt x="181999" y="239308"/>
                  </a:lnTo>
                  <a:lnTo>
                    <a:pt x="181367" y="239210"/>
                  </a:lnTo>
                  <a:lnTo>
                    <a:pt x="180683" y="240114"/>
                  </a:lnTo>
                  <a:lnTo>
                    <a:pt x="179116" y="239895"/>
                  </a:lnTo>
                  <a:lnTo>
                    <a:pt x="178480" y="238769"/>
                  </a:lnTo>
                  <a:lnTo>
                    <a:pt x="177598" y="237815"/>
                  </a:lnTo>
                  <a:lnTo>
                    <a:pt x="176644" y="237594"/>
                  </a:lnTo>
                  <a:lnTo>
                    <a:pt x="175518" y="237619"/>
                  </a:lnTo>
                  <a:lnTo>
                    <a:pt x="174686" y="237349"/>
                  </a:lnTo>
                  <a:lnTo>
                    <a:pt x="173926" y="237154"/>
                  </a:lnTo>
                  <a:lnTo>
                    <a:pt x="173021" y="236640"/>
                  </a:lnTo>
                  <a:lnTo>
                    <a:pt x="172139" y="236076"/>
                  </a:lnTo>
                  <a:lnTo>
                    <a:pt x="171235" y="235515"/>
                  </a:lnTo>
                  <a:lnTo>
                    <a:pt x="170453" y="235072"/>
                  </a:lnTo>
                  <a:lnTo>
                    <a:pt x="169742" y="234608"/>
                  </a:lnTo>
                  <a:lnTo>
                    <a:pt x="168640" y="234098"/>
                  </a:lnTo>
                  <a:lnTo>
                    <a:pt x="166633" y="233360"/>
                  </a:lnTo>
                  <a:lnTo>
                    <a:pt x="165997" y="232968"/>
                  </a:lnTo>
                  <a:lnTo>
                    <a:pt x="165287" y="232650"/>
                  </a:lnTo>
                  <a:lnTo>
                    <a:pt x="164332" y="232208"/>
                  </a:lnTo>
                  <a:lnTo>
                    <a:pt x="163138" y="231972"/>
                  </a:lnTo>
                  <a:lnTo>
                    <a:pt x="162472" y="231840"/>
                  </a:lnTo>
                  <a:lnTo>
                    <a:pt x="161737" y="231597"/>
                  </a:lnTo>
                  <a:lnTo>
                    <a:pt x="161101" y="231132"/>
                  </a:lnTo>
                  <a:lnTo>
                    <a:pt x="160736" y="230374"/>
                  </a:lnTo>
                  <a:lnTo>
                    <a:pt x="160293" y="229786"/>
                  </a:lnTo>
                  <a:lnTo>
                    <a:pt x="159583" y="229199"/>
                  </a:lnTo>
                  <a:lnTo>
                    <a:pt x="158164" y="228978"/>
                  </a:lnTo>
                  <a:lnTo>
                    <a:pt x="157160" y="229075"/>
                  </a:lnTo>
                  <a:lnTo>
                    <a:pt x="156280" y="228953"/>
                  </a:lnTo>
                  <a:lnTo>
                    <a:pt x="155520" y="228489"/>
                  </a:lnTo>
                  <a:lnTo>
                    <a:pt x="154715" y="228048"/>
                  </a:lnTo>
                  <a:lnTo>
                    <a:pt x="154054" y="227117"/>
                  </a:lnTo>
                  <a:lnTo>
                    <a:pt x="153390" y="226458"/>
                  </a:lnTo>
                  <a:lnTo>
                    <a:pt x="152755" y="226065"/>
                  </a:lnTo>
                  <a:lnTo>
                    <a:pt x="151702" y="225747"/>
                  </a:lnTo>
                  <a:lnTo>
                    <a:pt x="150160" y="225747"/>
                  </a:lnTo>
                  <a:lnTo>
                    <a:pt x="149083" y="225478"/>
                  </a:lnTo>
                  <a:lnTo>
                    <a:pt x="148080" y="224841"/>
                  </a:lnTo>
                  <a:lnTo>
                    <a:pt x="147223" y="224083"/>
                  </a:lnTo>
                  <a:lnTo>
                    <a:pt x="146268" y="224009"/>
                  </a:lnTo>
                  <a:lnTo>
                    <a:pt x="145461" y="223887"/>
                  </a:lnTo>
                  <a:lnTo>
                    <a:pt x="144751" y="223887"/>
                  </a:lnTo>
                  <a:lnTo>
                    <a:pt x="144065" y="223666"/>
                  </a:lnTo>
                  <a:lnTo>
                    <a:pt x="143331" y="223079"/>
                  </a:lnTo>
                  <a:lnTo>
                    <a:pt x="142499" y="222051"/>
                  </a:lnTo>
                  <a:lnTo>
                    <a:pt x="141667" y="221561"/>
                  </a:lnTo>
                  <a:lnTo>
                    <a:pt x="140565" y="221488"/>
                  </a:lnTo>
                  <a:lnTo>
                    <a:pt x="139464" y="221537"/>
                  </a:lnTo>
                  <a:lnTo>
                    <a:pt x="138607" y="221121"/>
                  </a:lnTo>
                  <a:lnTo>
                    <a:pt x="137946" y="220778"/>
                  </a:lnTo>
                  <a:lnTo>
                    <a:pt x="137309" y="220264"/>
                  </a:lnTo>
                  <a:lnTo>
                    <a:pt x="136995" y="220049"/>
                  </a:lnTo>
                  <a:lnTo>
                    <a:pt x="136233" y="219530"/>
                  </a:lnTo>
                  <a:lnTo>
                    <a:pt x="135608" y="219388"/>
                  </a:lnTo>
                  <a:lnTo>
                    <a:pt x="135156" y="219285"/>
                  </a:lnTo>
                  <a:lnTo>
                    <a:pt x="134430" y="219159"/>
                  </a:lnTo>
                  <a:lnTo>
                    <a:pt x="133883" y="219065"/>
                  </a:lnTo>
                  <a:lnTo>
                    <a:pt x="132855" y="218477"/>
                  </a:lnTo>
                  <a:lnTo>
                    <a:pt x="131827" y="217915"/>
                  </a:lnTo>
                  <a:lnTo>
                    <a:pt x="130946" y="217449"/>
                  </a:lnTo>
                  <a:lnTo>
                    <a:pt x="129379" y="216984"/>
                  </a:lnTo>
                  <a:lnTo>
                    <a:pt x="128376" y="216862"/>
                  </a:lnTo>
                  <a:lnTo>
                    <a:pt x="127914" y="216703"/>
                  </a:lnTo>
                  <a:lnTo>
                    <a:pt x="127666" y="216617"/>
                  </a:lnTo>
                  <a:lnTo>
                    <a:pt x="127361" y="216469"/>
                  </a:lnTo>
                  <a:lnTo>
                    <a:pt x="126809" y="216201"/>
                  </a:lnTo>
                  <a:lnTo>
                    <a:pt x="126148" y="215833"/>
                  </a:lnTo>
                  <a:lnTo>
                    <a:pt x="125438" y="215320"/>
                  </a:lnTo>
                  <a:lnTo>
                    <a:pt x="124484" y="214635"/>
                  </a:lnTo>
                  <a:lnTo>
                    <a:pt x="123676" y="214218"/>
                  </a:lnTo>
                  <a:lnTo>
                    <a:pt x="122722" y="214096"/>
                  </a:lnTo>
                  <a:lnTo>
                    <a:pt x="121669" y="213949"/>
                  </a:lnTo>
                  <a:lnTo>
                    <a:pt x="120303" y="213589"/>
                  </a:lnTo>
                  <a:lnTo>
                    <a:pt x="119442" y="213068"/>
                  </a:lnTo>
                  <a:lnTo>
                    <a:pt x="118659" y="213044"/>
                  </a:lnTo>
                  <a:lnTo>
                    <a:pt x="117949" y="212701"/>
                  </a:lnTo>
                  <a:lnTo>
                    <a:pt x="117616" y="212357"/>
                  </a:lnTo>
                  <a:lnTo>
                    <a:pt x="117239" y="211967"/>
                  </a:lnTo>
                  <a:lnTo>
                    <a:pt x="116627" y="211134"/>
                  </a:lnTo>
                  <a:lnTo>
                    <a:pt x="116040" y="210645"/>
                  </a:lnTo>
                  <a:lnTo>
                    <a:pt x="114498" y="210523"/>
                  </a:lnTo>
                  <a:lnTo>
                    <a:pt x="113792" y="210461"/>
                  </a:lnTo>
                  <a:lnTo>
                    <a:pt x="113372" y="210425"/>
                  </a:lnTo>
                  <a:lnTo>
                    <a:pt x="112491" y="210180"/>
                  </a:lnTo>
                  <a:lnTo>
                    <a:pt x="111830" y="209715"/>
                  </a:lnTo>
                  <a:lnTo>
                    <a:pt x="110924" y="208883"/>
                  </a:lnTo>
                  <a:lnTo>
                    <a:pt x="109921" y="208466"/>
                  </a:lnTo>
                  <a:lnTo>
                    <a:pt x="108868" y="208344"/>
                  </a:lnTo>
                  <a:lnTo>
                    <a:pt x="107816" y="208222"/>
                  </a:lnTo>
                  <a:lnTo>
                    <a:pt x="107155" y="207977"/>
                  </a:lnTo>
                  <a:lnTo>
                    <a:pt x="106469" y="207634"/>
                  </a:lnTo>
                  <a:lnTo>
                    <a:pt x="105613" y="206949"/>
                  </a:lnTo>
                  <a:lnTo>
                    <a:pt x="104878" y="206386"/>
                  </a:lnTo>
                  <a:lnTo>
                    <a:pt x="104397" y="206208"/>
                  </a:lnTo>
                  <a:lnTo>
                    <a:pt x="104217" y="206141"/>
                  </a:lnTo>
                  <a:lnTo>
                    <a:pt x="103336" y="206019"/>
                  </a:lnTo>
                  <a:lnTo>
                    <a:pt x="102514" y="206032"/>
                  </a:lnTo>
                  <a:lnTo>
                    <a:pt x="101868" y="206043"/>
                  </a:lnTo>
                  <a:lnTo>
                    <a:pt x="101506" y="205953"/>
                  </a:lnTo>
                  <a:lnTo>
                    <a:pt x="100693" y="205750"/>
                  </a:lnTo>
                  <a:lnTo>
                    <a:pt x="99861" y="205554"/>
                  </a:lnTo>
                  <a:lnTo>
                    <a:pt x="99003" y="204868"/>
                  </a:lnTo>
                  <a:lnTo>
                    <a:pt x="97511" y="203889"/>
                  </a:lnTo>
                  <a:lnTo>
                    <a:pt x="96654" y="203375"/>
                  </a:lnTo>
                  <a:lnTo>
                    <a:pt x="95161" y="203033"/>
                  </a:lnTo>
                  <a:lnTo>
                    <a:pt x="94342" y="202663"/>
                  </a:lnTo>
                  <a:lnTo>
                    <a:pt x="93644" y="202347"/>
                  </a:lnTo>
                  <a:lnTo>
                    <a:pt x="92860" y="201637"/>
                  </a:lnTo>
                  <a:lnTo>
                    <a:pt x="92452" y="201346"/>
                  </a:lnTo>
                  <a:lnTo>
                    <a:pt x="92175" y="201148"/>
                  </a:lnTo>
                  <a:lnTo>
                    <a:pt x="91343" y="200634"/>
                  </a:lnTo>
                  <a:lnTo>
                    <a:pt x="90535" y="200533"/>
                  </a:lnTo>
                  <a:lnTo>
                    <a:pt x="89972" y="200463"/>
                  </a:lnTo>
                  <a:lnTo>
                    <a:pt x="89589" y="200372"/>
                  </a:lnTo>
                  <a:lnTo>
                    <a:pt x="88112" y="200022"/>
                  </a:lnTo>
                  <a:lnTo>
                    <a:pt x="87304" y="199484"/>
                  </a:lnTo>
                  <a:lnTo>
                    <a:pt x="86667" y="198798"/>
                  </a:lnTo>
                  <a:lnTo>
                    <a:pt x="85448" y="197831"/>
                  </a:lnTo>
                  <a:lnTo>
                    <a:pt x="84685" y="197746"/>
                  </a:lnTo>
                  <a:lnTo>
                    <a:pt x="83908" y="197603"/>
                  </a:lnTo>
                  <a:lnTo>
                    <a:pt x="83486" y="197525"/>
                  </a:lnTo>
                  <a:lnTo>
                    <a:pt x="82678" y="197281"/>
                  </a:lnTo>
                  <a:lnTo>
                    <a:pt x="81650" y="196742"/>
                  </a:lnTo>
                  <a:lnTo>
                    <a:pt x="80818" y="196228"/>
                  </a:lnTo>
                  <a:lnTo>
                    <a:pt x="79888" y="195518"/>
                  </a:lnTo>
                  <a:lnTo>
                    <a:pt x="78909" y="195102"/>
                  </a:lnTo>
                  <a:lnTo>
                    <a:pt x="77489" y="194588"/>
                  </a:lnTo>
                  <a:lnTo>
                    <a:pt x="76534" y="194515"/>
                  </a:lnTo>
                  <a:lnTo>
                    <a:pt x="75678" y="194172"/>
                  </a:lnTo>
                  <a:lnTo>
                    <a:pt x="74135" y="193780"/>
                  </a:lnTo>
                  <a:lnTo>
                    <a:pt x="73132" y="192924"/>
                  </a:lnTo>
                  <a:lnTo>
                    <a:pt x="72625" y="192548"/>
                  </a:lnTo>
                  <a:lnTo>
                    <a:pt x="72373" y="192361"/>
                  </a:lnTo>
                  <a:lnTo>
                    <a:pt x="71615" y="191969"/>
                  </a:lnTo>
                  <a:lnTo>
                    <a:pt x="70905" y="191847"/>
                  </a:lnTo>
                  <a:lnTo>
                    <a:pt x="69950" y="191529"/>
                  </a:lnTo>
                  <a:lnTo>
                    <a:pt x="69517" y="191389"/>
                  </a:lnTo>
                  <a:lnTo>
                    <a:pt x="69191" y="191284"/>
                  </a:lnTo>
                  <a:lnTo>
                    <a:pt x="68806" y="191115"/>
                  </a:lnTo>
                  <a:lnTo>
                    <a:pt x="68408" y="190941"/>
                  </a:lnTo>
                  <a:lnTo>
                    <a:pt x="67405" y="190354"/>
                  </a:lnTo>
                  <a:lnTo>
                    <a:pt x="66229" y="189668"/>
                  </a:lnTo>
                  <a:lnTo>
                    <a:pt x="64751" y="189342"/>
                  </a:lnTo>
                  <a:lnTo>
                    <a:pt x="63782" y="189203"/>
                  </a:lnTo>
                  <a:lnTo>
                    <a:pt x="62558" y="188689"/>
                  </a:lnTo>
                  <a:lnTo>
                    <a:pt x="62070" y="188586"/>
                  </a:lnTo>
                  <a:lnTo>
                    <a:pt x="61750" y="188518"/>
                  </a:lnTo>
                  <a:lnTo>
                    <a:pt x="61041" y="188273"/>
                  </a:lnTo>
                  <a:lnTo>
                    <a:pt x="60552" y="187962"/>
                  </a:lnTo>
                  <a:lnTo>
                    <a:pt x="60233" y="187759"/>
                  </a:lnTo>
                  <a:lnTo>
                    <a:pt x="60008" y="187598"/>
                  </a:lnTo>
                  <a:lnTo>
                    <a:pt x="59278" y="187074"/>
                  </a:lnTo>
                  <a:lnTo>
                    <a:pt x="58617" y="186217"/>
                  </a:lnTo>
                  <a:lnTo>
                    <a:pt x="57516" y="185532"/>
                  </a:lnTo>
                  <a:lnTo>
                    <a:pt x="56390" y="185581"/>
                  </a:lnTo>
                  <a:lnTo>
                    <a:pt x="56049" y="185590"/>
                  </a:lnTo>
                  <a:lnTo>
                    <a:pt x="54554" y="185630"/>
                  </a:lnTo>
                  <a:lnTo>
                    <a:pt x="54217" y="185455"/>
                  </a:lnTo>
                  <a:lnTo>
                    <a:pt x="53893" y="185287"/>
                  </a:lnTo>
                  <a:lnTo>
                    <a:pt x="53012" y="184602"/>
                  </a:lnTo>
                  <a:lnTo>
                    <a:pt x="52131" y="183990"/>
                  </a:lnTo>
                  <a:lnTo>
                    <a:pt x="50442" y="183525"/>
                  </a:lnTo>
                  <a:lnTo>
                    <a:pt x="49047" y="183329"/>
                  </a:lnTo>
                  <a:lnTo>
                    <a:pt x="47481" y="181836"/>
                  </a:lnTo>
                  <a:lnTo>
                    <a:pt x="46036" y="181371"/>
                  </a:lnTo>
                  <a:lnTo>
                    <a:pt x="44984" y="181322"/>
                  </a:lnTo>
                  <a:lnTo>
                    <a:pt x="44029" y="180685"/>
                  </a:lnTo>
                  <a:lnTo>
                    <a:pt x="43786" y="180293"/>
                  </a:lnTo>
                  <a:lnTo>
                    <a:pt x="43393" y="179657"/>
                  </a:lnTo>
                  <a:lnTo>
                    <a:pt x="42732" y="179315"/>
                  </a:lnTo>
                  <a:lnTo>
                    <a:pt x="42269" y="179356"/>
                  </a:lnTo>
                  <a:lnTo>
                    <a:pt x="41631" y="179413"/>
                  </a:lnTo>
                  <a:lnTo>
                    <a:pt x="40505" y="179070"/>
                  </a:lnTo>
                  <a:lnTo>
                    <a:pt x="39330" y="178017"/>
                  </a:lnTo>
                  <a:lnTo>
                    <a:pt x="38571" y="177699"/>
                  </a:lnTo>
                  <a:lnTo>
                    <a:pt x="37889" y="177563"/>
                  </a:lnTo>
                  <a:lnTo>
                    <a:pt x="37714" y="177528"/>
                  </a:lnTo>
                  <a:lnTo>
                    <a:pt x="36735" y="176843"/>
                  </a:lnTo>
                  <a:lnTo>
                    <a:pt x="36150" y="176909"/>
                  </a:lnTo>
                  <a:lnTo>
                    <a:pt x="35438" y="176989"/>
                  </a:lnTo>
                  <a:lnTo>
                    <a:pt x="35241" y="176834"/>
                  </a:lnTo>
                  <a:lnTo>
                    <a:pt x="34851" y="176524"/>
                  </a:lnTo>
                  <a:lnTo>
                    <a:pt x="34427" y="176151"/>
                  </a:lnTo>
                  <a:lnTo>
                    <a:pt x="34239" y="175986"/>
                  </a:lnTo>
                  <a:lnTo>
                    <a:pt x="34064" y="175949"/>
                  </a:lnTo>
                  <a:lnTo>
                    <a:pt x="31913" y="175496"/>
                  </a:lnTo>
                  <a:lnTo>
                    <a:pt x="31246" y="175381"/>
                  </a:lnTo>
                  <a:lnTo>
                    <a:pt x="30641" y="175276"/>
                  </a:lnTo>
                  <a:lnTo>
                    <a:pt x="29368" y="174909"/>
                  </a:lnTo>
                  <a:lnTo>
                    <a:pt x="28898" y="174601"/>
                  </a:lnTo>
                  <a:lnTo>
                    <a:pt x="28658" y="174444"/>
                  </a:lnTo>
                  <a:lnTo>
                    <a:pt x="28071" y="173881"/>
                  </a:lnTo>
                  <a:lnTo>
                    <a:pt x="27508" y="173440"/>
                  </a:lnTo>
                  <a:lnTo>
                    <a:pt x="26847" y="172877"/>
                  </a:lnTo>
                  <a:lnTo>
                    <a:pt x="26310" y="172590"/>
                  </a:lnTo>
                  <a:lnTo>
                    <a:pt x="26161" y="172510"/>
                  </a:lnTo>
                  <a:lnTo>
                    <a:pt x="24203" y="172486"/>
                  </a:lnTo>
                  <a:lnTo>
                    <a:pt x="23298" y="172241"/>
                  </a:lnTo>
                  <a:lnTo>
                    <a:pt x="22441" y="171580"/>
                  </a:lnTo>
                  <a:lnTo>
                    <a:pt x="21878" y="170772"/>
                  </a:lnTo>
                  <a:lnTo>
                    <a:pt x="21219" y="170501"/>
                  </a:lnTo>
                  <a:lnTo>
                    <a:pt x="21046" y="170430"/>
                  </a:lnTo>
                  <a:lnTo>
                    <a:pt x="20091" y="170381"/>
                  </a:lnTo>
                  <a:lnTo>
                    <a:pt x="19038" y="170087"/>
                  </a:lnTo>
                  <a:lnTo>
                    <a:pt x="18255" y="169573"/>
                  </a:lnTo>
                  <a:lnTo>
                    <a:pt x="17638" y="169091"/>
                  </a:lnTo>
                  <a:lnTo>
                    <a:pt x="17472" y="168961"/>
                  </a:lnTo>
                  <a:lnTo>
                    <a:pt x="16885" y="168472"/>
                  </a:lnTo>
                  <a:lnTo>
                    <a:pt x="16422" y="168220"/>
                  </a:lnTo>
                  <a:lnTo>
                    <a:pt x="16028" y="168007"/>
                  </a:lnTo>
                  <a:lnTo>
                    <a:pt x="14829" y="168031"/>
                  </a:lnTo>
                  <a:lnTo>
                    <a:pt x="14021" y="167762"/>
                  </a:lnTo>
                  <a:lnTo>
                    <a:pt x="13570" y="167683"/>
                  </a:lnTo>
                  <a:lnTo>
                    <a:pt x="13042" y="167590"/>
                  </a:lnTo>
                  <a:lnTo>
                    <a:pt x="11818" y="166954"/>
                  </a:lnTo>
                  <a:lnTo>
                    <a:pt x="11084" y="166391"/>
                  </a:lnTo>
                  <a:lnTo>
                    <a:pt x="9884" y="165412"/>
                  </a:lnTo>
                  <a:lnTo>
                    <a:pt x="8318" y="165020"/>
                  </a:lnTo>
                  <a:lnTo>
                    <a:pt x="7928" y="164933"/>
                  </a:lnTo>
                  <a:lnTo>
                    <a:pt x="7339" y="164800"/>
                  </a:lnTo>
                  <a:lnTo>
                    <a:pt x="6556" y="164653"/>
                  </a:lnTo>
                  <a:lnTo>
                    <a:pt x="5617" y="164397"/>
                  </a:lnTo>
                  <a:lnTo>
                    <a:pt x="5479" y="164360"/>
                  </a:lnTo>
                  <a:lnTo>
                    <a:pt x="4108" y="163503"/>
                  </a:lnTo>
                  <a:lnTo>
                    <a:pt x="2811" y="162720"/>
                  </a:lnTo>
                  <a:lnTo>
                    <a:pt x="1660" y="162328"/>
                  </a:lnTo>
                  <a:lnTo>
                    <a:pt x="0" y="161736"/>
                  </a:lnTo>
                  <a:lnTo>
                    <a:pt x="1018" y="158539"/>
                  </a:lnTo>
                  <a:lnTo>
                    <a:pt x="4723" y="154186"/>
                  </a:lnTo>
                  <a:lnTo>
                    <a:pt x="6737" y="151817"/>
                  </a:lnTo>
                  <a:lnTo>
                    <a:pt x="10405" y="147494"/>
                  </a:lnTo>
                  <a:lnTo>
                    <a:pt x="16820" y="139764"/>
                  </a:lnTo>
                  <a:lnTo>
                    <a:pt x="18071" y="138258"/>
                  </a:lnTo>
                  <a:lnTo>
                    <a:pt x="19923" y="136026"/>
                  </a:lnTo>
                  <a:lnTo>
                    <a:pt x="23721" y="131450"/>
                  </a:lnTo>
                  <a:lnTo>
                    <a:pt x="23834" y="131314"/>
                  </a:lnTo>
                  <a:lnTo>
                    <a:pt x="27650" y="126602"/>
                  </a:lnTo>
                  <a:lnTo>
                    <a:pt x="28122" y="126035"/>
                  </a:lnTo>
                  <a:lnTo>
                    <a:pt x="31859" y="121539"/>
                  </a:lnTo>
                  <a:lnTo>
                    <a:pt x="41409" y="109731"/>
                  </a:lnTo>
                  <a:lnTo>
                    <a:pt x="49903" y="99659"/>
                  </a:lnTo>
                  <a:lnTo>
                    <a:pt x="50819" y="98574"/>
                  </a:lnTo>
                  <a:lnTo>
                    <a:pt x="56376" y="91985"/>
                  </a:lnTo>
                  <a:lnTo>
                    <a:pt x="58162" y="89890"/>
                  </a:lnTo>
                  <a:lnTo>
                    <a:pt x="58693" y="89268"/>
                  </a:lnTo>
                  <a:lnTo>
                    <a:pt x="60411" y="87253"/>
                  </a:lnTo>
                  <a:lnTo>
                    <a:pt x="64674" y="82293"/>
                  </a:lnTo>
                  <a:lnTo>
                    <a:pt x="64908" y="82020"/>
                  </a:lnTo>
                  <a:lnTo>
                    <a:pt x="65410" y="81408"/>
                  </a:lnTo>
                  <a:lnTo>
                    <a:pt x="65911" y="80796"/>
                  </a:lnTo>
                  <a:lnTo>
                    <a:pt x="66233" y="80392"/>
                  </a:lnTo>
                  <a:lnTo>
                    <a:pt x="69449" y="76355"/>
                  </a:lnTo>
                  <a:lnTo>
                    <a:pt x="75082" y="69318"/>
                  </a:lnTo>
                  <a:lnTo>
                    <a:pt x="75526" y="68764"/>
                  </a:lnTo>
                  <a:lnTo>
                    <a:pt x="77361" y="67097"/>
                  </a:lnTo>
                  <a:lnTo>
                    <a:pt x="82933" y="63078"/>
                  </a:lnTo>
                  <a:lnTo>
                    <a:pt x="83329" y="62792"/>
                  </a:lnTo>
                  <a:lnTo>
                    <a:pt x="83503" y="62666"/>
                  </a:lnTo>
                  <a:lnTo>
                    <a:pt x="85107" y="61510"/>
                  </a:lnTo>
                  <a:lnTo>
                    <a:pt x="89651" y="58232"/>
                  </a:lnTo>
                  <a:lnTo>
                    <a:pt x="90457" y="57651"/>
                  </a:lnTo>
                  <a:lnTo>
                    <a:pt x="95122" y="54301"/>
                  </a:lnTo>
                  <a:lnTo>
                    <a:pt x="95880" y="53757"/>
                  </a:lnTo>
                  <a:lnTo>
                    <a:pt x="108528" y="44769"/>
                  </a:lnTo>
                  <a:lnTo>
                    <a:pt x="111134" y="42898"/>
                  </a:lnTo>
                  <a:lnTo>
                    <a:pt x="114609" y="40403"/>
                  </a:lnTo>
                  <a:lnTo>
                    <a:pt x="114965" y="40147"/>
                  </a:lnTo>
                  <a:lnTo>
                    <a:pt x="120184" y="36390"/>
                  </a:lnTo>
                  <a:lnTo>
                    <a:pt x="121128" y="35710"/>
                  </a:lnTo>
                  <a:lnTo>
                    <a:pt x="125489" y="32571"/>
                  </a:lnTo>
                  <a:lnTo>
                    <a:pt x="125736" y="32393"/>
                  </a:lnTo>
                  <a:lnTo>
                    <a:pt x="138512" y="23334"/>
                  </a:lnTo>
                  <a:lnTo>
                    <a:pt x="142167" y="20743"/>
                  </a:lnTo>
                  <a:lnTo>
                    <a:pt x="144126" y="19475"/>
                  </a:lnTo>
                  <a:lnTo>
                    <a:pt x="144457" y="20003"/>
                  </a:lnTo>
                  <a:lnTo>
                    <a:pt x="149839" y="26804"/>
                  </a:lnTo>
                  <a:lnTo>
                    <a:pt x="152737" y="30762"/>
                  </a:lnTo>
                  <a:lnTo>
                    <a:pt x="153081" y="31233"/>
                  </a:lnTo>
                  <a:lnTo>
                    <a:pt x="153315" y="31553"/>
                  </a:lnTo>
                  <a:lnTo>
                    <a:pt x="155332" y="34759"/>
                  </a:lnTo>
                  <a:lnTo>
                    <a:pt x="156320" y="36342"/>
                  </a:lnTo>
                  <a:lnTo>
                    <a:pt x="158247" y="39217"/>
                  </a:lnTo>
                  <a:lnTo>
                    <a:pt x="163114" y="47045"/>
                  </a:lnTo>
                  <a:lnTo>
                    <a:pt x="167561" y="53581"/>
                  </a:lnTo>
                  <a:lnTo>
                    <a:pt x="174247" y="64961"/>
                  </a:lnTo>
                  <a:lnTo>
                    <a:pt x="177783" y="70409"/>
                  </a:lnTo>
                  <a:lnTo>
                    <a:pt x="208443" y="47504"/>
                  </a:lnTo>
                  <a:lnTo>
                    <a:pt x="208709" y="47310"/>
                  </a:lnTo>
                  <a:lnTo>
                    <a:pt x="210264" y="45770"/>
                  </a:lnTo>
                  <a:lnTo>
                    <a:pt x="211140" y="44901"/>
                  </a:lnTo>
                  <a:lnTo>
                    <a:pt x="213696" y="42370"/>
                  </a:lnTo>
                  <a:lnTo>
                    <a:pt x="217027" y="38805"/>
                  </a:lnTo>
                  <a:lnTo>
                    <a:pt x="233142" y="21561"/>
                  </a:lnTo>
                  <a:lnTo>
                    <a:pt x="233658" y="21010"/>
                  </a:lnTo>
                  <a:lnTo>
                    <a:pt x="234199" y="20430"/>
                  </a:lnTo>
                  <a:lnTo>
                    <a:pt x="234969" y="19607"/>
                  </a:lnTo>
                  <a:lnTo>
                    <a:pt x="236118" y="18378"/>
                  </a:lnTo>
                  <a:lnTo>
                    <a:pt x="241371" y="12757"/>
                  </a:lnTo>
                  <a:lnTo>
                    <a:pt x="249037" y="4435"/>
                  </a:lnTo>
                  <a:lnTo>
                    <a:pt x="253122" y="0"/>
                  </a:lnTo>
                  <a:lnTo>
                    <a:pt x="253441" y="301"/>
                  </a:lnTo>
                  <a:lnTo>
                    <a:pt x="253794" y="635"/>
                  </a:lnTo>
                  <a:lnTo>
                    <a:pt x="256520" y="3420"/>
                  </a:lnTo>
                  <a:lnTo>
                    <a:pt x="269984" y="17176"/>
                  </a:lnTo>
                  <a:lnTo>
                    <a:pt x="276497" y="23830"/>
                  </a:lnTo>
                  <a:lnTo>
                    <a:pt x="282637" y="30143"/>
                  </a:lnTo>
                  <a:lnTo>
                    <a:pt x="285731" y="33323"/>
                  </a:lnTo>
                  <a:lnTo>
                    <a:pt x="303494" y="5158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3" name="pg152"/>
            <p:cNvSpPr/>
            <p:nvPr/>
          </p:nvSpPr>
          <p:spPr>
            <a:xfrm>
              <a:off x="4027937" y="5577796"/>
              <a:ext cx="255555" cy="362373"/>
            </a:xfrm>
            <a:custGeom>
              <a:avLst/>
              <a:pathLst>
                <a:path w="255555" h="362373">
                  <a:moveTo>
                    <a:pt x="177641" y="72711"/>
                  </a:moveTo>
                  <a:lnTo>
                    <a:pt x="180549" y="73442"/>
                  </a:lnTo>
                  <a:lnTo>
                    <a:pt x="181442" y="71029"/>
                  </a:lnTo>
                  <a:lnTo>
                    <a:pt x="184326" y="69485"/>
                  </a:lnTo>
                  <a:lnTo>
                    <a:pt x="188263" y="66503"/>
                  </a:lnTo>
                  <a:lnTo>
                    <a:pt x="192973" y="66018"/>
                  </a:lnTo>
                  <a:lnTo>
                    <a:pt x="195174" y="66126"/>
                  </a:lnTo>
                  <a:lnTo>
                    <a:pt x="195894" y="65809"/>
                  </a:lnTo>
                  <a:lnTo>
                    <a:pt x="196639" y="65481"/>
                  </a:lnTo>
                  <a:lnTo>
                    <a:pt x="197004" y="65320"/>
                  </a:lnTo>
                  <a:lnTo>
                    <a:pt x="199479" y="63591"/>
                  </a:lnTo>
                  <a:lnTo>
                    <a:pt x="201626" y="62219"/>
                  </a:lnTo>
                  <a:lnTo>
                    <a:pt x="202248" y="62251"/>
                  </a:lnTo>
                  <a:lnTo>
                    <a:pt x="203087" y="62294"/>
                  </a:lnTo>
                  <a:lnTo>
                    <a:pt x="210042" y="62649"/>
                  </a:lnTo>
                  <a:lnTo>
                    <a:pt x="218627" y="63015"/>
                  </a:lnTo>
                  <a:lnTo>
                    <a:pt x="220538" y="63096"/>
                  </a:lnTo>
                  <a:lnTo>
                    <a:pt x="223505" y="63149"/>
                  </a:lnTo>
                  <a:lnTo>
                    <a:pt x="223719" y="63153"/>
                  </a:lnTo>
                  <a:lnTo>
                    <a:pt x="219204" y="87629"/>
                  </a:lnTo>
                  <a:lnTo>
                    <a:pt x="215959" y="105225"/>
                  </a:lnTo>
                  <a:lnTo>
                    <a:pt x="215171" y="109494"/>
                  </a:lnTo>
                  <a:lnTo>
                    <a:pt x="214313" y="114145"/>
                  </a:lnTo>
                  <a:lnTo>
                    <a:pt x="212946" y="121558"/>
                  </a:lnTo>
                  <a:lnTo>
                    <a:pt x="211353" y="130194"/>
                  </a:lnTo>
                  <a:lnTo>
                    <a:pt x="206322" y="157733"/>
                  </a:lnTo>
                  <a:lnTo>
                    <a:pt x="205159" y="163160"/>
                  </a:lnTo>
                  <a:lnTo>
                    <a:pt x="204987" y="164088"/>
                  </a:lnTo>
                  <a:lnTo>
                    <a:pt x="204429" y="167105"/>
                  </a:lnTo>
                  <a:lnTo>
                    <a:pt x="203951" y="169688"/>
                  </a:lnTo>
                  <a:lnTo>
                    <a:pt x="203775" y="170635"/>
                  </a:lnTo>
                  <a:lnTo>
                    <a:pt x="199716" y="192563"/>
                  </a:lnTo>
                  <a:lnTo>
                    <a:pt x="199672" y="192801"/>
                  </a:lnTo>
                  <a:lnTo>
                    <a:pt x="198479" y="200494"/>
                  </a:lnTo>
                  <a:lnTo>
                    <a:pt x="198211" y="206309"/>
                  </a:lnTo>
                  <a:lnTo>
                    <a:pt x="198538" y="210398"/>
                  </a:lnTo>
                  <a:lnTo>
                    <a:pt x="198867" y="214509"/>
                  </a:lnTo>
                  <a:lnTo>
                    <a:pt x="200060" y="220175"/>
                  </a:lnTo>
                  <a:lnTo>
                    <a:pt x="202326" y="226884"/>
                  </a:lnTo>
                  <a:lnTo>
                    <a:pt x="204520" y="230778"/>
                  </a:lnTo>
                  <a:lnTo>
                    <a:pt x="207534" y="236127"/>
                  </a:lnTo>
                  <a:lnTo>
                    <a:pt x="209215" y="239110"/>
                  </a:lnTo>
                  <a:lnTo>
                    <a:pt x="228876" y="258265"/>
                  </a:lnTo>
                  <a:lnTo>
                    <a:pt x="228433" y="258692"/>
                  </a:lnTo>
                  <a:lnTo>
                    <a:pt x="227618" y="259479"/>
                  </a:lnTo>
                  <a:lnTo>
                    <a:pt x="227853" y="259705"/>
                  </a:lnTo>
                  <a:lnTo>
                    <a:pt x="231030" y="262761"/>
                  </a:lnTo>
                  <a:lnTo>
                    <a:pt x="236882" y="268911"/>
                  </a:lnTo>
                  <a:lnTo>
                    <a:pt x="242920" y="275024"/>
                  </a:lnTo>
                  <a:lnTo>
                    <a:pt x="245203" y="277359"/>
                  </a:lnTo>
                  <a:lnTo>
                    <a:pt x="246727" y="278918"/>
                  </a:lnTo>
                  <a:lnTo>
                    <a:pt x="249364" y="281616"/>
                  </a:lnTo>
                  <a:lnTo>
                    <a:pt x="251009" y="283299"/>
                  </a:lnTo>
                  <a:lnTo>
                    <a:pt x="253282" y="285353"/>
                  </a:lnTo>
                  <a:lnTo>
                    <a:pt x="255555" y="287408"/>
                  </a:lnTo>
                  <a:lnTo>
                    <a:pt x="254989" y="290375"/>
                  </a:lnTo>
                  <a:lnTo>
                    <a:pt x="251381" y="296170"/>
                  </a:lnTo>
                  <a:lnTo>
                    <a:pt x="244358" y="308113"/>
                  </a:lnTo>
                  <a:lnTo>
                    <a:pt x="232684" y="328599"/>
                  </a:lnTo>
                  <a:lnTo>
                    <a:pt x="220920" y="349443"/>
                  </a:lnTo>
                  <a:lnTo>
                    <a:pt x="216984" y="356510"/>
                  </a:lnTo>
                  <a:lnTo>
                    <a:pt x="213357" y="362373"/>
                  </a:lnTo>
                  <a:lnTo>
                    <a:pt x="209742" y="360918"/>
                  </a:lnTo>
                  <a:lnTo>
                    <a:pt x="199503" y="356869"/>
                  </a:lnTo>
                  <a:lnTo>
                    <a:pt x="189258" y="352818"/>
                  </a:lnTo>
                  <a:lnTo>
                    <a:pt x="185048" y="351129"/>
                  </a:lnTo>
                  <a:lnTo>
                    <a:pt x="184071" y="350406"/>
                  </a:lnTo>
                  <a:lnTo>
                    <a:pt x="181672" y="348680"/>
                  </a:lnTo>
                  <a:lnTo>
                    <a:pt x="175552" y="346063"/>
                  </a:lnTo>
                  <a:lnTo>
                    <a:pt x="174837" y="345762"/>
                  </a:lnTo>
                  <a:lnTo>
                    <a:pt x="172173" y="344642"/>
                  </a:lnTo>
                  <a:lnTo>
                    <a:pt x="166568" y="343345"/>
                  </a:lnTo>
                  <a:lnTo>
                    <a:pt x="155260" y="336810"/>
                  </a:lnTo>
                  <a:lnTo>
                    <a:pt x="149361" y="333824"/>
                  </a:lnTo>
                  <a:lnTo>
                    <a:pt x="143756" y="332771"/>
                  </a:lnTo>
                  <a:lnTo>
                    <a:pt x="139497" y="330372"/>
                  </a:lnTo>
                  <a:lnTo>
                    <a:pt x="136143" y="329663"/>
                  </a:lnTo>
                  <a:lnTo>
                    <a:pt x="134161" y="329198"/>
                  </a:lnTo>
                  <a:lnTo>
                    <a:pt x="128727" y="326309"/>
                  </a:lnTo>
                  <a:lnTo>
                    <a:pt x="121041" y="324229"/>
                  </a:lnTo>
                  <a:lnTo>
                    <a:pt x="105303" y="315711"/>
                  </a:lnTo>
                  <a:lnTo>
                    <a:pt x="99208" y="313312"/>
                  </a:lnTo>
                  <a:lnTo>
                    <a:pt x="94484" y="312015"/>
                  </a:lnTo>
                  <a:lnTo>
                    <a:pt x="91229" y="310081"/>
                  </a:lnTo>
                  <a:lnTo>
                    <a:pt x="82099" y="307071"/>
                  </a:lnTo>
                  <a:lnTo>
                    <a:pt x="80557" y="305480"/>
                  </a:lnTo>
                  <a:lnTo>
                    <a:pt x="74291" y="304060"/>
                  </a:lnTo>
                  <a:lnTo>
                    <a:pt x="71085" y="302714"/>
                  </a:lnTo>
                  <a:lnTo>
                    <a:pt x="69371" y="301319"/>
                  </a:lnTo>
                  <a:lnTo>
                    <a:pt x="66654" y="300193"/>
                  </a:lnTo>
                  <a:lnTo>
                    <a:pt x="63570" y="298210"/>
                  </a:lnTo>
                  <a:lnTo>
                    <a:pt x="61636" y="297745"/>
                  </a:lnTo>
                  <a:lnTo>
                    <a:pt x="60829" y="297843"/>
                  </a:lnTo>
                  <a:lnTo>
                    <a:pt x="58797" y="297378"/>
                  </a:lnTo>
                  <a:lnTo>
                    <a:pt x="57965" y="296350"/>
                  </a:lnTo>
                  <a:lnTo>
                    <a:pt x="56741" y="295444"/>
                  </a:lnTo>
                  <a:lnTo>
                    <a:pt x="52531" y="294514"/>
                  </a:lnTo>
                  <a:lnTo>
                    <a:pt x="50882" y="293783"/>
                  </a:lnTo>
                  <a:lnTo>
                    <a:pt x="46461" y="291822"/>
                  </a:lnTo>
                  <a:lnTo>
                    <a:pt x="44111" y="291161"/>
                  </a:lnTo>
                  <a:lnTo>
                    <a:pt x="42692" y="290475"/>
                  </a:lnTo>
                  <a:lnTo>
                    <a:pt x="41590" y="289790"/>
                  </a:lnTo>
                  <a:lnTo>
                    <a:pt x="40880" y="289545"/>
                  </a:lnTo>
                  <a:lnTo>
                    <a:pt x="40146" y="289105"/>
                  </a:lnTo>
                  <a:lnTo>
                    <a:pt x="38139" y="288224"/>
                  </a:lnTo>
                  <a:lnTo>
                    <a:pt x="36352" y="286535"/>
                  </a:lnTo>
                  <a:lnTo>
                    <a:pt x="34614" y="285825"/>
                  </a:lnTo>
                  <a:lnTo>
                    <a:pt x="33144" y="285364"/>
                  </a:lnTo>
                  <a:lnTo>
                    <a:pt x="32974" y="285311"/>
                  </a:lnTo>
                  <a:lnTo>
                    <a:pt x="31995" y="284626"/>
                  </a:lnTo>
                  <a:lnTo>
                    <a:pt x="31065" y="284381"/>
                  </a:lnTo>
                  <a:lnTo>
                    <a:pt x="29744" y="284160"/>
                  </a:lnTo>
                  <a:lnTo>
                    <a:pt x="28152" y="283695"/>
                  </a:lnTo>
                  <a:lnTo>
                    <a:pt x="26904" y="282888"/>
                  </a:lnTo>
                  <a:lnTo>
                    <a:pt x="23918" y="281395"/>
                  </a:lnTo>
                  <a:lnTo>
                    <a:pt x="21813" y="280807"/>
                  </a:lnTo>
                  <a:lnTo>
                    <a:pt x="21103" y="280685"/>
                  </a:lnTo>
                  <a:lnTo>
                    <a:pt x="19170" y="279999"/>
                  </a:lnTo>
                  <a:lnTo>
                    <a:pt x="18313" y="279902"/>
                  </a:lnTo>
                  <a:lnTo>
                    <a:pt x="17456" y="279632"/>
                  </a:lnTo>
                  <a:lnTo>
                    <a:pt x="16257" y="279192"/>
                  </a:lnTo>
                  <a:lnTo>
                    <a:pt x="15425" y="278506"/>
                  </a:lnTo>
                  <a:lnTo>
                    <a:pt x="14568" y="277699"/>
                  </a:lnTo>
                  <a:lnTo>
                    <a:pt x="13221" y="277111"/>
                  </a:lnTo>
                  <a:lnTo>
                    <a:pt x="11758" y="276891"/>
                  </a:lnTo>
                  <a:lnTo>
                    <a:pt x="10997" y="276549"/>
                  </a:lnTo>
                  <a:lnTo>
                    <a:pt x="9895" y="275741"/>
                  </a:lnTo>
                  <a:lnTo>
                    <a:pt x="8230" y="275153"/>
                  </a:lnTo>
                  <a:lnTo>
                    <a:pt x="7638" y="274790"/>
                  </a:lnTo>
                  <a:lnTo>
                    <a:pt x="10472" y="268111"/>
                  </a:lnTo>
                  <a:lnTo>
                    <a:pt x="13046" y="260460"/>
                  </a:lnTo>
                  <a:lnTo>
                    <a:pt x="15094" y="254374"/>
                  </a:lnTo>
                  <a:lnTo>
                    <a:pt x="16784" y="249258"/>
                  </a:lnTo>
                  <a:lnTo>
                    <a:pt x="17020" y="248139"/>
                  </a:lnTo>
                  <a:lnTo>
                    <a:pt x="17445" y="246124"/>
                  </a:lnTo>
                  <a:lnTo>
                    <a:pt x="18076" y="243914"/>
                  </a:lnTo>
                  <a:lnTo>
                    <a:pt x="18205" y="243462"/>
                  </a:lnTo>
                  <a:lnTo>
                    <a:pt x="18319" y="243062"/>
                  </a:lnTo>
                  <a:lnTo>
                    <a:pt x="19547" y="240002"/>
                  </a:lnTo>
                  <a:lnTo>
                    <a:pt x="20426" y="238538"/>
                  </a:lnTo>
                  <a:lnTo>
                    <a:pt x="20717" y="238052"/>
                  </a:lnTo>
                  <a:lnTo>
                    <a:pt x="21629" y="236530"/>
                  </a:lnTo>
                  <a:lnTo>
                    <a:pt x="22628" y="234910"/>
                  </a:lnTo>
                  <a:lnTo>
                    <a:pt x="23832" y="232959"/>
                  </a:lnTo>
                  <a:lnTo>
                    <a:pt x="15328" y="224304"/>
                  </a:lnTo>
                  <a:lnTo>
                    <a:pt x="13510" y="222454"/>
                  </a:lnTo>
                  <a:lnTo>
                    <a:pt x="8766" y="217077"/>
                  </a:lnTo>
                  <a:lnTo>
                    <a:pt x="8327" y="216696"/>
                  </a:lnTo>
                  <a:lnTo>
                    <a:pt x="8025" y="216409"/>
                  </a:lnTo>
                  <a:lnTo>
                    <a:pt x="6790" y="215104"/>
                  </a:lnTo>
                  <a:lnTo>
                    <a:pt x="3865" y="210141"/>
                  </a:lnTo>
                  <a:lnTo>
                    <a:pt x="2470" y="207217"/>
                  </a:lnTo>
                  <a:lnTo>
                    <a:pt x="1945" y="205860"/>
                  </a:lnTo>
                  <a:lnTo>
                    <a:pt x="700" y="202642"/>
                  </a:lnTo>
                  <a:lnTo>
                    <a:pt x="212" y="199091"/>
                  </a:lnTo>
                  <a:lnTo>
                    <a:pt x="0" y="193007"/>
                  </a:lnTo>
                  <a:lnTo>
                    <a:pt x="290" y="188574"/>
                  </a:lnTo>
                  <a:lnTo>
                    <a:pt x="1155" y="184811"/>
                  </a:lnTo>
                  <a:lnTo>
                    <a:pt x="1834" y="182414"/>
                  </a:lnTo>
                  <a:lnTo>
                    <a:pt x="2675" y="179721"/>
                  </a:lnTo>
                  <a:lnTo>
                    <a:pt x="3997" y="177010"/>
                  </a:lnTo>
                  <a:lnTo>
                    <a:pt x="4769" y="175428"/>
                  </a:lnTo>
                  <a:lnTo>
                    <a:pt x="6078" y="172650"/>
                  </a:lnTo>
                  <a:lnTo>
                    <a:pt x="7793" y="167214"/>
                  </a:lnTo>
                  <a:lnTo>
                    <a:pt x="8524" y="164512"/>
                  </a:lnTo>
                  <a:lnTo>
                    <a:pt x="9140" y="162238"/>
                  </a:lnTo>
                  <a:lnTo>
                    <a:pt x="9301" y="159659"/>
                  </a:lnTo>
                  <a:lnTo>
                    <a:pt x="8531" y="154675"/>
                  </a:lnTo>
                  <a:lnTo>
                    <a:pt x="8699" y="149354"/>
                  </a:lnTo>
                  <a:lnTo>
                    <a:pt x="10263" y="146958"/>
                  </a:lnTo>
                  <a:lnTo>
                    <a:pt x="26674" y="131327"/>
                  </a:lnTo>
                  <a:lnTo>
                    <a:pt x="27918" y="130052"/>
                  </a:lnTo>
                  <a:lnTo>
                    <a:pt x="29275" y="128782"/>
                  </a:lnTo>
                  <a:lnTo>
                    <a:pt x="65961" y="94458"/>
                  </a:lnTo>
                  <a:lnTo>
                    <a:pt x="55862" y="84505"/>
                  </a:lnTo>
                  <a:lnTo>
                    <a:pt x="57992" y="82399"/>
                  </a:lnTo>
                  <a:lnTo>
                    <a:pt x="71846" y="69309"/>
                  </a:lnTo>
                  <a:lnTo>
                    <a:pt x="81189" y="60481"/>
                  </a:lnTo>
                  <a:lnTo>
                    <a:pt x="106413" y="36648"/>
                  </a:lnTo>
                  <a:lnTo>
                    <a:pt x="115601" y="27965"/>
                  </a:lnTo>
                  <a:lnTo>
                    <a:pt x="117608" y="26069"/>
                  </a:lnTo>
                  <a:lnTo>
                    <a:pt x="117849" y="25839"/>
                  </a:lnTo>
                  <a:lnTo>
                    <a:pt x="124267" y="19722"/>
                  </a:lnTo>
                  <a:lnTo>
                    <a:pt x="126225" y="17855"/>
                  </a:lnTo>
                  <a:lnTo>
                    <a:pt x="127027" y="17091"/>
                  </a:lnTo>
                  <a:lnTo>
                    <a:pt x="127855" y="16225"/>
                  </a:lnTo>
                  <a:lnTo>
                    <a:pt x="132386" y="11487"/>
                  </a:lnTo>
                  <a:lnTo>
                    <a:pt x="135331" y="8718"/>
                  </a:lnTo>
                  <a:lnTo>
                    <a:pt x="138507" y="5731"/>
                  </a:lnTo>
                  <a:lnTo>
                    <a:pt x="143347" y="1179"/>
                  </a:lnTo>
                  <a:lnTo>
                    <a:pt x="144601" y="0"/>
                  </a:lnTo>
                  <a:lnTo>
                    <a:pt x="145784" y="1285"/>
                  </a:lnTo>
                  <a:lnTo>
                    <a:pt x="149227" y="5028"/>
                  </a:lnTo>
                  <a:lnTo>
                    <a:pt x="149431" y="5249"/>
                  </a:lnTo>
                  <a:lnTo>
                    <a:pt x="150351" y="6249"/>
                  </a:lnTo>
                  <a:lnTo>
                    <a:pt x="150489" y="6400"/>
                  </a:lnTo>
                  <a:lnTo>
                    <a:pt x="154074" y="9864"/>
                  </a:lnTo>
                  <a:lnTo>
                    <a:pt x="155605" y="11344"/>
                  </a:lnTo>
                  <a:lnTo>
                    <a:pt x="160158" y="16547"/>
                  </a:lnTo>
                  <a:lnTo>
                    <a:pt x="161944" y="18589"/>
                  </a:lnTo>
                  <a:lnTo>
                    <a:pt x="164620" y="21234"/>
                  </a:lnTo>
                  <a:lnTo>
                    <a:pt x="167983" y="24560"/>
                  </a:lnTo>
                  <a:lnTo>
                    <a:pt x="168529" y="25100"/>
                  </a:lnTo>
                  <a:lnTo>
                    <a:pt x="169154" y="25805"/>
                  </a:lnTo>
                  <a:lnTo>
                    <a:pt x="171890" y="28892"/>
                  </a:lnTo>
                  <a:lnTo>
                    <a:pt x="172334" y="29305"/>
                  </a:lnTo>
                  <a:lnTo>
                    <a:pt x="176661" y="33335"/>
                  </a:lnTo>
                  <a:lnTo>
                    <a:pt x="177303" y="33976"/>
                  </a:lnTo>
                  <a:lnTo>
                    <a:pt x="177494" y="34167"/>
                  </a:lnTo>
                  <a:lnTo>
                    <a:pt x="180852" y="37527"/>
                  </a:lnTo>
                  <a:lnTo>
                    <a:pt x="183556" y="40232"/>
                  </a:lnTo>
                  <a:lnTo>
                    <a:pt x="183242" y="40623"/>
                  </a:lnTo>
                  <a:lnTo>
                    <a:pt x="181268" y="42689"/>
                  </a:lnTo>
                  <a:lnTo>
                    <a:pt x="180408" y="43590"/>
                  </a:lnTo>
                  <a:lnTo>
                    <a:pt x="174520" y="49751"/>
                  </a:lnTo>
                  <a:lnTo>
                    <a:pt x="172931" y="51415"/>
                  </a:lnTo>
                  <a:lnTo>
                    <a:pt x="174420" y="57299"/>
                  </a:lnTo>
                  <a:lnTo>
                    <a:pt x="174595" y="57991"/>
                  </a:lnTo>
                  <a:lnTo>
                    <a:pt x="174733" y="58537"/>
                  </a:lnTo>
                  <a:lnTo>
                    <a:pt x="176712" y="64521"/>
                  </a:lnTo>
                  <a:lnTo>
                    <a:pt x="175855" y="65420"/>
                  </a:lnTo>
                  <a:lnTo>
                    <a:pt x="175071" y="65683"/>
                  </a:lnTo>
                  <a:lnTo>
                    <a:pt x="174051" y="65734"/>
                  </a:lnTo>
                  <a:lnTo>
                    <a:pt x="172511" y="65757"/>
                  </a:lnTo>
                  <a:lnTo>
                    <a:pt x="170384" y="65790"/>
                  </a:lnTo>
                  <a:lnTo>
                    <a:pt x="169205" y="65808"/>
                  </a:lnTo>
                  <a:lnTo>
                    <a:pt x="166939" y="66494"/>
                  </a:lnTo>
                  <a:lnTo>
                    <a:pt x="167281" y="67245"/>
                  </a:lnTo>
                  <a:lnTo>
                    <a:pt x="167535" y="67806"/>
                  </a:lnTo>
                  <a:lnTo>
                    <a:pt x="168400" y="68790"/>
                  </a:lnTo>
                  <a:lnTo>
                    <a:pt x="170145" y="7016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4" name="pg153"/>
            <p:cNvSpPr/>
            <p:nvPr/>
          </p:nvSpPr>
          <p:spPr>
            <a:xfrm>
              <a:off x="2972202" y="2017416"/>
              <a:ext cx="50950" cy="85043"/>
            </a:xfrm>
            <a:custGeom>
              <a:avLst/>
              <a:pathLst>
                <a:path w="50950" h="85043">
                  <a:moveTo>
                    <a:pt x="1167" y="85038"/>
                  </a:moveTo>
                  <a:lnTo>
                    <a:pt x="787" y="85043"/>
                  </a:lnTo>
                  <a:lnTo>
                    <a:pt x="337" y="81299"/>
                  </a:lnTo>
                  <a:lnTo>
                    <a:pt x="208" y="80232"/>
                  </a:lnTo>
                  <a:lnTo>
                    <a:pt x="0" y="78495"/>
                  </a:lnTo>
                  <a:lnTo>
                    <a:pt x="1288" y="74416"/>
                  </a:lnTo>
                  <a:lnTo>
                    <a:pt x="2032" y="73141"/>
                  </a:lnTo>
                  <a:lnTo>
                    <a:pt x="3649" y="70372"/>
                  </a:lnTo>
                  <a:lnTo>
                    <a:pt x="5489" y="66997"/>
                  </a:lnTo>
                  <a:lnTo>
                    <a:pt x="7594" y="63137"/>
                  </a:lnTo>
                  <a:lnTo>
                    <a:pt x="9233" y="60129"/>
                  </a:lnTo>
                  <a:lnTo>
                    <a:pt x="10994" y="56899"/>
                  </a:lnTo>
                  <a:lnTo>
                    <a:pt x="18817" y="42549"/>
                  </a:lnTo>
                  <a:lnTo>
                    <a:pt x="20025" y="40333"/>
                  </a:lnTo>
                  <a:lnTo>
                    <a:pt x="20956" y="38625"/>
                  </a:lnTo>
                  <a:lnTo>
                    <a:pt x="23276" y="34370"/>
                  </a:lnTo>
                  <a:lnTo>
                    <a:pt x="27879" y="25926"/>
                  </a:lnTo>
                  <a:lnTo>
                    <a:pt x="28765" y="24302"/>
                  </a:lnTo>
                  <a:lnTo>
                    <a:pt x="31400" y="17378"/>
                  </a:lnTo>
                  <a:lnTo>
                    <a:pt x="31990" y="15828"/>
                  </a:lnTo>
                  <a:lnTo>
                    <a:pt x="33712" y="11302"/>
                  </a:lnTo>
                  <a:lnTo>
                    <a:pt x="34371" y="9571"/>
                  </a:lnTo>
                  <a:lnTo>
                    <a:pt x="35822" y="8027"/>
                  </a:lnTo>
                  <a:lnTo>
                    <a:pt x="36951" y="6825"/>
                  </a:lnTo>
                  <a:lnTo>
                    <a:pt x="39295" y="4329"/>
                  </a:lnTo>
                  <a:lnTo>
                    <a:pt x="43622" y="0"/>
                  </a:lnTo>
                  <a:lnTo>
                    <a:pt x="43631" y="306"/>
                  </a:lnTo>
                  <a:lnTo>
                    <a:pt x="43640" y="634"/>
                  </a:lnTo>
                  <a:lnTo>
                    <a:pt x="43659" y="1302"/>
                  </a:lnTo>
                  <a:lnTo>
                    <a:pt x="43682" y="2122"/>
                  </a:lnTo>
                  <a:lnTo>
                    <a:pt x="43701" y="2770"/>
                  </a:lnTo>
                  <a:lnTo>
                    <a:pt x="43717" y="3351"/>
                  </a:lnTo>
                  <a:lnTo>
                    <a:pt x="43758" y="4797"/>
                  </a:lnTo>
                  <a:lnTo>
                    <a:pt x="43777" y="4980"/>
                  </a:lnTo>
                  <a:lnTo>
                    <a:pt x="43905" y="6214"/>
                  </a:lnTo>
                  <a:lnTo>
                    <a:pt x="44209" y="9150"/>
                  </a:lnTo>
                  <a:lnTo>
                    <a:pt x="45360" y="20250"/>
                  </a:lnTo>
                  <a:lnTo>
                    <a:pt x="46633" y="32529"/>
                  </a:lnTo>
                  <a:lnTo>
                    <a:pt x="46907" y="35174"/>
                  </a:lnTo>
                  <a:lnTo>
                    <a:pt x="46963" y="35716"/>
                  </a:lnTo>
                  <a:lnTo>
                    <a:pt x="47154" y="37646"/>
                  </a:lnTo>
                  <a:lnTo>
                    <a:pt x="47204" y="38167"/>
                  </a:lnTo>
                  <a:lnTo>
                    <a:pt x="48219" y="48678"/>
                  </a:lnTo>
                  <a:lnTo>
                    <a:pt x="49810" y="65154"/>
                  </a:lnTo>
                  <a:lnTo>
                    <a:pt x="50041" y="67551"/>
                  </a:lnTo>
                  <a:lnTo>
                    <a:pt x="50753" y="74923"/>
                  </a:lnTo>
                  <a:lnTo>
                    <a:pt x="50868" y="76112"/>
                  </a:lnTo>
                  <a:lnTo>
                    <a:pt x="50913" y="76585"/>
                  </a:lnTo>
                  <a:lnTo>
                    <a:pt x="50950" y="76965"/>
                  </a:lnTo>
                  <a:lnTo>
                    <a:pt x="46417" y="77371"/>
                  </a:lnTo>
                  <a:lnTo>
                    <a:pt x="46224" y="77389"/>
                  </a:lnTo>
                  <a:lnTo>
                    <a:pt x="41013" y="77855"/>
                  </a:lnTo>
                  <a:lnTo>
                    <a:pt x="35377" y="78360"/>
                  </a:lnTo>
                  <a:lnTo>
                    <a:pt x="28488" y="78977"/>
                  </a:lnTo>
                  <a:lnTo>
                    <a:pt x="28807" y="82812"/>
                  </a:lnTo>
                  <a:lnTo>
                    <a:pt x="28649" y="82827"/>
                  </a:lnTo>
                  <a:lnTo>
                    <a:pt x="28381" y="82852"/>
                  </a:lnTo>
                  <a:lnTo>
                    <a:pt x="22222" y="83387"/>
                  </a:lnTo>
                  <a:lnTo>
                    <a:pt x="21860" y="83418"/>
                  </a:lnTo>
                  <a:lnTo>
                    <a:pt x="16703" y="83866"/>
                  </a:lnTo>
                  <a:lnTo>
                    <a:pt x="16303" y="83901"/>
                  </a:lnTo>
                  <a:lnTo>
                    <a:pt x="11290" y="84336"/>
                  </a:lnTo>
                  <a:lnTo>
                    <a:pt x="10832" y="84376"/>
                  </a:lnTo>
                  <a:lnTo>
                    <a:pt x="4461" y="8499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5" name="pg154"/>
            <p:cNvSpPr/>
            <p:nvPr/>
          </p:nvSpPr>
          <p:spPr>
            <a:xfrm>
              <a:off x="2964285" y="2094382"/>
              <a:ext cx="69334" cy="115218"/>
            </a:xfrm>
            <a:custGeom>
              <a:avLst/>
              <a:pathLst>
                <a:path w="69334" h="115218">
                  <a:moveTo>
                    <a:pt x="65457" y="71069"/>
                  </a:moveTo>
                  <a:lnTo>
                    <a:pt x="65801" y="74970"/>
                  </a:lnTo>
                  <a:lnTo>
                    <a:pt x="66031" y="77579"/>
                  </a:lnTo>
                  <a:lnTo>
                    <a:pt x="66309" y="80743"/>
                  </a:lnTo>
                  <a:lnTo>
                    <a:pt x="66511" y="82828"/>
                  </a:lnTo>
                  <a:lnTo>
                    <a:pt x="68172" y="99998"/>
                  </a:lnTo>
                  <a:lnTo>
                    <a:pt x="68443" y="102800"/>
                  </a:lnTo>
                  <a:lnTo>
                    <a:pt x="69218" y="110807"/>
                  </a:lnTo>
                  <a:lnTo>
                    <a:pt x="69295" y="111604"/>
                  </a:lnTo>
                  <a:lnTo>
                    <a:pt x="69334" y="112006"/>
                  </a:lnTo>
                  <a:lnTo>
                    <a:pt x="68544" y="112051"/>
                  </a:lnTo>
                  <a:lnTo>
                    <a:pt x="66308" y="112178"/>
                  </a:lnTo>
                  <a:lnTo>
                    <a:pt x="62736" y="112861"/>
                  </a:lnTo>
                  <a:lnTo>
                    <a:pt x="59947" y="114375"/>
                  </a:lnTo>
                  <a:lnTo>
                    <a:pt x="58433" y="115218"/>
                  </a:lnTo>
                  <a:lnTo>
                    <a:pt x="54904" y="109314"/>
                  </a:lnTo>
                  <a:lnTo>
                    <a:pt x="53771" y="107268"/>
                  </a:lnTo>
                  <a:lnTo>
                    <a:pt x="52179" y="104394"/>
                  </a:lnTo>
                  <a:lnTo>
                    <a:pt x="51601" y="103350"/>
                  </a:lnTo>
                  <a:lnTo>
                    <a:pt x="49179" y="100309"/>
                  </a:lnTo>
                  <a:lnTo>
                    <a:pt x="48494" y="99590"/>
                  </a:lnTo>
                  <a:lnTo>
                    <a:pt x="46245" y="97231"/>
                  </a:lnTo>
                  <a:lnTo>
                    <a:pt x="44930" y="96474"/>
                  </a:lnTo>
                  <a:lnTo>
                    <a:pt x="44771" y="96374"/>
                  </a:lnTo>
                  <a:lnTo>
                    <a:pt x="43223" y="95405"/>
                  </a:lnTo>
                  <a:lnTo>
                    <a:pt x="40599" y="94021"/>
                  </a:lnTo>
                  <a:lnTo>
                    <a:pt x="37188" y="92686"/>
                  </a:lnTo>
                  <a:lnTo>
                    <a:pt x="33227" y="91972"/>
                  </a:lnTo>
                  <a:lnTo>
                    <a:pt x="29252" y="91527"/>
                  </a:lnTo>
                  <a:lnTo>
                    <a:pt x="24307" y="91847"/>
                  </a:lnTo>
                  <a:lnTo>
                    <a:pt x="23575" y="91922"/>
                  </a:lnTo>
                  <a:lnTo>
                    <a:pt x="18395" y="92456"/>
                  </a:lnTo>
                  <a:lnTo>
                    <a:pt x="17098" y="85003"/>
                  </a:lnTo>
                  <a:lnTo>
                    <a:pt x="11659" y="85911"/>
                  </a:lnTo>
                  <a:lnTo>
                    <a:pt x="10846" y="81857"/>
                  </a:lnTo>
                  <a:lnTo>
                    <a:pt x="10699" y="81257"/>
                  </a:lnTo>
                  <a:lnTo>
                    <a:pt x="10541" y="80493"/>
                  </a:lnTo>
                  <a:lnTo>
                    <a:pt x="10269" y="75665"/>
                  </a:lnTo>
                  <a:lnTo>
                    <a:pt x="9997" y="74338"/>
                  </a:lnTo>
                  <a:lnTo>
                    <a:pt x="7985" y="71782"/>
                  </a:lnTo>
                  <a:lnTo>
                    <a:pt x="7363" y="71905"/>
                  </a:lnTo>
                  <a:lnTo>
                    <a:pt x="7186" y="71597"/>
                  </a:lnTo>
                  <a:lnTo>
                    <a:pt x="6824" y="70966"/>
                  </a:lnTo>
                  <a:lnTo>
                    <a:pt x="2867" y="67011"/>
                  </a:lnTo>
                  <a:lnTo>
                    <a:pt x="539" y="65582"/>
                  </a:lnTo>
                  <a:lnTo>
                    <a:pt x="0" y="64694"/>
                  </a:lnTo>
                  <a:lnTo>
                    <a:pt x="3111" y="58756"/>
                  </a:lnTo>
                  <a:lnTo>
                    <a:pt x="3634" y="57305"/>
                  </a:lnTo>
                  <a:lnTo>
                    <a:pt x="3965" y="56387"/>
                  </a:lnTo>
                  <a:lnTo>
                    <a:pt x="6404" y="49619"/>
                  </a:lnTo>
                  <a:lnTo>
                    <a:pt x="7423" y="42998"/>
                  </a:lnTo>
                  <a:lnTo>
                    <a:pt x="8058" y="36534"/>
                  </a:lnTo>
                  <a:lnTo>
                    <a:pt x="8137" y="35734"/>
                  </a:lnTo>
                  <a:lnTo>
                    <a:pt x="9101" y="25921"/>
                  </a:lnTo>
                  <a:lnTo>
                    <a:pt x="9128" y="25651"/>
                  </a:lnTo>
                  <a:lnTo>
                    <a:pt x="9194" y="24979"/>
                  </a:lnTo>
                  <a:lnTo>
                    <a:pt x="9266" y="20840"/>
                  </a:lnTo>
                  <a:lnTo>
                    <a:pt x="9281" y="20019"/>
                  </a:lnTo>
                  <a:lnTo>
                    <a:pt x="9314" y="18141"/>
                  </a:lnTo>
                  <a:lnTo>
                    <a:pt x="9331" y="17160"/>
                  </a:lnTo>
                  <a:lnTo>
                    <a:pt x="9371" y="14027"/>
                  </a:lnTo>
                  <a:lnTo>
                    <a:pt x="8704" y="8078"/>
                  </a:lnTo>
                  <a:lnTo>
                    <a:pt x="9085" y="8073"/>
                  </a:lnTo>
                  <a:lnTo>
                    <a:pt x="12379" y="8029"/>
                  </a:lnTo>
                  <a:lnTo>
                    <a:pt x="18750" y="7410"/>
                  </a:lnTo>
                  <a:lnTo>
                    <a:pt x="19208" y="7370"/>
                  </a:lnTo>
                  <a:lnTo>
                    <a:pt x="24221" y="6935"/>
                  </a:lnTo>
                  <a:lnTo>
                    <a:pt x="24621" y="6900"/>
                  </a:lnTo>
                  <a:lnTo>
                    <a:pt x="29777" y="6452"/>
                  </a:lnTo>
                  <a:lnTo>
                    <a:pt x="30140" y="6421"/>
                  </a:lnTo>
                  <a:lnTo>
                    <a:pt x="36299" y="5886"/>
                  </a:lnTo>
                  <a:lnTo>
                    <a:pt x="36567" y="5861"/>
                  </a:lnTo>
                  <a:lnTo>
                    <a:pt x="36724" y="5846"/>
                  </a:lnTo>
                  <a:lnTo>
                    <a:pt x="36406" y="2012"/>
                  </a:lnTo>
                  <a:lnTo>
                    <a:pt x="43295" y="1394"/>
                  </a:lnTo>
                  <a:lnTo>
                    <a:pt x="48958" y="887"/>
                  </a:lnTo>
                  <a:lnTo>
                    <a:pt x="54141" y="423"/>
                  </a:lnTo>
                  <a:lnTo>
                    <a:pt x="54336" y="405"/>
                  </a:lnTo>
                  <a:lnTo>
                    <a:pt x="58868" y="0"/>
                  </a:lnTo>
                  <a:lnTo>
                    <a:pt x="59014" y="1785"/>
                  </a:lnTo>
                  <a:lnTo>
                    <a:pt x="59759" y="10851"/>
                  </a:lnTo>
                  <a:lnTo>
                    <a:pt x="60152" y="15635"/>
                  </a:lnTo>
                  <a:lnTo>
                    <a:pt x="60191" y="16009"/>
                  </a:lnTo>
                  <a:lnTo>
                    <a:pt x="61005" y="23822"/>
                  </a:lnTo>
                  <a:lnTo>
                    <a:pt x="61938" y="32770"/>
                  </a:lnTo>
                  <a:lnTo>
                    <a:pt x="62775" y="41528"/>
                  </a:lnTo>
                  <a:lnTo>
                    <a:pt x="63813" y="52396"/>
                  </a:lnTo>
                  <a:lnTo>
                    <a:pt x="63882" y="53173"/>
                  </a:lnTo>
                  <a:lnTo>
                    <a:pt x="63907" y="53461"/>
                  </a:lnTo>
                  <a:lnTo>
                    <a:pt x="65350" y="6985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6" name="pg155"/>
            <p:cNvSpPr/>
            <p:nvPr/>
          </p:nvSpPr>
          <p:spPr>
            <a:xfrm>
              <a:off x="2897448" y="2159076"/>
              <a:ext cx="125277" cy="111074"/>
            </a:xfrm>
            <a:custGeom>
              <a:avLst/>
              <a:pathLst>
                <a:path w="125277" h="111074">
                  <a:moveTo>
                    <a:pt x="74023" y="6903"/>
                  </a:moveTo>
                  <a:lnTo>
                    <a:pt x="74200" y="7211"/>
                  </a:lnTo>
                  <a:lnTo>
                    <a:pt x="74822" y="7088"/>
                  </a:lnTo>
                  <a:lnTo>
                    <a:pt x="76834" y="9644"/>
                  </a:lnTo>
                  <a:lnTo>
                    <a:pt x="77106" y="10971"/>
                  </a:lnTo>
                  <a:lnTo>
                    <a:pt x="77384" y="15828"/>
                  </a:lnTo>
                  <a:lnTo>
                    <a:pt x="77536" y="16562"/>
                  </a:lnTo>
                  <a:lnTo>
                    <a:pt x="77683" y="17163"/>
                  </a:lnTo>
                  <a:lnTo>
                    <a:pt x="78496" y="21217"/>
                  </a:lnTo>
                  <a:lnTo>
                    <a:pt x="83935" y="20309"/>
                  </a:lnTo>
                  <a:lnTo>
                    <a:pt x="85232" y="27762"/>
                  </a:lnTo>
                  <a:lnTo>
                    <a:pt x="90412" y="27228"/>
                  </a:lnTo>
                  <a:lnTo>
                    <a:pt x="91144" y="27153"/>
                  </a:lnTo>
                  <a:lnTo>
                    <a:pt x="96089" y="26833"/>
                  </a:lnTo>
                  <a:lnTo>
                    <a:pt x="100064" y="27278"/>
                  </a:lnTo>
                  <a:lnTo>
                    <a:pt x="104025" y="27991"/>
                  </a:lnTo>
                  <a:lnTo>
                    <a:pt x="107436" y="29327"/>
                  </a:lnTo>
                  <a:lnTo>
                    <a:pt x="110060" y="30711"/>
                  </a:lnTo>
                  <a:lnTo>
                    <a:pt x="111608" y="31680"/>
                  </a:lnTo>
                  <a:lnTo>
                    <a:pt x="111854" y="31834"/>
                  </a:lnTo>
                  <a:lnTo>
                    <a:pt x="113082" y="32537"/>
                  </a:lnTo>
                  <a:lnTo>
                    <a:pt x="115331" y="34896"/>
                  </a:lnTo>
                  <a:lnTo>
                    <a:pt x="116046" y="35652"/>
                  </a:lnTo>
                  <a:lnTo>
                    <a:pt x="118438" y="38656"/>
                  </a:lnTo>
                  <a:lnTo>
                    <a:pt x="119016" y="39700"/>
                  </a:lnTo>
                  <a:lnTo>
                    <a:pt x="120608" y="42574"/>
                  </a:lnTo>
                  <a:lnTo>
                    <a:pt x="121742" y="44620"/>
                  </a:lnTo>
                  <a:lnTo>
                    <a:pt x="125277" y="50534"/>
                  </a:lnTo>
                  <a:lnTo>
                    <a:pt x="125137" y="50614"/>
                  </a:lnTo>
                  <a:lnTo>
                    <a:pt x="124898" y="50749"/>
                  </a:lnTo>
                  <a:lnTo>
                    <a:pt x="124645" y="50892"/>
                  </a:lnTo>
                  <a:lnTo>
                    <a:pt x="119719" y="53914"/>
                  </a:lnTo>
                  <a:lnTo>
                    <a:pt x="119042" y="54329"/>
                  </a:lnTo>
                  <a:lnTo>
                    <a:pt x="116950" y="55476"/>
                  </a:lnTo>
                  <a:lnTo>
                    <a:pt x="112578" y="56967"/>
                  </a:lnTo>
                  <a:lnTo>
                    <a:pt x="111812" y="57045"/>
                  </a:lnTo>
                  <a:lnTo>
                    <a:pt x="108910" y="57341"/>
                  </a:lnTo>
                  <a:lnTo>
                    <a:pt x="106877" y="57548"/>
                  </a:lnTo>
                  <a:lnTo>
                    <a:pt x="105401" y="57695"/>
                  </a:lnTo>
                  <a:lnTo>
                    <a:pt x="98734" y="58357"/>
                  </a:lnTo>
                  <a:lnTo>
                    <a:pt x="93399" y="58887"/>
                  </a:lnTo>
                  <a:lnTo>
                    <a:pt x="92851" y="58941"/>
                  </a:lnTo>
                  <a:lnTo>
                    <a:pt x="87203" y="59502"/>
                  </a:lnTo>
                  <a:lnTo>
                    <a:pt x="86748" y="59547"/>
                  </a:lnTo>
                  <a:lnTo>
                    <a:pt x="80339" y="60746"/>
                  </a:lnTo>
                  <a:lnTo>
                    <a:pt x="73860" y="62799"/>
                  </a:lnTo>
                  <a:lnTo>
                    <a:pt x="73077" y="63047"/>
                  </a:lnTo>
                  <a:lnTo>
                    <a:pt x="68561" y="65418"/>
                  </a:lnTo>
                  <a:lnTo>
                    <a:pt x="73420" y="74477"/>
                  </a:lnTo>
                  <a:lnTo>
                    <a:pt x="73667" y="74937"/>
                  </a:lnTo>
                  <a:lnTo>
                    <a:pt x="77722" y="83614"/>
                  </a:lnTo>
                  <a:lnTo>
                    <a:pt x="80120" y="89415"/>
                  </a:lnTo>
                  <a:lnTo>
                    <a:pt x="76301" y="91275"/>
                  </a:lnTo>
                  <a:lnTo>
                    <a:pt x="75527" y="91652"/>
                  </a:lnTo>
                  <a:lnTo>
                    <a:pt x="72470" y="93141"/>
                  </a:lnTo>
                  <a:lnTo>
                    <a:pt x="71155" y="93781"/>
                  </a:lnTo>
                  <a:lnTo>
                    <a:pt x="60788" y="101172"/>
                  </a:lnTo>
                  <a:lnTo>
                    <a:pt x="60195" y="101595"/>
                  </a:lnTo>
                  <a:lnTo>
                    <a:pt x="57431" y="104345"/>
                  </a:lnTo>
                  <a:lnTo>
                    <a:pt x="56230" y="105599"/>
                  </a:lnTo>
                  <a:lnTo>
                    <a:pt x="54437" y="107472"/>
                  </a:lnTo>
                  <a:lnTo>
                    <a:pt x="50965" y="111074"/>
                  </a:lnTo>
                  <a:lnTo>
                    <a:pt x="50326" y="110616"/>
                  </a:lnTo>
                  <a:lnTo>
                    <a:pt x="42284" y="104856"/>
                  </a:lnTo>
                  <a:lnTo>
                    <a:pt x="40747" y="103756"/>
                  </a:lnTo>
                  <a:lnTo>
                    <a:pt x="38668" y="102267"/>
                  </a:lnTo>
                  <a:lnTo>
                    <a:pt x="37128" y="101415"/>
                  </a:lnTo>
                  <a:lnTo>
                    <a:pt x="36846" y="101259"/>
                  </a:lnTo>
                  <a:lnTo>
                    <a:pt x="35989" y="100784"/>
                  </a:lnTo>
                  <a:lnTo>
                    <a:pt x="31945" y="98547"/>
                  </a:lnTo>
                  <a:lnTo>
                    <a:pt x="27950" y="96786"/>
                  </a:lnTo>
                  <a:lnTo>
                    <a:pt x="23040" y="95018"/>
                  </a:lnTo>
                  <a:lnTo>
                    <a:pt x="22717" y="94911"/>
                  </a:lnTo>
                  <a:lnTo>
                    <a:pt x="18072" y="93366"/>
                  </a:lnTo>
                  <a:lnTo>
                    <a:pt x="16240" y="92757"/>
                  </a:lnTo>
                  <a:lnTo>
                    <a:pt x="15994" y="92675"/>
                  </a:lnTo>
                  <a:lnTo>
                    <a:pt x="15326" y="92453"/>
                  </a:lnTo>
                  <a:lnTo>
                    <a:pt x="10656" y="90900"/>
                  </a:lnTo>
                  <a:lnTo>
                    <a:pt x="9939" y="90668"/>
                  </a:lnTo>
                  <a:lnTo>
                    <a:pt x="5334" y="89151"/>
                  </a:lnTo>
                  <a:lnTo>
                    <a:pt x="4386" y="88839"/>
                  </a:lnTo>
                  <a:lnTo>
                    <a:pt x="4188" y="88792"/>
                  </a:lnTo>
                  <a:lnTo>
                    <a:pt x="0" y="87813"/>
                  </a:lnTo>
                  <a:lnTo>
                    <a:pt x="2339" y="83568"/>
                  </a:lnTo>
                  <a:lnTo>
                    <a:pt x="4103" y="80370"/>
                  </a:lnTo>
                  <a:lnTo>
                    <a:pt x="5546" y="77849"/>
                  </a:lnTo>
                  <a:lnTo>
                    <a:pt x="6828" y="75611"/>
                  </a:lnTo>
                  <a:lnTo>
                    <a:pt x="10177" y="69764"/>
                  </a:lnTo>
                  <a:lnTo>
                    <a:pt x="10305" y="69539"/>
                  </a:lnTo>
                  <a:lnTo>
                    <a:pt x="15744" y="55989"/>
                  </a:lnTo>
                  <a:lnTo>
                    <a:pt x="16841" y="52222"/>
                  </a:lnTo>
                  <a:lnTo>
                    <a:pt x="17014" y="51631"/>
                  </a:lnTo>
                  <a:lnTo>
                    <a:pt x="17402" y="50299"/>
                  </a:lnTo>
                  <a:lnTo>
                    <a:pt x="18239" y="47425"/>
                  </a:lnTo>
                  <a:lnTo>
                    <a:pt x="21839" y="39308"/>
                  </a:lnTo>
                  <a:lnTo>
                    <a:pt x="23979" y="35311"/>
                  </a:lnTo>
                  <a:lnTo>
                    <a:pt x="26718" y="33136"/>
                  </a:lnTo>
                  <a:lnTo>
                    <a:pt x="30651" y="29869"/>
                  </a:lnTo>
                  <a:lnTo>
                    <a:pt x="36689" y="26170"/>
                  </a:lnTo>
                  <a:lnTo>
                    <a:pt x="40935" y="22408"/>
                  </a:lnTo>
                  <a:lnTo>
                    <a:pt x="43010" y="20815"/>
                  </a:lnTo>
                  <a:lnTo>
                    <a:pt x="45407" y="18799"/>
                  </a:lnTo>
                  <a:lnTo>
                    <a:pt x="46273" y="18071"/>
                  </a:lnTo>
                  <a:lnTo>
                    <a:pt x="48018" y="16604"/>
                  </a:lnTo>
                  <a:lnTo>
                    <a:pt x="56089" y="10470"/>
                  </a:lnTo>
                  <a:lnTo>
                    <a:pt x="56479" y="10130"/>
                  </a:lnTo>
                  <a:lnTo>
                    <a:pt x="56777" y="9870"/>
                  </a:lnTo>
                  <a:lnTo>
                    <a:pt x="60567" y="6562"/>
                  </a:lnTo>
                  <a:lnTo>
                    <a:pt x="60699" y="6447"/>
                  </a:lnTo>
                  <a:lnTo>
                    <a:pt x="64967" y="2722"/>
                  </a:lnTo>
                  <a:lnTo>
                    <a:pt x="65378" y="2003"/>
                  </a:lnTo>
                  <a:lnTo>
                    <a:pt x="66056" y="817"/>
                  </a:lnTo>
                  <a:lnTo>
                    <a:pt x="66837" y="0"/>
                  </a:lnTo>
                  <a:lnTo>
                    <a:pt x="67376" y="887"/>
                  </a:lnTo>
                  <a:lnTo>
                    <a:pt x="69705" y="2316"/>
                  </a:lnTo>
                  <a:lnTo>
                    <a:pt x="73661" y="627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7" name="pg156"/>
            <p:cNvSpPr/>
            <p:nvPr/>
          </p:nvSpPr>
          <p:spPr>
            <a:xfrm>
              <a:off x="2881555" y="2206388"/>
              <a:ext cx="157713" cy="129955"/>
            </a:xfrm>
            <a:custGeom>
              <a:avLst/>
              <a:pathLst>
                <a:path w="157713" h="129955">
                  <a:moveTo>
                    <a:pt x="125392" y="63567"/>
                  </a:moveTo>
                  <a:lnTo>
                    <a:pt x="120281" y="64078"/>
                  </a:lnTo>
                  <a:lnTo>
                    <a:pt x="119338" y="64172"/>
                  </a:lnTo>
                  <a:lnTo>
                    <a:pt x="117493" y="64357"/>
                  </a:lnTo>
                  <a:lnTo>
                    <a:pt x="113236" y="65032"/>
                  </a:lnTo>
                  <a:lnTo>
                    <a:pt x="112162" y="65308"/>
                  </a:lnTo>
                  <a:lnTo>
                    <a:pt x="108616" y="66265"/>
                  </a:lnTo>
                  <a:lnTo>
                    <a:pt x="104067" y="68050"/>
                  </a:lnTo>
                  <a:lnTo>
                    <a:pt x="99618" y="70354"/>
                  </a:lnTo>
                  <a:lnTo>
                    <a:pt x="96450" y="72561"/>
                  </a:lnTo>
                  <a:lnTo>
                    <a:pt x="94527" y="73900"/>
                  </a:lnTo>
                  <a:lnTo>
                    <a:pt x="93778" y="74642"/>
                  </a:lnTo>
                  <a:lnTo>
                    <a:pt x="89311" y="79059"/>
                  </a:lnTo>
                  <a:lnTo>
                    <a:pt x="89053" y="79314"/>
                  </a:lnTo>
                  <a:lnTo>
                    <a:pt x="88210" y="80507"/>
                  </a:lnTo>
                  <a:lnTo>
                    <a:pt x="86804" y="82497"/>
                  </a:lnTo>
                  <a:lnTo>
                    <a:pt x="85001" y="85049"/>
                  </a:lnTo>
                  <a:lnTo>
                    <a:pt x="84671" y="85676"/>
                  </a:lnTo>
                  <a:lnTo>
                    <a:pt x="84155" y="86659"/>
                  </a:lnTo>
                  <a:lnTo>
                    <a:pt x="83504" y="87897"/>
                  </a:lnTo>
                  <a:lnTo>
                    <a:pt x="83288" y="88309"/>
                  </a:lnTo>
                  <a:lnTo>
                    <a:pt x="83227" y="88445"/>
                  </a:lnTo>
                  <a:lnTo>
                    <a:pt x="83042" y="88856"/>
                  </a:lnTo>
                  <a:lnTo>
                    <a:pt x="82542" y="89972"/>
                  </a:lnTo>
                  <a:lnTo>
                    <a:pt x="81571" y="92139"/>
                  </a:lnTo>
                  <a:lnTo>
                    <a:pt x="81465" y="92495"/>
                  </a:lnTo>
                  <a:lnTo>
                    <a:pt x="81411" y="92678"/>
                  </a:lnTo>
                  <a:lnTo>
                    <a:pt x="80519" y="95684"/>
                  </a:lnTo>
                  <a:lnTo>
                    <a:pt x="80316" y="96390"/>
                  </a:lnTo>
                  <a:lnTo>
                    <a:pt x="80063" y="97829"/>
                  </a:lnTo>
                  <a:lnTo>
                    <a:pt x="79167" y="102928"/>
                  </a:lnTo>
                  <a:lnTo>
                    <a:pt x="79160" y="103908"/>
                  </a:lnTo>
                  <a:lnTo>
                    <a:pt x="79139" y="106651"/>
                  </a:lnTo>
                  <a:lnTo>
                    <a:pt x="79129" y="107978"/>
                  </a:lnTo>
                  <a:lnTo>
                    <a:pt x="79127" y="108223"/>
                  </a:lnTo>
                  <a:lnTo>
                    <a:pt x="79214" y="108979"/>
                  </a:lnTo>
                  <a:lnTo>
                    <a:pt x="79746" y="113589"/>
                  </a:lnTo>
                  <a:lnTo>
                    <a:pt x="79867" y="114634"/>
                  </a:lnTo>
                  <a:lnTo>
                    <a:pt x="79919" y="115085"/>
                  </a:lnTo>
                  <a:lnTo>
                    <a:pt x="81797" y="126431"/>
                  </a:lnTo>
                  <a:lnTo>
                    <a:pt x="81865" y="126841"/>
                  </a:lnTo>
                  <a:lnTo>
                    <a:pt x="82148" y="129036"/>
                  </a:lnTo>
                  <a:lnTo>
                    <a:pt x="81941" y="129073"/>
                  </a:lnTo>
                  <a:lnTo>
                    <a:pt x="77156" y="129927"/>
                  </a:lnTo>
                  <a:lnTo>
                    <a:pt x="76812" y="129955"/>
                  </a:lnTo>
                  <a:lnTo>
                    <a:pt x="76312" y="127100"/>
                  </a:lnTo>
                  <a:lnTo>
                    <a:pt x="53277" y="116936"/>
                  </a:lnTo>
                  <a:lnTo>
                    <a:pt x="37294" y="107513"/>
                  </a:lnTo>
                  <a:lnTo>
                    <a:pt x="20356" y="95108"/>
                  </a:lnTo>
                  <a:lnTo>
                    <a:pt x="17175" y="91481"/>
                  </a:lnTo>
                  <a:lnTo>
                    <a:pt x="14730" y="88857"/>
                  </a:lnTo>
                  <a:lnTo>
                    <a:pt x="9833" y="86214"/>
                  </a:lnTo>
                  <a:lnTo>
                    <a:pt x="7992" y="85221"/>
                  </a:lnTo>
                  <a:lnTo>
                    <a:pt x="7191" y="84801"/>
                  </a:lnTo>
                  <a:lnTo>
                    <a:pt x="5403" y="82768"/>
                  </a:lnTo>
                  <a:lnTo>
                    <a:pt x="1654" y="81828"/>
                  </a:lnTo>
                  <a:lnTo>
                    <a:pt x="1955" y="80937"/>
                  </a:lnTo>
                  <a:lnTo>
                    <a:pt x="2090" y="80535"/>
                  </a:lnTo>
                  <a:lnTo>
                    <a:pt x="2286" y="79954"/>
                  </a:lnTo>
                  <a:lnTo>
                    <a:pt x="2527" y="79242"/>
                  </a:lnTo>
                  <a:lnTo>
                    <a:pt x="2985" y="76136"/>
                  </a:lnTo>
                  <a:lnTo>
                    <a:pt x="2905" y="75352"/>
                  </a:lnTo>
                  <a:lnTo>
                    <a:pt x="2763" y="73003"/>
                  </a:lnTo>
                  <a:lnTo>
                    <a:pt x="2735" y="72543"/>
                  </a:lnTo>
                  <a:lnTo>
                    <a:pt x="2256" y="64612"/>
                  </a:lnTo>
                  <a:lnTo>
                    <a:pt x="2096" y="61973"/>
                  </a:lnTo>
                  <a:lnTo>
                    <a:pt x="2065" y="61466"/>
                  </a:lnTo>
                  <a:lnTo>
                    <a:pt x="1861" y="58082"/>
                  </a:lnTo>
                  <a:lnTo>
                    <a:pt x="1412" y="57082"/>
                  </a:lnTo>
                  <a:lnTo>
                    <a:pt x="0" y="53932"/>
                  </a:lnTo>
                  <a:lnTo>
                    <a:pt x="373" y="53433"/>
                  </a:lnTo>
                  <a:lnTo>
                    <a:pt x="1080" y="52489"/>
                  </a:lnTo>
                  <a:lnTo>
                    <a:pt x="1420" y="52034"/>
                  </a:lnTo>
                  <a:lnTo>
                    <a:pt x="1596" y="51794"/>
                  </a:lnTo>
                  <a:lnTo>
                    <a:pt x="1912" y="51365"/>
                  </a:lnTo>
                  <a:lnTo>
                    <a:pt x="5006" y="49129"/>
                  </a:lnTo>
                  <a:lnTo>
                    <a:pt x="6287" y="48367"/>
                  </a:lnTo>
                  <a:lnTo>
                    <a:pt x="7906" y="47403"/>
                  </a:lnTo>
                  <a:lnTo>
                    <a:pt x="12738" y="44527"/>
                  </a:lnTo>
                  <a:lnTo>
                    <a:pt x="15035" y="41616"/>
                  </a:lnTo>
                  <a:lnTo>
                    <a:pt x="15668" y="40814"/>
                  </a:lnTo>
                  <a:lnTo>
                    <a:pt x="15915" y="40501"/>
                  </a:lnTo>
                  <a:lnTo>
                    <a:pt x="20080" y="41480"/>
                  </a:lnTo>
                  <a:lnTo>
                    <a:pt x="20278" y="41527"/>
                  </a:lnTo>
                  <a:lnTo>
                    <a:pt x="21226" y="41839"/>
                  </a:lnTo>
                  <a:lnTo>
                    <a:pt x="25853" y="43363"/>
                  </a:lnTo>
                  <a:lnTo>
                    <a:pt x="26591" y="43602"/>
                  </a:lnTo>
                  <a:lnTo>
                    <a:pt x="31240" y="45148"/>
                  </a:lnTo>
                  <a:lnTo>
                    <a:pt x="31907" y="45370"/>
                  </a:lnTo>
                  <a:lnTo>
                    <a:pt x="32153" y="45452"/>
                  </a:lnTo>
                  <a:lnTo>
                    <a:pt x="33964" y="46054"/>
                  </a:lnTo>
                  <a:lnTo>
                    <a:pt x="38630" y="47606"/>
                  </a:lnTo>
                  <a:lnTo>
                    <a:pt x="38932" y="47706"/>
                  </a:lnTo>
                  <a:lnTo>
                    <a:pt x="43842" y="49474"/>
                  </a:lnTo>
                  <a:lnTo>
                    <a:pt x="47837" y="51235"/>
                  </a:lnTo>
                  <a:lnTo>
                    <a:pt x="51897" y="53481"/>
                  </a:lnTo>
                  <a:lnTo>
                    <a:pt x="52738" y="53946"/>
                  </a:lnTo>
                  <a:lnTo>
                    <a:pt x="53039" y="54113"/>
                  </a:lnTo>
                  <a:lnTo>
                    <a:pt x="54561" y="54955"/>
                  </a:lnTo>
                  <a:lnTo>
                    <a:pt x="56655" y="56455"/>
                  </a:lnTo>
                  <a:lnTo>
                    <a:pt x="58176" y="57544"/>
                  </a:lnTo>
                  <a:lnTo>
                    <a:pt x="66234" y="63315"/>
                  </a:lnTo>
                  <a:lnTo>
                    <a:pt x="66871" y="63772"/>
                  </a:lnTo>
                  <a:lnTo>
                    <a:pt x="70329" y="60160"/>
                  </a:lnTo>
                  <a:lnTo>
                    <a:pt x="72132" y="58276"/>
                  </a:lnTo>
                  <a:lnTo>
                    <a:pt x="73323" y="57033"/>
                  </a:lnTo>
                  <a:lnTo>
                    <a:pt x="76087" y="54283"/>
                  </a:lnTo>
                  <a:lnTo>
                    <a:pt x="76693" y="53851"/>
                  </a:lnTo>
                  <a:lnTo>
                    <a:pt x="87047" y="46469"/>
                  </a:lnTo>
                  <a:lnTo>
                    <a:pt x="88362" y="45829"/>
                  </a:lnTo>
                  <a:lnTo>
                    <a:pt x="91419" y="44340"/>
                  </a:lnTo>
                  <a:lnTo>
                    <a:pt x="92193" y="43963"/>
                  </a:lnTo>
                  <a:lnTo>
                    <a:pt x="96010" y="42096"/>
                  </a:lnTo>
                  <a:lnTo>
                    <a:pt x="93555" y="36176"/>
                  </a:lnTo>
                  <a:lnTo>
                    <a:pt x="89559" y="27625"/>
                  </a:lnTo>
                  <a:lnTo>
                    <a:pt x="89312" y="27165"/>
                  </a:lnTo>
                  <a:lnTo>
                    <a:pt x="84453" y="18106"/>
                  </a:lnTo>
                  <a:lnTo>
                    <a:pt x="88969" y="15735"/>
                  </a:lnTo>
                  <a:lnTo>
                    <a:pt x="89752" y="15487"/>
                  </a:lnTo>
                  <a:lnTo>
                    <a:pt x="96231" y="13434"/>
                  </a:lnTo>
                  <a:lnTo>
                    <a:pt x="102640" y="12235"/>
                  </a:lnTo>
                  <a:lnTo>
                    <a:pt x="103095" y="12189"/>
                  </a:lnTo>
                  <a:lnTo>
                    <a:pt x="108767" y="11626"/>
                  </a:lnTo>
                  <a:lnTo>
                    <a:pt x="109291" y="11574"/>
                  </a:lnTo>
                  <a:lnTo>
                    <a:pt x="114650" y="11042"/>
                  </a:lnTo>
                  <a:lnTo>
                    <a:pt x="121316" y="10381"/>
                  </a:lnTo>
                  <a:lnTo>
                    <a:pt x="122769" y="10236"/>
                  </a:lnTo>
                  <a:lnTo>
                    <a:pt x="124802" y="10029"/>
                  </a:lnTo>
                  <a:lnTo>
                    <a:pt x="127728" y="9731"/>
                  </a:lnTo>
                  <a:lnTo>
                    <a:pt x="128470" y="9655"/>
                  </a:lnTo>
                  <a:lnTo>
                    <a:pt x="132842" y="8164"/>
                  </a:lnTo>
                  <a:lnTo>
                    <a:pt x="134934" y="7017"/>
                  </a:lnTo>
                  <a:lnTo>
                    <a:pt x="135629" y="6591"/>
                  </a:lnTo>
                  <a:lnTo>
                    <a:pt x="140537" y="3580"/>
                  </a:lnTo>
                  <a:lnTo>
                    <a:pt x="140807" y="3427"/>
                  </a:lnTo>
                  <a:lnTo>
                    <a:pt x="141029" y="3301"/>
                  </a:lnTo>
                  <a:lnTo>
                    <a:pt x="141186" y="3212"/>
                  </a:lnTo>
                  <a:lnTo>
                    <a:pt x="142676" y="2368"/>
                  </a:lnTo>
                  <a:lnTo>
                    <a:pt x="145466" y="854"/>
                  </a:lnTo>
                  <a:lnTo>
                    <a:pt x="149037" y="172"/>
                  </a:lnTo>
                  <a:lnTo>
                    <a:pt x="151273" y="44"/>
                  </a:lnTo>
                  <a:lnTo>
                    <a:pt x="152063" y="0"/>
                  </a:lnTo>
                  <a:lnTo>
                    <a:pt x="152173" y="1139"/>
                  </a:lnTo>
                  <a:lnTo>
                    <a:pt x="152197" y="1382"/>
                  </a:lnTo>
                  <a:lnTo>
                    <a:pt x="152237" y="1813"/>
                  </a:lnTo>
                  <a:lnTo>
                    <a:pt x="152411" y="3692"/>
                  </a:lnTo>
                  <a:lnTo>
                    <a:pt x="152584" y="5555"/>
                  </a:lnTo>
                  <a:lnTo>
                    <a:pt x="152607" y="5803"/>
                  </a:lnTo>
                  <a:lnTo>
                    <a:pt x="152757" y="7415"/>
                  </a:lnTo>
                  <a:lnTo>
                    <a:pt x="152799" y="7872"/>
                  </a:lnTo>
                  <a:lnTo>
                    <a:pt x="152925" y="9223"/>
                  </a:lnTo>
                  <a:lnTo>
                    <a:pt x="152969" y="9703"/>
                  </a:lnTo>
                  <a:lnTo>
                    <a:pt x="153077" y="10864"/>
                  </a:lnTo>
                  <a:lnTo>
                    <a:pt x="153099" y="11100"/>
                  </a:lnTo>
                  <a:lnTo>
                    <a:pt x="153150" y="11648"/>
                  </a:lnTo>
                  <a:lnTo>
                    <a:pt x="153302" y="13286"/>
                  </a:lnTo>
                  <a:lnTo>
                    <a:pt x="153338" y="13675"/>
                  </a:lnTo>
                  <a:lnTo>
                    <a:pt x="153501" y="15433"/>
                  </a:lnTo>
                  <a:lnTo>
                    <a:pt x="153542" y="15870"/>
                  </a:lnTo>
                  <a:lnTo>
                    <a:pt x="153573" y="16204"/>
                  </a:lnTo>
                  <a:lnTo>
                    <a:pt x="153658" y="17120"/>
                  </a:lnTo>
                  <a:lnTo>
                    <a:pt x="153687" y="17432"/>
                  </a:lnTo>
                  <a:lnTo>
                    <a:pt x="153732" y="17922"/>
                  </a:lnTo>
                  <a:lnTo>
                    <a:pt x="153856" y="19252"/>
                  </a:lnTo>
                  <a:lnTo>
                    <a:pt x="153884" y="19562"/>
                  </a:lnTo>
                  <a:lnTo>
                    <a:pt x="153999" y="20791"/>
                  </a:lnTo>
                  <a:lnTo>
                    <a:pt x="154041" y="21250"/>
                  </a:lnTo>
                  <a:lnTo>
                    <a:pt x="154079" y="21653"/>
                  </a:lnTo>
                  <a:lnTo>
                    <a:pt x="154180" y="22746"/>
                  </a:lnTo>
                  <a:lnTo>
                    <a:pt x="154212" y="23086"/>
                  </a:lnTo>
                  <a:lnTo>
                    <a:pt x="154292" y="23954"/>
                  </a:lnTo>
                  <a:lnTo>
                    <a:pt x="154364" y="24732"/>
                  </a:lnTo>
                  <a:lnTo>
                    <a:pt x="154402" y="25138"/>
                  </a:lnTo>
                  <a:lnTo>
                    <a:pt x="154587" y="27132"/>
                  </a:lnTo>
                  <a:lnTo>
                    <a:pt x="154614" y="27422"/>
                  </a:lnTo>
                  <a:lnTo>
                    <a:pt x="154754" y="28931"/>
                  </a:lnTo>
                  <a:lnTo>
                    <a:pt x="154810" y="29533"/>
                  </a:lnTo>
                  <a:lnTo>
                    <a:pt x="154916" y="30677"/>
                  </a:lnTo>
                  <a:lnTo>
                    <a:pt x="154938" y="30908"/>
                  </a:lnTo>
                  <a:lnTo>
                    <a:pt x="154951" y="31047"/>
                  </a:lnTo>
                  <a:lnTo>
                    <a:pt x="154992" y="31494"/>
                  </a:lnTo>
                  <a:lnTo>
                    <a:pt x="155055" y="32171"/>
                  </a:lnTo>
                  <a:lnTo>
                    <a:pt x="155101" y="32689"/>
                  </a:lnTo>
                  <a:lnTo>
                    <a:pt x="155117" y="32881"/>
                  </a:lnTo>
                  <a:lnTo>
                    <a:pt x="155142" y="33165"/>
                  </a:lnTo>
                  <a:lnTo>
                    <a:pt x="155252" y="34408"/>
                  </a:lnTo>
                  <a:lnTo>
                    <a:pt x="155299" y="34943"/>
                  </a:lnTo>
                  <a:lnTo>
                    <a:pt x="155326" y="35256"/>
                  </a:lnTo>
                  <a:lnTo>
                    <a:pt x="155413" y="36247"/>
                  </a:lnTo>
                  <a:lnTo>
                    <a:pt x="155440" y="36552"/>
                  </a:lnTo>
                  <a:lnTo>
                    <a:pt x="155467" y="36857"/>
                  </a:lnTo>
                  <a:lnTo>
                    <a:pt x="155586" y="38213"/>
                  </a:lnTo>
                  <a:lnTo>
                    <a:pt x="155643" y="38861"/>
                  </a:lnTo>
                  <a:lnTo>
                    <a:pt x="155677" y="39241"/>
                  </a:lnTo>
                  <a:lnTo>
                    <a:pt x="155798" y="40621"/>
                  </a:lnTo>
                  <a:lnTo>
                    <a:pt x="155815" y="40787"/>
                  </a:lnTo>
                  <a:lnTo>
                    <a:pt x="155965" y="42274"/>
                  </a:lnTo>
                  <a:lnTo>
                    <a:pt x="156020" y="42818"/>
                  </a:lnTo>
                  <a:lnTo>
                    <a:pt x="156036" y="42976"/>
                  </a:lnTo>
                  <a:lnTo>
                    <a:pt x="156114" y="43750"/>
                  </a:lnTo>
                  <a:lnTo>
                    <a:pt x="156162" y="44222"/>
                  </a:lnTo>
                  <a:lnTo>
                    <a:pt x="156253" y="45122"/>
                  </a:lnTo>
                  <a:lnTo>
                    <a:pt x="156299" y="45578"/>
                  </a:lnTo>
                  <a:lnTo>
                    <a:pt x="156357" y="46155"/>
                  </a:lnTo>
                  <a:lnTo>
                    <a:pt x="156378" y="46362"/>
                  </a:lnTo>
                  <a:lnTo>
                    <a:pt x="156412" y="46692"/>
                  </a:lnTo>
                  <a:lnTo>
                    <a:pt x="156501" y="47571"/>
                  </a:lnTo>
                  <a:lnTo>
                    <a:pt x="156528" y="47846"/>
                  </a:lnTo>
                  <a:lnTo>
                    <a:pt x="156661" y="49158"/>
                  </a:lnTo>
                  <a:lnTo>
                    <a:pt x="156689" y="49433"/>
                  </a:lnTo>
                  <a:lnTo>
                    <a:pt x="156794" y="50476"/>
                  </a:lnTo>
                  <a:lnTo>
                    <a:pt x="156809" y="50622"/>
                  </a:lnTo>
                  <a:lnTo>
                    <a:pt x="156823" y="50757"/>
                  </a:lnTo>
                  <a:lnTo>
                    <a:pt x="156989" y="52319"/>
                  </a:lnTo>
                  <a:lnTo>
                    <a:pt x="157015" y="52556"/>
                  </a:lnTo>
                  <a:lnTo>
                    <a:pt x="157119" y="53533"/>
                  </a:lnTo>
                  <a:lnTo>
                    <a:pt x="157178" y="54094"/>
                  </a:lnTo>
                  <a:lnTo>
                    <a:pt x="157207" y="54359"/>
                  </a:lnTo>
                  <a:lnTo>
                    <a:pt x="157279" y="55043"/>
                  </a:lnTo>
                  <a:lnTo>
                    <a:pt x="157313" y="55356"/>
                  </a:lnTo>
                  <a:lnTo>
                    <a:pt x="157441" y="56563"/>
                  </a:lnTo>
                  <a:lnTo>
                    <a:pt x="157593" y="57993"/>
                  </a:lnTo>
                  <a:lnTo>
                    <a:pt x="157623" y="58276"/>
                  </a:lnTo>
                  <a:lnTo>
                    <a:pt x="157695" y="58952"/>
                  </a:lnTo>
                  <a:lnTo>
                    <a:pt x="157698" y="59258"/>
                  </a:lnTo>
                  <a:lnTo>
                    <a:pt x="157701" y="59493"/>
                  </a:lnTo>
                  <a:lnTo>
                    <a:pt x="157711" y="60471"/>
                  </a:lnTo>
                  <a:lnTo>
                    <a:pt x="157713" y="60711"/>
                  </a:lnTo>
                  <a:lnTo>
                    <a:pt x="156663" y="60805"/>
                  </a:lnTo>
                  <a:lnTo>
                    <a:pt x="154458" y="60999"/>
                  </a:lnTo>
                  <a:lnTo>
                    <a:pt x="152970" y="61130"/>
                  </a:lnTo>
                  <a:lnTo>
                    <a:pt x="152216" y="61197"/>
                  </a:lnTo>
                  <a:lnTo>
                    <a:pt x="151247" y="61282"/>
                  </a:lnTo>
                  <a:lnTo>
                    <a:pt x="145315" y="61804"/>
                  </a:lnTo>
                  <a:lnTo>
                    <a:pt x="136433" y="62585"/>
                  </a:lnTo>
                  <a:lnTo>
                    <a:pt x="126251" y="6348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8" name="pg157"/>
            <p:cNvSpPr/>
            <p:nvPr/>
          </p:nvSpPr>
          <p:spPr>
            <a:xfrm>
              <a:off x="2960683" y="2267099"/>
              <a:ext cx="88700" cy="112719"/>
            </a:xfrm>
            <a:custGeom>
              <a:avLst/>
              <a:pathLst>
                <a:path w="88700" h="112719">
                  <a:moveTo>
                    <a:pt x="78642" y="888"/>
                  </a:moveTo>
                  <a:lnTo>
                    <a:pt x="79988" y="736"/>
                  </a:lnTo>
                  <a:lnTo>
                    <a:pt x="80062" y="1767"/>
                  </a:lnTo>
                  <a:lnTo>
                    <a:pt x="80082" y="2037"/>
                  </a:lnTo>
                  <a:lnTo>
                    <a:pt x="80101" y="2315"/>
                  </a:lnTo>
                  <a:lnTo>
                    <a:pt x="80142" y="2878"/>
                  </a:lnTo>
                  <a:lnTo>
                    <a:pt x="80189" y="3537"/>
                  </a:lnTo>
                  <a:lnTo>
                    <a:pt x="80248" y="4360"/>
                  </a:lnTo>
                  <a:lnTo>
                    <a:pt x="80268" y="4642"/>
                  </a:lnTo>
                  <a:lnTo>
                    <a:pt x="80953" y="14205"/>
                  </a:lnTo>
                  <a:lnTo>
                    <a:pt x="80968" y="14407"/>
                  </a:lnTo>
                  <a:lnTo>
                    <a:pt x="80985" y="14643"/>
                  </a:lnTo>
                  <a:lnTo>
                    <a:pt x="81103" y="16290"/>
                  </a:lnTo>
                  <a:lnTo>
                    <a:pt x="81241" y="18217"/>
                  </a:lnTo>
                  <a:lnTo>
                    <a:pt x="81580" y="22955"/>
                  </a:lnTo>
                  <a:lnTo>
                    <a:pt x="81875" y="26772"/>
                  </a:lnTo>
                  <a:lnTo>
                    <a:pt x="82209" y="31095"/>
                  </a:lnTo>
                  <a:lnTo>
                    <a:pt x="82225" y="31301"/>
                  </a:lnTo>
                  <a:lnTo>
                    <a:pt x="82910" y="40163"/>
                  </a:lnTo>
                  <a:lnTo>
                    <a:pt x="83083" y="42408"/>
                  </a:lnTo>
                  <a:lnTo>
                    <a:pt x="83138" y="43121"/>
                  </a:lnTo>
                  <a:lnTo>
                    <a:pt x="83362" y="45463"/>
                  </a:lnTo>
                  <a:lnTo>
                    <a:pt x="83685" y="48849"/>
                  </a:lnTo>
                  <a:lnTo>
                    <a:pt x="83759" y="49623"/>
                  </a:lnTo>
                  <a:lnTo>
                    <a:pt x="83890" y="50993"/>
                  </a:lnTo>
                  <a:lnTo>
                    <a:pt x="83947" y="51589"/>
                  </a:lnTo>
                  <a:lnTo>
                    <a:pt x="84322" y="55463"/>
                  </a:lnTo>
                  <a:lnTo>
                    <a:pt x="84629" y="58643"/>
                  </a:lnTo>
                  <a:lnTo>
                    <a:pt x="84655" y="58913"/>
                  </a:lnTo>
                  <a:lnTo>
                    <a:pt x="84898" y="61430"/>
                  </a:lnTo>
                  <a:lnTo>
                    <a:pt x="84989" y="62375"/>
                  </a:lnTo>
                  <a:lnTo>
                    <a:pt x="85020" y="62697"/>
                  </a:lnTo>
                  <a:lnTo>
                    <a:pt x="85077" y="63282"/>
                  </a:lnTo>
                  <a:lnTo>
                    <a:pt x="85411" y="66738"/>
                  </a:lnTo>
                  <a:lnTo>
                    <a:pt x="85484" y="67536"/>
                  </a:lnTo>
                  <a:lnTo>
                    <a:pt x="85841" y="71397"/>
                  </a:lnTo>
                  <a:lnTo>
                    <a:pt x="86077" y="73941"/>
                  </a:lnTo>
                  <a:lnTo>
                    <a:pt x="86187" y="75135"/>
                  </a:lnTo>
                  <a:lnTo>
                    <a:pt x="86306" y="76421"/>
                  </a:lnTo>
                  <a:lnTo>
                    <a:pt x="86421" y="77668"/>
                  </a:lnTo>
                  <a:lnTo>
                    <a:pt x="86574" y="79316"/>
                  </a:lnTo>
                  <a:lnTo>
                    <a:pt x="86614" y="79748"/>
                  </a:lnTo>
                  <a:lnTo>
                    <a:pt x="87258" y="86616"/>
                  </a:lnTo>
                  <a:lnTo>
                    <a:pt x="87511" y="89320"/>
                  </a:lnTo>
                  <a:lnTo>
                    <a:pt x="87716" y="91498"/>
                  </a:lnTo>
                  <a:lnTo>
                    <a:pt x="87890" y="93357"/>
                  </a:lnTo>
                  <a:lnTo>
                    <a:pt x="87915" y="93629"/>
                  </a:lnTo>
                  <a:lnTo>
                    <a:pt x="87985" y="94120"/>
                  </a:lnTo>
                  <a:lnTo>
                    <a:pt x="88158" y="95338"/>
                  </a:lnTo>
                  <a:lnTo>
                    <a:pt x="88680" y="99022"/>
                  </a:lnTo>
                  <a:lnTo>
                    <a:pt x="88700" y="99163"/>
                  </a:lnTo>
                  <a:lnTo>
                    <a:pt x="88376" y="99250"/>
                  </a:lnTo>
                  <a:lnTo>
                    <a:pt x="87834" y="99416"/>
                  </a:lnTo>
                  <a:lnTo>
                    <a:pt x="87652" y="99472"/>
                  </a:lnTo>
                  <a:lnTo>
                    <a:pt x="87027" y="99715"/>
                  </a:lnTo>
                  <a:lnTo>
                    <a:pt x="86416" y="99951"/>
                  </a:lnTo>
                  <a:lnTo>
                    <a:pt x="85884" y="100157"/>
                  </a:lnTo>
                  <a:lnTo>
                    <a:pt x="85322" y="100375"/>
                  </a:lnTo>
                  <a:lnTo>
                    <a:pt x="82321" y="101537"/>
                  </a:lnTo>
                  <a:lnTo>
                    <a:pt x="81914" y="101696"/>
                  </a:lnTo>
                  <a:lnTo>
                    <a:pt x="80089" y="102409"/>
                  </a:lnTo>
                  <a:lnTo>
                    <a:pt x="73474" y="104993"/>
                  </a:lnTo>
                  <a:lnTo>
                    <a:pt x="72693" y="105299"/>
                  </a:lnTo>
                  <a:lnTo>
                    <a:pt x="70654" y="106082"/>
                  </a:lnTo>
                  <a:lnTo>
                    <a:pt x="68607" y="106737"/>
                  </a:lnTo>
                  <a:lnTo>
                    <a:pt x="62794" y="108599"/>
                  </a:lnTo>
                  <a:lnTo>
                    <a:pt x="62339" y="108745"/>
                  </a:lnTo>
                  <a:lnTo>
                    <a:pt x="57015" y="110549"/>
                  </a:lnTo>
                  <a:lnTo>
                    <a:pt x="56421" y="110750"/>
                  </a:lnTo>
                  <a:lnTo>
                    <a:pt x="50207" y="112719"/>
                  </a:lnTo>
                  <a:lnTo>
                    <a:pt x="50138" y="112276"/>
                  </a:lnTo>
                  <a:lnTo>
                    <a:pt x="50007" y="111432"/>
                  </a:lnTo>
                  <a:lnTo>
                    <a:pt x="48862" y="104076"/>
                  </a:lnTo>
                  <a:lnTo>
                    <a:pt x="48178" y="99683"/>
                  </a:lnTo>
                  <a:lnTo>
                    <a:pt x="45792" y="84354"/>
                  </a:lnTo>
                  <a:lnTo>
                    <a:pt x="44397" y="75388"/>
                  </a:lnTo>
                  <a:lnTo>
                    <a:pt x="43181" y="67575"/>
                  </a:lnTo>
                  <a:lnTo>
                    <a:pt x="42848" y="67627"/>
                  </a:lnTo>
                  <a:lnTo>
                    <a:pt x="36506" y="68619"/>
                  </a:lnTo>
                  <a:lnTo>
                    <a:pt x="24335" y="70522"/>
                  </a:lnTo>
                  <a:lnTo>
                    <a:pt x="14855" y="72004"/>
                  </a:lnTo>
                  <a:lnTo>
                    <a:pt x="13122" y="72275"/>
                  </a:lnTo>
                  <a:lnTo>
                    <a:pt x="12338" y="72398"/>
                  </a:lnTo>
                  <a:lnTo>
                    <a:pt x="11991" y="72449"/>
                  </a:lnTo>
                  <a:lnTo>
                    <a:pt x="11020" y="72593"/>
                  </a:lnTo>
                  <a:lnTo>
                    <a:pt x="6766" y="73222"/>
                  </a:lnTo>
                  <a:lnTo>
                    <a:pt x="4642" y="73537"/>
                  </a:lnTo>
                  <a:lnTo>
                    <a:pt x="4253" y="73484"/>
                  </a:lnTo>
                  <a:lnTo>
                    <a:pt x="4178" y="73168"/>
                  </a:lnTo>
                  <a:lnTo>
                    <a:pt x="3791" y="71547"/>
                  </a:lnTo>
                  <a:lnTo>
                    <a:pt x="3044" y="68320"/>
                  </a:lnTo>
                  <a:lnTo>
                    <a:pt x="2737" y="66129"/>
                  </a:lnTo>
                  <a:lnTo>
                    <a:pt x="2669" y="65716"/>
                  </a:lnTo>
                  <a:lnTo>
                    <a:pt x="791" y="54373"/>
                  </a:lnTo>
                  <a:lnTo>
                    <a:pt x="737" y="53903"/>
                  </a:lnTo>
                  <a:lnTo>
                    <a:pt x="617" y="52866"/>
                  </a:lnTo>
                  <a:lnTo>
                    <a:pt x="87" y="48268"/>
                  </a:lnTo>
                  <a:lnTo>
                    <a:pt x="0" y="47511"/>
                  </a:lnTo>
                  <a:lnTo>
                    <a:pt x="1" y="47254"/>
                  </a:lnTo>
                  <a:lnTo>
                    <a:pt x="11" y="45939"/>
                  </a:lnTo>
                  <a:lnTo>
                    <a:pt x="32" y="43195"/>
                  </a:lnTo>
                  <a:lnTo>
                    <a:pt x="40" y="42214"/>
                  </a:lnTo>
                  <a:lnTo>
                    <a:pt x="937" y="37108"/>
                  </a:lnTo>
                  <a:lnTo>
                    <a:pt x="1198" y="35626"/>
                  </a:lnTo>
                  <a:lnTo>
                    <a:pt x="1392" y="34973"/>
                  </a:lnTo>
                  <a:lnTo>
                    <a:pt x="2283" y="31967"/>
                  </a:lnTo>
                  <a:lnTo>
                    <a:pt x="2338" y="31784"/>
                  </a:lnTo>
                  <a:lnTo>
                    <a:pt x="2443" y="31428"/>
                  </a:lnTo>
                  <a:lnTo>
                    <a:pt x="3415" y="29261"/>
                  </a:lnTo>
                  <a:lnTo>
                    <a:pt x="3915" y="28144"/>
                  </a:lnTo>
                  <a:lnTo>
                    <a:pt x="4099" y="27733"/>
                  </a:lnTo>
                  <a:lnTo>
                    <a:pt x="4160" y="27597"/>
                  </a:lnTo>
                  <a:lnTo>
                    <a:pt x="4376" y="27186"/>
                  </a:lnTo>
                  <a:lnTo>
                    <a:pt x="5028" y="25945"/>
                  </a:lnTo>
                  <a:lnTo>
                    <a:pt x="5611" y="24836"/>
                  </a:lnTo>
                  <a:lnTo>
                    <a:pt x="5873" y="24338"/>
                  </a:lnTo>
                  <a:lnTo>
                    <a:pt x="7680" y="21780"/>
                  </a:lnTo>
                  <a:lnTo>
                    <a:pt x="9082" y="19796"/>
                  </a:lnTo>
                  <a:lnTo>
                    <a:pt x="9926" y="18602"/>
                  </a:lnTo>
                  <a:lnTo>
                    <a:pt x="10196" y="18335"/>
                  </a:lnTo>
                  <a:lnTo>
                    <a:pt x="14650" y="13930"/>
                  </a:lnTo>
                  <a:lnTo>
                    <a:pt x="15400" y="13189"/>
                  </a:lnTo>
                  <a:lnTo>
                    <a:pt x="17338" y="11839"/>
                  </a:lnTo>
                  <a:lnTo>
                    <a:pt x="20491" y="9643"/>
                  </a:lnTo>
                  <a:lnTo>
                    <a:pt x="24939" y="7338"/>
                  </a:lnTo>
                  <a:lnTo>
                    <a:pt x="29489" y="5554"/>
                  </a:lnTo>
                  <a:lnTo>
                    <a:pt x="33057" y="4590"/>
                  </a:lnTo>
                  <a:lnTo>
                    <a:pt x="34108" y="4321"/>
                  </a:lnTo>
                  <a:lnTo>
                    <a:pt x="38365" y="3646"/>
                  </a:lnTo>
                  <a:lnTo>
                    <a:pt x="40235" y="3459"/>
                  </a:lnTo>
                  <a:lnTo>
                    <a:pt x="41153" y="3367"/>
                  </a:lnTo>
                  <a:lnTo>
                    <a:pt x="46288" y="2853"/>
                  </a:lnTo>
                  <a:lnTo>
                    <a:pt x="47148" y="2767"/>
                  </a:lnTo>
                  <a:lnTo>
                    <a:pt x="57329" y="1871"/>
                  </a:lnTo>
                  <a:lnTo>
                    <a:pt x="66211" y="1090"/>
                  </a:lnTo>
                  <a:lnTo>
                    <a:pt x="72144" y="568"/>
                  </a:lnTo>
                  <a:lnTo>
                    <a:pt x="73112" y="483"/>
                  </a:lnTo>
                  <a:lnTo>
                    <a:pt x="73866" y="417"/>
                  </a:lnTo>
                  <a:lnTo>
                    <a:pt x="75330" y="288"/>
                  </a:lnTo>
                  <a:lnTo>
                    <a:pt x="77560" y="92"/>
                  </a:lnTo>
                  <a:lnTo>
                    <a:pt x="78586" y="0"/>
                  </a:lnTo>
                  <a:lnTo>
                    <a:pt x="78604" y="290"/>
                  </a:lnTo>
                  <a:lnTo>
                    <a:pt x="78621" y="55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59" name="pg158"/>
            <p:cNvSpPr/>
            <p:nvPr/>
          </p:nvSpPr>
          <p:spPr>
            <a:xfrm>
              <a:off x="2860964" y="2291190"/>
              <a:ext cx="111963" cy="116565"/>
            </a:xfrm>
            <a:custGeom>
              <a:avLst/>
              <a:pathLst>
                <a:path w="111963" h="116565">
                  <a:moveTo>
                    <a:pt x="97404" y="45155"/>
                  </a:moveTo>
                  <a:lnTo>
                    <a:pt x="97748" y="45125"/>
                  </a:lnTo>
                  <a:lnTo>
                    <a:pt x="102556" y="44267"/>
                  </a:lnTo>
                  <a:lnTo>
                    <a:pt x="102740" y="44234"/>
                  </a:lnTo>
                  <a:lnTo>
                    <a:pt x="103510" y="47457"/>
                  </a:lnTo>
                  <a:lnTo>
                    <a:pt x="103897" y="49078"/>
                  </a:lnTo>
                  <a:lnTo>
                    <a:pt x="104003" y="49499"/>
                  </a:lnTo>
                  <a:lnTo>
                    <a:pt x="104099" y="49831"/>
                  </a:lnTo>
                  <a:lnTo>
                    <a:pt x="104622" y="51634"/>
                  </a:lnTo>
                  <a:lnTo>
                    <a:pt x="104694" y="51882"/>
                  </a:lnTo>
                  <a:lnTo>
                    <a:pt x="105819" y="61648"/>
                  </a:lnTo>
                  <a:lnTo>
                    <a:pt x="106050" y="63065"/>
                  </a:lnTo>
                  <a:lnTo>
                    <a:pt x="108085" y="75589"/>
                  </a:lnTo>
                  <a:lnTo>
                    <a:pt x="108577" y="78618"/>
                  </a:lnTo>
                  <a:lnTo>
                    <a:pt x="108930" y="80921"/>
                  </a:lnTo>
                  <a:lnTo>
                    <a:pt x="108981" y="81259"/>
                  </a:lnTo>
                  <a:lnTo>
                    <a:pt x="109102" y="82043"/>
                  </a:lnTo>
                  <a:lnTo>
                    <a:pt x="109719" y="86079"/>
                  </a:lnTo>
                  <a:lnTo>
                    <a:pt x="109779" y="86472"/>
                  </a:lnTo>
                  <a:lnTo>
                    <a:pt x="109887" y="87177"/>
                  </a:lnTo>
                  <a:lnTo>
                    <a:pt x="110808" y="93194"/>
                  </a:lnTo>
                  <a:lnTo>
                    <a:pt x="111613" y="98453"/>
                  </a:lnTo>
                  <a:lnTo>
                    <a:pt x="111963" y="100742"/>
                  </a:lnTo>
                  <a:lnTo>
                    <a:pt x="111959" y="101059"/>
                  </a:lnTo>
                  <a:lnTo>
                    <a:pt x="109811" y="101784"/>
                  </a:lnTo>
                  <a:lnTo>
                    <a:pt x="105845" y="103122"/>
                  </a:lnTo>
                  <a:lnTo>
                    <a:pt x="105344" y="103291"/>
                  </a:lnTo>
                  <a:lnTo>
                    <a:pt x="102825" y="104070"/>
                  </a:lnTo>
                  <a:lnTo>
                    <a:pt x="102476" y="104178"/>
                  </a:lnTo>
                  <a:lnTo>
                    <a:pt x="89793" y="108368"/>
                  </a:lnTo>
                  <a:lnTo>
                    <a:pt x="88252" y="108938"/>
                  </a:lnTo>
                  <a:lnTo>
                    <a:pt x="88097" y="108989"/>
                  </a:lnTo>
                  <a:lnTo>
                    <a:pt x="79482" y="111830"/>
                  </a:lnTo>
                  <a:lnTo>
                    <a:pt x="79308" y="111888"/>
                  </a:lnTo>
                  <a:lnTo>
                    <a:pt x="73893" y="113669"/>
                  </a:lnTo>
                  <a:lnTo>
                    <a:pt x="73440" y="113818"/>
                  </a:lnTo>
                  <a:lnTo>
                    <a:pt x="67605" y="115624"/>
                  </a:lnTo>
                  <a:lnTo>
                    <a:pt x="66859" y="115855"/>
                  </a:lnTo>
                  <a:lnTo>
                    <a:pt x="66482" y="113022"/>
                  </a:lnTo>
                  <a:lnTo>
                    <a:pt x="65812" y="107978"/>
                  </a:lnTo>
                  <a:lnTo>
                    <a:pt x="65777" y="107720"/>
                  </a:lnTo>
                  <a:lnTo>
                    <a:pt x="59718" y="109629"/>
                  </a:lnTo>
                  <a:lnTo>
                    <a:pt x="50885" y="112650"/>
                  </a:lnTo>
                  <a:lnTo>
                    <a:pt x="38847" y="116565"/>
                  </a:lnTo>
                  <a:lnTo>
                    <a:pt x="38543" y="114436"/>
                  </a:lnTo>
                  <a:lnTo>
                    <a:pt x="37971" y="110428"/>
                  </a:lnTo>
                  <a:lnTo>
                    <a:pt x="36700" y="100069"/>
                  </a:lnTo>
                  <a:lnTo>
                    <a:pt x="35839" y="94070"/>
                  </a:lnTo>
                  <a:lnTo>
                    <a:pt x="35147" y="94135"/>
                  </a:lnTo>
                  <a:lnTo>
                    <a:pt x="23013" y="95453"/>
                  </a:lnTo>
                  <a:lnTo>
                    <a:pt x="22023" y="95617"/>
                  </a:lnTo>
                  <a:lnTo>
                    <a:pt x="17908" y="96070"/>
                  </a:lnTo>
                  <a:lnTo>
                    <a:pt x="17153" y="96139"/>
                  </a:lnTo>
                  <a:lnTo>
                    <a:pt x="10279" y="96905"/>
                  </a:lnTo>
                  <a:lnTo>
                    <a:pt x="4685" y="97528"/>
                  </a:lnTo>
                  <a:lnTo>
                    <a:pt x="3663" y="97641"/>
                  </a:lnTo>
                  <a:lnTo>
                    <a:pt x="3230" y="97690"/>
                  </a:lnTo>
                  <a:lnTo>
                    <a:pt x="431" y="97786"/>
                  </a:lnTo>
                  <a:lnTo>
                    <a:pt x="0" y="97801"/>
                  </a:lnTo>
                  <a:lnTo>
                    <a:pt x="331" y="95938"/>
                  </a:lnTo>
                  <a:lnTo>
                    <a:pt x="796" y="93326"/>
                  </a:lnTo>
                  <a:lnTo>
                    <a:pt x="1102" y="91605"/>
                  </a:lnTo>
                  <a:lnTo>
                    <a:pt x="1171" y="91220"/>
                  </a:lnTo>
                  <a:lnTo>
                    <a:pt x="1324" y="90781"/>
                  </a:lnTo>
                  <a:lnTo>
                    <a:pt x="2160" y="88381"/>
                  </a:lnTo>
                  <a:lnTo>
                    <a:pt x="3020" y="85914"/>
                  </a:lnTo>
                  <a:lnTo>
                    <a:pt x="3111" y="85655"/>
                  </a:lnTo>
                  <a:lnTo>
                    <a:pt x="3523" y="84473"/>
                  </a:lnTo>
                  <a:lnTo>
                    <a:pt x="4484" y="81715"/>
                  </a:lnTo>
                  <a:lnTo>
                    <a:pt x="5264" y="80233"/>
                  </a:lnTo>
                  <a:lnTo>
                    <a:pt x="5848" y="79122"/>
                  </a:lnTo>
                  <a:lnTo>
                    <a:pt x="6883" y="77153"/>
                  </a:lnTo>
                  <a:lnTo>
                    <a:pt x="7824" y="75364"/>
                  </a:lnTo>
                  <a:lnTo>
                    <a:pt x="8225" y="74603"/>
                  </a:lnTo>
                  <a:lnTo>
                    <a:pt x="8728" y="73553"/>
                  </a:lnTo>
                  <a:lnTo>
                    <a:pt x="11148" y="68504"/>
                  </a:lnTo>
                  <a:lnTo>
                    <a:pt x="11852" y="67034"/>
                  </a:lnTo>
                  <a:lnTo>
                    <a:pt x="12171" y="66369"/>
                  </a:lnTo>
                  <a:lnTo>
                    <a:pt x="12988" y="64664"/>
                  </a:lnTo>
                  <a:lnTo>
                    <a:pt x="13056" y="64524"/>
                  </a:lnTo>
                  <a:lnTo>
                    <a:pt x="13806" y="62445"/>
                  </a:lnTo>
                  <a:lnTo>
                    <a:pt x="14587" y="60281"/>
                  </a:lnTo>
                  <a:lnTo>
                    <a:pt x="14853" y="59545"/>
                  </a:lnTo>
                  <a:lnTo>
                    <a:pt x="14939" y="59304"/>
                  </a:lnTo>
                  <a:lnTo>
                    <a:pt x="16403" y="55250"/>
                  </a:lnTo>
                  <a:lnTo>
                    <a:pt x="16694" y="54445"/>
                  </a:lnTo>
                  <a:lnTo>
                    <a:pt x="17861" y="51505"/>
                  </a:lnTo>
                  <a:lnTo>
                    <a:pt x="18309" y="50377"/>
                  </a:lnTo>
                  <a:lnTo>
                    <a:pt x="18663" y="49485"/>
                  </a:lnTo>
                  <a:lnTo>
                    <a:pt x="19471" y="47451"/>
                  </a:lnTo>
                  <a:lnTo>
                    <a:pt x="20033" y="46035"/>
                  </a:lnTo>
                  <a:lnTo>
                    <a:pt x="20751" y="43694"/>
                  </a:lnTo>
                  <a:lnTo>
                    <a:pt x="22435" y="38201"/>
                  </a:lnTo>
                  <a:lnTo>
                    <a:pt x="23671" y="34167"/>
                  </a:lnTo>
                  <a:lnTo>
                    <a:pt x="25517" y="28286"/>
                  </a:lnTo>
                  <a:lnTo>
                    <a:pt x="26287" y="25830"/>
                  </a:lnTo>
                  <a:lnTo>
                    <a:pt x="26453" y="25300"/>
                  </a:lnTo>
                  <a:lnTo>
                    <a:pt x="26536" y="25036"/>
                  </a:lnTo>
                  <a:lnTo>
                    <a:pt x="27373" y="22369"/>
                  </a:lnTo>
                  <a:lnTo>
                    <a:pt x="27488" y="22001"/>
                  </a:lnTo>
                  <a:lnTo>
                    <a:pt x="27533" y="21806"/>
                  </a:lnTo>
                  <a:lnTo>
                    <a:pt x="27789" y="20706"/>
                  </a:lnTo>
                  <a:lnTo>
                    <a:pt x="27857" y="20411"/>
                  </a:lnTo>
                  <a:lnTo>
                    <a:pt x="28496" y="17660"/>
                  </a:lnTo>
                  <a:lnTo>
                    <a:pt x="28597" y="17226"/>
                  </a:lnTo>
                  <a:lnTo>
                    <a:pt x="29039" y="15321"/>
                  </a:lnTo>
                  <a:lnTo>
                    <a:pt x="29400" y="11533"/>
                  </a:lnTo>
                  <a:lnTo>
                    <a:pt x="29516" y="10312"/>
                  </a:lnTo>
                  <a:lnTo>
                    <a:pt x="28719" y="2071"/>
                  </a:lnTo>
                  <a:lnTo>
                    <a:pt x="28674" y="1603"/>
                  </a:lnTo>
                  <a:lnTo>
                    <a:pt x="28560" y="419"/>
                  </a:lnTo>
                  <a:lnTo>
                    <a:pt x="27783" y="0"/>
                  </a:lnTo>
                  <a:lnTo>
                    <a:pt x="28584" y="419"/>
                  </a:lnTo>
                  <a:lnTo>
                    <a:pt x="30424" y="1412"/>
                  </a:lnTo>
                  <a:lnTo>
                    <a:pt x="35321" y="4055"/>
                  </a:lnTo>
                  <a:lnTo>
                    <a:pt x="37766" y="6679"/>
                  </a:lnTo>
                  <a:lnTo>
                    <a:pt x="40948" y="10306"/>
                  </a:lnTo>
                  <a:lnTo>
                    <a:pt x="57886" y="22711"/>
                  </a:lnTo>
                  <a:lnTo>
                    <a:pt x="73869" y="32134"/>
                  </a:lnTo>
                  <a:lnTo>
                    <a:pt x="96903" y="4229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0" name="pg159"/>
            <p:cNvSpPr/>
            <p:nvPr/>
          </p:nvSpPr>
          <p:spPr>
            <a:xfrm>
              <a:off x="2964968" y="2334675"/>
              <a:ext cx="95547" cy="126717"/>
            </a:xfrm>
            <a:custGeom>
              <a:avLst/>
              <a:pathLst>
                <a:path w="95547" h="126717">
                  <a:moveTo>
                    <a:pt x="45948" y="45231"/>
                  </a:moveTo>
                  <a:lnTo>
                    <a:pt x="52136" y="43175"/>
                  </a:lnTo>
                  <a:lnTo>
                    <a:pt x="52731" y="42973"/>
                  </a:lnTo>
                  <a:lnTo>
                    <a:pt x="58054" y="41169"/>
                  </a:lnTo>
                  <a:lnTo>
                    <a:pt x="58509" y="41024"/>
                  </a:lnTo>
                  <a:lnTo>
                    <a:pt x="64322" y="39162"/>
                  </a:lnTo>
                  <a:lnTo>
                    <a:pt x="66369" y="38506"/>
                  </a:lnTo>
                  <a:lnTo>
                    <a:pt x="68409" y="37723"/>
                  </a:lnTo>
                  <a:lnTo>
                    <a:pt x="69190" y="37418"/>
                  </a:lnTo>
                  <a:lnTo>
                    <a:pt x="75804" y="34834"/>
                  </a:lnTo>
                  <a:lnTo>
                    <a:pt x="77770" y="34066"/>
                  </a:lnTo>
                  <a:lnTo>
                    <a:pt x="78037" y="33962"/>
                  </a:lnTo>
                  <a:lnTo>
                    <a:pt x="81043" y="32797"/>
                  </a:lnTo>
                  <a:lnTo>
                    <a:pt x="81600" y="32582"/>
                  </a:lnTo>
                  <a:lnTo>
                    <a:pt x="82132" y="32376"/>
                  </a:lnTo>
                  <a:lnTo>
                    <a:pt x="82818" y="32110"/>
                  </a:lnTo>
                  <a:lnTo>
                    <a:pt x="83368" y="31897"/>
                  </a:lnTo>
                  <a:lnTo>
                    <a:pt x="83549" y="31841"/>
                  </a:lnTo>
                  <a:lnTo>
                    <a:pt x="84090" y="31644"/>
                  </a:lnTo>
                  <a:lnTo>
                    <a:pt x="84415" y="31588"/>
                  </a:lnTo>
                  <a:lnTo>
                    <a:pt x="84458" y="31890"/>
                  </a:lnTo>
                  <a:lnTo>
                    <a:pt x="84518" y="32309"/>
                  </a:lnTo>
                  <a:lnTo>
                    <a:pt x="84141" y="32819"/>
                  </a:lnTo>
                  <a:lnTo>
                    <a:pt x="83654" y="33477"/>
                  </a:lnTo>
                  <a:lnTo>
                    <a:pt x="83430" y="33781"/>
                  </a:lnTo>
                  <a:lnTo>
                    <a:pt x="83323" y="33925"/>
                  </a:lnTo>
                  <a:lnTo>
                    <a:pt x="84046" y="39593"/>
                  </a:lnTo>
                  <a:lnTo>
                    <a:pt x="84245" y="40925"/>
                  </a:lnTo>
                  <a:lnTo>
                    <a:pt x="84945" y="45628"/>
                  </a:lnTo>
                  <a:lnTo>
                    <a:pt x="86245" y="54095"/>
                  </a:lnTo>
                  <a:lnTo>
                    <a:pt x="86559" y="56143"/>
                  </a:lnTo>
                  <a:lnTo>
                    <a:pt x="86651" y="56740"/>
                  </a:lnTo>
                  <a:lnTo>
                    <a:pt x="86750" y="57386"/>
                  </a:lnTo>
                  <a:lnTo>
                    <a:pt x="87076" y="59515"/>
                  </a:lnTo>
                  <a:lnTo>
                    <a:pt x="87246" y="60621"/>
                  </a:lnTo>
                  <a:lnTo>
                    <a:pt x="87330" y="61166"/>
                  </a:lnTo>
                  <a:lnTo>
                    <a:pt x="88169" y="66338"/>
                  </a:lnTo>
                  <a:lnTo>
                    <a:pt x="88317" y="67247"/>
                  </a:lnTo>
                  <a:lnTo>
                    <a:pt x="89306" y="73340"/>
                  </a:lnTo>
                  <a:lnTo>
                    <a:pt x="89601" y="75155"/>
                  </a:lnTo>
                  <a:lnTo>
                    <a:pt x="90989" y="83709"/>
                  </a:lnTo>
                  <a:lnTo>
                    <a:pt x="91248" y="85306"/>
                  </a:lnTo>
                  <a:lnTo>
                    <a:pt x="92008" y="90249"/>
                  </a:lnTo>
                  <a:lnTo>
                    <a:pt x="92046" y="90500"/>
                  </a:lnTo>
                  <a:lnTo>
                    <a:pt x="92230" y="91699"/>
                  </a:lnTo>
                  <a:lnTo>
                    <a:pt x="92769" y="95204"/>
                  </a:lnTo>
                  <a:lnTo>
                    <a:pt x="93310" y="98730"/>
                  </a:lnTo>
                  <a:lnTo>
                    <a:pt x="93570" y="100421"/>
                  </a:lnTo>
                  <a:lnTo>
                    <a:pt x="93725" y="101432"/>
                  </a:lnTo>
                  <a:lnTo>
                    <a:pt x="94245" y="104815"/>
                  </a:lnTo>
                  <a:lnTo>
                    <a:pt x="94414" y="105915"/>
                  </a:lnTo>
                  <a:lnTo>
                    <a:pt x="94715" y="107876"/>
                  </a:lnTo>
                  <a:lnTo>
                    <a:pt x="95185" y="110932"/>
                  </a:lnTo>
                  <a:lnTo>
                    <a:pt x="95376" y="112176"/>
                  </a:lnTo>
                  <a:lnTo>
                    <a:pt x="95547" y="113291"/>
                  </a:lnTo>
                  <a:lnTo>
                    <a:pt x="90285" y="114177"/>
                  </a:lnTo>
                  <a:lnTo>
                    <a:pt x="89378" y="114330"/>
                  </a:lnTo>
                  <a:lnTo>
                    <a:pt x="81362" y="115682"/>
                  </a:lnTo>
                  <a:lnTo>
                    <a:pt x="75398" y="116707"/>
                  </a:lnTo>
                  <a:lnTo>
                    <a:pt x="72440" y="117852"/>
                  </a:lnTo>
                  <a:lnTo>
                    <a:pt x="70174" y="119403"/>
                  </a:lnTo>
                  <a:lnTo>
                    <a:pt x="65856" y="125295"/>
                  </a:lnTo>
                  <a:lnTo>
                    <a:pt x="60093" y="120986"/>
                  </a:lnTo>
                  <a:lnTo>
                    <a:pt x="59461" y="120938"/>
                  </a:lnTo>
                  <a:lnTo>
                    <a:pt x="56002" y="121141"/>
                  </a:lnTo>
                  <a:lnTo>
                    <a:pt x="51624" y="121582"/>
                  </a:lnTo>
                  <a:lnTo>
                    <a:pt x="45866" y="122554"/>
                  </a:lnTo>
                  <a:lnTo>
                    <a:pt x="39786" y="123511"/>
                  </a:lnTo>
                  <a:lnTo>
                    <a:pt x="35380" y="124151"/>
                  </a:lnTo>
                  <a:lnTo>
                    <a:pt x="26214" y="125588"/>
                  </a:lnTo>
                  <a:lnTo>
                    <a:pt x="25910" y="125660"/>
                  </a:lnTo>
                  <a:lnTo>
                    <a:pt x="19652" y="126611"/>
                  </a:lnTo>
                  <a:lnTo>
                    <a:pt x="18953" y="126717"/>
                  </a:lnTo>
                  <a:lnTo>
                    <a:pt x="18560" y="122811"/>
                  </a:lnTo>
                  <a:lnTo>
                    <a:pt x="18540" y="122616"/>
                  </a:lnTo>
                  <a:lnTo>
                    <a:pt x="16004" y="110002"/>
                  </a:lnTo>
                  <a:lnTo>
                    <a:pt x="15282" y="104590"/>
                  </a:lnTo>
                  <a:lnTo>
                    <a:pt x="15176" y="103794"/>
                  </a:lnTo>
                  <a:lnTo>
                    <a:pt x="15121" y="103242"/>
                  </a:lnTo>
                  <a:lnTo>
                    <a:pt x="15012" y="102138"/>
                  </a:lnTo>
                  <a:lnTo>
                    <a:pt x="11964" y="83874"/>
                  </a:lnTo>
                  <a:lnTo>
                    <a:pt x="11917" y="83591"/>
                  </a:lnTo>
                  <a:lnTo>
                    <a:pt x="11540" y="80472"/>
                  </a:lnTo>
                  <a:lnTo>
                    <a:pt x="11475" y="79937"/>
                  </a:lnTo>
                  <a:lnTo>
                    <a:pt x="10971" y="76480"/>
                  </a:lnTo>
                  <a:lnTo>
                    <a:pt x="10937" y="76246"/>
                  </a:lnTo>
                  <a:lnTo>
                    <a:pt x="9866" y="69672"/>
                  </a:lnTo>
                  <a:lnTo>
                    <a:pt x="8326" y="60810"/>
                  </a:lnTo>
                  <a:lnTo>
                    <a:pt x="8160" y="59854"/>
                  </a:lnTo>
                  <a:lnTo>
                    <a:pt x="7983" y="57565"/>
                  </a:lnTo>
                  <a:lnTo>
                    <a:pt x="7959" y="57257"/>
                  </a:lnTo>
                  <a:lnTo>
                    <a:pt x="7609" y="54968"/>
                  </a:lnTo>
                  <a:lnTo>
                    <a:pt x="6804" y="49709"/>
                  </a:lnTo>
                  <a:lnTo>
                    <a:pt x="5883" y="43692"/>
                  </a:lnTo>
                  <a:lnTo>
                    <a:pt x="5776" y="42987"/>
                  </a:lnTo>
                  <a:lnTo>
                    <a:pt x="5715" y="42594"/>
                  </a:lnTo>
                  <a:lnTo>
                    <a:pt x="5098" y="38558"/>
                  </a:lnTo>
                  <a:lnTo>
                    <a:pt x="4978" y="37774"/>
                  </a:lnTo>
                  <a:lnTo>
                    <a:pt x="4926" y="37435"/>
                  </a:lnTo>
                  <a:lnTo>
                    <a:pt x="4574" y="35133"/>
                  </a:lnTo>
                  <a:lnTo>
                    <a:pt x="4081" y="32104"/>
                  </a:lnTo>
                  <a:lnTo>
                    <a:pt x="2046" y="19580"/>
                  </a:lnTo>
                  <a:lnTo>
                    <a:pt x="1816" y="18163"/>
                  </a:lnTo>
                  <a:lnTo>
                    <a:pt x="690" y="8397"/>
                  </a:lnTo>
                  <a:lnTo>
                    <a:pt x="618" y="8149"/>
                  </a:lnTo>
                  <a:lnTo>
                    <a:pt x="96" y="6346"/>
                  </a:lnTo>
                  <a:lnTo>
                    <a:pt x="0" y="6014"/>
                  </a:lnTo>
                  <a:lnTo>
                    <a:pt x="357" y="5961"/>
                  </a:lnTo>
                  <a:lnTo>
                    <a:pt x="2482" y="5647"/>
                  </a:lnTo>
                  <a:lnTo>
                    <a:pt x="6735" y="5017"/>
                  </a:lnTo>
                  <a:lnTo>
                    <a:pt x="7707" y="4874"/>
                  </a:lnTo>
                  <a:lnTo>
                    <a:pt x="8053" y="4822"/>
                  </a:lnTo>
                  <a:lnTo>
                    <a:pt x="8838" y="4699"/>
                  </a:lnTo>
                  <a:lnTo>
                    <a:pt x="10570" y="4429"/>
                  </a:lnTo>
                  <a:lnTo>
                    <a:pt x="20051" y="2946"/>
                  </a:lnTo>
                  <a:lnTo>
                    <a:pt x="32222" y="1043"/>
                  </a:lnTo>
                  <a:lnTo>
                    <a:pt x="38564" y="51"/>
                  </a:lnTo>
                  <a:lnTo>
                    <a:pt x="38896" y="0"/>
                  </a:lnTo>
                  <a:lnTo>
                    <a:pt x="40112" y="7812"/>
                  </a:lnTo>
                  <a:lnTo>
                    <a:pt x="41508" y="16779"/>
                  </a:lnTo>
                  <a:lnTo>
                    <a:pt x="43894" y="32109"/>
                  </a:lnTo>
                  <a:lnTo>
                    <a:pt x="44577" y="36500"/>
                  </a:lnTo>
                  <a:lnTo>
                    <a:pt x="45722" y="43856"/>
                  </a:lnTo>
                  <a:lnTo>
                    <a:pt x="45854" y="4470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1" name="pg160"/>
            <p:cNvSpPr/>
            <p:nvPr/>
          </p:nvSpPr>
          <p:spPr>
            <a:xfrm>
              <a:off x="2860065" y="2385262"/>
              <a:ext cx="126118" cy="92829"/>
            </a:xfrm>
            <a:custGeom>
              <a:avLst/>
              <a:pathLst>
                <a:path w="126118" h="92829">
                  <a:moveTo>
                    <a:pt x="39442" y="20364"/>
                  </a:moveTo>
                  <a:lnTo>
                    <a:pt x="39746" y="22493"/>
                  </a:lnTo>
                  <a:lnTo>
                    <a:pt x="51784" y="18578"/>
                  </a:lnTo>
                  <a:lnTo>
                    <a:pt x="60616" y="15557"/>
                  </a:lnTo>
                  <a:lnTo>
                    <a:pt x="66676" y="13648"/>
                  </a:lnTo>
                  <a:lnTo>
                    <a:pt x="66710" y="13906"/>
                  </a:lnTo>
                  <a:lnTo>
                    <a:pt x="67381" y="18950"/>
                  </a:lnTo>
                  <a:lnTo>
                    <a:pt x="67775" y="21777"/>
                  </a:lnTo>
                  <a:lnTo>
                    <a:pt x="68503" y="21552"/>
                  </a:lnTo>
                  <a:lnTo>
                    <a:pt x="74338" y="19746"/>
                  </a:lnTo>
                  <a:lnTo>
                    <a:pt x="74792" y="19597"/>
                  </a:lnTo>
                  <a:lnTo>
                    <a:pt x="80206" y="17816"/>
                  </a:lnTo>
                  <a:lnTo>
                    <a:pt x="80381" y="17758"/>
                  </a:lnTo>
                  <a:lnTo>
                    <a:pt x="88996" y="14917"/>
                  </a:lnTo>
                  <a:lnTo>
                    <a:pt x="89150" y="14866"/>
                  </a:lnTo>
                  <a:lnTo>
                    <a:pt x="90692" y="14296"/>
                  </a:lnTo>
                  <a:lnTo>
                    <a:pt x="103374" y="10106"/>
                  </a:lnTo>
                  <a:lnTo>
                    <a:pt x="103723" y="9998"/>
                  </a:lnTo>
                  <a:lnTo>
                    <a:pt x="106243" y="9219"/>
                  </a:lnTo>
                  <a:lnTo>
                    <a:pt x="106743" y="9050"/>
                  </a:lnTo>
                  <a:lnTo>
                    <a:pt x="110709" y="7712"/>
                  </a:lnTo>
                  <a:lnTo>
                    <a:pt x="112885" y="6978"/>
                  </a:lnTo>
                  <a:lnTo>
                    <a:pt x="113062" y="9268"/>
                  </a:lnTo>
                  <a:lnTo>
                    <a:pt x="113229" y="10223"/>
                  </a:lnTo>
                  <a:lnTo>
                    <a:pt x="114768" y="19085"/>
                  </a:lnTo>
                  <a:lnTo>
                    <a:pt x="115839" y="25660"/>
                  </a:lnTo>
                  <a:lnTo>
                    <a:pt x="115873" y="25893"/>
                  </a:lnTo>
                  <a:lnTo>
                    <a:pt x="116377" y="29350"/>
                  </a:lnTo>
                  <a:lnTo>
                    <a:pt x="116442" y="29885"/>
                  </a:lnTo>
                  <a:lnTo>
                    <a:pt x="116819" y="33004"/>
                  </a:lnTo>
                  <a:lnTo>
                    <a:pt x="116866" y="33287"/>
                  </a:lnTo>
                  <a:lnTo>
                    <a:pt x="119914" y="51551"/>
                  </a:lnTo>
                  <a:lnTo>
                    <a:pt x="120023" y="52655"/>
                  </a:lnTo>
                  <a:lnTo>
                    <a:pt x="120078" y="53207"/>
                  </a:lnTo>
                  <a:lnTo>
                    <a:pt x="120184" y="54003"/>
                  </a:lnTo>
                  <a:lnTo>
                    <a:pt x="120906" y="59415"/>
                  </a:lnTo>
                  <a:lnTo>
                    <a:pt x="123442" y="72029"/>
                  </a:lnTo>
                  <a:lnTo>
                    <a:pt x="123462" y="72224"/>
                  </a:lnTo>
                  <a:lnTo>
                    <a:pt x="123855" y="76130"/>
                  </a:lnTo>
                  <a:lnTo>
                    <a:pt x="124637" y="83906"/>
                  </a:lnTo>
                  <a:lnTo>
                    <a:pt x="125867" y="90255"/>
                  </a:lnTo>
                  <a:lnTo>
                    <a:pt x="126118" y="91566"/>
                  </a:lnTo>
                  <a:lnTo>
                    <a:pt x="123568" y="92020"/>
                  </a:lnTo>
                  <a:lnTo>
                    <a:pt x="119014" y="92829"/>
                  </a:lnTo>
                  <a:lnTo>
                    <a:pt x="118980" y="92575"/>
                  </a:lnTo>
                  <a:lnTo>
                    <a:pt x="118119" y="86264"/>
                  </a:lnTo>
                  <a:lnTo>
                    <a:pt x="112083" y="87051"/>
                  </a:lnTo>
                  <a:lnTo>
                    <a:pt x="105814" y="88037"/>
                  </a:lnTo>
                  <a:lnTo>
                    <a:pt x="101254" y="88714"/>
                  </a:lnTo>
                  <a:lnTo>
                    <a:pt x="97238" y="89387"/>
                  </a:lnTo>
                  <a:lnTo>
                    <a:pt x="91852" y="90276"/>
                  </a:lnTo>
                  <a:lnTo>
                    <a:pt x="86110" y="91375"/>
                  </a:lnTo>
                  <a:lnTo>
                    <a:pt x="84051" y="78234"/>
                  </a:lnTo>
                  <a:lnTo>
                    <a:pt x="82942" y="71257"/>
                  </a:lnTo>
                  <a:lnTo>
                    <a:pt x="81851" y="65478"/>
                  </a:lnTo>
                  <a:lnTo>
                    <a:pt x="81396" y="65545"/>
                  </a:lnTo>
                  <a:lnTo>
                    <a:pt x="75101" y="66334"/>
                  </a:lnTo>
                  <a:lnTo>
                    <a:pt x="74850" y="66351"/>
                  </a:lnTo>
                  <a:lnTo>
                    <a:pt x="73982" y="60708"/>
                  </a:lnTo>
                  <a:lnTo>
                    <a:pt x="73950" y="60530"/>
                  </a:lnTo>
                  <a:lnTo>
                    <a:pt x="73135" y="56054"/>
                  </a:lnTo>
                  <a:lnTo>
                    <a:pt x="73084" y="55770"/>
                  </a:lnTo>
                  <a:lnTo>
                    <a:pt x="73058" y="55569"/>
                  </a:lnTo>
                  <a:lnTo>
                    <a:pt x="66477" y="56567"/>
                  </a:lnTo>
                  <a:lnTo>
                    <a:pt x="60638" y="57451"/>
                  </a:lnTo>
                  <a:lnTo>
                    <a:pt x="54065" y="58447"/>
                  </a:lnTo>
                  <a:lnTo>
                    <a:pt x="53271" y="58568"/>
                  </a:lnTo>
                  <a:lnTo>
                    <a:pt x="43728" y="60034"/>
                  </a:lnTo>
                  <a:lnTo>
                    <a:pt x="43535" y="60898"/>
                  </a:lnTo>
                  <a:lnTo>
                    <a:pt x="43368" y="61757"/>
                  </a:lnTo>
                  <a:lnTo>
                    <a:pt x="35659" y="70131"/>
                  </a:lnTo>
                  <a:lnTo>
                    <a:pt x="34787" y="68935"/>
                  </a:lnTo>
                  <a:lnTo>
                    <a:pt x="30344" y="72812"/>
                  </a:lnTo>
                  <a:lnTo>
                    <a:pt x="20891" y="80565"/>
                  </a:lnTo>
                  <a:lnTo>
                    <a:pt x="14349" y="81914"/>
                  </a:lnTo>
                  <a:lnTo>
                    <a:pt x="13755" y="82063"/>
                  </a:lnTo>
                  <a:lnTo>
                    <a:pt x="12583" y="82356"/>
                  </a:lnTo>
                  <a:lnTo>
                    <a:pt x="12366" y="82410"/>
                  </a:lnTo>
                  <a:lnTo>
                    <a:pt x="11233" y="82693"/>
                  </a:lnTo>
                  <a:lnTo>
                    <a:pt x="10392" y="82816"/>
                  </a:lnTo>
                  <a:lnTo>
                    <a:pt x="9738" y="82912"/>
                  </a:lnTo>
                  <a:lnTo>
                    <a:pt x="9444" y="81341"/>
                  </a:lnTo>
                  <a:lnTo>
                    <a:pt x="8889" y="77223"/>
                  </a:lnTo>
                  <a:lnTo>
                    <a:pt x="8481" y="74186"/>
                  </a:lnTo>
                  <a:lnTo>
                    <a:pt x="8022" y="69748"/>
                  </a:lnTo>
                  <a:lnTo>
                    <a:pt x="7744" y="66269"/>
                  </a:lnTo>
                  <a:lnTo>
                    <a:pt x="7637" y="64922"/>
                  </a:lnTo>
                  <a:lnTo>
                    <a:pt x="7521" y="63483"/>
                  </a:lnTo>
                  <a:lnTo>
                    <a:pt x="7456" y="62779"/>
                  </a:lnTo>
                  <a:lnTo>
                    <a:pt x="7142" y="59408"/>
                  </a:lnTo>
                  <a:lnTo>
                    <a:pt x="7003" y="57913"/>
                  </a:lnTo>
                  <a:lnTo>
                    <a:pt x="6621" y="53808"/>
                  </a:lnTo>
                  <a:lnTo>
                    <a:pt x="6209" y="49385"/>
                  </a:lnTo>
                  <a:lnTo>
                    <a:pt x="6133" y="49088"/>
                  </a:lnTo>
                  <a:lnTo>
                    <a:pt x="5694" y="47386"/>
                  </a:lnTo>
                  <a:lnTo>
                    <a:pt x="5479" y="46550"/>
                  </a:lnTo>
                  <a:lnTo>
                    <a:pt x="5012" y="43845"/>
                  </a:lnTo>
                  <a:lnTo>
                    <a:pt x="3741" y="36487"/>
                  </a:lnTo>
                  <a:lnTo>
                    <a:pt x="3690" y="36188"/>
                  </a:lnTo>
                  <a:lnTo>
                    <a:pt x="3466" y="34213"/>
                  </a:lnTo>
                  <a:lnTo>
                    <a:pt x="3314" y="33211"/>
                  </a:lnTo>
                  <a:lnTo>
                    <a:pt x="2910" y="30549"/>
                  </a:lnTo>
                  <a:lnTo>
                    <a:pt x="2612" y="28258"/>
                  </a:lnTo>
                  <a:lnTo>
                    <a:pt x="2514" y="27507"/>
                  </a:lnTo>
                  <a:lnTo>
                    <a:pt x="2294" y="25821"/>
                  </a:lnTo>
                  <a:lnTo>
                    <a:pt x="1645" y="20833"/>
                  </a:lnTo>
                  <a:lnTo>
                    <a:pt x="1428" y="19169"/>
                  </a:lnTo>
                  <a:lnTo>
                    <a:pt x="1411" y="19032"/>
                  </a:lnTo>
                  <a:lnTo>
                    <a:pt x="1192" y="17351"/>
                  </a:lnTo>
                  <a:lnTo>
                    <a:pt x="1118" y="16783"/>
                  </a:lnTo>
                  <a:lnTo>
                    <a:pt x="0" y="8777"/>
                  </a:lnTo>
                  <a:lnTo>
                    <a:pt x="898" y="3729"/>
                  </a:lnTo>
                  <a:lnTo>
                    <a:pt x="1330" y="3714"/>
                  </a:lnTo>
                  <a:lnTo>
                    <a:pt x="4128" y="3618"/>
                  </a:lnTo>
                  <a:lnTo>
                    <a:pt x="4561" y="3569"/>
                  </a:lnTo>
                  <a:lnTo>
                    <a:pt x="5584" y="3456"/>
                  </a:lnTo>
                  <a:lnTo>
                    <a:pt x="11178" y="2833"/>
                  </a:lnTo>
                  <a:lnTo>
                    <a:pt x="18052" y="2067"/>
                  </a:lnTo>
                  <a:lnTo>
                    <a:pt x="18806" y="1998"/>
                  </a:lnTo>
                  <a:lnTo>
                    <a:pt x="22922" y="1545"/>
                  </a:lnTo>
                  <a:lnTo>
                    <a:pt x="23912" y="1381"/>
                  </a:lnTo>
                  <a:lnTo>
                    <a:pt x="36046" y="63"/>
                  </a:lnTo>
                  <a:lnTo>
                    <a:pt x="36738" y="0"/>
                  </a:lnTo>
                  <a:lnTo>
                    <a:pt x="37599" y="5997"/>
                  </a:lnTo>
                  <a:lnTo>
                    <a:pt x="38869" y="1635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2" name="pg161"/>
            <p:cNvSpPr/>
            <p:nvPr/>
          </p:nvSpPr>
          <p:spPr>
            <a:xfrm>
              <a:off x="2869803" y="2440831"/>
              <a:ext cx="77313" cy="99610"/>
            </a:xfrm>
            <a:custGeom>
              <a:avLst/>
              <a:pathLst>
                <a:path w="77313" h="99610">
                  <a:moveTo>
                    <a:pt x="65114" y="10795"/>
                  </a:moveTo>
                  <a:lnTo>
                    <a:pt x="65363" y="10764"/>
                  </a:lnTo>
                  <a:lnTo>
                    <a:pt x="71658" y="9975"/>
                  </a:lnTo>
                  <a:lnTo>
                    <a:pt x="72113" y="9908"/>
                  </a:lnTo>
                  <a:lnTo>
                    <a:pt x="73204" y="15687"/>
                  </a:lnTo>
                  <a:lnTo>
                    <a:pt x="74313" y="22665"/>
                  </a:lnTo>
                  <a:lnTo>
                    <a:pt x="76372" y="35805"/>
                  </a:lnTo>
                  <a:lnTo>
                    <a:pt x="77258" y="41842"/>
                  </a:lnTo>
                  <a:lnTo>
                    <a:pt x="77313" y="42214"/>
                  </a:lnTo>
                  <a:lnTo>
                    <a:pt x="76945" y="42272"/>
                  </a:lnTo>
                  <a:lnTo>
                    <a:pt x="71909" y="42968"/>
                  </a:lnTo>
                  <a:lnTo>
                    <a:pt x="70404" y="43176"/>
                  </a:lnTo>
                  <a:lnTo>
                    <a:pt x="70615" y="44850"/>
                  </a:lnTo>
                  <a:lnTo>
                    <a:pt x="71240" y="49807"/>
                  </a:lnTo>
                  <a:lnTo>
                    <a:pt x="71263" y="49944"/>
                  </a:lnTo>
                  <a:lnTo>
                    <a:pt x="72161" y="55433"/>
                  </a:lnTo>
                  <a:lnTo>
                    <a:pt x="73073" y="60832"/>
                  </a:lnTo>
                  <a:lnTo>
                    <a:pt x="73133" y="61230"/>
                  </a:lnTo>
                  <a:lnTo>
                    <a:pt x="73604" y="64339"/>
                  </a:lnTo>
                  <a:lnTo>
                    <a:pt x="73666" y="64749"/>
                  </a:lnTo>
                  <a:lnTo>
                    <a:pt x="73682" y="64879"/>
                  </a:lnTo>
                  <a:lnTo>
                    <a:pt x="73746" y="65403"/>
                  </a:lnTo>
                  <a:lnTo>
                    <a:pt x="73969" y="67240"/>
                  </a:lnTo>
                  <a:lnTo>
                    <a:pt x="74941" y="73151"/>
                  </a:lnTo>
                  <a:lnTo>
                    <a:pt x="75291" y="75278"/>
                  </a:lnTo>
                  <a:lnTo>
                    <a:pt x="75572" y="76186"/>
                  </a:lnTo>
                  <a:lnTo>
                    <a:pt x="76314" y="78596"/>
                  </a:lnTo>
                  <a:lnTo>
                    <a:pt x="75368" y="78116"/>
                  </a:lnTo>
                  <a:lnTo>
                    <a:pt x="74332" y="77575"/>
                  </a:lnTo>
                  <a:lnTo>
                    <a:pt x="65926" y="73187"/>
                  </a:lnTo>
                  <a:lnTo>
                    <a:pt x="62505" y="79239"/>
                  </a:lnTo>
                  <a:lnTo>
                    <a:pt x="60053" y="83931"/>
                  </a:lnTo>
                  <a:lnTo>
                    <a:pt x="58099" y="87468"/>
                  </a:lnTo>
                  <a:lnTo>
                    <a:pt x="57381" y="88702"/>
                  </a:lnTo>
                  <a:lnTo>
                    <a:pt x="52109" y="85863"/>
                  </a:lnTo>
                  <a:lnTo>
                    <a:pt x="49266" y="90896"/>
                  </a:lnTo>
                  <a:lnTo>
                    <a:pt x="46609" y="95280"/>
                  </a:lnTo>
                  <a:lnTo>
                    <a:pt x="46017" y="94997"/>
                  </a:lnTo>
                  <a:lnTo>
                    <a:pt x="44993" y="94725"/>
                  </a:lnTo>
                  <a:lnTo>
                    <a:pt x="43691" y="94981"/>
                  </a:lnTo>
                  <a:lnTo>
                    <a:pt x="33528" y="96579"/>
                  </a:lnTo>
                  <a:lnTo>
                    <a:pt x="28137" y="97438"/>
                  </a:lnTo>
                  <a:lnTo>
                    <a:pt x="16040" y="99251"/>
                  </a:lnTo>
                  <a:lnTo>
                    <a:pt x="13524" y="99526"/>
                  </a:lnTo>
                  <a:lnTo>
                    <a:pt x="12756" y="99610"/>
                  </a:lnTo>
                  <a:lnTo>
                    <a:pt x="11837" y="93692"/>
                  </a:lnTo>
                  <a:lnTo>
                    <a:pt x="11746" y="93107"/>
                  </a:lnTo>
                  <a:lnTo>
                    <a:pt x="11299" y="90229"/>
                  </a:lnTo>
                  <a:lnTo>
                    <a:pt x="9539" y="78904"/>
                  </a:lnTo>
                  <a:lnTo>
                    <a:pt x="9001" y="75438"/>
                  </a:lnTo>
                  <a:lnTo>
                    <a:pt x="8736" y="73735"/>
                  </a:lnTo>
                  <a:lnTo>
                    <a:pt x="8642" y="73129"/>
                  </a:lnTo>
                  <a:lnTo>
                    <a:pt x="6482" y="59223"/>
                  </a:lnTo>
                  <a:lnTo>
                    <a:pt x="6338" y="58300"/>
                  </a:lnTo>
                  <a:lnTo>
                    <a:pt x="5748" y="54500"/>
                  </a:lnTo>
                  <a:lnTo>
                    <a:pt x="5552" y="53235"/>
                  </a:lnTo>
                  <a:lnTo>
                    <a:pt x="5368" y="52055"/>
                  </a:lnTo>
                  <a:lnTo>
                    <a:pt x="4407" y="45870"/>
                  </a:lnTo>
                  <a:lnTo>
                    <a:pt x="4315" y="45273"/>
                  </a:lnTo>
                  <a:lnTo>
                    <a:pt x="4189" y="44467"/>
                  </a:lnTo>
                  <a:lnTo>
                    <a:pt x="3227" y="44601"/>
                  </a:lnTo>
                  <a:lnTo>
                    <a:pt x="2934" y="43036"/>
                  </a:lnTo>
                  <a:lnTo>
                    <a:pt x="2684" y="41699"/>
                  </a:lnTo>
                  <a:lnTo>
                    <a:pt x="0" y="27342"/>
                  </a:lnTo>
                  <a:lnTo>
                    <a:pt x="654" y="27247"/>
                  </a:lnTo>
                  <a:lnTo>
                    <a:pt x="1495" y="27124"/>
                  </a:lnTo>
                  <a:lnTo>
                    <a:pt x="2628" y="26841"/>
                  </a:lnTo>
                  <a:lnTo>
                    <a:pt x="2845" y="26786"/>
                  </a:lnTo>
                  <a:lnTo>
                    <a:pt x="4017" y="26493"/>
                  </a:lnTo>
                  <a:lnTo>
                    <a:pt x="4716" y="26319"/>
                  </a:lnTo>
                  <a:lnTo>
                    <a:pt x="11153" y="24995"/>
                  </a:lnTo>
                  <a:lnTo>
                    <a:pt x="20606" y="17242"/>
                  </a:lnTo>
                  <a:lnTo>
                    <a:pt x="25049" y="13366"/>
                  </a:lnTo>
                  <a:lnTo>
                    <a:pt x="25921" y="14561"/>
                  </a:lnTo>
                  <a:lnTo>
                    <a:pt x="33630" y="6188"/>
                  </a:lnTo>
                  <a:lnTo>
                    <a:pt x="33797" y="5329"/>
                  </a:lnTo>
                  <a:lnTo>
                    <a:pt x="33990" y="4465"/>
                  </a:lnTo>
                  <a:lnTo>
                    <a:pt x="43533" y="2998"/>
                  </a:lnTo>
                  <a:lnTo>
                    <a:pt x="44327" y="2878"/>
                  </a:lnTo>
                  <a:lnTo>
                    <a:pt x="50900" y="1882"/>
                  </a:lnTo>
                  <a:lnTo>
                    <a:pt x="56739" y="997"/>
                  </a:lnTo>
                  <a:lnTo>
                    <a:pt x="63320" y="0"/>
                  </a:lnTo>
                  <a:lnTo>
                    <a:pt x="63346" y="201"/>
                  </a:lnTo>
                  <a:lnTo>
                    <a:pt x="63397" y="485"/>
                  </a:lnTo>
                  <a:lnTo>
                    <a:pt x="64212" y="4960"/>
                  </a:lnTo>
                  <a:lnTo>
                    <a:pt x="64244" y="51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3" name="pg162"/>
            <p:cNvSpPr/>
            <p:nvPr/>
          </p:nvSpPr>
          <p:spPr>
            <a:xfrm>
              <a:off x="2882560" y="2471526"/>
              <a:ext cx="107735" cy="103503"/>
            </a:xfrm>
            <a:custGeom>
              <a:avLst/>
              <a:pathLst>
                <a:path w="107735" h="103503">
                  <a:moveTo>
                    <a:pt x="96485" y="6310"/>
                  </a:moveTo>
                  <a:lnTo>
                    <a:pt x="96520" y="6565"/>
                  </a:lnTo>
                  <a:lnTo>
                    <a:pt x="101073" y="5755"/>
                  </a:lnTo>
                  <a:lnTo>
                    <a:pt x="103626" y="5301"/>
                  </a:lnTo>
                  <a:lnTo>
                    <a:pt x="103901" y="7237"/>
                  </a:lnTo>
                  <a:lnTo>
                    <a:pt x="104593" y="12111"/>
                  </a:lnTo>
                  <a:lnTo>
                    <a:pt x="105437" y="18055"/>
                  </a:lnTo>
                  <a:lnTo>
                    <a:pt x="105708" y="19967"/>
                  </a:lnTo>
                  <a:lnTo>
                    <a:pt x="106273" y="23346"/>
                  </a:lnTo>
                  <a:lnTo>
                    <a:pt x="107280" y="29367"/>
                  </a:lnTo>
                  <a:lnTo>
                    <a:pt x="107735" y="32089"/>
                  </a:lnTo>
                  <a:lnTo>
                    <a:pt x="106773" y="42018"/>
                  </a:lnTo>
                  <a:lnTo>
                    <a:pt x="106686" y="42908"/>
                  </a:lnTo>
                  <a:lnTo>
                    <a:pt x="106051" y="48026"/>
                  </a:lnTo>
                  <a:lnTo>
                    <a:pt x="104609" y="59627"/>
                  </a:lnTo>
                  <a:lnTo>
                    <a:pt x="104432" y="60794"/>
                  </a:lnTo>
                  <a:lnTo>
                    <a:pt x="104222" y="62175"/>
                  </a:lnTo>
                  <a:lnTo>
                    <a:pt x="104088" y="63057"/>
                  </a:lnTo>
                  <a:lnTo>
                    <a:pt x="103686" y="66628"/>
                  </a:lnTo>
                  <a:lnTo>
                    <a:pt x="103553" y="67807"/>
                  </a:lnTo>
                  <a:lnTo>
                    <a:pt x="103438" y="68835"/>
                  </a:lnTo>
                  <a:lnTo>
                    <a:pt x="103417" y="69021"/>
                  </a:lnTo>
                  <a:lnTo>
                    <a:pt x="103393" y="69918"/>
                  </a:lnTo>
                  <a:lnTo>
                    <a:pt x="103387" y="70154"/>
                  </a:lnTo>
                  <a:lnTo>
                    <a:pt x="102771" y="74745"/>
                  </a:lnTo>
                  <a:lnTo>
                    <a:pt x="102652" y="75637"/>
                  </a:lnTo>
                  <a:lnTo>
                    <a:pt x="102494" y="76813"/>
                  </a:lnTo>
                  <a:lnTo>
                    <a:pt x="102053" y="80101"/>
                  </a:lnTo>
                  <a:lnTo>
                    <a:pt x="101512" y="84395"/>
                  </a:lnTo>
                  <a:lnTo>
                    <a:pt x="101132" y="85515"/>
                  </a:lnTo>
                  <a:lnTo>
                    <a:pt x="100810" y="86463"/>
                  </a:lnTo>
                  <a:lnTo>
                    <a:pt x="100100" y="88554"/>
                  </a:lnTo>
                  <a:lnTo>
                    <a:pt x="99862" y="89255"/>
                  </a:lnTo>
                  <a:lnTo>
                    <a:pt x="99748" y="89591"/>
                  </a:lnTo>
                  <a:lnTo>
                    <a:pt x="99354" y="90751"/>
                  </a:lnTo>
                  <a:lnTo>
                    <a:pt x="99012" y="91760"/>
                  </a:lnTo>
                  <a:lnTo>
                    <a:pt x="98156" y="94040"/>
                  </a:lnTo>
                  <a:lnTo>
                    <a:pt x="97261" y="96425"/>
                  </a:lnTo>
                  <a:lnTo>
                    <a:pt x="96909" y="97287"/>
                  </a:lnTo>
                  <a:lnTo>
                    <a:pt x="96648" y="97150"/>
                  </a:lnTo>
                  <a:lnTo>
                    <a:pt x="90282" y="93575"/>
                  </a:lnTo>
                  <a:lnTo>
                    <a:pt x="85924" y="91314"/>
                  </a:lnTo>
                  <a:lnTo>
                    <a:pt x="75374" y="86092"/>
                  </a:lnTo>
                  <a:lnTo>
                    <a:pt x="74983" y="85899"/>
                  </a:lnTo>
                  <a:lnTo>
                    <a:pt x="69253" y="82909"/>
                  </a:lnTo>
                  <a:lnTo>
                    <a:pt x="58341" y="77279"/>
                  </a:lnTo>
                  <a:lnTo>
                    <a:pt x="52021" y="73955"/>
                  </a:lnTo>
                  <a:lnTo>
                    <a:pt x="51694" y="74573"/>
                  </a:lnTo>
                  <a:lnTo>
                    <a:pt x="45491" y="86270"/>
                  </a:lnTo>
                  <a:lnTo>
                    <a:pt x="44585" y="87978"/>
                  </a:lnTo>
                  <a:lnTo>
                    <a:pt x="42922" y="91114"/>
                  </a:lnTo>
                  <a:lnTo>
                    <a:pt x="42675" y="91580"/>
                  </a:lnTo>
                  <a:lnTo>
                    <a:pt x="40308" y="96732"/>
                  </a:lnTo>
                  <a:lnTo>
                    <a:pt x="38048" y="102356"/>
                  </a:lnTo>
                  <a:lnTo>
                    <a:pt x="37588" y="103503"/>
                  </a:lnTo>
                  <a:lnTo>
                    <a:pt x="37020" y="103299"/>
                  </a:lnTo>
                  <a:lnTo>
                    <a:pt x="35662" y="102945"/>
                  </a:lnTo>
                  <a:lnTo>
                    <a:pt x="35261" y="102840"/>
                  </a:lnTo>
                  <a:lnTo>
                    <a:pt x="31574" y="102189"/>
                  </a:lnTo>
                  <a:lnTo>
                    <a:pt x="28891" y="102049"/>
                  </a:lnTo>
                  <a:lnTo>
                    <a:pt x="28094" y="102008"/>
                  </a:lnTo>
                  <a:lnTo>
                    <a:pt x="26265" y="102062"/>
                  </a:lnTo>
                  <a:lnTo>
                    <a:pt x="25297" y="102091"/>
                  </a:lnTo>
                  <a:lnTo>
                    <a:pt x="23185" y="102283"/>
                  </a:lnTo>
                  <a:lnTo>
                    <a:pt x="21516" y="102487"/>
                  </a:lnTo>
                  <a:lnTo>
                    <a:pt x="21468" y="102173"/>
                  </a:lnTo>
                  <a:lnTo>
                    <a:pt x="19886" y="91901"/>
                  </a:lnTo>
                  <a:lnTo>
                    <a:pt x="19133" y="87008"/>
                  </a:lnTo>
                  <a:lnTo>
                    <a:pt x="13046" y="87791"/>
                  </a:lnTo>
                  <a:lnTo>
                    <a:pt x="12178" y="87903"/>
                  </a:lnTo>
                  <a:lnTo>
                    <a:pt x="9391" y="88341"/>
                  </a:lnTo>
                  <a:lnTo>
                    <a:pt x="6288" y="88829"/>
                  </a:lnTo>
                  <a:lnTo>
                    <a:pt x="4795" y="89064"/>
                  </a:lnTo>
                  <a:lnTo>
                    <a:pt x="3904" y="89311"/>
                  </a:lnTo>
                  <a:lnTo>
                    <a:pt x="3250" y="89492"/>
                  </a:lnTo>
                  <a:lnTo>
                    <a:pt x="1682" y="79749"/>
                  </a:lnTo>
                  <a:lnTo>
                    <a:pt x="1184" y="76657"/>
                  </a:lnTo>
                  <a:lnTo>
                    <a:pt x="889" y="74825"/>
                  </a:lnTo>
                  <a:lnTo>
                    <a:pt x="290" y="71102"/>
                  </a:lnTo>
                  <a:lnTo>
                    <a:pt x="0" y="68915"/>
                  </a:lnTo>
                  <a:lnTo>
                    <a:pt x="767" y="68831"/>
                  </a:lnTo>
                  <a:lnTo>
                    <a:pt x="3283" y="68556"/>
                  </a:lnTo>
                  <a:lnTo>
                    <a:pt x="15380" y="66743"/>
                  </a:lnTo>
                  <a:lnTo>
                    <a:pt x="20772" y="65884"/>
                  </a:lnTo>
                  <a:lnTo>
                    <a:pt x="30934" y="64286"/>
                  </a:lnTo>
                  <a:lnTo>
                    <a:pt x="32237" y="64030"/>
                  </a:lnTo>
                  <a:lnTo>
                    <a:pt x="33261" y="64302"/>
                  </a:lnTo>
                  <a:lnTo>
                    <a:pt x="33852" y="64585"/>
                  </a:lnTo>
                  <a:lnTo>
                    <a:pt x="36528" y="60169"/>
                  </a:lnTo>
                  <a:lnTo>
                    <a:pt x="39352" y="55168"/>
                  </a:lnTo>
                  <a:lnTo>
                    <a:pt x="44624" y="58007"/>
                  </a:lnTo>
                  <a:lnTo>
                    <a:pt x="45343" y="56773"/>
                  </a:lnTo>
                  <a:lnTo>
                    <a:pt x="47296" y="53236"/>
                  </a:lnTo>
                  <a:lnTo>
                    <a:pt x="49777" y="48489"/>
                  </a:lnTo>
                  <a:lnTo>
                    <a:pt x="53265" y="42542"/>
                  </a:lnTo>
                  <a:lnTo>
                    <a:pt x="61575" y="46880"/>
                  </a:lnTo>
                  <a:lnTo>
                    <a:pt x="62612" y="47421"/>
                  </a:lnTo>
                  <a:lnTo>
                    <a:pt x="63531" y="47798"/>
                  </a:lnTo>
                  <a:lnTo>
                    <a:pt x="62816" y="45491"/>
                  </a:lnTo>
                  <a:lnTo>
                    <a:pt x="62534" y="44583"/>
                  </a:lnTo>
                  <a:lnTo>
                    <a:pt x="62184" y="42456"/>
                  </a:lnTo>
                  <a:lnTo>
                    <a:pt x="61212" y="36546"/>
                  </a:lnTo>
                  <a:lnTo>
                    <a:pt x="60989" y="34708"/>
                  </a:lnTo>
                  <a:lnTo>
                    <a:pt x="60925" y="34185"/>
                  </a:lnTo>
                  <a:lnTo>
                    <a:pt x="60910" y="34054"/>
                  </a:lnTo>
                  <a:lnTo>
                    <a:pt x="60847" y="33644"/>
                  </a:lnTo>
                  <a:lnTo>
                    <a:pt x="60377" y="30536"/>
                  </a:lnTo>
                  <a:lnTo>
                    <a:pt x="60316" y="30137"/>
                  </a:lnTo>
                  <a:lnTo>
                    <a:pt x="59404" y="24738"/>
                  </a:lnTo>
                  <a:lnTo>
                    <a:pt x="58506" y="19249"/>
                  </a:lnTo>
                  <a:lnTo>
                    <a:pt x="58484" y="19112"/>
                  </a:lnTo>
                  <a:lnTo>
                    <a:pt x="57859" y="14156"/>
                  </a:lnTo>
                  <a:lnTo>
                    <a:pt x="57648" y="12481"/>
                  </a:lnTo>
                  <a:lnTo>
                    <a:pt x="59153" y="12273"/>
                  </a:lnTo>
                  <a:lnTo>
                    <a:pt x="64188" y="11577"/>
                  </a:lnTo>
                  <a:lnTo>
                    <a:pt x="64556" y="11519"/>
                  </a:lnTo>
                  <a:lnTo>
                    <a:pt x="64502" y="11148"/>
                  </a:lnTo>
                  <a:lnTo>
                    <a:pt x="63615" y="5110"/>
                  </a:lnTo>
                  <a:lnTo>
                    <a:pt x="69357" y="4011"/>
                  </a:lnTo>
                  <a:lnTo>
                    <a:pt x="74743" y="3122"/>
                  </a:lnTo>
                  <a:lnTo>
                    <a:pt x="78760" y="2450"/>
                  </a:lnTo>
                  <a:lnTo>
                    <a:pt x="83319" y="1772"/>
                  </a:lnTo>
                  <a:lnTo>
                    <a:pt x="89589" y="787"/>
                  </a:lnTo>
                  <a:lnTo>
                    <a:pt x="95624"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4" name="pg163"/>
            <p:cNvSpPr/>
            <p:nvPr/>
          </p:nvSpPr>
          <p:spPr>
            <a:xfrm>
              <a:off x="2983921" y="2447966"/>
              <a:ext cx="96494" cy="147490"/>
            </a:xfrm>
            <a:custGeom>
              <a:avLst/>
              <a:pathLst>
                <a:path w="96494" h="147490">
                  <a:moveTo>
                    <a:pt x="78357" y="11479"/>
                  </a:moveTo>
                  <a:lnTo>
                    <a:pt x="78619" y="13185"/>
                  </a:lnTo>
                  <a:lnTo>
                    <a:pt x="78704" y="13738"/>
                  </a:lnTo>
                  <a:lnTo>
                    <a:pt x="78735" y="13939"/>
                  </a:lnTo>
                  <a:lnTo>
                    <a:pt x="78763" y="14124"/>
                  </a:lnTo>
                  <a:lnTo>
                    <a:pt x="78785" y="14265"/>
                  </a:lnTo>
                  <a:lnTo>
                    <a:pt x="78949" y="14242"/>
                  </a:lnTo>
                  <a:lnTo>
                    <a:pt x="79042" y="14839"/>
                  </a:lnTo>
                  <a:lnTo>
                    <a:pt x="79833" y="19894"/>
                  </a:lnTo>
                  <a:lnTo>
                    <a:pt x="80145" y="21890"/>
                  </a:lnTo>
                  <a:lnTo>
                    <a:pt x="82264" y="35432"/>
                  </a:lnTo>
                  <a:lnTo>
                    <a:pt x="82330" y="35856"/>
                  </a:lnTo>
                  <a:lnTo>
                    <a:pt x="83583" y="43877"/>
                  </a:lnTo>
                  <a:lnTo>
                    <a:pt x="85363" y="55271"/>
                  </a:lnTo>
                  <a:lnTo>
                    <a:pt x="85775" y="57750"/>
                  </a:lnTo>
                  <a:lnTo>
                    <a:pt x="87672" y="69538"/>
                  </a:lnTo>
                  <a:lnTo>
                    <a:pt x="87931" y="71146"/>
                  </a:lnTo>
                  <a:lnTo>
                    <a:pt x="88446" y="74349"/>
                  </a:lnTo>
                  <a:lnTo>
                    <a:pt x="89862" y="83129"/>
                  </a:lnTo>
                  <a:lnTo>
                    <a:pt x="91039" y="90426"/>
                  </a:lnTo>
                  <a:lnTo>
                    <a:pt x="91312" y="91975"/>
                  </a:lnTo>
                  <a:lnTo>
                    <a:pt x="91444" y="92912"/>
                  </a:lnTo>
                  <a:lnTo>
                    <a:pt x="91975" y="97004"/>
                  </a:lnTo>
                  <a:lnTo>
                    <a:pt x="92493" y="101780"/>
                  </a:lnTo>
                  <a:lnTo>
                    <a:pt x="95838" y="126837"/>
                  </a:lnTo>
                  <a:lnTo>
                    <a:pt x="96123" y="128964"/>
                  </a:lnTo>
                  <a:lnTo>
                    <a:pt x="96494" y="131745"/>
                  </a:lnTo>
                  <a:lnTo>
                    <a:pt x="93459" y="132230"/>
                  </a:lnTo>
                  <a:lnTo>
                    <a:pt x="87297" y="133091"/>
                  </a:lnTo>
                  <a:lnTo>
                    <a:pt x="84888" y="133427"/>
                  </a:lnTo>
                  <a:lnTo>
                    <a:pt x="80810" y="134252"/>
                  </a:lnTo>
                  <a:lnTo>
                    <a:pt x="79495" y="134654"/>
                  </a:lnTo>
                  <a:lnTo>
                    <a:pt x="78222" y="135044"/>
                  </a:lnTo>
                  <a:lnTo>
                    <a:pt x="74986" y="136203"/>
                  </a:lnTo>
                  <a:lnTo>
                    <a:pt x="73170" y="136999"/>
                  </a:lnTo>
                  <a:lnTo>
                    <a:pt x="69065" y="139306"/>
                  </a:lnTo>
                  <a:lnTo>
                    <a:pt x="57732" y="145680"/>
                  </a:lnTo>
                  <a:lnTo>
                    <a:pt x="54753" y="147490"/>
                  </a:lnTo>
                  <a:lnTo>
                    <a:pt x="53083" y="145048"/>
                  </a:lnTo>
                  <a:lnTo>
                    <a:pt x="50492" y="141260"/>
                  </a:lnTo>
                  <a:lnTo>
                    <a:pt x="47557" y="136969"/>
                  </a:lnTo>
                  <a:lnTo>
                    <a:pt x="46216" y="132751"/>
                  </a:lnTo>
                  <a:lnTo>
                    <a:pt x="45892" y="130396"/>
                  </a:lnTo>
                  <a:lnTo>
                    <a:pt x="45012" y="124651"/>
                  </a:lnTo>
                  <a:lnTo>
                    <a:pt x="42285" y="106845"/>
                  </a:lnTo>
                  <a:lnTo>
                    <a:pt x="41367" y="100853"/>
                  </a:lnTo>
                  <a:lnTo>
                    <a:pt x="40028" y="92109"/>
                  </a:lnTo>
                  <a:lnTo>
                    <a:pt x="39811" y="90692"/>
                  </a:lnTo>
                  <a:lnTo>
                    <a:pt x="38281" y="90934"/>
                  </a:lnTo>
                  <a:lnTo>
                    <a:pt x="28168" y="92532"/>
                  </a:lnTo>
                  <a:lnTo>
                    <a:pt x="27521" y="92635"/>
                  </a:lnTo>
                  <a:lnTo>
                    <a:pt x="27253" y="92677"/>
                  </a:lnTo>
                  <a:lnTo>
                    <a:pt x="27083" y="92704"/>
                  </a:lnTo>
                  <a:lnTo>
                    <a:pt x="26683" y="92767"/>
                  </a:lnTo>
                  <a:lnTo>
                    <a:pt x="22542" y="93422"/>
                  </a:lnTo>
                  <a:lnTo>
                    <a:pt x="19621" y="93884"/>
                  </a:lnTo>
                  <a:lnTo>
                    <a:pt x="18701" y="93756"/>
                  </a:lnTo>
                  <a:lnTo>
                    <a:pt x="18317" y="93703"/>
                  </a:lnTo>
                  <a:lnTo>
                    <a:pt x="15541" y="93317"/>
                  </a:lnTo>
                  <a:lnTo>
                    <a:pt x="12343" y="92873"/>
                  </a:lnTo>
                  <a:lnTo>
                    <a:pt x="10254" y="92583"/>
                  </a:lnTo>
                  <a:lnTo>
                    <a:pt x="4938" y="91845"/>
                  </a:lnTo>
                  <a:lnTo>
                    <a:pt x="3080" y="91587"/>
                  </a:lnTo>
                  <a:lnTo>
                    <a:pt x="2192" y="91367"/>
                  </a:lnTo>
                  <a:lnTo>
                    <a:pt x="2325" y="90188"/>
                  </a:lnTo>
                  <a:lnTo>
                    <a:pt x="2727" y="86617"/>
                  </a:lnTo>
                  <a:lnTo>
                    <a:pt x="2861" y="85735"/>
                  </a:lnTo>
                  <a:lnTo>
                    <a:pt x="3084" y="84269"/>
                  </a:lnTo>
                  <a:lnTo>
                    <a:pt x="3249" y="83188"/>
                  </a:lnTo>
                  <a:lnTo>
                    <a:pt x="4690" y="71587"/>
                  </a:lnTo>
                  <a:lnTo>
                    <a:pt x="5326" y="66468"/>
                  </a:lnTo>
                  <a:lnTo>
                    <a:pt x="5412" y="65578"/>
                  </a:lnTo>
                  <a:lnTo>
                    <a:pt x="6374" y="55649"/>
                  </a:lnTo>
                  <a:lnTo>
                    <a:pt x="5919" y="52928"/>
                  </a:lnTo>
                  <a:lnTo>
                    <a:pt x="4912" y="46906"/>
                  </a:lnTo>
                  <a:lnTo>
                    <a:pt x="4347" y="43527"/>
                  </a:lnTo>
                  <a:lnTo>
                    <a:pt x="4076" y="41615"/>
                  </a:lnTo>
                  <a:lnTo>
                    <a:pt x="3232" y="35671"/>
                  </a:lnTo>
                  <a:lnTo>
                    <a:pt x="2540" y="30798"/>
                  </a:lnTo>
                  <a:lnTo>
                    <a:pt x="2255" y="28806"/>
                  </a:lnTo>
                  <a:lnTo>
                    <a:pt x="2011" y="27550"/>
                  </a:lnTo>
                  <a:lnTo>
                    <a:pt x="781" y="21201"/>
                  </a:lnTo>
                  <a:lnTo>
                    <a:pt x="0" y="13426"/>
                  </a:lnTo>
                  <a:lnTo>
                    <a:pt x="698" y="13320"/>
                  </a:lnTo>
                  <a:lnTo>
                    <a:pt x="6956" y="12369"/>
                  </a:lnTo>
                  <a:lnTo>
                    <a:pt x="7260" y="12297"/>
                  </a:lnTo>
                  <a:lnTo>
                    <a:pt x="16427" y="10860"/>
                  </a:lnTo>
                  <a:lnTo>
                    <a:pt x="20833" y="10220"/>
                  </a:lnTo>
                  <a:lnTo>
                    <a:pt x="26923" y="9262"/>
                  </a:lnTo>
                  <a:lnTo>
                    <a:pt x="32671" y="8291"/>
                  </a:lnTo>
                  <a:lnTo>
                    <a:pt x="37049" y="7850"/>
                  </a:lnTo>
                  <a:lnTo>
                    <a:pt x="40508" y="7647"/>
                  </a:lnTo>
                  <a:lnTo>
                    <a:pt x="41140" y="7695"/>
                  </a:lnTo>
                  <a:lnTo>
                    <a:pt x="46902" y="12004"/>
                  </a:lnTo>
                  <a:lnTo>
                    <a:pt x="51220" y="6112"/>
                  </a:lnTo>
                  <a:lnTo>
                    <a:pt x="53487" y="4561"/>
                  </a:lnTo>
                  <a:lnTo>
                    <a:pt x="56445" y="3416"/>
                  </a:lnTo>
                  <a:lnTo>
                    <a:pt x="62409" y="2390"/>
                  </a:lnTo>
                  <a:lnTo>
                    <a:pt x="70425" y="1039"/>
                  </a:lnTo>
                  <a:lnTo>
                    <a:pt x="71332" y="886"/>
                  </a:lnTo>
                  <a:lnTo>
                    <a:pt x="76594" y="0"/>
                  </a:lnTo>
                  <a:lnTo>
                    <a:pt x="77043" y="2928"/>
                  </a:lnTo>
                  <a:lnTo>
                    <a:pt x="77187" y="3866"/>
                  </a:lnTo>
                  <a:lnTo>
                    <a:pt x="77905" y="8538"/>
                  </a:lnTo>
                  <a:lnTo>
                    <a:pt x="78104" y="983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5" name="pg164"/>
            <p:cNvSpPr/>
            <p:nvPr/>
          </p:nvSpPr>
          <p:spPr>
            <a:xfrm>
              <a:off x="3028340" y="2453216"/>
              <a:ext cx="135858" cy="246561"/>
            </a:xfrm>
            <a:custGeom>
              <a:avLst/>
              <a:pathLst>
                <a:path w="135858" h="246561">
                  <a:moveTo>
                    <a:pt x="132609" y="198569"/>
                  </a:moveTo>
                  <a:lnTo>
                    <a:pt x="132955" y="200076"/>
                  </a:lnTo>
                  <a:lnTo>
                    <a:pt x="133020" y="200357"/>
                  </a:lnTo>
                  <a:lnTo>
                    <a:pt x="134197" y="205483"/>
                  </a:lnTo>
                  <a:lnTo>
                    <a:pt x="134279" y="205839"/>
                  </a:lnTo>
                  <a:lnTo>
                    <a:pt x="135223" y="209949"/>
                  </a:lnTo>
                  <a:lnTo>
                    <a:pt x="135634" y="211736"/>
                  </a:lnTo>
                  <a:lnTo>
                    <a:pt x="135680" y="211935"/>
                  </a:lnTo>
                  <a:lnTo>
                    <a:pt x="135761" y="212288"/>
                  </a:lnTo>
                  <a:lnTo>
                    <a:pt x="135858" y="212711"/>
                  </a:lnTo>
                  <a:lnTo>
                    <a:pt x="135392" y="212787"/>
                  </a:lnTo>
                  <a:lnTo>
                    <a:pt x="135260" y="212809"/>
                  </a:lnTo>
                  <a:lnTo>
                    <a:pt x="134663" y="212907"/>
                  </a:lnTo>
                  <a:lnTo>
                    <a:pt x="127675" y="214054"/>
                  </a:lnTo>
                  <a:lnTo>
                    <a:pt x="119237" y="215492"/>
                  </a:lnTo>
                  <a:lnTo>
                    <a:pt x="115346" y="199751"/>
                  </a:lnTo>
                  <a:lnTo>
                    <a:pt x="102640" y="201847"/>
                  </a:lnTo>
                  <a:lnTo>
                    <a:pt x="89797" y="203848"/>
                  </a:lnTo>
                  <a:lnTo>
                    <a:pt x="80794" y="205280"/>
                  </a:lnTo>
                  <a:lnTo>
                    <a:pt x="80656" y="205302"/>
                  </a:lnTo>
                  <a:lnTo>
                    <a:pt x="71155" y="206840"/>
                  </a:lnTo>
                  <a:lnTo>
                    <a:pt x="73364" y="222715"/>
                  </a:lnTo>
                  <a:lnTo>
                    <a:pt x="68018" y="223515"/>
                  </a:lnTo>
                  <a:lnTo>
                    <a:pt x="68287" y="225262"/>
                  </a:lnTo>
                  <a:lnTo>
                    <a:pt x="69917" y="235842"/>
                  </a:lnTo>
                  <a:lnTo>
                    <a:pt x="69994" y="236332"/>
                  </a:lnTo>
                  <a:lnTo>
                    <a:pt x="68848" y="236505"/>
                  </a:lnTo>
                  <a:lnTo>
                    <a:pt x="66893" y="236800"/>
                  </a:lnTo>
                  <a:lnTo>
                    <a:pt x="65772" y="236970"/>
                  </a:lnTo>
                  <a:lnTo>
                    <a:pt x="65489" y="237012"/>
                  </a:lnTo>
                  <a:lnTo>
                    <a:pt x="64367" y="237182"/>
                  </a:lnTo>
                  <a:lnTo>
                    <a:pt x="57910" y="238157"/>
                  </a:lnTo>
                  <a:lnTo>
                    <a:pt x="49927" y="239363"/>
                  </a:lnTo>
                  <a:lnTo>
                    <a:pt x="43858" y="240279"/>
                  </a:lnTo>
                  <a:lnTo>
                    <a:pt x="40403" y="240801"/>
                  </a:lnTo>
                  <a:lnTo>
                    <a:pt x="32473" y="241998"/>
                  </a:lnTo>
                  <a:lnTo>
                    <a:pt x="28054" y="242665"/>
                  </a:lnTo>
                  <a:lnTo>
                    <a:pt x="26563" y="242888"/>
                  </a:lnTo>
                  <a:lnTo>
                    <a:pt x="25507" y="243047"/>
                  </a:lnTo>
                  <a:lnTo>
                    <a:pt x="24019" y="243270"/>
                  </a:lnTo>
                  <a:lnTo>
                    <a:pt x="21335" y="243672"/>
                  </a:lnTo>
                  <a:lnTo>
                    <a:pt x="3158" y="246395"/>
                  </a:lnTo>
                  <a:lnTo>
                    <a:pt x="1578" y="246506"/>
                  </a:lnTo>
                  <a:lnTo>
                    <a:pt x="794" y="246561"/>
                  </a:lnTo>
                  <a:lnTo>
                    <a:pt x="782" y="246187"/>
                  </a:lnTo>
                  <a:lnTo>
                    <a:pt x="533" y="244316"/>
                  </a:lnTo>
                  <a:lnTo>
                    <a:pt x="493" y="243853"/>
                  </a:lnTo>
                  <a:lnTo>
                    <a:pt x="380" y="242546"/>
                  </a:lnTo>
                  <a:lnTo>
                    <a:pt x="54" y="238762"/>
                  </a:lnTo>
                  <a:lnTo>
                    <a:pt x="0" y="238131"/>
                  </a:lnTo>
                  <a:lnTo>
                    <a:pt x="188" y="233115"/>
                  </a:lnTo>
                  <a:lnTo>
                    <a:pt x="314" y="229749"/>
                  </a:lnTo>
                  <a:lnTo>
                    <a:pt x="331" y="229304"/>
                  </a:lnTo>
                  <a:lnTo>
                    <a:pt x="1111" y="223752"/>
                  </a:lnTo>
                  <a:lnTo>
                    <a:pt x="1250" y="223167"/>
                  </a:lnTo>
                  <a:lnTo>
                    <a:pt x="2202" y="219137"/>
                  </a:lnTo>
                  <a:lnTo>
                    <a:pt x="2817" y="217350"/>
                  </a:lnTo>
                  <a:lnTo>
                    <a:pt x="4198" y="213335"/>
                  </a:lnTo>
                  <a:lnTo>
                    <a:pt x="5738" y="209868"/>
                  </a:lnTo>
                  <a:lnTo>
                    <a:pt x="6130" y="208986"/>
                  </a:lnTo>
                  <a:lnTo>
                    <a:pt x="9059" y="204175"/>
                  </a:lnTo>
                  <a:lnTo>
                    <a:pt x="10588" y="201549"/>
                  </a:lnTo>
                  <a:lnTo>
                    <a:pt x="10779" y="201229"/>
                  </a:lnTo>
                  <a:lnTo>
                    <a:pt x="14348" y="196685"/>
                  </a:lnTo>
                  <a:lnTo>
                    <a:pt x="15196" y="195827"/>
                  </a:lnTo>
                  <a:lnTo>
                    <a:pt x="19506" y="191373"/>
                  </a:lnTo>
                  <a:lnTo>
                    <a:pt x="24178" y="187460"/>
                  </a:lnTo>
                  <a:lnTo>
                    <a:pt x="25126" y="186848"/>
                  </a:lnTo>
                  <a:lnTo>
                    <a:pt x="26105" y="186216"/>
                  </a:lnTo>
                  <a:lnTo>
                    <a:pt x="28423" y="184719"/>
                  </a:lnTo>
                  <a:lnTo>
                    <a:pt x="29152" y="184287"/>
                  </a:lnTo>
                  <a:lnTo>
                    <a:pt x="29487" y="184115"/>
                  </a:lnTo>
                  <a:lnTo>
                    <a:pt x="30205" y="183746"/>
                  </a:lnTo>
                  <a:lnTo>
                    <a:pt x="31120" y="183270"/>
                  </a:lnTo>
                  <a:lnTo>
                    <a:pt x="36470" y="180487"/>
                  </a:lnTo>
                  <a:lnTo>
                    <a:pt x="40544" y="178855"/>
                  </a:lnTo>
                  <a:lnTo>
                    <a:pt x="44403" y="177741"/>
                  </a:lnTo>
                  <a:lnTo>
                    <a:pt x="48556" y="176740"/>
                  </a:lnTo>
                  <a:lnTo>
                    <a:pt x="49213" y="176582"/>
                  </a:lnTo>
                  <a:lnTo>
                    <a:pt x="53385" y="176041"/>
                  </a:lnTo>
                  <a:lnTo>
                    <a:pt x="54392" y="175880"/>
                  </a:lnTo>
                  <a:lnTo>
                    <a:pt x="54613" y="175844"/>
                  </a:lnTo>
                  <a:lnTo>
                    <a:pt x="55554" y="175718"/>
                  </a:lnTo>
                  <a:lnTo>
                    <a:pt x="56115" y="175625"/>
                  </a:lnTo>
                  <a:lnTo>
                    <a:pt x="58273" y="175268"/>
                  </a:lnTo>
                  <a:lnTo>
                    <a:pt x="60198" y="174949"/>
                  </a:lnTo>
                  <a:lnTo>
                    <a:pt x="59251" y="169617"/>
                  </a:lnTo>
                  <a:lnTo>
                    <a:pt x="56742" y="155493"/>
                  </a:lnTo>
                  <a:lnTo>
                    <a:pt x="53480" y="135685"/>
                  </a:lnTo>
                  <a:lnTo>
                    <a:pt x="53131" y="133400"/>
                  </a:lnTo>
                  <a:lnTo>
                    <a:pt x="53081" y="133076"/>
                  </a:lnTo>
                  <a:lnTo>
                    <a:pt x="52075" y="126495"/>
                  </a:lnTo>
                  <a:lnTo>
                    <a:pt x="51704" y="123715"/>
                  </a:lnTo>
                  <a:lnTo>
                    <a:pt x="51420" y="121587"/>
                  </a:lnTo>
                  <a:lnTo>
                    <a:pt x="48074" y="96531"/>
                  </a:lnTo>
                  <a:lnTo>
                    <a:pt x="47556" y="91754"/>
                  </a:lnTo>
                  <a:lnTo>
                    <a:pt x="47025" y="87662"/>
                  </a:lnTo>
                  <a:lnTo>
                    <a:pt x="46893" y="86725"/>
                  </a:lnTo>
                  <a:lnTo>
                    <a:pt x="46620" y="85176"/>
                  </a:lnTo>
                  <a:lnTo>
                    <a:pt x="45443" y="77879"/>
                  </a:lnTo>
                  <a:lnTo>
                    <a:pt x="44027" y="69099"/>
                  </a:lnTo>
                  <a:lnTo>
                    <a:pt x="43512" y="65896"/>
                  </a:lnTo>
                  <a:lnTo>
                    <a:pt x="43253" y="64288"/>
                  </a:lnTo>
                  <a:lnTo>
                    <a:pt x="41356" y="52501"/>
                  </a:lnTo>
                  <a:lnTo>
                    <a:pt x="40944" y="50021"/>
                  </a:lnTo>
                  <a:lnTo>
                    <a:pt x="39164" y="38627"/>
                  </a:lnTo>
                  <a:lnTo>
                    <a:pt x="37911" y="30607"/>
                  </a:lnTo>
                  <a:lnTo>
                    <a:pt x="37845" y="30183"/>
                  </a:lnTo>
                  <a:lnTo>
                    <a:pt x="35726" y="16640"/>
                  </a:lnTo>
                  <a:lnTo>
                    <a:pt x="35414" y="14644"/>
                  </a:lnTo>
                  <a:lnTo>
                    <a:pt x="34623" y="9589"/>
                  </a:lnTo>
                  <a:lnTo>
                    <a:pt x="34617" y="8980"/>
                  </a:lnTo>
                  <a:lnTo>
                    <a:pt x="35033" y="8922"/>
                  </a:lnTo>
                  <a:lnTo>
                    <a:pt x="35450" y="8865"/>
                  </a:lnTo>
                  <a:lnTo>
                    <a:pt x="35802" y="8816"/>
                  </a:lnTo>
                  <a:lnTo>
                    <a:pt x="38124" y="8472"/>
                  </a:lnTo>
                  <a:lnTo>
                    <a:pt x="45811" y="7335"/>
                  </a:lnTo>
                  <a:lnTo>
                    <a:pt x="49552" y="6782"/>
                  </a:lnTo>
                  <a:lnTo>
                    <a:pt x="59886" y="5253"/>
                  </a:lnTo>
                  <a:lnTo>
                    <a:pt x="62166" y="4916"/>
                  </a:lnTo>
                  <a:lnTo>
                    <a:pt x="64562" y="4561"/>
                  </a:lnTo>
                  <a:lnTo>
                    <a:pt x="66093" y="4335"/>
                  </a:lnTo>
                  <a:lnTo>
                    <a:pt x="68036" y="4047"/>
                  </a:lnTo>
                  <a:lnTo>
                    <a:pt x="70843" y="3611"/>
                  </a:lnTo>
                  <a:lnTo>
                    <a:pt x="71061" y="3575"/>
                  </a:lnTo>
                  <a:lnTo>
                    <a:pt x="74471" y="3018"/>
                  </a:lnTo>
                  <a:lnTo>
                    <a:pt x="75552" y="2842"/>
                  </a:lnTo>
                  <a:lnTo>
                    <a:pt x="76089" y="2754"/>
                  </a:lnTo>
                  <a:lnTo>
                    <a:pt x="79964" y="2121"/>
                  </a:lnTo>
                  <a:lnTo>
                    <a:pt x="80335" y="2064"/>
                  </a:lnTo>
                  <a:lnTo>
                    <a:pt x="82623" y="1710"/>
                  </a:lnTo>
                  <a:lnTo>
                    <a:pt x="85111" y="1325"/>
                  </a:lnTo>
                  <a:lnTo>
                    <a:pt x="87470" y="960"/>
                  </a:lnTo>
                  <a:lnTo>
                    <a:pt x="90182" y="540"/>
                  </a:lnTo>
                  <a:lnTo>
                    <a:pt x="90528" y="487"/>
                  </a:lnTo>
                  <a:lnTo>
                    <a:pt x="91420" y="349"/>
                  </a:lnTo>
                  <a:lnTo>
                    <a:pt x="92805" y="135"/>
                  </a:lnTo>
                  <a:lnTo>
                    <a:pt x="93131" y="84"/>
                  </a:lnTo>
                  <a:lnTo>
                    <a:pt x="93679" y="0"/>
                  </a:lnTo>
                  <a:lnTo>
                    <a:pt x="93849" y="956"/>
                  </a:lnTo>
                  <a:lnTo>
                    <a:pt x="94311" y="3484"/>
                  </a:lnTo>
                  <a:lnTo>
                    <a:pt x="94918" y="6800"/>
                  </a:lnTo>
                  <a:lnTo>
                    <a:pt x="95024" y="7380"/>
                  </a:lnTo>
                  <a:lnTo>
                    <a:pt x="96005" y="12748"/>
                  </a:lnTo>
                  <a:lnTo>
                    <a:pt x="96040" y="12937"/>
                  </a:lnTo>
                  <a:lnTo>
                    <a:pt x="96235" y="14002"/>
                  </a:lnTo>
                  <a:lnTo>
                    <a:pt x="96415" y="15021"/>
                  </a:lnTo>
                  <a:lnTo>
                    <a:pt x="96702" y="16650"/>
                  </a:lnTo>
                  <a:lnTo>
                    <a:pt x="97838" y="23080"/>
                  </a:lnTo>
                  <a:lnTo>
                    <a:pt x="98246" y="25391"/>
                  </a:lnTo>
                  <a:lnTo>
                    <a:pt x="98432" y="26445"/>
                  </a:lnTo>
                  <a:lnTo>
                    <a:pt x="99513" y="32566"/>
                  </a:lnTo>
                  <a:lnTo>
                    <a:pt x="99556" y="32814"/>
                  </a:lnTo>
                  <a:lnTo>
                    <a:pt x="99910" y="34817"/>
                  </a:lnTo>
                  <a:lnTo>
                    <a:pt x="99935" y="34957"/>
                  </a:lnTo>
                  <a:lnTo>
                    <a:pt x="100472" y="38001"/>
                  </a:lnTo>
                  <a:lnTo>
                    <a:pt x="100847" y="40124"/>
                  </a:lnTo>
                  <a:lnTo>
                    <a:pt x="101007" y="41027"/>
                  </a:lnTo>
                  <a:lnTo>
                    <a:pt x="101076" y="41419"/>
                  </a:lnTo>
                  <a:lnTo>
                    <a:pt x="101188" y="42002"/>
                  </a:lnTo>
                  <a:lnTo>
                    <a:pt x="101273" y="42444"/>
                  </a:lnTo>
                  <a:lnTo>
                    <a:pt x="101364" y="42947"/>
                  </a:lnTo>
                  <a:lnTo>
                    <a:pt x="101403" y="43307"/>
                  </a:lnTo>
                  <a:lnTo>
                    <a:pt x="101979" y="48518"/>
                  </a:lnTo>
                  <a:lnTo>
                    <a:pt x="102124" y="49830"/>
                  </a:lnTo>
                  <a:lnTo>
                    <a:pt x="102512" y="51735"/>
                  </a:lnTo>
                  <a:lnTo>
                    <a:pt x="102646" y="52397"/>
                  </a:lnTo>
                  <a:lnTo>
                    <a:pt x="103975" y="58925"/>
                  </a:lnTo>
                  <a:lnTo>
                    <a:pt x="104575" y="61877"/>
                  </a:lnTo>
                  <a:lnTo>
                    <a:pt x="104749" y="62731"/>
                  </a:lnTo>
                  <a:lnTo>
                    <a:pt x="106299" y="70346"/>
                  </a:lnTo>
                  <a:lnTo>
                    <a:pt x="106357" y="70626"/>
                  </a:lnTo>
                  <a:lnTo>
                    <a:pt x="106743" y="72474"/>
                  </a:lnTo>
                  <a:lnTo>
                    <a:pt x="107606" y="76613"/>
                  </a:lnTo>
                  <a:lnTo>
                    <a:pt x="107712" y="77119"/>
                  </a:lnTo>
                  <a:lnTo>
                    <a:pt x="108671" y="81715"/>
                  </a:lnTo>
                  <a:lnTo>
                    <a:pt x="109818" y="87214"/>
                  </a:lnTo>
                  <a:lnTo>
                    <a:pt x="109923" y="87717"/>
                  </a:lnTo>
                  <a:lnTo>
                    <a:pt x="112673" y="100896"/>
                  </a:lnTo>
                  <a:lnTo>
                    <a:pt x="112995" y="102442"/>
                  </a:lnTo>
                  <a:lnTo>
                    <a:pt x="113298" y="103896"/>
                  </a:lnTo>
                  <a:lnTo>
                    <a:pt x="113690" y="105772"/>
                  </a:lnTo>
                  <a:lnTo>
                    <a:pt x="113951" y="107024"/>
                  </a:lnTo>
                  <a:lnTo>
                    <a:pt x="114749" y="110850"/>
                  </a:lnTo>
                  <a:lnTo>
                    <a:pt x="114831" y="111244"/>
                  </a:lnTo>
                  <a:lnTo>
                    <a:pt x="114983" y="111970"/>
                  </a:lnTo>
                  <a:lnTo>
                    <a:pt x="114986" y="112480"/>
                  </a:lnTo>
                  <a:lnTo>
                    <a:pt x="114992" y="113435"/>
                  </a:lnTo>
                  <a:lnTo>
                    <a:pt x="114998" y="114339"/>
                  </a:lnTo>
                  <a:lnTo>
                    <a:pt x="115006" y="115690"/>
                  </a:lnTo>
                  <a:lnTo>
                    <a:pt x="115009" y="116124"/>
                  </a:lnTo>
                  <a:lnTo>
                    <a:pt x="115010" y="116349"/>
                  </a:lnTo>
                  <a:lnTo>
                    <a:pt x="115076" y="116744"/>
                  </a:lnTo>
                  <a:lnTo>
                    <a:pt x="115357" y="118435"/>
                  </a:lnTo>
                  <a:lnTo>
                    <a:pt x="115543" y="119550"/>
                  </a:lnTo>
                  <a:lnTo>
                    <a:pt x="115735" y="120704"/>
                  </a:lnTo>
                  <a:lnTo>
                    <a:pt x="116081" y="122371"/>
                  </a:lnTo>
                  <a:lnTo>
                    <a:pt x="117798" y="130636"/>
                  </a:lnTo>
                  <a:lnTo>
                    <a:pt x="117921" y="131226"/>
                  </a:lnTo>
                  <a:lnTo>
                    <a:pt x="118680" y="134882"/>
                  </a:lnTo>
                  <a:lnTo>
                    <a:pt x="120446" y="143388"/>
                  </a:lnTo>
                  <a:lnTo>
                    <a:pt x="121454" y="148233"/>
                  </a:lnTo>
                  <a:lnTo>
                    <a:pt x="121968" y="150708"/>
                  </a:lnTo>
                  <a:lnTo>
                    <a:pt x="122407" y="152819"/>
                  </a:lnTo>
                  <a:lnTo>
                    <a:pt x="122682" y="154140"/>
                  </a:lnTo>
                  <a:lnTo>
                    <a:pt x="123196" y="156612"/>
                  </a:lnTo>
                  <a:lnTo>
                    <a:pt x="123346" y="157329"/>
                  </a:lnTo>
                  <a:lnTo>
                    <a:pt x="123418" y="157660"/>
                  </a:lnTo>
                  <a:lnTo>
                    <a:pt x="123469" y="157890"/>
                  </a:lnTo>
                  <a:lnTo>
                    <a:pt x="123724" y="159046"/>
                  </a:lnTo>
                  <a:lnTo>
                    <a:pt x="123778" y="159290"/>
                  </a:lnTo>
                  <a:lnTo>
                    <a:pt x="123921" y="159938"/>
                  </a:lnTo>
                  <a:lnTo>
                    <a:pt x="125473" y="166973"/>
                  </a:lnTo>
                  <a:lnTo>
                    <a:pt x="127178" y="174703"/>
                  </a:lnTo>
                  <a:lnTo>
                    <a:pt x="127332" y="175400"/>
                  </a:lnTo>
                  <a:lnTo>
                    <a:pt x="127403" y="175722"/>
                  </a:lnTo>
                  <a:lnTo>
                    <a:pt x="127465" y="175997"/>
                  </a:lnTo>
                  <a:lnTo>
                    <a:pt x="127503" y="176163"/>
                  </a:lnTo>
                  <a:lnTo>
                    <a:pt x="127670" y="176894"/>
                  </a:lnTo>
                  <a:lnTo>
                    <a:pt x="128079" y="178692"/>
                  </a:lnTo>
                  <a:lnTo>
                    <a:pt x="128720" y="181502"/>
                  </a:lnTo>
                  <a:lnTo>
                    <a:pt x="129241" y="183788"/>
                  </a:lnTo>
                  <a:lnTo>
                    <a:pt x="130245" y="188195"/>
                  </a:lnTo>
                  <a:lnTo>
                    <a:pt x="130409" y="188917"/>
                  </a:lnTo>
                  <a:lnTo>
                    <a:pt x="130567" y="189609"/>
                  </a:lnTo>
                  <a:lnTo>
                    <a:pt x="131356" y="193069"/>
                  </a:lnTo>
                  <a:lnTo>
                    <a:pt x="131400" y="1932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6" name="pg165"/>
            <p:cNvSpPr/>
            <p:nvPr/>
          </p:nvSpPr>
          <p:spPr>
            <a:xfrm>
              <a:off x="2959290" y="2538658"/>
              <a:ext cx="79384" cy="88716"/>
            </a:xfrm>
            <a:custGeom>
              <a:avLst/>
              <a:pathLst>
                <a:path w="79384" h="88716">
                  <a:moveTo>
                    <a:pt x="64659" y="1417"/>
                  </a:moveTo>
                  <a:lnTo>
                    <a:pt x="65999" y="10161"/>
                  </a:lnTo>
                  <a:lnTo>
                    <a:pt x="66916" y="16152"/>
                  </a:lnTo>
                  <a:lnTo>
                    <a:pt x="69643" y="33959"/>
                  </a:lnTo>
                  <a:lnTo>
                    <a:pt x="70526" y="39814"/>
                  </a:lnTo>
                  <a:lnTo>
                    <a:pt x="70847" y="42059"/>
                  </a:lnTo>
                  <a:lnTo>
                    <a:pt x="72188" y="46277"/>
                  </a:lnTo>
                  <a:lnTo>
                    <a:pt x="75123" y="50568"/>
                  </a:lnTo>
                  <a:lnTo>
                    <a:pt x="77714" y="54356"/>
                  </a:lnTo>
                  <a:lnTo>
                    <a:pt x="79384" y="56798"/>
                  </a:lnTo>
                  <a:lnTo>
                    <a:pt x="77503" y="58263"/>
                  </a:lnTo>
                  <a:lnTo>
                    <a:pt x="74298" y="60760"/>
                  </a:lnTo>
                  <a:lnTo>
                    <a:pt x="72618" y="62155"/>
                  </a:lnTo>
                  <a:lnTo>
                    <a:pt x="69763" y="64459"/>
                  </a:lnTo>
                  <a:lnTo>
                    <a:pt x="67909" y="65883"/>
                  </a:lnTo>
                  <a:lnTo>
                    <a:pt x="65820" y="67513"/>
                  </a:lnTo>
                  <a:lnTo>
                    <a:pt x="65636" y="67656"/>
                  </a:lnTo>
                  <a:lnTo>
                    <a:pt x="61786" y="71191"/>
                  </a:lnTo>
                  <a:lnTo>
                    <a:pt x="58964" y="74000"/>
                  </a:lnTo>
                  <a:lnTo>
                    <a:pt x="54685" y="79054"/>
                  </a:lnTo>
                  <a:lnTo>
                    <a:pt x="53305" y="80860"/>
                  </a:lnTo>
                  <a:lnTo>
                    <a:pt x="52754" y="81582"/>
                  </a:lnTo>
                  <a:lnTo>
                    <a:pt x="50976" y="84337"/>
                  </a:lnTo>
                  <a:lnTo>
                    <a:pt x="48981" y="87428"/>
                  </a:lnTo>
                  <a:lnTo>
                    <a:pt x="48149" y="88716"/>
                  </a:lnTo>
                  <a:lnTo>
                    <a:pt x="47161" y="88136"/>
                  </a:lnTo>
                  <a:lnTo>
                    <a:pt x="46432" y="87708"/>
                  </a:lnTo>
                  <a:lnTo>
                    <a:pt x="44024" y="86295"/>
                  </a:lnTo>
                  <a:lnTo>
                    <a:pt x="39924" y="83999"/>
                  </a:lnTo>
                  <a:lnTo>
                    <a:pt x="39477" y="84029"/>
                  </a:lnTo>
                  <a:lnTo>
                    <a:pt x="33851" y="81710"/>
                  </a:lnTo>
                  <a:lnTo>
                    <a:pt x="28563" y="79285"/>
                  </a:lnTo>
                  <a:lnTo>
                    <a:pt x="26011" y="85058"/>
                  </a:lnTo>
                  <a:lnTo>
                    <a:pt x="13479" y="79395"/>
                  </a:lnTo>
                  <a:lnTo>
                    <a:pt x="12800" y="80666"/>
                  </a:lnTo>
                  <a:lnTo>
                    <a:pt x="12440" y="80507"/>
                  </a:lnTo>
                  <a:lnTo>
                    <a:pt x="7486" y="78322"/>
                  </a:lnTo>
                  <a:lnTo>
                    <a:pt x="7152" y="78186"/>
                  </a:lnTo>
                  <a:lnTo>
                    <a:pt x="576" y="75511"/>
                  </a:lnTo>
                  <a:lnTo>
                    <a:pt x="310" y="75403"/>
                  </a:lnTo>
                  <a:lnTo>
                    <a:pt x="0" y="75276"/>
                  </a:lnTo>
                  <a:lnTo>
                    <a:pt x="1751" y="71334"/>
                  </a:lnTo>
                  <a:lnTo>
                    <a:pt x="4491" y="65164"/>
                  </a:lnTo>
                  <a:lnTo>
                    <a:pt x="4876" y="64299"/>
                  </a:lnTo>
                  <a:lnTo>
                    <a:pt x="5482" y="62933"/>
                  </a:lnTo>
                  <a:lnTo>
                    <a:pt x="7647" y="58060"/>
                  </a:lnTo>
                  <a:lnTo>
                    <a:pt x="7913" y="57461"/>
                  </a:lnTo>
                  <a:lnTo>
                    <a:pt x="8316" y="56561"/>
                  </a:lnTo>
                  <a:lnTo>
                    <a:pt x="9506" y="53994"/>
                  </a:lnTo>
                  <a:lnTo>
                    <a:pt x="12132" y="48330"/>
                  </a:lnTo>
                  <a:lnTo>
                    <a:pt x="15119" y="41306"/>
                  </a:lnTo>
                  <a:lnTo>
                    <a:pt x="16111" y="38974"/>
                  </a:lnTo>
                  <a:lnTo>
                    <a:pt x="17273" y="36239"/>
                  </a:lnTo>
                  <a:lnTo>
                    <a:pt x="18178" y="34112"/>
                  </a:lnTo>
                  <a:lnTo>
                    <a:pt x="19894" y="30853"/>
                  </a:lnTo>
                  <a:lnTo>
                    <a:pt x="20179" y="30155"/>
                  </a:lnTo>
                  <a:lnTo>
                    <a:pt x="20532" y="29293"/>
                  </a:lnTo>
                  <a:lnTo>
                    <a:pt x="21427" y="26908"/>
                  </a:lnTo>
                  <a:lnTo>
                    <a:pt x="22282" y="24628"/>
                  </a:lnTo>
                  <a:lnTo>
                    <a:pt x="22624" y="23619"/>
                  </a:lnTo>
                  <a:lnTo>
                    <a:pt x="23018" y="22459"/>
                  </a:lnTo>
                  <a:lnTo>
                    <a:pt x="23132" y="22123"/>
                  </a:lnTo>
                  <a:lnTo>
                    <a:pt x="23370" y="21422"/>
                  </a:lnTo>
                  <a:lnTo>
                    <a:pt x="24080" y="19331"/>
                  </a:lnTo>
                  <a:lnTo>
                    <a:pt x="24402" y="18383"/>
                  </a:lnTo>
                  <a:lnTo>
                    <a:pt x="24784" y="17248"/>
                  </a:lnTo>
                  <a:lnTo>
                    <a:pt x="25324" y="12969"/>
                  </a:lnTo>
                  <a:lnTo>
                    <a:pt x="25764" y="9680"/>
                  </a:lnTo>
                  <a:lnTo>
                    <a:pt x="25922" y="8505"/>
                  </a:lnTo>
                  <a:lnTo>
                    <a:pt x="26042" y="7613"/>
                  </a:lnTo>
                  <a:lnTo>
                    <a:pt x="26657" y="3022"/>
                  </a:lnTo>
                  <a:lnTo>
                    <a:pt x="26664" y="2786"/>
                  </a:lnTo>
                  <a:lnTo>
                    <a:pt x="26687" y="1888"/>
                  </a:lnTo>
                  <a:lnTo>
                    <a:pt x="26708" y="1703"/>
                  </a:lnTo>
                  <a:lnTo>
                    <a:pt x="26823" y="674"/>
                  </a:lnTo>
                  <a:lnTo>
                    <a:pt x="27711" y="895"/>
                  </a:lnTo>
                  <a:lnTo>
                    <a:pt x="29569" y="1153"/>
                  </a:lnTo>
                  <a:lnTo>
                    <a:pt x="34885" y="1891"/>
                  </a:lnTo>
                  <a:lnTo>
                    <a:pt x="36974" y="2181"/>
                  </a:lnTo>
                  <a:lnTo>
                    <a:pt x="40172" y="2625"/>
                  </a:lnTo>
                  <a:lnTo>
                    <a:pt x="42948" y="3010"/>
                  </a:lnTo>
                  <a:lnTo>
                    <a:pt x="43332" y="3064"/>
                  </a:lnTo>
                  <a:lnTo>
                    <a:pt x="44345" y="3177"/>
                  </a:lnTo>
                  <a:lnTo>
                    <a:pt x="47173" y="2730"/>
                  </a:lnTo>
                  <a:lnTo>
                    <a:pt x="51314" y="2075"/>
                  </a:lnTo>
                  <a:lnTo>
                    <a:pt x="51714" y="2012"/>
                  </a:lnTo>
                  <a:lnTo>
                    <a:pt x="51884" y="1985"/>
                  </a:lnTo>
                  <a:lnTo>
                    <a:pt x="52152" y="1943"/>
                  </a:lnTo>
                  <a:lnTo>
                    <a:pt x="52800" y="1840"/>
                  </a:lnTo>
                  <a:lnTo>
                    <a:pt x="62912" y="241"/>
                  </a:lnTo>
                  <a:lnTo>
                    <a:pt x="64442"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7" name="pg166"/>
            <p:cNvSpPr/>
            <p:nvPr/>
          </p:nvSpPr>
          <p:spPr>
            <a:xfrm>
              <a:off x="2883688" y="2545482"/>
              <a:ext cx="95778" cy="81857"/>
            </a:xfrm>
            <a:custGeom>
              <a:avLst/>
              <a:pathLst>
                <a:path w="95778" h="81857">
                  <a:moveTo>
                    <a:pt x="92876" y="29415"/>
                  </a:moveTo>
                  <a:lnTo>
                    <a:pt x="91713" y="32150"/>
                  </a:lnTo>
                  <a:lnTo>
                    <a:pt x="90721" y="34483"/>
                  </a:lnTo>
                  <a:lnTo>
                    <a:pt x="87735" y="41507"/>
                  </a:lnTo>
                  <a:lnTo>
                    <a:pt x="85108" y="47170"/>
                  </a:lnTo>
                  <a:lnTo>
                    <a:pt x="83918" y="49737"/>
                  </a:lnTo>
                  <a:lnTo>
                    <a:pt x="83515" y="50638"/>
                  </a:lnTo>
                  <a:lnTo>
                    <a:pt x="83249" y="51236"/>
                  </a:lnTo>
                  <a:lnTo>
                    <a:pt x="81084" y="56110"/>
                  </a:lnTo>
                  <a:lnTo>
                    <a:pt x="80478" y="57475"/>
                  </a:lnTo>
                  <a:lnTo>
                    <a:pt x="80094" y="58340"/>
                  </a:lnTo>
                  <a:lnTo>
                    <a:pt x="77353" y="64510"/>
                  </a:lnTo>
                  <a:lnTo>
                    <a:pt x="75602" y="68453"/>
                  </a:lnTo>
                  <a:lnTo>
                    <a:pt x="75489" y="68706"/>
                  </a:lnTo>
                  <a:lnTo>
                    <a:pt x="74963" y="69894"/>
                  </a:lnTo>
                  <a:lnTo>
                    <a:pt x="71455" y="77820"/>
                  </a:lnTo>
                  <a:lnTo>
                    <a:pt x="70378" y="80346"/>
                  </a:lnTo>
                  <a:lnTo>
                    <a:pt x="69735" y="81857"/>
                  </a:lnTo>
                  <a:lnTo>
                    <a:pt x="69445" y="81725"/>
                  </a:lnTo>
                  <a:lnTo>
                    <a:pt x="63114" y="78853"/>
                  </a:lnTo>
                  <a:lnTo>
                    <a:pt x="57862" y="76456"/>
                  </a:lnTo>
                  <a:lnTo>
                    <a:pt x="52569" y="74040"/>
                  </a:lnTo>
                  <a:lnTo>
                    <a:pt x="46748" y="71606"/>
                  </a:lnTo>
                  <a:lnTo>
                    <a:pt x="43361" y="70294"/>
                  </a:lnTo>
                  <a:lnTo>
                    <a:pt x="40995" y="69144"/>
                  </a:lnTo>
                  <a:lnTo>
                    <a:pt x="38136" y="68887"/>
                  </a:lnTo>
                  <a:lnTo>
                    <a:pt x="27879" y="69125"/>
                  </a:lnTo>
                  <a:lnTo>
                    <a:pt x="25768" y="69143"/>
                  </a:lnTo>
                  <a:lnTo>
                    <a:pt x="19505" y="69411"/>
                  </a:lnTo>
                  <a:lnTo>
                    <a:pt x="14746" y="69684"/>
                  </a:lnTo>
                  <a:lnTo>
                    <a:pt x="12719" y="69800"/>
                  </a:lnTo>
                  <a:lnTo>
                    <a:pt x="12448" y="69817"/>
                  </a:lnTo>
                  <a:lnTo>
                    <a:pt x="11538" y="69874"/>
                  </a:lnTo>
                  <a:lnTo>
                    <a:pt x="11197" y="69895"/>
                  </a:lnTo>
                  <a:lnTo>
                    <a:pt x="9263" y="70017"/>
                  </a:lnTo>
                  <a:lnTo>
                    <a:pt x="7535" y="70125"/>
                  </a:lnTo>
                  <a:lnTo>
                    <a:pt x="7517" y="67302"/>
                  </a:lnTo>
                  <a:lnTo>
                    <a:pt x="6262" y="58386"/>
                  </a:lnTo>
                  <a:lnTo>
                    <a:pt x="5669" y="54336"/>
                  </a:lnTo>
                  <a:lnTo>
                    <a:pt x="4313" y="44720"/>
                  </a:lnTo>
                  <a:lnTo>
                    <a:pt x="3265" y="37092"/>
                  </a:lnTo>
                  <a:lnTo>
                    <a:pt x="1713" y="26599"/>
                  </a:lnTo>
                  <a:lnTo>
                    <a:pt x="67" y="16632"/>
                  </a:lnTo>
                  <a:lnTo>
                    <a:pt x="0" y="16124"/>
                  </a:lnTo>
                  <a:lnTo>
                    <a:pt x="1119" y="15814"/>
                  </a:lnTo>
                  <a:lnTo>
                    <a:pt x="1710" y="15650"/>
                  </a:lnTo>
                  <a:lnTo>
                    <a:pt x="2123" y="15536"/>
                  </a:lnTo>
                  <a:lnTo>
                    <a:pt x="2776" y="15355"/>
                  </a:lnTo>
                  <a:lnTo>
                    <a:pt x="3667" y="15108"/>
                  </a:lnTo>
                  <a:lnTo>
                    <a:pt x="5160" y="14874"/>
                  </a:lnTo>
                  <a:lnTo>
                    <a:pt x="8264" y="14385"/>
                  </a:lnTo>
                  <a:lnTo>
                    <a:pt x="11051" y="13947"/>
                  </a:lnTo>
                  <a:lnTo>
                    <a:pt x="11918" y="13835"/>
                  </a:lnTo>
                  <a:lnTo>
                    <a:pt x="18005" y="13052"/>
                  </a:lnTo>
                  <a:lnTo>
                    <a:pt x="18758" y="17945"/>
                  </a:lnTo>
                  <a:lnTo>
                    <a:pt x="20340" y="28218"/>
                  </a:lnTo>
                  <a:lnTo>
                    <a:pt x="20389" y="28531"/>
                  </a:lnTo>
                  <a:lnTo>
                    <a:pt x="22058" y="28327"/>
                  </a:lnTo>
                  <a:lnTo>
                    <a:pt x="24169" y="28135"/>
                  </a:lnTo>
                  <a:lnTo>
                    <a:pt x="25137" y="28106"/>
                  </a:lnTo>
                  <a:lnTo>
                    <a:pt x="26966" y="28052"/>
                  </a:lnTo>
                  <a:lnTo>
                    <a:pt x="27764" y="28094"/>
                  </a:lnTo>
                  <a:lnTo>
                    <a:pt x="30446" y="28234"/>
                  </a:lnTo>
                  <a:lnTo>
                    <a:pt x="34134" y="28884"/>
                  </a:lnTo>
                  <a:lnTo>
                    <a:pt x="34535" y="28989"/>
                  </a:lnTo>
                  <a:lnTo>
                    <a:pt x="35892" y="29343"/>
                  </a:lnTo>
                  <a:lnTo>
                    <a:pt x="36460" y="29547"/>
                  </a:lnTo>
                  <a:lnTo>
                    <a:pt x="36921" y="28400"/>
                  </a:lnTo>
                  <a:lnTo>
                    <a:pt x="39205" y="22722"/>
                  </a:lnTo>
                  <a:lnTo>
                    <a:pt x="41547" y="17625"/>
                  </a:lnTo>
                  <a:lnTo>
                    <a:pt x="41795" y="17158"/>
                  </a:lnTo>
                  <a:lnTo>
                    <a:pt x="43458" y="14022"/>
                  </a:lnTo>
                  <a:lnTo>
                    <a:pt x="44364" y="12314"/>
                  </a:lnTo>
                  <a:lnTo>
                    <a:pt x="50566" y="617"/>
                  </a:lnTo>
                  <a:lnTo>
                    <a:pt x="50894" y="0"/>
                  </a:lnTo>
                  <a:lnTo>
                    <a:pt x="57214" y="3324"/>
                  </a:lnTo>
                  <a:lnTo>
                    <a:pt x="68125" y="8953"/>
                  </a:lnTo>
                  <a:lnTo>
                    <a:pt x="73856" y="11943"/>
                  </a:lnTo>
                  <a:lnTo>
                    <a:pt x="74247" y="12137"/>
                  </a:lnTo>
                  <a:lnTo>
                    <a:pt x="84796" y="17359"/>
                  </a:lnTo>
                  <a:lnTo>
                    <a:pt x="89154" y="19620"/>
                  </a:lnTo>
                  <a:lnTo>
                    <a:pt x="95560" y="23215"/>
                  </a:lnTo>
                  <a:lnTo>
                    <a:pt x="95778" y="23339"/>
                  </a:lnTo>
                  <a:lnTo>
                    <a:pt x="95496" y="24029"/>
                  </a:lnTo>
                  <a:lnTo>
                    <a:pt x="93780" y="2728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8" name="pg167"/>
            <p:cNvSpPr/>
            <p:nvPr/>
          </p:nvSpPr>
          <p:spPr>
            <a:xfrm>
              <a:off x="2871619" y="2614369"/>
              <a:ext cx="81803" cy="97607"/>
            </a:xfrm>
            <a:custGeom>
              <a:avLst/>
              <a:pathLst>
                <a:path w="81803" h="97607">
                  <a:moveTo>
                    <a:pt x="58817" y="2719"/>
                  </a:moveTo>
                  <a:lnTo>
                    <a:pt x="64637" y="5152"/>
                  </a:lnTo>
                  <a:lnTo>
                    <a:pt x="69933" y="7569"/>
                  </a:lnTo>
                  <a:lnTo>
                    <a:pt x="75182" y="9965"/>
                  </a:lnTo>
                  <a:lnTo>
                    <a:pt x="81514" y="12838"/>
                  </a:lnTo>
                  <a:lnTo>
                    <a:pt x="81803" y="12969"/>
                  </a:lnTo>
                  <a:lnTo>
                    <a:pt x="80826" y="15279"/>
                  </a:lnTo>
                  <a:lnTo>
                    <a:pt x="80349" y="16362"/>
                  </a:lnTo>
                  <a:lnTo>
                    <a:pt x="80032" y="17048"/>
                  </a:lnTo>
                  <a:lnTo>
                    <a:pt x="79277" y="18681"/>
                  </a:lnTo>
                  <a:lnTo>
                    <a:pt x="77755" y="21974"/>
                  </a:lnTo>
                  <a:lnTo>
                    <a:pt x="77600" y="22309"/>
                  </a:lnTo>
                  <a:lnTo>
                    <a:pt x="75050" y="27871"/>
                  </a:lnTo>
                  <a:lnTo>
                    <a:pt x="72930" y="32585"/>
                  </a:lnTo>
                  <a:lnTo>
                    <a:pt x="70781" y="37365"/>
                  </a:lnTo>
                  <a:lnTo>
                    <a:pt x="69905" y="39309"/>
                  </a:lnTo>
                  <a:lnTo>
                    <a:pt x="69226" y="40812"/>
                  </a:lnTo>
                  <a:lnTo>
                    <a:pt x="68809" y="41736"/>
                  </a:lnTo>
                  <a:lnTo>
                    <a:pt x="68057" y="43404"/>
                  </a:lnTo>
                  <a:lnTo>
                    <a:pt x="66536" y="46773"/>
                  </a:lnTo>
                  <a:lnTo>
                    <a:pt x="62725" y="55271"/>
                  </a:lnTo>
                  <a:lnTo>
                    <a:pt x="62404" y="56070"/>
                  </a:lnTo>
                  <a:lnTo>
                    <a:pt x="61587" y="58099"/>
                  </a:lnTo>
                  <a:lnTo>
                    <a:pt x="61174" y="59762"/>
                  </a:lnTo>
                  <a:lnTo>
                    <a:pt x="61109" y="59908"/>
                  </a:lnTo>
                  <a:lnTo>
                    <a:pt x="59739" y="62993"/>
                  </a:lnTo>
                  <a:lnTo>
                    <a:pt x="59215" y="64173"/>
                  </a:lnTo>
                  <a:lnTo>
                    <a:pt x="58764" y="65189"/>
                  </a:lnTo>
                  <a:lnTo>
                    <a:pt x="58512" y="65756"/>
                  </a:lnTo>
                  <a:lnTo>
                    <a:pt x="55609" y="72261"/>
                  </a:lnTo>
                  <a:lnTo>
                    <a:pt x="54828" y="74010"/>
                  </a:lnTo>
                  <a:lnTo>
                    <a:pt x="53115" y="77620"/>
                  </a:lnTo>
                  <a:lnTo>
                    <a:pt x="52116" y="79725"/>
                  </a:lnTo>
                  <a:lnTo>
                    <a:pt x="51429" y="81175"/>
                  </a:lnTo>
                  <a:lnTo>
                    <a:pt x="48987" y="86533"/>
                  </a:lnTo>
                  <a:lnTo>
                    <a:pt x="46452" y="92096"/>
                  </a:lnTo>
                  <a:lnTo>
                    <a:pt x="43942" y="97607"/>
                  </a:lnTo>
                  <a:lnTo>
                    <a:pt x="43652" y="97485"/>
                  </a:lnTo>
                  <a:lnTo>
                    <a:pt x="36941" y="94670"/>
                  </a:lnTo>
                  <a:lnTo>
                    <a:pt x="36775" y="94597"/>
                  </a:lnTo>
                  <a:lnTo>
                    <a:pt x="31399" y="92230"/>
                  </a:lnTo>
                  <a:lnTo>
                    <a:pt x="29985" y="91607"/>
                  </a:lnTo>
                  <a:lnTo>
                    <a:pt x="25966" y="89837"/>
                  </a:lnTo>
                  <a:lnTo>
                    <a:pt x="20037" y="87226"/>
                  </a:lnTo>
                  <a:lnTo>
                    <a:pt x="12741" y="84013"/>
                  </a:lnTo>
                  <a:lnTo>
                    <a:pt x="12575" y="83940"/>
                  </a:lnTo>
                  <a:lnTo>
                    <a:pt x="4752" y="80522"/>
                  </a:lnTo>
                  <a:lnTo>
                    <a:pt x="4920" y="80300"/>
                  </a:lnTo>
                  <a:lnTo>
                    <a:pt x="8563" y="75498"/>
                  </a:lnTo>
                  <a:lnTo>
                    <a:pt x="3571" y="72075"/>
                  </a:lnTo>
                  <a:lnTo>
                    <a:pt x="1594" y="70664"/>
                  </a:lnTo>
                  <a:lnTo>
                    <a:pt x="604" y="69957"/>
                  </a:lnTo>
                  <a:lnTo>
                    <a:pt x="416" y="69822"/>
                  </a:lnTo>
                  <a:lnTo>
                    <a:pt x="0" y="69605"/>
                  </a:lnTo>
                  <a:lnTo>
                    <a:pt x="319" y="69116"/>
                  </a:lnTo>
                  <a:lnTo>
                    <a:pt x="1120" y="67890"/>
                  </a:lnTo>
                  <a:lnTo>
                    <a:pt x="1863" y="66753"/>
                  </a:lnTo>
                  <a:lnTo>
                    <a:pt x="5360" y="61401"/>
                  </a:lnTo>
                  <a:lnTo>
                    <a:pt x="6778" y="59231"/>
                  </a:lnTo>
                  <a:lnTo>
                    <a:pt x="9494" y="55074"/>
                  </a:lnTo>
                  <a:lnTo>
                    <a:pt x="11648" y="50248"/>
                  </a:lnTo>
                  <a:lnTo>
                    <a:pt x="12394" y="48577"/>
                  </a:lnTo>
                  <a:lnTo>
                    <a:pt x="15264" y="42147"/>
                  </a:lnTo>
                  <a:lnTo>
                    <a:pt x="16286" y="39081"/>
                  </a:lnTo>
                  <a:lnTo>
                    <a:pt x="16699" y="37843"/>
                  </a:lnTo>
                  <a:lnTo>
                    <a:pt x="18278" y="33104"/>
                  </a:lnTo>
                  <a:lnTo>
                    <a:pt x="18887" y="31278"/>
                  </a:lnTo>
                  <a:lnTo>
                    <a:pt x="19170" y="29852"/>
                  </a:lnTo>
                  <a:lnTo>
                    <a:pt x="19715" y="27100"/>
                  </a:lnTo>
                  <a:lnTo>
                    <a:pt x="20653" y="22365"/>
                  </a:lnTo>
                  <a:lnTo>
                    <a:pt x="20766" y="21795"/>
                  </a:lnTo>
                  <a:lnTo>
                    <a:pt x="20937" y="20041"/>
                  </a:lnTo>
                  <a:lnTo>
                    <a:pt x="21212" y="17237"/>
                  </a:lnTo>
                  <a:lnTo>
                    <a:pt x="21497" y="14329"/>
                  </a:lnTo>
                  <a:lnTo>
                    <a:pt x="21501" y="11751"/>
                  </a:lnTo>
                  <a:lnTo>
                    <a:pt x="21508" y="8036"/>
                  </a:lnTo>
                  <a:lnTo>
                    <a:pt x="21509" y="7216"/>
                  </a:lnTo>
                  <a:lnTo>
                    <a:pt x="21512" y="4337"/>
                  </a:lnTo>
                  <a:lnTo>
                    <a:pt x="20405" y="4404"/>
                  </a:lnTo>
                  <a:lnTo>
                    <a:pt x="19651" y="4226"/>
                  </a:lnTo>
                  <a:lnTo>
                    <a:pt x="19604" y="1238"/>
                  </a:lnTo>
                  <a:lnTo>
                    <a:pt x="21332" y="1129"/>
                  </a:lnTo>
                  <a:lnTo>
                    <a:pt x="23269" y="1008"/>
                  </a:lnTo>
                  <a:lnTo>
                    <a:pt x="23607" y="987"/>
                  </a:lnTo>
                  <a:lnTo>
                    <a:pt x="24516" y="930"/>
                  </a:lnTo>
                  <a:lnTo>
                    <a:pt x="24788" y="913"/>
                  </a:lnTo>
                  <a:lnTo>
                    <a:pt x="26814" y="797"/>
                  </a:lnTo>
                  <a:lnTo>
                    <a:pt x="31574" y="524"/>
                  </a:lnTo>
                  <a:lnTo>
                    <a:pt x="37836" y="256"/>
                  </a:lnTo>
                  <a:lnTo>
                    <a:pt x="39947" y="238"/>
                  </a:lnTo>
                  <a:lnTo>
                    <a:pt x="50205" y="0"/>
                  </a:lnTo>
                  <a:lnTo>
                    <a:pt x="53064" y="257"/>
                  </a:lnTo>
                  <a:lnTo>
                    <a:pt x="55429" y="140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69" name="pg168"/>
            <p:cNvSpPr/>
            <p:nvPr/>
          </p:nvSpPr>
          <p:spPr>
            <a:xfrm>
              <a:off x="2923048" y="2613935"/>
              <a:ext cx="84391" cy="101113"/>
            </a:xfrm>
            <a:custGeom>
              <a:avLst/>
              <a:pathLst>
                <a:path w="84391" h="101113">
                  <a:moveTo>
                    <a:pt x="48681" y="5230"/>
                  </a:moveTo>
                  <a:lnTo>
                    <a:pt x="49041" y="5389"/>
                  </a:lnTo>
                  <a:lnTo>
                    <a:pt x="49721" y="4119"/>
                  </a:lnTo>
                  <a:lnTo>
                    <a:pt x="62253" y="9781"/>
                  </a:lnTo>
                  <a:lnTo>
                    <a:pt x="64804" y="4008"/>
                  </a:lnTo>
                  <a:lnTo>
                    <a:pt x="70092" y="6433"/>
                  </a:lnTo>
                  <a:lnTo>
                    <a:pt x="75718" y="8752"/>
                  </a:lnTo>
                  <a:lnTo>
                    <a:pt x="76165" y="8722"/>
                  </a:lnTo>
                  <a:lnTo>
                    <a:pt x="80266" y="11018"/>
                  </a:lnTo>
                  <a:lnTo>
                    <a:pt x="82673" y="12431"/>
                  </a:lnTo>
                  <a:lnTo>
                    <a:pt x="83403" y="12859"/>
                  </a:lnTo>
                  <a:lnTo>
                    <a:pt x="84391" y="13439"/>
                  </a:lnTo>
                  <a:lnTo>
                    <a:pt x="83053" y="16037"/>
                  </a:lnTo>
                  <a:lnTo>
                    <a:pt x="80398" y="21195"/>
                  </a:lnTo>
                  <a:lnTo>
                    <a:pt x="79686" y="23106"/>
                  </a:lnTo>
                  <a:lnTo>
                    <a:pt x="79133" y="24601"/>
                  </a:lnTo>
                  <a:lnTo>
                    <a:pt x="77593" y="28721"/>
                  </a:lnTo>
                  <a:lnTo>
                    <a:pt x="76086" y="35057"/>
                  </a:lnTo>
                  <a:lnTo>
                    <a:pt x="75840" y="36092"/>
                  </a:lnTo>
                  <a:lnTo>
                    <a:pt x="72746" y="49096"/>
                  </a:lnTo>
                  <a:lnTo>
                    <a:pt x="71743" y="53311"/>
                  </a:lnTo>
                  <a:lnTo>
                    <a:pt x="69776" y="61579"/>
                  </a:lnTo>
                  <a:lnTo>
                    <a:pt x="69128" y="64304"/>
                  </a:lnTo>
                  <a:lnTo>
                    <a:pt x="69091" y="64462"/>
                  </a:lnTo>
                  <a:lnTo>
                    <a:pt x="69028" y="64731"/>
                  </a:lnTo>
                  <a:lnTo>
                    <a:pt x="68846" y="65506"/>
                  </a:lnTo>
                  <a:lnTo>
                    <a:pt x="67426" y="71581"/>
                  </a:lnTo>
                  <a:lnTo>
                    <a:pt x="65183" y="81167"/>
                  </a:lnTo>
                  <a:lnTo>
                    <a:pt x="64703" y="83224"/>
                  </a:lnTo>
                  <a:lnTo>
                    <a:pt x="64597" y="83673"/>
                  </a:lnTo>
                  <a:lnTo>
                    <a:pt x="64435" y="84553"/>
                  </a:lnTo>
                  <a:lnTo>
                    <a:pt x="63936" y="87247"/>
                  </a:lnTo>
                  <a:lnTo>
                    <a:pt x="61548" y="100158"/>
                  </a:lnTo>
                  <a:lnTo>
                    <a:pt x="61516" y="100333"/>
                  </a:lnTo>
                  <a:lnTo>
                    <a:pt x="59494" y="99878"/>
                  </a:lnTo>
                  <a:lnTo>
                    <a:pt x="59334" y="99846"/>
                  </a:lnTo>
                  <a:lnTo>
                    <a:pt x="58644" y="99710"/>
                  </a:lnTo>
                  <a:lnTo>
                    <a:pt x="52605" y="98521"/>
                  </a:lnTo>
                  <a:lnTo>
                    <a:pt x="47915" y="97597"/>
                  </a:lnTo>
                  <a:lnTo>
                    <a:pt x="45036" y="100984"/>
                  </a:lnTo>
                  <a:lnTo>
                    <a:pt x="44929" y="101113"/>
                  </a:lnTo>
                  <a:lnTo>
                    <a:pt x="37832" y="97661"/>
                  </a:lnTo>
                  <a:lnTo>
                    <a:pt x="33226" y="95434"/>
                  </a:lnTo>
                  <a:lnTo>
                    <a:pt x="33024" y="95336"/>
                  </a:lnTo>
                  <a:lnTo>
                    <a:pt x="28538" y="93263"/>
                  </a:lnTo>
                  <a:lnTo>
                    <a:pt x="25888" y="92038"/>
                  </a:lnTo>
                  <a:lnTo>
                    <a:pt x="22326" y="90391"/>
                  </a:lnTo>
                  <a:lnTo>
                    <a:pt x="19821" y="90541"/>
                  </a:lnTo>
                  <a:lnTo>
                    <a:pt x="13405" y="87650"/>
                  </a:lnTo>
                  <a:lnTo>
                    <a:pt x="10058" y="86142"/>
                  </a:lnTo>
                  <a:lnTo>
                    <a:pt x="6653" y="84607"/>
                  </a:lnTo>
                  <a:lnTo>
                    <a:pt x="328" y="81757"/>
                  </a:lnTo>
                  <a:lnTo>
                    <a:pt x="0" y="81609"/>
                  </a:lnTo>
                  <a:lnTo>
                    <a:pt x="687" y="80159"/>
                  </a:lnTo>
                  <a:lnTo>
                    <a:pt x="1686" y="78054"/>
                  </a:lnTo>
                  <a:lnTo>
                    <a:pt x="3399" y="74444"/>
                  </a:lnTo>
                  <a:lnTo>
                    <a:pt x="4180" y="72695"/>
                  </a:lnTo>
                  <a:lnTo>
                    <a:pt x="7083" y="66190"/>
                  </a:lnTo>
                  <a:lnTo>
                    <a:pt x="7335" y="65623"/>
                  </a:lnTo>
                  <a:lnTo>
                    <a:pt x="7786" y="64607"/>
                  </a:lnTo>
                  <a:lnTo>
                    <a:pt x="8310" y="63427"/>
                  </a:lnTo>
                  <a:lnTo>
                    <a:pt x="9680" y="60342"/>
                  </a:lnTo>
                  <a:lnTo>
                    <a:pt x="9744" y="60196"/>
                  </a:lnTo>
                  <a:lnTo>
                    <a:pt x="10158" y="58534"/>
                  </a:lnTo>
                  <a:lnTo>
                    <a:pt x="10975" y="56504"/>
                  </a:lnTo>
                  <a:lnTo>
                    <a:pt x="11296" y="55706"/>
                  </a:lnTo>
                  <a:lnTo>
                    <a:pt x="15107" y="47207"/>
                  </a:lnTo>
                  <a:lnTo>
                    <a:pt x="16627" y="43838"/>
                  </a:lnTo>
                  <a:lnTo>
                    <a:pt x="17380" y="42170"/>
                  </a:lnTo>
                  <a:lnTo>
                    <a:pt x="17797" y="41246"/>
                  </a:lnTo>
                  <a:lnTo>
                    <a:pt x="18475" y="39743"/>
                  </a:lnTo>
                  <a:lnTo>
                    <a:pt x="19352" y="37799"/>
                  </a:lnTo>
                  <a:lnTo>
                    <a:pt x="21501" y="33019"/>
                  </a:lnTo>
                  <a:lnTo>
                    <a:pt x="23621" y="28305"/>
                  </a:lnTo>
                  <a:lnTo>
                    <a:pt x="26171" y="22743"/>
                  </a:lnTo>
                  <a:lnTo>
                    <a:pt x="26326" y="22408"/>
                  </a:lnTo>
                  <a:lnTo>
                    <a:pt x="27848" y="19115"/>
                  </a:lnTo>
                  <a:lnTo>
                    <a:pt x="28602" y="17482"/>
                  </a:lnTo>
                  <a:lnTo>
                    <a:pt x="28919" y="16797"/>
                  </a:lnTo>
                  <a:lnTo>
                    <a:pt x="29397" y="15713"/>
                  </a:lnTo>
                  <a:lnTo>
                    <a:pt x="30374" y="13403"/>
                  </a:lnTo>
                  <a:lnTo>
                    <a:pt x="31017" y="11893"/>
                  </a:lnTo>
                  <a:lnTo>
                    <a:pt x="32094" y="9367"/>
                  </a:lnTo>
                  <a:lnTo>
                    <a:pt x="35602" y="1441"/>
                  </a:lnTo>
                  <a:lnTo>
                    <a:pt x="36128" y="253"/>
                  </a:lnTo>
                  <a:lnTo>
                    <a:pt x="36241" y="0"/>
                  </a:lnTo>
                  <a:lnTo>
                    <a:pt x="36552" y="126"/>
                  </a:lnTo>
                  <a:lnTo>
                    <a:pt x="36818" y="234"/>
                  </a:lnTo>
                  <a:lnTo>
                    <a:pt x="43394" y="2910"/>
                  </a:lnTo>
                  <a:lnTo>
                    <a:pt x="43727" y="304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0" name="pg169"/>
            <p:cNvSpPr/>
            <p:nvPr/>
          </p:nvSpPr>
          <p:spPr>
            <a:xfrm>
              <a:off x="2987646" y="2579711"/>
              <a:ext cx="100891" cy="181681"/>
            </a:xfrm>
            <a:custGeom>
              <a:avLst/>
              <a:pathLst>
                <a:path w="100891" h="181681">
                  <a:moveTo>
                    <a:pt x="41226" y="117820"/>
                  </a:moveTo>
                  <a:lnTo>
                    <a:pt x="41476" y="119692"/>
                  </a:lnTo>
                  <a:lnTo>
                    <a:pt x="41488" y="120066"/>
                  </a:lnTo>
                  <a:lnTo>
                    <a:pt x="41566" y="122476"/>
                  </a:lnTo>
                  <a:lnTo>
                    <a:pt x="41787" y="126135"/>
                  </a:lnTo>
                  <a:lnTo>
                    <a:pt x="41819" y="126665"/>
                  </a:lnTo>
                  <a:lnTo>
                    <a:pt x="41874" y="127581"/>
                  </a:lnTo>
                  <a:lnTo>
                    <a:pt x="42150" y="132140"/>
                  </a:lnTo>
                  <a:lnTo>
                    <a:pt x="42447" y="137055"/>
                  </a:lnTo>
                  <a:lnTo>
                    <a:pt x="42779" y="143146"/>
                  </a:lnTo>
                  <a:lnTo>
                    <a:pt x="42809" y="143701"/>
                  </a:lnTo>
                  <a:lnTo>
                    <a:pt x="42822" y="143952"/>
                  </a:lnTo>
                  <a:lnTo>
                    <a:pt x="42838" y="144230"/>
                  </a:lnTo>
                  <a:lnTo>
                    <a:pt x="43052" y="148179"/>
                  </a:lnTo>
                  <a:lnTo>
                    <a:pt x="43063" y="148370"/>
                  </a:lnTo>
                  <a:lnTo>
                    <a:pt x="43137" y="150129"/>
                  </a:lnTo>
                  <a:lnTo>
                    <a:pt x="43153" y="150499"/>
                  </a:lnTo>
                  <a:lnTo>
                    <a:pt x="43183" y="151214"/>
                  </a:lnTo>
                  <a:lnTo>
                    <a:pt x="43460" y="157772"/>
                  </a:lnTo>
                  <a:lnTo>
                    <a:pt x="43499" y="158697"/>
                  </a:lnTo>
                  <a:lnTo>
                    <a:pt x="43516" y="159090"/>
                  </a:lnTo>
                  <a:lnTo>
                    <a:pt x="43875" y="167602"/>
                  </a:lnTo>
                  <a:lnTo>
                    <a:pt x="43922" y="168716"/>
                  </a:lnTo>
                  <a:lnTo>
                    <a:pt x="43946" y="169263"/>
                  </a:lnTo>
                  <a:lnTo>
                    <a:pt x="44099" y="173276"/>
                  </a:lnTo>
                  <a:lnTo>
                    <a:pt x="44221" y="176474"/>
                  </a:lnTo>
                  <a:lnTo>
                    <a:pt x="44244" y="177077"/>
                  </a:lnTo>
                  <a:lnTo>
                    <a:pt x="44280" y="178018"/>
                  </a:lnTo>
                  <a:lnTo>
                    <a:pt x="44276" y="179730"/>
                  </a:lnTo>
                  <a:lnTo>
                    <a:pt x="44274" y="180529"/>
                  </a:lnTo>
                  <a:lnTo>
                    <a:pt x="44272" y="181301"/>
                  </a:lnTo>
                  <a:lnTo>
                    <a:pt x="44271" y="181681"/>
                  </a:lnTo>
                  <a:lnTo>
                    <a:pt x="43894" y="181578"/>
                  </a:lnTo>
                  <a:lnTo>
                    <a:pt x="43682" y="181520"/>
                  </a:lnTo>
                  <a:lnTo>
                    <a:pt x="25381" y="176540"/>
                  </a:lnTo>
                  <a:lnTo>
                    <a:pt x="25040" y="176448"/>
                  </a:lnTo>
                  <a:lnTo>
                    <a:pt x="19464" y="174874"/>
                  </a:lnTo>
                  <a:lnTo>
                    <a:pt x="18977" y="174736"/>
                  </a:lnTo>
                  <a:lnTo>
                    <a:pt x="14099" y="173299"/>
                  </a:lnTo>
                  <a:lnTo>
                    <a:pt x="15699" y="167188"/>
                  </a:lnTo>
                  <a:lnTo>
                    <a:pt x="15690" y="166851"/>
                  </a:lnTo>
                  <a:lnTo>
                    <a:pt x="15587" y="163282"/>
                  </a:lnTo>
                  <a:lnTo>
                    <a:pt x="15647" y="156012"/>
                  </a:lnTo>
                  <a:lnTo>
                    <a:pt x="15714" y="147840"/>
                  </a:lnTo>
                  <a:lnTo>
                    <a:pt x="15773" y="140760"/>
                  </a:lnTo>
                  <a:lnTo>
                    <a:pt x="15828" y="134144"/>
                  </a:lnTo>
                  <a:lnTo>
                    <a:pt x="15991" y="119169"/>
                  </a:lnTo>
                  <a:lnTo>
                    <a:pt x="15995" y="118855"/>
                  </a:lnTo>
                  <a:lnTo>
                    <a:pt x="10063" y="118681"/>
                  </a:lnTo>
                  <a:lnTo>
                    <a:pt x="3834" y="118560"/>
                  </a:lnTo>
                  <a:lnTo>
                    <a:pt x="2667" y="118359"/>
                  </a:lnTo>
                  <a:lnTo>
                    <a:pt x="2272" y="118290"/>
                  </a:lnTo>
                  <a:lnTo>
                    <a:pt x="0" y="117897"/>
                  </a:lnTo>
                  <a:lnTo>
                    <a:pt x="105" y="117448"/>
                  </a:lnTo>
                  <a:lnTo>
                    <a:pt x="586" y="115391"/>
                  </a:lnTo>
                  <a:lnTo>
                    <a:pt x="2828" y="105805"/>
                  </a:lnTo>
                  <a:lnTo>
                    <a:pt x="4248" y="99731"/>
                  </a:lnTo>
                  <a:lnTo>
                    <a:pt x="4430" y="98955"/>
                  </a:lnTo>
                  <a:lnTo>
                    <a:pt x="4493" y="98686"/>
                  </a:lnTo>
                  <a:lnTo>
                    <a:pt x="4530" y="98528"/>
                  </a:lnTo>
                  <a:lnTo>
                    <a:pt x="5178" y="95803"/>
                  </a:lnTo>
                  <a:lnTo>
                    <a:pt x="7145" y="87535"/>
                  </a:lnTo>
                  <a:lnTo>
                    <a:pt x="8148" y="83320"/>
                  </a:lnTo>
                  <a:lnTo>
                    <a:pt x="11242" y="70316"/>
                  </a:lnTo>
                  <a:lnTo>
                    <a:pt x="11488" y="69281"/>
                  </a:lnTo>
                  <a:lnTo>
                    <a:pt x="12995" y="62945"/>
                  </a:lnTo>
                  <a:lnTo>
                    <a:pt x="14535" y="58825"/>
                  </a:lnTo>
                  <a:lnTo>
                    <a:pt x="15088" y="57330"/>
                  </a:lnTo>
                  <a:lnTo>
                    <a:pt x="15800" y="55419"/>
                  </a:lnTo>
                  <a:lnTo>
                    <a:pt x="18456" y="50261"/>
                  </a:lnTo>
                  <a:lnTo>
                    <a:pt x="19793" y="47663"/>
                  </a:lnTo>
                  <a:lnTo>
                    <a:pt x="20624" y="46375"/>
                  </a:lnTo>
                  <a:lnTo>
                    <a:pt x="22619" y="43284"/>
                  </a:lnTo>
                  <a:lnTo>
                    <a:pt x="24397" y="40529"/>
                  </a:lnTo>
                  <a:lnTo>
                    <a:pt x="24949" y="39808"/>
                  </a:lnTo>
                  <a:lnTo>
                    <a:pt x="26329" y="38001"/>
                  </a:lnTo>
                  <a:lnTo>
                    <a:pt x="30607" y="32947"/>
                  </a:lnTo>
                  <a:lnTo>
                    <a:pt x="33429" y="30138"/>
                  </a:lnTo>
                  <a:lnTo>
                    <a:pt x="37279" y="26603"/>
                  </a:lnTo>
                  <a:lnTo>
                    <a:pt x="37463" y="26460"/>
                  </a:lnTo>
                  <a:lnTo>
                    <a:pt x="39553" y="24831"/>
                  </a:lnTo>
                  <a:lnTo>
                    <a:pt x="41406" y="23407"/>
                  </a:lnTo>
                  <a:lnTo>
                    <a:pt x="44262" y="21102"/>
                  </a:lnTo>
                  <a:lnTo>
                    <a:pt x="45942" y="19707"/>
                  </a:lnTo>
                  <a:lnTo>
                    <a:pt x="49147" y="17210"/>
                  </a:lnTo>
                  <a:lnTo>
                    <a:pt x="51027" y="15745"/>
                  </a:lnTo>
                  <a:lnTo>
                    <a:pt x="54068" y="13898"/>
                  </a:lnTo>
                  <a:lnTo>
                    <a:pt x="65340" y="7561"/>
                  </a:lnTo>
                  <a:lnTo>
                    <a:pt x="69445" y="5254"/>
                  </a:lnTo>
                  <a:lnTo>
                    <a:pt x="71261" y="4458"/>
                  </a:lnTo>
                  <a:lnTo>
                    <a:pt x="74497" y="3298"/>
                  </a:lnTo>
                  <a:lnTo>
                    <a:pt x="75770" y="2909"/>
                  </a:lnTo>
                  <a:lnTo>
                    <a:pt x="77084" y="2507"/>
                  </a:lnTo>
                  <a:lnTo>
                    <a:pt x="81163" y="1682"/>
                  </a:lnTo>
                  <a:lnTo>
                    <a:pt x="83572" y="1346"/>
                  </a:lnTo>
                  <a:lnTo>
                    <a:pt x="89733" y="485"/>
                  </a:lnTo>
                  <a:lnTo>
                    <a:pt x="92768" y="0"/>
                  </a:lnTo>
                  <a:lnTo>
                    <a:pt x="93775" y="6581"/>
                  </a:lnTo>
                  <a:lnTo>
                    <a:pt x="93824" y="6904"/>
                  </a:lnTo>
                  <a:lnTo>
                    <a:pt x="94174" y="9189"/>
                  </a:lnTo>
                  <a:lnTo>
                    <a:pt x="97436" y="28997"/>
                  </a:lnTo>
                  <a:lnTo>
                    <a:pt x="99944" y="43122"/>
                  </a:lnTo>
                  <a:lnTo>
                    <a:pt x="100891" y="48454"/>
                  </a:lnTo>
                  <a:lnTo>
                    <a:pt x="98966" y="48772"/>
                  </a:lnTo>
                  <a:lnTo>
                    <a:pt x="96808" y="49129"/>
                  </a:lnTo>
                  <a:lnTo>
                    <a:pt x="96248" y="49222"/>
                  </a:lnTo>
                  <a:lnTo>
                    <a:pt x="95306" y="49349"/>
                  </a:lnTo>
                  <a:lnTo>
                    <a:pt x="95085" y="49385"/>
                  </a:lnTo>
                  <a:lnTo>
                    <a:pt x="94078" y="49546"/>
                  </a:lnTo>
                  <a:lnTo>
                    <a:pt x="89906" y="50087"/>
                  </a:lnTo>
                  <a:lnTo>
                    <a:pt x="89250" y="50245"/>
                  </a:lnTo>
                  <a:lnTo>
                    <a:pt x="85097" y="51246"/>
                  </a:lnTo>
                  <a:lnTo>
                    <a:pt x="81237" y="52360"/>
                  </a:lnTo>
                  <a:lnTo>
                    <a:pt x="77163" y="53992"/>
                  </a:lnTo>
                  <a:lnTo>
                    <a:pt x="71814" y="56775"/>
                  </a:lnTo>
                  <a:lnTo>
                    <a:pt x="70898" y="57251"/>
                  </a:lnTo>
                  <a:lnTo>
                    <a:pt x="70180" y="57620"/>
                  </a:lnTo>
                  <a:lnTo>
                    <a:pt x="69845" y="57792"/>
                  </a:lnTo>
                  <a:lnTo>
                    <a:pt x="69117" y="58224"/>
                  </a:lnTo>
                  <a:lnTo>
                    <a:pt x="66799" y="59720"/>
                  </a:lnTo>
                  <a:lnTo>
                    <a:pt x="65819" y="60353"/>
                  </a:lnTo>
                  <a:lnTo>
                    <a:pt x="64871" y="60965"/>
                  </a:lnTo>
                  <a:lnTo>
                    <a:pt x="60199" y="64878"/>
                  </a:lnTo>
                  <a:lnTo>
                    <a:pt x="55890" y="69332"/>
                  </a:lnTo>
                  <a:lnTo>
                    <a:pt x="55041" y="70190"/>
                  </a:lnTo>
                  <a:lnTo>
                    <a:pt x="51472" y="74734"/>
                  </a:lnTo>
                  <a:lnTo>
                    <a:pt x="51281" y="75053"/>
                  </a:lnTo>
                  <a:lnTo>
                    <a:pt x="49752" y="77680"/>
                  </a:lnTo>
                  <a:lnTo>
                    <a:pt x="46824" y="82491"/>
                  </a:lnTo>
                  <a:lnTo>
                    <a:pt x="46432" y="83373"/>
                  </a:lnTo>
                  <a:lnTo>
                    <a:pt x="44891" y="86839"/>
                  </a:lnTo>
                  <a:lnTo>
                    <a:pt x="43510" y="90854"/>
                  </a:lnTo>
                  <a:lnTo>
                    <a:pt x="42895" y="92642"/>
                  </a:lnTo>
                  <a:lnTo>
                    <a:pt x="41943" y="96672"/>
                  </a:lnTo>
                  <a:lnTo>
                    <a:pt x="41805" y="97257"/>
                  </a:lnTo>
                  <a:lnTo>
                    <a:pt x="41024" y="102808"/>
                  </a:lnTo>
                  <a:lnTo>
                    <a:pt x="41007" y="103253"/>
                  </a:lnTo>
                  <a:lnTo>
                    <a:pt x="40881" y="106619"/>
                  </a:lnTo>
                  <a:lnTo>
                    <a:pt x="40693" y="111636"/>
                  </a:lnTo>
                  <a:lnTo>
                    <a:pt x="40747" y="112267"/>
                  </a:lnTo>
                  <a:lnTo>
                    <a:pt x="41074" y="116051"/>
                  </a:lnTo>
                  <a:lnTo>
                    <a:pt x="41186" y="11735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1" name="pg170"/>
            <p:cNvSpPr/>
            <p:nvPr/>
          </p:nvSpPr>
          <p:spPr>
            <a:xfrm>
              <a:off x="3029134" y="2652967"/>
              <a:ext cx="155133" cy="126875"/>
            </a:xfrm>
            <a:custGeom>
              <a:avLst/>
              <a:pathLst>
                <a:path w="155133" h="126875">
                  <a:moveTo>
                    <a:pt x="118447" y="15760"/>
                  </a:moveTo>
                  <a:lnTo>
                    <a:pt x="126880" y="14302"/>
                  </a:lnTo>
                  <a:lnTo>
                    <a:pt x="133868" y="13155"/>
                  </a:lnTo>
                  <a:lnTo>
                    <a:pt x="134465" y="13058"/>
                  </a:lnTo>
                  <a:lnTo>
                    <a:pt x="134597" y="13036"/>
                  </a:lnTo>
                  <a:lnTo>
                    <a:pt x="135063" y="12959"/>
                  </a:lnTo>
                  <a:lnTo>
                    <a:pt x="135112" y="13175"/>
                  </a:lnTo>
                  <a:lnTo>
                    <a:pt x="135182" y="13478"/>
                  </a:lnTo>
                  <a:lnTo>
                    <a:pt x="135232" y="13697"/>
                  </a:lnTo>
                  <a:lnTo>
                    <a:pt x="135278" y="13896"/>
                  </a:lnTo>
                  <a:lnTo>
                    <a:pt x="135412" y="14480"/>
                  </a:lnTo>
                  <a:lnTo>
                    <a:pt x="135532" y="14999"/>
                  </a:lnTo>
                  <a:lnTo>
                    <a:pt x="135564" y="15140"/>
                  </a:lnTo>
                  <a:lnTo>
                    <a:pt x="136484" y="19144"/>
                  </a:lnTo>
                  <a:lnTo>
                    <a:pt x="137750" y="24655"/>
                  </a:lnTo>
                  <a:lnTo>
                    <a:pt x="138347" y="27255"/>
                  </a:lnTo>
                  <a:lnTo>
                    <a:pt x="138619" y="28438"/>
                  </a:lnTo>
                  <a:lnTo>
                    <a:pt x="138654" y="28592"/>
                  </a:lnTo>
                  <a:lnTo>
                    <a:pt x="140602" y="37072"/>
                  </a:lnTo>
                  <a:lnTo>
                    <a:pt x="140692" y="37462"/>
                  </a:lnTo>
                  <a:lnTo>
                    <a:pt x="140739" y="37667"/>
                  </a:lnTo>
                  <a:lnTo>
                    <a:pt x="140830" y="38066"/>
                  </a:lnTo>
                  <a:lnTo>
                    <a:pt x="140896" y="38352"/>
                  </a:lnTo>
                  <a:lnTo>
                    <a:pt x="141069" y="39108"/>
                  </a:lnTo>
                  <a:lnTo>
                    <a:pt x="141134" y="39404"/>
                  </a:lnTo>
                  <a:lnTo>
                    <a:pt x="141291" y="40110"/>
                  </a:lnTo>
                  <a:lnTo>
                    <a:pt x="141326" y="40269"/>
                  </a:lnTo>
                  <a:lnTo>
                    <a:pt x="142930" y="47515"/>
                  </a:lnTo>
                  <a:lnTo>
                    <a:pt x="143756" y="51248"/>
                  </a:lnTo>
                  <a:lnTo>
                    <a:pt x="144490" y="54561"/>
                  </a:lnTo>
                  <a:lnTo>
                    <a:pt x="144531" y="54748"/>
                  </a:lnTo>
                  <a:lnTo>
                    <a:pt x="146162" y="62113"/>
                  </a:lnTo>
                  <a:lnTo>
                    <a:pt x="147323" y="67357"/>
                  </a:lnTo>
                  <a:lnTo>
                    <a:pt x="147387" y="67650"/>
                  </a:lnTo>
                  <a:lnTo>
                    <a:pt x="147527" y="68288"/>
                  </a:lnTo>
                  <a:lnTo>
                    <a:pt x="147609" y="68661"/>
                  </a:lnTo>
                  <a:lnTo>
                    <a:pt x="147647" y="68838"/>
                  </a:lnTo>
                  <a:lnTo>
                    <a:pt x="147712" y="69132"/>
                  </a:lnTo>
                  <a:lnTo>
                    <a:pt x="147834" y="69693"/>
                  </a:lnTo>
                  <a:lnTo>
                    <a:pt x="149642" y="77952"/>
                  </a:lnTo>
                  <a:lnTo>
                    <a:pt x="150431" y="81559"/>
                  </a:lnTo>
                  <a:lnTo>
                    <a:pt x="151367" y="85837"/>
                  </a:lnTo>
                  <a:lnTo>
                    <a:pt x="151437" y="86156"/>
                  </a:lnTo>
                  <a:lnTo>
                    <a:pt x="152431" y="90700"/>
                  </a:lnTo>
                  <a:lnTo>
                    <a:pt x="152739" y="92108"/>
                  </a:lnTo>
                  <a:lnTo>
                    <a:pt x="153641" y="96229"/>
                  </a:lnTo>
                  <a:lnTo>
                    <a:pt x="154282" y="99158"/>
                  </a:lnTo>
                  <a:lnTo>
                    <a:pt x="154408" y="99735"/>
                  </a:lnTo>
                  <a:lnTo>
                    <a:pt x="154527" y="100277"/>
                  </a:lnTo>
                  <a:lnTo>
                    <a:pt x="154628" y="100741"/>
                  </a:lnTo>
                  <a:lnTo>
                    <a:pt x="154660" y="100887"/>
                  </a:lnTo>
                  <a:lnTo>
                    <a:pt x="155006" y="102487"/>
                  </a:lnTo>
                  <a:lnTo>
                    <a:pt x="155068" y="102818"/>
                  </a:lnTo>
                  <a:lnTo>
                    <a:pt x="155133" y="103166"/>
                  </a:lnTo>
                  <a:lnTo>
                    <a:pt x="154849" y="103212"/>
                  </a:lnTo>
                  <a:lnTo>
                    <a:pt x="153221" y="103471"/>
                  </a:lnTo>
                  <a:lnTo>
                    <a:pt x="149350" y="104059"/>
                  </a:lnTo>
                  <a:lnTo>
                    <a:pt x="148496" y="104189"/>
                  </a:lnTo>
                  <a:lnTo>
                    <a:pt x="146592" y="104478"/>
                  </a:lnTo>
                  <a:lnTo>
                    <a:pt x="144694" y="104766"/>
                  </a:lnTo>
                  <a:lnTo>
                    <a:pt x="143160" y="104999"/>
                  </a:lnTo>
                  <a:lnTo>
                    <a:pt x="139009" y="105629"/>
                  </a:lnTo>
                  <a:lnTo>
                    <a:pt x="136635" y="105990"/>
                  </a:lnTo>
                  <a:lnTo>
                    <a:pt x="136167" y="106061"/>
                  </a:lnTo>
                  <a:lnTo>
                    <a:pt x="135102" y="106222"/>
                  </a:lnTo>
                  <a:lnTo>
                    <a:pt x="133596" y="106451"/>
                  </a:lnTo>
                  <a:lnTo>
                    <a:pt x="131455" y="106776"/>
                  </a:lnTo>
                  <a:lnTo>
                    <a:pt x="129783" y="107030"/>
                  </a:lnTo>
                  <a:lnTo>
                    <a:pt x="123212" y="108027"/>
                  </a:lnTo>
                  <a:lnTo>
                    <a:pt x="120278" y="108473"/>
                  </a:lnTo>
                  <a:lnTo>
                    <a:pt x="118927" y="108678"/>
                  </a:lnTo>
                  <a:lnTo>
                    <a:pt x="118027" y="108815"/>
                  </a:lnTo>
                  <a:lnTo>
                    <a:pt x="115517" y="109196"/>
                  </a:lnTo>
                  <a:lnTo>
                    <a:pt x="113869" y="109446"/>
                  </a:lnTo>
                  <a:lnTo>
                    <a:pt x="111821" y="109757"/>
                  </a:lnTo>
                  <a:lnTo>
                    <a:pt x="109468" y="110114"/>
                  </a:lnTo>
                  <a:lnTo>
                    <a:pt x="102257" y="111209"/>
                  </a:lnTo>
                  <a:lnTo>
                    <a:pt x="98153" y="111832"/>
                  </a:lnTo>
                  <a:lnTo>
                    <a:pt x="95791" y="112190"/>
                  </a:lnTo>
                  <a:lnTo>
                    <a:pt x="93706" y="112463"/>
                  </a:lnTo>
                  <a:lnTo>
                    <a:pt x="92792" y="112582"/>
                  </a:lnTo>
                  <a:lnTo>
                    <a:pt x="82893" y="113877"/>
                  </a:lnTo>
                  <a:lnTo>
                    <a:pt x="81853" y="114013"/>
                  </a:lnTo>
                  <a:lnTo>
                    <a:pt x="56183" y="118684"/>
                  </a:lnTo>
                  <a:lnTo>
                    <a:pt x="53029" y="119170"/>
                  </a:lnTo>
                  <a:lnTo>
                    <a:pt x="48607" y="119848"/>
                  </a:lnTo>
                  <a:lnTo>
                    <a:pt x="32841" y="122264"/>
                  </a:lnTo>
                  <a:lnTo>
                    <a:pt x="13647" y="125208"/>
                  </a:lnTo>
                  <a:lnTo>
                    <a:pt x="10447" y="125705"/>
                  </a:lnTo>
                  <a:lnTo>
                    <a:pt x="2959" y="126875"/>
                  </a:lnTo>
                  <a:lnTo>
                    <a:pt x="2936" y="124011"/>
                  </a:lnTo>
                  <a:lnTo>
                    <a:pt x="2821" y="109504"/>
                  </a:lnTo>
                  <a:lnTo>
                    <a:pt x="2783" y="108425"/>
                  </a:lnTo>
                  <a:lnTo>
                    <a:pt x="2784" y="108044"/>
                  </a:lnTo>
                  <a:lnTo>
                    <a:pt x="2785" y="107273"/>
                  </a:lnTo>
                  <a:lnTo>
                    <a:pt x="2787" y="106474"/>
                  </a:lnTo>
                  <a:lnTo>
                    <a:pt x="2791" y="104762"/>
                  </a:lnTo>
                  <a:lnTo>
                    <a:pt x="2755" y="103821"/>
                  </a:lnTo>
                  <a:lnTo>
                    <a:pt x="2732" y="103218"/>
                  </a:lnTo>
                  <a:lnTo>
                    <a:pt x="2610" y="100019"/>
                  </a:lnTo>
                  <a:lnTo>
                    <a:pt x="2457" y="96007"/>
                  </a:lnTo>
                  <a:lnTo>
                    <a:pt x="2434" y="95459"/>
                  </a:lnTo>
                  <a:lnTo>
                    <a:pt x="2387" y="94346"/>
                  </a:lnTo>
                  <a:lnTo>
                    <a:pt x="2028" y="85834"/>
                  </a:lnTo>
                  <a:lnTo>
                    <a:pt x="2011" y="85441"/>
                  </a:lnTo>
                  <a:lnTo>
                    <a:pt x="1972" y="84515"/>
                  </a:lnTo>
                  <a:lnTo>
                    <a:pt x="1695" y="77958"/>
                  </a:lnTo>
                  <a:lnTo>
                    <a:pt x="1665" y="77243"/>
                  </a:lnTo>
                  <a:lnTo>
                    <a:pt x="1649" y="76873"/>
                  </a:lnTo>
                  <a:lnTo>
                    <a:pt x="1575" y="75114"/>
                  </a:lnTo>
                  <a:lnTo>
                    <a:pt x="1564" y="74923"/>
                  </a:lnTo>
                  <a:lnTo>
                    <a:pt x="1349" y="70974"/>
                  </a:lnTo>
                  <a:lnTo>
                    <a:pt x="1334" y="70696"/>
                  </a:lnTo>
                  <a:lnTo>
                    <a:pt x="1321" y="70445"/>
                  </a:lnTo>
                  <a:lnTo>
                    <a:pt x="1290" y="69890"/>
                  </a:lnTo>
                  <a:lnTo>
                    <a:pt x="959" y="63799"/>
                  </a:lnTo>
                  <a:lnTo>
                    <a:pt x="662" y="58884"/>
                  </a:lnTo>
                  <a:lnTo>
                    <a:pt x="386" y="54325"/>
                  </a:lnTo>
                  <a:lnTo>
                    <a:pt x="331" y="53408"/>
                  </a:lnTo>
                  <a:lnTo>
                    <a:pt x="299" y="52878"/>
                  </a:lnTo>
                  <a:lnTo>
                    <a:pt x="78" y="49220"/>
                  </a:lnTo>
                  <a:lnTo>
                    <a:pt x="0" y="46810"/>
                  </a:lnTo>
                  <a:lnTo>
                    <a:pt x="783" y="46755"/>
                  </a:lnTo>
                  <a:lnTo>
                    <a:pt x="2397" y="46641"/>
                  </a:lnTo>
                  <a:lnTo>
                    <a:pt x="20540" y="43921"/>
                  </a:lnTo>
                  <a:lnTo>
                    <a:pt x="23224" y="43518"/>
                  </a:lnTo>
                  <a:lnTo>
                    <a:pt x="24712" y="43295"/>
                  </a:lnTo>
                  <a:lnTo>
                    <a:pt x="25768" y="43137"/>
                  </a:lnTo>
                  <a:lnTo>
                    <a:pt x="27259" y="42913"/>
                  </a:lnTo>
                  <a:lnTo>
                    <a:pt x="31679" y="42246"/>
                  </a:lnTo>
                  <a:lnTo>
                    <a:pt x="39608" y="41049"/>
                  </a:lnTo>
                  <a:lnTo>
                    <a:pt x="43063" y="40528"/>
                  </a:lnTo>
                  <a:lnTo>
                    <a:pt x="49132" y="39611"/>
                  </a:lnTo>
                  <a:lnTo>
                    <a:pt x="57115" y="38405"/>
                  </a:lnTo>
                  <a:lnTo>
                    <a:pt x="63610" y="37425"/>
                  </a:lnTo>
                  <a:lnTo>
                    <a:pt x="64694" y="37261"/>
                  </a:lnTo>
                  <a:lnTo>
                    <a:pt x="64977" y="37218"/>
                  </a:lnTo>
                  <a:lnTo>
                    <a:pt x="66098" y="37049"/>
                  </a:lnTo>
                  <a:lnTo>
                    <a:pt x="68053" y="36753"/>
                  </a:lnTo>
                  <a:lnTo>
                    <a:pt x="69199" y="36580"/>
                  </a:lnTo>
                  <a:lnTo>
                    <a:pt x="69122" y="36091"/>
                  </a:lnTo>
                  <a:lnTo>
                    <a:pt x="67492" y="25510"/>
                  </a:lnTo>
                  <a:lnTo>
                    <a:pt x="67223" y="23763"/>
                  </a:lnTo>
                  <a:lnTo>
                    <a:pt x="72569" y="22963"/>
                  </a:lnTo>
                  <a:lnTo>
                    <a:pt x="70361" y="7088"/>
                  </a:lnTo>
                  <a:lnTo>
                    <a:pt x="79862" y="5550"/>
                  </a:lnTo>
                  <a:lnTo>
                    <a:pt x="79999" y="5529"/>
                  </a:lnTo>
                  <a:lnTo>
                    <a:pt x="89002" y="4097"/>
                  </a:lnTo>
                  <a:lnTo>
                    <a:pt x="101845" y="2096"/>
                  </a:lnTo>
                  <a:lnTo>
                    <a:pt x="114551"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2" name="pg171"/>
            <p:cNvSpPr/>
            <p:nvPr/>
          </p:nvSpPr>
          <p:spPr>
            <a:xfrm>
              <a:off x="3032096" y="2767011"/>
              <a:ext cx="88700" cy="62915"/>
            </a:xfrm>
            <a:custGeom>
              <a:avLst/>
              <a:pathLst>
                <a:path w="88700" h="62915">
                  <a:moveTo>
                    <a:pt x="88700" y="62915"/>
                  </a:moveTo>
                  <a:lnTo>
                    <a:pt x="85600" y="62618"/>
                  </a:lnTo>
                  <a:lnTo>
                    <a:pt x="83073" y="62376"/>
                  </a:lnTo>
                  <a:lnTo>
                    <a:pt x="82611" y="62331"/>
                  </a:lnTo>
                  <a:lnTo>
                    <a:pt x="81469" y="62228"/>
                  </a:lnTo>
                  <a:lnTo>
                    <a:pt x="80034" y="62097"/>
                  </a:lnTo>
                  <a:lnTo>
                    <a:pt x="77834" y="61898"/>
                  </a:lnTo>
                  <a:lnTo>
                    <a:pt x="76905" y="61806"/>
                  </a:lnTo>
                  <a:lnTo>
                    <a:pt x="73958" y="61516"/>
                  </a:lnTo>
                  <a:lnTo>
                    <a:pt x="71677" y="61291"/>
                  </a:lnTo>
                  <a:lnTo>
                    <a:pt x="67491" y="60880"/>
                  </a:lnTo>
                  <a:lnTo>
                    <a:pt x="62724" y="60410"/>
                  </a:lnTo>
                  <a:lnTo>
                    <a:pt x="62236" y="60362"/>
                  </a:lnTo>
                  <a:lnTo>
                    <a:pt x="60069" y="60157"/>
                  </a:lnTo>
                  <a:lnTo>
                    <a:pt x="57394" y="59904"/>
                  </a:lnTo>
                  <a:lnTo>
                    <a:pt x="53491" y="59534"/>
                  </a:lnTo>
                  <a:lnTo>
                    <a:pt x="53314" y="59517"/>
                  </a:lnTo>
                  <a:lnTo>
                    <a:pt x="45508" y="58778"/>
                  </a:lnTo>
                  <a:lnTo>
                    <a:pt x="43297" y="58586"/>
                  </a:lnTo>
                  <a:lnTo>
                    <a:pt x="42644" y="58529"/>
                  </a:lnTo>
                  <a:lnTo>
                    <a:pt x="33847" y="57963"/>
                  </a:lnTo>
                  <a:lnTo>
                    <a:pt x="33311" y="57929"/>
                  </a:lnTo>
                  <a:lnTo>
                    <a:pt x="29335" y="57673"/>
                  </a:lnTo>
                  <a:lnTo>
                    <a:pt x="29063" y="57655"/>
                  </a:lnTo>
                  <a:lnTo>
                    <a:pt x="25532" y="57428"/>
                  </a:lnTo>
                  <a:lnTo>
                    <a:pt x="23657" y="57307"/>
                  </a:lnTo>
                  <a:lnTo>
                    <a:pt x="21509" y="57169"/>
                  </a:lnTo>
                  <a:lnTo>
                    <a:pt x="19783" y="57058"/>
                  </a:lnTo>
                  <a:lnTo>
                    <a:pt x="17362" y="56902"/>
                  </a:lnTo>
                  <a:lnTo>
                    <a:pt x="13924" y="56680"/>
                  </a:lnTo>
                  <a:lnTo>
                    <a:pt x="6270" y="56188"/>
                  </a:lnTo>
                  <a:lnTo>
                    <a:pt x="840" y="55838"/>
                  </a:lnTo>
                  <a:lnTo>
                    <a:pt x="337" y="55806"/>
                  </a:lnTo>
                  <a:lnTo>
                    <a:pt x="330" y="55260"/>
                  </a:lnTo>
                  <a:lnTo>
                    <a:pt x="325" y="54736"/>
                  </a:lnTo>
                  <a:lnTo>
                    <a:pt x="297" y="50996"/>
                  </a:lnTo>
                  <a:lnTo>
                    <a:pt x="289" y="49857"/>
                  </a:lnTo>
                  <a:lnTo>
                    <a:pt x="280" y="48648"/>
                  </a:lnTo>
                  <a:lnTo>
                    <a:pt x="266" y="46846"/>
                  </a:lnTo>
                  <a:lnTo>
                    <a:pt x="232" y="42311"/>
                  </a:lnTo>
                  <a:lnTo>
                    <a:pt x="215" y="40060"/>
                  </a:lnTo>
                  <a:lnTo>
                    <a:pt x="200" y="38115"/>
                  </a:lnTo>
                  <a:lnTo>
                    <a:pt x="197" y="37613"/>
                  </a:lnTo>
                  <a:lnTo>
                    <a:pt x="181" y="35503"/>
                  </a:lnTo>
                  <a:lnTo>
                    <a:pt x="165" y="33472"/>
                  </a:lnTo>
                  <a:lnTo>
                    <a:pt x="155" y="32069"/>
                  </a:lnTo>
                  <a:lnTo>
                    <a:pt x="149" y="31319"/>
                  </a:lnTo>
                  <a:lnTo>
                    <a:pt x="117" y="27444"/>
                  </a:lnTo>
                  <a:lnTo>
                    <a:pt x="13" y="14901"/>
                  </a:lnTo>
                  <a:lnTo>
                    <a:pt x="0" y="13203"/>
                  </a:lnTo>
                  <a:lnTo>
                    <a:pt x="10" y="12830"/>
                  </a:lnTo>
                  <a:lnTo>
                    <a:pt x="7485" y="11662"/>
                  </a:lnTo>
                  <a:lnTo>
                    <a:pt x="10685" y="11165"/>
                  </a:lnTo>
                  <a:lnTo>
                    <a:pt x="29879" y="8221"/>
                  </a:lnTo>
                  <a:lnTo>
                    <a:pt x="45645" y="5804"/>
                  </a:lnTo>
                  <a:lnTo>
                    <a:pt x="50066" y="5127"/>
                  </a:lnTo>
                  <a:lnTo>
                    <a:pt x="53221" y="4641"/>
                  </a:lnTo>
                  <a:lnTo>
                    <a:pt x="78895" y="0"/>
                  </a:lnTo>
                  <a:lnTo>
                    <a:pt x="78926" y="190"/>
                  </a:lnTo>
                  <a:lnTo>
                    <a:pt x="79210" y="1984"/>
                  </a:lnTo>
                  <a:lnTo>
                    <a:pt x="79332" y="2748"/>
                  </a:lnTo>
                  <a:lnTo>
                    <a:pt x="79458" y="3541"/>
                  </a:lnTo>
                  <a:lnTo>
                    <a:pt x="80031" y="7150"/>
                  </a:lnTo>
                  <a:lnTo>
                    <a:pt x="80150" y="7904"/>
                  </a:lnTo>
                  <a:lnTo>
                    <a:pt x="80448" y="9782"/>
                  </a:lnTo>
                  <a:lnTo>
                    <a:pt x="80497" y="10090"/>
                  </a:lnTo>
                  <a:lnTo>
                    <a:pt x="80665" y="11145"/>
                  </a:lnTo>
                  <a:lnTo>
                    <a:pt x="81076" y="13738"/>
                  </a:lnTo>
                  <a:lnTo>
                    <a:pt x="81158" y="14253"/>
                  </a:lnTo>
                  <a:lnTo>
                    <a:pt x="81220" y="14646"/>
                  </a:lnTo>
                  <a:lnTo>
                    <a:pt x="81601" y="17041"/>
                  </a:lnTo>
                  <a:lnTo>
                    <a:pt x="81621" y="17171"/>
                  </a:lnTo>
                  <a:lnTo>
                    <a:pt x="82061" y="19943"/>
                  </a:lnTo>
                  <a:lnTo>
                    <a:pt x="82407" y="22119"/>
                  </a:lnTo>
                  <a:lnTo>
                    <a:pt x="83017" y="25966"/>
                  </a:lnTo>
                  <a:lnTo>
                    <a:pt x="83275" y="27585"/>
                  </a:lnTo>
                  <a:lnTo>
                    <a:pt x="83493" y="28960"/>
                  </a:lnTo>
                  <a:lnTo>
                    <a:pt x="83760" y="30641"/>
                  </a:lnTo>
                  <a:lnTo>
                    <a:pt x="84024" y="32306"/>
                  </a:lnTo>
                  <a:lnTo>
                    <a:pt x="84140" y="33039"/>
                  </a:lnTo>
                  <a:lnTo>
                    <a:pt x="84296" y="34020"/>
                  </a:lnTo>
                  <a:lnTo>
                    <a:pt x="84329" y="34229"/>
                  </a:lnTo>
                  <a:lnTo>
                    <a:pt x="84862" y="37583"/>
                  </a:lnTo>
                  <a:lnTo>
                    <a:pt x="84989" y="38383"/>
                  </a:lnTo>
                  <a:lnTo>
                    <a:pt x="85340" y="40596"/>
                  </a:lnTo>
                  <a:lnTo>
                    <a:pt x="85621" y="42368"/>
                  </a:lnTo>
                  <a:lnTo>
                    <a:pt x="86152" y="45712"/>
                  </a:lnTo>
                  <a:lnTo>
                    <a:pt x="86538" y="48143"/>
                  </a:lnTo>
                  <a:lnTo>
                    <a:pt x="86750" y="49476"/>
                  </a:lnTo>
                  <a:lnTo>
                    <a:pt x="86850" y="50108"/>
                  </a:lnTo>
                  <a:lnTo>
                    <a:pt x="86931" y="50621"/>
                  </a:lnTo>
                  <a:lnTo>
                    <a:pt x="87179" y="52179"/>
                  </a:lnTo>
                  <a:lnTo>
                    <a:pt x="87691" y="55405"/>
                  </a:lnTo>
                  <a:lnTo>
                    <a:pt x="87840" y="56394"/>
                  </a:lnTo>
                  <a:lnTo>
                    <a:pt x="87954" y="57147"/>
                  </a:lnTo>
                  <a:lnTo>
                    <a:pt x="88595" y="6139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3" name="pg172"/>
            <p:cNvSpPr/>
            <p:nvPr/>
          </p:nvSpPr>
          <p:spPr>
            <a:xfrm>
              <a:off x="2959252" y="2697609"/>
              <a:ext cx="73175" cy="124661"/>
            </a:xfrm>
            <a:custGeom>
              <a:avLst/>
              <a:pathLst>
                <a:path w="73175" h="124661">
                  <a:moveTo>
                    <a:pt x="31062" y="461"/>
                  </a:moveTo>
                  <a:lnTo>
                    <a:pt x="32246" y="600"/>
                  </a:lnTo>
                  <a:lnTo>
                    <a:pt x="38458" y="783"/>
                  </a:lnTo>
                  <a:lnTo>
                    <a:pt x="44389" y="958"/>
                  </a:lnTo>
                  <a:lnTo>
                    <a:pt x="44386" y="1271"/>
                  </a:lnTo>
                  <a:lnTo>
                    <a:pt x="44222" y="16246"/>
                  </a:lnTo>
                  <a:lnTo>
                    <a:pt x="44167" y="22863"/>
                  </a:lnTo>
                  <a:lnTo>
                    <a:pt x="44109" y="29943"/>
                  </a:lnTo>
                  <a:lnTo>
                    <a:pt x="44042" y="38114"/>
                  </a:lnTo>
                  <a:lnTo>
                    <a:pt x="43982" y="45385"/>
                  </a:lnTo>
                  <a:lnTo>
                    <a:pt x="44084" y="48954"/>
                  </a:lnTo>
                  <a:lnTo>
                    <a:pt x="44094" y="49290"/>
                  </a:lnTo>
                  <a:lnTo>
                    <a:pt x="42494" y="55401"/>
                  </a:lnTo>
                  <a:lnTo>
                    <a:pt x="47372" y="56839"/>
                  </a:lnTo>
                  <a:lnTo>
                    <a:pt x="47859" y="56976"/>
                  </a:lnTo>
                  <a:lnTo>
                    <a:pt x="53434" y="58550"/>
                  </a:lnTo>
                  <a:lnTo>
                    <a:pt x="53775" y="58643"/>
                  </a:lnTo>
                  <a:lnTo>
                    <a:pt x="72076" y="63623"/>
                  </a:lnTo>
                  <a:lnTo>
                    <a:pt x="72289" y="63681"/>
                  </a:lnTo>
                  <a:lnTo>
                    <a:pt x="72666" y="63783"/>
                  </a:lnTo>
                  <a:lnTo>
                    <a:pt x="72704" y="64863"/>
                  </a:lnTo>
                  <a:lnTo>
                    <a:pt x="72819" y="79370"/>
                  </a:lnTo>
                  <a:lnTo>
                    <a:pt x="72841" y="82233"/>
                  </a:lnTo>
                  <a:lnTo>
                    <a:pt x="72844" y="82605"/>
                  </a:lnTo>
                  <a:lnTo>
                    <a:pt x="72858" y="84303"/>
                  </a:lnTo>
                  <a:lnTo>
                    <a:pt x="72962" y="96846"/>
                  </a:lnTo>
                  <a:lnTo>
                    <a:pt x="72994" y="100721"/>
                  </a:lnTo>
                  <a:lnTo>
                    <a:pt x="73000" y="101506"/>
                  </a:lnTo>
                  <a:lnTo>
                    <a:pt x="73010" y="102874"/>
                  </a:lnTo>
                  <a:lnTo>
                    <a:pt x="73026" y="104905"/>
                  </a:lnTo>
                  <a:lnTo>
                    <a:pt x="73041" y="107015"/>
                  </a:lnTo>
                  <a:lnTo>
                    <a:pt x="73045" y="107517"/>
                  </a:lnTo>
                  <a:lnTo>
                    <a:pt x="73060" y="109462"/>
                  </a:lnTo>
                  <a:lnTo>
                    <a:pt x="73077" y="111713"/>
                  </a:lnTo>
                  <a:lnTo>
                    <a:pt x="73111" y="116248"/>
                  </a:lnTo>
                  <a:lnTo>
                    <a:pt x="73124" y="118050"/>
                  </a:lnTo>
                  <a:lnTo>
                    <a:pt x="73134" y="119259"/>
                  </a:lnTo>
                  <a:lnTo>
                    <a:pt x="73142" y="120398"/>
                  </a:lnTo>
                  <a:lnTo>
                    <a:pt x="73170" y="124138"/>
                  </a:lnTo>
                  <a:lnTo>
                    <a:pt x="73175" y="124661"/>
                  </a:lnTo>
                  <a:lnTo>
                    <a:pt x="72788" y="124643"/>
                  </a:lnTo>
                  <a:lnTo>
                    <a:pt x="71720" y="124590"/>
                  </a:lnTo>
                  <a:lnTo>
                    <a:pt x="66460" y="124334"/>
                  </a:lnTo>
                  <a:lnTo>
                    <a:pt x="66593" y="123472"/>
                  </a:lnTo>
                  <a:lnTo>
                    <a:pt x="66283" y="123447"/>
                  </a:lnTo>
                  <a:lnTo>
                    <a:pt x="61918" y="123093"/>
                  </a:lnTo>
                  <a:lnTo>
                    <a:pt x="57712" y="122753"/>
                  </a:lnTo>
                  <a:lnTo>
                    <a:pt x="53733" y="122431"/>
                  </a:lnTo>
                  <a:lnTo>
                    <a:pt x="53446" y="122408"/>
                  </a:lnTo>
                  <a:lnTo>
                    <a:pt x="51213" y="122227"/>
                  </a:lnTo>
                  <a:lnTo>
                    <a:pt x="50984" y="122212"/>
                  </a:lnTo>
                  <a:lnTo>
                    <a:pt x="50592" y="122185"/>
                  </a:lnTo>
                  <a:lnTo>
                    <a:pt x="50415" y="122173"/>
                  </a:lnTo>
                  <a:lnTo>
                    <a:pt x="50131" y="122350"/>
                  </a:lnTo>
                  <a:lnTo>
                    <a:pt x="49863" y="122516"/>
                  </a:lnTo>
                  <a:lnTo>
                    <a:pt x="46377" y="122226"/>
                  </a:lnTo>
                  <a:lnTo>
                    <a:pt x="45421" y="122146"/>
                  </a:lnTo>
                  <a:lnTo>
                    <a:pt x="44996" y="122111"/>
                  </a:lnTo>
                  <a:lnTo>
                    <a:pt x="41020" y="121779"/>
                  </a:lnTo>
                  <a:lnTo>
                    <a:pt x="40179" y="121709"/>
                  </a:lnTo>
                  <a:lnTo>
                    <a:pt x="37887" y="121498"/>
                  </a:lnTo>
                  <a:lnTo>
                    <a:pt x="37060" y="121421"/>
                  </a:lnTo>
                  <a:lnTo>
                    <a:pt x="30577" y="120767"/>
                  </a:lnTo>
                  <a:lnTo>
                    <a:pt x="30234" y="120733"/>
                  </a:lnTo>
                  <a:lnTo>
                    <a:pt x="23255" y="120028"/>
                  </a:lnTo>
                  <a:lnTo>
                    <a:pt x="23091" y="120012"/>
                  </a:lnTo>
                  <a:lnTo>
                    <a:pt x="22605" y="119963"/>
                  </a:lnTo>
                  <a:lnTo>
                    <a:pt x="15884" y="119227"/>
                  </a:lnTo>
                  <a:lnTo>
                    <a:pt x="15492" y="119185"/>
                  </a:lnTo>
                  <a:lnTo>
                    <a:pt x="4842" y="118164"/>
                  </a:lnTo>
                  <a:lnTo>
                    <a:pt x="4145" y="118098"/>
                  </a:lnTo>
                  <a:lnTo>
                    <a:pt x="3717" y="118028"/>
                  </a:lnTo>
                  <a:lnTo>
                    <a:pt x="2465" y="117825"/>
                  </a:lnTo>
                  <a:lnTo>
                    <a:pt x="0" y="117424"/>
                  </a:lnTo>
                  <a:lnTo>
                    <a:pt x="810" y="114296"/>
                  </a:lnTo>
                  <a:lnTo>
                    <a:pt x="1143" y="113009"/>
                  </a:lnTo>
                  <a:lnTo>
                    <a:pt x="3352" y="104474"/>
                  </a:lnTo>
                  <a:lnTo>
                    <a:pt x="3511" y="103860"/>
                  </a:lnTo>
                  <a:lnTo>
                    <a:pt x="9812" y="79511"/>
                  </a:lnTo>
                  <a:lnTo>
                    <a:pt x="10085" y="78475"/>
                  </a:lnTo>
                  <a:lnTo>
                    <a:pt x="10441" y="77122"/>
                  </a:lnTo>
                  <a:lnTo>
                    <a:pt x="10497" y="76908"/>
                  </a:lnTo>
                  <a:lnTo>
                    <a:pt x="10841" y="75601"/>
                  </a:lnTo>
                  <a:lnTo>
                    <a:pt x="11285" y="73915"/>
                  </a:lnTo>
                  <a:lnTo>
                    <a:pt x="13204" y="66625"/>
                  </a:lnTo>
                  <a:lnTo>
                    <a:pt x="15139" y="59273"/>
                  </a:lnTo>
                  <a:lnTo>
                    <a:pt x="15239" y="58892"/>
                  </a:lnTo>
                  <a:lnTo>
                    <a:pt x="16387" y="54529"/>
                  </a:lnTo>
                  <a:lnTo>
                    <a:pt x="17916" y="48156"/>
                  </a:lnTo>
                  <a:lnTo>
                    <a:pt x="18333" y="46418"/>
                  </a:lnTo>
                  <a:lnTo>
                    <a:pt x="20929" y="35595"/>
                  </a:lnTo>
                  <a:lnTo>
                    <a:pt x="23255" y="25695"/>
                  </a:lnTo>
                  <a:lnTo>
                    <a:pt x="24459" y="20407"/>
                  </a:lnTo>
                  <a:lnTo>
                    <a:pt x="24718" y="19271"/>
                  </a:lnTo>
                  <a:lnTo>
                    <a:pt x="24810" y="18865"/>
                  </a:lnTo>
                  <a:lnTo>
                    <a:pt x="25313" y="16659"/>
                  </a:lnTo>
                  <a:lnTo>
                    <a:pt x="25345" y="16485"/>
                  </a:lnTo>
                  <a:lnTo>
                    <a:pt x="27733" y="3573"/>
                  </a:lnTo>
                  <a:lnTo>
                    <a:pt x="28231" y="879"/>
                  </a:lnTo>
                  <a:lnTo>
                    <a:pt x="28394" y="0"/>
                  </a:lnTo>
                  <a:lnTo>
                    <a:pt x="30666" y="39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4" name="pg173"/>
            <p:cNvSpPr/>
            <p:nvPr/>
          </p:nvSpPr>
          <p:spPr>
            <a:xfrm>
              <a:off x="2836222" y="2683975"/>
              <a:ext cx="148342" cy="77312"/>
            </a:xfrm>
            <a:custGeom>
              <a:avLst/>
              <a:pathLst>
                <a:path w="148342" h="77312">
                  <a:moveTo>
                    <a:pt x="79049" y="27879"/>
                  </a:moveTo>
                  <a:lnTo>
                    <a:pt x="79339" y="28001"/>
                  </a:lnTo>
                  <a:lnTo>
                    <a:pt x="81850" y="22491"/>
                  </a:lnTo>
                  <a:lnTo>
                    <a:pt x="84385" y="16927"/>
                  </a:lnTo>
                  <a:lnTo>
                    <a:pt x="86826" y="11569"/>
                  </a:lnTo>
                  <a:lnTo>
                    <a:pt x="87154" y="11717"/>
                  </a:lnTo>
                  <a:lnTo>
                    <a:pt x="93479" y="14567"/>
                  </a:lnTo>
                  <a:lnTo>
                    <a:pt x="96884" y="16102"/>
                  </a:lnTo>
                  <a:lnTo>
                    <a:pt x="100231" y="17610"/>
                  </a:lnTo>
                  <a:lnTo>
                    <a:pt x="106648" y="20501"/>
                  </a:lnTo>
                  <a:lnTo>
                    <a:pt x="109152" y="20351"/>
                  </a:lnTo>
                  <a:lnTo>
                    <a:pt x="112715" y="21998"/>
                  </a:lnTo>
                  <a:lnTo>
                    <a:pt x="115365" y="23223"/>
                  </a:lnTo>
                  <a:lnTo>
                    <a:pt x="119850" y="25296"/>
                  </a:lnTo>
                  <a:lnTo>
                    <a:pt x="120052" y="25394"/>
                  </a:lnTo>
                  <a:lnTo>
                    <a:pt x="124658" y="27621"/>
                  </a:lnTo>
                  <a:lnTo>
                    <a:pt x="131755" y="31073"/>
                  </a:lnTo>
                  <a:lnTo>
                    <a:pt x="131862" y="30944"/>
                  </a:lnTo>
                  <a:lnTo>
                    <a:pt x="134741" y="27557"/>
                  </a:lnTo>
                  <a:lnTo>
                    <a:pt x="139431" y="28481"/>
                  </a:lnTo>
                  <a:lnTo>
                    <a:pt x="145471" y="29670"/>
                  </a:lnTo>
                  <a:lnTo>
                    <a:pt x="146160" y="29806"/>
                  </a:lnTo>
                  <a:lnTo>
                    <a:pt x="146320" y="29838"/>
                  </a:lnTo>
                  <a:lnTo>
                    <a:pt x="148342" y="30293"/>
                  </a:lnTo>
                  <a:lnTo>
                    <a:pt x="147840" y="32499"/>
                  </a:lnTo>
                  <a:lnTo>
                    <a:pt x="147748" y="32904"/>
                  </a:lnTo>
                  <a:lnTo>
                    <a:pt x="147489" y="34041"/>
                  </a:lnTo>
                  <a:lnTo>
                    <a:pt x="146285" y="39328"/>
                  </a:lnTo>
                  <a:lnTo>
                    <a:pt x="143959" y="49228"/>
                  </a:lnTo>
                  <a:lnTo>
                    <a:pt x="141362" y="60051"/>
                  </a:lnTo>
                  <a:lnTo>
                    <a:pt x="140945" y="61790"/>
                  </a:lnTo>
                  <a:lnTo>
                    <a:pt x="139417" y="68163"/>
                  </a:lnTo>
                  <a:lnTo>
                    <a:pt x="137852" y="67815"/>
                  </a:lnTo>
                  <a:lnTo>
                    <a:pt x="136299" y="67470"/>
                  </a:lnTo>
                  <a:lnTo>
                    <a:pt x="136069" y="67419"/>
                  </a:lnTo>
                  <a:lnTo>
                    <a:pt x="135747" y="67346"/>
                  </a:lnTo>
                  <a:lnTo>
                    <a:pt x="130871" y="66239"/>
                  </a:lnTo>
                  <a:lnTo>
                    <a:pt x="121830" y="64187"/>
                  </a:lnTo>
                  <a:lnTo>
                    <a:pt x="121409" y="64091"/>
                  </a:lnTo>
                  <a:lnTo>
                    <a:pt x="117651" y="63154"/>
                  </a:lnTo>
                  <a:lnTo>
                    <a:pt x="112511" y="61871"/>
                  </a:lnTo>
                  <a:lnTo>
                    <a:pt x="112270" y="61811"/>
                  </a:lnTo>
                  <a:lnTo>
                    <a:pt x="111677" y="61803"/>
                  </a:lnTo>
                  <a:lnTo>
                    <a:pt x="108099" y="59373"/>
                  </a:lnTo>
                  <a:lnTo>
                    <a:pt x="107930" y="59239"/>
                  </a:lnTo>
                  <a:lnTo>
                    <a:pt x="103719" y="55910"/>
                  </a:lnTo>
                  <a:lnTo>
                    <a:pt x="99409" y="52503"/>
                  </a:lnTo>
                  <a:lnTo>
                    <a:pt x="94091" y="48298"/>
                  </a:lnTo>
                  <a:lnTo>
                    <a:pt x="92026" y="52969"/>
                  </a:lnTo>
                  <a:lnTo>
                    <a:pt x="90383" y="56686"/>
                  </a:lnTo>
                  <a:lnTo>
                    <a:pt x="84528" y="69502"/>
                  </a:lnTo>
                  <a:lnTo>
                    <a:pt x="84261" y="70131"/>
                  </a:lnTo>
                  <a:lnTo>
                    <a:pt x="82301" y="74752"/>
                  </a:lnTo>
                  <a:lnTo>
                    <a:pt x="81486" y="77109"/>
                  </a:lnTo>
                  <a:lnTo>
                    <a:pt x="81416" y="77312"/>
                  </a:lnTo>
                  <a:lnTo>
                    <a:pt x="80406" y="77081"/>
                  </a:lnTo>
                  <a:lnTo>
                    <a:pt x="73305" y="75389"/>
                  </a:lnTo>
                  <a:lnTo>
                    <a:pt x="62431" y="72888"/>
                  </a:lnTo>
                  <a:lnTo>
                    <a:pt x="60687" y="72487"/>
                  </a:lnTo>
                  <a:lnTo>
                    <a:pt x="59274" y="72054"/>
                  </a:lnTo>
                  <a:lnTo>
                    <a:pt x="59051" y="72095"/>
                  </a:lnTo>
                  <a:lnTo>
                    <a:pt x="58538" y="71963"/>
                  </a:lnTo>
                  <a:lnTo>
                    <a:pt x="58024" y="71832"/>
                  </a:lnTo>
                  <a:lnTo>
                    <a:pt x="56446" y="71429"/>
                  </a:lnTo>
                  <a:lnTo>
                    <a:pt x="55106" y="71101"/>
                  </a:lnTo>
                  <a:lnTo>
                    <a:pt x="54145" y="70866"/>
                  </a:lnTo>
                  <a:lnTo>
                    <a:pt x="51482" y="70232"/>
                  </a:lnTo>
                  <a:lnTo>
                    <a:pt x="51061" y="70132"/>
                  </a:lnTo>
                  <a:lnTo>
                    <a:pt x="50156" y="69912"/>
                  </a:lnTo>
                  <a:lnTo>
                    <a:pt x="48565" y="69520"/>
                  </a:lnTo>
                  <a:lnTo>
                    <a:pt x="40194" y="67366"/>
                  </a:lnTo>
                  <a:lnTo>
                    <a:pt x="37024" y="66179"/>
                  </a:lnTo>
                  <a:lnTo>
                    <a:pt x="37080" y="65900"/>
                  </a:lnTo>
                  <a:lnTo>
                    <a:pt x="36472" y="65689"/>
                  </a:lnTo>
                  <a:lnTo>
                    <a:pt x="34253" y="64922"/>
                  </a:lnTo>
                  <a:lnTo>
                    <a:pt x="34111" y="64873"/>
                  </a:lnTo>
                  <a:lnTo>
                    <a:pt x="27746" y="61481"/>
                  </a:lnTo>
                  <a:lnTo>
                    <a:pt x="26699" y="60659"/>
                  </a:lnTo>
                  <a:lnTo>
                    <a:pt x="25652" y="59838"/>
                  </a:lnTo>
                  <a:lnTo>
                    <a:pt x="24792" y="59164"/>
                  </a:lnTo>
                  <a:lnTo>
                    <a:pt x="22691" y="57515"/>
                  </a:lnTo>
                  <a:lnTo>
                    <a:pt x="17258" y="52545"/>
                  </a:lnTo>
                  <a:lnTo>
                    <a:pt x="17000" y="52308"/>
                  </a:lnTo>
                  <a:lnTo>
                    <a:pt x="16692" y="52026"/>
                  </a:lnTo>
                  <a:lnTo>
                    <a:pt x="15162" y="50627"/>
                  </a:lnTo>
                  <a:lnTo>
                    <a:pt x="9669" y="45186"/>
                  </a:lnTo>
                  <a:lnTo>
                    <a:pt x="9088" y="44611"/>
                  </a:lnTo>
                  <a:lnTo>
                    <a:pt x="8930" y="44454"/>
                  </a:lnTo>
                  <a:lnTo>
                    <a:pt x="7706" y="42926"/>
                  </a:lnTo>
                  <a:lnTo>
                    <a:pt x="6231" y="41084"/>
                  </a:lnTo>
                  <a:lnTo>
                    <a:pt x="5600" y="40732"/>
                  </a:lnTo>
                  <a:lnTo>
                    <a:pt x="1722" y="38567"/>
                  </a:lnTo>
                  <a:lnTo>
                    <a:pt x="0" y="35425"/>
                  </a:lnTo>
                  <a:lnTo>
                    <a:pt x="2507" y="33975"/>
                  </a:lnTo>
                  <a:lnTo>
                    <a:pt x="5122" y="32462"/>
                  </a:lnTo>
                  <a:lnTo>
                    <a:pt x="6649" y="31578"/>
                  </a:lnTo>
                  <a:lnTo>
                    <a:pt x="9632" y="29853"/>
                  </a:lnTo>
                  <a:lnTo>
                    <a:pt x="9768" y="29774"/>
                  </a:lnTo>
                  <a:lnTo>
                    <a:pt x="9983" y="29579"/>
                  </a:lnTo>
                  <a:lnTo>
                    <a:pt x="13539" y="26350"/>
                  </a:lnTo>
                  <a:lnTo>
                    <a:pt x="17638" y="21526"/>
                  </a:lnTo>
                  <a:lnTo>
                    <a:pt x="21712" y="16730"/>
                  </a:lnTo>
                  <a:lnTo>
                    <a:pt x="22089" y="16286"/>
                  </a:lnTo>
                  <a:lnTo>
                    <a:pt x="22482" y="15724"/>
                  </a:lnTo>
                  <a:lnTo>
                    <a:pt x="22590" y="15570"/>
                  </a:lnTo>
                  <a:lnTo>
                    <a:pt x="25803" y="11834"/>
                  </a:lnTo>
                  <a:lnTo>
                    <a:pt x="26589" y="10920"/>
                  </a:lnTo>
                  <a:lnTo>
                    <a:pt x="29176" y="7912"/>
                  </a:lnTo>
                  <a:lnTo>
                    <a:pt x="33552" y="2823"/>
                  </a:lnTo>
                  <a:lnTo>
                    <a:pt x="33661" y="2657"/>
                  </a:lnTo>
                  <a:lnTo>
                    <a:pt x="33861" y="2350"/>
                  </a:lnTo>
                  <a:lnTo>
                    <a:pt x="34787" y="933"/>
                  </a:lnTo>
                  <a:lnTo>
                    <a:pt x="34971" y="651"/>
                  </a:lnTo>
                  <a:lnTo>
                    <a:pt x="35397" y="0"/>
                  </a:lnTo>
                  <a:lnTo>
                    <a:pt x="35813" y="216"/>
                  </a:lnTo>
                  <a:lnTo>
                    <a:pt x="36001" y="351"/>
                  </a:lnTo>
                  <a:lnTo>
                    <a:pt x="36991" y="1058"/>
                  </a:lnTo>
                  <a:lnTo>
                    <a:pt x="39007" y="2496"/>
                  </a:lnTo>
                  <a:lnTo>
                    <a:pt x="43893" y="5985"/>
                  </a:lnTo>
                  <a:lnTo>
                    <a:pt x="40317" y="10694"/>
                  </a:lnTo>
                  <a:lnTo>
                    <a:pt x="40149" y="10916"/>
                  </a:lnTo>
                  <a:lnTo>
                    <a:pt x="47972" y="14334"/>
                  </a:lnTo>
                  <a:lnTo>
                    <a:pt x="48139" y="14407"/>
                  </a:lnTo>
                  <a:lnTo>
                    <a:pt x="55435" y="17620"/>
                  </a:lnTo>
                  <a:lnTo>
                    <a:pt x="61363" y="20231"/>
                  </a:lnTo>
                  <a:lnTo>
                    <a:pt x="65382" y="22001"/>
                  </a:lnTo>
                  <a:lnTo>
                    <a:pt x="66797" y="22624"/>
                  </a:lnTo>
                  <a:lnTo>
                    <a:pt x="72172" y="24991"/>
                  </a:lnTo>
                  <a:lnTo>
                    <a:pt x="72338" y="2506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5" name="pg174"/>
            <p:cNvSpPr/>
            <p:nvPr/>
          </p:nvSpPr>
          <p:spPr>
            <a:xfrm>
              <a:off x="2862070" y="2732274"/>
              <a:ext cx="113569" cy="106628"/>
            </a:xfrm>
            <a:custGeom>
              <a:avLst/>
              <a:pathLst>
                <a:path w="113569" h="106628">
                  <a:moveTo>
                    <a:pt x="112320" y="24607"/>
                  </a:moveTo>
                  <a:lnTo>
                    <a:pt x="110385" y="31960"/>
                  </a:lnTo>
                  <a:lnTo>
                    <a:pt x="108467" y="39249"/>
                  </a:lnTo>
                  <a:lnTo>
                    <a:pt x="107988" y="41070"/>
                  </a:lnTo>
                  <a:lnTo>
                    <a:pt x="107679" y="42243"/>
                  </a:lnTo>
                  <a:lnTo>
                    <a:pt x="107623" y="42457"/>
                  </a:lnTo>
                  <a:lnTo>
                    <a:pt x="107267" y="43810"/>
                  </a:lnTo>
                  <a:lnTo>
                    <a:pt x="106994" y="44846"/>
                  </a:lnTo>
                  <a:lnTo>
                    <a:pt x="100692" y="69195"/>
                  </a:lnTo>
                  <a:lnTo>
                    <a:pt x="98389" y="69085"/>
                  </a:lnTo>
                  <a:lnTo>
                    <a:pt x="97140" y="69026"/>
                  </a:lnTo>
                  <a:lnTo>
                    <a:pt x="89637" y="68101"/>
                  </a:lnTo>
                  <a:lnTo>
                    <a:pt x="89352" y="68065"/>
                  </a:lnTo>
                  <a:lnTo>
                    <a:pt x="86795" y="67721"/>
                  </a:lnTo>
                  <a:lnTo>
                    <a:pt x="72606" y="65807"/>
                  </a:lnTo>
                  <a:lnTo>
                    <a:pt x="72064" y="65734"/>
                  </a:lnTo>
                  <a:lnTo>
                    <a:pt x="71274" y="65628"/>
                  </a:lnTo>
                  <a:lnTo>
                    <a:pt x="65506" y="64981"/>
                  </a:lnTo>
                  <a:lnTo>
                    <a:pt x="64383" y="69596"/>
                  </a:lnTo>
                  <a:lnTo>
                    <a:pt x="64007" y="71143"/>
                  </a:lnTo>
                  <a:lnTo>
                    <a:pt x="63970" y="71470"/>
                  </a:lnTo>
                  <a:lnTo>
                    <a:pt x="63861" y="72440"/>
                  </a:lnTo>
                  <a:lnTo>
                    <a:pt x="65074" y="73867"/>
                  </a:lnTo>
                  <a:lnTo>
                    <a:pt x="67594" y="74210"/>
                  </a:lnTo>
                  <a:lnTo>
                    <a:pt x="67458" y="76256"/>
                  </a:lnTo>
                  <a:lnTo>
                    <a:pt x="67132" y="81188"/>
                  </a:lnTo>
                  <a:lnTo>
                    <a:pt x="65638" y="81096"/>
                  </a:lnTo>
                  <a:lnTo>
                    <a:pt x="62908" y="80927"/>
                  </a:lnTo>
                  <a:lnTo>
                    <a:pt x="62635" y="83358"/>
                  </a:lnTo>
                  <a:lnTo>
                    <a:pt x="68409" y="83959"/>
                  </a:lnTo>
                  <a:lnTo>
                    <a:pt x="68915" y="84026"/>
                  </a:lnTo>
                  <a:lnTo>
                    <a:pt x="69082" y="84048"/>
                  </a:lnTo>
                  <a:lnTo>
                    <a:pt x="74272" y="84732"/>
                  </a:lnTo>
                  <a:lnTo>
                    <a:pt x="74607" y="84773"/>
                  </a:lnTo>
                  <a:lnTo>
                    <a:pt x="87558" y="86362"/>
                  </a:lnTo>
                  <a:lnTo>
                    <a:pt x="93756" y="87123"/>
                  </a:lnTo>
                  <a:lnTo>
                    <a:pt x="94077" y="87162"/>
                  </a:lnTo>
                  <a:lnTo>
                    <a:pt x="94398" y="87201"/>
                  </a:lnTo>
                  <a:lnTo>
                    <a:pt x="94806" y="87259"/>
                  </a:lnTo>
                  <a:lnTo>
                    <a:pt x="95538" y="87363"/>
                  </a:lnTo>
                  <a:lnTo>
                    <a:pt x="96438" y="87490"/>
                  </a:lnTo>
                  <a:lnTo>
                    <a:pt x="93527" y="106009"/>
                  </a:lnTo>
                  <a:lnTo>
                    <a:pt x="93428" y="106628"/>
                  </a:lnTo>
                  <a:lnTo>
                    <a:pt x="91752" y="106464"/>
                  </a:lnTo>
                  <a:lnTo>
                    <a:pt x="91409" y="106430"/>
                  </a:lnTo>
                  <a:lnTo>
                    <a:pt x="89192" y="106212"/>
                  </a:lnTo>
                  <a:lnTo>
                    <a:pt x="86479" y="105945"/>
                  </a:lnTo>
                  <a:lnTo>
                    <a:pt x="85382" y="105837"/>
                  </a:lnTo>
                  <a:lnTo>
                    <a:pt x="83831" y="105685"/>
                  </a:lnTo>
                  <a:lnTo>
                    <a:pt x="83393" y="105642"/>
                  </a:lnTo>
                  <a:lnTo>
                    <a:pt x="82789" y="105588"/>
                  </a:lnTo>
                  <a:lnTo>
                    <a:pt x="80561" y="105386"/>
                  </a:lnTo>
                  <a:lnTo>
                    <a:pt x="79583" y="105298"/>
                  </a:lnTo>
                  <a:lnTo>
                    <a:pt x="76930" y="105083"/>
                  </a:lnTo>
                  <a:lnTo>
                    <a:pt x="76255" y="105028"/>
                  </a:lnTo>
                  <a:lnTo>
                    <a:pt x="74451" y="104839"/>
                  </a:lnTo>
                  <a:lnTo>
                    <a:pt x="73017" y="104690"/>
                  </a:lnTo>
                  <a:lnTo>
                    <a:pt x="72251" y="104620"/>
                  </a:lnTo>
                  <a:lnTo>
                    <a:pt x="69984" y="104415"/>
                  </a:lnTo>
                  <a:lnTo>
                    <a:pt x="69009" y="104327"/>
                  </a:lnTo>
                  <a:lnTo>
                    <a:pt x="67705" y="104191"/>
                  </a:lnTo>
                  <a:lnTo>
                    <a:pt x="67130" y="104132"/>
                  </a:lnTo>
                  <a:lnTo>
                    <a:pt x="66517" y="104068"/>
                  </a:lnTo>
                  <a:lnTo>
                    <a:pt x="65276" y="103939"/>
                  </a:lnTo>
                  <a:lnTo>
                    <a:pt x="64859" y="103895"/>
                  </a:lnTo>
                  <a:lnTo>
                    <a:pt x="64611" y="103870"/>
                  </a:lnTo>
                  <a:lnTo>
                    <a:pt x="64411" y="103849"/>
                  </a:lnTo>
                  <a:lnTo>
                    <a:pt x="60640" y="103461"/>
                  </a:lnTo>
                  <a:lnTo>
                    <a:pt x="60388" y="103435"/>
                  </a:lnTo>
                  <a:lnTo>
                    <a:pt x="58915" y="103283"/>
                  </a:lnTo>
                  <a:lnTo>
                    <a:pt x="58644" y="103258"/>
                  </a:lnTo>
                  <a:lnTo>
                    <a:pt x="57867" y="103184"/>
                  </a:lnTo>
                  <a:lnTo>
                    <a:pt x="57013" y="103103"/>
                  </a:lnTo>
                  <a:lnTo>
                    <a:pt x="51370" y="102568"/>
                  </a:lnTo>
                  <a:lnTo>
                    <a:pt x="48363" y="102267"/>
                  </a:lnTo>
                  <a:lnTo>
                    <a:pt x="46803" y="102111"/>
                  </a:lnTo>
                  <a:lnTo>
                    <a:pt x="44363" y="101867"/>
                  </a:lnTo>
                  <a:lnTo>
                    <a:pt x="41826" y="101634"/>
                  </a:lnTo>
                  <a:lnTo>
                    <a:pt x="40649" y="101527"/>
                  </a:lnTo>
                  <a:lnTo>
                    <a:pt x="40174" y="101481"/>
                  </a:lnTo>
                  <a:lnTo>
                    <a:pt x="39727" y="101438"/>
                  </a:lnTo>
                  <a:lnTo>
                    <a:pt x="37165" y="101193"/>
                  </a:lnTo>
                  <a:lnTo>
                    <a:pt x="35283" y="101012"/>
                  </a:lnTo>
                  <a:lnTo>
                    <a:pt x="34412" y="100929"/>
                  </a:lnTo>
                  <a:lnTo>
                    <a:pt x="31598" y="100648"/>
                  </a:lnTo>
                  <a:lnTo>
                    <a:pt x="29877" y="100476"/>
                  </a:lnTo>
                  <a:lnTo>
                    <a:pt x="24886" y="99977"/>
                  </a:lnTo>
                  <a:lnTo>
                    <a:pt x="24497" y="99939"/>
                  </a:lnTo>
                  <a:lnTo>
                    <a:pt x="22637" y="99764"/>
                  </a:lnTo>
                  <a:lnTo>
                    <a:pt x="22165" y="99720"/>
                  </a:lnTo>
                  <a:lnTo>
                    <a:pt x="20557" y="99562"/>
                  </a:lnTo>
                  <a:lnTo>
                    <a:pt x="19609" y="99469"/>
                  </a:lnTo>
                  <a:lnTo>
                    <a:pt x="19404" y="99449"/>
                  </a:lnTo>
                  <a:lnTo>
                    <a:pt x="18351" y="99346"/>
                  </a:lnTo>
                  <a:lnTo>
                    <a:pt x="17995" y="99311"/>
                  </a:lnTo>
                  <a:lnTo>
                    <a:pt x="17466" y="99266"/>
                  </a:lnTo>
                  <a:lnTo>
                    <a:pt x="16244" y="99162"/>
                  </a:lnTo>
                  <a:lnTo>
                    <a:pt x="15457" y="99095"/>
                  </a:lnTo>
                  <a:lnTo>
                    <a:pt x="14060" y="98966"/>
                  </a:lnTo>
                  <a:lnTo>
                    <a:pt x="13059" y="98873"/>
                  </a:lnTo>
                  <a:lnTo>
                    <a:pt x="12021" y="98778"/>
                  </a:lnTo>
                  <a:lnTo>
                    <a:pt x="11037" y="98687"/>
                  </a:lnTo>
                  <a:lnTo>
                    <a:pt x="10615" y="98648"/>
                  </a:lnTo>
                  <a:lnTo>
                    <a:pt x="9761" y="98569"/>
                  </a:lnTo>
                  <a:lnTo>
                    <a:pt x="9604" y="98555"/>
                  </a:lnTo>
                  <a:lnTo>
                    <a:pt x="8429" y="98446"/>
                  </a:lnTo>
                  <a:lnTo>
                    <a:pt x="7840" y="98392"/>
                  </a:lnTo>
                  <a:lnTo>
                    <a:pt x="6501" y="98268"/>
                  </a:lnTo>
                  <a:lnTo>
                    <a:pt x="6260" y="98246"/>
                  </a:lnTo>
                  <a:lnTo>
                    <a:pt x="5398" y="98166"/>
                  </a:lnTo>
                  <a:lnTo>
                    <a:pt x="5005" y="98130"/>
                  </a:lnTo>
                  <a:lnTo>
                    <a:pt x="4463" y="98090"/>
                  </a:lnTo>
                  <a:lnTo>
                    <a:pt x="3645" y="98029"/>
                  </a:lnTo>
                  <a:lnTo>
                    <a:pt x="3352" y="98007"/>
                  </a:lnTo>
                  <a:lnTo>
                    <a:pt x="2888" y="97973"/>
                  </a:lnTo>
                  <a:lnTo>
                    <a:pt x="2295" y="97926"/>
                  </a:lnTo>
                  <a:lnTo>
                    <a:pt x="2024" y="97893"/>
                  </a:lnTo>
                  <a:lnTo>
                    <a:pt x="1543" y="97836"/>
                  </a:lnTo>
                  <a:lnTo>
                    <a:pt x="1076" y="97780"/>
                  </a:lnTo>
                  <a:lnTo>
                    <a:pt x="0" y="97651"/>
                  </a:lnTo>
                  <a:lnTo>
                    <a:pt x="279" y="97025"/>
                  </a:lnTo>
                  <a:lnTo>
                    <a:pt x="707" y="96068"/>
                  </a:lnTo>
                  <a:lnTo>
                    <a:pt x="867" y="95709"/>
                  </a:lnTo>
                  <a:lnTo>
                    <a:pt x="976" y="95464"/>
                  </a:lnTo>
                  <a:lnTo>
                    <a:pt x="1596" y="94077"/>
                  </a:lnTo>
                  <a:lnTo>
                    <a:pt x="2620" y="91785"/>
                  </a:lnTo>
                  <a:lnTo>
                    <a:pt x="2985" y="90968"/>
                  </a:lnTo>
                  <a:lnTo>
                    <a:pt x="3971" y="88760"/>
                  </a:lnTo>
                  <a:lnTo>
                    <a:pt x="4900" y="86682"/>
                  </a:lnTo>
                  <a:lnTo>
                    <a:pt x="6297" y="83555"/>
                  </a:lnTo>
                  <a:lnTo>
                    <a:pt x="7131" y="81688"/>
                  </a:lnTo>
                  <a:lnTo>
                    <a:pt x="7793" y="80205"/>
                  </a:lnTo>
                  <a:lnTo>
                    <a:pt x="8154" y="79396"/>
                  </a:lnTo>
                  <a:lnTo>
                    <a:pt x="8591" y="78418"/>
                  </a:lnTo>
                  <a:lnTo>
                    <a:pt x="9237" y="77024"/>
                  </a:lnTo>
                  <a:lnTo>
                    <a:pt x="9429" y="76609"/>
                  </a:lnTo>
                  <a:lnTo>
                    <a:pt x="10669" y="73932"/>
                  </a:lnTo>
                  <a:lnTo>
                    <a:pt x="10889" y="73454"/>
                  </a:lnTo>
                  <a:lnTo>
                    <a:pt x="11291" y="72549"/>
                  </a:lnTo>
                  <a:lnTo>
                    <a:pt x="11589" y="71878"/>
                  </a:lnTo>
                  <a:lnTo>
                    <a:pt x="13402" y="67799"/>
                  </a:lnTo>
                  <a:lnTo>
                    <a:pt x="15597" y="62807"/>
                  </a:lnTo>
                  <a:lnTo>
                    <a:pt x="18070" y="57183"/>
                  </a:lnTo>
                  <a:lnTo>
                    <a:pt x="18269" y="56730"/>
                  </a:lnTo>
                  <a:lnTo>
                    <a:pt x="20764" y="51057"/>
                  </a:lnTo>
                  <a:lnTo>
                    <a:pt x="20831" y="50904"/>
                  </a:lnTo>
                  <a:lnTo>
                    <a:pt x="20948" y="50649"/>
                  </a:lnTo>
                  <a:lnTo>
                    <a:pt x="21435" y="49581"/>
                  </a:lnTo>
                  <a:lnTo>
                    <a:pt x="22748" y="46704"/>
                  </a:lnTo>
                  <a:lnTo>
                    <a:pt x="23393" y="45291"/>
                  </a:lnTo>
                  <a:lnTo>
                    <a:pt x="24234" y="43449"/>
                  </a:lnTo>
                  <a:lnTo>
                    <a:pt x="25320" y="41070"/>
                  </a:lnTo>
                  <a:lnTo>
                    <a:pt x="27395" y="36524"/>
                  </a:lnTo>
                  <a:lnTo>
                    <a:pt x="28617" y="33846"/>
                  </a:lnTo>
                  <a:lnTo>
                    <a:pt x="29151" y="32676"/>
                  </a:lnTo>
                  <a:lnTo>
                    <a:pt x="31698" y="27095"/>
                  </a:lnTo>
                  <a:lnTo>
                    <a:pt x="31820" y="26827"/>
                  </a:lnTo>
                  <a:lnTo>
                    <a:pt x="32226" y="25939"/>
                  </a:lnTo>
                  <a:lnTo>
                    <a:pt x="32392" y="25574"/>
                  </a:lnTo>
                  <a:lnTo>
                    <a:pt x="33204" y="23796"/>
                  </a:lnTo>
                  <a:lnTo>
                    <a:pt x="33426" y="23756"/>
                  </a:lnTo>
                  <a:lnTo>
                    <a:pt x="34839" y="24188"/>
                  </a:lnTo>
                  <a:lnTo>
                    <a:pt x="36583" y="24589"/>
                  </a:lnTo>
                  <a:lnTo>
                    <a:pt x="47457" y="27091"/>
                  </a:lnTo>
                  <a:lnTo>
                    <a:pt x="54558" y="28782"/>
                  </a:lnTo>
                  <a:lnTo>
                    <a:pt x="55568" y="29013"/>
                  </a:lnTo>
                  <a:lnTo>
                    <a:pt x="55638" y="28810"/>
                  </a:lnTo>
                  <a:lnTo>
                    <a:pt x="56453" y="26453"/>
                  </a:lnTo>
                  <a:lnTo>
                    <a:pt x="58413" y="21833"/>
                  </a:lnTo>
                  <a:lnTo>
                    <a:pt x="58680" y="21204"/>
                  </a:lnTo>
                  <a:lnTo>
                    <a:pt x="64535" y="8388"/>
                  </a:lnTo>
                  <a:lnTo>
                    <a:pt x="66178" y="4671"/>
                  </a:lnTo>
                  <a:lnTo>
                    <a:pt x="68243" y="0"/>
                  </a:lnTo>
                  <a:lnTo>
                    <a:pt x="73561" y="4204"/>
                  </a:lnTo>
                  <a:lnTo>
                    <a:pt x="77871" y="7611"/>
                  </a:lnTo>
                  <a:lnTo>
                    <a:pt x="82082" y="10941"/>
                  </a:lnTo>
                  <a:lnTo>
                    <a:pt x="82352" y="11154"/>
                  </a:lnTo>
                  <a:lnTo>
                    <a:pt x="85829" y="13505"/>
                  </a:lnTo>
                  <a:lnTo>
                    <a:pt x="86422" y="13512"/>
                  </a:lnTo>
                  <a:lnTo>
                    <a:pt x="86747" y="13593"/>
                  </a:lnTo>
                  <a:lnTo>
                    <a:pt x="91804" y="14855"/>
                  </a:lnTo>
                  <a:lnTo>
                    <a:pt x="95561" y="15793"/>
                  </a:lnTo>
                  <a:lnTo>
                    <a:pt x="95983" y="15888"/>
                  </a:lnTo>
                  <a:lnTo>
                    <a:pt x="105023" y="17940"/>
                  </a:lnTo>
                  <a:lnTo>
                    <a:pt x="109899" y="19047"/>
                  </a:lnTo>
                  <a:lnTo>
                    <a:pt x="110221" y="19120"/>
                  </a:lnTo>
                  <a:lnTo>
                    <a:pt x="110451" y="19171"/>
                  </a:lnTo>
                  <a:lnTo>
                    <a:pt x="112005" y="19516"/>
                  </a:lnTo>
                  <a:lnTo>
                    <a:pt x="113569" y="19864"/>
                  </a:lnTo>
                  <a:lnTo>
                    <a:pt x="112421" y="2422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6" name="pg175"/>
            <p:cNvSpPr/>
            <p:nvPr/>
          </p:nvSpPr>
          <p:spPr>
            <a:xfrm>
              <a:off x="2950653" y="2815034"/>
              <a:ext cx="84572" cy="47196"/>
            </a:xfrm>
            <a:custGeom>
              <a:avLst/>
              <a:pathLst>
                <a:path w="84572" h="47196">
                  <a:moveTo>
                    <a:pt x="54975" y="4801"/>
                  </a:moveTo>
                  <a:lnTo>
                    <a:pt x="58462" y="5091"/>
                  </a:lnTo>
                  <a:lnTo>
                    <a:pt x="58729" y="4925"/>
                  </a:lnTo>
                  <a:lnTo>
                    <a:pt x="59013" y="4748"/>
                  </a:lnTo>
                  <a:lnTo>
                    <a:pt x="59191" y="4760"/>
                  </a:lnTo>
                  <a:lnTo>
                    <a:pt x="59582" y="4787"/>
                  </a:lnTo>
                  <a:lnTo>
                    <a:pt x="59811" y="4802"/>
                  </a:lnTo>
                  <a:lnTo>
                    <a:pt x="62045" y="4983"/>
                  </a:lnTo>
                  <a:lnTo>
                    <a:pt x="62332" y="5006"/>
                  </a:lnTo>
                  <a:lnTo>
                    <a:pt x="66310" y="5328"/>
                  </a:lnTo>
                  <a:lnTo>
                    <a:pt x="70517" y="5669"/>
                  </a:lnTo>
                  <a:lnTo>
                    <a:pt x="74881" y="6022"/>
                  </a:lnTo>
                  <a:lnTo>
                    <a:pt x="75191" y="6047"/>
                  </a:lnTo>
                  <a:lnTo>
                    <a:pt x="75058" y="6909"/>
                  </a:lnTo>
                  <a:lnTo>
                    <a:pt x="80318" y="7165"/>
                  </a:lnTo>
                  <a:lnTo>
                    <a:pt x="81387" y="7218"/>
                  </a:lnTo>
                  <a:lnTo>
                    <a:pt x="81774" y="7236"/>
                  </a:lnTo>
                  <a:lnTo>
                    <a:pt x="81780" y="7783"/>
                  </a:lnTo>
                  <a:lnTo>
                    <a:pt x="81812" y="10353"/>
                  </a:lnTo>
                  <a:lnTo>
                    <a:pt x="81817" y="10737"/>
                  </a:lnTo>
                  <a:lnTo>
                    <a:pt x="81821" y="11070"/>
                  </a:lnTo>
                  <a:lnTo>
                    <a:pt x="81825" y="11387"/>
                  </a:lnTo>
                  <a:lnTo>
                    <a:pt x="81851" y="13487"/>
                  </a:lnTo>
                  <a:lnTo>
                    <a:pt x="81867" y="14765"/>
                  </a:lnTo>
                  <a:lnTo>
                    <a:pt x="81872" y="15157"/>
                  </a:lnTo>
                  <a:lnTo>
                    <a:pt x="81902" y="17516"/>
                  </a:lnTo>
                  <a:lnTo>
                    <a:pt x="81920" y="20089"/>
                  </a:lnTo>
                  <a:lnTo>
                    <a:pt x="81937" y="22428"/>
                  </a:lnTo>
                  <a:lnTo>
                    <a:pt x="81940" y="22839"/>
                  </a:lnTo>
                  <a:lnTo>
                    <a:pt x="81948" y="23956"/>
                  </a:lnTo>
                  <a:lnTo>
                    <a:pt x="81950" y="24147"/>
                  </a:lnTo>
                  <a:lnTo>
                    <a:pt x="81981" y="28467"/>
                  </a:lnTo>
                  <a:lnTo>
                    <a:pt x="81998" y="30833"/>
                  </a:lnTo>
                  <a:lnTo>
                    <a:pt x="82049" y="31151"/>
                  </a:lnTo>
                  <a:lnTo>
                    <a:pt x="82291" y="32661"/>
                  </a:lnTo>
                  <a:lnTo>
                    <a:pt x="83527" y="35655"/>
                  </a:lnTo>
                  <a:lnTo>
                    <a:pt x="83870" y="36608"/>
                  </a:lnTo>
                  <a:lnTo>
                    <a:pt x="84572" y="39307"/>
                  </a:lnTo>
                  <a:lnTo>
                    <a:pt x="84467" y="40598"/>
                  </a:lnTo>
                  <a:lnTo>
                    <a:pt x="83746" y="45523"/>
                  </a:lnTo>
                  <a:lnTo>
                    <a:pt x="83676" y="45997"/>
                  </a:lnTo>
                  <a:lnTo>
                    <a:pt x="83470" y="47196"/>
                  </a:lnTo>
                  <a:lnTo>
                    <a:pt x="83252" y="47174"/>
                  </a:lnTo>
                  <a:lnTo>
                    <a:pt x="72748" y="46138"/>
                  </a:lnTo>
                  <a:lnTo>
                    <a:pt x="71771" y="46041"/>
                  </a:lnTo>
                  <a:lnTo>
                    <a:pt x="71356" y="45545"/>
                  </a:lnTo>
                  <a:lnTo>
                    <a:pt x="70339" y="43402"/>
                  </a:lnTo>
                  <a:lnTo>
                    <a:pt x="69027" y="43282"/>
                  </a:lnTo>
                  <a:lnTo>
                    <a:pt x="65385" y="42947"/>
                  </a:lnTo>
                  <a:lnTo>
                    <a:pt x="63137" y="42740"/>
                  </a:lnTo>
                  <a:lnTo>
                    <a:pt x="59528" y="42409"/>
                  </a:lnTo>
                  <a:lnTo>
                    <a:pt x="59177" y="42376"/>
                  </a:lnTo>
                  <a:lnTo>
                    <a:pt x="54040" y="41904"/>
                  </a:lnTo>
                  <a:lnTo>
                    <a:pt x="53307" y="41837"/>
                  </a:lnTo>
                  <a:lnTo>
                    <a:pt x="53448" y="40352"/>
                  </a:lnTo>
                  <a:lnTo>
                    <a:pt x="47761" y="39791"/>
                  </a:lnTo>
                  <a:lnTo>
                    <a:pt x="45892" y="38892"/>
                  </a:lnTo>
                  <a:lnTo>
                    <a:pt x="42742" y="38597"/>
                  </a:lnTo>
                  <a:lnTo>
                    <a:pt x="37437" y="38100"/>
                  </a:lnTo>
                  <a:lnTo>
                    <a:pt x="37355" y="38780"/>
                  </a:lnTo>
                  <a:lnTo>
                    <a:pt x="31159" y="38199"/>
                  </a:lnTo>
                  <a:lnTo>
                    <a:pt x="26131" y="37728"/>
                  </a:lnTo>
                  <a:lnTo>
                    <a:pt x="24896" y="37613"/>
                  </a:lnTo>
                  <a:lnTo>
                    <a:pt x="19883" y="37143"/>
                  </a:lnTo>
                  <a:lnTo>
                    <a:pt x="19106" y="37192"/>
                  </a:lnTo>
                  <a:lnTo>
                    <a:pt x="17822" y="44685"/>
                  </a:lnTo>
                  <a:lnTo>
                    <a:pt x="17716" y="45280"/>
                  </a:lnTo>
                  <a:lnTo>
                    <a:pt x="16957" y="45245"/>
                  </a:lnTo>
                  <a:lnTo>
                    <a:pt x="12724" y="44773"/>
                  </a:lnTo>
                  <a:lnTo>
                    <a:pt x="10523" y="44527"/>
                  </a:lnTo>
                  <a:lnTo>
                    <a:pt x="2567" y="43638"/>
                  </a:lnTo>
                  <a:lnTo>
                    <a:pt x="2322" y="43611"/>
                  </a:lnTo>
                  <a:lnTo>
                    <a:pt x="1944" y="43568"/>
                  </a:lnTo>
                  <a:lnTo>
                    <a:pt x="762" y="43436"/>
                  </a:lnTo>
                  <a:lnTo>
                    <a:pt x="0" y="43185"/>
                  </a:lnTo>
                  <a:lnTo>
                    <a:pt x="199" y="42747"/>
                  </a:lnTo>
                  <a:lnTo>
                    <a:pt x="517" y="42047"/>
                  </a:lnTo>
                  <a:lnTo>
                    <a:pt x="670" y="41709"/>
                  </a:lnTo>
                  <a:lnTo>
                    <a:pt x="1476" y="39831"/>
                  </a:lnTo>
                  <a:lnTo>
                    <a:pt x="1847" y="38795"/>
                  </a:lnTo>
                  <a:lnTo>
                    <a:pt x="2162" y="37915"/>
                  </a:lnTo>
                  <a:lnTo>
                    <a:pt x="2325" y="37460"/>
                  </a:lnTo>
                  <a:lnTo>
                    <a:pt x="3623" y="33255"/>
                  </a:lnTo>
                  <a:lnTo>
                    <a:pt x="4338" y="30259"/>
                  </a:lnTo>
                  <a:lnTo>
                    <a:pt x="5054" y="26367"/>
                  </a:lnTo>
                  <a:lnTo>
                    <a:pt x="5113" y="25786"/>
                  </a:lnTo>
                  <a:lnTo>
                    <a:pt x="5136" y="25561"/>
                  </a:lnTo>
                  <a:lnTo>
                    <a:pt x="5266" y="24286"/>
                  </a:lnTo>
                  <a:lnTo>
                    <a:pt x="5304" y="23914"/>
                  </a:lnTo>
                  <a:lnTo>
                    <a:pt x="4852" y="23834"/>
                  </a:lnTo>
                  <a:lnTo>
                    <a:pt x="4944" y="23249"/>
                  </a:lnTo>
                  <a:lnTo>
                    <a:pt x="7860" y="4694"/>
                  </a:lnTo>
                  <a:lnTo>
                    <a:pt x="7908" y="4387"/>
                  </a:lnTo>
                  <a:lnTo>
                    <a:pt x="8598" y="0"/>
                  </a:lnTo>
                  <a:lnTo>
                    <a:pt x="11064" y="400"/>
                  </a:lnTo>
                  <a:lnTo>
                    <a:pt x="12315" y="603"/>
                  </a:lnTo>
                  <a:lnTo>
                    <a:pt x="12743" y="673"/>
                  </a:lnTo>
                  <a:lnTo>
                    <a:pt x="13440" y="739"/>
                  </a:lnTo>
                  <a:lnTo>
                    <a:pt x="24090" y="1760"/>
                  </a:lnTo>
                  <a:lnTo>
                    <a:pt x="24561" y="1811"/>
                  </a:lnTo>
                  <a:lnTo>
                    <a:pt x="31203" y="2538"/>
                  </a:lnTo>
                  <a:lnTo>
                    <a:pt x="31690" y="2587"/>
                  </a:lnTo>
                  <a:lnTo>
                    <a:pt x="31853" y="2603"/>
                  </a:lnTo>
                  <a:lnTo>
                    <a:pt x="38833" y="3308"/>
                  </a:lnTo>
                  <a:lnTo>
                    <a:pt x="39175" y="3342"/>
                  </a:lnTo>
                  <a:lnTo>
                    <a:pt x="45659" y="3996"/>
                  </a:lnTo>
                  <a:lnTo>
                    <a:pt x="46585" y="4082"/>
                  </a:lnTo>
                  <a:lnTo>
                    <a:pt x="48777" y="4284"/>
                  </a:lnTo>
                  <a:lnTo>
                    <a:pt x="49618" y="4354"/>
                  </a:lnTo>
                  <a:lnTo>
                    <a:pt x="53594" y="4686"/>
                  </a:lnTo>
                  <a:lnTo>
                    <a:pt x="54019" y="472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7" name="pg176"/>
            <p:cNvSpPr/>
            <p:nvPr/>
          </p:nvSpPr>
          <p:spPr>
            <a:xfrm>
              <a:off x="3032434" y="2822817"/>
              <a:ext cx="91426" cy="43106"/>
            </a:xfrm>
            <a:custGeom>
              <a:avLst/>
              <a:pathLst>
                <a:path w="91426" h="43106">
                  <a:moveTo>
                    <a:pt x="85262" y="6811"/>
                  </a:moveTo>
                  <a:lnTo>
                    <a:pt x="88486" y="7107"/>
                  </a:lnTo>
                  <a:lnTo>
                    <a:pt x="88716" y="8635"/>
                  </a:lnTo>
                  <a:lnTo>
                    <a:pt x="88762" y="8937"/>
                  </a:lnTo>
                  <a:lnTo>
                    <a:pt x="88905" y="9886"/>
                  </a:lnTo>
                  <a:lnTo>
                    <a:pt x="89592" y="14440"/>
                  </a:lnTo>
                  <a:lnTo>
                    <a:pt x="89791" y="15762"/>
                  </a:lnTo>
                  <a:lnTo>
                    <a:pt x="89949" y="16810"/>
                  </a:lnTo>
                  <a:lnTo>
                    <a:pt x="90210" y="18534"/>
                  </a:lnTo>
                  <a:lnTo>
                    <a:pt x="90523" y="20615"/>
                  </a:lnTo>
                  <a:lnTo>
                    <a:pt x="90911" y="23416"/>
                  </a:lnTo>
                  <a:lnTo>
                    <a:pt x="91016" y="24173"/>
                  </a:lnTo>
                  <a:lnTo>
                    <a:pt x="91357" y="27020"/>
                  </a:lnTo>
                  <a:lnTo>
                    <a:pt x="91426" y="27595"/>
                  </a:lnTo>
                  <a:lnTo>
                    <a:pt x="85592" y="28669"/>
                  </a:lnTo>
                  <a:lnTo>
                    <a:pt x="83010" y="29144"/>
                  </a:lnTo>
                  <a:lnTo>
                    <a:pt x="82685" y="29196"/>
                  </a:lnTo>
                  <a:lnTo>
                    <a:pt x="78406" y="29884"/>
                  </a:lnTo>
                  <a:lnTo>
                    <a:pt x="75472" y="30051"/>
                  </a:lnTo>
                  <a:lnTo>
                    <a:pt x="74515" y="30113"/>
                  </a:lnTo>
                  <a:lnTo>
                    <a:pt x="73012" y="30095"/>
                  </a:lnTo>
                  <a:lnTo>
                    <a:pt x="72609" y="30075"/>
                  </a:lnTo>
                  <a:lnTo>
                    <a:pt x="71060" y="29945"/>
                  </a:lnTo>
                  <a:lnTo>
                    <a:pt x="64715" y="29173"/>
                  </a:lnTo>
                  <a:lnTo>
                    <a:pt x="59583" y="28716"/>
                  </a:lnTo>
                  <a:lnTo>
                    <a:pt x="57090" y="28494"/>
                  </a:lnTo>
                  <a:lnTo>
                    <a:pt x="56314" y="28425"/>
                  </a:lnTo>
                  <a:lnTo>
                    <a:pt x="48419" y="28017"/>
                  </a:lnTo>
                  <a:lnTo>
                    <a:pt x="40640" y="27184"/>
                  </a:lnTo>
                  <a:lnTo>
                    <a:pt x="33365" y="26588"/>
                  </a:lnTo>
                  <a:lnTo>
                    <a:pt x="33089" y="26562"/>
                  </a:lnTo>
                  <a:lnTo>
                    <a:pt x="33047" y="26987"/>
                  </a:lnTo>
                  <a:lnTo>
                    <a:pt x="32954" y="27914"/>
                  </a:lnTo>
                  <a:lnTo>
                    <a:pt x="32919" y="28259"/>
                  </a:lnTo>
                  <a:lnTo>
                    <a:pt x="32861" y="28837"/>
                  </a:lnTo>
                  <a:lnTo>
                    <a:pt x="32246" y="36439"/>
                  </a:lnTo>
                  <a:lnTo>
                    <a:pt x="32071" y="37760"/>
                  </a:lnTo>
                  <a:lnTo>
                    <a:pt x="31660" y="40862"/>
                  </a:lnTo>
                  <a:lnTo>
                    <a:pt x="31363" y="43106"/>
                  </a:lnTo>
                  <a:lnTo>
                    <a:pt x="26832" y="42586"/>
                  </a:lnTo>
                  <a:lnTo>
                    <a:pt x="25909" y="42656"/>
                  </a:lnTo>
                  <a:lnTo>
                    <a:pt x="25742" y="42669"/>
                  </a:lnTo>
                  <a:lnTo>
                    <a:pt x="20848" y="42221"/>
                  </a:lnTo>
                  <a:lnTo>
                    <a:pt x="15532" y="41734"/>
                  </a:lnTo>
                  <a:lnTo>
                    <a:pt x="15737" y="39610"/>
                  </a:lnTo>
                  <a:lnTo>
                    <a:pt x="2242" y="38248"/>
                  </a:lnTo>
                  <a:lnTo>
                    <a:pt x="1895" y="38213"/>
                  </a:lnTo>
                  <a:lnTo>
                    <a:pt x="1965" y="37740"/>
                  </a:lnTo>
                  <a:lnTo>
                    <a:pt x="2687" y="32814"/>
                  </a:lnTo>
                  <a:lnTo>
                    <a:pt x="2791" y="31523"/>
                  </a:lnTo>
                  <a:lnTo>
                    <a:pt x="2089" y="28824"/>
                  </a:lnTo>
                  <a:lnTo>
                    <a:pt x="1746" y="27871"/>
                  </a:lnTo>
                  <a:lnTo>
                    <a:pt x="510" y="24878"/>
                  </a:lnTo>
                  <a:lnTo>
                    <a:pt x="268" y="23368"/>
                  </a:lnTo>
                  <a:lnTo>
                    <a:pt x="217" y="23050"/>
                  </a:lnTo>
                  <a:lnTo>
                    <a:pt x="200" y="20684"/>
                  </a:lnTo>
                  <a:lnTo>
                    <a:pt x="169" y="16364"/>
                  </a:lnTo>
                  <a:lnTo>
                    <a:pt x="167" y="16173"/>
                  </a:lnTo>
                  <a:lnTo>
                    <a:pt x="159" y="15056"/>
                  </a:lnTo>
                  <a:lnTo>
                    <a:pt x="156" y="14644"/>
                  </a:lnTo>
                  <a:lnTo>
                    <a:pt x="139" y="12306"/>
                  </a:lnTo>
                  <a:lnTo>
                    <a:pt x="121" y="9733"/>
                  </a:lnTo>
                  <a:lnTo>
                    <a:pt x="91" y="7373"/>
                  </a:lnTo>
                  <a:lnTo>
                    <a:pt x="86" y="6982"/>
                  </a:lnTo>
                  <a:lnTo>
                    <a:pt x="70" y="5704"/>
                  </a:lnTo>
                  <a:lnTo>
                    <a:pt x="44" y="3604"/>
                  </a:lnTo>
                  <a:lnTo>
                    <a:pt x="40" y="3286"/>
                  </a:lnTo>
                  <a:lnTo>
                    <a:pt x="36" y="2954"/>
                  </a:lnTo>
                  <a:lnTo>
                    <a:pt x="32" y="2569"/>
                  </a:lnTo>
                  <a:lnTo>
                    <a:pt x="0" y="0"/>
                  </a:lnTo>
                  <a:lnTo>
                    <a:pt x="502" y="32"/>
                  </a:lnTo>
                  <a:lnTo>
                    <a:pt x="5932" y="381"/>
                  </a:lnTo>
                  <a:lnTo>
                    <a:pt x="13586" y="874"/>
                  </a:lnTo>
                  <a:lnTo>
                    <a:pt x="17024" y="1095"/>
                  </a:lnTo>
                  <a:lnTo>
                    <a:pt x="19445" y="1251"/>
                  </a:lnTo>
                  <a:lnTo>
                    <a:pt x="21172" y="1362"/>
                  </a:lnTo>
                  <a:lnTo>
                    <a:pt x="23319" y="1501"/>
                  </a:lnTo>
                  <a:lnTo>
                    <a:pt x="25194" y="1621"/>
                  </a:lnTo>
                  <a:lnTo>
                    <a:pt x="28725" y="1849"/>
                  </a:lnTo>
                  <a:lnTo>
                    <a:pt x="28997" y="1866"/>
                  </a:lnTo>
                  <a:lnTo>
                    <a:pt x="32973" y="2122"/>
                  </a:lnTo>
                  <a:lnTo>
                    <a:pt x="33509" y="2157"/>
                  </a:lnTo>
                  <a:lnTo>
                    <a:pt x="42307" y="2723"/>
                  </a:lnTo>
                  <a:lnTo>
                    <a:pt x="42960" y="2780"/>
                  </a:lnTo>
                  <a:lnTo>
                    <a:pt x="45245" y="2979"/>
                  </a:lnTo>
                  <a:lnTo>
                    <a:pt x="52976" y="3711"/>
                  </a:lnTo>
                  <a:lnTo>
                    <a:pt x="53153" y="3728"/>
                  </a:lnTo>
                  <a:lnTo>
                    <a:pt x="57056" y="4097"/>
                  </a:lnTo>
                  <a:lnTo>
                    <a:pt x="59731" y="4351"/>
                  </a:lnTo>
                  <a:lnTo>
                    <a:pt x="61898" y="4556"/>
                  </a:lnTo>
                  <a:lnTo>
                    <a:pt x="62386" y="4604"/>
                  </a:lnTo>
                  <a:lnTo>
                    <a:pt x="67256" y="5083"/>
                  </a:lnTo>
                  <a:lnTo>
                    <a:pt x="71339" y="5485"/>
                  </a:lnTo>
                  <a:lnTo>
                    <a:pt x="73620" y="5710"/>
                  </a:lnTo>
                  <a:lnTo>
                    <a:pt x="76567" y="6000"/>
                  </a:lnTo>
                  <a:lnTo>
                    <a:pt x="77497" y="6091"/>
                  </a:lnTo>
                  <a:lnTo>
                    <a:pt x="79696" y="6291"/>
                  </a:lnTo>
                  <a:lnTo>
                    <a:pt x="81131" y="6421"/>
                  </a:lnTo>
                  <a:lnTo>
                    <a:pt x="82273" y="6525"/>
                  </a:lnTo>
                  <a:lnTo>
                    <a:pt x="82735" y="656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8" name="pg177"/>
            <p:cNvSpPr/>
            <p:nvPr/>
          </p:nvSpPr>
          <p:spPr>
            <a:xfrm>
              <a:off x="3031717" y="2849380"/>
              <a:ext cx="99266" cy="67404"/>
            </a:xfrm>
            <a:custGeom>
              <a:avLst/>
              <a:pathLst>
                <a:path w="99266" h="67404">
                  <a:moveTo>
                    <a:pt x="73729" y="3533"/>
                  </a:moveTo>
                  <a:lnTo>
                    <a:pt x="75232" y="3551"/>
                  </a:lnTo>
                  <a:lnTo>
                    <a:pt x="76188" y="3488"/>
                  </a:lnTo>
                  <a:lnTo>
                    <a:pt x="79123" y="3321"/>
                  </a:lnTo>
                  <a:lnTo>
                    <a:pt x="83402" y="2634"/>
                  </a:lnTo>
                  <a:lnTo>
                    <a:pt x="83727" y="2582"/>
                  </a:lnTo>
                  <a:lnTo>
                    <a:pt x="86313" y="2105"/>
                  </a:lnTo>
                  <a:lnTo>
                    <a:pt x="92142" y="1032"/>
                  </a:lnTo>
                  <a:lnTo>
                    <a:pt x="92281" y="1994"/>
                  </a:lnTo>
                  <a:lnTo>
                    <a:pt x="92468" y="3865"/>
                  </a:lnTo>
                  <a:lnTo>
                    <a:pt x="92496" y="4141"/>
                  </a:lnTo>
                  <a:lnTo>
                    <a:pt x="92614" y="4790"/>
                  </a:lnTo>
                  <a:lnTo>
                    <a:pt x="92804" y="5948"/>
                  </a:lnTo>
                  <a:lnTo>
                    <a:pt x="93234" y="8559"/>
                  </a:lnTo>
                  <a:lnTo>
                    <a:pt x="93534" y="9938"/>
                  </a:lnTo>
                  <a:lnTo>
                    <a:pt x="93744" y="10906"/>
                  </a:lnTo>
                  <a:lnTo>
                    <a:pt x="94016" y="12329"/>
                  </a:lnTo>
                  <a:lnTo>
                    <a:pt x="94321" y="13923"/>
                  </a:lnTo>
                  <a:lnTo>
                    <a:pt x="94361" y="14135"/>
                  </a:lnTo>
                  <a:lnTo>
                    <a:pt x="95113" y="19217"/>
                  </a:lnTo>
                  <a:lnTo>
                    <a:pt x="95438" y="21546"/>
                  </a:lnTo>
                  <a:lnTo>
                    <a:pt x="95523" y="22156"/>
                  </a:lnTo>
                  <a:lnTo>
                    <a:pt x="95560" y="22418"/>
                  </a:lnTo>
                  <a:lnTo>
                    <a:pt x="95801" y="24144"/>
                  </a:lnTo>
                  <a:lnTo>
                    <a:pt x="96115" y="26391"/>
                  </a:lnTo>
                  <a:lnTo>
                    <a:pt x="96547" y="28613"/>
                  </a:lnTo>
                  <a:lnTo>
                    <a:pt x="96607" y="28924"/>
                  </a:lnTo>
                  <a:lnTo>
                    <a:pt x="97260" y="32278"/>
                  </a:lnTo>
                  <a:lnTo>
                    <a:pt x="97867" y="36765"/>
                  </a:lnTo>
                  <a:lnTo>
                    <a:pt x="97945" y="37346"/>
                  </a:lnTo>
                  <a:lnTo>
                    <a:pt x="98388" y="40615"/>
                  </a:lnTo>
                  <a:lnTo>
                    <a:pt x="98876" y="44223"/>
                  </a:lnTo>
                  <a:lnTo>
                    <a:pt x="99127" y="45712"/>
                  </a:lnTo>
                  <a:lnTo>
                    <a:pt x="99266" y="46537"/>
                  </a:lnTo>
                  <a:lnTo>
                    <a:pt x="97518" y="46811"/>
                  </a:lnTo>
                  <a:lnTo>
                    <a:pt x="95409" y="47141"/>
                  </a:lnTo>
                  <a:lnTo>
                    <a:pt x="94917" y="47218"/>
                  </a:lnTo>
                  <a:lnTo>
                    <a:pt x="93893" y="47379"/>
                  </a:lnTo>
                  <a:lnTo>
                    <a:pt x="93632" y="47420"/>
                  </a:lnTo>
                  <a:lnTo>
                    <a:pt x="93097" y="47504"/>
                  </a:lnTo>
                  <a:lnTo>
                    <a:pt x="84908" y="48749"/>
                  </a:lnTo>
                  <a:lnTo>
                    <a:pt x="78658" y="49699"/>
                  </a:lnTo>
                  <a:lnTo>
                    <a:pt x="68504" y="51243"/>
                  </a:lnTo>
                  <a:lnTo>
                    <a:pt x="62726" y="52122"/>
                  </a:lnTo>
                  <a:lnTo>
                    <a:pt x="56766" y="53028"/>
                  </a:lnTo>
                  <a:lnTo>
                    <a:pt x="52091" y="53773"/>
                  </a:lnTo>
                  <a:lnTo>
                    <a:pt x="49362" y="55535"/>
                  </a:lnTo>
                  <a:lnTo>
                    <a:pt x="44816" y="59462"/>
                  </a:lnTo>
                  <a:lnTo>
                    <a:pt x="35482" y="67404"/>
                  </a:lnTo>
                  <a:lnTo>
                    <a:pt x="35353" y="67248"/>
                  </a:lnTo>
                  <a:lnTo>
                    <a:pt x="31433" y="62836"/>
                  </a:lnTo>
                  <a:lnTo>
                    <a:pt x="31274" y="62657"/>
                  </a:lnTo>
                  <a:lnTo>
                    <a:pt x="28675" y="59605"/>
                  </a:lnTo>
                  <a:lnTo>
                    <a:pt x="24861" y="55125"/>
                  </a:lnTo>
                  <a:lnTo>
                    <a:pt x="22709" y="52598"/>
                  </a:lnTo>
                  <a:lnTo>
                    <a:pt x="21198" y="50824"/>
                  </a:lnTo>
                  <a:lnTo>
                    <a:pt x="14017" y="42391"/>
                  </a:lnTo>
                  <a:lnTo>
                    <a:pt x="10004" y="37922"/>
                  </a:lnTo>
                  <a:lnTo>
                    <a:pt x="6131" y="33609"/>
                  </a:lnTo>
                  <a:lnTo>
                    <a:pt x="365" y="27187"/>
                  </a:lnTo>
                  <a:lnTo>
                    <a:pt x="0" y="26780"/>
                  </a:lnTo>
                  <a:lnTo>
                    <a:pt x="21" y="26525"/>
                  </a:lnTo>
                  <a:lnTo>
                    <a:pt x="318" y="24821"/>
                  </a:lnTo>
                  <a:lnTo>
                    <a:pt x="346" y="24662"/>
                  </a:lnTo>
                  <a:lnTo>
                    <a:pt x="370" y="24527"/>
                  </a:lnTo>
                  <a:lnTo>
                    <a:pt x="1537" y="17905"/>
                  </a:lnTo>
                  <a:lnTo>
                    <a:pt x="1583" y="17643"/>
                  </a:lnTo>
                  <a:lnTo>
                    <a:pt x="1647" y="17271"/>
                  </a:lnTo>
                  <a:lnTo>
                    <a:pt x="2406" y="12850"/>
                  </a:lnTo>
                  <a:lnTo>
                    <a:pt x="2612" y="11651"/>
                  </a:lnTo>
                  <a:lnTo>
                    <a:pt x="2958" y="11686"/>
                  </a:lnTo>
                  <a:lnTo>
                    <a:pt x="16454" y="13048"/>
                  </a:lnTo>
                  <a:lnTo>
                    <a:pt x="16249" y="15171"/>
                  </a:lnTo>
                  <a:lnTo>
                    <a:pt x="21565" y="15658"/>
                  </a:lnTo>
                  <a:lnTo>
                    <a:pt x="26459" y="16106"/>
                  </a:lnTo>
                  <a:lnTo>
                    <a:pt x="26626" y="16094"/>
                  </a:lnTo>
                  <a:lnTo>
                    <a:pt x="27549" y="16024"/>
                  </a:lnTo>
                  <a:lnTo>
                    <a:pt x="32080" y="16543"/>
                  </a:lnTo>
                  <a:lnTo>
                    <a:pt x="32377" y="14300"/>
                  </a:lnTo>
                  <a:lnTo>
                    <a:pt x="32788" y="11198"/>
                  </a:lnTo>
                  <a:lnTo>
                    <a:pt x="32963" y="9876"/>
                  </a:lnTo>
                  <a:lnTo>
                    <a:pt x="33578" y="2274"/>
                  </a:lnTo>
                  <a:lnTo>
                    <a:pt x="33636" y="1697"/>
                  </a:lnTo>
                  <a:lnTo>
                    <a:pt x="33670" y="1352"/>
                  </a:lnTo>
                  <a:lnTo>
                    <a:pt x="33764" y="424"/>
                  </a:lnTo>
                  <a:lnTo>
                    <a:pt x="33806" y="0"/>
                  </a:lnTo>
                  <a:lnTo>
                    <a:pt x="34082" y="26"/>
                  </a:lnTo>
                  <a:lnTo>
                    <a:pt x="41357" y="621"/>
                  </a:lnTo>
                  <a:lnTo>
                    <a:pt x="49136" y="1455"/>
                  </a:lnTo>
                  <a:lnTo>
                    <a:pt x="57031" y="1863"/>
                  </a:lnTo>
                  <a:lnTo>
                    <a:pt x="57807" y="1932"/>
                  </a:lnTo>
                  <a:lnTo>
                    <a:pt x="60300" y="2154"/>
                  </a:lnTo>
                  <a:lnTo>
                    <a:pt x="65431" y="2610"/>
                  </a:lnTo>
                  <a:lnTo>
                    <a:pt x="71777" y="3382"/>
                  </a:lnTo>
                  <a:lnTo>
                    <a:pt x="73326" y="35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79" name="pg178"/>
            <p:cNvSpPr/>
            <p:nvPr/>
          </p:nvSpPr>
          <p:spPr>
            <a:xfrm>
              <a:off x="3031339" y="2876160"/>
              <a:ext cx="108816" cy="106123"/>
            </a:xfrm>
            <a:custGeom>
              <a:avLst/>
              <a:pathLst>
                <a:path w="108816" h="106123">
                  <a:moveTo>
                    <a:pt x="35731" y="40467"/>
                  </a:moveTo>
                  <a:lnTo>
                    <a:pt x="35860" y="40623"/>
                  </a:lnTo>
                  <a:lnTo>
                    <a:pt x="45194" y="32681"/>
                  </a:lnTo>
                  <a:lnTo>
                    <a:pt x="49740" y="28754"/>
                  </a:lnTo>
                  <a:lnTo>
                    <a:pt x="52539" y="26947"/>
                  </a:lnTo>
                  <a:lnTo>
                    <a:pt x="57144" y="26247"/>
                  </a:lnTo>
                  <a:lnTo>
                    <a:pt x="63104" y="25341"/>
                  </a:lnTo>
                  <a:lnTo>
                    <a:pt x="68882" y="24462"/>
                  </a:lnTo>
                  <a:lnTo>
                    <a:pt x="79035" y="22918"/>
                  </a:lnTo>
                  <a:lnTo>
                    <a:pt x="85285" y="21968"/>
                  </a:lnTo>
                  <a:lnTo>
                    <a:pt x="93475" y="20723"/>
                  </a:lnTo>
                  <a:lnTo>
                    <a:pt x="94010" y="20639"/>
                  </a:lnTo>
                  <a:lnTo>
                    <a:pt x="94271" y="20598"/>
                  </a:lnTo>
                  <a:lnTo>
                    <a:pt x="95295" y="20437"/>
                  </a:lnTo>
                  <a:lnTo>
                    <a:pt x="95787" y="20360"/>
                  </a:lnTo>
                  <a:lnTo>
                    <a:pt x="97896" y="20030"/>
                  </a:lnTo>
                  <a:lnTo>
                    <a:pt x="99644" y="19756"/>
                  </a:lnTo>
                  <a:lnTo>
                    <a:pt x="99716" y="20186"/>
                  </a:lnTo>
                  <a:lnTo>
                    <a:pt x="99799" y="20672"/>
                  </a:lnTo>
                  <a:lnTo>
                    <a:pt x="100326" y="23765"/>
                  </a:lnTo>
                  <a:lnTo>
                    <a:pt x="100533" y="25436"/>
                  </a:lnTo>
                  <a:lnTo>
                    <a:pt x="100896" y="28371"/>
                  </a:lnTo>
                  <a:lnTo>
                    <a:pt x="100985" y="29093"/>
                  </a:lnTo>
                  <a:lnTo>
                    <a:pt x="101179" y="30654"/>
                  </a:lnTo>
                  <a:lnTo>
                    <a:pt x="101363" y="32107"/>
                  </a:lnTo>
                  <a:lnTo>
                    <a:pt x="101614" y="34094"/>
                  </a:lnTo>
                  <a:lnTo>
                    <a:pt x="101787" y="35453"/>
                  </a:lnTo>
                  <a:lnTo>
                    <a:pt x="101882" y="36206"/>
                  </a:lnTo>
                  <a:lnTo>
                    <a:pt x="102118" y="38071"/>
                  </a:lnTo>
                  <a:lnTo>
                    <a:pt x="103650" y="47803"/>
                  </a:lnTo>
                  <a:lnTo>
                    <a:pt x="104766" y="54814"/>
                  </a:lnTo>
                  <a:lnTo>
                    <a:pt x="104932" y="55855"/>
                  </a:lnTo>
                  <a:lnTo>
                    <a:pt x="104986" y="56197"/>
                  </a:lnTo>
                  <a:lnTo>
                    <a:pt x="105360" y="58544"/>
                  </a:lnTo>
                  <a:lnTo>
                    <a:pt x="106447" y="65375"/>
                  </a:lnTo>
                  <a:lnTo>
                    <a:pt x="106718" y="67074"/>
                  </a:lnTo>
                  <a:lnTo>
                    <a:pt x="108355" y="77361"/>
                  </a:lnTo>
                  <a:lnTo>
                    <a:pt x="108608" y="78951"/>
                  </a:lnTo>
                  <a:lnTo>
                    <a:pt x="108761" y="79913"/>
                  </a:lnTo>
                  <a:lnTo>
                    <a:pt x="108816" y="80754"/>
                  </a:lnTo>
                  <a:lnTo>
                    <a:pt x="107804" y="80913"/>
                  </a:lnTo>
                  <a:lnTo>
                    <a:pt x="106988" y="81041"/>
                  </a:lnTo>
                  <a:lnTo>
                    <a:pt x="104343" y="81458"/>
                  </a:lnTo>
                  <a:lnTo>
                    <a:pt x="103757" y="81551"/>
                  </a:lnTo>
                  <a:lnTo>
                    <a:pt x="94861" y="82952"/>
                  </a:lnTo>
                  <a:lnTo>
                    <a:pt x="94630" y="82988"/>
                  </a:lnTo>
                  <a:lnTo>
                    <a:pt x="83379" y="84785"/>
                  </a:lnTo>
                  <a:lnTo>
                    <a:pt x="80850" y="86038"/>
                  </a:lnTo>
                  <a:lnTo>
                    <a:pt x="80142" y="86563"/>
                  </a:lnTo>
                  <a:lnTo>
                    <a:pt x="79954" y="86703"/>
                  </a:lnTo>
                  <a:lnTo>
                    <a:pt x="75345" y="90123"/>
                  </a:lnTo>
                  <a:lnTo>
                    <a:pt x="68281" y="95364"/>
                  </a:lnTo>
                  <a:lnTo>
                    <a:pt x="65719" y="97265"/>
                  </a:lnTo>
                  <a:lnTo>
                    <a:pt x="64908" y="97978"/>
                  </a:lnTo>
                  <a:lnTo>
                    <a:pt x="64133" y="98659"/>
                  </a:lnTo>
                  <a:lnTo>
                    <a:pt x="63076" y="99745"/>
                  </a:lnTo>
                  <a:lnTo>
                    <a:pt x="61556" y="101307"/>
                  </a:lnTo>
                  <a:lnTo>
                    <a:pt x="57109" y="106123"/>
                  </a:lnTo>
                  <a:lnTo>
                    <a:pt x="53407" y="102739"/>
                  </a:lnTo>
                  <a:lnTo>
                    <a:pt x="49609" y="99268"/>
                  </a:lnTo>
                  <a:lnTo>
                    <a:pt x="45984" y="95955"/>
                  </a:lnTo>
                  <a:lnTo>
                    <a:pt x="43672" y="93842"/>
                  </a:lnTo>
                  <a:lnTo>
                    <a:pt x="42145" y="92446"/>
                  </a:lnTo>
                  <a:lnTo>
                    <a:pt x="38493" y="89109"/>
                  </a:lnTo>
                  <a:lnTo>
                    <a:pt x="34609" y="85559"/>
                  </a:lnTo>
                  <a:lnTo>
                    <a:pt x="29897" y="81252"/>
                  </a:lnTo>
                  <a:lnTo>
                    <a:pt x="29611" y="80991"/>
                  </a:lnTo>
                  <a:lnTo>
                    <a:pt x="29030" y="80614"/>
                  </a:lnTo>
                  <a:lnTo>
                    <a:pt x="28020" y="79746"/>
                  </a:lnTo>
                  <a:lnTo>
                    <a:pt x="26535" y="77187"/>
                  </a:lnTo>
                  <a:lnTo>
                    <a:pt x="26249" y="76317"/>
                  </a:lnTo>
                  <a:lnTo>
                    <a:pt x="25611" y="74377"/>
                  </a:lnTo>
                  <a:lnTo>
                    <a:pt x="25338" y="71454"/>
                  </a:lnTo>
                  <a:lnTo>
                    <a:pt x="18764" y="72371"/>
                  </a:lnTo>
                  <a:lnTo>
                    <a:pt x="11006" y="73393"/>
                  </a:lnTo>
                  <a:lnTo>
                    <a:pt x="10617" y="73445"/>
                  </a:lnTo>
                  <a:lnTo>
                    <a:pt x="10583" y="73218"/>
                  </a:lnTo>
                  <a:lnTo>
                    <a:pt x="9280" y="63306"/>
                  </a:lnTo>
                  <a:lnTo>
                    <a:pt x="9189" y="62610"/>
                  </a:lnTo>
                  <a:lnTo>
                    <a:pt x="9124" y="62118"/>
                  </a:lnTo>
                  <a:lnTo>
                    <a:pt x="8622" y="59480"/>
                  </a:lnTo>
                  <a:lnTo>
                    <a:pt x="8196" y="57246"/>
                  </a:lnTo>
                  <a:lnTo>
                    <a:pt x="7757" y="54409"/>
                  </a:lnTo>
                  <a:lnTo>
                    <a:pt x="5967" y="42865"/>
                  </a:lnTo>
                  <a:lnTo>
                    <a:pt x="5097" y="37254"/>
                  </a:lnTo>
                  <a:lnTo>
                    <a:pt x="4276" y="31961"/>
                  </a:lnTo>
                  <a:lnTo>
                    <a:pt x="3174" y="24851"/>
                  </a:lnTo>
                  <a:lnTo>
                    <a:pt x="3153" y="24715"/>
                  </a:lnTo>
                  <a:lnTo>
                    <a:pt x="1977" y="17089"/>
                  </a:lnTo>
                  <a:lnTo>
                    <a:pt x="1799" y="15934"/>
                  </a:lnTo>
                  <a:lnTo>
                    <a:pt x="529" y="9281"/>
                  </a:lnTo>
                  <a:lnTo>
                    <a:pt x="286" y="8004"/>
                  </a:lnTo>
                  <a:lnTo>
                    <a:pt x="193" y="7521"/>
                  </a:lnTo>
                  <a:lnTo>
                    <a:pt x="0" y="4465"/>
                  </a:lnTo>
                  <a:lnTo>
                    <a:pt x="377" y="0"/>
                  </a:lnTo>
                  <a:lnTo>
                    <a:pt x="743" y="406"/>
                  </a:lnTo>
                  <a:lnTo>
                    <a:pt x="6509" y="6828"/>
                  </a:lnTo>
                  <a:lnTo>
                    <a:pt x="10382" y="11141"/>
                  </a:lnTo>
                  <a:lnTo>
                    <a:pt x="14501" y="15735"/>
                  </a:lnTo>
                  <a:lnTo>
                    <a:pt x="21576" y="24043"/>
                  </a:lnTo>
                  <a:lnTo>
                    <a:pt x="23086" y="25817"/>
                  </a:lnTo>
                  <a:lnTo>
                    <a:pt x="25239" y="28344"/>
                  </a:lnTo>
                  <a:lnTo>
                    <a:pt x="29053" y="32824"/>
                  </a:lnTo>
                  <a:lnTo>
                    <a:pt x="31652" y="35876"/>
                  </a:lnTo>
                  <a:lnTo>
                    <a:pt x="31811" y="3605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0" name="pg179"/>
            <p:cNvSpPr/>
            <p:nvPr/>
          </p:nvSpPr>
          <p:spPr>
            <a:xfrm>
              <a:off x="2930416" y="2852177"/>
              <a:ext cx="104097" cy="53978"/>
            </a:xfrm>
            <a:custGeom>
              <a:avLst/>
              <a:pathLst>
                <a:path w="104097" h="53978">
                  <a:moveTo>
                    <a:pt x="51396" y="1056"/>
                  </a:moveTo>
                  <a:lnTo>
                    <a:pt x="57592" y="1636"/>
                  </a:lnTo>
                  <a:lnTo>
                    <a:pt x="57674" y="957"/>
                  </a:lnTo>
                  <a:lnTo>
                    <a:pt x="62979" y="1454"/>
                  </a:lnTo>
                  <a:lnTo>
                    <a:pt x="66129" y="1749"/>
                  </a:lnTo>
                  <a:lnTo>
                    <a:pt x="68049" y="2672"/>
                  </a:lnTo>
                  <a:lnTo>
                    <a:pt x="73685" y="3209"/>
                  </a:lnTo>
                  <a:lnTo>
                    <a:pt x="73544" y="4693"/>
                  </a:lnTo>
                  <a:lnTo>
                    <a:pt x="74277" y="4761"/>
                  </a:lnTo>
                  <a:lnTo>
                    <a:pt x="79414" y="5233"/>
                  </a:lnTo>
                  <a:lnTo>
                    <a:pt x="79765" y="5265"/>
                  </a:lnTo>
                  <a:lnTo>
                    <a:pt x="83374" y="5597"/>
                  </a:lnTo>
                  <a:lnTo>
                    <a:pt x="85702" y="5811"/>
                  </a:lnTo>
                  <a:lnTo>
                    <a:pt x="89264" y="6138"/>
                  </a:lnTo>
                  <a:lnTo>
                    <a:pt x="90576" y="6259"/>
                  </a:lnTo>
                  <a:lnTo>
                    <a:pt x="91593" y="8402"/>
                  </a:lnTo>
                  <a:lnTo>
                    <a:pt x="92008" y="8898"/>
                  </a:lnTo>
                  <a:lnTo>
                    <a:pt x="92985" y="8994"/>
                  </a:lnTo>
                  <a:lnTo>
                    <a:pt x="103488" y="10031"/>
                  </a:lnTo>
                  <a:lnTo>
                    <a:pt x="103707" y="10052"/>
                  </a:lnTo>
                  <a:lnTo>
                    <a:pt x="102948" y="14473"/>
                  </a:lnTo>
                  <a:lnTo>
                    <a:pt x="102884" y="14845"/>
                  </a:lnTo>
                  <a:lnTo>
                    <a:pt x="102838" y="15107"/>
                  </a:lnTo>
                  <a:lnTo>
                    <a:pt x="101671" y="21729"/>
                  </a:lnTo>
                  <a:lnTo>
                    <a:pt x="101647" y="21864"/>
                  </a:lnTo>
                  <a:lnTo>
                    <a:pt x="101619" y="22024"/>
                  </a:lnTo>
                  <a:lnTo>
                    <a:pt x="101322" y="23727"/>
                  </a:lnTo>
                  <a:lnTo>
                    <a:pt x="101300" y="23983"/>
                  </a:lnTo>
                  <a:lnTo>
                    <a:pt x="100923" y="28448"/>
                  </a:lnTo>
                  <a:lnTo>
                    <a:pt x="101122" y="31536"/>
                  </a:lnTo>
                  <a:lnTo>
                    <a:pt x="101209" y="31987"/>
                  </a:lnTo>
                  <a:lnTo>
                    <a:pt x="101452" y="33264"/>
                  </a:lnTo>
                  <a:lnTo>
                    <a:pt x="102722" y="39918"/>
                  </a:lnTo>
                  <a:lnTo>
                    <a:pt x="102900" y="41073"/>
                  </a:lnTo>
                  <a:lnTo>
                    <a:pt x="104076" y="48698"/>
                  </a:lnTo>
                  <a:lnTo>
                    <a:pt x="104097" y="48834"/>
                  </a:lnTo>
                  <a:lnTo>
                    <a:pt x="103756" y="48885"/>
                  </a:lnTo>
                  <a:lnTo>
                    <a:pt x="97865" y="49758"/>
                  </a:lnTo>
                  <a:lnTo>
                    <a:pt x="96906" y="49924"/>
                  </a:lnTo>
                  <a:lnTo>
                    <a:pt x="90217" y="51085"/>
                  </a:lnTo>
                  <a:lnTo>
                    <a:pt x="88025" y="51189"/>
                  </a:lnTo>
                  <a:lnTo>
                    <a:pt x="86758" y="51189"/>
                  </a:lnTo>
                  <a:lnTo>
                    <a:pt x="86176" y="51160"/>
                  </a:lnTo>
                  <a:lnTo>
                    <a:pt x="85204" y="50993"/>
                  </a:lnTo>
                  <a:lnTo>
                    <a:pt x="84993" y="50984"/>
                  </a:lnTo>
                  <a:lnTo>
                    <a:pt x="81669" y="50846"/>
                  </a:lnTo>
                  <a:lnTo>
                    <a:pt x="80612" y="50802"/>
                  </a:lnTo>
                  <a:lnTo>
                    <a:pt x="75800" y="50636"/>
                  </a:lnTo>
                  <a:lnTo>
                    <a:pt x="70344" y="50448"/>
                  </a:lnTo>
                  <a:lnTo>
                    <a:pt x="70032" y="50418"/>
                  </a:lnTo>
                  <a:lnTo>
                    <a:pt x="64686" y="49917"/>
                  </a:lnTo>
                  <a:lnTo>
                    <a:pt x="64538" y="49911"/>
                  </a:lnTo>
                  <a:lnTo>
                    <a:pt x="59213" y="49674"/>
                  </a:lnTo>
                  <a:lnTo>
                    <a:pt x="54071" y="49445"/>
                  </a:lnTo>
                  <a:lnTo>
                    <a:pt x="49243" y="49230"/>
                  </a:lnTo>
                  <a:lnTo>
                    <a:pt x="48383" y="49093"/>
                  </a:lnTo>
                  <a:lnTo>
                    <a:pt x="47989" y="49030"/>
                  </a:lnTo>
                  <a:lnTo>
                    <a:pt x="38876" y="48649"/>
                  </a:lnTo>
                  <a:lnTo>
                    <a:pt x="38223" y="48604"/>
                  </a:lnTo>
                  <a:lnTo>
                    <a:pt x="37493" y="48553"/>
                  </a:lnTo>
                  <a:lnTo>
                    <a:pt x="35247" y="48602"/>
                  </a:lnTo>
                  <a:lnTo>
                    <a:pt x="33032" y="48650"/>
                  </a:lnTo>
                  <a:lnTo>
                    <a:pt x="32331" y="48542"/>
                  </a:lnTo>
                  <a:lnTo>
                    <a:pt x="32351" y="53340"/>
                  </a:lnTo>
                  <a:lnTo>
                    <a:pt x="32539" y="53978"/>
                  </a:lnTo>
                  <a:lnTo>
                    <a:pt x="27502" y="53766"/>
                  </a:lnTo>
                  <a:lnTo>
                    <a:pt x="26178" y="53569"/>
                  </a:lnTo>
                  <a:lnTo>
                    <a:pt x="25194" y="53318"/>
                  </a:lnTo>
                  <a:lnTo>
                    <a:pt x="24652" y="53109"/>
                  </a:lnTo>
                  <a:lnTo>
                    <a:pt x="22835" y="52408"/>
                  </a:lnTo>
                  <a:lnTo>
                    <a:pt x="19490" y="50923"/>
                  </a:lnTo>
                  <a:lnTo>
                    <a:pt x="16701" y="49686"/>
                  </a:lnTo>
                  <a:lnTo>
                    <a:pt x="16184" y="49441"/>
                  </a:lnTo>
                  <a:lnTo>
                    <a:pt x="14375" y="48586"/>
                  </a:lnTo>
                  <a:lnTo>
                    <a:pt x="10236" y="46628"/>
                  </a:lnTo>
                  <a:lnTo>
                    <a:pt x="2831" y="43125"/>
                  </a:lnTo>
                  <a:lnTo>
                    <a:pt x="1134" y="42322"/>
                  </a:lnTo>
                  <a:lnTo>
                    <a:pt x="839" y="42182"/>
                  </a:lnTo>
                  <a:lnTo>
                    <a:pt x="528" y="42035"/>
                  </a:lnTo>
                  <a:lnTo>
                    <a:pt x="387" y="41969"/>
                  </a:lnTo>
                  <a:lnTo>
                    <a:pt x="174" y="41868"/>
                  </a:lnTo>
                  <a:lnTo>
                    <a:pt x="0" y="41803"/>
                  </a:lnTo>
                  <a:lnTo>
                    <a:pt x="1136" y="39739"/>
                  </a:lnTo>
                  <a:lnTo>
                    <a:pt x="1266" y="39504"/>
                  </a:lnTo>
                  <a:lnTo>
                    <a:pt x="1432" y="39201"/>
                  </a:lnTo>
                  <a:lnTo>
                    <a:pt x="2032" y="38113"/>
                  </a:lnTo>
                  <a:lnTo>
                    <a:pt x="3776" y="34937"/>
                  </a:lnTo>
                  <a:lnTo>
                    <a:pt x="4140" y="34279"/>
                  </a:lnTo>
                  <a:lnTo>
                    <a:pt x="6180" y="30594"/>
                  </a:lnTo>
                  <a:lnTo>
                    <a:pt x="7846" y="27585"/>
                  </a:lnTo>
                  <a:lnTo>
                    <a:pt x="7936" y="27422"/>
                  </a:lnTo>
                  <a:lnTo>
                    <a:pt x="8996" y="25582"/>
                  </a:lnTo>
                  <a:lnTo>
                    <a:pt x="12644" y="19250"/>
                  </a:lnTo>
                  <a:lnTo>
                    <a:pt x="14484" y="16057"/>
                  </a:lnTo>
                  <a:lnTo>
                    <a:pt x="14835" y="15447"/>
                  </a:lnTo>
                  <a:lnTo>
                    <a:pt x="15048" y="15077"/>
                  </a:lnTo>
                  <a:lnTo>
                    <a:pt x="17393" y="11068"/>
                  </a:lnTo>
                  <a:lnTo>
                    <a:pt x="19208" y="7965"/>
                  </a:lnTo>
                  <a:lnTo>
                    <a:pt x="19837" y="6789"/>
                  </a:lnTo>
                  <a:lnTo>
                    <a:pt x="20300" y="6215"/>
                  </a:lnTo>
                  <a:lnTo>
                    <a:pt x="21109" y="6305"/>
                  </a:lnTo>
                  <a:lnTo>
                    <a:pt x="22181" y="6425"/>
                  </a:lnTo>
                  <a:lnTo>
                    <a:pt x="22559" y="6467"/>
                  </a:lnTo>
                  <a:lnTo>
                    <a:pt x="22804" y="6494"/>
                  </a:lnTo>
                  <a:lnTo>
                    <a:pt x="30760" y="7383"/>
                  </a:lnTo>
                  <a:lnTo>
                    <a:pt x="32961" y="7629"/>
                  </a:lnTo>
                  <a:lnTo>
                    <a:pt x="37195" y="8099"/>
                  </a:lnTo>
                  <a:lnTo>
                    <a:pt x="37953" y="8136"/>
                  </a:lnTo>
                  <a:lnTo>
                    <a:pt x="38059" y="7541"/>
                  </a:lnTo>
                  <a:lnTo>
                    <a:pt x="39343" y="48"/>
                  </a:lnTo>
                  <a:lnTo>
                    <a:pt x="40120" y="0"/>
                  </a:lnTo>
                  <a:lnTo>
                    <a:pt x="45133" y="469"/>
                  </a:lnTo>
                  <a:lnTo>
                    <a:pt x="46368" y="58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1" name="pg180"/>
            <p:cNvSpPr/>
            <p:nvPr/>
          </p:nvSpPr>
          <p:spPr>
            <a:xfrm>
              <a:off x="2906092" y="2893980"/>
              <a:ext cx="134436" cy="51501"/>
            </a:xfrm>
            <a:custGeom>
              <a:avLst/>
              <a:pathLst>
                <a:path w="134436" h="51501">
                  <a:moveTo>
                    <a:pt x="56953" y="12179"/>
                  </a:moveTo>
                  <a:lnTo>
                    <a:pt x="56675" y="11537"/>
                  </a:lnTo>
                  <a:lnTo>
                    <a:pt x="56655" y="6739"/>
                  </a:lnTo>
                  <a:lnTo>
                    <a:pt x="57356" y="6847"/>
                  </a:lnTo>
                  <a:lnTo>
                    <a:pt x="59570" y="6799"/>
                  </a:lnTo>
                  <a:lnTo>
                    <a:pt x="61817" y="6750"/>
                  </a:lnTo>
                  <a:lnTo>
                    <a:pt x="62547" y="6801"/>
                  </a:lnTo>
                  <a:lnTo>
                    <a:pt x="63200" y="6846"/>
                  </a:lnTo>
                  <a:lnTo>
                    <a:pt x="72313" y="7227"/>
                  </a:lnTo>
                  <a:lnTo>
                    <a:pt x="72707" y="7290"/>
                  </a:lnTo>
                  <a:lnTo>
                    <a:pt x="73567" y="7427"/>
                  </a:lnTo>
                  <a:lnTo>
                    <a:pt x="78395" y="7642"/>
                  </a:lnTo>
                  <a:lnTo>
                    <a:pt x="83536" y="7871"/>
                  </a:lnTo>
                  <a:lnTo>
                    <a:pt x="88862" y="8107"/>
                  </a:lnTo>
                  <a:lnTo>
                    <a:pt x="89010" y="8114"/>
                  </a:lnTo>
                  <a:lnTo>
                    <a:pt x="94356" y="8615"/>
                  </a:lnTo>
                  <a:lnTo>
                    <a:pt x="94668" y="8645"/>
                  </a:lnTo>
                  <a:lnTo>
                    <a:pt x="100124" y="8833"/>
                  </a:lnTo>
                  <a:lnTo>
                    <a:pt x="104936" y="8999"/>
                  </a:lnTo>
                  <a:lnTo>
                    <a:pt x="105993" y="9042"/>
                  </a:lnTo>
                  <a:lnTo>
                    <a:pt x="109317" y="9181"/>
                  </a:lnTo>
                  <a:lnTo>
                    <a:pt x="109528" y="9189"/>
                  </a:lnTo>
                  <a:lnTo>
                    <a:pt x="110500" y="9356"/>
                  </a:lnTo>
                  <a:lnTo>
                    <a:pt x="111081" y="9386"/>
                  </a:lnTo>
                  <a:lnTo>
                    <a:pt x="112349" y="9386"/>
                  </a:lnTo>
                  <a:lnTo>
                    <a:pt x="114540" y="9282"/>
                  </a:lnTo>
                  <a:lnTo>
                    <a:pt x="121230" y="8121"/>
                  </a:lnTo>
                  <a:lnTo>
                    <a:pt x="122189" y="7955"/>
                  </a:lnTo>
                  <a:lnTo>
                    <a:pt x="128080" y="7082"/>
                  </a:lnTo>
                  <a:lnTo>
                    <a:pt x="128421" y="7031"/>
                  </a:lnTo>
                  <a:lnTo>
                    <a:pt x="129523" y="14141"/>
                  </a:lnTo>
                  <a:lnTo>
                    <a:pt x="130344" y="19434"/>
                  </a:lnTo>
                  <a:lnTo>
                    <a:pt x="131214" y="25045"/>
                  </a:lnTo>
                  <a:lnTo>
                    <a:pt x="133004" y="36590"/>
                  </a:lnTo>
                  <a:lnTo>
                    <a:pt x="133443" y="39426"/>
                  </a:lnTo>
                  <a:lnTo>
                    <a:pt x="133869" y="41660"/>
                  </a:lnTo>
                  <a:lnTo>
                    <a:pt x="134379" y="44361"/>
                  </a:lnTo>
                  <a:lnTo>
                    <a:pt x="134436" y="44791"/>
                  </a:lnTo>
                  <a:lnTo>
                    <a:pt x="133742" y="44897"/>
                  </a:lnTo>
                  <a:lnTo>
                    <a:pt x="133448" y="44942"/>
                  </a:lnTo>
                  <a:lnTo>
                    <a:pt x="131763" y="45195"/>
                  </a:lnTo>
                  <a:lnTo>
                    <a:pt x="127208" y="45880"/>
                  </a:lnTo>
                  <a:lnTo>
                    <a:pt x="126966" y="45916"/>
                  </a:lnTo>
                  <a:lnTo>
                    <a:pt x="111556" y="48232"/>
                  </a:lnTo>
                  <a:lnTo>
                    <a:pt x="106105" y="49051"/>
                  </a:lnTo>
                  <a:lnTo>
                    <a:pt x="95739" y="50608"/>
                  </a:lnTo>
                  <a:lnTo>
                    <a:pt x="91386" y="51263"/>
                  </a:lnTo>
                  <a:lnTo>
                    <a:pt x="91216" y="51288"/>
                  </a:lnTo>
                  <a:lnTo>
                    <a:pt x="90903" y="51324"/>
                  </a:lnTo>
                  <a:lnTo>
                    <a:pt x="90211" y="51404"/>
                  </a:lnTo>
                  <a:lnTo>
                    <a:pt x="89471" y="51490"/>
                  </a:lnTo>
                  <a:lnTo>
                    <a:pt x="88459" y="51501"/>
                  </a:lnTo>
                  <a:lnTo>
                    <a:pt x="76123" y="50898"/>
                  </a:lnTo>
                  <a:lnTo>
                    <a:pt x="70471" y="50621"/>
                  </a:lnTo>
                  <a:lnTo>
                    <a:pt x="59084" y="50064"/>
                  </a:lnTo>
                  <a:lnTo>
                    <a:pt x="58814" y="50051"/>
                  </a:lnTo>
                  <a:lnTo>
                    <a:pt x="57758" y="50000"/>
                  </a:lnTo>
                  <a:lnTo>
                    <a:pt x="53619" y="49797"/>
                  </a:lnTo>
                  <a:lnTo>
                    <a:pt x="52257" y="49731"/>
                  </a:lnTo>
                  <a:lnTo>
                    <a:pt x="38730" y="48968"/>
                  </a:lnTo>
                  <a:lnTo>
                    <a:pt x="35269" y="48773"/>
                  </a:lnTo>
                  <a:lnTo>
                    <a:pt x="26834" y="48297"/>
                  </a:lnTo>
                  <a:lnTo>
                    <a:pt x="24310" y="48155"/>
                  </a:lnTo>
                  <a:lnTo>
                    <a:pt x="9578" y="47324"/>
                  </a:lnTo>
                  <a:lnTo>
                    <a:pt x="7728" y="47219"/>
                  </a:lnTo>
                  <a:lnTo>
                    <a:pt x="6778" y="47108"/>
                  </a:lnTo>
                  <a:lnTo>
                    <a:pt x="5466" y="46954"/>
                  </a:lnTo>
                  <a:lnTo>
                    <a:pt x="705" y="46396"/>
                  </a:lnTo>
                  <a:lnTo>
                    <a:pt x="540" y="46377"/>
                  </a:lnTo>
                  <a:lnTo>
                    <a:pt x="0" y="46269"/>
                  </a:lnTo>
                  <a:lnTo>
                    <a:pt x="177" y="45930"/>
                  </a:lnTo>
                  <a:lnTo>
                    <a:pt x="310" y="45678"/>
                  </a:lnTo>
                  <a:lnTo>
                    <a:pt x="803" y="44740"/>
                  </a:lnTo>
                  <a:lnTo>
                    <a:pt x="1079" y="44213"/>
                  </a:lnTo>
                  <a:lnTo>
                    <a:pt x="1155" y="44069"/>
                  </a:lnTo>
                  <a:lnTo>
                    <a:pt x="1514" y="43386"/>
                  </a:lnTo>
                  <a:lnTo>
                    <a:pt x="1595" y="43231"/>
                  </a:lnTo>
                  <a:lnTo>
                    <a:pt x="1726" y="42984"/>
                  </a:lnTo>
                  <a:lnTo>
                    <a:pt x="1859" y="42729"/>
                  </a:lnTo>
                  <a:lnTo>
                    <a:pt x="2510" y="41491"/>
                  </a:lnTo>
                  <a:lnTo>
                    <a:pt x="3393" y="39810"/>
                  </a:lnTo>
                  <a:lnTo>
                    <a:pt x="4112" y="38442"/>
                  </a:lnTo>
                  <a:lnTo>
                    <a:pt x="5828" y="35176"/>
                  </a:lnTo>
                  <a:lnTo>
                    <a:pt x="6732" y="33456"/>
                  </a:lnTo>
                  <a:lnTo>
                    <a:pt x="6925" y="33078"/>
                  </a:lnTo>
                  <a:lnTo>
                    <a:pt x="7358" y="32229"/>
                  </a:lnTo>
                  <a:lnTo>
                    <a:pt x="8102" y="30771"/>
                  </a:lnTo>
                  <a:lnTo>
                    <a:pt x="10632" y="25815"/>
                  </a:lnTo>
                  <a:lnTo>
                    <a:pt x="12832" y="21506"/>
                  </a:lnTo>
                  <a:lnTo>
                    <a:pt x="13190" y="20803"/>
                  </a:lnTo>
                  <a:lnTo>
                    <a:pt x="14133" y="18956"/>
                  </a:lnTo>
                  <a:lnTo>
                    <a:pt x="17128" y="13089"/>
                  </a:lnTo>
                  <a:lnTo>
                    <a:pt x="17482" y="12397"/>
                  </a:lnTo>
                  <a:lnTo>
                    <a:pt x="17802" y="11818"/>
                  </a:lnTo>
                  <a:lnTo>
                    <a:pt x="18051" y="11369"/>
                  </a:lnTo>
                  <a:lnTo>
                    <a:pt x="18167" y="11160"/>
                  </a:lnTo>
                  <a:lnTo>
                    <a:pt x="20225" y="7446"/>
                  </a:lnTo>
                  <a:lnTo>
                    <a:pt x="22755" y="2879"/>
                  </a:lnTo>
                  <a:lnTo>
                    <a:pt x="22956" y="2482"/>
                  </a:lnTo>
                  <a:lnTo>
                    <a:pt x="23775" y="994"/>
                  </a:lnTo>
                  <a:lnTo>
                    <a:pt x="24323" y="0"/>
                  </a:lnTo>
                  <a:lnTo>
                    <a:pt x="24497" y="64"/>
                  </a:lnTo>
                  <a:lnTo>
                    <a:pt x="24711" y="166"/>
                  </a:lnTo>
                  <a:lnTo>
                    <a:pt x="24852" y="232"/>
                  </a:lnTo>
                  <a:lnTo>
                    <a:pt x="25163" y="379"/>
                  </a:lnTo>
                  <a:lnTo>
                    <a:pt x="25458" y="519"/>
                  </a:lnTo>
                  <a:lnTo>
                    <a:pt x="27155" y="1321"/>
                  </a:lnTo>
                  <a:lnTo>
                    <a:pt x="34560" y="4825"/>
                  </a:lnTo>
                  <a:lnTo>
                    <a:pt x="38699" y="6783"/>
                  </a:lnTo>
                  <a:lnTo>
                    <a:pt x="40508" y="7638"/>
                  </a:lnTo>
                  <a:lnTo>
                    <a:pt x="41025" y="7883"/>
                  </a:lnTo>
                  <a:lnTo>
                    <a:pt x="43813" y="9120"/>
                  </a:lnTo>
                  <a:lnTo>
                    <a:pt x="47159" y="10605"/>
                  </a:lnTo>
                  <a:lnTo>
                    <a:pt x="48976" y="11306"/>
                  </a:lnTo>
                  <a:lnTo>
                    <a:pt x="49518" y="11515"/>
                  </a:lnTo>
                  <a:lnTo>
                    <a:pt x="50502" y="11766"/>
                  </a:lnTo>
                  <a:lnTo>
                    <a:pt x="51826" y="1196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2" name="pg181"/>
            <p:cNvSpPr/>
            <p:nvPr/>
          </p:nvSpPr>
          <p:spPr>
            <a:xfrm>
              <a:off x="2878400" y="2938771"/>
              <a:ext cx="164337" cy="61958"/>
            </a:xfrm>
            <a:custGeom>
              <a:avLst/>
              <a:pathLst>
                <a:path w="164337" h="61958">
                  <a:moveTo>
                    <a:pt x="162220" y="695"/>
                  </a:moveTo>
                  <a:lnTo>
                    <a:pt x="163522" y="10607"/>
                  </a:lnTo>
                  <a:lnTo>
                    <a:pt x="163557" y="10834"/>
                  </a:lnTo>
                  <a:lnTo>
                    <a:pt x="164269" y="15476"/>
                  </a:lnTo>
                  <a:lnTo>
                    <a:pt x="164316" y="16375"/>
                  </a:lnTo>
                  <a:lnTo>
                    <a:pt x="164337" y="17274"/>
                  </a:lnTo>
                  <a:lnTo>
                    <a:pt x="164330" y="18173"/>
                  </a:lnTo>
                  <a:lnTo>
                    <a:pt x="164296" y="19072"/>
                  </a:lnTo>
                  <a:lnTo>
                    <a:pt x="164211" y="20245"/>
                  </a:lnTo>
                  <a:lnTo>
                    <a:pt x="164080" y="21414"/>
                  </a:lnTo>
                  <a:lnTo>
                    <a:pt x="163902" y="22576"/>
                  </a:lnTo>
                  <a:lnTo>
                    <a:pt x="163679" y="23730"/>
                  </a:lnTo>
                  <a:lnTo>
                    <a:pt x="163611" y="23975"/>
                  </a:lnTo>
                  <a:lnTo>
                    <a:pt x="163500" y="24371"/>
                  </a:lnTo>
                  <a:lnTo>
                    <a:pt x="163241" y="25171"/>
                  </a:lnTo>
                  <a:lnTo>
                    <a:pt x="162970" y="25919"/>
                  </a:lnTo>
                  <a:lnTo>
                    <a:pt x="162674" y="26657"/>
                  </a:lnTo>
                  <a:lnTo>
                    <a:pt x="162259" y="27588"/>
                  </a:lnTo>
                  <a:lnTo>
                    <a:pt x="161805" y="28500"/>
                  </a:lnTo>
                  <a:lnTo>
                    <a:pt x="161312" y="29392"/>
                  </a:lnTo>
                  <a:lnTo>
                    <a:pt x="160780" y="30262"/>
                  </a:lnTo>
                  <a:lnTo>
                    <a:pt x="160212" y="31108"/>
                  </a:lnTo>
                  <a:lnTo>
                    <a:pt x="159608" y="31929"/>
                  </a:lnTo>
                  <a:lnTo>
                    <a:pt x="158969" y="32723"/>
                  </a:lnTo>
                  <a:lnTo>
                    <a:pt x="158297" y="33489"/>
                  </a:lnTo>
                  <a:lnTo>
                    <a:pt x="157604" y="34214"/>
                  </a:lnTo>
                  <a:lnTo>
                    <a:pt x="156880" y="34909"/>
                  </a:lnTo>
                  <a:lnTo>
                    <a:pt x="156394" y="35337"/>
                  </a:lnTo>
                  <a:lnTo>
                    <a:pt x="156128" y="35572"/>
                  </a:lnTo>
                  <a:lnTo>
                    <a:pt x="155349" y="36204"/>
                  </a:lnTo>
                  <a:lnTo>
                    <a:pt x="154592" y="36767"/>
                  </a:lnTo>
                  <a:lnTo>
                    <a:pt x="153813" y="37299"/>
                  </a:lnTo>
                  <a:lnTo>
                    <a:pt x="153000" y="37809"/>
                  </a:lnTo>
                  <a:lnTo>
                    <a:pt x="152166" y="38286"/>
                  </a:lnTo>
                  <a:lnTo>
                    <a:pt x="151784" y="38539"/>
                  </a:lnTo>
                  <a:lnTo>
                    <a:pt x="149282" y="39689"/>
                  </a:lnTo>
                  <a:lnTo>
                    <a:pt x="147101" y="40413"/>
                  </a:lnTo>
                  <a:lnTo>
                    <a:pt x="145119" y="40866"/>
                  </a:lnTo>
                  <a:lnTo>
                    <a:pt x="140563" y="41537"/>
                  </a:lnTo>
                  <a:lnTo>
                    <a:pt x="135450" y="42291"/>
                  </a:lnTo>
                  <a:lnTo>
                    <a:pt x="129899" y="43109"/>
                  </a:lnTo>
                  <a:lnTo>
                    <a:pt x="128006" y="43388"/>
                  </a:lnTo>
                  <a:lnTo>
                    <a:pt x="124217" y="43939"/>
                  </a:lnTo>
                  <a:lnTo>
                    <a:pt x="119614" y="44610"/>
                  </a:lnTo>
                  <a:lnTo>
                    <a:pt x="104029" y="46879"/>
                  </a:lnTo>
                  <a:lnTo>
                    <a:pt x="96215" y="48017"/>
                  </a:lnTo>
                  <a:lnTo>
                    <a:pt x="95236" y="48159"/>
                  </a:lnTo>
                  <a:lnTo>
                    <a:pt x="89076" y="49042"/>
                  </a:lnTo>
                  <a:lnTo>
                    <a:pt x="85744" y="49520"/>
                  </a:lnTo>
                  <a:lnTo>
                    <a:pt x="84442" y="49706"/>
                  </a:lnTo>
                  <a:lnTo>
                    <a:pt x="71431" y="51571"/>
                  </a:lnTo>
                  <a:lnTo>
                    <a:pt x="71133" y="51614"/>
                  </a:lnTo>
                  <a:lnTo>
                    <a:pt x="58158" y="53473"/>
                  </a:lnTo>
                  <a:lnTo>
                    <a:pt x="47960" y="54935"/>
                  </a:lnTo>
                  <a:lnTo>
                    <a:pt x="47240" y="55038"/>
                  </a:lnTo>
                  <a:lnTo>
                    <a:pt x="46697" y="55118"/>
                  </a:lnTo>
                  <a:lnTo>
                    <a:pt x="34423" y="56916"/>
                  </a:lnTo>
                  <a:lnTo>
                    <a:pt x="31595" y="57330"/>
                  </a:lnTo>
                  <a:lnTo>
                    <a:pt x="28713" y="57752"/>
                  </a:lnTo>
                  <a:lnTo>
                    <a:pt x="17837" y="59345"/>
                  </a:lnTo>
                  <a:lnTo>
                    <a:pt x="15774" y="59648"/>
                  </a:lnTo>
                  <a:lnTo>
                    <a:pt x="15265" y="59722"/>
                  </a:lnTo>
                  <a:lnTo>
                    <a:pt x="14792" y="59791"/>
                  </a:lnTo>
                  <a:lnTo>
                    <a:pt x="12885" y="60071"/>
                  </a:lnTo>
                  <a:lnTo>
                    <a:pt x="11848" y="60223"/>
                  </a:lnTo>
                  <a:lnTo>
                    <a:pt x="10988" y="60349"/>
                  </a:lnTo>
                  <a:lnTo>
                    <a:pt x="8904" y="60654"/>
                  </a:lnTo>
                  <a:lnTo>
                    <a:pt x="2471" y="61596"/>
                  </a:lnTo>
                  <a:lnTo>
                    <a:pt x="2090" y="61652"/>
                  </a:lnTo>
                  <a:lnTo>
                    <a:pt x="682" y="61858"/>
                  </a:lnTo>
                  <a:lnTo>
                    <a:pt x="0" y="61958"/>
                  </a:lnTo>
                  <a:lnTo>
                    <a:pt x="52" y="61799"/>
                  </a:lnTo>
                  <a:lnTo>
                    <a:pt x="116" y="61604"/>
                  </a:lnTo>
                  <a:lnTo>
                    <a:pt x="488" y="60480"/>
                  </a:lnTo>
                  <a:lnTo>
                    <a:pt x="629" y="60154"/>
                  </a:lnTo>
                  <a:lnTo>
                    <a:pt x="797" y="59768"/>
                  </a:lnTo>
                  <a:lnTo>
                    <a:pt x="921" y="59481"/>
                  </a:lnTo>
                  <a:lnTo>
                    <a:pt x="1030" y="59230"/>
                  </a:lnTo>
                  <a:lnTo>
                    <a:pt x="1103" y="59064"/>
                  </a:lnTo>
                  <a:lnTo>
                    <a:pt x="4560" y="51108"/>
                  </a:lnTo>
                  <a:lnTo>
                    <a:pt x="5928" y="47957"/>
                  </a:lnTo>
                  <a:lnTo>
                    <a:pt x="12926" y="32385"/>
                  </a:lnTo>
                  <a:lnTo>
                    <a:pt x="16848" y="23619"/>
                  </a:lnTo>
                  <a:lnTo>
                    <a:pt x="26177" y="5288"/>
                  </a:lnTo>
                  <a:lnTo>
                    <a:pt x="26476" y="4700"/>
                  </a:lnTo>
                  <a:lnTo>
                    <a:pt x="26701" y="4100"/>
                  </a:lnTo>
                  <a:lnTo>
                    <a:pt x="26796" y="3849"/>
                  </a:lnTo>
                  <a:lnTo>
                    <a:pt x="26969" y="3386"/>
                  </a:lnTo>
                  <a:lnTo>
                    <a:pt x="27315" y="2465"/>
                  </a:lnTo>
                  <a:lnTo>
                    <a:pt x="27431" y="2156"/>
                  </a:lnTo>
                  <a:lnTo>
                    <a:pt x="27670" y="1519"/>
                  </a:lnTo>
                  <a:lnTo>
                    <a:pt x="28233" y="1585"/>
                  </a:lnTo>
                  <a:lnTo>
                    <a:pt x="28398" y="1605"/>
                  </a:lnTo>
                  <a:lnTo>
                    <a:pt x="33159" y="2163"/>
                  </a:lnTo>
                  <a:lnTo>
                    <a:pt x="34471" y="2317"/>
                  </a:lnTo>
                  <a:lnTo>
                    <a:pt x="35421" y="2428"/>
                  </a:lnTo>
                  <a:lnTo>
                    <a:pt x="37270" y="2533"/>
                  </a:lnTo>
                  <a:lnTo>
                    <a:pt x="52003" y="3364"/>
                  </a:lnTo>
                  <a:lnTo>
                    <a:pt x="54526" y="3506"/>
                  </a:lnTo>
                  <a:lnTo>
                    <a:pt x="62962" y="3982"/>
                  </a:lnTo>
                  <a:lnTo>
                    <a:pt x="66423" y="4177"/>
                  </a:lnTo>
                  <a:lnTo>
                    <a:pt x="79950" y="4940"/>
                  </a:lnTo>
                  <a:lnTo>
                    <a:pt x="81312" y="5006"/>
                  </a:lnTo>
                  <a:lnTo>
                    <a:pt x="85451" y="5208"/>
                  </a:lnTo>
                  <a:lnTo>
                    <a:pt x="86507" y="5260"/>
                  </a:lnTo>
                  <a:lnTo>
                    <a:pt x="86777" y="5273"/>
                  </a:lnTo>
                  <a:lnTo>
                    <a:pt x="98164" y="5830"/>
                  </a:lnTo>
                  <a:lnTo>
                    <a:pt x="103815" y="6107"/>
                  </a:lnTo>
                  <a:lnTo>
                    <a:pt x="116152" y="6710"/>
                  </a:lnTo>
                  <a:lnTo>
                    <a:pt x="117164" y="6699"/>
                  </a:lnTo>
                  <a:lnTo>
                    <a:pt x="117904" y="6613"/>
                  </a:lnTo>
                  <a:lnTo>
                    <a:pt x="118596" y="6533"/>
                  </a:lnTo>
                  <a:lnTo>
                    <a:pt x="118908" y="6497"/>
                  </a:lnTo>
                  <a:lnTo>
                    <a:pt x="119079" y="6472"/>
                  </a:lnTo>
                  <a:lnTo>
                    <a:pt x="123432" y="5817"/>
                  </a:lnTo>
                  <a:lnTo>
                    <a:pt x="133798" y="4260"/>
                  </a:lnTo>
                  <a:lnTo>
                    <a:pt x="139249" y="3441"/>
                  </a:lnTo>
                  <a:lnTo>
                    <a:pt x="154659" y="1125"/>
                  </a:lnTo>
                  <a:lnTo>
                    <a:pt x="154900" y="1089"/>
                  </a:lnTo>
                  <a:lnTo>
                    <a:pt x="159456" y="404"/>
                  </a:lnTo>
                  <a:lnTo>
                    <a:pt x="161140" y="151"/>
                  </a:lnTo>
                  <a:lnTo>
                    <a:pt x="161435" y="106"/>
                  </a:lnTo>
                  <a:lnTo>
                    <a:pt x="162129"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3" name="pg182"/>
            <p:cNvSpPr/>
            <p:nvPr/>
          </p:nvSpPr>
          <p:spPr>
            <a:xfrm>
              <a:off x="2948733" y="2947615"/>
              <a:ext cx="178274" cy="129432"/>
            </a:xfrm>
            <a:custGeom>
              <a:avLst/>
              <a:pathLst>
                <a:path w="178274" h="129432">
                  <a:moveTo>
                    <a:pt x="176000" y="77398"/>
                  </a:moveTo>
                  <a:lnTo>
                    <a:pt x="174070" y="83082"/>
                  </a:lnTo>
                  <a:lnTo>
                    <a:pt x="172724" y="87045"/>
                  </a:lnTo>
                  <a:lnTo>
                    <a:pt x="171436" y="86659"/>
                  </a:lnTo>
                  <a:lnTo>
                    <a:pt x="168077" y="85651"/>
                  </a:lnTo>
                  <a:lnTo>
                    <a:pt x="166857" y="89299"/>
                  </a:lnTo>
                  <a:lnTo>
                    <a:pt x="166076" y="91536"/>
                  </a:lnTo>
                  <a:lnTo>
                    <a:pt x="165858" y="92160"/>
                  </a:lnTo>
                  <a:lnTo>
                    <a:pt x="165627" y="92894"/>
                  </a:lnTo>
                  <a:lnTo>
                    <a:pt x="165339" y="93712"/>
                  </a:lnTo>
                  <a:lnTo>
                    <a:pt x="164217" y="94254"/>
                  </a:lnTo>
                  <a:lnTo>
                    <a:pt x="122356" y="97206"/>
                  </a:lnTo>
                  <a:lnTo>
                    <a:pt x="98761" y="93204"/>
                  </a:lnTo>
                  <a:lnTo>
                    <a:pt x="88950" y="107121"/>
                  </a:lnTo>
                  <a:lnTo>
                    <a:pt x="74514" y="116925"/>
                  </a:lnTo>
                  <a:lnTo>
                    <a:pt x="61670" y="111903"/>
                  </a:lnTo>
                  <a:lnTo>
                    <a:pt x="56240" y="111974"/>
                  </a:lnTo>
                  <a:lnTo>
                    <a:pt x="52346" y="116736"/>
                  </a:lnTo>
                  <a:lnTo>
                    <a:pt x="51688" y="118923"/>
                  </a:lnTo>
                  <a:lnTo>
                    <a:pt x="49687" y="117655"/>
                  </a:lnTo>
                  <a:lnTo>
                    <a:pt x="48685" y="116492"/>
                  </a:lnTo>
                  <a:lnTo>
                    <a:pt x="46001" y="114238"/>
                  </a:lnTo>
                  <a:lnTo>
                    <a:pt x="43103" y="112234"/>
                  </a:lnTo>
                  <a:lnTo>
                    <a:pt x="40401" y="110982"/>
                  </a:lnTo>
                  <a:lnTo>
                    <a:pt x="38803" y="110704"/>
                  </a:lnTo>
                  <a:lnTo>
                    <a:pt x="38521" y="111259"/>
                  </a:lnTo>
                  <a:lnTo>
                    <a:pt x="37882" y="112900"/>
                  </a:lnTo>
                  <a:lnTo>
                    <a:pt x="37545" y="112917"/>
                  </a:lnTo>
                  <a:lnTo>
                    <a:pt x="36583" y="115980"/>
                  </a:lnTo>
                  <a:lnTo>
                    <a:pt x="37083" y="118578"/>
                  </a:lnTo>
                  <a:lnTo>
                    <a:pt x="37567" y="122059"/>
                  </a:lnTo>
                  <a:lnTo>
                    <a:pt x="38141" y="124076"/>
                  </a:lnTo>
                  <a:lnTo>
                    <a:pt x="38522" y="125572"/>
                  </a:lnTo>
                  <a:lnTo>
                    <a:pt x="38720" y="128780"/>
                  </a:lnTo>
                  <a:lnTo>
                    <a:pt x="36091" y="127854"/>
                  </a:lnTo>
                  <a:lnTo>
                    <a:pt x="35895" y="127362"/>
                  </a:lnTo>
                  <a:lnTo>
                    <a:pt x="35651" y="126891"/>
                  </a:lnTo>
                  <a:lnTo>
                    <a:pt x="35590" y="126548"/>
                  </a:lnTo>
                  <a:lnTo>
                    <a:pt x="35498" y="126211"/>
                  </a:lnTo>
                  <a:lnTo>
                    <a:pt x="35379" y="125883"/>
                  </a:lnTo>
                  <a:lnTo>
                    <a:pt x="35232" y="125566"/>
                  </a:lnTo>
                  <a:lnTo>
                    <a:pt x="35037" y="125232"/>
                  </a:lnTo>
                  <a:lnTo>
                    <a:pt x="34813" y="124918"/>
                  </a:lnTo>
                  <a:lnTo>
                    <a:pt x="34559" y="124626"/>
                  </a:lnTo>
                  <a:lnTo>
                    <a:pt x="34279" y="124360"/>
                  </a:lnTo>
                  <a:lnTo>
                    <a:pt x="33927" y="124088"/>
                  </a:lnTo>
                  <a:lnTo>
                    <a:pt x="33547" y="123856"/>
                  </a:lnTo>
                  <a:lnTo>
                    <a:pt x="33145" y="123667"/>
                  </a:lnTo>
                  <a:lnTo>
                    <a:pt x="32724" y="123523"/>
                  </a:lnTo>
                  <a:lnTo>
                    <a:pt x="32290" y="123426"/>
                  </a:lnTo>
                  <a:lnTo>
                    <a:pt x="31848" y="123377"/>
                  </a:lnTo>
                  <a:lnTo>
                    <a:pt x="31403" y="123376"/>
                  </a:lnTo>
                  <a:lnTo>
                    <a:pt x="30961" y="123424"/>
                  </a:lnTo>
                  <a:lnTo>
                    <a:pt x="30525" y="123520"/>
                  </a:lnTo>
                  <a:lnTo>
                    <a:pt x="30103" y="123663"/>
                  </a:lnTo>
                  <a:lnTo>
                    <a:pt x="29699" y="123852"/>
                  </a:lnTo>
                  <a:lnTo>
                    <a:pt x="29317" y="124084"/>
                  </a:lnTo>
                  <a:lnTo>
                    <a:pt x="27462" y="125518"/>
                  </a:lnTo>
                  <a:lnTo>
                    <a:pt x="27041" y="125922"/>
                  </a:lnTo>
                  <a:lnTo>
                    <a:pt x="26850" y="126150"/>
                  </a:lnTo>
                  <a:lnTo>
                    <a:pt x="26667" y="126370"/>
                  </a:lnTo>
                  <a:lnTo>
                    <a:pt x="26561" y="126516"/>
                  </a:lnTo>
                  <a:lnTo>
                    <a:pt x="26461" y="129432"/>
                  </a:lnTo>
                  <a:lnTo>
                    <a:pt x="25981" y="129381"/>
                  </a:lnTo>
                  <a:lnTo>
                    <a:pt x="23592" y="129171"/>
                  </a:lnTo>
                  <a:lnTo>
                    <a:pt x="19219" y="128785"/>
                  </a:lnTo>
                  <a:lnTo>
                    <a:pt x="19088" y="128788"/>
                  </a:lnTo>
                  <a:lnTo>
                    <a:pt x="14268" y="128878"/>
                  </a:lnTo>
                  <a:lnTo>
                    <a:pt x="11199" y="128936"/>
                  </a:lnTo>
                  <a:lnTo>
                    <a:pt x="10987" y="126882"/>
                  </a:lnTo>
                  <a:lnTo>
                    <a:pt x="10892" y="125958"/>
                  </a:lnTo>
                  <a:lnTo>
                    <a:pt x="7925" y="120716"/>
                  </a:lnTo>
                  <a:lnTo>
                    <a:pt x="7707" y="120379"/>
                  </a:lnTo>
                  <a:lnTo>
                    <a:pt x="8583" y="119400"/>
                  </a:lnTo>
                  <a:lnTo>
                    <a:pt x="11602" y="119170"/>
                  </a:lnTo>
                  <a:lnTo>
                    <a:pt x="11024" y="116630"/>
                  </a:lnTo>
                  <a:lnTo>
                    <a:pt x="10826" y="116116"/>
                  </a:lnTo>
                  <a:lnTo>
                    <a:pt x="10531" y="114336"/>
                  </a:lnTo>
                  <a:lnTo>
                    <a:pt x="10772" y="113549"/>
                  </a:lnTo>
                  <a:lnTo>
                    <a:pt x="10835" y="113343"/>
                  </a:lnTo>
                  <a:lnTo>
                    <a:pt x="11282" y="110865"/>
                  </a:lnTo>
                  <a:lnTo>
                    <a:pt x="11676" y="109228"/>
                  </a:lnTo>
                  <a:lnTo>
                    <a:pt x="13112" y="106741"/>
                  </a:lnTo>
                  <a:lnTo>
                    <a:pt x="13438" y="105381"/>
                  </a:lnTo>
                  <a:lnTo>
                    <a:pt x="13113" y="103729"/>
                  </a:lnTo>
                  <a:lnTo>
                    <a:pt x="12073" y="99228"/>
                  </a:lnTo>
                  <a:lnTo>
                    <a:pt x="13493" y="80374"/>
                  </a:lnTo>
                  <a:lnTo>
                    <a:pt x="10884" y="78866"/>
                  </a:lnTo>
                  <a:lnTo>
                    <a:pt x="10908" y="78423"/>
                  </a:lnTo>
                  <a:lnTo>
                    <a:pt x="10863" y="78056"/>
                  </a:lnTo>
                  <a:lnTo>
                    <a:pt x="10763" y="77719"/>
                  </a:lnTo>
                  <a:lnTo>
                    <a:pt x="10613" y="77406"/>
                  </a:lnTo>
                  <a:lnTo>
                    <a:pt x="865" y="78877"/>
                  </a:lnTo>
                  <a:lnTo>
                    <a:pt x="0" y="73145"/>
                  </a:lnTo>
                  <a:lnTo>
                    <a:pt x="11485" y="71429"/>
                  </a:lnTo>
                  <a:lnTo>
                    <a:pt x="12860" y="71075"/>
                  </a:lnTo>
                  <a:lnTo>
                    <a:pt x="14291" y="70255"/>
                  </a:lnTo>
                  <a:lnTo>
                    <a:pt x="16778" y="68338"/>
                  </a:lnTo>
                  <a:lnTo>
                    <a:pt x="20349" y="62237"/>
                  </a:lnTo>
                  <a:lnTo>
                    <a:pt x="21180" y="61468"/>
                  </a:lnTo>
                  <a:lnTo>
                    <a:pt x="26100" y="53255"/>
                  </a:lnTo>
                  <a:lnTo>
                    <a:pt x="26353" y="52114"/>
                  </a:lnTo>
                  <a:lnTo>
                    <a:pt x="26528" y="49985"/>
                  </a:lnTo>
                  <a:lnTo>
                    <a:pt x="24954" y="39655"/>
                  </a:lnTo>
                  <a:lnTo>
                    <a:pt x="24903" y="39316"/>
                  </a:lnTo>
                  <a:lnTo>
                    <a:pt x="25882" y="39173"/>
                  </a:lnTo>
                  <a:lnTo>
                    <a:pt x="33696" y="38036"/>
                  </a:lnTo>
                  <a:lnTo>
                    <a:pt x="49281" y="35766"/>
                  </a:lnTo>
                  <a:lnTo>
                    <a:pt x="53884" y="35096"/>
                  </a:lnTo>
                  <a:lnTo>
                    <a:pt x="57751" y="34533"/>
                  </a:lnTo>
                  <a:lnTo>
                    <a:pt x="59567" y="34265"/>
                  </a:lnTo>
                  <a:lnTo>
                    <a:pt x="65117" y="33447"/>
                  </a:lnTo>
                  <a:lnTo>
                    <a:pt x="70274" y="32687"/>
                  </a:lnTo>
                  <a:lnTo>
                    <a:pt x="74786" y="32022"/>
                  </a:lnTo>
                  <a:lnTo>
                    <a:pt x="76768" y="31570"/>
                  </a:lnTo>
                  <a:lnTo>
                    <a:pt x="78950" y="30846"/>
                  </a:lnTo>
                  <a:lnTo>
                    <a:pt x="81451" y="29696"/>
                  </a:lnTo>
                  <a:lnTo>
                    <a:pt x="81833" y="29442"/>
                  </a:lnTo>
                  <a:lnTo>
                    <a:pt x="82667" y="28966"/>
                  </a:lnTo>
                  <a:lnTo>
                    <a:pt x="83480" y="28456"/>
                  </a:lnTo>
                  <a:lnTo>
                    <a:pt x="84259" y="27923"/>
                  </a:lnTo>
                  <a:lnTo>
                    <a:pt x="85016" y="27360"/>
                  </a:lnTo>
                  <a:lnTo>
                    <a:pt x="85795" y="26729"/>
                  </a:lnTo>
                  <a:lnTo>
                    <a:pt x="86061" y="26494"/>
                  </a:lnTo>
                  <a:lnTo>
                    <a:pt x="86547" y="26065"/>
                  </a:lnTo>
                  <a:lnTo>
                    <a:pt x="87271" y="25370"/>
                  </a:lnTo>
                  <a:lnTo>
                    <a:pt x="87964" y="24646"/>
                  </a:lnTo>
                  <a:lnTo>
                    <a:pt x="88636" y="23880"/>
                  </a:lnTo>
                  <a:lnTo>
                    <a:pt x="89323" y="23020"/>
                  </a:lnTo>
                  <a:lnTo>
                    <a:pt x="89879" y="22265"/>
                  </a:lnTo>
                  <a:lnTo>
                    <a:pt x="90447" y="21418"/>
                  </a:lnTo>
                  <a:lnTo>
                    <a:pt x="90979" y="20549"/>
                  </a:lnTo>
                  <a:lnTo>
                    <a:pt x="91472" y="19657"/>
                  </a:lnTo>
                  <a:lnTo>
                    <a:pt x="91927" y="18745"/>
                  </a:lnTo>
                  <a:lnTo>
                    <a:pt x="92341" y="17814"/>
                  </a:lnTo>
                  <a:lnTo>
                    <a:pt x="92637" y="17076"/>
                  </a:lnTo>
                  <a:lnTo>
                    <a:pt x="92908" y="16328"/>
                  </a:lnTo>
                  <a:lnTo>
                    <a:pt x="93167" y="15528"/>
                  </a:lnTo>
                  <a:lnTo>
                    <a:pt x="93278" y="15131"/>
                  </a:lnTo>
                  <a:lnTo>
                    <a:pt x="93346" y="14887"/>
                  </a:lnTo>
                  <a:lnTo>
                    <a:pt x="93569" y="13733"/>
                  </a:lnTo>
                  <a:lnTo>
                    <a:pt x="93747" y="12570"/>
                  </a:lnTo>
                  <a:lnTo>
                    <a:pt x="93878" y="11402"/>
                  </a:lnTo>
                  <a:lnTo>
                    <a:pt x="93963" y="10229"/>
                  </a:lnTo>
                  <a:lnTo>
                    <a:pt x="93997" y="9330"/>
                  </a:lnTo>
                  <a:lnTo>
                    <a:pt x="94004" y="8431"/>
                  </a:lnTo>
                  <a:lnTo>
                    <a:pt x="93983" y="7531"/>
                  </a:lnTo>
                  <a:lnTo>
                    <a:pt x="93936" y="6633"/>
                  </a:lnTo>
                  <a:lnTo>
                    <a:pt x="93224" y="1990"/>
                  </a:lnTo>
                  <a:lnTo>
                    <a:pt x="93612" y="1939"/>
                  </a:lnTo>
                  <a:lnTo>
                    <a:pt x="101371" y="917"/>
                  </a:lnTo>
                  <a:lnTo>
                    <a:pt x="107945" y="0"/>
                  </a:lnTo>
                  <a:lnTo>
                    <a:pt x="108218" y="2923"/>
                  </a:lnTo>
                  <a:lnTo>
                    <a:pt x="108856" y="4863"/>
                  </a:lnTo>
                  <a:lnTo>
                    <a:pt x="109142" y="5733"/>
                  </a:lnTo>
                  <a:lnTo>
                    <a:pt x="110626" y="8292"/>
                  </a:lnTo>
                  <a:lnTo>
                    <a:pt x="111636" y="9160"/>
                  </a:lnTo>
                  <a:lnTo>
                    <a:pt x="112268" y="9583"/>
                  </a:lnTo>
                  <a:lnTo>
                    <a:pt x="112504" y="9798"/>
                  </a:lnTo>
                  <a:lnTo>
                    <a:pt x="117216" y="14105"/>
                  </a:lnTo>
                  <a:lnTo>
                    <a:pt x="121100" y="17654"/>
                  </a:lnTo>
                  <a:lnTo>
                    <a:pt x="124751" y="20992"/>
                  </a:lnTo>
                  <a:lnTo>
                    <a:pt x="126279" y="22388"/>
                  </a:lnTo>
                  <a:lnTo>
                    <a:pt x="128590" y="24500"/>
                  </a:lnTo>
                  <a:lnTo>
                    <a:pt x="132216" y="27814"/>
                  </a:lnTo>
                  <a:lnTo>
                    <a:pt x="136013" y="31285"/>
                  </a:lnTo>
                  <a:lnTo>
                    <a:pt x="139716" y="34669"/>
                  </a:lnTo>
                  <a:lnTo>
                    <a:pt x="143777" y="38250"/>
                  </a:lnTo>
                  <a:lnTo>
                    <a:pt x="147468" y="41677"/>
                  </a:lnTo>
                  <a:lnTo>
                    <a:pt x="151100" y="45050"/>
                  </a:lnTo>
                  <a:lnTo>
                    <a:pt x="154690" y="48383"/>
                  </a:lnTo>
                  <a:lnTo>
                    <a:pt x="158302" y="51736"/>
                  </a:lnTo>
                  <a:lnTo>
                    <a:pt x="161962" y="55135"/>
                  </a:lnTo>
                  <a:lnTo>
                    <a:pt x="165643" y="58553"/>
                  </a:lnTo>
                  <a:lnTo>
                    <a:pt x="169740" y="62357"/>
                  </a:lnTo>
                  <a:lnTo>
                    <a:pt x="177636" y="70472"/>
                  </a:lnTo>
                  <a:lnTo>
                    <a:pt x="178274" y="7070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4" name="pg183"/>
            <p:cNvSpPr/>
            <p:nvPr/>
          </p:nvSpPr>
          <p:spPr>
            <a:xfrm>
              <a:off x="3088541" y="2956901"/>
              <a:ext cx="70981" cy="125320"/>
            </a:xfrm>
            <a:custGeom>
              <a:avLst/>
              <a:pathLst>
                <a:path w="70981" h="125320">
                  <a:moveTo>
                    <a:pt x="50283" y="124495"/>
                  </a:moveTo>
                  <a:lnTo>
                    <a:pt x="44856" y="125320"/>
                  </a:lnTo>
                  <a:lnTo>
                    <a:pt x="43942" y="118589"/>
                  </a:lnTo>
                  <a:lnTo>
                    <a:pt x="43909" y="118349"/>
                  </a:lnTo>
                  <a:lnTo>
                    <a:pt x="42750" y="110262"/>
                  </a:lnTo>
                  <a:lnTo>
                    <a:pt x="41870" y="104396"/>
                  </a:lnTo>
                  <a:lnTo>
                    <a:pt x="41216" y="101988"/>
                  </a:lnTo>
                  <a:lnTo>
                    <a:pt x="40562" y="100980"/>
                  </a:lnTo>
                  <a:lnTo>
                    <a:pt x="32651" y="97906"/>
                  </a:lnTo>
                  <a:lnTo>
                    <a:pt x="26795" y="95623"/>
                  </a:lnTo>
                  <a:lnTo>
                    <a:pt x="28555" y="90744"/>
                  </a:lnTo>
                  <a:lnTo>
                    <a:pt x="30700" y="84797"/>
                  </a:lnTo>
                  <a:lnTo>
                    <a:pt x="32713" y="79215"/>
                  </a:lnTo>
                  <a:lnTo>
                    <a:pt x="33208" y="77844"/>
                  </a:lnTo>
                  <a:lnTo>
                    <a:pt x="32923" y="77736"/>
                  </a:lnTo>
                  <a:lnTo>
                    <a:pt x="34261" y="73795"/>
                  </a:lnTo>
                  <a:lnTo>
                    <a:pt x="36192" y="68111"/>
                  </a:lnTo>
                  <a:lnTo>
                    <a:pt x="38465" y="61416"/>
                  </a:lnTo>
                  <a:lnTo>
                    <a:pt x="37827" y="61185"/>
                  </a:lnTo>
                  <a:lnTo>
                    <a:pt x="29932" y="53071"/>
                  </a:lnTo>
                  <a:lnTo>
                    <a:pt x="25834" y="49266"/>
                  </a:lnTo>
                  <a:lnTo>
                    <a:pt x="22153" y="45848"/>
                  </a:lnTo>
                  <a:lnTo>
                    <a:pt x="18493" y="42450"/>
                  </a:lnTo>
                  <a:lnTo>
                    <a:pt x="14882" y="39097"/>
                  </a:lnTo>
                  <a:lnTo>
                    <a:pt x="11292" y="35763"/>
                  </a:lnTo>
                  <a:lnTo>
                    <a:pt x="7659" y="32391"/>
                  </a:lnTo>
                  <a:lnTo>
                    <a:pt x="3969" y="28964"/>
                  </a:lnTo>
                  <a:lnTo>
                    <a:pt x="0" y="25279"/>
                  </a:lnTo>
                  <a:lnTo>
                    <a:pt x="4354" y="20567"/>
                  </a:lnTo>
                  <a:lnTo>
                    <a:pt x="5874" y="19005"/>
                  </a:lnTo>
                  <a:lnTo>
                    <a:pt x="6931" y="17919"/>
                  </a:lnTo>
                  <a:lnTo>
                    <a:pt x="7706" y="17238"/>
                  </a:lnTo>
                  <a:lnTo>
                    <a:pt x="8517" y="16524"/>
                  </a:lnTo>
                  <a:lnTo>
                    <a:pt x="11079" y="14623"/>
                  </a:lnTo>
                  <a:lnTo>
                    <a:pt x="18143" y="9382"/>
                  </a:lnTo>
                  <a:lnTo>
                    <a:pt x="22752" y="5962"/>
                  </a:lnTo>
                  <a:lnTo>
                    <a:pt x="22940" y="5822"/>
                  </a:lnTo>
                  <a:lnTo>
                    <a:pt x="23648" y="5297"/>
                  </a:lnTo>
                  <a:lnTo>
                    <a:pt x="26248" y="4009"/>
                  </a:lnTo>
                  <a:lnTo>
                    <a:pt x="37428" y="2247"/>
                  </a:lnTo>
                  <a:lnTo>
                    <a:pt x="37659" y="2211"/>
                  </a:lnTo>
                  <a:lnTo>
                    <a:pt x="46555" y="810"/>
                  </a:lnTo>
                  <a:lnTo>
                    <a:pt x="47141" y="717"/>
                  </a:lnTo>
                  <a:lnTo>
                    <a:pt x="49786" y="301"/>
                  </a:lnTo>
                  <a:lnTo>
                    <a:pt x="50602" y="172"/>
                  </a:lnTo>
                  <a:lnTo>
                    <a:pt x="51691" y="0"/>
                  </a:lnTo>
                  <a:lnTo>
                    <a:pt x="51937" y="1548"/>
                  </a:lnTo>
                  <a:lnTo>
                    <a:pt x="52073" y="2399"/>
                  </a:lnTo>
                  <a:lnTo>
                    <a:pt x="52307" y="3871"/>
                  </a:lnTo>
                  <a:lnTo>
                    <a:pt x="52484" y="4985"/>
                  </a:lnTo>
                  <a:lnTo>
                    <a:pt x="52684" y="6239"/>
                  </a:lnTo>
                  <a:lnTo>
                    <a:pt x="53276" y="9957"/>
                  </a:lnTo>
                  <a:lnTo>
                    <a:pt x="53682" y="12510"/>
                  </a:lnTo>
                  <a:lnTo>
                    <a:pt x="53858" y="13614"/>
                  </a:lnTo>
                  <a:lnTo>
                    <a:pt x="54200" y="15763"/>
                  </a:lnTo>
                  <a:lnTo>
                    <a:pt x="54606" y="18314"/>
                  </a:lnTo>
                  <a:lnTo>
                    <a:pt x="54746" y="19196"/>
                  </a:lnTo>
                  <a:lnTo>
                    <a:pt x="56038" y="27316"/>
                  </a:lnTo>
                  <a:lnTo>
                    <a:pt x="56883" y="32620"/>
                  </a:lnTo>
                  <a:lnTo>
                    <a:pt x="57405" y="35900"/>
                  </a:lnTo>
                  <a:lnTo>
                    <a:pt x="57607" y="37172"/>
                  </a:lnTo>
                  <a:lnTo>
                    <a:pt x="58145" y="40552"/>
                  </a:lnTo>
                  <a:lnTo>
                    <a:pt x="58374" y="41987"/>
                  </a:lnTo>
                  <a:lnTo>
                    <a:pt x="58543" y="43050"/>
                  </a:lnTo>
                  <a:lnTo>
                    <a:pt x="58866" y="45078"/>
                  </a:lnTo>
                  <a:lnTo>
                    <a:pt x="59510" y="49123"/>
                  </a:lnTo>
                  <a:lnTo>
                    <a:pt x="59761" y="50702"/>
                  </a:lnTo>
                  <a:lnTo>
                    <a:pt x="60785" y="57134"/>
                  </a:lnTo>
                  <a:lnTo>
                    <a:pt x="60823" y="57373"/>
                  </a:lnTo>
                  <a:lnTo>
                    <a:pt x="61212" y="59821"/>
                  </a:lnTo>
                  <a:lnTo>
                    <a:pt x="61429" y="61183"/>
                  </a:lnTo>
                  <a:lnTo>
                    <a:pt x="61835" y="63735"/>
                  </a:lnTo>
                  <a:lnTo>
                    <a:pt x="62122" y="65536"/>
                  </a:lnTo>
                  <a:lnTo>
                    <a:pt x="62191" y="65973"/>
                  </a:lnTo>
                  <a:lnTo>
                    <a:pt x="63434" y="73820"/>
                  </a:lnTo>
                  <a:lnTo>
                    <a:pt x="63852" y="76455"/>
                  </a:lnTo>
                  <a:lnTo>
                    <a:pt x="64032" y="77593"/>
                  </a:lnTo>
                  <a:lnTo>
                    <a:pt x="64130" y="78214"/>
                  </a:lnTo>
                  <a:lnTo>
                    <a:pt x="64338" y="79528"/>
                  </a:lnTo>
                  <a:lnTo>
                    <a:pt x="64592" y="81126"/>
                  </a:lnTo>
                  <a:lnTo>
                    <a:pt x="64876" y="82920"/>
                  </a:lnTo>
                  <a:lnTo>
                    <a:pt x="65354" y="85937"/>
                  </a:lnTo>
                  <a:lnTo>
                    <a:pt x="65672" y="87943"/>
                  </a:lnTo>
                  <a:lnTo>
                    <a:pt x="65694" y="88082"/>
                  </a:lnTo>
                  <a:lnTo>
                    <a:pt x="66673" y="94266"/>
                  </a:lnTo>
                  <a:lnTo>
                    <a:pt x="66700" y="94433"/>
                  </a:lnTo>
                  <a:lnTo>
                    <a:pt x="67132" y="97162"/>
                  </a:lnTo>
                  <a:lnTo>
                    <a:pt x="67153" y="97294"/>
                  </a:lnTo>
                  <a:lnTo>
                    <a:pt x="67381" y="98735"/>
                  </a:lnTo>
                  <a:lnTo>
                    <a:pt x="67820" y="101504"/>
                  </a:lnTo>
                  <a:lnTo>
                    <a:pt x="67982" y="102527"/>
                  </a:lnTo>
                  <a:lnTo>
                    <a:pt x="68123" y="103420"/>
                  </a:lnTo>
                  <a:lnTo>
                    <a:pt x="68443" y="105429"/>
                  </a:lnTo>
                  <a:lnTo>
                    <a:pt x="68814" y="107765"/>
                  </a:lnTo>
                  <a:lnTo>
                    <a:pt x="69527" y="112253"/>
                  </a:lnTo>
                  <a:lnTo>
                    <a:pt x="70108" y="115903"/>
                  </a:lnTo>
                  <a:lnTo>
                    <a:pt x="70429" y="117923"/>
                  </a:lnTo>
                  <a:lnTo>
                    <a:pt x="70574" y="118839"/>
                  </a:lnTo>
                  <a:lnTo>
                    <a:pt x="70733" y="119840"/>
                  </a:lnTo>
                  <a:lnTo>
                    <a:pt x="70981" y="121398"/>
                  </a:lnTo>
                  <a:lnTo>
                    <a:pt x="70528" y="121415"/>
                  </a:lnTo>
                  <a:lnTo>
                    <a:pt x="68642" y="121702"/>
                  </a:lnTo>
                  <a:lnTo>
                    <a:pt x="63940" y="122417"/>
                  </a:lnTo>
                  <a:lnTo>
                    <a:pt x="62836" y="122585"/>
                  </a:lnTo>
                  <a:lnTo>
                    <a:pt x="56626" y="123530"/>
                  </a:lnTo>
                  <a:lnTo>
                    <a:pt x="56423" y="123561"/>
                  </a:lnTo>
                  <a:lnTo>
                    <a:pt x="50875" y="12440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5" name="pg184"/>
            <p:cNvSpPr/>
            <p:nvPr/>
          </p:nvSpPr>
          <p:spPr>
            <a:xfrm>
              <a:off x="3033692" y="3033266"/>
              <a:ext cx="128136" cy="86983"/>
            </a:xfrm>
            <a:custGeom>
              <a:avLst/>
              <a:pathLst>
                <a:path w="128136" h="86983">
                  <a:moveTo>
                    <a:pt x="86476" y="1007"/>
                  </a:moveTo>
                  <a:lnTo>
                    <a:pt x="87772" y="1370"/>
                  </a:lnTo>
                  <a:lnTo>
                    <a:pt x="88057" y="1479"/>
                  </a:lnTo>
                  <a:lnTo>
                    <a:pt x="87562" y="2850"/>
                  </a:lnTo>
                  <a:lnTo>
                    <a:pt x="85549" y="8432"/>
                  </a:lnTo>
                  <a:lnTo>
                    <a:pt x="83404" y="14378"/>
                  </a:lnTo>
                  <a:lnTo>
                    <a:pt x="81681" y="19272"/>
                  </a:lnTo>
                  <a:lnTo>
                    <a:pt x="87499" y="21540"/>
                  </a:lnTo>
                  <a:lnTo>
                    <a:pt x="95411" y="24614"/>
                  </a:lnTo>
                  <a:lnTo>
                    <a:pt x="96065" y="25622"/>
                  </a:lnTo>
                  <a:lnTo>
                    <a:pt x="96728" y="28064"/>
                  </a:lnTo>
                  <a:lnTo>
                    <a:pt x="97603" y="33928"/>
                  </a:lnTo>
                  <a:lnTo>
                    <a:pt x="98758" y="41984"/>
                  </a:lnTo>
                  <a:lnTo>
                    <a:pt x="98791" y="42224"/>
                  </a:lnTo>
                  <a:lnTo>
                    <a:pt x="99705" y="48955"/>
                  </a:lnTo>
                  <a:lnTo>
                    <a:pt x="105132" y="48129"/>
                  </a:lnTo>
                  <a:lnTo>
                    <a:pt x="105724" y="48039"/>
                  </a:lnTo>
                  <a:lnTo>
                    <a:pt x="111272" y="47195"/>
                  </a:lnTo>
                  <a:lnTo>
                    <a:pt x="111474" y="47164"/>
                  </a:lnTo>
                  <a:lnTo>
                    <a:pt x="117685" y="46220"/>
                  </a:lnTo>
                  <a:lnTo>
                    <a:pt x="118789" y="46052"/>
                  </a:lnTo>
                  <a:lnTo>
                    <a:pt x="123592" y="45321"/>
                  </a:lnTo>
                  <a:lnTo>
                    <a:pt x="125377" y="45049"/>
                  </a:lnTo>
                  <a:lnTo>
                    <a:pt x="125830" y="45033"/>
                  </a:lnTo>
                  <a:lnTo>
                    <a:pt x="126063" y="46496"/>
                  </a:lnTo>
                  <a:lnTo>
                    <a:pt x="126271" y="47808"/>
                  </a:lnTo>
                  <a:lnTo>
                    <a:pt x="126364" y="48392"/>
                  </a:lnTo>
                  <a:lnTo>
                    <a:pt x="126888" y="52246"/>
                  </a:lnTo>
                  <a:lnTo>
                    <a:pt x="127109" y="53870"/>
                  </a:lnTo>
                  <a:lnTo>
                    <a:pt x="127397" y="55771"/>
                  </a:lnTo>
                  <a:lnTo>
                    <a:pt x="126301" y="55926"/>
                  </a:lnTo>
                  <a:lnTo>
                    <a:pt x="125471" y="56043"/>
                  </a:lnTo>
                  <a:lnTo>
                    <a:pt x="125582" y="56794"/>
                  </a:lnTo>
                  <a:lnTo>
                    <a:pt x="125995" y="59571"/>
                  </a:lnTo>
                  <a:lnTo>
                    <a:pt x="126777" y="64838"/>
                  </a:lnTo>
                  <a:lnTo>
                    <a:pt x="127168" y="67475"/>
                  </a:lnTo>
                  <a:lnTo>
                    <a:pt x="127578" y="70234"/>
                  </a:lnTo>
                  <a:lnTo>
                    <a:pt x="127736" y="71298"/>
                  </a:lnTo>
                  <a:lnTo>
                    <a:pt x="127947" y="72316"/>
                  </a:lnTo>
                  <a:lnTo>
                    <a:pt x="128020" y="72669"/>
                  </a:lnTo>
                  <a:lnTo>
                    <a:pt x="128136" y="73230"/>
                  </a:lnTo>
                  <a:lnTo>
                    <a:pt x="127494" y="73717"/>
                  </a:lnTo>
                  <a:lnTo>
                    <a:pt x="125472" y="75249"/>
                  </a:lnTo>
                  <a:lnTo>
                    <a:pt x="121812" y="74706"/>
                  </a:lnTo>
                  <a:lnTo>
                    <a:pt x="120176" y="74462"/>
                  </a:lnTo>
                  <a:lnTo>
                    <a:pt x="119313" y="74520"/>
                  </a:lnTo>
                  <a:lnTo>
                    <a:pt x="116111" y="74734"/>
                  </a:lnTo>
                  <a:lnTo>
                    <a:pt x="115864" y="74769"/>
                  </a:lnTo>
                  <a:lnTo>
                    <a:pt x="115346" y="74843"/>
                  </a:lnTo>
                  <a:lnTo>
                    <a:pt x="109399" y="75690"/>
                  </a:lnTo>
                  <a:lnTo>
                    <a:pt x="108857" y="75768"/>
                  </a:lnTo>
                  <a:lnTo>
                    <a:pt x="104110" y="76444"/>
                  </a:lnTo>
                  <a:lnTo>
                    <a:pt x="103099" y="76589"/>
                  </a:lnTo>
                  <a:lnTo>
                    <a:pt x="85869" y="78772"/>
                  </a:lnTo>
                  <a:lnTo>
                    <a:pt x="83919" y="78861"/>
                  </a:lnTo>
                  <a:lnTo>
                    <a:pt x="82374" y="78931"/>
                  </a:lnTo>
                  <a:lnTo>
                    <a:pt x="79407" y="79066"/>
                  </a:lnTo>
                  <a:lnTo>
                    <a:pt x="76981" y="79448"/>
                  </a:lnTo>
                  <a:lnTo>
                    <a:pt x="76708" y="79491"/>
                  </a:lnTo>
                  <a:lnTo>
                    <a:pt x="75604" y="79664"/>
                  </a:lnTo>
                  <a:lnTo>
                    <a:pt x="69581" y="80611"/>
                  </a:lnTo>
                  <a:lnTo>
                    <a:pt x="63693" y="81537"/>
                  </a:lnTo>
                  <a:lnTo>
                    <a:pt x="58283" y="82388"/>
                  </a:lnTo>
                  <a:lnTo>
                    <a:pt x="52156" y="83352"/>
                  </a:lnTo>
                  <a:lnTo>
                    <a:pt x="50318" y="83641"/>
                  </a:lnTo>
                  <a:lnTo>
                    <a:pt x="46243" y="84281"/>
                  </a:lnTo>
                  <a:lnTo>
                    <a:pt x="43690" y="84683"/>
                  </a:lnTo>
                  <a:lnTo>
                    <a:pt x="38164" y="85552"/>
                  </a:lnTo>
                  <a:lnTo>
                    <a:pt x="33716" y="86251"/>
                  </a:lnTo>
                  <a:lnTo>
                    <a:pt x="33225" y="86328"/>
                  </a:lnTo>
                  <a:lnTo>
                    <a:pt x="32684" y="86389"/>
                  </a:lnTo>
                  <a:lnTo>
                    <a:pt x="32274" y="86435"/>
                  </a:lnTo>
                  <a:lnTo>
                    <a:pt x="31436" y="86528"/>
                  </a:lnTo>
                  <a:lnTo>
                    <a:pt x="26260" y="86983"/>
                  </a:lnTo>
                  <a:lnTo>
                    <a:pt x="23153" y="66130"/>
                  </a:lnTo>
                  <a:lnTo>
                    <a:pt x="23128" y="65981"/>
                  </a:lnTo>
                  <a:lnTo>
                    <a:pt x="17543" y="66928"/>
                  </a:lnTo>
                  <a:lnTo>
                    <a:pt x="16318" y="59603"/>
                  </a:lnTo>
                  <a:lnTo>
                    <a:pt x="15795" y="56323"/>
                  </a:lnTo>
                  <a:lnTo>
                    <a:pt x="21434" y="55628"/>
                  </a:lnTo>
                  <a:lnTo>
                    <a:pt x="21670" y="50663"/>
                  </a:lnTo>
                  <a:lnTo>
                    <a:pt x="21016" y="50007"/>
                  </a:lnTo>
                  <a:lnTo>
                    <a:pt x="20458" y="49529"/>
                  </a:lnTo>
                  <a:lnTo>
                    <a:pt x="19416" y="49363"/>
                  </a:lnTo>
                  <a:lnTo>
                    <a:pt x="18388" y="49371"/>
                  </a:lnTo>
                  <a:lnTo>
                    <a:pt x="17262" y="49742"/>
                  </a:lnTo>
                  <a:lnTo>
                    <a:pt x="16487" y="50337"/>
                  </a:lnTo>
                  <a:lnTo>
                    <a:pt x="14445" y="50654"/>
                  </a:lnTo>
                  <a:lnTo>
                    <a:pt x="13935" y="50287"/>
                  </a:lnTo>
                  <a:lnTo>
                    <a:pt x="12146" y="49144"/>
                  </a:lnTo>
                  <a:lnTo>
                    <a:pt x="11816" y="48567"/>
                  </a:lnTo>
                  <a:lnTo>
                    <a:pt x="11657" y="48645"/>
                  </a:lnTo>
                  <a:lnTo>
                    <a:pt x="11401" y="48383"/>
                  </a:lnTo>
                  <a:lnTo>
                    <a:pt x="9295" y="46797"/>
                  </a:lnTo>
                  <a:lnTo>
                    <a:pt x="8102" y="45485"/>
                  </a:lnTo>
                  <a:lnTo>
                    <a:pt x="7235" y="44706"/>
                  </a:lnTo>
                  <a:lnTo>
                    <a:pt x="6260" y="43991"/>
                  </a:lnTo>
                  <a:lnTo>
                    <a:pt x="5490" y="43472"/>
                  </a:lnTo>
                  <a:lnTo>
                    <a:pt x="4292" y="42604"/>
                  </a:lnTo>
                  <a:lnTo>
                    <a:pt x="3880" y="42058"/>
                  </a:lnTo>
                  <a:lnTo>
                    <a:pt x="3254" y="41343"/>
                  </a:lnTo>
                  <a:lnTo>
                    <a:pt x="1930" y="39572"/>
                  </a:lnTo>
                  <a:lnTo>
                    <a:pt x="1160" y="37550"/>
                  </a:lnTo>
                  <a:lnTo>
                    <a:pt x="764" y="35807"/>
                  </a:lnTo>
                  <a:lnTo>
                    <a:pt x="0" y="33341"/>
                  </a:lnTo>
                  <a:lnTo>
                    <a:pt x="5133" y="30862"/>
                  </a:lnTo>
                  <a:lnTo>
                    <a:pt x="13801" y="7552"/>
                  </a:lnTo>
                  <a:lnTo>
                    <a:pt x="37396" y="11554"/>
                  </a:lnTo>
                  <a:lnTo>
                    <a:pt x="79257" y="8602"/>
                  </a:lnTo>
                  <a:lnTo>
                    <a:pt x="80380" y="8060"/>
                  </a:lnTo>
                  <a:lnTo>
                    <a:pt x="80667" y="7242"/>
                  </a:lnTo>
                  <a:lnTo>
                    <a:pt x="80898" y="6508"/>
                  </a:lnTo>
                  <a:lnTo>
                    <a:pt x="81116" y="5884"/>
                  </a:lnTo>
                  <a:lnTo>
                    <a:pt x="81897" y="3647"/>
                  </a:lnTo>
                  <a:lnTo>
                    <a:pt x="83117"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6" name="pg185"/>
            <p:cNvSpPr/>
            <p:nvPr/>
          </p:nvSpPr>
          <p:spPr>
            <a:xfrm>
              <a:off x="2950116" y="3040819"/>
              <a:ext cx="109854" cy="88502"/>
            </a:xfrm>
            <a:custGeom>
              <a:avLst/>
              <a:pathLst>
                <a:path w="109854" h="88502">
                  <a:moveTo>
                    <a:pt x="94977" y="40831"/>
                  </a:moveTo>
                  <a:lnTo>
                    <a:pt x="95233" y="41092"/>
                  </a:lnTo>
                  <a:lnTo>
                    <a:pt x="95392" y="41015"/>
                  </a:lnTo>
                  <a:lnTo>
                    <a:pt x="95722" y="41592"/>
                  </a:lnTo>
                  <a:lnTo>
                    <a:pt x="97511" y="42734"/>
                  </a:lnTo>
                  <a:lnTo>
                    <a:pt x="98022" y="43101"/>
                  </a:lnTo>
                  <a:lnTo>
                    <a:pt x="100063" y="42785"/>
                  </a:lnTo>
                  <a:lnTo>
                    <a:pt x="100838" y="42190"/>
                  </a:lnTo>
                  <a:lnTo>
                    <a:pt x="101964" y="41819"/>
                  </a:lnTo>
                  <a:lnTo>
                    <a:pt x="102992" y="41811"/>
                  </a:lnTo>
                  <a:lnTo>
                    <a:pt x="104034" y="41976"/>
                  </a:lnTo>
                  <a:lnTo>
                    <a:pt x="104592" y="42455"/>
                  </a:lnTo>
                  <a:lnTo>
                    <a:pt x="105246" y="43111"/>
                  </a:lnTo>
                  <a:lnTo>
                    <a:pt x="105010" y="48076"/>
                  </a:lnTo>
                  <a:lnTo>
                    <a:pt x="99371" y="48771"/>
                  </a:lnTo>
                  <a:lnTo>
                    <a:pt x="99894" y="52050"/>
                  </a:lnTo>
                  <a:lnTo>
                    <a:pt x="101119" y="59376"/>
                  </a:lnTo>
                  <a:lnTo>
                    <a:pt x="106704" y="58428"/>
                  </a:lnTo>
                  <a:lnTo>
                    <a:pt x="106729" y="58577"/>
                  </a:lnTo>
                  <a:lnTo>
                    <a:pt x="109854" y="79556"/>
                  </a:lnTo>
                  <a:lnTo>
                    <a:pt x="109538" y="79605"/>
                  </a:lnTo>
                  <a:lnTo>
                    <a:pt x="98331" y="81335"/>
                  </a:lnTo>
                  <a:lnTo>
                    <a:pt x="92524" y="82231"/>
                  </a:lnTo>
                  <a:lnTo>
                    <a:pt x="91029" y="82462"/>
                  </a:lnTo>
                  <a:lnTo>
                    <a:pt x="88689" y="82823"/>
                  </a:lnTo>
                  <a:lnTo>
                    <a:pt x="80264" y="84124"/>
                  </a:lnTo>
                  <a:lnTo>
                    <a:pt x="73928" y="85103"/>
                  </a:lnTo>
                  <a:lnTo>
                    <a:pt x="73316" y="85197"/>
                  </a:lnTo>
                  <a:lnTo>
                    <a:pt x="72763" y="85282"/>
                  </a:lnTo>
                  <a:lnTo>
                    <a:pt x="63501" y="86712"/>
                  </a:lnTo>
                  <a:lnTo>
                    <a:pt x="59673" y="87303"/>
                  </a:lnTo>
                  <a:lnTo>
                    <a:pt x="59054" y="87399"/>
                  </a:lnTo>
                  <a:lnTo>
                    <a:pt x="52137" y="88127"/>
                  </a:lnTo>
                  <a:lnTo>
                    <a:pt x="51098" y="88170"/>
                  </a:lnTo>
                  <a:lnTo>
                    <a:pt x="50521" y="88194"/>
                  </a:lnTo>
                  <a:lnTo>
                    <a:pt x="46859" y="88347"/>
                  </a:lnTo>
                  <a:lnTo>
                    <a:pt x="38757" y="87806"/>
                  </a:lnTo>
                  <a:lnTo>
                    <a:pt x="38106" y="87763"/>
                  </a:lnTo>
                  <a:lnTo>
                    <a:pt x="37976" y="87758"/>
                  </a:lnTo>
                  <a:lnTo>
                    <a:pt x="37759" y="87750"/>
                  </a:lnTo>
                  <a:lnTo>
                    <a:pt x="30280" y="87468"/>
                  </a:lnTo>
                  <a:lnTo>
                    <a:pt x="29905" y="87454"/>
                  </a:lnTo>
                  <a:lnTo>
                    <a:pt x="29568" y="87443"/>
                  </a:lnTo>
                  <a:lnTo>
                    <a:pt x="28989" y="87424"/>
                  </a:lnTo>
                  <a:lnTo>
                    <a:pt x="24064" y="87260"/>
                  </a:lnTo>
                  <a:lnTo>
                    <a:pt x="23909" y="87255"/>
                  </a:lnTo>
                  <a:lnTo>
                    <a:pt x="21889" y="87188"/>
                  </a:lnTo>
                  <a:lnTo>
                    <a:pt x="19941" y="87350"/>
                  </a:lnTo>
                  <a:lnTo>
                    <a:pt x="16708" y="87618"/>
                  </a:lnTo>
                  <a:lnTo>
                    <a:pt x="14741" y="87781"/>
                  </a:lnTo>
                  <a:lnTo>
                    <a:pt x="14288" y="87819"/>
                  </a:lnTo>
                  <a:lnTo>
                    <a:pt x="13852" y="87830"/>
                  </a:lnTo>
                  <a:lnTo>
                    <a:pt x="13466" y="87840"/>
                  </a:lnTo>
                  <a:lnTo>
                    <a:pt x="1497" y="88502"/>
                  </a:lnTo>
                  <a:lnTo>
                    <a:pt x="1492" y="88363"/>
                  </a:lnTo>
                  <a:lnTo>
                    <a:pt x="1214" y="79553"/>
                  </a:lnTo>
                  <a:lnTo>
                    <a:pt x="1001" y="72833"/>
                  </a:lnTo>
                  <a:lnTo>
                    <a:pt x="808" y="66711"/>
                  </a:lnTo>
                  <a:lnTo>
                    <a:pt x="657" y="61953"/>
                  </a:lnTo>
                  <a:lnTo>
                    <a:pt x="428" y="57377"/>
                  </a:lnTo>
                  <a:lnTo>
                    <a:pt x="252" y="53847"/>
                  </a:lnTo>
                  <a:lnTo>
                    <a:pt x="0" y="48795"/>
                  </a:lnTo>
                  <a:lnTo>
                    <a:pt x="4579" y="48514"/>
                  </a:lnTo>
                  <a:lnTo>
                    <a:pt x="13356" y="47975"/>
                  </a:lnTo>
                  <a:lnTo>
                    <a:pt x="18516" y="47658"/>
                  </a:lnTo>
                  <a:lnTo>
                    <a:pt x="27794" y="47088"/>
                  </a:lnTo>
                  <a:lnTo>
                    <a:pt x="37019" y="46521"/>
                  </a:lnTo>
                  <a:lnTo>
                    <a:pt x="36846" y="42183"/>
                  </a:lnTo>
                  <a:lnTo>
                    <a:pt x="36801" y="41057"/>
                  </a:lnTo>
                  <a:lnTo>
                    <a:pt x="40343" y="37946"/>
                  </a:lnTo>
                  <a:lnTo>
                    <a:pt x="43172" y="34703"/>
                  </a:lnTo>
                  <a:lnTo>
                    <a:pt x="45266" y="36515"/>
                  </a:lnTo>
                  <a:lnTo>
                    <a:pt x="43207" y="39416"/>
                  </a:lnTo>
                  <a:lnTo>
                    <a:pt x="46410" y="42434"/>
                  </a:lnTo>
                  <a:lnTo>
                    <a:pt x="52988" y="36906"/>
                  </a:lnTo>
                  <a:lnTo>
                    <a:pt x="67786" y="26271"/>
                  </a:lnTo>
                  <a:lnTo>
                    <a:pt x="72296" y="24288"/>
                  </a:lnTo>
                  <a:lnTo>
                    <a:pt x="73130" y="23721"/>
                  </a:lnTo>
                  <a:lnTo>
                    <a:pt x="87566" y="13917"/>
                  </a:lnTo>
                  <a:lnTo>
                    <a:pt x="97377" y="0"/>
                  </a:lnTo>
                  <a:lnTo>
                    <a:pt x="88709" y="23310"/>
                  </a:lnTo>
                  <a:lnTo>
                    <a:pt x="83576" y="25789"/>
                  </a:lnTo>
                  <a:lnTo>
                    <a:pt x="84340" y="28254"/>
                  </a:lnTo>
                  <a:lnTo>
                    <a:pt x="84737" y="29997"/>
                  </a:lnTo>
                  <a:lnTo>
                    <a:pt x="85506" y="32019"/>
                  </a:lnTo>
                  <a:lnTo>
                    <a:pt x="86830" y="33790"/>
                  </a:lnTo>
                  <a:lnTo>
                    <a:pt x="87456" y="34506"/>
                  </a:lnTo>
                  <a:lnTo>
                    <a:pt x="87868" y="35052"/>
                  </a:lnTo>
                  <a:lnTo>
                    <a:pt x="89066" y="35920"/>
                  </a:lnTo>
                  <a:lnTo>
                    <a:pt x="89836" y="36438"/>
                  </a:lnTo>
                  <a:lnTo>
                    <a:pt x="90811" y="37154"/>
                  </a:lnTo>
                  <a:lnTo>
                    <a:pt x="91678" y="37932"/>
                  </a:lnTo>
                  <a:lnTo>
                    <a:pt x="92871" y="3924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7" name="pg186"/>
            <p:cNvSpPr/>
            <p:nvPr/>
          </p:nvSpPr>
          <p:spPr>
            <a:xfrm>
              <a:off x="2916068" y="3046843"/>
              <a:ext cx="107178" cy="84431"/>
            </a:xfrm>
            <a:custGeom>
              <a:avLst/>
              <a:pathLst>
                <a:path w="107178" h="84431">
                  <a:moveTo>
                    <a:pt x="43651" y="27654"/>
                  </a:moveTo>
                  <a:lnTo>
                    <a:pt x="43863" y="29707"/>
                  </a:lnTo>
                  <a:lnTo>
                    <a:pt x="46932" y="29650"/>
                  </a:lnTo>
                  <a:lnTo>
                    <a:pt x="51752" y="29559"/>
                  </a:lnTo>
                  <a:lnTo>
                    <a:pt x="51884" y="29557"/>
                  </a:lnTo>
                  <a:lnTo>
                    <a:pt x="56257" y="29942"/>
                  </a:lnTo>
                  <a:lnTo>
                    <a:pt x="58646" y="30152"/>
                  </a:lnTo>
                  <a:lnTo>
                    <a:pt x="59125" y="30203"/>
                  </a:lnTo>
                  <a:lnTo>
                    <a:pt x="59225" y="27287"/>
                  </a:lnTo>
                  <a:lnTo>
                    <a:pt x="59331" y="27141"/>
                  </a:lnTo>
                  <a:lnTo>
                    <a:pt x="59515" y="26921"/>
                  </a:lnTo>
                  <a:lnTo>
                    <a:pt x="59706" y="26693"/>
                  </a:lnTo>
                  <a:lnTo>
                    <a:pt x="60126" y="26289"/>
                  </a:lnTo>
                  <a:lnTo>
                    <a:pt x="61982" y="24855"/>
                  </a:lnTo>
                  <a:lnTo>
                    <a:pt x="62363" y="24623"/>
                  </a:lnTo>
                  <a:lnTo>
                    <a:pt x="62767" y="24435"/>
                  </a:lnTo>
                  <a:lnTo>
                    <a:pt x="63190" y="24291"/>
                  </a:lnTo>
                  <a:lnTo>
                    <a:pt x="63626" y="24195"/>
                  </a:lnTo>
                  <a:lnTo>
                    <a:pt x="64068" y="24147"/>
                  </a:lnTo>
                  <a:lnTo>
                    <a:pt x="64513" y="24148"/>
                  </a:lnTo>
                  <a:lnTo>
                    <a:pt x="64954" y="24197"/>
                  </a:lnTo>
                  <a:lnTo>
                    <a:pt x="65388" y="24294"/>
                  </a:lnTo>
                  <a:lnTo>
                    <a:pt x="65809" y="24438"/>
                  </a:lnTo>
                  <a:lnTo>
                    <a:pt x="66212" y="24627"/>
                  </a:lnTo>
                  <a:lnTo>
                    <a:pt x="66591" y="24859"/>
                  </a:lnTo>
                  <a:lnTo>
                    <a:pt x="66943" y="25131"/>
                  </a:lnTo>
                  <a:lnTo>
                    <a:pt x="67223" y="25397"/>
                  </a:lnTo>
                  <a:lnTo>
                    <a:pt x="67477" y="25689"/>
                  </a:lnTo>
                  <a:lnTo>
                    <a:pt x="67702" y="26003"/>
                  </a:lnTo>
                  <a:lnTo>
                    <a:pt x="67896" y="26337"/>
                  </a:lnTo>
                  <a:lnTo>
                    <a:pt x="68043" y="26654"/>
                  </a:lnTo>
                  <a:lnTo>
                    <a:pt x="68163" y="26982"/>
                  </a:lnTo>
                  <a:lnTo>
                    <a:pt x="68254" y="27319"/>
                  </a:lnTo>
                  <a:lnTo>
                    <a:pt x="68316" y="27663"/>
                  </a:lnTo>
                  <a:lnTo>
                    <a:pt x="68559" y="28133"/>
                  </a:lnTo>
                  <a:lnTo>
                    <a:pt x="68756" y="28626"/>
                  </a:lnTo>
                  <a:lnTo>
                    <a:pt x="71384" y="29552"/>
                  </a:lnTo>
                  <a:lnTo>
                    <a:pt x="71187" y="26344"/>
                  </a:lnTo>
                  <a:lnTo>
                    <a:pt x="70806" y="24848"/>
                  </a:lnTo>
                  <a:lnTo>
                    <a:pt x="70231" y="22831"/>
                  </a:lnTo>
                  <a:lnTo>
                    <a:pt x="69747" y="19349"/>
                  </a:lnTo>
                  <a:lnTo>
                    <a:pt x="69247" y="16752"/>
                  </a:lnTo>
                  <a:lnTo>
                    <a:pt x="70209" y="13688"/>
                  </a:lnTo>
                  <a:lnTo>
                    <a:pt x="70546" y="13672"/>
                  </a:lnTo>
                  <a:lnTo>
                    <a:pt x="71186" y="12030"/>
                  </a:lnTo>
                  <a:lnTo>
                    <a:pt x="71468" y="11466"/>
                  </a:lnTo>
                  <a:lnTo>
                    <a:pt x="73065" y="11753"/>
                  </a:lnTo>
                  <a:lnTo>
                    <a:pt x="75767" y="13005"/>
                  </a:lnTo>
                  <a:lnTo>
                    <a:pt x="78666" y="15009"/>
                  </a:lnTo>
                  <a:lnTo>
                    <a:pt x="81349" y="17264"/>
                  </a:lnTo>
                  <a:lnTo>
                    <a:pt x="82351" y="18427"/>
                  </a:lnTo>
                  <a:lnTo>
                    <a:pt x="84353" y="19694"/>
                  </a:lnTo>
                  <a:lnTo>
                    <a:pt x="85010" y="17508"/>
                  </a:lnTo>
                  <a:lnTo>
                    <a:pt x="88905" y="12745"/>
                  </a:lnTo>
                  <a:lnTo>
                    <a:pt x="94335" y="12674"/>
                  </a:lnTo>
                  <a:lnTo>
                    <a:pt x="107178" y="17697"/>
                  </a:lnTo>
                  <a:lnTo>
                    <a:pt x="106344" y="18263"/>
                  </a:lnTo>
                  <a:lnTo>
                    <a:pt x="101834" y="20246"/>
                  </a:lnTo>
                  <a:lnTo>
                    <a:pt x="87036" y="30881"/>
                  </a:lnTo>
                  <a:lnTo>
                    <a:pt x="80458" y="36409"/>
                  </a:lnTo>
                  <a:lnTo>
                    <a:pt x="77255" y="33391"/>
                  </a:lnTo>
                  <a:lnTo>
                    <a:pt x="79314" y="30490"/>
                  </a:lnTo>
                  <a:lnTo>
                    <a:pt x="77220" y="28678"/>
                  </a:lnTo>
                  <a:lnTo>
                    <a:pt x="74392" y="31921"/>
                  </a:lnTo>
                  <a:lnTo>
                    <a:pt x="70849" y="35032"/>
                  </a:lnTo>
                  <a:lnTo>
                    <a:pt x="70894" y="36159"/>
                  </a:lnTo>
                  <a:lnTo>
                    <a:pt x="71067" y="40497"/>
                  </a:lnTo>
                  <a:lnTo>
                    <a:pt x="61789" y="41067"/>
                  </a:lnTo>
                  <a:lnTo>
                    <a:pt x="52496" y="41637"/>
                  </a:lnTo>
                  <a:lnTo>
                    <a:pt x="47404" y="41950"/>
                  </a:lnTo>
                  <a:lnTo>
                    <a:pt x="38533" y="42495"/>
                  </a:lnTo>
                  <a:lnTo>
                    <a:pt x="34048" y="42771"/>
                  </a:lnTo>
                  <a:lnTo>
                    <a:pt x="34300" y="47823"/>
                  </a:lnTo>
                  <a:lnTo>
                    <a:pt x="34476" y="51352"/>
                  </a:lnTo>
                  <a:lnTo>
                    <a:pt x="34706" y="55941"/>
                  </a:lnTo>
                  <a:lnTo>
                    <a:pt x="34856" y="60687"/>
                  </a:lnTo>
                  <a:lnTo>
                    <a:pt x="35049" y="66808"/>
                  </a:lnTo>
                  <a:lnTo>
                    <a:pt x="35262" y="73529"/>
                  </a:lnTo>
                  <a:lnTo>
                    <a:pt x="35540" y="82338"/>
                  </a:lnTo>
                  <a:lnTo>
                    <a:pt x="35305" y="82497"/>
                  </a:lnTo>
                  <a:lnTo>
                    <a:pt x="33640" y="82597"/>
                  </a:lnTo>
                  <a:lnTo>
                    <a:pt x="33148" y="82626"/>
                  </a:lnTo>
                  <a:lnTo>
                    <a:pt x="32319" y="82675"/>
                  </a:lnTo>
                  <a:lnTo>
                    <a:pt x="30057" y="82811"/>
                  </a:lnTo>
                  <a:lnTo>
                    <a:pt x="19946" y="83414"/>
                  </a:lnTo>
                  <a:lnTo>
                    <a:pt x="14581" y="83735"/>
                  </a:lnTo>
                  <a:lnTo>
                    <a:pt x="14323" y="83750"/>
                  </a:lnTo>
                  <a:lnTo>
                    <a:pt x="13335" y="83809"/>
                  </a:lnTo>
                  <a:lnTo>
                    <a:pt x="12057" y="83886"/>
                  </a:lnTo>
                  <a:lnTo>
                    <a:pt x="4866" y="84315"/>
                  </a:lnTo>
                  <a:lnTo>
                    <a:pt x="2835" y="84431"/>
                  </a:lnTo>
                  <a:lnTo>
                    <a:pt x="2826" y="84237"/>
                  </a:lnTo>
                  <a:lnTo>
                    <a:pt x="2477" y="77269"/>
                  </a:lnTo>
                  <a:lnTo>
                    <a:pt x="2238" y="72474"/>
                  </a:lnTo>
                  <a:lnTo>
                    <a:pt x="2003" y="67772"/>
                  </a:lnTo>
                  <a:lnTo>
                    <a:pt x="1972" y="67555"/>
                  </a:lnTo>
                  <a:lnTo>
                    <a:pt x="1298" y="65949"/>
                  </a:lnTo>
                  <a:lnTo>
                    <a:pt x="86" y="63060"/>
                  </a:lnTo>
                  <a:lnTo>
                    <a:pt x="0" y="62244"/>
                  </a:lnTo>
                  <a:lnTo>
                    <a:pt x="195" y="60158"/>
                  </a:lnTo>
                  <a:lnTo>
                    <a:pt x="340" y="56314"/>
                  </a:lnTo>
                  <a:lnTo>
                    <a:pt x="1269" y="56336"/>
                  </a:lnTo>
                  <a:lnTo>
                    <a:pt x="1667" y="56345"/>
                  </a:lnTo>
                  <a:lnTo>
                    <a:pt x="2918" y="56458"/>
                  </a:lnTo>
                  <a:lnTo>
                    <a:pt x="4169" y="56568"/>
                  </a:lnTo>
                  <a:lnTo>
                    <a:pt x="4240" y="55064"/>
                  </a:lnTo>
                  <a:lnTo>
                    <a:pt x="4317" y="54602"/>
                  </a:lnTo>
                  <a:lnTo>
                    <a:pt x="4352" y="54394"/>
                  </a:lnTo>
                  <a:lnTo>
                    <a:pt x="4604" y="52882"/>
                  </a:lnTo>
                  <a:lnTo>
                    <a:pt x="4733" y="51330"/>
                  </a:lnTo>
                  <a:lnTo>
                    <a:pt x="4788" y="50670"/>
                  </a:lnTo>
                  <a:lnTo>
                    <a:pt x="5091" y="47016"/>
                  </a:lnTo>
                  <a:lnTo>
                    <a:pt x="5152" y="46281"/>
                  </a:lnTo>
                  <a:lnTo>
                    <a:pt x="5418" y="43075"/>
                  </a:lnTo>
                  <a:lnTo>
                    <a:pt x="5495" y="41610"/>
                  </a:lnTo>
                  <a:lnTo>
                    <a:pt x="4011" y="39126"/>
                  </a:lnTo>
                  <a:lnTo>
                    <a:pt x="3775" y="38731"/>
                  </a:lnTo>
                  <a:lnTo>
                    <a:pt x="3539" y="38336"/>
                  </a:lnTo>
                  <a:lnTo>
                    <a:pt x="3407" y="38115"/>
                  </a:lnTo>
                  <a:lnTo>
                    <a:pt x="563" y="33355"/>
                  </a:lnTo>
                  <a:lnTo>
                    <a:pt x="5758" y="30298"/>
                  </a:lnTo>
                  <a:lnTo>
                    <a:pt x="3686" y="25505"/>
                  </a:lnTo>
                  <a:lnTo>
                    <a:pt x="4932" y="25029"/>
                  </a:lnTo>
                  <a:lnTo>
                    <a:pt x="44737" y="0"/>
                  </a:lnTo>
                  <a:lnTo>
                    <a:pt x="45778" y="4500"/>
                  </a:lnTo>
                  <a:lnTo>
                    <a:pt x="46103" y="6152"/>
                  </a:lnTo>
                  <a:lnTo>
                    <a:pt x="45776" y="7512"/>
                  </a:lnTo>
                  <a:lnTo>
                    <a:pt x="44340" y="9999"/>
                  </a:lnTo>
                  <a:lnTo>
                    <a:pt x="43947" y="11636"/>
                  </a:lnTo>
                  <a:lnTo>
                    <a:pt x="43499" y="14114"/>
                  </a:lnTo>
                  <a:lnTo>
                    <a:pt x="43436" y="14320"/>
                  </a:lnTo>
                  <a:lnTo>
                    <a:pt x="43195" y="15107"/>
                  </a:lnTo>
                  <a:lnTo>
                    <a:pt x="43490" y="16887"/>
                  </a:lnTo>
                  <a:lnTo>
                    <a:pt x="43688" y="17401"/>
                  </a:lnTo>
                  <a:lnTo>
                    <a:pt x="44266" y="19941"/>
                  </a:lnTo>
                  <a:lnTo>
                    <a:pt x="41247" y="20171"/>
                  </a:lnTo>
                  <a:lnTo>
                    <a:pt x="40371" y="21151"/>
                  </a:lnTo>
                  <a:lnTo>
                    <a:pt x="40589" y="21487"/>
                  </a:lnTo>
                  <a:lnTo>
                    <a:pt x="43556" y="2672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8" name="pg187"/>
            <p:cNvSpPr/>
            <p:nvPr/>
          </p:nvSpPr>
          <p:spPr>
            <a:xfrm>
              <a:off x="2876995" y="2986931"/>
              <a:ext cx="98265" cy="145086"/>
            </a:xfrm>
            <a:custGeom>
              <a:avLst/>
              <a:pathLst>
                <a:path w="98265" h="145086">
                  <a:moveTo>
                    <a:pt x="71737" y="33828"/>
                  </a:moveTo>
                  <a:lnTo>
                    <a:pt x="72603" y="39561"/>
                  </a:lnTo>
                  <a:lnTo>
                    <a:pt x="82351" y="38090"/>
                  </a:lnTo>
                  <a:lnTo>
                    <a:pt x="82535" y="38504"/>
                  </a:lnTo>
                  <a:lnTo>
                    <a:pt x="82623" y="38856"/>
                  </a:lnTo>
                  <a:lnTo>
                    <a:pt x="82650" y="39205"/>
                  </a:lnTo>
                  <a:lnTo>
                    <a:pt x="82620" y="39558"/>
                  </a:lnTo>
                  <a:lnTo>
                    <a:pt x="85231" y="41058"/>
                  </a:lnTo>
                  <a:lnTo>
                    <a:pt x="83811" y="59912"/>
                  </a:lnTo>
                  <a:lnTo>
                    <a:pt x="44005" y="84941"/>
                  </a:lnTo>
                  <a:lnTo>
                    <a:pt x="42759" y="85418"/>
                  </a:lnTo>
                  <a:lnTo>
                    <a:pt x="44831" y="90210"/>
                  </a:lnTo>
                  <a:lnTo>
                    <a:pt x="39636" y="93267"/>
                  </a:lnTo>
                  <a:lnTo>
                    <a:pt x="42480" y="98027"/>
                  </a:lnTo>
                  <a:lnTo>
                    <a:pt x="42612" y="98248"/>
                  </a:lnTo>
                  <a:lnTo>
                    <a:pt x="42848" y="98643"/>
                  </a:lnTo>
                  <a:lnTo>
                    <a:pt x="43084" y="99039"/>
                  </a:lnTo>
                  <a:lnTo>
                    <a:pt x="44568" y="101522"/>
                  </a:lnTo>
                  <a:lnTo>
                    <a:pt x="44491" y="102987"/>
                  </a:lnTo>
                  <a:lnTo>
                    <a:pt x="44225" y="106194"/>
                  </a:lnTo>
                  <a:lnTo>
                    <a:pt x="44164" y="106929"/>
                  </a:lnTo>
                  <a:lnTo>
                    <a:pt x="43861" y="110582"/>
                  </a:lnTo>
                  <a:lnTo>
                    <a:pt x="43806" y="111242"/>
                  </a:lnTo>
                  <a:lnTo>
                    <a:pt x="43677" y="112794"/>
                  </a:lnTo>
                  <a:lnTo>
                    <a:pt x="43425" y="114306"/>
                  </a:lnTo>
                  <a:lnTo>
                    <a:pt x="43391" y="114514"/>
                  </a:lnTo>
                  <a:lnTo>
                    <a:pt x="43314" y="114976"/>
                  </a:lnTo>
                  <a:lnTo>
                    <a:pt x="43242" y="116484"/>
                  </a:lnTo>
                  <a:lnTo>
                    <a:pt x="41991" y="116370"/>
                  </a:lnTo>
                  <a:lnTo>
                    <a:pt x="40740" y="116257"/>
                  </a:lnTo>
                  <a:lnTo>
                    <a:pt x="40343" y="116248"/>
                  </a:lnTo>
                  <a:lnTo>
                    <a:pt x="39413" y="116226"/>
                  </a:lnTo>
                  <a:lnTo>
                    <a:pt x="39268" y="120071"/>
                  </a:lnTo>
                  <a:lnTo>
                    <a:pt x="39073" y="122156"/>
                  </a:lnTo>
                  <a:lnTo>
                    <a:pt x="39159" y="122972"/>
                  </a:lnTo>
                  <a:lnTo>
                    <a:pt x="40371" y="125861"/>
                  </a:lnTo>
                  <a:lnTo>
                    <a:pt x="41068" y="127522"/>
                  </a:lnTo>
                  <a:lnTo>
                    <a:pt x="41081" y="127782"/>
                  </a:lnTo>
                  <a:lnTo>
                    <a:pt x="41311" y="132386"/>
                  </a:lnTo>
                  <a:lnTo>
                    <a:pt x="41551" y="137181"/>
                  </a:lnTo>
                  <a:lnTo>
                    <a:pt x="41899" y="144149"/>
                  </a:lnTo>
                  <a:lnTo>
                    <a:pt x="41909" y="144343"/>
                  </a:lnTo>
                  <a:lnTo>
                    <a:pt x="41646" y="144284"/>
                  </a:lnTo>
                  <a:lnTo>
                    <a:pt x="37135" y="144504"/>
                  </a:lnTo>
                  <a:lnTo>
                    <a:pt x="36748" y="144522"/>
                  </a:lnTo>
                  <a:lnTo>
                    <a:pt x="32648" y="144814"/>
                  </a:lnTo>
                  <a:lnTo>
                    <a:pt x="30507" y="144967"/>
                  </a:lnTo>
                  <a:lnTo>
                    <a:pt x="29924" y="145008"/>
                  </a:lnTo>
                  <a:lnTo>
                    <a:pt x="29292" y="145053"/>
                  </a:lnTo>
                  <a:lnTo>
                    <a:pt x="28832" y="145086"/>
                  </a:lnTo>
                  <a:lnTo>
                    <a:pt x="28760" y="144829"/>
                  </a:lnTo>
                  <a:lnTo>
                    <a:pt x="28670" y="144508"/>
                  </a:lnTo>
                  <a:lnTo>
                    <a:pt x="28449" y="143435"/>
                  </a:lnTo>
                  <a:lnTo>
                    <a:pt x="28405" y="143222"/>
                  </a:lnTo>
                  <a:lnTo>
                    <a:pt x="28275" y="142594"/>
                  </a:lnTo>
                  <a:lnTo>
                    <a:pt x="28181" y="142134"/>
                  </a:lnTo>
                  <a:lnTo>
                    <a:pt x="27153" y="137802"/>
                  </a:lnTo>
                  <a:lnTo>
                    <a:pt x="26582" y="135371"/>
                  </a:lnTo>
                  <a:lnTo>
                    <a:pt x="26525" y="135127"/>
                  </a:lnTo>
                  <a:lnTo>
                    <a:pt x="25820" y="132121"/>
                  </a:lnTo>
                  <a:lnTo>
                    <a:pt x="25686" y="131550"/>
                  </a:lnTo>
                  <a:lnTo>
                    <a:pt x="25578" y="131090"/>
                  </a:lnTo>
                  <a:lnTo>
                    <a:pt x="25292" y="129871"/>
                  </a:lnTo>
                  <a:lnTo>
                    <a:pt x="25021" y="128742"/>
                  </a:lnTo>
                  <a:lnTo>
                    <a:pt x="24693" y="127375"/>
                  </a:lnTo>
                  <a:lnTo>
                    <a:pt x="24645" y="127172"/>
                  </a:lnTo>
                  <a:lnTo>
                    <a:pt x="24558" y="126812"/>
                  </a:lnTo>
                  <a:lnTo>
                    <a:pt x="24351" y="125939"/>
                  </a:lnTo>
                  <a:lnTo>
                    <a:pt x="24215" y="125368"/>
                  </a:lnTo>
                  <a:lnTo>
                    <a:pt x="24164" y="125141"/>
                  </a:lnTo>
                  <a:lnTo>
                    <a:pt x="23665" y="122951"/>
                  </a:lnTo>
                  <a:lnTo>
                    <a:pt x="22282" y="116874"/>
                  </a:lnTo>
                  <a:lnTo>
                    <a:pt x="22116" y="116137"/>
                  </a:lnTo>
                  <a:lnTo>
                    <a:pt x="22082" y="115984"/>
                  </a:lnTo>
                  <a:lnTo>
                    <a:pt x="21333" y="112657"/>
                  </a:lnTo>
                  <a:lnTo>
                    <a:pt x="21131" y="111758"/>
                  </a:lnTo>
                  <a:lnTo>
                    <a:pt x="20935" y="110804"/>
                  </a:lnTo>
                  <a:lnTo>
                    <a:pt x="20875" y="110541"/>
                  </a:lnTo>
                  <a:lnTo>
                    <a:pt x="20646" y="109538"/>
                  </a:lnTo>
                  <a:lnTo>
                    <a:pt x="20434" y="108613"/>
                  </a:lnTo>
                  <a:lnTo>
                    <a:pt x="20275" y="107916"/>
                  </a:lnTo>
                  <a:lnTo>
                    <a:pt x="19663" y="105272"/>
                  </a:lnTo>
                  <a:lnTo>
                    <a:pt x="19572" y="104889"/>
                  </a:lnTo>
                  <a:lnTo>
                    <a:pt x="19439" y="104331"/>
                  </a:lnTo>
                  <a:lnTo>
                    <a:pt x="19296" y="103730"/>
                  </a:lnTo>
                  <a:lnTo>
                    <a:pt x="19205" y="103335"/>
                  </a:lnTo>
                  <a:lnTo>
                    <a:pt x="18828" y="101688"/>
                  </a:lnTo>
                  <a:lnTo>
                    <a:pt x="18216" y="99012"/>
                  </a:lnTo>
                  <a:lnTo>
                    <a:pt x="17582" y="96240"/>
                  </a:lnTo>
                  <a:lnTo>
                    <a:pt x="17460" y="95677"/>
                  </a:lnTo>
                  <a:lnTo>
                    <a:pt x="17259" y="94812"/>
                  </a:lnTo>
                  <a:lnTo>
                    <a:pt x="17142" y="94307"/>
                  </a:lnTo>
                  <a:lnTo>
                    <a:pt x="17054" y="93913"/>
                  </a:lnTo>
                  <a:lnTo>
                    <a:pt x="16983" y="93594"/>
                  </a:lnTo>
                  <a:lnTo>
                    <a:pt x="16871" y="93088"/>
                  </a:lnTo>
                  <a:lnTo>
                    <a:pt x="16750" y="92544"/>
                  </a:lnTo>
                  <a:lnTo>
                    <a:pt x="16131" y="89827"/>
                  </a:lnTo>
                  <a:lnTo>
                    <a:pt x="15990" y="89206"/>
                  </a:lnTo>
                  <a:lnTo>
                    <a:pt x="15813" y="88431"/>
                  </a:lnTo>
                  <a:lnTo>
                    <a:pt x="15693" y="87904"/>
                  </a:lnTo>
                  <a:lnTo>
                    <a:pt x="14906" y="84446"/>
                  </a:lnTo>
                  <a:lnTo>
                    <a:pt x="14729" y="83671"/>
                  </a:lnTo>
                  <a:lnTo>
                    <a:pt x="14557" y="82916"/>
                  </a:lnTo>
                  <a:lnTo>
                    <a:pt x="14450" y="82447"/>
                  </a:lnTo>
                  <a:lnTo>
                    <a:pt x="14315" y="81851"/>
                  </a:lnTo>
                  <a:lnTo>
                    <a:pt x="14197" y="81333"/>
                  </a:lnTo>
                  <a:lnTo>
                    <a:pt x="14118" y="80986"/>
                  </a:lnTo>
                  <a:lnTo>
                    <a:pt x="13954" y="80266"/>
                  </a:lnTo>
                  <a:lnTo>
                    <a:pt x="13912" y="80083"/>
                  </a:lnTo>
                  <a:lnTo>
                    <a:pt x="13687" y="79095"/>
                  </a:lnTo>
                  <a:lnTo>
                    <a:pt x="13655" y="78956"/>
                  </a:lnTo>
                  <a:lnTo>
                    <a:pt x="13578" y="78616"/>
                  </a:lnTo>
                  <a:lnTo>
                    <a:pt x="13465" y="78145"/>
                  </a:lnTo>
                  <a:lnTo>
                    <a:pt x="12727" y="78291"/>
                  </a:lnTo>
                  <a:lnTo>
                    <a:pt x="12490" y="78338"/>
                  </a:lnTo>
                  <a:lnTo>
                    <a:pt x="12251" y="77326"/>
                  </a:lnTo>
                  <a:lnTo>
                    <a:pt x="12218" y="77188"/>
                  </a:lnTo>
                  <a:lnTo>
                    <a:pt x="12054" y="76490"/>
                  </a:lnTo>
                  <a:lnTo>
                    <a:pt x="9595" y="66084"/>
                  </a:lnTo>
                  <a:lnTo>
                    <a:pt x="9312" y="64883"/>
                  </a:lnTo>
                  <a:lnTo>
                    <a:pt x="8833" y="62885"/>
                  </a:lnTo>
                  <a:lnTo>
                    <a:pt x="8161" y="60080"/>
                  </a:lnTo>
                  <a:lnTo>
                    <a:pt x="6818" y="54477"/>
                  </a:lnTo>
                  <a:lnTo>
                    <a:pt x="6378" y="52640"/>
                  </a:lnTo>
                  <a:lnTo>
                    <a:pt x="5424" y="48659"/>
                  </a:lnTo>
                  <a:lnTo>
                    <a:pt x="5198" y="47714"/>
                  </a:lnTo>
                  <a:lnTo>
                    <a:pt x="4595" y="45201"/>
                  </a:lnTo>
                  <a:lnTo>
                    <a:pt x="4054" y="42941"/>
                  </a:lnTo>
                  <a:lnTo>
                    <a:pt x="3895" y="42235"/>
                  </a:lnTo>
                  <a:lnTo>
                    <a:pt x="3488" y="40435"/>
                  </a:lnTo>
                  <a:lnTo>
                    <a:pt x="3034" y="38420"/>
                  </a:lnTo>
                  <a:lnTo>
                    <a:pt x="1909" y="33433"/>
                  </a:lnTo>
                  <a:lnTo>
                    <a:pt x="1746" y="32711"/>
                  </a:lnTo>
                  <a:lnTo>
                    <a:pt x="1345" y="30934"/>
                  </a:lnTo>
                  <a:lnTo>
                    <a:pt x="1197" y="30277"/>
                  </a:lnTo>
                  <a:lnTo>
                    <a:pt x="940" y="29091"/>
                  </a:lnTo>
                  <a:lnTo>
                    <a:pt x="207" y="25699"/>
                  </a:lnTo>
                  <a:lnTo>
                    <a:pt x="33" y="23812"/>
                  </a:lnTo>
                  <a:lnTo>
                    <a:pt x="0" y="23443"/>
                  </a:lnTo>
                  <a:lnTo>
                    <a:pt x="53" y="21236"/>
                  </a:lnTo>
                  <a:lnTo>
                    <a:pt x="72" y="20466"/>
                  </a:lnTo>
                  <a:lnTo>
                    <a:pt x="241" y="17729"/>
                  </a:lnTo>
                  <a:lnTo>
                    <a:pt x="473" y="15942"/>
                  </a:lnTo>
                  <a:lnTo>
                    <a:pt x="554" y="15401"/>
                  </a:lnTo>
                  <a:lnTo>
                    <a:pt x="763" y="14523"/>
                  </a:lnTo>
                  <a:lnTo>
                    <a:pt x="818" y="14293"/>
                  </a:lnTo>
                  <a:lnTo>
                    <a:pt x="878" y="14045"/>
                  </a:lnTo>
                  <a:lnTo>
                    <a:pt x="919" y="13870"/>
                  </a:lnTo>
                  <a:lnTo>
                    <a:pt x="1489" y="13786"/>
                  </a:lnTo>
                  <a:lnTo>
                    <a:pt x="2087" y="13699"/>
                  </a:lnTo>
                  <a:lnTo>
                    <a:pt x="3494" y="13492"/>
                  </a:lnTo>
                  <a:lnTo>
                    <a:pt x="3876" y="13436"/>
                  </a:lnTo>
                  <a:lnTo>
                    <a:pt x="10308" y="12494"/>
                  </a:lnTo>
                  <a:lnTo>
                    <a:pt x="12393" y="12189"/>
                  </a:lnTo>
                  <a:lnTo>
                    <a:pt x="13253" y="12063"/>
                  </a:lnTo>
                  <a:lnTo>
                    <a:pt x="14290" y="11911"/>
                  </a:lnTo>
                  <a:lnTo>
                    <a:pt x="16197" y="11632"/>
                  </a:lnTo>
                  <a:lnTo>
                    <a:pt x="16669" y="11562"/>
                  </a:lnTo>
                  <a:lnTo>
                    <a:pt x="17178" y="11488"/>
                  </a:lnTo>
                  <a:lnTo>
                    <a:pt x="19241" y="11186"/>
                  </a:lnTo>
                  <a:lnTo>
                    <a:pt x="30118" y="9592"/>
                  </a:lnTo>
                  <a:lnTo>
                    <a:pt x="33000" y="9170"/>
                  </a:lnTo>
                  <a:lnTo>
                    <a:pt x="35828" y="8756"/>
                  </a:lnTo>
                  <a:lnTo>
                    <a:pt x="48101" y="6958"/>
                  </a:lnTo>
                  <a:lnTo>
                    <a:pt x="48645" y="6878"/>
                  </a:lnTo>
                  <a:lnTo>
                    <a:pt x="49364" y="6775"/>
                  </a:lnTo>
                  <a:lnTo>
                    <a:pt x="59562" y="5314"/>
                  </a:lnTo>
                  <a:lnTo>
                    <a:pt x="72538" y="3454"/>
                  </a:lnTo>
                  <a:lnTo>
                    <a:pt x="72836" y="3411"/>
                  </a:lnTo>
                  <a:lnTo>
                    <a:pt x="85847" y="1546"/>
                  </a:lnTo>
                  <a:lnTo>
                    <a:pt x="87148" y="1360"/>
                  </a:lnTo>
                  <a:lnTo>
                    <a:pt x="90481" y="882"/>
                  </a:lnTo>
                  <a:lnTo>
                    <a:pt x="96640" y="0"/>
                  </a:lnTo>
                  <a:lnTo>
                    <a:pt x="96692" y="339"/>
                  </a:lnTo>
                  <a:lnTo>
                    <a:pt x="98265" y="10669"/>
                  </a:lnTo>
                  <a:lnTo>
                    <a:pt x="98091" y="12797"/>
                  </a:lnTo>
                  <a:lnTo>
                    <a:pt x="97838" y="13939"/>
                  </a:lnTo>
                  <a:lnTo>
                    <a:pt x="92917" y="22151"/>
                  </a:lnTo>
                  <a:lnTo>
                    <a:pt x="92086" y="22920"/>
                  </a:lnTo>
                  <a:lnTo>
                    <a:pt x="88516" y="29022"/>
                  </a:lnTo>
                  <a:lnTo>
                    <a:pt x="86028" y="30938"/>
                  </a:lnTo>
                  <a:lnTo>
                    <a:pt x="84597" y="31759"/>
                  </a:lnTo>
                  <a:lnTo>
                    <a:pt x="83223" y="321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89" name="pg188"/>
            <p:cNvSpPr/>
            <p:nvPr/>
          </p:nvSpPr>
          <p:spPr>
            <a:xfrm>
              <a:off x="2905827" y="3129440"/>
              <a:ext cx="77430" cy="78530"/>
            </a:xfrm>
            <a:custGeom>
              <a:avLst/>
              <a:pathLst>
                <a:path w="77430" h="78530">
                  <a:moveTo>
                    <a:pt x="44025" y="1707"/>
                  </a:moveTo>
                  <a:lnTo>
                    <a:pt x="44601" y="8522"/>
                  </a:lnTo>
                  <a:lnTo>
                    <a:pt x="44683" y="12272"/>
                  </a:lnTo>
                  <a:lnTo>
                    <a:pt x="44711" y="13860"/>
                  </a:lnTo>
                  <a:lnTo>
                    <a:pt x="51214" y="13403"/>
                  </a:lnTo>
                  <a:lnTo>
                    <a:pt x="56214" y="13052"/>
                  </a:lnTo>
                  <a:lnTo>
                    <a:pt x="56769" y="13012"/>
                  </a:lnTo>
                  <a:lnTo>
                    <a:pt x="69473" y="12113"/>
                  </a:lnTo>
                  <a:lnTo>
                    <a:pt x="69501" y="12503"/>
                  </a:lnTo>
                  <a:lnTo>
                    <a:pt x="70077" y="18125"/>
                  </a:lnTo>
                  <a:lnTo>
                    <a:pt x="70110" y="18443"/>
                  </a:lnTo>
                  <a:lnTo>
                    <a:pt x="70645" y="24142"/>
                  </a:lnTo>
                  <a:lnTo>
                    <a:pt x="74244" y="23887"/>
                  </a:lnTo>
                  <a:lnTo>
                    <a:pt x="76077" y="23755"/>
                  </a:lnTo>
                  <a:lnTo>
                    <a:pt x="76683" y="23709"/>
                  </a:lnTo>
                  <a:lnTo>
                    <a:pt x="77072" y="30014"/>
                  </a:lnTo>
                  <a:lnTo>
                    <a:pt x="77270" y="35087"/>
                  </a:lnTo>
                  <a:lnTo>
                    <a:pt x="77430" y="36766"/>
                  </a:lnTo>
                  <a:lnTo>
                    <a:pt x="77428" y="37520"/>
                  </a:lnTo>
                  <a:lnTo>
                    <a:pt x="77284" y="38937"/>
                  </a:lnTo>
                  <a:lnTo>
                    <a:pt x="77140" y="42684"/>
                  </a:lnTo>
                  <a:lnTo>
                    <a:pt x="76883" y="47103"/>
                  </a:lnTo>
                  <a:lnTo>
                    <a:pt x="76502" y="47167"/>
                  </a:lnTo>
                  <a:lnTo>
                    <a:pt x="69412" y="48371"/>
                  </a:lnTo>
                  <a:lnTo>
                    <a:pt x="68726" y="48488"/>
                  </a:lnTo>
                  <a:lnTo>
                    <a:pt x="65619" y="49015"/>
                  </a:lnTo>
                  <a:lnTo>
                    <a:pt x="61524" y="49711"/>
                  </a:lnTo>
                  <a:lnTo>
                    <a:pt x="61381" y="49735"/>
                  </a:lnTo>
                  <a:lnTo>
                    <a:pt x="61144" y="49775"/>
                  </a:lnTo>
                  <a:lnTo>
                    <a:pt x="57042" y="50472"/>
                  </a:lnTo>
                  <a:lnTo>
                    <a:pt x="53353" y="51099"/>
                  </a:lnTo>
                  <a:lnTo>
                    <a:pt x="52816" y="51190"/>
                  </a:lnTo>
                  <a:lnTo>
                    <a:pt x="49018" y="51699"/>
                  </a:lnTo>
                  <a:lnTo>
                    <a:pt x="49554" y="55798"/>
                  </a:lnTo>
                  <a:lnTo>
                    <a:pt x="50052" y="58612"/>
                  </a:lnTo>
                  <a:lnTo>
                    <a:pt x="50243" y="59817"/>
                  </a:lnTo>
                  <a:lnTo>
                    <a:pt x="50879" y="63587"/>
                  </a:lnTo>
                  <a:lnTo>
                    <a:pt x="50983" y="64397"/>
                  </a:lnTo>
                  <a:lnTo>
                    <a:pt x="51659" y="67561"/>
                  </a:lnTo>
                  <a:lnTo>
                    <a:pt x="52691" y="73142"/>
                  </a:lnTo>
                  <a:lnTo>
                    <a:pt x="52751" y="73465"/>
                  </a:lnTo>
                  <a:lnTo>
                    <a:pt x="52905" y="74300"/>
                  </a:lnTo>
                  <a:lnTo>
                    <a:pt x="53001" y="74819"/>
                  </a:lnTo>
                  <a:lnTo>
                    <a:pt x="51173" y="75139"/>
                  </a:lnTo>
                  <a:lnTo>
                    <a:pt x="46387" y="75975"/>
                  </a:lnTo>
                  <a:lnTo>
                    <a:pt x="44509" y="76303"/>
                  </a:lnTo>
                  <a:lnTo>
                    <a:pt x="44330" y="76335"/>
                  </a:lnTo>
                  <a:lnTo>
                    <a:pt x="40383" y="77024"/>
                  </a:lnTo>
                  <a:lnTo>
                    <a:pt x="37704" y="77493"/>
                  </a:lnTo>
                  <a:lnTo>
                    <a:pt x="36937" y="77642"/>
                  </a:lnTo>
                  <a:lnTo>
                    <a:pt x="35634" y="77896"/>
                  </a:lnTo>
                  <a:lnTo>
                    <a:pt x="35280" y="77965"/>
                  </a:lnTo>
                  <a:lnTo>
                    <a:pt x="35051" y="78009"/>
                  </a:lnTo>
                  <a:lnTo>
                    <a:pt x="34559" y="78105"/>
                  </a:lnTo>
                  <a:lnTo>
                    <a:pt x="33365" y="78338"/>
                  </a:lnTo>
                  <a:lnTo>
                    <a:pt x="32192" y="78530"/>
                  </a:lnTo>
                  <a:lnTo>
                    <a:pt x="31529" y="77256"/>
                  </a:lnTo>
                  <a:lnTo>
                    <a:pt x="31144" y="76514"/>
                  </a:lnTo>
                  <a:lnTo>
                    <a:pt x="30990" y="76218"/>
                  </a:lnTo>
                  <a:lnTo>
                    <a:pt x="30815" y="75881"/>
                  </a:lnTo>
                  <a:lnTo>
                    <a:pt x="30511" y="75296"/>
                  </a:lnTo>
                  <a:lnTo>
                    <a:pt x="30430" y="75139"/>
                  </a:lnTo>
                  <a:lnTo>
                    <a:pt x="30262" y="74817"/>
                  </a:lnTo>
                  <a:lnTo>
                    <a:pt x="28077" y="70226"/>
                  </a:lnTo>
                  <a:lnTo>
                    <a:pt x="27594" y="69212"/>
                  </a:lnTo>
                  <a:lnTo>
                    <a:pt x="27442" y="68876"/>
                  </a:lnTo>
                  <a:lnTo>
                    <a:pt x="27105" y="68135"/>
                  </a:lnTo>
                  <a:lnTo>
                    <a:pt x="26589" y="67031"/>
                  </a:lnTo>
                  <a:lnTo>
                    <a:pt x="25538" y="64782"/>
                  </a:lnTo>
                  <a:lnTo>
                    <a:pt x="25146" y="64007"/>
                  </a:lnTo>
                  <a:lnTo>
                    <a:pt x="24831" y="63386"/>
                  </a:lnTo>
                  <a:lnTo>
                    <a:pt x="24020" y="61790"/>
                  </a:lnTo>
                  <a:lnTo>
                    <a:pt x="23115" y="60009"/>
                  </a:lnTo>
                  <a:lnTo>
                    <a:pt x="22937" y="59652"/>
                  </a:lnTo>
                  <a:lnTo>
                    <a:pt x="21793" y="57365"/>
                  </a:lnTo>
                  <a:lnTo>
                    <a:pt x="20477" y="54756"/>
                  </a:lnTo>
                  <a:lnTo>
                    <a:pt x="19798" y="53408"/>
                  </a:lnTo>
                  <a:lnTo>
                    <a:pt x="19491" y="52801"/>
                  </a:lnTo>
                  <a:lnTo>
                    <a:pt x="18954" y="51736"/>
                  </a:lnTo>
                  <a:lnTo>
                    <a:pt x="17982" y="49822"/>
                  </a:lnTo>
                  <a:lnTo>
                    <a:pt x="17599" y="49068"/>
                  </a:lnTo>
                  <a:lnTo>
                    <a:pt x="17412" y="48701"/>
                  </a:lnTo>
                  <a:lnTo>
                    <a:pt x="17284" y="48458"/>
                  </a:lnTo>
                  <a:lnTo>
                    <a:pt x="16915" y="47758"/>
                  </a:lnTo>
                  <a:lnTo>
                    <a:pt x="16262" y="46522"/>
                  </a:lnTo>
                  <a:lnTo>
                    <a:pt x="14877" y="43752"/>
                  </a:lnTo>
                  <a:lnTo>
                    <a:pt x="14373" y="42745"/>
                  </a:lnTo>
                  <a:lnTo>
                    <a:pt x="13545" y="41088"/>
                  </a:lnTo>
                  <a:lnTo>
                    <a:pt x="11709" y="37515"/>
                  </a:lnTo>
                  <a:lnTo>
                    <a:pt x="10866" y="35777"/>
                  </a:lnTo>
                  <a:lnTo>
                    <a:pt x="10143" y="34284"/>
                  </a:lnTo>
                  <a:lnTo>
                    <a:pt x="10020" y="34013"/>
                  </a:lnTo>
                  <a:lnTo>
                    <a:pt x="9898" y="33745"/>
                  </a:lnTo>
                  <a:lnTo>
                    <a:pt x="8889" y="31242"/>
                  </a:lnTo>
                  <a:lnTo>
                    <a:pt x="8835" y="31109"/>
                  </a:lnTo>
                  <a:lnTo>
                    <a:pt x="8576" y="30465"/>
                  </a:lnTo>
                  <a:lnTo>
                    <a:pt x="8184" y="29511"/>
                  </a:lnTo>
                  <a:lnTo>
                    <a:pt x="7719" y="28483"/>
                  </a:lnTo>
                  <a:lnTo>
                    <a:pt x="7654" y="28330"/>
                  </a:lnTo>
                  <a:lnTo>
                    <a:pt x="7582" y="28162"/>
                  </a:lnTo>
                  <a:lnTo>
                    <a:pt x="6754" y="26224"/>
                  </a:lnTo>
                  <a:lnTo>
                    <a:pt x="6690" y="26074"/>
                  </a:lnTo>
                  <a:lnTo>
                    <a:pt x="6349" y="25276"/>
                  </a:lnTo>
                  <a:lnTo>
                    <a:pt x="6202" y="24934"/>
                  </a:lnTo>
                  <a:lnTo>
                    <a:pt x="6158" y="24773"/>
                  </a:lnTo>
                  <a:lnTo>
                    <a:pt x="6113" y="24605"/>
                  </a:lnTo>
                  <a:lnTo>
                    <a:pt x="5516" y="22413"/>
                  </a:lnTo>
                  <a:lnTo>
                    <a:pt x="5333" y="21744"/>
                  </a:lnTo>
                  <a:lnTo>
                    <a:pt x="4467" y="18593"/>
                  </a:lnTo>
                  <a:lnTo>
                    <a:pt x="4115" y="17309"/>
                  </a:lnTo>
                  <a:lnTo>
                    <a:pt x="3950" y="16709"/>
                  </a:lnTo>
                  <a:lnTo>
                    <a:pt x="3761" y="16033"/>
                  </a:lnTo>
                  <a:lnTo>
                    <a:pt x="3723" y="15896"/>
                  </a:lnTo>
                  <a:lnTo>
                    <a:pt x="3572" y="15358"/>
                  </a:lnTo>
                  <a:lnTo>
                    <a:pt x="3384" y="14684"/>
                  </a:lnTo>
                  <a:lnTo>
                    <a:pt x="2786" y="12544"/>
                  </a:lnTo>
                  <a:lnTo>
                    <a:pt x="2694" y="12217"/>
                  </a:lnTo>
                  <a:lnTo>
                    <a:pt x="2658" y="12088"/>
                  </a:lnTo>
                  <a:lnTo>
                    <a:pt x="2545" y="11683"/>
                  </a:lnTo>
                  <a:lnTo>
                    <a:pt x="2156" y="10293"/>
                  </a:lnTo>
                  <a:lnTo>
                    <a:pt x="1335" y="7355"/>
                  </a:lnTo>
                  <a:lnTo>
                    <a:pt x="1080" y="6442"/>
                  </a:lnTo>
                  <a:lnTo>
                    <a:pt x="398" y="4001"/>
                  </a:lnTo>
                  <a:lnTo>
                    <a:pt x="294" y="3631"/>
                  </a:lnTo>
                  <a:lnTo>
                    <a:pt x="223" y="3377"/>
                  </a:lnTo>
                  <a:lnTo>
                    <a:pt x="158" y="3145"/>
                  </a:lnTo>
                  <a:lnTo>
                    <a:pt x="0" y="2577"/>
                  </a:lnTo>
                  <a:lnTo>
                    <a:pt x="459" y="2544"/>
                  </a:lnTo>
                  <a:lnTo>
                    <a:pt x="1092" y="2499"/>
                  </a:lnTo>
                  <a:lnTo>
                    <a:pt x="1675" y="2458"/>
                  </a:lnTo>
                  <a:lnTo>
                    <a:pt x="3815" y="2305"/>
                  </a:lnTo>
                  <a:lnTo>
                    <a:pt x="7916" y="2013"/>
                  </a:lnTo>
                  <a:lnTo>
                    <a:pt x="8302" y="1994"/>
                  </a:lnTo>
                  <a:lnTo>
                    <a:pt x="12814" y="1775"/>
                  </a:lnTo>
                  <a:lnTo>
                    <a:pt x="13094" y="1838"/>
                  </a:lnTo>
                  <a:lnTo>
                    <a:pt x="15107" y="1718"/>
                  </a:lnTo>
                  <a:lnTo>
                    <a:pt x="22298" y="1289"/>
                  </a:lnTo>
                  <a:lnTo>
                    <a:pt x="23576" y="1212"/>
                  </a:lnTo>
                  <a:lnTo>
                    <a:pt x="24564" y="1153"/>
                  </a:lnTo>
                  <a:lnTo>
                    <a:pt x="24822" y="1138"/>
                  </a:lnTo>
                  <a:lnTo>
                    <a:pt x="30186" y="817"/>
                  </a:lnTo>
                  <a:lnTo>
                    <a:pt x="40298" y="214"/>
                  </a:lnTo>
                  <a:lnTo>
                    <a:pt x="42560" y="78"/>
                  </a:lnTo>
                  <a:lnTo>
                    <a:pt x="43389" y="29"/>
                  </a:lnTo>
                  <a:lnTo>
                    <a:pt x="43881" y="0"/>
                  </a:lnTo>
                  <a:lnTo>
                    <a:pt x="43957" y="89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0" name="pg189"/>
            <p:cNvSpPr/>
            <p:nvPr/>
          </p:nvSpPr>
          <p:spPr>
            <a:xfrm>
              <a:off x="2949709" y="3123281"/>
              <a:ext cx="96039" cy="80893"/>
            </a:xfrm>
            <a:custGeom>
              <a:avLst/>
              <a:pathLst>
                <a:path w="96039" h="80893">
                  <a:moveTo>
                    <a:pt x="91850" y="2529"/>
                  </a:moveTo>
                  <a:lnTo>
                    <a:pt x="92710" y="7787"/>
                  </a:lnTo>
                  <a:lnTo>
                    <a:pt x="92744" y="8072"/>
                  </a:lnTo>
                  <a:lnTo>
                    <a:pt x="93450" y="14085"/>
                  </a:lnTo>
                  <a:lnTo>
                    <a:pt x="94444" y="20682"/>
                  </a:lnTo>
                  <a:lnTo>
                    <a:pt x="95088" y="28092"/>
                  </a:lnTo>
                  <a:lnTo>
                    <a:pt x="95699" y="32041"/>
                  </a:lnTo>
                  <a:lnTo>
                    <a:pt x="96039" y="34239"/>
                  </a:lnTo>
                  <a:lnTo>
                    <a:pt x="78713" y="36950"/>
                  </a:lnTo>
                  <a:lnTo>
                    <a:pt x="80209" y="39936"/>
                  </a:lnTo>
                  <a:lnTo>
                    <a:pt x="80412" y="40342"/>
                  </a:lnTo>
                  <a:lnTo>
                    <a:pt x="81335" y="45391"/>
                  </a:lnTo>
                  <a:lnTo>
                    <a:pt x="82588" y="51147"/>
                  </a:lnTo>
                  <a:lnTo>
                    <a:pt x="83105" y="53621"/>
                  </a:lnTo>
                  <a:lnTo>
                    <a:pt x="83132" y="53752"/>
                  </a:lnTo>
                  <a:lnTo>
                    <a:pt x="84168" y="59346"/>
                  </a:lnTo>
                  <a:lnTo>
                    <a:pt x="85595" y="66453"/>
                  </a:lnTo>
                  <a:lnTo>
                    <a:pt x="85671" y="66828"/>
                  </a:lnTo>
                  <a:lnTo>
                    <a:pt x="85740" y="67175"/>
                  </a:lnTo>
                  <a:lnTo>
                    <a:pt x="85891" y="67928"/>
                  </a:lnTo>
                  <a:lnTo>
                    <a:pt x="85974" y="68337"/>
                  </a:lnTo>
                  <a:lnTo>
                    <a:pt x="80167" y="69371"/>
                  </a:lnTo>
                  <a:lnTo>
                    <a:pt x="77690" y="69813"/>
                  </a:lnTo>
                  <a:lnTo>
                    <a:pt x="76740" y="69977"/>
                  </a:lnTo>
                  <a:lnTo>
                    <a:pt x="74766" y="70318"/>
                  </a:lnTo>
                  <a:lnTo>
                    <a:pt x="73523" y="70533"/>
                  </a:lnTo>
                  <a:lnTo>
                    <a:pt x="71769" y="70825"/>
                  </a:lnTo>
                  <a:lnTo>
                    <a:pt x="70882" y="70973"/>
                  </a:lnTo>
                  <a:lnTo>
                    <a:pt x="63616" y="72181"/>
                  </a:lnTo>
                  <a:lnTo>
                    <a:pt x="62567" y="72355"/>
                  </a:lnTo>
                  <a:lnTo>
                    <a:pt x="56385" y="73382"/>
                  </a:lnTo>
                  <a:lnTo>
                    <a:pt x="55051" y="73603"/>
                  </a:lnTo>
                  <a:lnTo>
                    <a:pt x="53748" y="73820"/>
                  </a:lnTo>
                  <a:lnTo>
                    <a:pt x="53219" y="73908"/>
                  </a:lnTo>
                  <a:lnTo>
                    <a:pt x="52632" y="74005"/>
                  </a:lnTo>
                  <a:lnTo>
                    <a:pt x="52433" y="74038"/>
                  </a:lnTo>
                  <a:lnTo>
                    <a:pt x="51865" y="74133"/>
                  </a:lnTo>
                  <a:lnTo>
                    <a:pt x="51080" y="74260"/>
                  </a:lnTo>
                  <a:lnTo>
                    <a:pt x="50640" y="74325"/>
                  </a:lnTo>
                  <a:lnTo>
                    <a:pt x="39026" y="76030"/>
                  </a:lnTo>
                  <a:lnTo>
                    <a:pt x="37056" y="76353"/>
                  </a:lnTo>
                  <a:lnTo>
                    <a:pt x="28685" y="77727"/>
                  </a:lnTo>
                  <a:lnTo>
                    <a:pt x="21481" y="78910"/>
                  </a:lnTo>
                  <a:lnTo>
                    <a:pt x="19783" y="79189"/>
                  </a:lnTo>
                  <a:lnTo>
                    <a:pt x="12761" y="80342"/>
                  </a:lnTo>
                  <a:lnTo>
                    <a:pt x="9104" y="80893"/>
                  </a:lnTo>
                  <a:lnTo>
                    <a:pt x="9024" y="80460"/>
                  </a:lnTo>
                  <a:lnTo>
                    <a:pt x="8869" y="79624"/>
                  </a:lnTo>
                  <a:lnTo>
                    <a:pt x="8809" y="79301"/>
                  </a:lnTo>
                  <a:lnTo>
                    <a:pt x="7778" y="73720"/>
                  </a:lnTo>
                  <a:lnTo>
                    <a:pt x="7101" y="70556"/>
                  </a:lnTo>
                  <a:lnTo>
                    <a:pt x="6997" y="69747"/>
                  </a:lnTo>
                  <a:lnTo>
                    <a:pt x="6361" y="65976"/>
                  </a:lnTo>
                  <a:lnTo>
                    <a:pt x="6171" y="64771"/>
                  </a:lnTo>
                  <a:lnTo>
                    <a:pt x="5672" y="61957"/>
                  </a:lnTo>
                  <a:lnTo>
                    <a:pt x="5136" y="57858"/>
                  </a:lnTo>
                  <a:lnTo>
                    <a:pt x="8934" y="57349"/>
                  </a:lnTo>
                  <a:lnTo>
                    <a:pt x="9471" y="57258"/>
                  </a:lnTo>
                  <a:lnTo>
                    <a:pt x="13160" y="56631"/>
                  </a:lnTo>
                  <a:lnTo>
                    <a:pt x="17262" y="55934"/>
                  </a:lnTo>
                  <a:lnTo>
                    <a:pt x="17499" y="55894"/>
                  </a:lnTo>
                  <a:lnTo>
                    <a:pt x="17642" y="55870"/>
                  </a:lnTo>
                  <a:lnTo>
                    <a:pt x="21738" y="55174"/>
                  </a:lnTo>
                  <a:lnTo>
                    <a:pt x="24844" y="54647"/>
                  </a:lnTo>
                  <a:lnTo>
                    <a:pt x="25530" y="54530"/>
                  </a:lnTo>
                  <a:lnTo>
                    <a:pt x="32620" y="53326"/>
                  </a:lnTo>
                  <a:lnTo>
                    <a:pt x="33001" y="53262"/>
                  </a:lnTo>
                  <a:lnTo>
                    <a:pt x="33258" y="48843"/>
                  </a:lnTo>
                  <a:lnTo>
                    <a:pt x="33410" y="45024"/>
                  </a:lnTo>
                  <a:lnTo>
                    <a:pt x="33546" y="43679"/>
                  </a:lnTo>
                  <a:lnTo>
                    <a:pt x="33548" y="42925"/>
                  </a:lnTo>
                  <a:lnTo>
                    <a:pt x="33386" y="41197"/>
                  </a:lnTo>
                  <a:lnTo>
                    <a:pt x="33188" y="36107"/>
                  </a:lnTo>
                  <a:lnTo>
                    <a:pt x="32802" y="29868"/>
                  </a:lnTo>
                  <a:lnTo>
                    <a:pt x="32196" y="29914"/>
                  </a:lnTo>
                  <a:lnTo>
                    <a:pt x="30362" y="30046"/>
                  </a:lnTo>
                  <a:lnTo>
                    <a:pt x="26763" y="30301"/>
                  </a:lnTo>
                  <a:lnTo>
                    <a:pt x="26228" y="24602"/>
                  </a:lnTo>
                  <a:lnTo>
                    <a:pt x="26195" y="24284"/>
                  </a:lnTo>
                  <a:lnTo>
                    <a:pt x="25620" y="18662"/>
                  </a:lnTo>
                  <a:lnTo>
                    <a:pt x="25592" y="18273"/>
                  </a:lnTo>
                  <a:lnTo>
                    <a:pt x="12887" y="19171"/>
                  </a:lnTo>
                  <a:lnTo>
                    <a:pt x="12332" y="19211"/>
                  </a:lnTo>
                  <a:lnTo>
                    <a:pt x="7332" y="19562"/>
                  </a:lnTo>
                  <a:lnTo>
                    <a:pt x="829" y="20019"/>
                  </a:lnTo>
                  <a:lnTo>
                    <a:pt x="801" y="18431"/>
                  </a:lnTo>
                  <a:lnTo>
                    <a:pt x="719" y="14681"/>
                  </a:lnTo>
                  <a:lnTo>
                    <a:pt x="144" y="7866"/>
                  </a:lnTo>
                  <a:lnTo>
                    <a:pt x="75" y="7054"/>
                  </a:lnTo>
                  <a:lnTo>
                    <a:pt x="0" y="6159"/>
                  </a:lnTo>
                  <a:lnTo>
                    <a:pt x="1904" y="6040"/>
                  </a:lnTo>
                  <a:lnTo>
                    <a:pt x="13873" y="5377"/>
                  </a:lnTo>
                  <a:lnTo>
                    <a:pt x="14259" y="5367"/>
                  </a:lnTo>
                  <a:lnTo>
                    <a:pt x="14695" y="5357"/>
                  </a:lnTo>
                  <a:lnTo>
                    <a:pt x="15148" y="5319"/>
                  </a:lnTo>
                  <a:lnTo>
                    <a:pt x="17115" y="5156"/>
                  </a:lnTo>
                  <a:lnTo>
                    <a:pt x="20348" y="4887"/>
                  </a:lnTo>
                  <a:lnTo>
                    <a:pt x="22296" y="4725"/>
                  </a:lnTo>
                  <a:lnTo>
                    <a:pt x="24316" y="4792"/>
                  </a:lnTo>
                  <a:lnTo>
                    <a:pt x="24471" y="4798"/>
                  </a:lnTo>
                  <a:lnTo>
                    <a:pt x="29396" y="4961"/>
                  </a:lnTo>
                  <a:lnTo>
                    <a:pt x="29976" y="4981"/>
                  </a:lnTo>
                  <a:lnTo>
                    <a:pt x="30313" y="4992"/>
                  </a:lnTo>
                  <a:lnTo>
                    <a:pt x="30784" y="5010"/>
                  </a:lnTo>
                  <a:lnTo>
                    <a:pt x="38166" y="5287"/>
                  </a:lnTo>
                  <a:lnTo>
                    <a:pt x="38383" y="5295"/>
                  </a:lnTo>
                  <a:lnTo>
                    <a:pt x="38513" y="5300"/>
                  </a:lnTo>
                  <a:lnTo>
                    <a:pt x="39165" y="5344"/>
                  </a:lnTo>
                  <a:lnTo>
                    <a:pt x="47267" y="5885"/>
                  </a:lnTo>
                  <a:lnTo>
                    <a:pt x="50928" y="5732"/>
                  </a:lnTo>
                  <a:lnTo>
                    <a:pt x="51505" y="5708"/>
                  </a:lnTo>
                  <a:lnTo>
                    <a:pt x="52544" y="5664"/>
                  </a:lnTo>
                  <a:lnTo>
                    <a:pt x="59462" y="4936"/>
                  </a:lnTo>
                  <a:lnTo>
                    <a:pt x="60081" y="4841"/>
                  </a:lnTo>
                  <a:lnTo>
                    <a:pt x="63908" y="4250"/>
                  </a:lnTo>
                  <a:lnTo>
                    <a:pt x="73171" y="2820"/>
                  </a:lnTo>
                  <a:lnTo>
                    <a:pt x="73724" y="2734"/>
                  </a:lnTo>
                  <a:lnTo>
                    <a:pt x="74335" y="2640"/>
                  </a:lnTo>
                  <a:lnTo>
                    <a:pt x="80671" y="1662"/>
                  </a:lnTo>
                  <a:lnTo>
                    <a:pt x="89096" y="361"/>
                  </a:lnTo>
                  <a:lnTo>
                    <a:pt x="91436"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1" name="pg190"/>
            <p:cNvSpPr/>
            <p:nvPr/>
          </p:nvSpPr>
          <p:spPr>
            <a:xfrm>
              <a:off x="3028423" y="3106497"/>
              <a:ext cx="143501" cy="85121"/>
            </a:xfrm>
            <a:custGeom>
              <a:avLst/>
              <a:pathLst>
                <a:path w="143501" h="85121">
                  <a:moveTo>
                    <a:pt x="133406" y="0"/>
                  </a:moveTo>
                  <a:lnTo>
                    <a:pt x="133864" y="2210"/>
                  </a:lnTo>
                  <a:lnTo>
                    <a:pt x="134221" y="3935"/>
                  </a:lnTo>
                  <a:lnTo>
                    <a:pt x="134956" y="7482"/>
                  </a:lnTo>
                  <a:lnTo>
                    <a:pt x="139613" y="29964"/>
                  </a:lnTo>
                  <a:lnTo>
                    <a:pt x="143501" y="48735"/>
                  </a:lnTo>
                  <a:lnTo>
                    <a:pt x="141264" y="49045"/>
                  </a:lnTo>
                  <a:lnTo>
                    <a:pt x="140240" y="49218"/>
                  </a:lnTo>
                  <a:lnTo>
                    <a:pt x="139180" y="49397"/>
                  </a:lnTo>
                  <a:lnTo>
                    <a:pt x="137761" y="49612"/>
                  </a:lnTo>
                  <a:lnTo>
                    <a:pt x="136564" y="49794"/>
                  </a:lnTo>
                  <a:lnTo>
                    <a:pt x="134677" y="50080"/>
                  </a:lnTo>
                  <a:lnTo>
                    <a:pt x="134225" y="50149"/>
                  </a:lnTo>
                  <a:lnTo>
                    <a:pt x="132976" y="50325"/>
                  </a:lnTo>
                  <a:lnTo>
                    <a:pt x="132665" y="50369"/>
                  </a:lnTo>
                  <a:lnTo>
                    <a:pt x="131736" y="50500"/>
                  </a:lnTo>
                  <a:lnTo>
                    <a:pt x="131202" y="50576"/>
                  </a:lnTo>
                  <a:lnTo>
                    <a:pt x="127832" y="51054"/>
                  </a:lnTo>
                  <a:lnTo>
                    <a:pt x="124302" y="51564"/>
                  </a:lnTo>
                  <a:lnTo>
                    <a:pt x="116344" y="52685"/>
                  </a:lnTo>
                  <a:lnTo>
                    <a:pt x="114349" y="52966"/>
                  </a:lnTo>
                  <a:lnTo>
                    <a:pt x="112596" y="53219"/>
                  </a:lnTo>
                  <a:lnTo>
                    <a:pt x="109349" y="53687"/>
                  </a:lnTo>
                  <a:lnTo>
                    <a:pt x="108487" y="53819"/>
                  </a:lnTo>
                  <a:lnTo>
                    <a:pt x="106074" y="54188"/>
                  </a:lnTo>
                  <a:lnTo>
                    <a:pt x="105316" y="54304"/>
                  </a:lnTo>
                  <a:lnTo>
                    <a:pt x="101258" y="55155"/>
                  </a:lnTo>
                  <a:lnTo>
                    <a:pt x="100999" y="55224"/>
                  </a:lnTo>
                  <a:lnTo>
                    <a:pt x="96778" y="56349"/>
                  </a:lnTo>
                  <a:lnTo>
                    <a:pt x="96547" y="56411"/>
                  </a:lnTo>
                  <a:lnTo>
                    <a:pt x="90546" y="58357"/>
                  </a:lnTo>
                  <a:lnTo>
                    <a:pt x="87133" y="59453"/>
                  </a:lnTo>
                  <a:lnTo>
                    <a:pt x="86914" y="59527"/>
                  </a:lnTo>
                  <a:lnTo>
                    <a:pt x="86744" y="59584"/>
                  </a:lnTo>
                  <a:lnTo>
                    <a:pt x="78243" y="62445"/>
                  </a:lnTo>
                  <a:lnTo>
                    <a:pt x="75782" y="63274"/>
                  </a:lnTo>
                  <a:lnTo>
                    <a:pt x="74779" y="63611"/>
                  </a:lnTo>
                  <a:lnTo>
                    <a:pt x="73766" y="63950"/>
                  </a:lnTo>
                  <a:lnTo>
                    <a:pt x="73459" y="64053"/>
                  </a:lnTo>
                  <a:lnTo>
                    <a:pt x="72875" y="64247"/>
                  </a:lnTo>
                  <a:lnTo>
                    <a:pt x="69792" y="65273"/>
                  </a:lnTo>
                  <a:lnTo>
                    <a:pt x="67647" y="65986"/>
                  </a:lnTo>
                  <a:lnTo>
                    <a:pt x="66256" y="66449"/>
                  </a:lnTo>
                  <a:lnTo>
                    <a:pt x="55079" y="70167"/>
                  </a:lnTo>
                  <a:lnTo>
                    <a:pt x="54767" y="70271"/>
                  </a:lnTo>
                  <a:lnTo>
                    <a:pt x="54469" y="70370"/>
                  </a:lnTo>
                  <a:lnTo>
                    <a:pt x="53286" y="70765"/>
                  </a:lnTo>
                  <a:lnTo>
                    <a:pt x="50329" y="71751"/>
                  </a:lnTo>
                  <a:lnTo>
                    <a:pt x="48949" y="72212"/>
                  </a:lnTo>
                  <a:lnTo>
                    <a:pt x="48115" y="72490"/>
                  </a:lnTo>
                  <a:lnTo>
                    <a:pt x="47677" y="72641"/>
                  </a:lnTo>
                  <a:lnTo>
                    <a:pt x="46990" y="72879"/>
                  </a:lnTo>
                  <a:lnTo>
                    <a:pt x="37620" y="76124"/>
                  </a:lnTo>
                  <a:lnTo>
                    <a:pt x="33428" y="77567"/>
                  </a:lnTo>
                  <a:lnTo>
                    <a:pt x="31063" y="78360"/>
                  </a:lnTo>
                  <a:lnTo>
                    <a:pt x="29602" y="78850"/>
                  </a:lnTo>
                  <a:lnTo>
                    <a:pt x="28652" y="79169"/>
                  </a:lnTo>
                  <a:lnTo>
                    <a:pt x="28244" y="79306"/>
                  </a:lnTo>
                  <a:lnTo>
                    <a:pt x="27605" y="79519"/>
                  </a:lnTo>
                  <a:lnTo>
                    <a:pt x="26524" y="79881"/>
                  </a:lnTo>
                  <a:lnTo>
                    <a:pt x="26210" y="79985"/>
                  </a:lnTo>
                  <a:lnTo>
                    <a:pt x="24902" y="80418"/>
                  </a:lnTo>
                  <a:lnTo>
                    <a:pt x="24536" y="80539"/>
                  </a:lnTo>
                  <a:lnTo>
                    <a:pt x="21986" y="81382"/>
                  </a:lnTo>
                  <a:lnTo>
                    <a:pt x="21528" y="81531"/>
                  </a:lnTo>
                  <a:lnTo>
                    <a:pt x="19927" y="82009"/>
                  </a:lnTo>
                  <a:lnTo>
                    <a:pt x="16373" y="83068"/>
                  </a:lnTo>
                  <a:lnTo>
                    <a:pt x="12256" y="84092"/>
                  </a:lnTo>
                  <a:lnTo>
                    <a:pt x="7558" y="85068"/>
                  </a:lnTo>
                  <a:lnTo>
                    <a:pt x="7260" y="85121"/>
                  </a:lnTo>
                  <a:lnTo>
                    <a:pt x="7158" y="84612"/>
                  </a:lnTo>
                  <a:lnTo>
                    <a:pt x="7027" y="83959"/>
                  </a:lnTo>
                  <a:lnTo>
                    <a:pt x="6957" y="83612"/>
                  </a:lnTo>
                  <a:lnTo>
                    <a:pt x="6882" y="83237"/>
                  </a:lnTo>
                  <a:lnTo>
                    <a:pt x="5455" y="76130"/>
                  </a:lnTo>
                  <a:lnTo>
                    <a:pt x="4418" y="70536"/>
                  </a:lnTo>
                  <a:lnTo>
                    <a:pt x="4391" y="70406"/>
                  </a:lnTo>
                  <a:lnTo>
                    <a:pt x="3874" y="67931"/>
                  </a:lnTo>
                  <a:lnTo>
                    <a:pt x="2621" y="62175"/>
                  </a:lnTo>
                  <a:lnTo>
                    <a:pt x="1699" y="57127"/>
                  </a:lnTo>
                  <a:lnTo>
                    <a:pt x="1495" y="56720"/>
                  </a:lnTo>
                  <a:lnTo>
                    <a:pt x="0" y="53734"/>
                  </a:lnTo>
                  <a:lnTo>
                    <a:pt x="17326" y="51023"/>
                  </a:lnTo>
                  <a:lnTo>
                    <a:pt x="16986" y="48825"/>
                  </a:lnTo>
                  <a:lnTo>
                    <a:pt x="16375" y="44876"/>
                  </a:lnTo>
                  <a:lnTo>
                    <a:pt x="15731" y="37466"/>
                  </a:lnTo>
                  <a:lnTo>
                    <a:pt x="14723" y="30754"/>
                  </a:lnTo>
                  <a:lnTo>
                    <a:pt x="14031" y="24856"/>
                  </a:lnTo>
                  <a:lnTo>
                    <a:pt x="13997" y="24571"/>
                  </a:lnTo>
                  <a:lnTo>
                    <a:pt x="13137" y="19313"/>
                  </a:lnTo>
                  <a:lnTo>
                    <a:pt x="12723" y="16784"/>
                  </a:lnTo>
                  <a:lnTo>
                    <a:pt x="14218" y="16553"/>
                  </a:lnTo>
                  <a:lnTo>
                    <a:pt x="20025" y="15656"/>
                  </a:lnTo>
                  <a:lnTo>
                    <a:pt x="31232" y="13926"/>
                  </a:lnTo>
                  <a:lnTo>
                    <a:pt x="31661" y="13860"/>
                  </a:lnTo>
                  <a:lnTo>
                    <a:pt x="36706" y="13297"/>
                  </a:lnTo>
                  <a:lnTo>
                    <a:pt x="37544" y="13204"/>
                  </a:lnTo>
                  <a:lnTo>
                    <a:pt x="37953" y="13158"/>
                  </a:lnTo>
                  <a:lnTo>
                    <a:pt x="38495" y="13098"/>
                  </a:lnTo>
                  <a:lnTo>
                    <a:pt x="38986" y="13021"/>
                  </a:lnTo>
                  <a:lnTo>
                    <a:pt x="43434" y="12321"/>
                  </a:lnTo>
                  <a:lnTo>
                    <a:pt x="48960" y="11452"/>
                  </a:lnTo>
                  <a:lnTo>
                    <a:pt x="51513" y="11051"/>
                  </a:lnTo>
                  <a:lnTo>
                    <a:pt x="55588" y="10410"/>
                  </a:lnTo>
                  <a:lnTo>
                    <a:pt x="57426" y="10121"/>
                  </a:lnTo>
                  <a:lnTo>
                    <a:pt x="63553" y="9157"/>
                  </a:lnTo>
                  <a:lnTo>
                    <a:pt x="68963" y="8307"/>
                  </a:lnTo>
                  <a:lnTo>
                    <a:pt x="74851" y="7381"/>
                  </a:lnTo>
                  <a:lnTo>
                    <a:pt x="80874" y="6434"/>
                  </a:lnTo>
                  <a:lnTo>
                    <a:pt x="81978" y="6260"/>
                  </a:lnTo>
                  <a:lnTo>
                    <a:pt x="82250" y="6217"/>
                  </a:lnTo>
                  <a:lnTo>
                    <a:pt x="84677" y="5836"/>
                  </a:lnTo>
                  <a:lnTo>
                    <a:pt x="87644" y="5701"/>
                  </a:lnTo>
                  <a:lnTo>
                    <a:pt x="89189" y="5630"/>
                  </a:lnTo>
                  <a:lnTo>
                    <a:pt x="91139" y="5541"/>
                  </a:lnTo>
                  <a:lnTo>
                    <a:pt x="108369" y="3358"/>
                  </a:lnTo>
                  <a:lnTo>
                    <a:pt x="109380" y="3214"/>
                  </a:lnTo>
                  <a:lnTo>
                    <a:pt x="114126" y="2537"/>
                  </a:lnTo>
                  <a:lnTo>
                    <a:pt x="114669" y="2460"/>
                  </a:lnTo>
                  <a:lnTo>
                    <a:pt x="120616" y="1612"/>
                  </a:lnTo>
                  <a:lnTo>
                    <a:pt x="121134" y="1538"/>
                  </a:lnTo>
                  <a:lnTo>
                    <a:pt x="121381" y="1503"/>
                  </a:lnTo>
                  <a:lnTo>
                    <a:pt x="124582" y="1289"/>
                  </a:lnTo>
                  <a:lnTo>
                    <a:pt x="125445" y="1232"/>
                  </a:lnTo>
                  <a:lnTo>
                    <a:pt x="127082" y="1475"/>
                  </a:lnTo>
                  <a:lnTo>
                    <a:pt x="130741" y="2019"/>
                  </a:lnTo>
                  <a:lnTo>
                    <a:pt x="132763" y="48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2" name="pg191"/>
            <p:cNvSpPr/>
            <p:nvPr/>
          </p:nvSpPr>
          <p:spPr>
            <a:xfrm>
              <a:off x="2925932" y="2797255"/>
              <a:ext cx="36831" cy="13874"/>
            </a:xfrm>
            <a:custGeom>
              <a:avLst/>
              <a:pathLst>
                <a:path w="36831" h="13874">
                  <a:moveTo>
                    <a:pt x="36672" y="4828"/>
                  </a:moveTo>
                  <a:lnTo>
                    <a:pt x="34463" y="13363"/>
                  </a:lnTo>
                  <a:lnTo>
                    <a:pt x="33109" y="13196"/>
                  </a:lnTo>
                  <a:lnTo>
                    <a:pt x="32348" y="13102"/>
                  </a:lnTo>
                  <a:lnTo>
                    <a:pt x="31937" y="13052"/>
                  </a:lnTo>
                  <a:lnTo>
                    <a:pt x="31297" y="12973"/>
                  </a:lnTo>
                  <a:lnTo>
                    <a:pt x="27503" y="12506"/>
                  </a:lnTo>
                  <a:lnTo>
                    <a:pt x="27481" y="12714"/>
                  </a:lnTo>
                  <a:lnTo>
                    <a:pt x="27437" y="13135"/>
                  </a:lnTo>
                  <a:lnTo>
                    <a:pt x="27359" y="13874"/>
                  </a:lnTo>
                  <a:lnTo>
                    <a:pt x="27230" y="13858"/>
                  </a:lnTo>
                  <a:lnTo>
                    <a:pt x="24483" y="13523"/>
                  </a:lnTo>
                  <a:lnTo>
                    <a:pt x="24214" y="13491"/>
                  </a:lnTo>
                  <a:lnTo>
                    <a:pt x="21446" y="13232"/>
                  </a:lnTo>
                  <a:lnTo>
                    <a:pt x="20821" y="13198"/>
                  </a:lnTo>
                  <a:lnTo>
                    <a:pt x="20453" y="13178"/>
                  </a:lnTo>
                  <a:lnTo>
                    <a:pt x="18994" y="13098"/>
                  </a:lnTo>
                  <a:lnTo>
                    <a:pt x="18812" y="13088"/>
                  </a:lnTo>
                  <a:lnTo>
                    <a:pt x="18643" y="13078"/>
                  </a:lnTo>
                  <a:lnTo>
                    <a:pt x="15849" y="12633"/>
                  </a:lnTo>
                  <a:lnTo>
                    <a:pt x="15683" y="12606"/>
                  </a:lnTo>
                  <a:lnTo>
                    <a:pt x="14803" y="12473"/>
                  </a:lnTo>
                  <a:lnTo>
                    <a:pt x="14177" y="12378"/>
                  </a:lnTo>
                  <a:lnTo>
                    <a:pt x="13890" y="12335"/>
                  </a:lnTo>
                  <a:lnTo>
                    <a:pt x="13037" y="12206"/>
                  </a:lnTo>
                  <a:lnTo>
                    <a:pt x="11431" y="12098"/>
                  </a:lnTo>
                  <a:lnTo>
                    <a:pt x="10046" y="12005"/>
                  </a:lnTo>
                  <a:lnTo>
                    <a:pt x="9161" y="11889"/>
                  </a:lnTo>
                  <a:lnTo>
                    <a:pt x="7277" y="11643"/>
                  </a:lnTo>
                  <a:lnTo>
                    <a:pt x="6779" y="11577"/>
                  </a:lnTo>
                  <a:lnTo>
                    <a:pt x="5656" y="11470"/>
                  </a:lnTo>
                  <a:lnTo>
                    <a:pt x="5243" y="11431"/>
                  </a:lnTo>
                  <a:lnTo>
                    <a:pt x="4281" y="11339"/>
                  </a:lnTo>
                  <a:lnTo>
                    <a:pt x="3604" y="11161"/>
                  </a:lnTo>
                  <a:lnTo>
                    <a:pt x="3732" y="9229"/>
                  </a:lnTo>
                  <a:lnTo>
                    <a:pt x="1212" y="8886"/>
                  </a:lnTo>
                  <a:lnTo>
                    <a:pt x="0" y="7458"/>
                  </a:lnTo>
                  <a:lnTo>
                    <a:pt x="108" y="6489"/>
                  </a:lnTo>
                  <a:lnTo>
                    <a:pt x="145" y="6162"/>
                  </a:lnTo>
                  <a:lnTo>
                    <a:pt x="522" y="4614"/>
                  </a:lnTo>
                  <a:lnTo>
                    <a:pt x="1644" y="0"/>
                  </a:lnTo>
                  <a:lnTo>
                    <a:pt x="7413" y="646"/>
                  </a:lnTo>
                  <a:lnTo>
                    <a:pt x="8202" y="753"/>
                  </a:lnTo>
                  <a:lnTo>
                    <a:pt x="8745" y="826"/>
                  </a:lnTo>
                  <a:lnTo>
                    <a:pt x="22934" y="2739"/>
                  </a:lnTo>
                  <a:lnTo>
                    <a:pt x="25490" y="3084"/>
                  </a:lnTo>
                  <a:lnTo>
                    <a:pt x="25776" y="3119"/>
                  </a:lnTo>
                  <a:lnTo>
                    <a:pt x="33278" y="4045"/>
                  </a:lnTo>
                  <a:lnTo>
                    <a:pt x="34527" y="4104"/>
                  </a:lnTo>
                  <a:lnTo>
                    <a:pt x="36831" y="42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3" name="pg192"/>
            <p:cNvSpPr/>
            <p:nvPr/>
          </p:nvSpPr>
          <p:spPr>
            <a:xfrm>
              <a:off x="2924705" y="2808530"/>
              <a:ext cx="35689" cy="11234"/>
            </a:xfrm>
            <a:custGeom>
              <a:avLst/>
              <a:pathLst>
                <a:path w="35689" h="11234">
                  <a:moveTo>
                    <a:pt x="28457" y="2584"/>
                  </a:moveTo>
                  <a:lnTo>
                    <a:pt x="28590" y="2551"/>
                  </a:lnTo>
                  <a:lnTo>
                    <a:pt x="28663" y="1860"/>
                  </a:lnTo>
                  <a:lnTo>
                    <a:pt x="28707" y="1439"/>
                  </a:lnTo>
                  <a:lnTo>
                    <a:pt x="28729" y="1231"/>
                  </a:lnTo>
                  <a:lnTo>
                    <a:pt x="32524" y="1698"/>
                  </a:lnTo>
                  <a:lnTo>
                    <a:pt x="33164" y="1777"/>
                  </a:lnTo>
                  <a:lnTo>
                    <a:pt x="33574" y="1828"/>
                  </a:lnTo>
                  <a:lnTo>
                    <a:pt x="34335" y="1921"/>
                  </a:lnTo>
                  <a:lnTo>
                    <a:pt x="35689" y="2088"/>
                  </a:lnTo>
                  <a:lnTo>
                    <a:pt x="35356" y="3375"/>
                  </a:lnTo>
                  <a:lnTo>
                    <a:pt x="34546" y="6503"/>
                  </a:lnTo>
                  <a:lnTo>
                    <a:pt x="33856" y="10891"/>
                  </a:lnTo>
                  <a:lnTo>
                    <a:pt x="33802" y="11234"/>
                  </a:lnTo>
                  <a:lnTo>
                    <a:pt x="32903" y="11107"/>
                  </a:lnTo>
                  <a:lnTo>
                    <a:pt x="32171" y="11003"/>
                  </a:lnTo>
                  <a:lnTo>
                    <a:pt x="31762" y="10945"/>
                  </a:lnTo>
                  <a:lnTo>
                    <a:pt x="31442" y="10906"/>
                  </a:lnTo>
                  <a:lnTo>
                    <a:pt x="31121" y="10867"/>
                  </a:lnTo>
                  <a:lnTo>
                    <a:pt x="24922" y="10106"/>
                  </a:lnTo>
                  <a:lnTo>
                    <a:pt x="11971" y="8517"/>
                  </a:lnTo>
                  <a:lnTo>
                    <a:pt x="11637" y="8476"/>
                  </a:lnTo>
                  <a:lnTo>
                    <a:pt x="6447" y="7792"/>
                  </a:lnTo>
                  <a:lnTo>
                    <a:pt x="6280" y="7770"/>
                  </a:lnTo>
                  <a:lnTo>
                    <a:pt x="5774" y="7703"/>
                  </a:lnTo>
                  <a:lnTo>
                    <a:pt x="0" y="7102"/>
                  </a:lnTo>
                  <a:lnTo>
                    <a:pt x="273" y="4671"/>
                  </a:lnTo>
                  <a:lnTo>
                    <a:pt x="3003" y="4840"/>
                  </a:lnTo>
                  <a:lnTo>
                    <a:pt x="4496" y="4932"/>
                  </a:lnTo>
                  <a:lnTo>
                    <a:pt x="4823" y="0"/>
                  </a:lnTo>
                  <a:lnTo>
                    <a:pt x="5507" y="65"/>
                  </a:lnTo>
                  <a:lnTo>
                    <a:pt x="6469" y="156"/>
                  </a:lnTo>
                  <a:lnTo>
                    <a:pt x="7001" y="207"/>
                  </a:lnTo>
                  <a:lnTo>
                    <a:pt x="8005" y="302"/>
                  </a:lnTo>
                  <a:lnTo>
                    <a:pt x="8515" y="369"/>
                  </a:lnTo>
                  <a:lnTo>
                    <a:pt x="10387" y="614"/>
                  </a:lnTo>
                  <a:lnTo>
                    <a:pt x="11325" y="734"/>
                  </a:lnTo>
                  <a:lnTo>
                    <a:pt x="12658" y="823"/>
                  </a:lnTo>
                  <a:lnTo>
                    <a:pt x="14336" y="942"/>
                  </a:lnTo>
                  <a:lnTo>
                    <a:pt x="15117" y="1060"/>
                  </a:lnTo>
                  <a:lnTo>
                    <a:pt x="15449" y="1110"/>
                  </a:lnTo>
                  <a:lnTo>
                    <a:pt x="16029" y="1198"/>
                  </a:lnTo>
                  <a:lnTo>
                    <a:pt x="16923" y="1334"/>
                  </a:lnTo>
                  <a:lnTo>
                    <a:pt x="17075" y="1358"/>
                  </a:lnTo>
                  <a:lnTo>
                    <a:pt x="19874" y="1804"/>
                  </a:lnTo>
                  <a:lnTo>
                    <a:pt x="20038" y="1813"/>
                  </a:lnTo>
                  <a:lnTo>
                    <a:pt x="20220" y="1823"/>
                  </a:lnTo>
                  <a:lnTo>
                    <a:pt x="21775" y="1908"/>
                  </a:lnTo>
                  <a:lnTo>
                    <a:pt x="22047" y="1923"/>
                  </a:lnTo>
                  <a:lnTo>
                    <a:pt x="22801" y="1964"/>
                  </a:lnTo>
                  <a:lnTo>
                    <a:pt x="25537" y="2227"/>
                  </a:lnTo>
                  <a:lnTo>
                    <a:pt x="25709" y="224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4" name="pg193"/>
            <p:cNvSpPr/>
            <p:nvPr/>
          </p:nvSpPr>
          <p:spPr>
            <a:xfrm>
              <a:off x="3981766" y="2064291"/>
              <a:ext cx="132806" cy="121447"/>
            </a:xfrm>
            <a:custGeom>
              <a:avLst/>
              <a:pathLst>
                <a:path w="132806" h="121447">
                  <a:moveTo>
                    <a:pt x="86023" y="95455"/>
                  </a:moveTo>
                  <a:lnTo>
                    <a:pt x="86404" y="95146"/>
                  </a:lnTo>
                  <a:lnTo>
                    <a:pt x="86652" y="94790"/>
                  </a:lnTo>
                  <a:lnTo>
                    <a:pt x="87017" y="94266"/>
                  </a:lnTo>
                  <a:lnTo>
                    <a:pt x="87872" y="93039"/>
                  </a:lnTo>
                  <a:lnTo>
                    <a:pt x="91455" y="86006"/>
                  </a:lnTo>
                  <a:lnTo>
                    <a:pt x="93230" y="84910"/>
                  </a:lnTo>
                  <a:lnTo>
                    <a:pt x="95989" y="83207"/>
                  </a:lnTo>
                  <a:lnTo>
                    <a:pt x="98731" y="81513"/>
                  </a:lnTo>
                  <a:lnTo>
                    <a:pt x="102078" y="79415"/>
                  </a:lnTo>
                  <a:lnTo>
                    <a:pt x="103745" y="81504"/>
                  </a:lnTo>
                  <a:lnTo>
                    <a:pt x="104477" y="82419"/>
                  </a:lnTo>
                  <a:lnTo>
                    <a:pt x="106677" y="81029"/>
                  </a:lnTo>
                  <a:lnTo>
                    <a:pt x="107067" y="80672"/>
                  </a:lnTo>
                  <a:lnTo>
                    <a:pt x="107494" y="81202"/>
                  </a:lnTo>
                  <a:lnTo>
                    <a:pt x="108511" y="82462"/>
                  </a:lnTo>
                  <a:lnTo>
                    <a:pt x="108680" y="82303"/>
                  </a:lnTo>
                  <a:lnTo>
                    <a:pt x="108887" y="82109"/>
                  </a:lnTo>
                  <a:lnTo>
                    <a:pt x="110053" y="81013"/>
                  </a:lnTo>
                  <a:lnTo>
                    <a:pt x="111655" y="82100"/>
                  </a:lnTo>
                  <a:lnTo>
                    <a:pt x="112544" y="82534"/>
                  </a:lnTo>
                  <a:lnTo>
                    <a:pt x="112825" y="82672"/>
                  </a:lnTo>
                  <a:lnTo>
                    <a:pt x="112673" y="83187"/>
                  </a:lnTo>
                  <a:lnTo>
                    <a:pt x="112648" y="83348"/>
                  </a:lnTo>
                  <a:lnTo>
                    <a:pt x="114888" y="84426"/>
                  </a:lnTo>
                  <a:lnTo>
                    <a:pt x="115473" y="84707"/>
                  </a:lnTo>
                  <a:lnTo>
                    <a:pt x="116875" y="85130"/>
                  </a:lnTo>
                  <a:lnTo>
                    <a:pt x="118033" y="85150"/>
                  </a:lnTo>
                  <a:lnTo>
                    <a:pt x="118779" y="85164"/>
                  </a:lnTo>
                  <a:lnTo>
                    <a:pt x="119525" y="85162"/>
                  </a:lnTo>
                  <a:lnTo>
                    <a:pt x="121204" y="84988"/>
                  </a:lnTo>
                  <a:lnTo>
                    <a:pt x="121833" y="84923"/>
                  </a:lnTo>
                  <a:lnTo>
                    <a:pt x="123356" y="82519"/>
                  </a:lnTo>
                  <a:lnTo>
                    <a:pt x="124862" y="83010"/>
                  </a:lnTo>
                  <a:lnTo>
                    <a:pt x="126525" y="81137"/>
                  </a:lnTo>
                  <a:lnTo>
                    <a:pt x="130347" y="82468"/>
                  </a:lnTo>
                  <a:lnTo>
                    <a:pt x="132806" y="84845"/>
                  </a:lnTo>
                  <a:lnTo>
                    <a:pt x="132386" y="88184"/>
                  </a:lnTo>
                  <a:lnTo>
                    <a:pt x="132049" y="90928"/>
                  </a:lnTo>
                  <a:lnTo>
                    <a:pt x="131270" y="90816"/>
                  </a:lnTo>
                  <a:lnTo>
                    <a:pt x="129911" y="90816"/>
                  </a:lnTo>
                  <a:lnTo>
                    <a:pt x="129268" y="90959"/>
                  </a:lnTo>
                  <a:lnTo>
                    <a:pt x="128193" y="91198"/>
                  </a:lnTo>
                  <a:lnTo>
                    <a:pt x="125760" y="92128"/>
                  </a:lnTo>
                  <a:lnTo>
                    <a:pt x="124734" y="92725"/>
                  </a:lnTo>
                  <a:lnTo>
                    <a:pt x="124396" y="93036"/>
                  </a:lnTo>
                  <a:lnTo>
                    <a:pt x="123827" y="93560"/>
                  </a:lnTo>
                  <a:lnTo>
                    <a:pt x="122959" y="95216"/>
                  </a:lnTo>
                  <a:lnTo>
                    <a:pt x="122831" y="95460"/>
                  </a:lnTo>
                  <a:lnTo>
                    <a:pt x="122707" y="95695"/>
                  </a:lnTo>
                  <a:lnTo>
                    <a:pt x="122102" y="96952"/>
                  </a:lnTo>
                  <a:lnTo>
                    <a:pt x="121940" y="97287"/>
                  </a:lnTo>
                  <a:lnTo>
                    <a:pt x="120981" y="99279"/>
                  </a:lnTo>
                  <a:lnTo>
                    <a:pt x="120220" y="100858"/>
                  </a:lnTo>
                  <a:lnTo>
                    <a:pt x="116758" y="100111"/>
                  </a:lnTo>
                  <a:lnTo>
                    <a:pt x="114707" y="99668"/>
                  </a:lnTo>
                  <a:lnTo>
                    <a:pt x="112590" y="99553"/>
                  </a:lnTo>
                  <a:lnTo>
                    <a:pt x="111314" y="101158"/>
                  </a:lnTo>
                  <a:lnTo>
                    <a:pt x="110668" y="101495"/>
                  </a:lnTo>
                  <a:lnTo>
                    <a:pt x="108704" y="102521"/>
                  </a:lnTo>
                  <a:lnTo>
                    <a:pt x="107565" y="103116"/>
                  </a:lnTo>
                  <a:lnTo>
                    <a:pt x="106970" y="103421"/>
                  </a:lnTo>
                  <a:lnTo>
                    <a:pt x="104144" y="105446"/>
                  </a:lnTo>
                  <a:lnTo>
                    <a:pt x="101671" y="102315"/>
                  </a:lnTo>
                  <a:lnTo>
                    <a:pt x="101364" y="101944"/>
                  </a:lnTo>
                  <a:lnTo>
                    <a:pt x="98997" y="103826"/>
                  </a:lnTo>
                  <a:lnTo>
                    <a:pt x="95978" y="106227"/>
                  </a:lnTo>
                  <a:lnTo>
                    <a:pt x="95745" y="106419"/>
                  </a:lnTo>
                  <a:lnTo>
                    <a:pt x="93911" y="107934"/>
                  </a:lnTo>
                  <a:lnTo>
                    <a:pt x="93655" y="108145"/>
                  </a:lnTo>
                  <a:lnTo>
                    <a:pt x="93524" y="108254"/>
                  </a:lnTo>
                  <a:lnTo>
                    <a:pt x="93730" y="110633"/>
                  </a:lnTo>
                  <a:lnTo>
                    <a:pt x="93321" y="110982"/>
                  </a:lnTo>
                  <a:lnTo>
                    <a:pt x="93018" y="111243"/>
                  </a:lnTo>
                  <a:lnTo>
                    <a:pt x="91802" y="112340"/>
                  </a:lnTo>
                  <a:lnTo>
                    <a:pt x="88495" y="115388"/>
                  </a:lnTo>
                  <a:lnTo>
                    <a:pt x="87885" y="115950"/>
                  </a:lnTo>
                  <a:lnTo>
                    <a:pt x="86954" y="116796"/>
                  </a:lnTo>
                  <a:lnTo>
                    <a:pt x="85903" y="116111"/>
                  </a:lnTo>
                  <a:lnTo>
                    <a:pt x="85512" y="115857"/>
                  </a:lnTo>
                  <a:lnTo>
                    <a:pt x="85681" y="112442"/>
                  </a:lnTo>
                  <a:lnTo>
                    <a:pt x="84430" y="112388"/>
                  </a:lnTo>
                  <a:lnTo>
                    <a:pt x="83386" y="112342"/>
                  </a:lnTo>
                  <a:lnTo>
                    <a:pt x="83024" y="116753"/>
                  </a:lnTo>
                  <a:lnTo>
                    <a:pt x="83001" y="117034"/>
                  </a:lnTo>
                  <a:lnTo>
                    <a:pt x="82910" y="118148"/>
                  </a:lnTo>
                  <a:lnTo>
                    <a:pt x="82888" y="118411"/>
                  </a:lnTo>
                  <a:lnTo>
                    <a:pt x="81863" y="118374"/>
                  </a:lnTo>
                  <a:lnTo>
                    <a:pt x="80036" y="118307"/>
                  </a:lnTo>
                  <a:lnTo>
                    <a:pt x="79559" y="119087"/>
                  </a:lnTo>
                  <a:lnTo>
                    <a:pt x="79298" y="119513"/>
                  </a:lnTo>
                  <a:lnTo>
                    <a:pt x="78116" y="121447"/>
                  </a:lnTo>
                  <a:lnTo>
                    <a:pt x="75451" y="118546"/>
                  </a:lnTo>
                  <a:lnTo>
                    <a:pt x="70078" y="112661"/>
                  </a:lnTo>
                  <a:lnTo>
                    <a:pt x="66793" y="109063"/>
                  </a:lnTo>
                  <a:lnTo>
                    <a:pt x="66575" y="108823"/>
                  </a:lnTo>
                  <a:lnTo>
                    <a:pt x="66003" y="109306"/>
                  </a:lnTo>
                  <a:lnTo>
                    <a:pt x="62905" y="112182"/>
                  </a:lnTo>
                  <a:lnTo>
                    <a:pt x="59743" y="115117"/>
                  </a:lnTo>
                  <a:lnTo>
                    <a:pt x="56589" y="118045"/>
                  </a:lnTo>
                  <a:lnTo>
                    <a:pt x="56383" y="118225"/>
                  </a:lnTo>
                  <a:lnTo>
                    <a:pt x="56166" y="117964"/>
                  </a:lnTo>
                  <a:lnTo>
                    <a:pt x="54370" y="115813"/>
                  </a:lnTo>
                  <a:lnTo>
                    <a:pt x="53829" y="113659"/>
                  </a:lnTo>
                  <a:lnTo>
                    <a:pt x="53831" y="112558"/>
                  </a:lnTo>
                  <a:lnTo>
                    <a:pt x="53851" y="109543"/>
                  </a:lnTo>
                  <a:lnTo>
                    <a:pt x="53857" y="107021"/>
                  </a:lnTo>
                  <a:lnTo>
                    <a:pt x="52255" y="105901"/>
                  </a:lnTo>
                  <a:lnTo>
                    <a:pt x="50552" y="104712"/>
                  </a:lnTo>
                  <a:lnTo>
                    <a:pt x="50244" y="104988"/>
                  </a:lnTo>
                  <a:lnTo>
                    <a:pt x="49613" y="105571"/>
                  </a:lnTo>
                  <a:lnTo>
                    <a:pt x="49355" y="105863"/>
                  </a:lnTo>
                  <a:lnTo>
                    <a:pt x="49220" y="106016"/>
                  </a:lnTo>
                  <a:lnTo>
                    <a:pt x="48515" y="105648"/>
                  </a:lnTo>
                  <a:lnTo>
                    <a:pt x="44003" y="103287"/>
                  </a:lnTo>
                  <a:lnTo>
                    <a:pt x="41775" y="102121"/>
                  </a:lnTo>
                  <a:lnTo>
                    <a:pt x="40643" y="101770"/>
                  </a:lnTo>
                  <a:lnTo>
                    <a:pt x="39814" y="100171"/>
                  </a:lnTo>
                  <a:lnTo>
                    <a:pt x="39009" y="98619"/>
                  </a:lnTo>
                  <a:lnTo>
                    <a:pt x="38881" y="98372"/>
                  </a:lnTo>
                  <a:lnTo>
                    <a:pt x="38784" y="98185"/>
                  </a:lnTo>
                  <a:lnTo>
                    <a:pt x="35696" y="99255"/>
                  </a:lnTo>
                  <a:lnTo>
                    <a:pt x="33109" y="98685"/>
                  </a:lnTo>
                  <a:lnTo>
                    <a:pt x="27443" y="97435"/>
                  </a:lnTo>
                  <a:lnTo>
                    <a:pt x="25583" y="96626"/>
                  </a:lnTo>
                  <a:lnTo>
                    <a:pt x="25413" y="96552"/>
                  </a:lnTo>
                  <a:lnTo>
                    <a:pt x="22903" y="95460"/>
                  </a:lnTo>
                  <a:lnTo>
                    <a:pt x="23167" y="92778"/>
                  </a:lnTo>
                  <a:lnTo>
                    <a:pt x="26775" y="91586"/>
                  </a:lnTo>
                  <a:lnTo>
                    <a:pt x="26978" y="88573"/>
                  </a:lnTo>
                  <a:lnTo>
                    <a:pt x="25254" y="88216"/>
                  </a:lnTo>
                  <a:lnTo>
                    <a:pt x="24436" y="84799"/>
                  </a:lnTo>
                  <a:lnTo>
                    <a:pt x="23004" y="83797"/>
                  </a:lnTo>
                  <a:lnTo>
                    <a:pt x="21874" y="81512"/>
                  </a:lnTo>
                  <a:lnTo>
                    <a:pt x="23529" y="77547"/>
                  </a:lnTo>
                  <a:lnTo>
                    <a:pt x="23635" y="74914"/>
                  </a:lnTo>
                  <a:lnTo>
                    <a:pt x="23720" y="72776"/>
                  </a:lnTo>
                  <a:lnTo>
                    <a:pt x="24574" y="72223"/>
                  </a:lnTo>
                  <a:lnTo>
                    <a:pt x="25342" y="71726"/>
                  </a:lnTo>
                  <a:lnTo>
                    <a:pt x="25676" y="70151"/>
                  </a:lnTo>
                  <a:lnTo>
                    <a:pt x="25344" y="70018"/>
                  </a:lnTo>
                  <a:lnTo>
                    <a:pt x="24719" y="69766"/>
                  </a:lnTo>
                  <a:lnTo>
                    <a:pt x="21774" y="68582"/>
                  </a:lnTo>
                  <a:lnTo>
                    <a:pt x="24150" y="64187"/>
                  </a:lnTo>
                  <a:lnTo>
                    <a:pt x="23672" y="62565"/>
                  </a:lnTo>
                  <a:lnTo>
                    <a:pt x="21743" y="63043"/>
                  </a:lnTo>
                  <a:lnTo>
                    <a:pt x="21506" y="62523"/>
                  </a:lnTo>
                  <a:lnTo>
                    <a:pt x="17956" y="54744"/>
                  </a:lnTo>
                  <a:lnTo>
                    <a:pt x="10716" y="57659"/>
                  </a:lnTo>
                  <a:lnTo>
                    <a:pt x="8997" y="54158"/>
                  </a:lnTo>
                  <a:lnTo>
                    <a:pt x="8896" y="53953"/>
                  </a:lnTo>
                  <a:lnTo>
                    <a:pt x="8564" y="54127"/>
                  </a:lnTo>
                  <a:lnTo>
                    <a:pt x="4233" y="56395"/>
                  </a:lnTo>
                  <a:lnTo>
                    <a:pt x="153" y="49632"/>
                  </a:lnTo>
                  <a:lnTo>
                    <a:pt x="3209" y="47186"/>
                  </a:lnTo>
                  <a:lnTo>
                    <a:pt x="0" y="42678"/>
                  </a:lnTo>
                  <a:lnTo>
                    <a:pt x="498" y="41705"/>
                  </a:lnTo>
                  <a:lnTo>
                    <a:pt x="717" y="41278"/>
                  </a:lnTo>
                  <a:lnTo>
                    <a:pt x="1043" y="40642"/>
                  </a:lnTo>
                  <a:lnTo>
                    <a:pt x="2457" y="37883"/>
                  </a:lnTo>
                  <a:lnTo>
                    <a:pt x="4914" y="37167"/>
                  </a:lnTo>
                  <a:lnTo>
                    <a:pt x="5252" y="37056"/>
                  </a:lnTo>
                  <a:lnTo>
                    <a:pt x="8786" y="35895"/>
                  </a:lnTo>
                  <a:lnTo>
                    <a:pt x="10030" y="34367"/>
                  </a:lnTo>
                  <a:lnTo>
                    <a:pt x="10456" y="33843"/>
                  </a:lnTo>
                  <a:lnTo>
                    <a:pt x="15752" y="36801"/>
                  </a:lnTo>
                  <a:lnTo>
                    <a:pt x="16516" y="29311"/>
                  </a:lnTo>
                  <a:lnTo>
                    <a:pt x="16637" y="28463"/>
                  </a:lnTo>
                  <a:lnTo>
                    <a:pt x="16573" y="26227"/>
                  </a:lnTo>
                  <a:lnTo>
                    <a:pt x="16490" y="23546"/>
                  </a:lnTo>
                  <a:lnTo>
                    <a:pt x="16460" y="22581"/>
                  </a:lnTo>
                  <a:lnTo>
                    <a:pt x="12465" y="15067"/>
                  </a:lnTo>
                  <a:lnTo>
                    <a:pt x="12172" y="14950"/>
                  </a:lnTo>
                  <a:lnTo>
                    <a:pt x="5668" y="12363"/>
                  </a:lnTo>
                  <a:lnTo>
                    <a:pt x="5300" y="12219"/>
                  </a:lnTo>
                  <a:lnTo>
                    <a:pt x="4831" y="5148"/>
                  </a:lnTo>
                  <a:lnTo>
                    <a:pt x="10748" y="2612"/>
                  </a:lnTo>
                  <a:lnTo>
                    <a:pt x="13968" y="0"/>
                  </a:lnTo>
                  <a:lnTo>
                    <a:pt x="16222" y="894"/>
                  </a:lnTo>
                  <a:lnTo>
                    <a:pt x="14869" y="10364"/>
                  </a:lnTo>
                  <a:lnTo>
                    <a:pt x="13706" y="13245"/>
                  </a:lnTo>
                  <a:lnTo>
                    <a:pt x="14562" y="14362"/>
                  </a:lnTo>
                  <a:lnTo>
                    <a:pt x="16350" y="16283"/>
                  </a:lnTo>
                  <a:lnTo>
                    <a:pt x="17544" y="18253"/>
                  </a:lnTo>
                  <a:lnTo>
                    <a:pt x="19055" y="20715"/>
                  </a:lnTo>
                  <a:lnTo>
                    <a:pt x="23228" y="17561"/>
                  </a:lnTo>
                  <a:lnTo>
                    <a:pt x="26665" y="14177"/>
                  </a:lnTo>
                  <a:lnTo>
                    <a:pt x="27118" y="13712"/>
                  </a:lnTo>
                  <a:lnTo>
                    <a:pt x="29765" y="15665"/>
                  </a:lnTo>
                  <a:lnTo>
                    <a:pt x="31706" y="17097"/>
                  </a:lnTo>
                  <a:lnTo>
                    <a:pt x="41312" y="31772"/>
                  </a:lnTo>
                  <a:lnTo>
                    <a:pt x="44924" y="29971"/>
                  </a:lnTo>
                  <a:lnTo>
                    <a:pt x="48322" y="35530"/>
                  </a:lnTo>
                  <a:lnTo>
                    <a:pt x="49473" y="44052"/>
                  </a:lnTo>
                  <a:lnTo>
                    <a:pt x="41673" y="48894"/>
                  </a:lnTo>
                  <a:lnTo>
                    <a:pt x="42677" y="50376"/>
                  </a:lnTo>
                  <a:lnTo>
                    <a:pt x="40636" y="51675"/>
                  </a:lnTo>
                  <a:lnTo>
                    <a:pt x="38505" y="53032"/>
                  </a:lnTo>
                  <a:lnTo>
                    <a:pt x="38000" y="53353"/>
                  </a:lnTo>
                  <a:lnTo>
                    <a:pt x="36987" y="53998"/>
                  </a:lnTo>
                  <a:lnTo>
                    <a:pt x="36945" y="55135"/>
                  </a:lnTo>
                  <a:lnTo>
                    <a:pt x="36954" y="55283"/>
                  </a:lnTo>
                  <a:lnTo>
                    <a:pt x="36550" y="57212"/>
                  </a:lnTo>
                  <a:lnTo>
                    <a:pt x="38674" y="57262"/>
                  </a:lnTo>
                  <a:lnTo>
                    <a:pt x="38567" y="58616"/>
                  </a:lnTo>
                  <a:lnTo>
                    <a:pt x="38478" y="59749"/>
                  </a:lnTo>
                  <a:lnTo>
                    <a:pt x="38472" y="61439"/>
                  </a:lnTo>
                  <a:lnTo>
                    <a:pt x="42195" y="64018"/>
                  </a:lnTo>
                  <a:lnTo>
                    <a:pt x="45633" y="61949"/>
                  </a:lnTo>
                  <a:lnTo>
                    <a:pt x="47319" y="63816"/>
                  </a:lnTo>
                  <a:lnTo>
                    <a:pt x="46124" y="64885"/>
                  </a:lnTo>
                  <a:lnTo>
                    <a:pt x="45757" y="65168"/>
                  </a:lnTo>
                  <a:lnTo>
                    <a:pt x="48614" y="69040"/>
                  </a:lnTo>
                  <a:lnTo>
                    <a:pt x="51237" y="64141"/>
                  </a:lnTo>
                  <a:lnTo>
                    <a:pt x="51534" y="63763"/>
                  </a:lnTo>
                  <a:lnTo>
                    <a:pt x="59038" y="64498"/>
                  </a:lnTo>
                  <a:lnTo>
                    <a:pt x="59431" y="64535"/>
                  </a:lnTo>
                  <a:lnTo>
                    <a:pt x="59495" y="66441"/>
                  </a:lnTo>
                  <a:lnTo>
                    <a:pt x="59526" y="67327"/>
                  </a:lnTo>
                  <a:lnTo>
                    <a:pt x="61022" y="67876"/>
                  </a:lnTo>
                  <a:lnTo>
                    <a:pt x="61179" y="67934"/>
                  </a:lnTo>
                  <a:lnTo>
                    <a:pt x="61375" y="68425"/>
                  </a:lnTo>
                  <a:lnTo>
                    <a:pt x="62091" y="70221"/>
                  </a:lnTo>
                  <a:lnTo>
                    <a:pt x="62431" y="71073"/>
                  </a:lnTo>
                  <a:lnTo>
                    <a:pt x="62743" y="71701"/>
                  </a:lnTo>
                  <a:lnTo>
                    <a:pt x="62944" y="71993"/>
                  </a:lnTo>
                  <a:lnTo>
                    <a:pt x="64597" y="74396"/>
                  </a:lnTo>
                  <a:lnTo>
                    <a:pt x="64699" y="74545"/>
                  </a:lnTo>
                  <a:lnTo>
                    <a:pt x="65111" y="75222"/>
                  </a:lnTo>
                  <a:lnTo>
                    <a:pt x="66087" y="76829"/>
                  </a:lnTo>
                  <a:lnTo>
                    <a:pt x="66736" y="77897"/>
                  </a:lnTo>
                  <a:lnTo>
                    <a:pt x="66874" y="78123"/>
                  </a:lnTo>
                  <a:lnTo>
                    <a:pt x="66968" y="78496"/>
                  </a:lnTo>
                  <a:lnTo>
                    <a:pt x="67100" y="78502"/>
                  </a:lnTo>
                  <a:lnTo>
                    <a:pt x="67545" y="78521"/>
                  </a:lnTo>
                  <a:lnTo>
                    <a:pt x="68735" y="78571"/>
                  </a:lnTo>
                  <a:lnTo>
                    <a:pt x="69180" y="79198"/>
                  </a:lnTo>
                  <a:lnTo>
                    <a:pt x="69717" y="79361"/>
                  </a:lnTo>
                  <a:lnTo>
                    <a:pt x="73216" y="80428"/>
                  </a:lnTo>
                  <a:lnTo>
                    <a:pt x="74267" y="80533"/>
                  </a:lnTo>
                  <a:lnTo>
                    <a:pt x="75135" y="80226"/>
                  </a:lnTo>
                  <a:lnTo>
                    <a:pt x="76312" y="79810"/>
                  </a:lnTo>
                  <a:lnTo>
                    <a:pt x="76124" y="79471"/>
                  </a:lnTo>
                  <a:lnTo>
                    <a:pt x="75697" y="78737"/>
                  </a:lnTo>
                  <a:lnTo>
                    <a:pt x="74686" y="77528"/>
                  </a:lnTo>
                  <a:lnTo>
                    <a:pt x="73979" y="76623"/>
                  </a:lnTo>
                  <a:lnTo>
                    <a:pt x="73012" y="75522"/>
                  </a:lnTo>
                  <a:lnTo>
                    <a:pt x="70967" y="73235"/>
                  </a:lnTo>
                  <a:lnTo>
                    <a:pt x="68596" y="70377"/>
                  </a:lnTo>
                  <a:lnTo>
                    <a:pt x="68015" y="68892"/>
                  </a:lnTo>
                  <a:lnTo>
                    <a:pt x="69924" y="67734"/>
                  </a:lnTo>
                  <a:lnTo>
                    <a:pt x="71398" y="69664"/>
                  </a:lnTo>
                  <a:lnTo>
                    <a:pt x="73808" y="72672"/>
                  </a:lnTo>
                  <a:lnTo>
                    <a:pt x="77662" y="77017"/>
                  </a:lnTo>
                  <a:lnTo>
                    <a:pt x="79181" y="78874"/>
                  </a:lnTo>
                  <a:lnTo>
                    <a:pt x="80925" y="81006"/>
                  </a:lnTo>
                  <a:lnTo>
                    <a:pt x="82628" y="82766"/>
                  </a:lnTo>
                  <a:lnTo>
                    <a:pt x="84451" y="83488"/>
                  </a:lnTo>
                  <a:lnTo>
                    <a:pt x="87217" y="84584"/>
                  </a:lnTo>
                  <a:lnTo>
                    <a:pt x="83902" y="93155"/>
                  </a:lnTo>
                  <a:lnTo>
                    <a:pt x="83054" y="95345"/>
                  </a:lnTo>
                  <a:lnTo>
                    <a:pt x="82905" y="95732"/>
                  </a:lnTo>
                  <a:lnTo>
                    <a:pt x="82379" y="97090"/>
                  </a:lnTo>
                  <a:lnTo>
                    <a:pt x="81237" y="100325"/>
                  </a:lnTo>
                  <a:lnTo>
                    <a:pt x="83526" y="100410"/>
                  </a:lnTo>
                  <a:lnTo>
                    <a:pt x="84258" y="100437"/>
                  </a:lnTo>
                  <a:lnTo>
                    <a:pt x="84372" y="98111"/>
                  </a:lnTo>
                  <a:lnTo>
                    <a:pt x="84485" y="97464"/>
                  </a:lnTo>
                  <a:lnTo>
                    <a:pt x="84726" y="9650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5" name="pg194"/>
            <p:cNvSpPr/>
            <p:nvPr/>
          </p:nvSpPr>
          <p:spPr>
            <a:xfrm>
              <a:off x="4023381" y="2010426"/>
              <a:ext cx="115811" cy="154303"/>
            </a:xfrm>
            <a:custGeom>
              <a:avLst/>
              <a:pathLst>
                <a:path w="115811" h="154303">
                  <a:moveTo>
                    <a:pt x="34421" y="2218"/>
                  </a:moveTo>
                  <a:lnTo>
                    <a:pt x="27847" y="13808"/>
                  </a:lnTo>
                  <a:lnTo>
                    <a:pt x="22325" y="18588"/>
                  </a:lnTo>
                  <a:lnTo>
                    <a:pt x="22407" y="20399"/>
                  </a:lnTo>
                  <a:lnTo>
                    <a:pt x="26620" y="19859"/>
                  </a:lnTo>
                  <a:lnTo>
                    <a:pt x="28977" y="25641"/>
                  </a:lnTo>
                  <a:lnTo>
                    <a:pt x="41587" y="19590"/>
                  </a:lnTo>
                  <a:lnTo>
                    <a:pt x="44055" y="20757"/>
                  </a:lnTo>
                  <a:lnTo>
                    <a:pt x="44272" y="27063"/>
                  </a:lnTo>
                  <a:lnTo>
                    <a:pt x="44644" y="27677"/>
                  </a:lnTo>
                  <a:lnTo>
                    <a:pt x="47195" y="31893"/>
                  </a:lnTo>
                  <a:lnTo>
                    <a:pt x="50356" y="32192"/>
                  </a:lnTo>
                  <a:lnTo>
                    <a:pt x="52264" y="34219"/>
                  </a:lnTo>
                  <a:lnTo>
                    <a:pt x="50356" y="41853"/>
                  </a:lnTo>
                  <a:lnTo>
                    <a:pt x="50177" y="45491"/>
                  </a:lnTo>
                  <a:lnTo>
                    <a:pt x="47672" y="49606"/>
                  </a:lnTo>
                  <a:lnTo>
                    <a:pt x="47493" y="53006"/>
                  </a:lnTo>
                  <a:lnTo>
                    <a:pt x="44511" y="55391"/>
                  </a:lnTo>
                  <a:lnTo>
                    <a:pt x="42483" y="53662"/>
                  </a:lnTo>
                  <a:lnTo>
                    <a:pt x="38010" y="60520"/>
                  </a:lnTo>
                  <a:lnTo>
                    <a:pt x="37186" y="60101"/>
                  </a:lnTo>
                  <a:lnTo>
                    <a:pt x="36059" y="59528"/>
                  </a:lnTo>
                  <a:lnTo>
                    <a:pt x="33238" y="64209"/>
                  </a:lnTo>
                  <a:lnTo>
                    <a:pt x="27454" y="62130"/>
                  </a:lnTo>
                  <a:lnTo>
                    <a:pt x="28267" y="65591"/>
                  </a:lnTo>
                  <a:lnTo>
                    <a:pt x="29034" y="68859"/>
                  </a:lnTo>
                  <a:lnTo>
                    <a:pt x="29269" y="69434"/>
                  </a:lnTo>
                  <a:lnTo>
                    <a:pt x="33853" y="80668"/>
                  </a:lnTo>
                  <a:lnTo>
                    <a:pt x="29118" y="82665"/>
                  </a:lnTo>
                  <a:lnTo>
                    <a:pt x="31914" y="91565"/>
                  </a:lnTo>
                  <a:lnTo>
                    <a:pt x="32284" y="91436"/>
                  </a:lnTo>
                  <a:lnTo>
                    <a:pt x="36281" y="90041"/>
                  </a:lnTo>
                  <a:lnTo>
                    <a:pt x="38583" y="93865"/>
                  </a:lnTo>
                  <a:lnTo>
                    <a:pt x="39621" y="95588"/>
                  </a:lnTo>
                  <a:lnTo>
                    <a:pt x="43437" y="96065"/>
                  </a:lnTo>
                  <a:lnTo>
                    <a:pt x="44332" y="90817"/>
                  </a:lnTo>
                  <a:lnTo>
                    <a:pt x="49401" y="87417"/>
                  </a:lnTo>
                  <a:lnTo>
                    <a:pt x="50248" y="86529"/>
                  </a:lnTo>
                  <a:lnTo>
                    <a:pt x="52426" y="84243"/>
                  </a:lnTo>
                  <a:lnTo>
                    <a:pt x="56574" y="80788"/>
                  </a:lnTo>
                  <a:lnTo>
                    <a:pt x="60527" y="79452"/>
                  </a:lnTo>
                  <a:lnTo>
                    <a:pt x="62240" y="79272"/>
                  </a:lnTo>
                  <a:lnTo>
                    <a:pt x="65921" y="79187"/>
                  </a:lnTo>
                  <a:lnTo>
                    <a:pt x="67048" y="79372"/>
                  </a:lnTo>
                  <a:lnTo>
                    <a:pt x="68774" y="81145"/>
                  </a:lnTo>
                  <a:lnTo>
                    <a:pt x="74563" y="79437"/>
                  </a:lnTo>
                  <a:lnTo>
                    <a:pt x="76488" y="78869"/>
                  </a:lnTo>
                  <a:lnTo>
                    <a:pt x="76984" y="79704"/>
                  </a:lnTo>
                  <a:lnTo>
                    <a:pt x="77671" y="81543"/>
                  </a:lnTo>
                  <a:lnTo>
                    <a:pt x="77821" y="81943"/>
                  </a:lnTo>
                  <a:lnTo>
                    <a:pt x="78019" y="82469"/>
                  </a:lnTo>
                  <a:lnTo>
                    <a:pt x="78151" y="82818"/>
                  </a:lnTo>
                  <a:lnTo>
                    <a:pt x="79073" y="84484"/>
                  </a:lnTo>
                  <a:lnTo>
                    <a:pt x="80167" y="86424"/>
                  </a:lnTo>
                  <a:lnTo>
                    <a:pt x="81234" y="87904"/>
                  </a:lnTo>
                  <a:lnTo>
                    <a:pt x="82575" y="88463"/>
                  </a:lnTo>
                  <a:lnTo>
                    <a:pt x="83694" y="88538"/>
                  </a:lnTo>
                  <a:lnTo>
                    <a:pt x="85308" y="88493"/>
                  </a:lnTo>
                  <a:lnTo>
                    <a:pt x="86376" y="88463"/>
                  </a:lnTo>
                  <a:lnTo>
                    <a:pt x="88949" y="88463"/>
                  </a:lnTo>
                  <a:lnTo>
                    <a:pt x="92416" y="89097"/>
                  </a:lnTo>
                  <a:lnTo>
                    <a:pt x="94733" y="89741"/>
                  </a:lnTo>
                  <a:lnTo>
                    <a:pt x="96279" y="90171"/>
                  </a:lnTo>
                  <a:lnTo>
                    <a:pt x="96638" y="90271"/>
                  </a:lnTo>
                  <a:lnTo>
                    <a:pt x="101287" y="91259"/>
                  </a:lnTo>
                  <a:lnTo>
                    <a:pt x="103518" y="92312"/>
                  </a:lnTo>
                  <a:lnTo>
                    <a:pt x="103971" y="92526"/>
                  </a:lnTo>
                  <a:lnTo>
                    <a:pt x="105750" y="93784"/>
                  </a:lnTo>
                  <a:lnTo>
                    <a:pt x="107400" y="94949"/>
                  </a:lnTo>
                  <a:lnTo>
                    <a:pt x="109152" y="97297"/>
                  </a:lnTo>
                  <a:lnTo>
                    <a:pt x="109749" y="97857"/>
                  </a:lnTo>
                  <a:lnTo>
                    <a:pt x="111016" y="98453"/>
                  </a:lnTo>
                  <a:lnTo>
                    <a:pt x="111817" y="99049"/>
                  </a:lnTo>
                  <a:lnTo>
                    <a:pt x="112768" y="100913"/>
                  </a:lnTo>
                  <a:lnTo>
                    <a:pt x="113247" y="102368"/>
                  </a:lnTo>
                  <a:lnTo>
                    <a:pt x="113614" y="103483"/>
                  </a:lnTo>
                  <a:lnTo>
                    <a:pt x="113923" y="104790"/>
                  </a:lnTo>
                  <a:lnTo>
                    <a:pt x="113886" y="108613"/>
                  </a:lnTo>
                  <a:lnTo>
                    <a:pt x="113439" y="111723"/>
                  </a:lnTo>
                  <a:lnTo>
                    <a:pt x="113161" y="112781"/>
                  </a:lnTo>
                  <a:lnTo>
                    <a:pt x="114395" y="117229"/>
                  </a:lnTo>
                  <a:lnTo>
                    <a:pt x="115066" y="119913"/>
                  </a:lnTo>
                  <a:lnTo>
                    <a:pt x="115811" y="122074"/>
                  </a:lnTo>
                  <a:lnTo>
                    <a:pt x="111592" y="123073"/>
                  </a:lnTo>
                  <a:lnTo>
                    <a:pt x="107059" y="124624"/>
                  </a:lnTo>
                  <a:lnTo>
                    <a:pt x="103242" y="126890"/>
                  </a:lnTo>
                  <a:lnTo>
                    <a:pt x="97397" y="129634"/>
                  </a:lnTo>
                  <a:lnTo>
                    <a:pt x="94893" y="132019"/>
                  </a:lnTo>
                  <a:lnTo>
                    <a:pt x="88732" y="136334"/>
                  </a:lnTo>
                  <a:lnTo>
                    <a:pt x="84910" y="135003"/>
                  </a:lnTo>
                  <a:lnTo>
                    <a:pt x="83247" y="136876"/>
                  </a:lnTo>
                  <a:lnTo>
                    <a:pt x="81741" y="136385"/>
                  </a:lnTo>
                  <a:lnTo>
                    <a:pt x="80100" y="138801"/>
                  </a:lnTo>
                  <a:lnTo>
                    <a:pt x="79589" y="138854"/>
                  </a:lnTo>
                  <a:lnTo>
                    <a:pt x="77896" y="139027"/>
                  </a:lnTo>
                  <a:lnTo>
                    <a:pt x="77164" y="139029"/>
                  </a:lnTo>
                  <a:lnTo>
                    <a:pt x="76418" y="139016"/>
                  </a:lnTo>
                  <a:lnTo>
                    <a:pt x="75259" y="138995"/>
                  </a:lnTo>
                  <a:lnTo>
                    <a:pt x="73858" y="138573"/>
                  </a:lnTo>
                  <a:lnTo>
                    <a:pt x="73273" y="138291"/>
                  </a:lnTo>
                  <a:lnTo>
                    <a:pt x="71033" y="137214"/>
                  </a:lnTo>
                  <a:lnTo>
                    <a:pt x="71058" y="137052"/>
                  </a:lnTo>
                  <a:lnTo>
                    <a:pt x="71140" y="136503"/>
                  </a:lnTo>
                  <a:lnTo>
                    <a:pt x="70929" y="136400"/>
                  </a:lnTo>
                  <a:lnTo>
                    <a:pt x="70040" y="135965"/>
                  </a:lnTo>
                  <a:lnTo>
                    <a:pt x="68438" y="134879"/>
                  </a:lnTo>
                  <a:lnTo>
                    <a:pt x="67272" y="135975"/>
                  </a:lnTo>
                  <a:lnTo>
                    <a:pt x="67065" y="136169"/>
                  </a:lnTo>
                  <a:lnTo>
                    <a:pt x="66707" y="136094"/>
                  </a:lnTo>
                  <a:lnTo>
                    <a:pt x="65879" y="135067"/>
                  </a:lnTo>
                  <a:lnTo>
                    <a:pt x="65394" y="134575"/>
                  </a:lnTo>
                  <a:lnTo>
                    <a:pt x="65061" y="134895"/>
                  </a:lnTo>
                  <a:lnTo>
                    <a:pt x="62861" y="136285"/>
                  </a:lnTo>
                  <a:lnTo>
                    <a:pt x="62130" y="135369"/>
                  </a:lnTo>
                  <a:lnTo>
                    <a:pt x="60463" y="133281"/>
                  </a:lnTo>
                  <a:lnTo>
                    <a:pt x="57116" y="135379"/>
                  </a:lnTo>
                  <a:lnTo>
                    <a:pt x="54374" y="137072"/>
                  </a:lnTo>
                  <a:lnTo>
                    <a:pt x="51615" y="138776"/>
                  </a:lnTo>
                  <a:lnTo>
                    <a:pt x="49840" y="139871"/>
                  </a:lnTo>
                  <a:lnTo>
                    <a:pt x="46181" y="147013"/>
                  </a:lnTo>
                  <a:lnTo>
                    <a:pt x="45402" y="148132"/>
                  </a:lnTo>
                  <a:lnTo>
                    <a:pt x="45037" y="148655"/>
                  </a:lnTo>
                  <a:lnTo>
                    <a:pt x="44789" y="149011"/>
                  </a:lnTo>
                  <a:lnTo>
                    <a:pt x="44407" y="149320"/>
                  </a:lnTo>
                  <a:lnTo>
                    <a:pt x="43111" y="150372"/>
                  </a:lnTo>
                  <a:lnTo>
                    <a:pt x="42870" y="151330"/>
                  </a:lnTo>
                  <a:lnTo>
                    <a:pt x="42757" y="151977"/>
                  </a:lnTo>
                  <a:lnTo>
                    <a:pt x="42643" y="154303"/>
                  </a:lnTo>
                  <a:lnTo>
                    <a:pt x="41911" y="154276"/>
                  </a:lnTo>
                  <a:lnTo>
                    <a:pt x="39622" y="154191"/>
                  </a:lnTo>
                  <a:lnTo>
                    <a:pt x="40764" y="150956"/>
                  </a:lnTo>
                  <a:lnTo>
                    <a:pt x="41290" y="149597"/>
                  </a:lnTo>
                  <a:lnTo>
                    <a:pt x="41439" y="149211"/>
                  </a:lnTo>
                  <a:lnTo>
                    <a:pt x="42287" y="147021"/>
                  </a:lnTo>
                  <a:lnTo>
                    <a:pt x="45602" y="138449"/>
                  </a:lnTo>
                  <a:lnTo>
                    <a:pt x="42836" y="137353"/>
                  </a:lnTo>
                  <a:lnTo>
                    <a:pt x="41013" y="136631"/>
                  </a:lnTo>
                  <a:lnTo>
                    <a:pt x="39310" y="134872"/>
                  </a:lnTo>
                  <a:lnTo>
                    <a:pt x="37566" y="132740"/>
                  </a:lnTo>
                  <a:lnTo>
                    <a:pt x="36047" y="130882"/>
                  </a:lnTo>
                  <a:lnTo>
                    <a:pt x="32193" y="126538"/>
                  </a:lnTo>
                  <a:lnTo>
                    <a:pt x="29783" y="123529"/>
                  </a:lnTo>
                  <a:lnTo>
                    <a:pt x="28249" y="121636"/>
                  </a:lnTo>
                  <a:lnTo>
                    <a:pt x="26400" y="122757"/>
                  </a:lnTo>
                  <a:lnTo>
                    <a:pt x="26981" y="124243"/>
                  </a:lnTo>
                  <a:lnTo>
                    <a:pt x="29352" y="127101"/>
                  </a:lnTo>
                  <a:lnTo>
                    <a:pt x="31398" y="129388"/>
                  </a:lnTo>
                  <a:lnTo>
                    <a:pt x="32436" y="130570"/>
                  </a:lnTo>
                  <a:lnTo>
                    <a:pt x="33071" y="131393"/>
                  </a:lnTo>
                  <a:lnTo>
                    <a:pt x="34142" y="132674"/>
                  </a:lnTo>
                  <a:lnTo>
                    <a:pt x="34509" y="133337"/>
                  </a:lnTo>
                  <a:lnTo>
                    <a:pt x="34696" y="133676"/>
                  </a:lnTo>
                  <a:lnTo>
                    <a:pt x="33519" y="134091"/>
                  </a:lnTo>
                  <a:lnTo>
                    <a:pt x="32652" y="134398"/>
                  </a:lnTo>
                  <a:lnTo>
                    <a:pt x="31601" y="134294"/>
                  </a:lnTo>
                  <a:lnTo>
                    <a:pt x="28102" y="133227"/>
                  </a:lnTo>
                  <a:lnTo>
                    <a:pt x="27565" y="133064"/>
                  </a:lnTo>
                  <a:lnTo>
                    <a:pt x="27120" y="132436"/>
                  </a:lnTo>
                  <a:lnTo>
                    <a:pt x="25930" y="132386"/>
                  </a:lnTo>
                  <a:lnTo>
                    <a:pt x="25485" y="132368"/>
                  </a:lnTo>
                  <a:lnTo>
                    <a:pt x="25353" y="132362"/>
                  </a:lnTo>
                  <a:lnTo>
                    <a:pt x="25258" y="131988"/>
                  </a:lnTo>
                  <a:lnTo>
                    <a:pt x="25121" y="131762"/>
                  </a:lnTo>
                  <a:lnTo>
                    <a:pt x="24472" y="130694"/>
                  </a:lnTo>
                  <a:lnTo>
                    <a:pt x="23496" y="129088"/>
                  </a:lnTo>
                  <a:lnTo>
                    <a:pt x="23084" y="128410"/>
                  </a:lnTo>
                  <a:lnTo>
                    <a:pt x="22982" y="128262"/>
                  </a:lnTo>
                  <a:lnTo>
                    <a:pt x="21282" y="125790"/>
                  </a:lnTo>
                  <a:lnTo>
                    <a:pt x="21057" y="125444"/>
                  </a:lnTo>
                  <a:lnTo>
                    <a:pt x="20816" y="124938"/>
                  </a:lnTo>
                  <a:lnTo>
                    <a:pt x="20476" y="124087"/>
                  </a:lnTo>
                  <a:lnTo>
                    <a:pt x="19760" y="122290"/>
                  </a:lnTo>
                  <a:lnTo>
                    <a:pt x="19564" y="121800"/>
                  </a:lnTo>
                  <a:lnTo>
                    <a:pt x="19407" y="121742"/>
                  </a:lnTo>
                  <a:lnTo>
                    <a:pt x="17910" y="121193"/>
                  </a:lnTo>
                  <a:lnTo>
                    <a:pt x="17880" y="120306"/>
                  </a:lnTo>
                  <a:lnTo>
                    <a:pt x="17816" y="118401"/>
                  </a:lnTo>
                  <a:lnTo>
                    <a:pt x="22187" y="117030"/>
                  </a:lnTo>
                  <a:lnTo>
                    <a:pt x="20300" y="114398"/>
                  </a:lnTo>
                  <a:lnTo>
                    <a:pt x="20239" y="114198"/>
                  </a:lnTo>
                  <a:lnTo>
                    <a:pt x="19056" y="110379"/>
                  </a:lnTo>
                  <a:lnTo>
                    <a:pt x="18845" y="109698"/>
                  </a:lnTo>
                  <a:lnTo>
                    <a:pt x="18800" y="107786"/>
                  </a:lnTo>
                  <a:lnTo>
                    <a:pt x="18776" y="107310"/>
                  </a:lnTo>
                  <a:lnTo>
                    <a:pt x="21767" y="107139"/>
                  </a:lnTo>
                  <a:lnTo>
                    <a:pt x="18321" y="93493"/>
                  </a:lnTo>
                  <a:lnTo>
                    <a:pt x="14384" y="94143"/>
                  </a:lnTo>
                  <a:lnTo>
                    <a:pt x="11243" y="78539"/>
                  </a:lnTo>
                  <a:lnTo>
                    <a:pt x="0" y="79108"/>
                  </a:lnTo>
                  <a:lnTo>
                    <a:pt x="4361" y="66364"/>
                  </a:lnTo>
                  <a:lnTo>
                    <a:pt x="8911" y="55518"/>
                  </a:lnTo>
                  <a:lnTo>
                    <a:pt x="13384" y="49182"/>
                  </a:lnTo>
                  <a:lnTo>
                    <a:pt x="11508" y="48261"/>
                  </a:lnTo>
                  <a:lnTo>
                    <a:pt x="11538" y="47634"/>
                  </a:lnTo>
                  <a:lnTo>
                    <a:pt x="11789" y="42457"/>
                  </a:lnTo>
                  <a:lnTo>
                    <a:pt x="15360" y="43553"/>
                  </a:lnTo>
                  <a:lnTo>
                    <a:pt x="14589" y="36664"/>
                  </a:lnTo>
                  <a:lnTo>
                    <a:pt x="9545" y="35800"/>
                  </a:lnTo>
                  <a:lnTo>
                    <a:pt x="9633" y="35124"/>
                  </a:lnTo>
                  <a:lnTo>
                    <a:pt x="11095" y="23953"/>
                  </a:lnTo>
                  <a:lnTo>
                    <a:pt x="15594" y="24353"/>
                  </a:lnTo>
                  <a:lnTo>
                    <a:pt x="17040" y="20653"/>
                  </a:lnTo>
                  <a:lnTo>
                    <a:pt x="13682" y="19921"/>
                  </a:lnTo>
                  <a:lnTo>
                    <a:pt x="10418" y="19690"/>
                  </a:lnTo>
                  <a:lnTo>
                    <a:pt x="8674" y="19566"/>
                  </a:lnTo>
                  <a:lnTo>
                    <a:pt x="8173" y="10819"/>
                  </a:lnTo>
                  <a:lnTo>
                    <a:pt x="10950" y="10613"/>
                  </a:lnTo>
                  <a:lnTo>
                    <a:pt x="10911" y="8337"/>
                  </a:lnTo>
                  <a:lnTo>
                    <a:pt x="15956" y="5617"/>
                  </a:lnTo>
                  <a:lnTo>
                    <a:pt x="19580" y="11054"/>
                  </a:lnTo>
                  <a:lnTo>
                    <a:pt x="30807"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6" name="pg195"/>
            <p:cNvSpPr/>
            <p:nvPr/>
          </p:nvSpPr>
          <p:spPr>
            <a:xfrm>
              <a:off x="3918750" y="2133259"/>
              <a:ext cx="148256" cy="87839"/>
            </a:xfrm>
            <a:custGeom>
              <a:avLst/>
              <a:pathLst>
                <a:path w="148256" h="87839">
                  <a:moveTo>
                    <a:pt x="26100" y="3005"/>
                  </a:moveTo>
                  <a:lnTo>
                    <a:pt x="25599" y="7693"/>
                  </a:lnTo>
                  <a:lnTo>
                    <a:pt x="26416" y="9708"/>
                  </a:lnTo>
                  <a:lnTo>
                    <a:pt x="26522" y="9969"/>
                  </a:lnTo>
                  <a:lnTo>
                    <a:pt x="27210" y="11665"/>
                  </a:lnTo>
                  <a:lnTo>
                    <a:pt x="28431" y="12679"/>
                  </a:lnTo>
                  <a:lnTo>
                    <a:pt x="29106" y="13239"/>
                  </a:lnTo>
                  <a:lnTo>
                    <a:pt x="29450" y="13299"/>
                  </a:lnTo>
                  <a:lnTo>
                    <a:pt x="32792" y="13883"/>
                  </a:lnTo>
                  <a:lnTo>
                    <a:pt x="32289" y="17352"/>
                  </a:lnTo>
                  <a:lnTo>
                    <a:pt x="33472" y="17820"/>
                  </a:lnTo>
                  <a:lnTo>
                    <a:pt x="34172" y="17227"/>
                  </a:lnTo>
                  <a:lnTo>
                    <a:pt x="36543" y="19371"/>
                  </a:lnTo>
                  <a:lnTo>
                    <a:pt x="36115" y="21391"/>
                  </a:lnTo>
                  <a:lnTo>
                    <a:pt x="37178" y="22326"/>
                  </a:lnTo>
                  <a:lnTo>
                    <a:pt x="42474" y="22084"/>
                  </a:lnTo>
                  <a:lnTo>
                    <a:pt x="43759" y="22060"/>
                  </a:lnTo>
                  <a:lnTo>
                    <a:pt x="43648" y="23972"/>
                  </a:lnTo>
                  <a:lnTo>
                    <a:pt x="43819" y="26067"/>
                  </a:lnTo>
                  <a:lnTo>
                    <a:pt x="43885" y="26873"/>
                  </a:lnTo>
                  <a:lnTo>
                    <a:pt x="53260" y="25298"/>
                  </a:lnTo>
                  <a:lnTo>
                    <a:pt x="53095" y="21019"/>
                  </a:lnTo>
                  <a:lnTo>
                    <a:pt x="53062" y="20598"/>
                  </a:lnTo>
                  <a:lnTo>
                    <a:pt x="60004" y="19119"/>
                  </a:lnTo>
                  <a:lnTo>
                    <a:pt x="60470" y="22024"/>
                  </a:lnTo>
                  <a:lnTo>
                    <a:pt x="61687" y="22167"/>
                  </a:lnTo>
                  <a:lnTo>
                    <a:pt x="62474" y="27678"/>
                  </a:lnTo>
                  <a:lnTo>
                    <a:pt x="67348" y="27380"/>
                  </a:lnTo>
                  <a:lnTo>
                    <a:pt x="68349" y="28040"/>
                  </a:lnTo>
                  <a:lnTo>
                    <a:pt x="71175" y="29906"/>
                  </a:lnTo>
                  <a:lnTo>
                    <a:pt x="76468" y="33902"/>
                  </a:lnTo>
                  <a:lnTo>
                    <a:pt x="75275" y="36004"/>
                  </a:lnTo>
                  <a:lnTo>
                    <a:pt x="75590" y="36098"/>
                  </a:lnTo>
                  <a:lnTo>
                    <a:pt x="80158" y="37468"/>
                  </a:lnTo>
                  <a:lnTo>
                    <a:pt x="80298" y="37510"/>
                  </a:lnTo>
                  <a:lnTo>
                    <a:pt x="80474" y="36054"/>
                  </a:lnTo>
                  <a:lnTo>
                    <a:pt x="80590" y="35089"/>
                  </a:lnTo>
                  <a:lnTo>
                    <a:pt x="84395" y="33956"/>
                  </a:lnTo>
                  <a:lnTo>
                    <a:pt x="84837" y="33824"/>
                  </a:lnTo>
                  <a:lnTo>
                    <a:pt x="85106" y="33744"/>
                  </a:lnTo>
                  <a:lnTo>
                    <a:pt x="85408" y="31740"/>
                  </a:lnTo>
                  <a:lnTo>
                    <a:pt x="87502" y="30060"/>
                  </a:lnTo>
                  <a:lnTo>
                    <a:pt x="88338" y="29390"/>
                  </a:lnTo>
                  <a:lnTo>
                    <a:pt x="88428" y="27584"/>
                  </a:lnTo>
                  <a:lnTo>
                    <a:pt x="88598" y="27659"/>
                  </a:lnTo>
                  <a:lnTo>
                    <a:pt x="90458" y="28467"/>
                  </a:lnTo>
                  <a:lnTo>
                    <a:pt x="96124" y="29717"/>
                  </a:lnTo>
                  <a:lnTo>
                    <a:pt x="98711" y="30288"/>
                  </a:lnTo>
                  <a:lnTo>
                    <a:pt x="101799" y="29217"/>
                  </a:lnTo>
                  <a:lnTo>
                    <a:pt x="101937" y="29483"/>
                  </a:lnTo>
                  <a:lnTo>
                    <a:pt x="102024" y="29651"/>
                  </a:lnTo>
                  <a:lnTo>
                    <a:pt x="102829" y="31203"/>
                  </a:lnTo>
                  <a:lnTo>
                    <a:pt x="103659" y="32802"/>
                  </a:lnTo>
                  <a:lnTo>
                    <a:pt x="104791" y="33153"/>
                  </a:lnTo>
                  <a:lnTo>
                    <a:pt x="107019" y="34319"/>
                  </a:lnTo>
                  <a:lnTo>
                    <a:pt x="111532" y="36681"/>
                  </a:lnTo>
                  <a:lnTo>
                    <a:pt x="112235" y="37049"/>
                  </a:lnTo>
                  <a:lnTo>
                    <a:pt x="112371" y="36896"/>
                  </a:lnTo>
                  <a:lnTo>
                    <a:pt x="112741" y="36484"/>
                  </a:lnTo>
                  <a:lnTo>
                    <a:pt x="113259" y="36020"/>
                  </a:lnTo>
                  <a:lnTo>
                    <a:pt x="113577" y="35751"/>
                  </a:lnTo>
                  <a:lnTo>
                    <a:pt x="115330" y="36976"/>
                  </a:lnTo>
                  <a:lnTo>
                    <a:pt x="116873" y="38054"/>
                  </a:lnTo>
                  <a:lnTo>
                    <a:pt x="116851" y="40578"/>
                  </a:lnTo>
                  <a:lnTo>
                    <a:pt x="116846" y="43590"/>
                  </a:lnTo>
                  <a:lnTo>
                    <a:pt x="116844" y="44691"/>
                  </a:lnTo>
                  <a:lnTo>
                    <a:pt x="117385" y="46846"/>
                  </a:lnTo>
                  <a:lnTo>
                    <a:pt x="119181" y="48997"/>
                  </a:lnTo>
                  <a:lnTo>
                    <a:pt x="119413" y="49255"/>
                  </a:lnTo>
                  <a:lnTo>
                    <a:pt x="119604" y="49078"/>
                  </a:lnTo>
                  <a:lnTo>
                    <a:pt x="122759" y="46150"/>
                  </a:lnTo>
                  <a:lnTo>
                    <a:pt x="125920" y="43214"/>
                  </a:lnTo>
                  <a:lnTo>
                    <a:pt x="129019" y="40338"/>
                  </a:lnTo>
                  <a:lnTo>
                    <a:pt x="129590" y="39856"/>
                  </a:lnTo>
                  <a:lnTo>
                    <a:pt x="129936" y="40234"/>
                  </a:lnTo>
                  <a:lnTo>
                    <a:pt x="133093" y="43693"/>
                  </a:lnTo>
                  <a:lnTo>
                    <a:pt x="138466" y="49578"/>
                  </a:lnTo>
                  <a:lnTo>
                    <a:pt x="141131" y="52479"/>
                  </a:lnTo>
                  <a:lnTo>
                    <a:pt x="141254" y="53646"/>
                  </a:lnTo>
                  <a:lnTo>
                    <a:pt x="141345" y="54516"/>
                  </a:lnTo>
                  <a:lnTo>
                    <a:pt x="141738" y="58253"/>
                  </a:lnTo>
                  <a:lnTo>
                    <a:pt x="141799" y="58630"/>
                  </a:lnTo>
                  <a:lnTo>
                    <a:pt x="141986" y="58969"/>
                  </a:lnTo>
                  <a:lnTo>
                    <a:pt x="142515" y="59927"/>
                  </a:lnTo>
                  <a:lnTo>
                    <a:pt x="143795" y="60965"/>
                  </a:lnTo>
                  <a:lnTo>
                    <a:pt x="145688" y="62215"/>
                  </a:lnTo>
                  <a:lnTo>
                    <a:pt x="148085" y="62370"/>
                  </a:lnTo>
                  <a:lnTo>
                    <a:pt x="148256" y="62388"/>
                  </a:lnTo>
                  <a:lnTo>
                    <a:pt x="147930" y="62885"/>
                  </a:lnTo>
                  <a:lnTo>
                    <a:pt x="147598" y="63391"/>
                  </a:lnTo>
                  <a:lnTo>
                    <a:pt x="145798" y="66136"/>
                  </a:lnTo>
                  <a:lnTo>
                    <a:pt x="145595" y="66445"/>
                  </a:lnTo>
                  <a:lnTo>
                    <a:pt x="144501" y="68114"/>
                  </a:lnTo>
                  <a:lnTo>
                    <a:pt x="143784" y="69208"/>
                  </a:lnTo>
                  <a:lnTo>
                    <a:pt x="143044" y="70335"/>
                  </a:lnTo>
                  <a:lnTo>
                    <a:pt x="142780" y="70738"/>
                  </a:lnTo>
                  <a:lnTo>
                    <a:pt x="140377" y="74402"/>
                  </a:lnTo>
                  <a:lnTo>
                    <a:pt x="140085" y="74866"/>
                  </a:lnTo>
                  <a:lnTo>
                    <a:pt x="139475" y="75951"/>
                  </a:lnTo>
                  <a:lnTo>
                    <a:pt x="139029" y="76743"/>
                  </a:lnTo>
                  <a:lnTo>
                    <a:pt x="138678" y="77367"/>
                  </a:lnTo>
                  <a:lnTo>
                    <a:pt x="137782" y="78958"/>
                  </a:lnTo>
                  <a:lnTo>
                    <a:pt x="137651" y="79173"/>
                  </a:lnTo>
                  <a:lnTo>
                    <a:pt x="136189" y="81545"/>
                  </a:lnTo>
                  <a:lnTo>
                    <a:pt x="135787" y="81269"/>
                  </a:lnTo>
                  <a:lnTo>
                    <a:pt x="130617" y="77721"/>
                  </a:lnTo>
                  <a:lnTo>
                    <a:pt x="130423" y="77997"/>
                  </a:lnTo>
                  <a:lnTo>
                    <a:pt x="129356" y="79662"/>
                  </a:lnTo>
                  <a:lnTo>
                    <a:pt x="130069" y="80241"/>
                  </a:lnTo>
                  <a:lnTo>
                    <a:pt x="131696" y="81564"/>
                  </a:lnTo>
                  <a:lnTo>
                    <a:pt x="133240" y="82819"/>
                  </a:lnTo>
                  <a:lnTo>
                    <a:pt x="132736" y="83904"/>
                  </a:lnTo>
                  <a:lnTo>
                    <a:pt x="132304" y="84267"/>
                  </a:lnTo>
                  <a:lnTo>
                    <a:pt x="131886" y="84617"/>
                  </a:lnTo>
                  <a:lnTo>
                    <a:pt x="131287" y="84133"/>
                  </a:lnTo>
                  <a:lnTo>
                    <a:pt x="130327" y="83301"/>
                  </a:lnTo>
                  <a:lnTo>
                    <a:pt x="128095" y="81369"/>
                  </a:lnTo>
                  <a:lnTo>
                    <a:pt x="127927" y="81240"/>
                  </a:lnTo>
                  <a:lnTo>
                    <a:pt x="125778" y="79600"/>
                  </a:lnTo>
                  <a:lnTo>
                    <a:pt x="124949" y="80410"/>
                  </a:lnTo>
                  <a:lnTo>
                    <a:pt x="125051" y="80667"/>
                  </a:lnTo>
                  <a:lnTo>
                    <a:pt x="125420" y="81591"/>
                  </a:lnTo>
                  <a:lnTo>
                    <a:pt x="121687" y="85970"/>
                  </a:lnTo>
                  <a:lnTo>
                    <a:pt x="120777" y="87039"/>
                  </a:lnTo>
                  <a:lnTo>
                    <a:pt x="120155" y="87839"/>
                  </a:lnTo>
                  <a:lnTo>
                    <a:pt x="118927" y="87115"/>
                  </a:lnTo>
                  <a:lnTo>
                    <a:pt x="117177" y="86084"/>
                  </a:lnTo>
                  <a:lnTo>
                    <a:pt x="115117" y="84365"/>
                  </a:lnTo>
                  <a:lnTo>
                    <a:pt x="112653" y="80967"/>
                  </a:lnTo>
                  <a:lnTo>
                    <a:pt x="112194" y="78420"/>
                  </a:lnTo>
                  <a:lnTo>
                    <a:pt x="112540" y="78316"/>
                  </a:lnTo>
                  <a:lnTo>
                    <a:pt x="114048" y="77808"/>
                  </a:lnTo>
                  <a:lnTo>
                    <a:pt x="115708" y="79533"/>
                  </a:lnTo>
                  <a:lnTo>
                    <a:pt x="116658" y="78762"/>
                  </a:lnTo>
                  <a:lnTo>
                    <a:pt x="119790" y="75776"/>
                  </a:lnTo>
                  <a:lnTo>
                    <a:pt x="120016" y="75588"/>
                  </a:lnTo>
                  <a:lnTo>
                    <a:pt x="120992" y="74769"/>
                  </a:lnTo>
                  <a:lnTo>
                    <a:pt x="121594" y="74264"/>
                  </a:lnTo>
                  <a:lnTo>
                    <a:pt x="120889" y="71823"/>
                  </a:lnTo>
                  <a:lnTo>
                    <a:pt x="119630" y="72761"/>
                  </a:lnTo>
                  <a:lnTo>
                    <a:pt x="117491" y="70665"/>
                  </a:lnTo>
                  <a:lnTo>
                    <a:pt x="117216" y="70886"/>
                  </a:lnTo>
                  <a:lnTo>
                    <a:pt x="114974" y="72690"/>
                  </a:lnTo>
                  <a:lnTo>
                    <a:pt x="113621" y="73780"/>
                  </a:lnTo>
                  <a:lnTo>
                    <a:pt x="112550" y="72841"/>
                  </a:lnTo>
                  <a:lnTo>
                    <a:pt x="111357" y="71795"/>
                  </a:lnTo>
                  <a:lnTo>
                    <a:pt x="108167" y="70811"/>
                  </a:lnTo>
                  <a:lnTo>
                    <a:pt x="107676" y="71894"/>
                  </a:lnTo>
                  <a:lnTo>
                    <a:pt x="106309" y="71541"/>
                  </a:lnTo>
                  <a:lnTo>
                    <a:pt x="105458" y="71321"/>
                  </a:lnTo>
                  <a:lnTo>
                    <a:pt x="104876" y="72104"/>
                  </a:lnTo>
                  <a:lnTo>
                    <a:pt x="98313" y="66545"/>
                  </a:lnTo>
                  <a:lnTo>
                    <a:pt x="99292" y="64022"/>
                  </a:lnTo>
                  <a:lnTo>
                    <a:pt x="96864" y="63300"/>
                  </a:lnTo>
                  <a:lnTo>
                    <a:pt x="97798" y="60487"/>
                  </a:lnTo>
                  <a:lnTo>
                    <a:pt x="94780" y="58851"/>
                  </a:lnTo>
                  <a:lnTo>
                    <a:pt x="94417" y="58616"/>
                  </a:lnTo>
                  <a:lnTo>
                    <a:pt x="94369" y="58228"/>
                  </a:lnTo>
                  <a:lnTo>
                    <a:pt x="94749" y="57403"/>
                  </a:lnTo>
                  <a:lnTo>
                    <a:pt x="93421" y="56763"/>
                  </a:lnTo>
                  <a:lnTo>
                    <a:pt x="92668" y="57665"/>
                  </a:lnTo>
                  <a:lnTo>
                    <a:pt x="92161" y="58329"/>
                  </a:lnTo>
                  <a:lnTo>
                    <a:pt x="90938" y="62344"/>
                  </a:lnTo>
                  <a:lnTo>
                    <a:pt x="84331" y="60123"/>
                  </a:lnTo>
                  <a:lnTo>
                    <a:pt x="75833" y="57708"/>
                  </a:lnTo>
                  <a:lnTo>
                    <a:pt x="75703" y="57671"/>
                  </a:lnTo>
                  <a:lnTo>
                    <a:pt x="75298" y="57691"/>
                  </a:lnTo>
                  <a:lnTo>
                    <a:pt x="74734" y="58681"/>
                  </a:lnTo>
                  <a:lnTo>
                    <a:pt x="72676" y="57820"/>
                  </a:lnTo>
                  <a:lnTo>
                    <a:pt x="70294" y="56057"/>
                  </a:lnTo>
                  <a:lnTo>
                    <a:pt x="66037" y="54215"/>
                  </a:lnTo>
                  <a:lnTo>
                    <a:pt x="65657" y="54051"/>
                  </a:lnTo>
                  <a:lnTo>
                    <a:pt x="65524" y="53931"/>
                  </a:lnTo>
                  <a:lnTo>
                    <a:pt x="64154" y="52691"/>
                  </a:lnTo>
                  <a:lnTo>
                    <a:pt x="61139" y="50794"/>
                  </a:lnTo>
                  <a:lnTo>
                    <a:pt x="60370" y="50432"/>
                  </a:lnTo>
                  <a:lnTo>
                    <a:pt x="57054" y="48871"/>
                  </a:lnTo>
                  <a:lnTo>
                    <a:pt x="51429" y="46932"/>
                  </a:lnTo>
                  <a:lnTo>
                    <a:pt x="47286" y="47214"/>
                  </a:lnTo>
                  <a:lnTo>
                    <a:pt x="42794" y="47595"/>
                  </a:lnTo>
                  <a:lnTo>
                    <a:pt x="42437" y="47626"/>
                  </a:lnTo>
                  <a:lnTo>
                    <a:pt x="36248" y="48218"/>
                  </a:lnTo>
                  <a:lnTo>
                    <a:pt x="35174" y="49470"/>
                  </a:lnTo>
                  <a:lnTo>
                    <a:pt x="34276" y="49322"/>
                  </a:lnTo>
                  <a:lnTo>
                    <a:pt x="30758" y="48740"/>
                  </a:lnTo>
                  <a:lnTo>
                    <a:pt x="28001" y="48284"/>
                  </a:lnTo>
                  <a:lnTo>
                    <a:pt x="27600" y="48218"/>
                  </a:lnTo>
                  <a:lnTo>
                    <a:pt x="22233" y="49947"/>
                  </a:lnTo>
                  <a:lnTo>
                    <a:pt x="19668" y="54122"/>
                  </a:lnTo>
                  <a:lnTo>
                    <a:pt x="16925" y="55553"/>
                  </a:lnTo>
                  <a:lnTo>
                    <a:pt x="10994" y="59581"/>
                  </a:lnTo>
                  <a:lnTo>
                    <a:pt x="9178" y="59956"/>
                  </a:lnTo>
                  <a:lnTo>
                    <a:pt x="6241" y="56434"/>
                  </a:lnTo>
                  <a:lnTo>
                    <a:pt x="6088" y="54791"/>
                  </a:lnTo>
                  <a:lnTo>
                    <a:pt x="7085" y="53526"/>
                  </a:lnTo>
                  <a:lnTo>
                    <a:pt x="5427" y="47699"/>
                  </a:lnTo>
                  <a:lnTo>
                    <a:pt x="0" y="42974"/>
                  </a:lnTo>
                  <a:lnTo>
                    <a:pt x="3204" y="38597"/>
                  </a:lnTo>
                  <a:lnTo>
                    <a:pt x="6341" y="36990"/>
                  </a:lnTo>
                  <a:lnTo>
                    <a:pt x="7695" y="35445"/>
                  </a:lnTo>
                  <a:lnTo>
                    <a:pt x="19975" y="40406"/>
                  </a:lnTo>
                  <a:lnTo>
                    <a:pt x="20551" y="38052"/>
                  </a:lnTo>
                  <a:lnTo>
                    <a:pt x="21314" y="34748"/>
                  </a:lnTo>
                  <a:lnTo>
                    <a:pt x="22158" y="32154"/>
                  </a:lnTo>
                  <a:lnTo>
                    <a:pt x="28560" y="33424"/>
                  </a:lnTo>
                  <a:lnTo>
                    <a:pt x="29226" y="30545"/>
                  </a:lnTo>
                  <a:lnTo>
                    <a:pt x="27918" y="30099"/>
                  </a:lnTo>
                  <a:lnTo>
                    <a:pt x="28634" y="26904"/>
                  </a:lnTo>
                  <a:lnTo>
                    <a:pt x="27997" y="22972"/>
                  </a:lnTo>
                  <a:lnTo>
                    <a:pt x="26802" y="22435"/>
                  </a:lnTo>
                  <a:lnTo>
                    <a:pt x="25861" y="23026"/>
                  </a:lnTo>
                  <a:lnTo>
                    <a:pt x="23095" y="24762"/>
                  </a:lnTo>
                  <a:lnTo>
                    <a:pt x="20076" y="23206"/>
                  </a:lnTo>
                  <a:lnTo>
                    <a:pt x="18897" y="22598"/>
                  </a:lnTo>
                  <a:lnTo>
                    <a:pt x="18443" y="22364"/>
                  </a:lnTo>
                  <a:lnTo>
                    <a:pt x="17656" y="17247"/>
                  </a:lnTo>
                  <a:lnTo>
                    <a:pt x="15974" y="14027"/>
                  </a:lnTo>
                  <a:lnTo>
                    <a:pt x="15043" y="11987"/>
                  </a:lnTo>
                  <a:lnTo>
                    <a:pt x="15273" y="11676"/>
                  </a:lnTo>
                  <a:lnTo>
                    <a:pt x="15759" y="11021"/>
                  </a:lnTo>
                  <a:lnTo>
                    <a:pt x="11794" y="9069"/>
                  </a:lnTo>
                  <a:lnTo>
                    <a:pt x="8710" y="7550"/>
                  </a:lnTo>
                  <a:lnTo>
                    <a:pt x="9934" y="3792"/>
                  </a:lnTo>
                  <a:lnTo>
                    <a:pt x="17930" y="5777"/>
                  </a:lnTo>
                  <a:lnTo>
                    <a:pt x="20169" y="3062"/>
                  </a:lnTo>
                  <a:lnTo>
                    <a:pt x="23484" y="2747"/>
                  </a:lnTo>
                  <a:lnTo>
                    <a:pt x="24168" y="0"/>
                  </a:lnTo>
                  <a:lnTo>
                    <a:pt x="27465" y="170"/>
                  </a:lnTo>
                  <a:lnTo>
                    <a:pt x="29715" y="286"/>
                  </a:lnTo>
                  <a:lnTo>
                    <a:pt x="29214" y="297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7" name="pg196"/>
            <p:cNvSpPr/>
            <p:nvPr/>
          </p:nvSpPr>
          <p:spPr>
            <a:xfrm>
              <a:off x="4054954" y="2132501"/>
              <a:ext cx="118888" cy="106354"/>
            </a:xfrm>
            <a:custGeom>
              <a:avLst/>
              <a:pathLst>
                <a:path w="118888" h="106354">
                  <a:moveTo>
                    <a:pt x="115186" y="73175"/>
                  </a:moveTo>
                  <a:lnTo>
                    <a:pt x="113432" y="74875"/>
                  </a:lnTo>
                  <a:lnTo>
                    <a:pt x="108745" y="72048"/>
                  </a:lnTo>
                  <a:lnTo>
                    <a:pt x="111513" y="67835"/>
                  </a:lnTo>
                  <a:lnTo>
                    <a:pt x="104971" y="63414"/>
                  </a:lnTo>
                  <a:lnTo>
                    <a:pt x="104291" y="64273"/>
                  </a:lnTo>
                  <a:lnTo>
                    <a:pt x="103908" y="63981"/>
                  </a:lnTo>
                  <a:lnTo>
                    <a:pt x="95853" y="58742"/>
                  </a:lnTo>
                  <a:lnTo>
                    <a:pt x="95489" y="59388"/>
                  </a:lnTo>
                  <a:lnTo>
                    <a:pt x="93263" y="62330"/>
                  </a:lnTo>
                  <a:lnTo>
                    <a:pt x="90624" y="64153"/>
                  </a:lnTo>
                  <a:lnTo>
                    <a:pt x="90296" y="64380"/>
                  </a:lnTo>
                  <a:lnTo>
                    <a:pt x="89451" y="63718"/>
                  </a:lnTo>
                  <a:lnTo>
                    <a:pt x="85971" y="61461"/>
                  </a:lnTo>
                  <a:lnTo>
                    <a:pt x="85220" y="62204"/>
                  </a:lnTo>
                  <a:lnTo>
                    <a:pt x="84663" y="62722"/>
                  </a:lnTo>
                  <a:lnTo>
                    <a:pt x="84995" y="64945"/>
                  </a:lnTo>
                  <a:lnTo>
                    <a:pt x="85154" y="65930"/>
                  </a:lnTo>
                  <a:lnTo>
                    <a:pt x="89746" y="70240"/>
                  </a:lnTo>
                  <a:lnTo>
                    <a:pt x="88896" y="71350"/>
                  </a:lnTo>
                  <a:lnTo>
                    <a:pt x="89098" y="71947"/>
                  </a:lnTo>
                  <a:lnTo>
                    <a:pt x="92382" y="81624"/>
                  </a:lnTo>
                  <a:lnTo>
                    <a:pt x="91394" y="83345"/>
                  </a:lnTo>
                  <a:lnTo>
                    <a:pt x="89456" y="85358"/>
                  </a:lnTo>
                  <a:lnTo>
                    <a:pt x="87070" y="86998"/>
                  </a:lnTo>
                  <a:lnTo>
                    <a:pt x="84185" y="88432"/>
                  </a:lnTo>
                  <a:lnTo>
                    <a:pt x="75157" y="93920"/>
                  </a:lnTo>
                  <a:lnTo>
                    <a:pt x="72568" y="95441"/>
                  </a:lnTo>
                  <a:lnTo>
                    <a:pt x="71059" y="96328"/>
                  </a:lnTo>
                  <a:lnTo>
                    <a:pt x="65673" y="99533"/>
                  </a:lnTo>
                  <a:lnTo>
                    <a:pt x="65477" y="99689"/>
                  </a:lnTo>
                  <a:lnTo>
                    <a:pt x="64549" y="100427"/>
                  </a:lnTo>
                  <a:lnTo>
                    <a:pt x="64305" y="100621"/>
                  </a:lnTo>
                  <a:lnTo>
                    <a:pt x="64033" y="100837"/>
                  </a:lnTo>
                  <a:lnTo>
                    <a:pt x="63650" y="101102"/>
                  </a:lnTo>
                  <a:lnTo>
                    <a:pt x="61752" y="102140"/>
                  </a:lnTo>
                  <a:lnTo>
                    <a:pt x="60420" y="102868"/>
                  </a:lnTo>
                  <a:lnTo>
                    <a:pt x="58024" y="104179"/>
                  </a:lnTo>
                  <a:lnTo>
                    <a:pt x="55051" y="105805"/>
                  </a:lnTo>
                  <a:lnTo>
                    <a:pt x="54047" y="106354"/>
                  </a:lnTo>
                  <a:lnTo>
                    <a:pt x="53074" y="104715"/>
                  </a:lnTo>
                  <a:lnTo>
                    <a:pt x="51721" y="104740"/>
                  </a:lnTo>
                  <a:lnTo>
                    <a:pt x="50814" y="104757"/>
                  </a:lnTo>
                  <a:lnTo>
                    <a:pt x="50554" y="104756"/>
                  </a:lnTo>
                  <a:lnTo>
                    <a:pt x="50271" y="104756"/>
                  </a:lnTo>
                  <a:lnTo>
                    <a:pt x="49122" y="104683"/>
                  </a:lnTo>
                  <a:lnTo>
                    <a:pt x="47653" y="104589"/>
                  </a:lnTo>
                  <a:lnTo>
                    <a:pt x="44276" y="104373"/>
                  </a:lnTo>
                  <a:lnTo>
                    <a:pt x="40038" y="104103"/>
                  </a:lnTo>
                  <a:lnTo>
                    <a:pt x="35689" y="103858"/>
                  </a:lnTo>
                  <a:lnTo>
                    <a:pt x="31406" y="103618"/>
                  </a:lnTo>
                  <a:lnTo>
                    <a:pt x="31198" y="103608"/>
                  </a:lnTo>
                  <a:lnTo>
                    <a:pt x="29659" y="103534"/>
                  </a:lnTo>
                  <a:lnTo>
                    <a:pt x="29229" y="103513"/>
                  </a:lnTo>
                  <a:lnTo>
                    <a:pt x="28578" y="103482"/>
                  </a:lnTo>
                  <a:lnTo>
                    <a:pt x="28318" y="103469"/>
                  </a:lnTo>
                  <a:lnTo>
                    <a:pt x="27687" y="103439"/>
                  </a:lnTo>
                  <a:lnTo>
                    <a:pt x="26980" y="103405"/>
                  </a:lnTo>
                  <a:lnTo>
                    <a:pt x="26062" y="103360"/>
                  </a:lnTo>
                  <a:lnTo>
                    <a:pt x="25017" y="103310"/>
                  </a:lnTo>
                  <a:lnTo>
                    <a:pt x="24842" y="103302"/>
                  </a:lnTo>
                  <a:lnTo>
                    <a:pt x="24621" y="103291"/>
                  </a:lnTo>
                  <a:lnTo>
                    <a:pt x="22647" y="103196"/>
                  </a:lnTo>
                  <a:lnTo>
                    <a:pt x="22415" y="103185"/>
                  </a:lnTo>
                  <a:lnTo>
                    <a:pt x="21917" y="103161"/>
                  </a:lnTo>
                  <a:lnTo>
                    <a:pt x="21941" y="102818"/>
                  </a:lnTo>
                  <a:lnTo>
                    <a:pt x="21963" y="102494"/>
                  </a:lnTo>
                  <a:lnTo>
                    <a:pt x="22043" y="101570"/>
                  </a:lnTo>
                  <a:lnTo>
                    <a:pt x="22088" y="101045"/>
                  </a:lnTo>
                  <a:lnTo>
                    <a:pt x="22165" y="100145"/>
                  </a:lnTo>
                  <a:lnTo>
                    <a:pt x="22238" y="99298"/>
                  </a:lnTo>
                  <a:lnTo>
                    <a:pt x="22253" y="99125"/>
                  </a:lnTo>
                  <a:lnTo>
                    <a:pt x="22292" y="98664"/>
                  </a:lnTo>
                  <a:lnTo>
                    <a:pt x="21768" y="98623"/>
                  </a:lnTo>
                  <a:lnTo>
                    <a:pt x="21432" y="98597"/>
                  </a:lnTo>
                  <a:lnTo>
                    <a:pt x="20914" y="98556"/>
                  </a:lnTo>
                  <a:lnTo>
                    <a:pt x="18354" y="98354"/>
                  </a:lnTo>
                  <a:lnTo>
                    <a:pt x="16438" y="98204"/>
                  </a:lnTo>
                  <a:lnTo>
                    <a:pt x="16080" y="98176"/>
                  </a:lnTo>
                  <a:lnTo>
                    <a:pt x="7667" y="97514"/>
                  </a:lnTo>
                  <a:lnTo>
                    <a:pt x="7678" y="97345"/>
                  </a:lnTo>
                  <a:lnTo>
                    <a:pt x="7569" y="97057"/>
                  </a:lnTo>
                  <a:lnTo>
                    <a:pt x="7582" y="96854"/>
                  </a:lnTo>
                  <a:lnTo>
                    <a:pt x="7822" y="93079"/>
                  </a:lnTo>
                  <a:lnTo>
                    <a:pt x="7917" y="91588"/>
                  </a:lnTo>
                  <a:lnTo>
                    <a:pt x="7769" y="90885"/>
                  </a:lnTo>
                  <a:lnTo>
                    <a:pt x="7574" y="90496"/>
                  </a:lnTo>
                  <a:lnTo>
                    <a:pt x="7345" y="90037"/>
                  </a:lnTo>
                  <a:lnTo>
                    <a:pt x="6820" y="89393"/>
                  </a:lnTo>
                  <a:lnTo>
                    <a:pt x="6441" y="88973"/>
                  </a:lnTo>
                  <a:lnTo>
                    <a:pt x="2195" y="84273"/>
                  </a:lnTo>
                  <a:lnTo>
                    <a:pt x="1696" y="83827"/>
                  </a:lnTo>
                  <a:lnTo>
                    <a:pt x="1347" y="83516"/>
                  </a:lnTo>
                  <a:lnTo>
                    <a:pt x="409" y="82678"/>
                  </a:lnTo>
                  <a:lnTo>
                    <a:pt x="0" y="82313"/>
                  </a:lnTo>
                  <a:lnTo>
                    <a:pt x="1447" y="79931"/>
                  </a:lnTo>
                  <a:lnTo>
                    <a:pt x="1583" y="79708"/>
                  </a:lnTo>
                  <a:lnTo>
                    <a:pt x="2474" y="78125"/>
                  </a:lnTo>
                  <a:lnTo>
                    <a:pt x="2825" y="77501"/>
                  </a:lnTo>
                  <a:lnTo>
                    <a:pt x="3271" y="76709"/>
                  </a:lnTo>
                  <a:lnTo>
                    <a:pt x="3955" y="75493"/>
                  </a:lnTo>
                  <a:lnTo>
                    <a:pt x="4173" y="75160"/>
                  </a:lnTo>
                  <a:lnTo>
                    <a:pt x="6604" y="71453"/>
                  </a:lnTo>
                  <a:lnTo>
                    <a:pt x="6840" y="71094"/>
                  </a:lnTo>
                  <a:lnTo>
                    <a:pt x="7579" y="69966"/>
                  </a:lnTo>
                  <a:lnTo>
                    <a:pt x="8297" y="68872"/>
                  </a:lnTo>
                  <a:lnTo>
                    <a:pt x="9431" y="67143"/>
                  </a:lnTo>
                  <a:lnTo>
                    <a:pt x="9594" y="66894"/>
                  </a:lnTo>
                  <a:lnTo>
                    <a:pt x="11394" y="64149"/>
                  </a:lnTo>
                  <a:lnTo>
                    <a:pt x="11809" y="63516"/>
                  </a:lnTo>
                  <a:lnTo>
                    <a:pt x="12052" y="63146"/>
                  </a:lnTo>
                  <a:lnTo>
                    <a:pt x="11881" y="63128"/>
                  </a:lnTo>
                  <a:lnTo>
                    <a:pt x="9484" y="62973"/>
                  </a:lnTo>
                  <a:lnTo>
                    <a:pt x="7591" y="61723"/>
                  </a:lnTo>
                  <a:lnTo>
                    <a:pt x="6311" y="60685"/>
                  </a:lnTo>
                  <a:lnTo>
                    <a:pt x="5782" y="59727"/>
                  </a:lnTo>
                  <a:lnTo>
                    <a:pt x="5595" y="59388"/>
                  </a:lnTo>
                  <a:lnTo>
                    <a:pt x="5534" y="59011"/>
                  </a:lnTo>
                  <a:lnTo>
                    <a:pt x="5141" y="55274"/>
                  </a:lnTo>
                  <a:lnTo>
                    <a:pt x="5050" y="54404"/>
                  </a:lnTo>
                  <a:lnTo>
                    <a:pt x="4932" y="53228"/>
                  </a:lnTo>
                  <a:lnTo>
                    <a:pt x="6110" y="51304"/>
                  </a:lnTo>
                  <a:lnTo>
                    <a:pt x="6370" y="50878"/>
                  </a:lnTo>
                  <a:lnTo>
                    <a:pt x="6901" y="50100"/>
                  </a:lnTo>
                  <a:lnTo>
                    <a:pt x="8675" y="50164"/>
                  </a:lnTo>
                  <a:lnTo>
                    <a:pt x="9709" y="50082"/>
                  </a:lnTo>
                  <a:lnTo>
                    <a:pt x="9721" y="49939"/>
                  </a:lnTo>
                  <a:lnTo>
                    <a:pt x="9813" y="48825"/>
                  </a:lnTo>
                  <a:lnTo>
                    <a:pt x="9836" y="48544"/>
                  </a:lnTo>
                  <a:lnTo>
                    <a:pt x="10319" y="44138"/>
                  </a:lnTo>
                  <a:lnTo>
                    <a:pt x="11241" y="44178"/>
                  </a:lnTo>
                  <a:lnTo>
                    <a:pt x="12492" y="44233"/>
                  </a:lnTo>
                  <a:lnTo>
                    <a:pt x="12331" y="47652"/>
                  </a:lnTo>
                  <a:lnTo>
                    <a:pt x="12714" y="47902"/>
                  </a:lnTo>
                  <a:lnTo>
                    <a:pt x="13893" y="48481"/>
                  </a:lnTo>
                  <a:lnTo>
                    <a:pt x="14696" y="47740"/>
                  </a:lnTo>
                  <a:lnTo>
                    <a:pt x="15306" y="47179"/>
                  </a:lnTo>
                  <a:lnTo>
                    <a:pt x="18624" y="44122"/>
                  </a:lnTo>
                  <a:lnTo>
                    <a:pt x="19829" y="43033"/>
                  </a:lnTo>
                  <a:lnTo>
                    <a:pt x="20133" y="42773"/>
                  </a:lnTo>
                  <a:lnTo>
                    <a:pt x="20541" y="42423"/>
                  </a:lnTo>
                  <a:lnTo>
                    <a:pt x="20335" y="40044"/>
                  </a:lnTo>
                  <a:lnTo>
                    <a:pt x="20466" y="39936"/>
                  </a:lnTo>
                  <a:lnTo>
                    <a:pt x="20722" y="39725"/>
                  </a:lnTo>
                  <a:lnTo>
                    <a:pt x="22556" y="38210"/>
                  </a:lnTo>
                  <a:lnTo>
                    <a:pt x="22831" y="37984"/>
                  </a:lnTo>
                  <a:lnTo>
                    <a:pt x="25808" y="35617"/>
                  </a:lnTo>
                  <a:lnTo>
                    <a:pt x="28184" y="33727"/>
                  </a:lnTo>
                  <a:lnTo>
                    <a:pt x="28483" y="34105"/>
                  </a:lnTo>
                  <a:lnTo>
                    <a:pt x="30960" y="37242"/>
                  </a:lnTo>
                  <a:lnTo>
                    <a:pt x="33781" y="35211"/>
                  </a:lnTo>
                  <a:lnTo>
                    <a:pt x="34376" y="34907"/>
                  </a:lnTo>
                  <a:lnTo>
                    <a:pt x="35515" y="34312"/>
                  </a:lnTo>
                  <a:lnTo>
                    <a:pt x="37479" y="33286"/>
                  </a:lnTo>
                  <a:lnTo>
                    <a:pt x="38198" y="32856"/>
                  </a:lnTo>
                  <a:lnTo>
                    <a:pt x="39441" y="31322"/>
                  </a:lnTo>
                  <a:lnTo>
                    <a:pt x="41518" y="31458"/>
                  </a:lnTo>
                  <a:lnTo>
                    <a:pt x="43569" y="31901"/>
                  </a:lnTo>
                  <a:lnTo>
                    <a:pt x="47032" y="32648"/>
                  </a:lnTo>
                  <a:lnTo>
                    <a:pt x="47792" y="31070"/>
                  </a:lnTo>
                  <a:lnTo>
                    <a:pt x="48789" y="28999"/>
                  </a:lnTo>
                  <a:lnTo>
                    <a:pt x="48913" y="28743"/>
                  </a:lnTo>
                  <a:lnTo>
                    <a:pt x="49518" y="27486"/>
                  </a:lnTo>
                  <a:lnTo>
                    <a:pt x="49642" y="27250"/>
                  </a:lnTo>
                  <a:lnTo>
                    <a:pt x="49770" y="27007"/>
                  </a:lnTo>
                  <a:lnTo>
                    <a:pt x="50639" y="25350"/>
                  </a:lnTo>
                  <a:lnTo>
                    <a:pt x="51207" y="24827"/>
                  </a:lnTo>
                  <a:lnTo>
                    <a:pt x="51545" y="24515"/>
                  </a:lnTo>
                  <a:lnTo>
                    <a:pt x="52571" y="23919"/>
                  </a:lnTo>
                  <a:lnTo>
                    <a:pt x="55004" y="22989"/>
                  </a:lnTo>
                  <a:lnTo>
                    <a:pt x="56079" y="22750"/>
                  </a:lnTo>
                  <a:lnTo>
                    <a:pt x="56722" y="22607"/>
                  </a:lnTo>
                  <a:lnTo>
                    <a:pt x="58082" y="22607"/>
                  </a:lnTo>
                  <a:lnTo>
                    <a:pt x="58860" y="22719"/>
                  </a:lnTo>
                  <a:lnTo>
                    <a:pt x="59198" y="19975"/>
                  </a:lnTo>
                  <a:lnTo>
                    <a:pt x="59618" y="16635"/>
                  </a:lnTo>
                  <a:lnTo>
                    <a:pt x="57158" y="14259"/>
                  </a:lnTo>
                  <a:lnTo>
                    <a:pt x="63319" y="9944"/>
                  </a:lnTo>
                  <a:lnTo>
                    <a:pt x="65824" y="7559"/>
                  </a:lnTo>
                  <a:lnTo>
                    <a:pt x="71668" y="4815"/>
                  </a:lnTo>
                  <a:lnTo>
                    <a:pt x="75485" y="2549"/>
                  </a:lnTo>
                  <a:lnTo>
                    <a:pt x="80018" y="998"/>
                  </a:lnTo>
                  <a:lnTo>
                    <a:pt x="84237" y="0"/>
                  </a:lnTo>
                  <a:lnTo>
                    <a:pt x="85952" y="372"/>
                  </a:lnTo>
                  <a:lnTo>
                    <a:pt x="87368" y="2907"/>
                  </a:lnTo>
                  <a:lnTo>
                    <a:pt x="88039" y="5143"/>
                  </a:lnTo>
                  <a:lnTo>
                    <a:pt x="88710" y="8051"/>
                  </a:lnTo>
                  <a:lnTo>
                    <a:pt x="90052" y="12375"/>
                  </a:lnTo>
                  <a:lnTo>
                    <a:pt x="90350" y="14835"/>
                  </a:lnTo>
                  <a:lnTo>
                    <a:pt x="90872" y="17071"/>
                  </a:lnTo>
                  <a:lnTo>
                    <a:pt x="92438" y="19979"/>
                  </a:lnTo>
                  <a:lnTo>
                    <a:pt x="93109" y="20500"/>
                  </a:lnTo>
                  <a:lnTo>
                    <a:pt x="94972" y="23408"/>
                  </a:lnTo>
                  <a:lnTo>
                    <a:pt x="95121" y="25048"/>
                  </a:lnTo>
                  <a:lnTo>
                    <a:pt x="94003" y="25570"/>
                  </a:lnTo>
                  <a:lnTo>
                    <a:pt x="93556" y="26464"/>
                  </a:lnTo>
                  <a:lnTo>
                    <a:pt x="93705" y="27881"/>
                  </a:lnTo>
                  <a:lnTo>
                    <a:pt x="93854" y="28328"/>
                  </a:lnTo>
                  <a:lnTo>
                    <a:pt x="94024" y="31172"/>
                  </a:lnTo>
                  <a:lnTo>
                    <a:pt x="95293" y="37356"/>
                  </a:lnTo>
                  <a:lnTo>
                    <a:pt x="109323" y="37395"/>
                  </a:lnTo>
                  <a:lnTo>
                    <a:pt x="109813" y="42825"/>
                  </a:lnTo>
                  <a:lnTo>
                    <a:pt x="109860" y="47024"/>
                  </a:lnTo>
                  <a:lnTo>
                    <a:pt x="105405" y="53337"/>
                  </a:lnTo>
                  <a:lnTo>
                    <a:pt x="101229" y="53673"/>
                  </a:lnTo>
                  <a:lnTo>
                    <a:pt x="104669" y="59805"/>
                  </a:lnTo>
                  <a:lnTo>
                    <a:pt x="108277" y="59206"/>
                  </a:lnTo>
                  <a:lnTo>
                    <a:pt x="110409" y="61383"/>
                  </a:lnTo>
                  <a:lnTo>
                    <a:pt x="113372" y="61154"/>
                  </a:lnTo>
                  <a:lnTo>
                    <a:pt x="118888" y="62496"/>
                  </a:lnTo>
                  <a:lnTo>
                    <a:pt x="116950" y="7123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8" name="pg197"/>
            <p:cNvSpPr/>
            <p:nvPr/>
          </p:nvSpPr>
          <p:spPr>
            <a:xfrm>
              <a:off x="4038906" y="2210980"/>
              <a:ext cx="115419" cy="81239"/>
            </a:xfrm>
            <a:custGeom>
              <a:avLst/>
              <a:pathLst>
                <a:path w="115419" h="81239">
                  <a:moveTo>
                    <a:pt x="18244" y="5793"/>
                  </a:moveTo>
                  <a:lnTo>
                    <a:pt x="22489" y="10494"/>
                  </a:lnTo>
                  <a:lnTo>
                    <a:pt x="22869" y="10914"/>
                  </a:lnTo>
                  <a:lnTo>
                    <a:pt x="23393" y="11558"/>
                  </a:lnTo>
                  <a:lnTo>
                    <a:pt x="23623" y="12016"/>
                  </a:lnTo>
                  <a:lnTo>
                    <a:pt x="23847" y="12464"/>
                  </a:lnTo>
                  <a:lnTo>
                    <a:pt x="23966" y="13108"/>
                  </a:lnTo>
                  <a:lnTo>
                    <a:pt x="23871" y="14599"/>
                  </a:lnTo>
                  <a:lnTo>
                    <a:pt x="23630" y="18375"/>
                  </a:lnTo>
                  <a:lnTo>
                    <a:pt x="23666" y="18706"/>
                  </a:lnTo>
                  <a:lnTo>
                    <a:pt x="23726" y="18865"/>
                  </a:lnTo>
                  <a:lnTo>
                    <a:pt x="23715" y="19034"/>
                  </a:lnTo>
                  <a:lnTo>
                    <a:pt x="32129" y="19696"/>
                  </a:lnTo>
                  <a:lnTo>
                    <a:pt x="32486" y="19724"/>
                  </a:lnTo>
                  <a:lnTo>
                    <a:pt x="34403" y="19875"/>
                  </a:lnTo>
                  <a:lnTo>
                    <a:pt x="36962" y="20076"/>
                  </a:lnTo>
                  <a:lnTo>
                    <a:pt x="37503" y="20119"/>
                  </a:lnTo>
                  <a:lnTo>
                    <a:pt x="37817" y="20144"/>
                  </a:lnTo>
                  <a:lnTo>
                    <a:pt x="38341" y="20187"/>
                  </a:lnTo>
                  <a:lnTo>
                    <a:pt x="38298" y="20680"/>
                  </a:lnTo>
                  <a:lnTo>
                    <a:pt x="38285" y="20828"/>
                  </a:lnTo>
                  <a:lnTo>
                    <a:pt x="38213" y="21666"/>
                  </a:lnTo>
                  <a:lnTo>
                    <a:pt x="38136" y="22565"/>
                  </a:lnTo>
                  <a:lnTo>
                    <a:pt x="38091" y="23090"/>
                  </a:lnTo>
                  <a:lnTo>
                    <a:pt x="38011" y="24023"/>
                  </a:lnTo>
                  <a:lnTo>
                    <a:pt x="37989" y="24339"/>
                  </a:lnTo>
                  <a:lnTo>
                    <a:pt x="37966" y="24681"/>
                  </a:lnTo>
                  <a:lnTo>
                    <a:pt x="38464" y="24705"/>
                  </a:lnTo>
                  <a:lnTo>
                    <a:pt x="38695" y="24716"/>
                  </a:lnTo>
                  <a:lnTo>
                    <a:pt x="40670" y="24812"/>
                  </a:lnTo>
                  <a:lnTo>
                    <a:pt x="40891" y="24822"/>
                  </a:lnTo>
                  <a:lnTo>
                    <a:pt x="41066" y="24831"/>
                  </a:lnTo>
                  <a:lnTo>
                    <a:pt x="42110" y="24881"/>
                  </a:lnTo>
                  <a:lnTo>
                    <a:pt x="43081" y="24928"/>
                  </a:lnTo>
                  <a:lnTo>
                    <a:pt x="43735" y="24959"/>
                  </a:lnTo>
                  <a:lnTo>
                    <a:pt x="44367" y="24990"/>
                  </a:lnTo>
                  <a:lnTo>
                    <a:pt x="44627" y="25002"/>
                  </a:lnTo>
                  <a:lnTo>
                    <a:pt x="45278" y="25033"/>
                  </a:lnTo>
                  <a:lnTo>
                    <a:pt x="45708" y="25054"/>
                  </a:lnTo>
                  <a:lnTo>
                    <a:pt x="47246" y="25128"/>
                  </a:lnTo>
                  <a:lnTo>
                    <a:pt x="47456" y="25138"/>
                  </a:lnTo>
                  <a:lnTo>
                    <a:pt x="51737" y="25379"/>
                  </a:lnTo>
                  <a:lnTo>
                    <a:pt x="56116" y="25625"/>
                  </a:lnTo>
                  <a:lnTo>
                    <a:pt x="60325" y="25894"/>
                  </a:lnTo>
                  <a:lnTo>
                    <a:pt x="63702" y="26109"/>
                  </a:lnTo>
                  <a:lnTo>
                    <a:pt x="65170" y="26203"/>
                  </a:lnTo>
                  <a:lnTo>
                    <a:pt x="66319" y="26276"/>
                  </a:lnTo>
                  <a:lnTo>
                    <a:pt x="66623" y="26277"/>
                  </a:lnTo>
                  <a:lnTo>
                    <a:pt x="66862" y="26277"/>
                  </a:lnTo>
                  <a:lnTo>
                    <a:pt x="67769" y="26260"/>
                  </a:lnTo>
                  <a:lnTo>
                    <a:pt x="69123" y="26235"/>
                  </a:lnTo>
                  <a:lnTo>
                    <a:pt x="70132" y="27855"/>
                  </a:lnTo>
                  <a:lnTo>
                    <a:pt x="71100" y="27325"/>
                  </a:lnTo>
                  <a:lnTo>
                    <a:pt x="74177" y="25642"/>
                  </a:lnTo>
                  <a:lnTo>
                    <a:pt x="76469" y="24389"/>
                  </a:lnTo>
                  <a:lnTo>
                    <a:pt x="77801" y="23660"/>
                  </a:lnTo>
                  <a:lnTo>
                    <a:pt x="79821" y="22544"/>
                  </a:lnTo>
                  <a:lnTo>
                    <a:pt x="80197" y="22266"/>
                  </a:lnTo>
                  <a:lnTo>
                    <a:pt x="80354" y="22141"/>
                  </a:lnTo>
                  <a:lnTo>
                    <a:pt x="80597" y="21948"/>
                  </a:lnTo>
                  <a:lnTo>
                    <a:pt x="81525" y="21210"/>
                  </a:lnTo>
                  <a:lnTo>
                    <a:pt x="81722" y="21053"/>
                  </a:lnTo>
                  <a:lnTo>
                    <a:pt x="87108" y="17849"/>
                  </a:lnTo>
                  <a:lnTo>
                    <a:pt x="88616" y="16962"/>
                  </a:lnTo>
                  <a:lnTo>
                    <a:pt x="91205" y="15441"/>
                  </a:lnTo>
                  <a:lnTo>
                    <a:pt x="100234" y="9952"/>
                  </a:lnTo>
                  <a:lnTo>
                    <a:pt x="103119" y="8519"/>
                  </a:lnTo>
                  <a:lnTo>
                    <a:pt x="105504" y="6878"/>
                  </a:lnTo>
                  <a:lnTo>
                    <a:pt x="107442" y="4866"/>
                  </a:lnTo>
                  <a:lnTo>
                    <a:pt x="108431" y="3145"/>
                  </a:lnTo>
                  <a:lnTo>
                    <a:pt x="108188" y="5164"/>
                  </a:lnTo>
                  <a:lnTo>
                    <a:pt x="108933" y="10159"/>
                  </a:lnTo>
                  <a:lnTo>
                    <a:pt x="109977" y="13961"/>
                  </a:lnTo>
                  <a:lnTo>
                    <a:pt x="110275" y="16123"/>
                  </a:lnTo>
                  <a:lnTo>
                    <a:pt x="110946" y="18955"/>
                  </a:lnTo>
                  <a:lnTo>
                    <a:pt x="111188" y="21043"/>
                  </a:lnTo>
                  <a:lnTo>
                    <a:pt x="111222" y="21240"/>
                  </a:lnTo>
                  <a:lnTo>
                    <a:pt x="111439" y="22546"/>
                  </a:lnTo>
                  <a:lnTo>
                    <a:pt x="111591" y="23461"/>
                  </a:lnTo>
                  <a:lnTo>
                    <a:pt x="111993" y="26391"/>
                  </a:lnTo>
                  <a:lnTo>
                    <a:pt x="112129" y="27384"/>
                  </a:lnTo>
                  <a:lnTo>
                    <a:pt x="112164" y="27707"/>
                  </a:lnTo>
                  <a:lnTo>
                    <a:pt x="112735" y="29765"/>
                  </a:lnTo>
                  <a:lnTo>
                    <a:pt x="114301" y="31927"/>
                  </a:lnTo>
                  <a:lnTo>
                    <a:pt x="115419" y="34760"/>
                  </a:lnTo>
                  <a:lnTo>
                    <a:pt x="114972" y="36102"/>
                  </a:lnTo>
                  <a:lnTo>
                    <a:pt x="113406" y="38413"/>
                  </a:lnTo>
                  <a:lnTo>
                    <a:pt x="111690" y="41406"/>
                  </a:lnTo>
                  <a:lnTo>
                    <a:pt x="109503" y="42788"/>
                  </a:lnTo>
                  <a:lnTo>
                    <a:pt x="108985" y="43116"/>
                  </a:lnTo>
                  <a:lnTo>
                    <a:pt x="107045" y="44566"/>
                  </a:lnTo>
                  <a:lnTo>
                    <a:pt x="103579" y="45871"/>
                  </a:lnTo>
                  <a:lnTo>
                    <a:pt x="101363" y="46704"/>
                  </a:lnTo>
                  <a:lnTo>
                    <a:pt x="96150" y="50211"/>
                  </a:lnTo>
                  <a:lnTo>
                    <a:pt x="93982" y="56590"/>
                  </a:lnTo>
                  <a:lnTo>
                    <a:pt x="93669" y="57511"/>
                  </a:lnTo>
                  <a:lnTo>
                    <a:pt x="92563" y="62677"/>
                  </a:lnTo>
                  <a:lnTo>
                    <a:pt x="92346" y="63810"/>
                  </a:lnTo>
                  <a:lnTo>
                    <a:pt x="92314" y="63976"/>
                  </a:lnTo>
                  <a:lnTo>
                    <a:pt x="92214" y="64498"/>
                  </a:lnTo>
                  <a:lnTo>
                    <a:pt x="92496" y="64603"/>
                  </a:lnTo>
                  <a:lnTo>
                    <a:pt x="91982" y="65655"/>
                  </a:lnTo>
                  <a:lnTo>
                    <a:pt x="89324" y="71002"/>
                  </a:lnTo>
                  <a:lnTo>
                    <a:pt x="89009" y="71641"/>
                  </a:lnTo>
                  <a:lnTo>
                    <a:pt x="88945" y="71780"/>
                  </a:lnTo>
                  <a:lnTo>
                    <a:pt x="87466" y="75012"/>
                  </a:lnTo>
                  <a:lnTo>
                    <a:pt x="86057" y="78090"/>
                  </a:lnTo>
                  <a:lnTo>
                    <a:pt x="84360" y="77315"/>
                  </a:lnTo>
                  <a:lnTo>
                    <a:pt x="84215" y="77587"/>
                  </a:lnTo>
                  <a:lnTo>
                    <a:pt x="83847" y="78276"/>
                  </a:lnTo>
                  <a:lnTo>
                    <a:pt x="82201" y="81239"/>
                  </a:lnTo>
                  <a:lnTo>
                    <a:pt x="77983" y="76472"/>
                  </a:lnTo>
                  <a:lnTo>
                    <a:pt x="75938" y="74161"/>
                  </a:lnTo>
                  <a:lnTo>
                    <a:pt x="75796" y="74001"/>
                  </a:lnTo>
                  <a:lnTo>
                    <a:pt x="72166" y="69898"/>
                  </a:lnTo>
                  <a:lnTo>
                    <a:pt x="70477" y="67991"/>
                  </a:lnTo>
                  <a:lnTo>
                    <a:pt x="69594" y="67320"/>
                  </a:lnTo>
                  <a:lnTo>
                    <a:pt x="69157" y="66987"/>
                  </a:lnTo>
                  <a:lnTo>
                    <a:pt x="67595" y="66637"/>
                  </a:lnTo>
                  <a:lnTo>
                    <a:pt x="66316" y="66349"/>
                  </a:lnTo>
                  <a:lnTo>
                    <a:pt x="63074" y="65621"/>
                  </a:lnTo>
                  <a:lnTo>
                    <a:pt x="61933" y="65353"/>
                  </a:lnTo>
                  <a:lnTo>
                    <a:pt x="61994" y="63737"/>
                  </a:lnTo>
                  <a:lnTo>
                    <a:pt x="61565" y="63712"/>
                  </a:lnTo>
                  <a:lnTo>
                    <a:pt x="61331" y="63698"/>
                  </a:lnTo>
                  <a:lnTo>
                    <a:pt x="59891" y="63615"/>
                  </a:lnTo>
                  <a:lnTo>
                    <a:pt x="59465" y="63591"/>
                  </a:lnTo>
                  <a:lnTo>
                    <a:pt x="59096" y="63569"/>
                  </a:lnTo>
                  <a:lnTo>
                    <a:pt x="57651" y="63485"/>
                  </a:lnTo>
                  <a:lnTo>
                    <a:pt x="55162" y="63341"/>
                  </a:lnTo>
                  <a:lnTo>
                    <a:pt x="53555" y="63249"/>
                  </a:lnTo>
                  <a:lnTo>
                    <a:pt x="53128" y="63212"/>
                  </a:lnTo>
                  <a:lnTo>
                    <a:pt x="50263" y="62970"/>
                  </a:lnTo>
                  <a:lnTo>
                    <a:pt x="50019" y="62953"/>
                  </a:lnTo>
                  <a:lnTo>
                    <a:pt x="49030" y="63105"/>
                  </a:lnTo>
                  <a:lnTo>
                    <a:pt x="48803" y="63319"/>
                  </a:lnTo>
                  <a:lnTo>
                    <a:pt x="48546" y="63562"/>
                  </a:lnTo>
                  <a:lnTo>
                    <a:pt x="45012" y="63234"/>
                  </a:lnTo>
                  <a:lnTo>
                    <a:pt x="44426" y="62904"/>
                  </a:lnTo>
                  <a:lnTo>
                    <a:pt x="44296" y="62831"/>
                  </a:lnTo>
                  <a:lnTo>
                    <a:pt x="44147" y="62823"/>
                  </a:lnTo>
                  <a:lnTo>
                    <a:pt x="39877" y="62605"/>
                  </a:lnTo>
                  <a:lnTo>
                    <a:pt x="35857" y="62399"/>
                  </a:lnTo>
                  <a:lnTo>
                    <a:pt x="34113" y="62227"/>
                  </a:lnTo>
                  <a:lnTo>
                    <a:pt x="34299" y="61965"/>
                  </a:lnTo>
                  <a:lnTo>
                    <a:pt x="34814" y="61232"/>
                  </a:lnTo>
                  <a:lnTo>
                    <a:pt x="34980" y="60844"/>
                  </a:lnTo>
                  <a:lnTo>
                    <a:pt x="35074" y="60625"/>
                  </a:lnTo>
                  <a:lnTo>
                    <a:pt x="35149" y="60451"/>
                  </a:lnTo>
                  <a:lnTo>
                    <a:pt x="35461" y="59721"/>
                  </a:lnTo>
                  <a:lnTo>
                    <a:pt x="35559" y="59184"/>
                  </a:lnTo>
                  <a:lnTo>
                    <a:pt x="35598" y="58970"/>
                  </a:lnTo>
                  <a:lnTo>
                    <a:pt x="35642" y="58729"/>
                  </a:lnTo>
                  <a:lnTo>
                    <a:pt x="35684" y="58497"/>
                  </a:lnTo>
                  <a:lnTo>
                    <a:pt x="36007" y="53599"/>
                  </a:lnTo>
                  <a:lnTo>
                    <a:pt x="36021" y="53381"/>
                  </a:lnTo>
                  <a:lnTo>
                    <a:pt x="36049" y="52953"/>
                  </a:lnTo>
                  <a:lnTo>
                    <a:pt x="36090" y="52336"/>
                  </a:lnTo>
                  <a:lnTo>
                    <a:pt x="36116" y="51941"/>
                  </a:lnTo>
                  <a:lnTo>
                    <a:pt x="36136" y="51622"/>
                  </a:lnTo>
                  <a:lnTo>
                    <a:pt x="36222" y="50048"/>
                  </a:lnTo>
                  <a:lnTo>
                    <a:pt x="36297" y="48688"/>
                  </a:lnTo>
                  <a:lnTo>
                    <a:pt x="36307" y="48498"/>
                  </a:lnTo>
                  <a:lnTo>
                    <a:pt x="36332" y="48044"/>
                  </a:lnTo>
                  <a:lnTo>
                    <a:pt x="36402" y="46760"/>
                  </a:lnTo>
                  <a:lnTo>
                    <a:pt x="36493" y="45098"/>
                  </a:lnTo>
                  <a:lnTo>
                    <a:pt x="31228" y="44754"/>
                  </a:lnTo>
                  <a:lnTo>
                    <a:pt x="31249" y="44454"/>
                  </a:lnTo>
                  <a:lnTo>
                    <a:pt x="31259" y="44319"/>
                  </a:lnTo>
                  <a:lnTo>
                    <a:pt x="31301" y="43714"/>
                  </a:lnTo>
                  <a:lnTo>
                    <a:pt x="31371" y="42718"/>
                  </a:lnTo>
                  <a:lnTo>
                    <a:pt x="31407" y="42217"/>
                  </a:lnTo>
                  <a:lnTo>
                    <a:pt x="31422" y="41993"/>
                  </a:lnTo>
                  <a:lnTo>
                    <a:pt x="31459" y="41470"/>
                  </a:lnTo>
                  <a:lnTo>
                    <a:pt x="31477" y="41219"/>
                  </a:lnTo>
                  <a:lnTo>
                    <a:pt x="31499" y="40913"/>
                  </a:lnTo>
                  <a:lnTo>
                    <a:pt x="31607" y="39372"/>
                  </a:lnTo>
                  <a:lnTo>
                    <a:pt x="31620" y="39194"/>
                  </a:lnTo>
                  <a:lnTo>
                    <a:pt x="31660" y="38622"/>
                  </a:lnTo>
                  <a:lnTo>
                    <a:pt x="26911" y="38381"/>
                  </a:lnTo>
                  <a:lnTo>
                    <a:pt x="27047" y="39372"/>
                  </a:lnTo>
                  <a:lnTo>
                    <a:pt x="27088" y="39671"/>
                  </a:lnTo>
                  <a:lnTo>
                    <a:pt x="27136" y="40025"/>
                  </a:lnTo>
                  <a:lnTo>
                    <a:pt x="27162" y="40254"/>
                  </a:lnTo>
                  <a:lnTo>
                    <a:pt x="27602" y="44091"/>
                  </a:lnTo>
                  <a:lnTo>
                    <a:pt x="25405" y="44008"/>
                  </a:lnTo>
                  <a:lnTo>
                    <a:pt x="25370" y="43474"/>
                  </a:lnTo>
                  <a:lnTo>
                    <a:pt x="19881" y="43766"/>
                  </a:lnTo>
                  <a:lnTo>
                    <a:pt x="19715" y="43287"/>
                  </a:lnTo>
                  <a:lnTo>
                    <a:pt x="19615" y="42996"/>
                  </a:lnTo>
                  <a:lnTo>
                    <a:pt x="19515" y="42708"/>
                  </a:lnTo>
                  <a:lnTo>
                    <a:pt x="19431" y="42466"/>
                  </a:lnTo>
                  <a:lnTo>
                    <a:pt x="19201" y="41801"/>
                  </a:lnTo>
                  <a:lnTo>
                    <a:pt x="19144" y="41636"/>
                  </a:lnTo>
                  <a:lnTo>
                    <a:pt x="18879" y="40872"/>
                  </a:lnTo>
                  <a:lnTo>
                    <a:pt x="18675" y="40396"/>
                  </a:lnTo>
                  <a:lnTo>
                    <a:pt x="18437" y="39843"/>
                  </a:lnTo>
                  <a:lnTo>
                    <a:pt x="18018" y="38871"/>
                  </a:lnTo>
                  <a:lnTo>
                    <a:pt x="17879" y="38547"/>
                  </a:lnTo>
                  <a:lnTo>
                    <a:pt x="17485" y="37770"/>
                  </a:lnTo>
                  <a:lnTo>
                    <a:pt x="17289" y="37593"/>
                  </a:lnTo>
                  <a:lnTo>
                    <a:pt x="16994" y="37324"/>
                  </a:lnTo>
                  <a:lnTo>
                    <a:pt x="16721" y="37075"/>
                  </a:lnTo>
                  <a:lnTo>
                    <a:pt x="16477" y="36854"/>
                  </a:lnTo>
                  <a:lnTo>
                    <a:pt x="16143" y="36549"/>
                  </a:lnTo>
                  <a:lnTo>
                    <a:pt x="15168" y="35662"/>
                  </a:lnTo>
                  <a:lnTo>
                    <a:pt x="15229" y="35437"/>
                  </a:lnTo>
                  <a:lnTo>
                    <a:pt x="15475" y="34518"/>
                  </a:lnTo>
                  <a:lnTo>
                    <a:pt x="15740" y="33526"/>
                  </a:lnTo>
                  <a:lnTo>
                    <a:pt x="15731" y="33169"/>
                  </a:lnTo>
                  <a:lnTo>
                    <a:pt x="15697" y="31905"/>
                  </a:lnTo>
                  <a:lnTo>
                    <a:pt x="14807" y="30218"/>
                  </a:lnTo>
                  <a:lnTo>
                    <a:pt x="14441" y="29508"/>
                  </a:lnTo>
                  <a:lnTo>
                    <a:pt x="13443" y="28880"/>
                  </a:lnTo>
                  <a:lnTo>
                    <a:pt x="12325" y="27761"/>
                  </a:lnTo>
                  <a:lnTo>
                    <a:pt x="10863" y="26645"/>
                  </a:lnTo>
                  <a:lnTo>
                    <a:pt x="9804" y="23840"/>
                  </a:lnTo>
                  <a:lnTo>
                    <a:pt x="9745" y="23683"/>
                  </a:lnTo>
                  <a:lnTo>
                    <a:pt x="9596" y="23289"/>
                  </a:lnTo>
                  <a:lnTo>
                    <a:pt x="8217" y="21737"/>
                  </a:lnTo>
                  <a:lnTo>
                    <a:pt x="7322" y="20186"/>
                  </a:lnTo>
                  <a:lnTo>
                    <a:pt x="7233" y="19441"/>
                  </a:lnTo>
                  <a:lnTo>
                    <a:pt x="7055" y="19125"/>
                  </a:lnTo>
                  <a:lnTo>
                    <a:pt x="2893" y="18754"/>
                  </a:lnTo>
                  <a:lnTo>
                    <a:pt x="4554" y="14759"/>
                  </a:lnTo>
                  <a:lnTo>
                    <a:pt x="2701" y="14615"/>
                  </a:lnTo>
                  <a:lnTo>
                    <a:pt x="1786" y="14544"/>
                  </a:lnTo>
                  <a:lnTo>
                    <a:pt x="1886" y="13507"/>
                  </a:lnTo>
                  <a:lnTo>
                    <a:pt x="2120" y="11061"/>
                  </a:lnTo>
                  <a:lnTo>
                    <a:pt x="0" y="10117"/>
                  </a:lnTo>
                  <a:lnTo>
                    <a:pt x="621" y="9317"/>
                  </a:lnTo>
                  <a:lnTo>
                    <a:pt x="1628" y="8136"/>
                  </a:lnTo>
                  <a:lnTo>
                    <a:pt x="5264" y="3869"/>
                  </a:lnTo>
                  <a:lnTo>
                    <a:pt x="4896" y="2946"/>
                  </a:lnTo>
                  <a:lnTo>
                    <a:pt x="4793" y="2688"/>
                  </a:lnTo>
                  <a:lnTo>
                    <a:pt x="5631" y="1871"/>
                  </a:lnTo>
                  <a:lnTo>
                    <a:pt x="7771" y="3518"/>
                  </a:lnTo>
                  <a:lnTo>
                    <a:pt x="7939" y="3647"/>
                  </a:lnTo>
                  <a:lnTo>
                    <a:pt x="10171" y="5580"/>
                  </a:lnTo>
                  <a:lnTo>
                    <a:pt x="11132" y="6411"/>
                  </a:lnTo>
                  <a:lnTo>
                    <a:pt x="11852" y="6794"/>
                  </a:lnTo>
                  <a:lnTo>
                    <a:pt x="12148" y="6545"/>
                  </a:lnTo>
                  <a:lnTo>
                    <a:pt x="12581" y="6183"/>
                  </a:lnTo>
                  <a:lnTo>
                    <a:pt x="13084" y="5097"/>
                  </a:lnTo>
                  <a:lnTo>
                    <a:pt x="11540" y="3842"/>
                  </a:lnTo>
                  <a:lnTo>
                    <a:pt x="9914" y="2520"/>
                  </a:lnTo>
                  <a:lnTo>
                    <a:pt x="9142" y="1839"/>
                  </a:lnTo>
                  <a:lnTo>
                    <a:pt x="10268" y="275"/>
                  </a:lnTo>
                  <a:lnTo>
                    <a:pt x="10462" y="0"/>
                  </a:lnTo>
                  <a:lnTo>
                    <a:pt x="15631" y="3547"/>
                  </a:lnTo>
                  <a:lnTo>
                    <a:pt x="16048" y="3833"/>
                  </a:lnTo>
                  <a:lnTo>
                    <a:pt x="16458" y="4199"/>
                  </a:lnTo>
                  <a:lnTo>
                    <a:pt x="17396" y="5037"/>
                  </a:lnTo>
                  <a:lnTo>
                    <a:pt x="17744" y="534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199" name="pg198"/>
            <p:cNvSpPr/>
            <p:nvPr/>
          </p:nvSpPr>
          <p:spPr>
            <a:xfrm>
              <a:off x="4069536" y="2273208"/>
              <a:ext cx="113794" cy="67274"/>
            </a:xfrm>
            <a:custGeom>
              <a:avLst/>
              <a:pathLst>
                <a:path w="113794" h="67274">
                  <a:moveTo>
                    <a:pt x="14382" y="1006"/>
                  </a:moveTo>
                  <a:lnTo>
                    <a:pt x="17916" y="1334"/>
                  </a:lnTo>
                  <a:lnTo>
                    <a:pt x="18173" y="1092"/>
                  </a:lnTo>
                  <a:lnTo>
                    <a:pt x="18401" y="878"/>
                  </a:lnTo>
                  <a:lnTo>
                    <a:pt x="19407" y="723"/>
                  </a:lnTo>
                  <a:lnTo>
                    <a:pt x="19633" y="742"/>
                  </a:lnTo>
                  <a:lnTo>
                    <a:pt x="22498" y="985"/>
                  </a:lnTo>
                  <a:lnTo>
                    <a:pt x="22926" y="1021"/>
                  </a:lnTo>
                  <a:lnTo>
                    <a:pt x="24532" y="1114"/>
                  </a:lnTo>
                  <a:lnTo>
                    <a:pt x="27021" y="1258"/>
                  </a:lnTo>
                  <a:lnTo>
                    <a:pt x="28466" y="1342"/>
                  </a:lnTo>
                  <a:lnTo>
                    <a:pt x="28960" y="1370"/>
                  </a:lnTo>
                  <a:lnTo>
                    <a:pt x="29261" y="1388"/>
                  </a:lnTo>
                  <a:lnTo>
                    <a:pt x="30702" y="1471"/>
                  </a:lnTo>
                  <a:lnTo>
                    <a:pt x="30935" y="1485"/>
                  </a:lnTo>
                  <a:lnTo>
                    <a:pt x="31365" y="1510"/>
                  </a:lnTo>
                  <a:lnTo>
                    <a:pt x="31303" y="3138"/>
                  </a:lnTo>
                  <a:lnTo>
                    <a:pt x="32444" y="3394"/>
                  </a:lnTo>
                  <a:lnTo>
                    <a:pt x="35686" y="4122"/>
                  </a:lnTo>
                  <a:lnTo>
                    <a:pt x="36966" y="4409"/>
                  </a:lnTo>
                  <a:lnTo>
                    <a:pt x="38527" y="4760"/>
                  </a:lnTo>
                  <a:lnTo>
                    <a:pt x="38965" y="5093"/>
                  </a:lnTo>
                  <a:lnTo>
                    <a:pt x="39850" y="5766"/>
                  </a:lnTo>
                  <a:lnTo>
                    <a:pt x="41536" y="7671"/>
                  </a:lnTo>
                  <a:lnTo>
                    <a:pt x="45166" y="11773"/>
                  </a:lnTo>
                  <a:lnTo>
                    <a:pt x="45308" y="11934"/>
                  </a:lnTo>
                  <a:lnTo>
                    <a:pt x="47353" y="14245"/>
                  </a:lnTo>
                  <a:lnTo>
                    <a:pt x="51613" y="19058"/>
                  </a:lnTo>
                  <a:lnTo>
                    <a:pt x="53218" y="16049"/>
                  </a:lnTo>
                  <a:lnTo>
                    <a:pt x="53585" y="15360"/>
                  </a:lnTo>
                  <a:lnTo>
                    <a:pt x="53747" y="15096"/>
                  </a:lnTo>
                  <a:lnTo>
                    <a:pt x="55427" y="15863"/>
                  </a:lnTo>
                  <a:lnTo>
                    <a:pt x="56836" y="12785"/>
                  </a:lnTo>
                  <a:lnTo>
                    <a:pt x="58316" y="9553"/>
                  </a:lnTo>
                  <a:lnTo>
                    <a:pt x="58405" y="9358"/>
                  </a:lnTo>
                  <a:lnTo>
                    <a:pt x="58695" y="8775"/>
                  </a:lnTo>
                  <a:lnTo>
                    <a:pt x="61368" y="3396"/>
                  </a:lnTo>
                  <a:lnTo>
                    <a:pt x="61866" y="2376"/>
                  </a:lnTo>
                  <a:lnTo>
                    <a:pt x="64996" y="3871"/>
                  </a:lnTo>
                  <a:lnTo>
                    <a:pt x="65587" y="4154"/>
                  </a:lnTo>
                  <a:lnTo>
                    <a:pt x="66380" y="4499"/>
                  </a:lnTo>
                  <a:lnTo>
                    <a:pt x="68269" y="5322"/>
                  </a:lnTo>
                  <a:lnTo>
                    <a:pt x="69758" y="5971"/>
                  </a:lnTo>
                  <a:lnTo>
                    <a:pt x="70215" y="6169"/>
                  </a:lnTo>
                  <a:lnTo>
                    <a:pt x="69728" y="7398"/>
                  </a:lnTo>
                  <a:lnTo>
                    <a:pt x="69544" y="7864"/>
                  </a:lnTo>
                  <a:lnTo>
                    <a:pt x="70211" y="8163"/>
                  </a:lnTo>
                  <a:lnTo>
                    <a:pt x="73326" y="9555"/>
                  </a:lnTo>
                  <a:lnTo>
                    <a:pt x="74624" y="7505"/>
                  </a:lnTo>
                  <a:lnTo>
                    <a:pt x="75204" y="7350"/>
                  </a:lnTo>
                  <a:lnTo>
                    <a:pt x="75397" y="7298"/>
                  </a:lnTo>
                  <a:lnTo>
                    <a:pt x="75858" y="7174"/>
                  </a:lnTo>
                  <a:lnTo>
                    <a:pt x="76438" y="6780"/>
                  </a:lnTo>
                  <a:lnTo>
                    <a:pt x="76686" y="6507"/>
                  </a:lnTo>
                  <a:lnTo>
                    <a:pt x="76906" y="6571"/>
                  </a:lnTo>
                  <a:lnTo>
                    <a:pt x="79409" y="7101"/>
                  </a:lnTo>
                  <a:lnTo>
                    <a:pt x="79655" y="7153"/>
                  </a:lnTo>
                  <a:lnTo>
                    <a:pt x="82197" y="7691"/>
                  </a:lnTo>
                  <a:lnTo>
                    <a:pt x="82585" y="7774"/>
                  </a:lnTo>
                  <a:lnTo>
                    <a:pt x="83183" y="7898"/>
                  </a:lnTo>
                  <a:lnTo>
                    <a:pt x="85153" y="8278"/>
                  </a:lnTo>
                  <a:lnTo>
                    <a:pt x="85322" y="8315"/>
                  </a:lnTo>
                  <a:lnTo>
                    <a:pt x="86519" y="10507"/>
                  </a:lnTo>
                  <a:lnTo>
                    <a:pt x="86860" y="11133"/>
                  </a:lnTo>
                  <a:lnTo>
                    <a:pt x="86401" y="11411"/>
                  </a:lnTo>
                  <a:lnTo>
                    <a:pt x="86222" y="11519"/>
                  </a:lnTo>
                  <a:lnTo>
                    <a:pt x="87048" y="12550"/>
                  </a:lnTo>
                  <a:lnTo>
                    <a:pt x="87491" y="13104"/>
                  </a:lnTo>
                  <a:lnTo>
                    <a:pt x="86899" y="13506"/>
                  </a:lnTo>
                  <a:lnTo>
                    <a:pt x="87067" y="13857"/>
                  </a:lnTo>
                  <a:lnTo>
                    <a:pt x="87166" y="14084"/>
                  </a:lnTo>
                  <a:lnTo>
                    <a:pt x="87366" y="14564"/>
                  </a:lnTo>
                  <a:lnTo>
                    <a:pt x="87429" y="14766"/>
                  </a:lnTo>
                  <a:lnTo>
                    <a:pt x="87529" y="15090"/>
                  </a:lnTo>
                  <a:lnTo>
                    <a:pt x="87614" y="15363"/>
                  </a:lnTo>
                  <a:lnTo>
                    <a:pt x="87677" y="15566"/>
                  </a:lnTo>
                  <a:lnTo>
                    <a:pt x="87772" y="15922"/>
                  </a:lnTo>
                  <a:lnTo>
                    <a:pt x="87924" y="16493"/>
                  </a:lnTo>
                  <a:lnTo>
                    <a:pt x="88225" y="17625"/>
                  </a:lnTo>
                  <a:lnTo>
                    <a:pt x="88786" y="19732"/>
                  </a:lnTo>
                  <a:lnTo>
                    <a:pt x="88877" y="20076"/>
                  </a:lnTo>
                  <a:lnTo>
                    <a:pt x="89005" y="20308"/>
                  </a:lnTo>
                  <a:lnTo>
                    <a:pt x="89175" y="20620"/>
                  </a:lnTo>
                  <a:lnTo>
                    <a:pt x="91120" y="22912"/>
                  </a:lnTo>
                  <a:lnTo>
                    <a:pt x="91756" y="23662"/>
                  </a:lnTo>
                  <a:lnTo>
                    <a:pt x="92111" y="24214"/>
                  </a:lnTo>
                  <a:lnTo>
                    <a:pt x="91966" y="24324"/>
                  </a:lnTo>
                  <a:lnTo>
                    <a:pt x="91815" y="24439"/>
                  </a:lnTo>
                  <a:lnTo>
                    <a:pt x="90883" y="25150"/>
                  </a:lnTo>
                  <a:lnTo>
                    <a:pt x="91444" y="25145"/>
                  </a:lnTo>
                  <a:lnTo>
                    <a:pt x="91680" y="25100"/>
                  </a:lnTo>
                  <a:lnTo>
                    <a:pt x="92115" y="25017"/>
                  </a:lnTo>
                  <a:lnTo>
                    <a:pt x="92378" y="24966"/>
                  </a:lnTo>
                  <a:lnTo>
                    <a:pt x="92533" y="24937"/>
                  </a:lnTo>
                  <a:lnTo>
                    <a:pt x="92753" y="24895"/>
                  </a:lnTo>
                  <a:lnTo>
                    <a:pt x="93000" y="24847"/>
                  </a:lnTo>
                  <a:lnTo>
                    <a:pt x="93324" y="24785"/>
                  </a:lnTo>
                  <a:lnTo>
                    <a:pt x="93466" y="24758"/>
                  </a:lnTo>
                  <a:lnTo>
                    <a:pt x="93960" y="24663"/>
                  </a:lnTo>
                  <a:lnTo>
                    <a:pt x="94408" y="24578"/>
                  </a:lnTo>
                  <a:lnTo>
                    <a:pt x="95208" y="24425"/>
                  </a:lnTo>
                  <a:lnTo>
                    <a:pt x="95659" y="24338"/>
                  </a:lnTo>
                  <a:lnTo>
                    <a:pt x="96332" y="24210"/>
                  </a:lnTo>
                  <a:lnTo>
                    <a:pt x="96933" y="23741"/>
                  </a:lnTo>
                  <a:lnTo>
                    <a:pt x="96951" y="23496"/>
                  </a:lnTo>
                  <a:lnTo>
                    <a:pt x="98923" y="23242"/>
                  </a:lnTo>
                  <a:lnTo>
                    <a:pt x="99922" y="21047"/>
                  </a:lnTo>
                  <a:lnTo>
                    <a:pt x="101057" y="21242"/>
                  </a:lnTo>
                  <a:lnTo>
                    <a:pt x="102612" y="21510"/>
                  </a:lnTo>
                  <a:lnTo>
                    <a:pt x="102871" y="21674"/>
                  </a:lnTo>
                  <a:lnTo>
                    <a:pt x="103399" y="22007"/>
                  </a:lnTo>
                  <a:lnTo>
                    <a:pt x="103718" y="22208"/>
                  </a:lnTo>
                  <a:lnTo>
                    <a:pt x="104153" y="22483"/>
                  </a:lnTo>
                  <a:lnTo>
                    <a:pt x="104389" y="22631"/>
                  </a:lnTo>
                  <a:lnTo>
                    <a:pt x="104761" y="22971"/>
                  </a:lnTo>
                  <a:lnTo>
                    <a:pt x="105361" y="23520"/>
                  </a:lnTo>
                  <a:lnTo>
                    <a:pt x="106411" y="24479"/>
                  </a:lnTo>
                  <a:lnTo>
                    <a:pt x="106827" y="24859"/>
                  </a:lnTo>
                  <a:lnTo>
                    <a:pt x="106985" y="25040"/>
                  </a:lnTo>
                  <a:lnTo>
                    <a:pt x="106484" y="25219"/>
                  </a:lnTo>
                  <a:lnTo>
                    <a:pt x="106323" y="25277"/>
                  </a:lnTo>
                  <a:lnTo>
                    <a:pt x="105602" y="25534"/>
                  </a:lnTo>
                  <a:lnTo>
                    <a:pt x="104529" y="25918"/>
                  </a:lnTo>
                  <a:lnTo>
                    <a:pt x="103023" y="26431"/>
                  </a:lnTo>
                  <a:lnTo>
                    <a:pt x="101012" y="26904"/>
                  </a:lnTo>
                  <a:lnTo>
                    <a:pt x="100633" y="26994"/>
                  </a:lnTo>
                  <a:lnTo>
                    <a:pt x="100403" y="27079"/>
                  </a:lnTo>
                  <a:lnTo>
                    <a:pt x="100153" y="27172"/>
                  </a:lnTo>
                  <a:lnTo>
                    <a:pt x="99886" y="27350"/>
                  </a:lnTo>
                  <a:lnTo>
                    <a:pt x="99607" y="27658"/>
                  </a:lnTo>
                  <a:lnTo>
                    <a:pt x="99738" y="27745"/>
                  </a:lnTo>
                  <a:lnTo>
                    <a:pt x="99869" y="27830"/>
                  </a:lnTo>
                  <a:lnTo>
                    <a:pt x="102866" y="29799"/>
                  </a:lnTo>
                  <a:lnTo>
                    <a:pt x="106223" y="32005"/>
                  </a:lnTo>
                  <a:lnTo>
                    <a:pt x="106553" y="32222"/>
                  </a:lnTo>
                  <a:lnTo>
                    <a:pt x="109166" y="33939"/>
                  </a:lnTo>
                  <a:lnTo>
                    <a:pt x="113794" y="36979"/>
                  </a:lnTo>
                  <a:lnTo>
                    <a:pt x="113511" y="37411"/>
                  </a:lnTo>
                  <a:lnTo>
                    <a:pt x="113260" y="37780"/>
                  </a:lnTo>
                  <a:lnTo>
                    <a:pt x="108670" y="44546"/>
                  </a:lnTo>
                  <a:lnTo>
                    <a:pt x="106135" y="48284"/>
                  </a:lnTo>
                  <a:lnTo>
                    <a:pt x="105251" y="49586"/>
                  </a:lnTo>
                  <a:lnTo>
                    <a:pt x="104044" y="51365"/>
                  </a:lnTo>
                  <a:lnTo>
                    <a:pt x="101186" y="55577"/>
                  </a:lnTo>
                  <a:lnTo>
                    <a:pt x="95600" y="63812"/>
                  </a:lnTo>
                  <a:lnTo>
                    <a:pt x="93947" y="66247"/>
                  </a:lnTo>
                  <a:lnTo>
                    <a:pt x="93165" y="67274"/>
                  </a:lnTo>
                  <a:lnTo>
                    <a:pt x="90016" y="65202"/>
                  </a:lnTo>
                  <a:lnTo>
                    <a:pt x="85340" y="62124"/>
                  </a:lnTo>
                  <a:lnTo>
                    <a:pt x="85113" y="61972"/>
                  </a:lnTo>
                  <a:lnTo>
                    <a:pt x="72155" y="53331"/>
                  </a:lnTo>
                  <a:lnTo>
                    <a:pt x="71610" y="52967"/>
                  </a:lnTo>
                  <a:lnTo>
                    <a:pt x="71036" y="52584"/>
                  </a:lnTo>
                  <a:lnTo>
                    <a:pt x="70182" y="52015"/>
                  </a:lnTo>
                  <a:lnTo>
                    <a:pt x="56969" y="43203"/>
                  </a:lnTo>
                  <a:lnTo>
                    <a:pt x="56804" y="43094"/>
                  </a:lnTo>
                  <a:lnTo>
                    <a:pt x="53206" y="40694"/>
                  </a:lnTo>
                  <a:lnTo>
                    <a:pt x="49629" y="38309"/>
                  </a:lnTo>
                  <a:lnTo>
                    <a:pt x="47337" y="36780"/>
                  </a:lnTo>
                  <a:lnTo>
                    <a:pt x="46141" y="35982"/>
                  </a:lnTo>
                  <a:lnTo>
                    <a:pt x="43283" y="34076"/>
                  </a:lnTo>
                  <a:lnTo>
                    <a:pt x="42443" y="33551"/>
                  </a:lnTo>
                  <a:lnTo>
                    <a:pt x="42290" y="33445"/>
                  </a:lnTo>
                  <a:lnTo>
                    <a:pt x="42022" y="33260"/>
                  </a:lnTo>
                  <a:lnTo>
                    <a:pt x="40377" y="32124"/>
                  </a:lnTo>
                  <a:lnTo>
                    <a:pt x="39215" y="31322"/>
                  </a:lnTo>
                  <a:lnTo>
                    <a:pt x="37998" y="30482"/>
                  </a:lnTo>
                  <a:lnTo>
                    <a:pt x="37072" y="29843"/>
                  </a:lnTo>
                  <a:lnTo>
                    <a:pt x="33907" y="27658"/>
                  </a:lnTo>
                  <a:lnTo>
                    <a:pt x="32982" y="27019"/>
                  </a:lnTo>
                  <a:lnTo>
                    <a:pt x="30438" y="25263"/>
                  </a:lnTo>
                  <a:lnTo>
                    <a:pt x="29618" y="24697"/>
                  </a:lnTo>
                  <a:lnTo>
                    <a:pt x="29367" y="24523"/>
                  </a:lnTo>
                  <a:lnTo>
                    <a:pt x="29150" y="24374"/>
                  </a:lnTo>
                  <a:lnTo>
                    <a:pt x="28793" y="24133"/>
                  </a:lnTo>
                  <a:lnTo>
                    <a:pt x="25370" y="21828"/>
                  </a:lnTo>
                  <a:lnTo>
                    <a:pt x="23848" y="20802"/>
                  </a:lnTo>
                  <a:lnTo>
                    <a:pt x="16169" y="15628"/>
                  </a:lnTo>
                  <a:lnTo>
                    <a:pt x="15523" y="15193"/>
                  </a:lnTo>
                  <a:lnTo>
                    <a:pt x="15138" y="14934"/>
                  </a:lnTo>
                  <a:lnTo>
                    <a:pt x="14435" y="14460"/>
                  </a:lnTo>
                  <a:lnTo>
                    <a:pt x="13942" y="14127"/>
                  </a:lnTo>
                  <a:lnTo>
                    <a:pt x="13371" y="13744"/>
                  </a:lnTo>
                  <a:lnTo>
                    <a:pt x="12813" y="13380"/>
                  </a:lnTo>
                  <a:lnTo>
                    <a:pt x="6954" y="9545"/>
                  </a:lnTo>
                  <a:lnTo>
                    <a:pt x="5415" y="8537"/>
                  </a:lnTo>
                  <a:lnTo>
                    <a:pt x="3841" y="7507"/>
                  </a:lnTo>
                  <a:lnTo>
                    <a:pt x="1669" y="6086"/>
                  </a:lnTo>
                  <a:lnTo>
                    <a:pt x="1486" y="5966"/>
                  </a:lnTo>
                  <a:lnTo>
                    <a:pt x="0" y="4912"/>
                  </a:lnTo>
                  <a:lnTo>
                    <a:pt x="346" y="4423"/>
                  </a:lnTo>
                  <a:lnTo>
                    <a:pt x="3483" y="0"/>
                  </a:lnTo>
                  <a:lnTo>
                    <a:pt x="5228" y="171"/>
                  </a:lnTo>
                  <a:lnTo>
                    <a:pt x="9247" y="377"/>
                  </a:lnTo>
                  <a:lnTo>
                    <a:pt x="13518" y="596"/>
                  </a:lnTo>
                  <a:lnTo>
                    <a:pt x="13667" y="604"/>
                  </a:lnTo>
                  <a:lnTo>
                    <a:pt x="13796" y="67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0" name="pg199"/>
            <p:cNvSpPr/>
            <p:nvPr/>
          </p:nvSpPr>
          <p:spPr>
            <a:xfrm>
              <a:off x="4131120" y="2243433"/>
              <a:ext cx="86053" cy="66750"/>
            </a:xfrm>
            <a:custGeom>
              <a:avLst/>
              <a:pathLst>
                <a:path w="86053" h="66750">
                  <a:moveTo>
                    <a:pt x="53919" y="2660"/>
                  </a:moveTo>
                  <a:lnTo>
                    <a:pt x="53404" y="3595"/>
                  </a:lnTo>
                  <a:lnTo>
                    <a:pt x="53204" y="3959"/>
                  </a:lnTo>
                  <a:lnTo>
                    <a:pt x="54468" y="4779"/>
                  </a:lnTo>
                  <a:lnTo>
                    <a:pt x="55604" y="5517"/>
                  </a:lnTo>
                  <a:lnTo>
                    <a:pt x="56694" y="6224"/>
                  </a:lnTo>
                  <a:lnTo>
                    <a:pt x="57301" y="6618"/>
                  </a:lnTo>
                  <a:lnTo>
                    <a:pt x="57809" y="6948"/>
                  </a:lnTo>
                  <a:lnTo>
                    <a:pt x="58362" y="7307"/>
                  </a:lnTo>
                  <a:lnTo>
                    <a:pt x="60435" y="8658"/>
                  </a:lnTo>
                  <a:lnTo>
                    <a:pt x="61701" y="9435"/>
                  </a:lnTo>
                  <a:lnTo>
                    <a:pt x="62061" y="8908"/>
                  </a:lnTo>
                  <a:lnTo>
                    <a:pt x="65079" y="10932"/>
                  </a:lnTo>
                  <a:lnTo>
                    <a:pt x="65707" y="11353"/>
                  </a:lnTo>
                  <a:lnTo>
                    <a:pt x="66242" y="11712"/>
                  </a:lnTo>
                  <a:lnTo>
                    <a:pt x="67211" y="12361"/>
                  </a:lnTo>
                  <a:lnTo>
                    <a:pt x="68798" y="13425"/>
                  </a:lnTo>
                  <a:lnTo>
                    <a:pt x="68945" y="13524"/>
                  </a:lnTo>
                  <a:lnTo>
                    <a:pt x="72594" y="15971"/>
                  </a:lnTo>
                  <a:lnTo>
                    <a:pt x="74890" y="17510"/>
                  </a:lnTo>
                  <a:lnTo>
                    <a:pt x="75492" y="17914"/>
                  </a:lnTo>
                  <a:lnTo>
                    <a:pt x="76069" y="18300"/>
                  </a:lnTo>
                  <a:lnTo>
                    <a:pt x="76489" y="18556"/>
                  </a:lnTo>
                  <a:lnTo>
                    <a:pt x="76835" y="18767"/>
                  </a:lnTo>
                  <a:lnTo>
                    <a:pt x="77532" y="19173"/>
                  </a:lnTo>
                  <a:lnTo>
                    <a:pt x="79385" y="20250"/>
                  </a:lnTo>
                  <a:lnTo>
                    <a:pt x="80112" y="22770"/>
                  </a:lnTo>
                  <a:lnTo>
                    <a:pt x="80398" y="23748"/>
                  </a:lnTo>
                  <a:lnTo>
                    <a:pt x="80621" y="24509"/>
                  </a:lnTo>
                  <a:lnTo>
                    <a:pt x="80718" y="24842"/>
                  </a:lnTo>
                  <a:lnTo>
                    <a:pt x="81363" y="27043"/>
                  </a:lnTo>
                  <a:lnTo>
                    <a:pt x="81472" y="27417"/>
                  </a:lnTo>
                  <a:lnTo>
                    <a:pt x="81723" y="28274"/>
                  </a:lnTo>
                  <a:lnTo>
                    <a:pt x="82609" y="31301"/>
                  </a:lnTo>
                  <a:lnTo>
                    <a:pt x="83757" y="35223"/>
                  </a:lnTo>
                  <a:lnTo>
                    <a:pt x="83923" y="35790"/>
                  </a:lnTo>
                  <a:lnTo>
                    <a:pt x="85281" y="40429"/>
                  </a:lnTo>
                  <a:lnTo>
                    <a:pt x="85413" y="40881"/>
                  </a:lnTo>
                  <a:lnTo>
                    <a:pt x="85634" y="41633"/>
                  </a:lnTo>
                  <a:lnTo>
                    <a:pt x="85802" y="42209"/>
                  </a:lnTo>
                  <a:lnTo>
                    <a:pt x="85882" y="42483"/>
                  </a:lnTo>
                  <a:lnTo>
                    <a:pt x="86053" y="43064"/>
                  </a:lnTo>
                  <a:lnTo>
                    <a:pt x="85685" y="43161"/>
                  </a:lnTo>
                  <a:lnTo>
                    <a:pt x="85159" y="43298"/>
                  </a:lnTo>
                  <a:lnTo>
                    <a:pt x="78881" y="44942"/>
                  </a:lnTo>
                  <a:lnTo>
                    <a:pt x="77510" y="45351"/>
                  </a:lnTo>
                  <a:lnTo>
                    <a:pt x="76756" y="45576"/>
                  </a:lnTo>
                  <a:lnTo>
                    <a:pt x="76296" y="45746"/>
                  </a:lnTo>
                  <a:lnTo>
                    <a:pt x="74035" y="46582"/>
                  </a:lnTo>
                  <a:lnTo>
                    <a:pt x="71575" y="47642"/>
                  </a:lnTo>
                  <a:lnTo>
                    <a:pt x="69189" y="48670"/>
                  </a:lnTo>
                  <a:lnTo>
                    <a:pt x="67048" y="49750"/>
                  </a:lnTo>
                  <a:lnTo>
                    <a:pt x="66090" y="50233"/>
                  </a:lnTo>
                  <a:lnTo>
                    <a:pt x="63919" y="52196"/>
                  </a:lnTo>
                  <a:lnTo>
                    <a:pt x="62433" y="53773"/>
                  </a:lnTo>
                  <a:lnTo>
                    <a:pt x="61564" y="54694"/>
                  </a:lnTo>
                  <a:lnTo>
                    <a:pt x="60489" y="55834"/>
                  </a:lnTo>
                  <a:lnTo>
                    <a:pt x="60217" y="56150"/>
                  </a:lnTo>
                  <a:lnTo>
                    <a:pt x="56732" y="60184"/>
                  </a:lnTo>
                  <a:lnTo>
                    <a:pt x="55982" y="61273"/>
                  </a:lnTo>
                  <a:lnTo>
                    <a:pt x="55344" y="62199"/>
                  </a:lnTo>
                  <a:lnTo>
                    <a:pt x="55179" y="62438"/>
                  </a:lnTo>
                  <a:lnTo>
                    <a:pt x="54955" y="62763"/>
                  </a:lnTo>
                  <a:lnTo>
                    <a:pt x="54773" y="63026"/>
                  </a:lnTo>
                  <a:lnTo>
                    <a:pt x="53950" y="64220"/>
                  </a:lnTo>
                  <a:lnTo>
                    <a:pt x="52711" y="66018"/>
                  </a:lnTo>
                  <a:lnTo>
                    <a:pt x="52536" y="66271"/>
                  </a:lnTo>
                  <a:lnTo>
                    <a:pt x="52298" y="66617"/>
                  </a:lnTo>
                  <a:lnTo>
                    <a:pt x="52204" y="66750"/>
                  </a:lnTo>
                  <a:lnTo>
                    <a:pt x="47582" y="63713"/>
                  </a:lnTo>
                  <a:lnTo>
                    <a:pt x="44969" y="61996"/>
                  </a:lnTo>
                  <a:lnTo>
                    <a:pt x="44545" y="61718"/>
                  </a:lnTo>
                  <a:lnTo>
                    <a:pt x="41281" y="59573"/>
                  </a:lnTo>
                  <a:lnTo>
                    <a:pt x="38284" y="57604"/>
                  </a:lnTo>
                  <a:lnTo>
                    <a:pt x="38153" y="57518"/>
                  </a:lnTo>
                  <a:lnTo>
                    <a:pt x="38022" y="57432"/>
                  </a:lnTo>
                  <a:lnTo>
                    <a:pt x="38408" y="57006"/>
                  </a:lnTo>
                  <a:lnTo>
                    <a:pt x="38634" y="56922"/>
                  </a:lnTo>
                  <a:lnTo>
                    <a:pt x="38818" y="56853"/>
                  </a:lnTo>
                  <a:lnTo>
                    <a:pt x="39049" y="56768"/>
                  </a:lnTo>
                  <a:lnTo>
                    <a:pt x="39427" y="56678"/>
                  </a:lnTo>
                  <a:lnTo>
                    <a:pt x="41643" y="56156"/>
                  </a:lnTo>
                  <a:lnTo>
                    <a:pt x="42944" y="55692"/>
                  </a:lnTo>
                  <a:lnTo>
                    <a:pt x="44017" y="55308"/>
                  </a:lnTo>
                  <a:lnTo>
                    <a:pt x="44738" y="55051"/>
                  </a:lnTo>
                  <a:lnTo>
                    <a:pt x="44899" y="54993"/>
                  </a:lnTo>
                  <a:lnTo>
                    <a:pt x="45429" y="54804"/>
                  </a:lnTo>
                  <a:lnTo>
                    <a:pt x="45242" y="54634"/>
                  </a:lnTo>
                  <a:lnTo>
                    <a:pt x="44827" y="54254"/>
                  </a:lnTo>
                  <a:lnTo>
                    <a:pt x="43776" y="53294"/>
                  </a:lnTo>
                  <a:lnTo>
                    <a:pt x="43177" y="52745"/>
                  </a:lnTo>
                  <a:lnTo>
                    <a:pt x="42805" y="52406"/>
                  </a:lnTo>
                  <a:lnTo>
                    <a:pt x="42444" y="52178"/>
                  </a:lnTo>
                  <a:lnTo>
                    <a:pt x="42134" y="51982"/>
                  </a:lnTo>
                  <a:lnTo>
                    <a:pt x="41734" y="51730"/>
                  </a:lnTo>
                  <a:lnTo>
                    <a:pt x="41286" y="51448"/>
                  </a:lnTo>
                  <a:lnTo>
                    <a:pt x="41027" y="51284"/>
                  </a:lnTo>
                  <a:lnTo>
                    <a:pt x="39472" y="51016"/>
                  </a:lnTo>
                  <a:lnTo>
                    <a:pt x="38337" y="50821"/>
                  </a:lnTo>
                  <a:lnTo>
                    <a:pt x="37304" y="53091"/>
                  </a:lnTo>
                  <a:lnTo>
                    <a:pt x="35366" y="53270"/>
                  </a:lnTo>
                  <a:lnTo>
                    <a:pt x="35325" y="53873"/>
                  </a:lnTo>
                  <a:lnTo>
                    <a:pt x="34747" y="53984"/>
                  </a:lnTo>
                  <a:lnTo>
                    <a:pt x="34006" y="54125"/>
                  </a:lnTo>
                  <a:lnTo>
                    <a:pt x="33624" y="54199"/>
                  </a:lnTo>
                  <a:lnTo>
                    <a:pt x="32824" y="54352"/>
                  </a:lnTo>
                  <a:lnTo>
                    <a:pt x="32376" y="54438"/>
                  </a:lnTo>
                  <a:lnTo>
                    <a:pt x="31882" y="54532"/>
                  </a:lnTo>
                  <a:lnTo>
                    <a:pt x="31740" y="54559"/>
                  </a:lnTo>
                  <a:lnTo>
                    <a:pt x="31416" y="54621"/>
                  </a:lnTo>
                  <a:lnTo>
                    <a:pt x="31169" y="54669"/>
                  </a:lnTo>
                  <a:lnTo>
                    <a:pt x="30949" y="54711"/>
                  </a:lnTo>
                  <a:lnTo>
                    <a:pt x="30718" y="54755"/>
                  </a:lnTo>
                  <a:lnTo>
                    <a:pt x="30530" y="54791"/>
                  </a:lnTo>
                  <a:lnTo>
                    <a:pt x="30095" y="54874"/>
                  </a:lnTo>
                  <a:lnTo>
                    <a:pt x="29779" y="54935"/>
                  </a:lnTo>
                  <a:lnTo>
                    <a:pt x="29415" y="54835"/>
                  </a:lnTo>
                  <a:lnTo>
                    <a:pt x="30231" y="54213"/>
                  </a:lnTo>
                  <a:lnTo>
                    <a:pt x="30382" y="54098"/>
                  </a:lnTo>
                  <a:lnTo>
                    <a:pt x="30505" y="53829"/>
                  </a:lnTo>
                  <a:lnTo>
                    <a:pt x="30144" y="53404"/>
                  </a:lnTo>
                  <a:lnTo>
                    <a:pt x="29535" y="52686"/>
                  </a:lnTo>
                  <a:lnTo>
                    <a:pt x="27591" y="50394"/>
                  </a:lnTo>
                  <a:lnTo>
                    <a:pt x="27368" y="49988"/>
                  </a:lnTo>
                  <a:lnTo>
                    <a:pt x="27293" y="49850"/>
                  </a:lnTo>
                  <a:lnTo>
                    <a:pt x="27201" y="49506"/>
                  </a:lnTo>
                  <a:lnTo>
                    <a:pt x="26631" y="47363"/>
                  </a:lnTo>
                  <a:lnTo>
                    <a:pt x="26339" y="46267"/>
                  </a:lnTo>
                  <a:lnTo>
                    <a:pt x="26187" y="45696"/>
                  </a:lnTo>
                  <a:lnTo>
                    <a:pt x="26074" y="45279"/>
                  </a:lnTo>
                  <a:lnTo>
                    <a:pt x="26030" y="45137"/>
                  </a:lnTo>
                  <a:lnTo>
                    <a:pt x="25945" y="44864"/>
                  </a:lnTo>
                  <a:lnTo>
                    <a:pt x="25822" y="44467"/>
                  </a:lnTo>
                  <a:lnTo>
                    <a:pt x="25757" y="44259"/>
                  </a:lnTo>
                  <a:lnTo>
                    <a:pt x="25542" y="43767"/>
                  </a:lnTo>
                  <a:lnTo>
                    <a:pt x="25474" y="43610"/>
                  </a:lnTo>
                  <a:lnTo>
                    <a:pt x="25341" y="43255"/>
                  </a:lnTo>
                  <a:lnTo>
                    <a:pt x="25890" y="42857"/>
                  </a:lnTo>
                  <a:lnTo>
                    <a:pt x="25463" y="42324"/>
                  </a:lnTo>
                  <a:lnTo>
                    <a:pt x="24638" y="41293"/>
                  </a:lnTo>
                  <a:lnTo>
                    <a:pt x="24817" y="41185"/>
                  </a:lnTo>
                  <a:lnTo>
                    <a:pt x="25276" y="40907"/>
                  </a:lnTo>
                  <a:lnTo>
                    <a:pt x="24909" y="40235"/>
                  </a:lnTo>
                  <a:lnTo>
                    <a:pt x="23737" y="38089"/>
                  </a:lnTo>
                  <a:lnTo>
                    <a:pt x="23569" y="38052"/>
                  </a:lnTo>
                  <a:lnTo>
                    <a:pt x="21599" y="37672"/>
                  </a:lnTo>
                  <a:lnTo>
                    <a:pt x="21001" y="37548"/>
                  </a:lnTo>
                  <a:lnTo>
                    <a:pt x="20612" y="37465"/>
                  </a:lnTo>
                  <a:lnTo>
                    <a:pt x="18071" y="36927"/>
                  </a:lnTo>
                  <a:lnTo>
                    <a:pt x="17824" y="36875"/>
                  </a:lnTo>
                  <a:lnTo>
                    <a:pt x="15267" y="36329"/>
                  </a:lnTo>
                  <a:lnTo>
                    <a:pt x="15102" y="36281"/>
                  </a:lnTo>
                  <a:lnTo>
                    <a:pt x="14717" y="36695"/>
                  </a:lnTo>
                  <a:lnTo>
                    <a:pt x="14274" y="36948"/>
                  </a:lnTo>
                  <a:lnTo>
                    <a:pt x="13812" y="37072"/>
                  </a:lnTo>
                  <a:lnTo>
                    <a:pt x="13619" y="37124"/>
                  </a:lnTo>
                  <a:lnTo>
                    <a:pt x="13039" y="37279"/>
                  </a:lnTo>
                  <a:lnTo>
                    <a:pt x="11742" y="39329"/>
                  </a:lnTo>
                  <a:lnTo>
                    <a:pt x="8627" y="37937"/>
                  </a:lnTo>
                  <a:lnTo>
                    <a:pt x="7959" y="37638"/>
                  </a:lnTo>
                  <a:lnTo>
                    <a:pt x="8144" y="37172"/>
                  </a:lnTo>
                  <a:lnTo>
                    <a:pt x="8630" y="35943"/>
                  </a:lnTo>
                  <a:lnTo>
                    <a:pt x="8174" y="35745"/>
                  </a:lnTo>
                  <a:lnTo>
                    <a:pt x="6684" y="35096"/>
                  </a:lnTo>
                  <a:lnTo>
                    <a:pt x="4796" y="34273"/>
                  </a:lnTo>
                  <a:lnTo>
                    <a:pt x="4002" y="33928"/>
                  </a:lnTo>
                  <a:lnTo>
                    <a:pt x="3411" y="33645"/>
                  </a:lnTo>
                  <a:lnTo>
                    <a:pt x="281" y="32150"/>
                  </a:lnTo>
                  <a:lnTo>
                    <a:pt x="0" y="32044"/>
                  </a:lnTo>
                  <a:lnTo>
                    <a:pt x="100" y="31523"/>
                  </a:lnTo>
                  <a:lnTo>
                    <a:pt x="131" y="31357"/>
                  </a:lnTo>
                  <a:lnTo>
                    <a:pt x="349" y="30224"/>
                  </a:lnTo>
                  <a:lnTo>
                    <a:pt x="1455" y="25057"/>
                  </a:lnTo>
                  <a:lnTo>
                    <a:pt x="1768" y="24136"/>
                  </a:lnTo>
                  <a:lnTo>
                    <a:pt x="3936" y="17757"/>
                  </a:lnTo>
                  <a:lnTo>
                    <a:pt x="9149" y="14251"/>
                  </a:lnTo>
                  <a:lnTo>
                    <a:pt x="11365" y="13417"/>
                  </a:lnTo>
                  <a:lnTo>
                    <a:pt x="14831" y="12113"/>
                  </a:lnTo>
                  <a:lnTo>
                    <a:pt x="16770" y="10663"/>
                  </a:lnTo>
                  <a:lnTo>
                    <a:pt x="17289" y="10335"/>
                  </a:lnTo>
                  <a:lnTo>
                    <a:pt x="19476" y="8953"/>
                  </a:lnTo>
                  <a:lnTo>
                    <a:pt x="21192" y="5959"/>
                  </a:lnTo>
                  <a:lnTo>
                    <a:pt x="22758" y="3648"/>
                  </a:lnTo>
                  <a:lnTo>
                    <a:pt x="25069" y="3350"/>
                  </a:lnTo>
                  <a:lnTo>
                    <a:pt x="27454" y="3127"/>
                  </a:lnTo>
                  <a:lnTo>
                    <a:pt x="29989" y="2754"/>
                  </a:lnTo>
                  <a:lnTo>
                    <a:pt x="32598" y="2754"/>
                  </a:lnTo>
                  <a:lnTo>
                    <a:pt x="37341" y="3482"/>
                  </a:lnTo>
                  <a:lnTo>
                    <a:pt x="37523" y="2758"/>
                  </a:lnTo>
                  <a:lnTo>
                    <a:pt x="38217" y="0"/>
                  </a:lnTo>
                  <a:lnTo>
                    <a:pt x="38426" y="67"/>
                  </a:lnTo>
                  <a:lnTo>
                    <a:pt x="39937" y="320"/>
                  </a:lnTo>
                  <a:lnTo>
                    <a:pt x="41699" y="615"/>
                  </a:lnTo>
                  <a:lnTo>
                    <a:pt x="41900" y="648"/>
                  </a:lnTo>
                  <a:lnTo>
                    <a:pt x="42502" y="749"/>
                  </a:lnTo>
                  <a:lnTo>
                    <a:pt x="43245" y="873"/>
                  </a:lnTo>
                  <a:lnTo>
                    <a:pt x="49112" y="1856"/>
                  </a:lnTo>
                  <a:lnTo>
                    <a:pt x="51911" y="2324"/>
                  </a:lnTo>
                  <a:lnTo>
                    <a:pt x="53334" y="25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1" name="pg200"/>
            <p:cNvSpPr/>
            <p:nvPr/>
          </p:nvSpPr>
          <p:spPr>
            <a:xfrm>
              <a:off x="4139617" y="2191243"/>
              <a:ext cx="120383" cy="95255"/>
            </a:xfrm>
            <a:custGeom>
              <a:avLst/>
              <a:pathLst>
                <a:path w="120383" h="95255">
                  <a:moveTo>
                    <a:pt x="19245" y="5239"/>
                  </a:moveTo>
                  <a:lnTo>
                    <a:pt x="19628" y="5530"/>
                  </a:lnTo>
                  <a:lnTo>
                    <a:pt x="20308" y="4672"/>
                  </a:lnTo>
                  <a:lnTo>
                    <a:pt x="26850" y="9092"/>
                  </a:lnTo>
                  <a:lnTo>
                    <a:pt x="24082" y="13306"/>
                  </a:lnTo>
                  <a:lnTo>
                    <a:pt x="28769" y="16133"/>
                  </a:lnTo>
                  <a:lnTo>
                    <a:pt x="30523" y="14433"/>
                  </a:lnTo>
                  <a:lnTo>
                    <a:pt x="34126" y="14806"/>
                  </a:lnTo>
                  <a:lnTo>
                    <a:pt x="34351" y="14921"/>
                  </a:lnTo>
                  <a:lnTo>
                    <a:pt x="38319" y="16950"/>
                  </a:lnTo>
                  <a:lnTo>
                    <a:pt x="39415" y="17819"/>
                  </a:lnTo>
                  <a:lnTo>
                    <a:pt x="39671" y="18022"/>
                  </a:lnTo>
                  <a:lnTo>
                    <a:pt x="39894" y="18199"/>
                  </a:lnTo>
                  <a:lnTo>
                    <a:pt x="40547" y="18757"/>
                  </a:lnTo>
                  <a:lnTo>
                    <a:pt x="40808" y="18912"/>
                  </a:lnTo>
                  <a:lnTo>
                    <a:pt x="41119" y="19097"/>
                  </a:lnTo>
                  <a:lnTo>
                    <a:pt x="45470" y="21687"/>
                  </a:lnTo>
                  <a:lnTo>
                    <a:pt x="45738" y="21858"/>
                  </a:lnTo>
                  <a:lnTo>
                    <a:pt x="45963" y="22002"/>
                  </a:lnTo>
                  <a:lnTo>
                    <a:pt x="46190" y="22147"/>
                  </a:lnTo>
                  <a:lnTo>
                    <a:pt x="47638" y="23073"/>
                  </a:lnTo>
                  <a:lnTo>
                    <a:pt x="51925" y="25666"/>
                  </a:lnTo>
                  <a:lnTo>
                    <a:pt x="52214" y="25841"/>
                  </a:lnTo>
                  <a:lnTo>
                    <a:pt x="52545" y="26065"/>
                  </a:lnTo>
                  <a:lnTo>
                    <a:pt x="53534" y="26726"/>
                  </a:lnTo>
                  <a:lnTo>
                    <a:pt x="55992" y="28256"/>
                  </a:lnTo>
                  <a:lnTo>
                    <a:pt x="56747" y="28725"/>
                  </a:lnTo>
                  <a:lnTo>
                    <a:pt x="56933" y="28841"/>
                  </a:lnTo>
                  <a:lnTo>
                    <a:pt x="57630" y="29293"/>
                  </a:lnTo>
                  <a:lnTo>
                    <a:pt x="57979" y="29519"/>
                  </a:lnTo>
                  <a:lnTo>
                    <a:pt x="58644" y="29950"/>
                  </a:lnTo>
                  <a:lnTo>
                    <a:pt x="61501" y="31801"/>
                  </a:lnTo>
                  <a:lnTo>
                    <a:pt x="61646" y="31894"/>
                  </a:lnTo>
                  <a:lnTo>
                    <a:pt x="61908" y="32062"/>
                  </a:lnTo>
                  <a:lnTo>
                    <a:pt x="65076" y="34092"/>
                  </a:lnTo>
                  <a:lnTo>
                    <a:pt x="65312" y="34243"/>
                  </a:lnTo>
                  <a:lnTo>
                    <a:pt x="66525" y="35021"/>
                  </a:lnTo>
                  <a:lnTo>
                    <a:pt x="69125" y="36687"/>
                  </a:lnTo>
                  <a:lnTo>
                    <a:pt x="70512" y="34596"/>
                  </a:lnTo>
                  <a:lnTo>
                    <a:pt x="70857" y="34076"/>
                  </a:lnTo>
                  <a:lnTo>
                    <a:pt x="71666" y="32858"/>
                  </a:lnTo>
                  <a:lnTo>
                    <a:pt x="72091" y="32355"/>
                  </a:lnTo>
                  <a:lnTo>
                    <a:pt x="72354" y="32557"/>
                  </a:lnTo>
                  <a:lnTo>
                    <a:pt x="74483" y="33743"/>
                  </a:lnTo>
                  <a:lnTo>
                    <a:pt x="75298" y="34197"/>
                  </a:lnTo>
                  <a:lnTo>
                    <a:pt x="75545" y="34334"/>
                  </a:lnTo>
                  <a:lnTo>
                    <a:pt x="77334" y="35330"/>
                  </a:lnTo>
                  <a:lnTo>
                    <a:pt x="78963" y="36070"/>
                  </a:lnTo>
                  <a:lnTo>
                    <a:pt x="79652" y="36287"/>
                  </a:lnTo>
                  <a:lnTo>
                    <a:pt x="80211" y="36464"/>
                  </a:lnTo>
                  <a:lnTo>
                    <a:pt x="81348" y="36644"/>
                  </a:lnTo>
                  <a:lnTo>
                    <a:pt x="81587" y="36626"/>
                  </a:lnTo>
                  <a:lnTo>
                    <a:pt x="81822" y="36453"/>
                  </a:lnTo>
                  <a:lnTo>
                    <a:pt x="81971" y="36344"/>
                  </a:lnTo>
                  <a:lnTo>
                    <a:pt x="82463" y="35703"/>
                  </a:lnTo>
                  <a:lnTo>
                    <a:pt x="82999" y="34346"/>
                  </a:lnTo>
                  <a:lnTo>
                    <a:pt x="83026" y="33264"/>
                  </a:lnTo>
                  <a:lnTo>
                    <a:pt x="83027" y="33071"/>
                  </a:lnTo>
                  <a:lnTo>
                    <a:pt x="82818" y="29048"/>
                  </a:lnTo>
                  <a:lnTo>
                    <a:pt x="82809" y="28868"/>
                  </a:lnTo>
                  <a:lnTo>
                    <a:pt x="82708" y="26925"/>
                  </a:lnTo>
                  <a:lnTo>
                    <a:pt x="82685" y="26474"/>
                  </a:lnTo>
                  <a:lnTo>
                    <a:pt x="82607" y="24965"/>
                  </a:lnTo>
                  <a:lnTo>
                    <a:pt x="82597" y="24778"/>
                  </a:lnTo>
                  <a:lnTo>
                    <a:pt x="82585" y="24551"/>
                  </a:lnTo>
                  <a:lnTo>
                    <a:pt x="86192" y="22035"/>
                  </a:lnTo>
                  <a:lnTo>
                    <a:pt x="87259" y="21291"/>
                  </a:lnTo>
                  <a:lnTo>
                    <a:pt x="90387" y="19109"/>
                  </a:lnTo>
                  <a:lnTo>
                    <a:pt x="91270" y="20587"/>
                  </a:lnTo>
                  <a:lnTo>
                    <a:pt x="91797" y="21470"/>
                  </a:lnTo>
                  <a:lnTo>
                    <a:pt x="92097" y="21972"/>
                  </a:lnTo>
                  <a:lnTo>
                    <a:pt x="92272" y="22266"/>
                  </a:lnTo>
                  <a:lnTo>
                    <a:pt x="93912" y="25013"/>
                  </a:lnTo>
                  <a:lnTo>
                    <a:pt x="94062" y="25335"/>
                  </a:lnTo>
                  <a:lnTo>
                    <a:pt x="94789" y="26891"/>
                  </a:lnTo>
                  <a:lnTo>
                    <a:pt x="95325" y="28414"/>
                  </a:lnTo>
                  <a:lnTo>
                    <a:pt x="95388" y="28594"/>
                  </a:lnTo>
                  <a:lnTo>
                    <a:pt x="95822" y="29833"/>
                  </a:lnTo>
                  <a:lnTo>
                    <a:pt x="96060" y="30587"/>
                  </a:lnTo>
                  <a:lnTo>
                    <a:pt x="96890" y="33207"/>
                  </a:lnTo>
                  <a:lnTo>
                    <a:pt x="97178" y="34120"/>
                  </a:lnTo>
                  <a:lnTo>
                    <a:pt x="97256" y="34366"/>
                  </a:lnTo>
                  <a:lnTo>
                    <a:pt x="97589" y="35282"/>
                  </a:lnTo>
                  <a:lnTo>
                    <a:pt x="98139" y="36799"/>
                  </a:lnTo>
                  <a:lnTo>
                    <a:pt x="98487" y="38017"/>
                  </a:lnTo>
                  <a:lnTo>
                    <a:pt x="98570" y="38309"/>
                  </a:lnTo>
                  <a:lnTo>
                    <a:pt x="99051" y="39992"/>
                  </a:lnTo>
                  <a:lnTo>
                    <a:pt x="99341" y="41007"/>
                  </a:lnTo>
                  <a:lnTo>
                    <a:pt x="99511" y="41602"/>
                  </a:lnTo>
                  <a:lnTo>
                    <a:pt x="100340" y="44504"/>
                  </a:lnTo>
                  <a:lnTo>
                    <a:pt x="100699" y="45760"/>
                  </a:lnTo>
                  <a:lnTo>
                    <a:pt x="100858" y="46317"/>
                  </a:lnTo>
                  <a:lnTo>
                    <a:pt x="101798" y="49534"/>
                  </a:lnTo>
                  <a:lnTo>
                    <a:pt x="102482" y="51874"/>
                  </a:lnTo>
                  <a:lnTo>
                    <a:pt x="102540" y="52073"/>
                  </a:lnTo>
                  <a:lnTo>
                    <a:pt x="102815" y="53125"/>
                  </a:lnTo>
                  <a:lnTo>
                    <a:pt x="103945" y="57456"/>
                  </a:lnTo>
                  <a:lnTo>
                    <a:pt x="104083" y="57986"/>
                  </a:lnTo>
                  <a:lnTo>
                    <a:pt x="104124" y="58141"/>
                  </a:lnTo>
                  <a:lnTo>
                    <a:pt x="104561" y="59817"/>
                  </a:lnTo>
                  <a:lnTo>
                    <a:pt x="104876" y="61025"/>
                  </a:lnTo>
                  <a:lnTo>
                    <a:pt x="105661" y="64032"/>
                  </a:lnTo>
                  <a:lnTo>
                    <a:pt x="105784" y="64503"/>
                  </a:lnTo>
                  <a:lnTo>
                    <a:pt x="105850" y="64758"/>
                  </a:lnTo>
                  <a:lnTo>
                    <a:pt x="105976" y="65227"/>
                  </a:lnTo>
                  <a:lnTo>
                    <a:pt x="106044" y="65484"/>
                  </a:lnTo>
                  <a:lnTo>
                    <a:pt x="106561" y="67416"/>
                  </a:lnTo>
                  <a:lnTo>
                    <a:pt x="107054" y="69260"/>
                  </a:lnTo>
                  <a:lnTo>
                    <a:pt x="107156" y="69642"/>
                  </a:lnTo>
                  <a:lnTo>
                    <a:pt x="107836" y="70250"/>
                  </a:lnTo>
                  <a:lnTo>
                    <a:pt x="108016" y="70372"/>
                  </a:lnTo>
                  <a:lnTo>
                    <a:pt x="108442" y="70661"/>
                  </a:lnTo>
                  <a:lnTo>
                    <a:pt x="109554" y="71413"/>
                  </a:lnTo>
                  <a:lnTo>
                    <a:pt x="112132" y="72391"/>
                  </a:lnTo>
                  <a:lnTo>
                    <a:pt x="112619" y="72835"/>
                  </a:lnTo>
                  <a:lnTo>
                    <a:pt x="116332" y="76219"/>
                  </a:lnTo>
                  <a:lnTo>
                    <a:pt x="116542" y="76411"/>
                  </a:lnTo>
                  <a:lnTo>
                    <a:pt x="116837" y="76679"/>
                  </a:lnTo>
                  <a:lnTo>
                    <a:pt x="117058" y="76881"/>
                  </a:lnTo>
                  <a:lnTo>
                    <a:pt x="119076" y="78720"/>
                  </a:lnTo>
                  <a:lnTo>
                    <a:pt x="120383" y="79910"/>
                  </a:lnTo>
                  <a:lnTo>
                    <a:pt x="116256" y="81113"/>
                  </a:lnTo>
                  <a:lnTo>
                    <a:pt x="114964" y="81490"/>
                  </a:lnTo>
                  <a:lnTo>
                    <a:pt x="108849" y="83272"/>
                  </a:lnTo>
                  <a:lnTo>
                    <a:pt x="104361" y="84580"/>
                  </a:lnTo>
                  <a:lnTo>
                    <a:pt x="102067" y="85249"/>
                  </a:lnTo>
                  <a:lnTo>
                    <a:pt x="100623" y="85670"/>
                  </a:lnTo>
                  <a:lnTo>
                    <a:pt x="98269" y="86357"/>
                  </a:lnTo>
                  <a:lnTo>
                    <a:pt x="94607" y="87424"/>
                  </a:lnTo>
                  <a:lnTo>
                    <a:pt x="89565" y="88894"/>
                  </a:lnTo>
                  <a:lnTo>
                    <a:pt x="89617" y="89069"/>
                  </a:lnTo>
                  <a:lnTo>
                    <a:pt x="90210" y="91070"/>
                  </a:lnTo>
                  <a:lnTo>
                    <a:pt x="90378" y="91663"/>
                  </a:lnTo>
                  <a:lnTo>
                    <a:pt x="89461" y="91914"/>
                  </a:lnTo>
                  <a:lnTo>
                    <a:pt x="89244" y="91976"/>
                  </a:lnTo>
                  <a:lnTo>
                    <a:pt x="88667" y="92139"/>
                  </a:lnTo>
                  <a:lnTo>
                    <a:pt x="87994" y="92330"/>
                  </a:lnTo>
                  <a:lnTo>
                    <a:pt x="86980" y="92618"/>
                  </a:lnTo>
                  <a:lnTo>
                    <a:pt x="79181" y="94829"/>
                  </a:lnTo>
                  <a:lnTo>
                    <a:pt x="77556" y="95255"/>
                  </a:lnTo>
                  <a:lnTo>
                    <a:pt x="77369" y="94618"/>
                  </a:lnTo>
                  <a:lnTo>
                    <a:pt x="77305" y="94399"/>
                  </a:lnTo>
                  <a:lnTo>
                    <a:pt x="77136" y="93823"/>
                  </a:lnTo>
                  <a:lnTo>
                    <a:pt x="76916" y="93071"/>
                  </a:lnTo>
                  <a:lnTo>
                    <a:pt x="76784" y="92619"/>
                  </a:lnTo>
                  <a:lnTo>
                    <a:pt x="75426" y="87981"/>
                  </a:lnTo>
                  <a:lnTo>
                    <a:pt x="75260" y="87413"/>
                  </a:lnTo>
                  <a:lnTo>
                    <a:pt x="74112" y="83491"/>
                  </a:lnTo>
                  <a:lnTo>
                    <a:pt x="73226" y="80464"/>
                  </a:lnTo>
                  <a:lnTo>
                    <a:pt x="72964" y="79569"/>
                  </a:lnTo>
                  <a:lnTo>
                    <a:pt x="72866" y="79233"/>
                  </a:lnTo>
                  <a:lnTo>
                    <a:pt x="72221" y="77032"/>
                  </a:lnTo>
                  <a:lnTo>
                    <a:pt x="72124" y="76699"/>
                  </a:lnTo>
                  <a:lnTo>
                    <a:pt x="71901" y="75938"/>
                  </a:lnTo>
                  <a:lnTo>
                    <a:pt x="71615" y="74960"/>
                  </a:lnTo>
                  <a:lnTo>
                    <a:pt x="70704" y="72334"/>
                  </a:lnTo>
                  <a:lnTo>
                    <a:pt x="69035" y="71363"/>
                  </a:lnTo>
                  <a:lnTo>
                    <a:pt x="68338" y="70958"/>
                  </a:lnTo>
                  <a:lnTo>
                    <a:pt x="67992" y="70747"/>
                  </a:lnTo>
                  <a:lnTo>
                    <a:pt x="67572" y="70491"/>
                  </a:lnTo>
                  <a:lnTo>
                    <a:pt x="66995" y="70104"/>
                  </a:lnTo>
                  <a:lnTo>
                    <a:pt x="66393" y="69700"/>
                  </a:lnTo>
                  <a:lnTo>
                    <a:pt x="64097" y="68161"/>
                  </a:lnTo>
                  <a:lnTo>
                    <a:pt x="60448" y="65714"/>
                  </a:lnTo>
                  <a:lnTo>
                    <a:pt x="60301" y="65616"/>
                  </a:lnTo>
                  <a:lnTo>
                    <a:pt x="58714" y="64551"/>
                  </a:lnTo>
                  <a:lnTo>
                    <a:pt x="57745" y="63902"/>
                  </a:lnTo>
                  <a:lnTo>
                    <a:pt x="57210" y="63543"/>
                  </a:lnTo>
                  <a:lnTo>
                    <a:pt x="56582" y="63122"/>
                  </a:lnTo>
                  <a:lnTo>
                    <a:pt x="53564" y="61099"/>
                  </a:lnTo>
                  <a:lnTo>
                    <a:pt x="53181" y="61658"/>
                  </a:lnTo>
                  <a:lnTo>
                    <a:pt x="51897" y="60821"/>
                  </a:lnTo>
                  <a:lnTo>
                    <a:pt x="49760" y="59430"/>
                  </a:lnTo>
                  <a:lnTo>
                    <a:pt x="49312" y="59138"/>
                  </a:lnTo>
                  <a:lnTo>
                    <a:pt x="48804" y="58809"/>
                  </a:lnTo>
                  <a:lnTo>
                    <a:pt x="48197" y="58415"/>
                  </a:lnTo>
                  <a:lnTo>
                    <a:pt x="47106" y="57707"/>
                  </a:lnTo>
                  <a:lnTo>
                    <a:pt x="45971" y="56970"/>
                  </a:lnTo>
                  <a:lnTo>
                    <a:pt x="44707" y="56149"/>
                  </a:lnTo>
                  <a:lnTo>
                    <a:pt x="44907" y="55785"/>
                  </a:lnTo>
                  <a:lnTo>
                    <a:pt x="45299" y="54830"/>
                  </a:lnTo>
                  <a:lnTo>
                    <a:pt x="44837" y="54753"/>
                  </a:lnTo>
                  <a:lnTo>
                    <a:pt x="43414" y="54514"/>
                  </a:lnTo>
                  <a:lnTo>
                    <a:pt x="40615" y="54046"/>
                  </a:lnTo>
                  <a:lnTo>
                    <a:pt x="34747" y="53064"/>
                  </a:lnTo>
                  <a:lnTo>
                    <a:pt x="33891" y="52920"/>
                  </a:lnTo>
                  <a:lnTo>
                    <a:pt x="33403" y="52839"/>
                  </a:lnTo>
                  <a:lnTo>
                    <a:pt x="33202" y="52805"/>
                  </a:lnTo>
                  <a:lnTo>
                    <a:pt x="31440" y="52510"/>
                  </a:lnTo>
                  <a:lnTo>
                    <a:pt x="29929" y="52257"/>
                  </a:lnTo>
                  <a:lnTo>
                    <a:pt x="29720" y="52190"/>
                  </a:lnTo>
                  <a:lnTo>
                    <a:pt x="29026" y="54949"/>
                  </a:lnTo>
                  <a:lnTo>
                    <a:pt x="28844" y="55672"/>
                  </a:lnTo>
                  <a:lnTo>
                    <a:pt x="24101" y="54944"/>
                  </a:lnTo>
                  <a:lnTo>
                    <a:pt x="21492" y="54944"/>
                  </a:lnTo>
                  <a:lnTo>
                    <a:pt x="18957" y="55317"/>
                  </a:lnTo>
                  <a:lnTo>
                    <a:pt x="16571" y="55540"/>
                  </a:lnTo>
                  <a:lnTo>
                    <a:pt x="14260" y="55839"/>
                  </a:lnTo>
                  <a:lnTo>
                    <a:pt x="14708" y="54497"/>
                  </a:lnTo>
                  <a:lnTo>
                    <a:pt x="13590" y="51664"/>
                  </a:lnTo>
                  <a:lnTo>
                    <a:pt x="12024" y="49502"/>
                  </a:lnTo>
                  <a:lnTo>
                    <a:pt x="11453" y="47444"/>
                  </a:lnTo>
                  <a:lnTo>
                    <a:pt x="11418" y="47121"/>
                  </a:lnTo>
                  <a:lnTo>
                    <a:pt x="11282" y="46129"/>
                  </a:lnTo>
                  <a:lnTo>
                    <a:pt x="10880" y="43198"/>
                  </a:lnTo>
                  <a:lnTo>
                    <a:pt x="10727" y="42283"/>
                  </a:lnTo>
                  <a:lnTo>
                    <a:pt x="10510" y="40977"/>
                  </a:lnTo>
                  <a:lnTo>
                    <a:pt x="10484" y="40764"/>
                  </a:lnTo>
                  <a:lnTo>
                    <a:pt x="10235" y="38692"/>
                  </a:lnTo>
                  <a:lnTo>
                    <a:pt x="9564" y="35860"/>
                  </a:lnTo>
                  <a:lnTo>
                    <a:pt x="9266" y="33698"/>
                  </a:lnTo>
                  <a:lnTo>
                    <a:pt x="8222" y="29896"/>
                  </a:lnTo>
                  <a:lnTo>
                    <a:pt x="7476" y="24901"/>
                  </a:lnTo>
                  <a:lnTo>
                    <a:pt x="7719" y="22882"/>
                  </a:lnTo>
                  <a:lnTo>
                    <a:pt x="4435" y="13205"/>
                  </a:lnTo>
                  <a:lnTo>
                    <a:pt x="4233" y="12608"/>
                  </a:lnTo>
                  <a:lnTo>
                    <a:pt x="5083" y="11498"/>
                  </a:lnTo>
                  <a:lnTo>
                    <a:pt x="491" y="7188"/>
                  </a:lnTo>
                  <a:lnTo>
                    <a:pt x="332" y="6202"/>
                  </a:lnTo>
                  <a:lnTo>
                    <a:pt x="0" y="3979"/>
                  </a:lnTo>
                  <a:lnTo>
                    <a:pt x="557" y="3461"/>
                  </a:lnTo>
                  <a:lnTo>
                    <a:pt x="1308" y="2719"/>
                  </a:lnTo>
                  <a:lnTo>
                    <a:pt x="2283" y="3351"/>
                  </a:lnTo>
                  <a:lnTo>
                    <a:pt x="3943" y="4428"/>
                  </a:lnTo>
                  <a:lnTo>
                    <a:pt x="4788" y="4976"/>
                  </a:lnTo>
                  <a:lnTo>
                    <a:pt x="5633" y="5637"/>
                  </a:lnTo>
                  <a:lnTo>
                    <a:pt x="8600" y="3587"/>
                  </a:lnTo>
                  <a:lnTo>
                    <a:pt x="10826" y="646"/>
                  </a:lnTo>
                  <a:lnTo>
                    <a:pt x="11190"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2" name="pg201"/>
            <p:cNvSpPr/>
            <p:nvPr/>
          </p:nvSpPr>
          <p:spPr>
            <a:xfrm>
              <a:off x="4136542" y="2101652"/>
              <a:ext cx="112012" cy="126278"/>
            </a:xfrm>
            <a:custGeom>
              <a:avLst/>
              <a:pathLst>
                <a:path w="112012" h="126278">
                  <a:moveTo>
                    <a:pt x="33647" y="104030"/>
                  </a:moveTo>
                  <a:lnTo>
                    <a:pt x="35362" y="102089"/>
                  </a:lnTo>
                  <a:lnTo>
                    <a:pt x="37300" y="93345"/>
                  </a:lnTo>
                  <a:lnTo>
                    <a:pt x="31784" y="92004"/>
                  </a:lnTo>
                  <a:lnTo>
                    <a:pt x="28822" y="92232"/>
                  </a:lnTo>
                  <a:lnTo>
                    <a:pt x="26690" y="90055"/>
                  </a:lnTo>
                  <a:lnTo>
                    <a:pt x="23081" y="90654"/>
                  </a:lnTo>
                  <a:lnTo>
                    <a:pt x="19641" y="84523"/>
                  </a:lnTo>
                  <a:lnTo>
                    <a:pt x="23817" y="84186"/>
                  </a:lnTo>
                  <a:lnTo>
                    <a:pt x="28272" y="77873"/>
                  </a:lnTo>
                  <a:lnTo>
                    <a:pt x="28225" y="73674"/>
                  </a:lnTo>
                  <a:lnTo>
                    <a:pt x="27736" y="68244"/>
                  </a:lnTo>
                  <a:lnTo>
                    <a:pt x="23334" y="68232"/>
                  </a:lnTo>
                  <a:lnTo>
                    <a:pt x="13946" y="68206"/>
                  </a:lnTo>
                  <a:lnTo>
                    <a:pt x="13706" y="68206"/>
                  </a:lnTo>
                  <a:lnTo>
                    <a:pt x="12436" y="62022"/>
                  </a:lnTo>
                  <a:lnTo>
                    <a:pt x="12266" y="59177"/>
                  </a:lnTo>
                  <a:lnTo>
                    <a:pt x="12117" y="58730"/>
                  </a:lnTo>
                  <a:lnTo>
                    <a:pt x="11968" y="57314"/>
                  </a:lnTo>
                  <a:lnTo>
                    <a:pt x="12415" y="56419"/>
                  </a:lnTo>
                  <a:lnTo>
                    <a:pt x="13534" y="55897"/>
                  </a:lnTo>
                  <a:lnTo>
                    <a:pt x="13385" y="54257"/>
                  </a:lnTo>
                  <a:lnTo>
                    <a:pt x="11521" y="51350"/>
                  </a:lnTo>
                  <a:lnTo>
                    <a:pt x="10850" y="50828"/>
                  </a:lnTo>
                  <a:lnTo>
                    <a:pt x="9284" y="47921"/>
                  </a:lnTo>
                  <a:lnTo>
                    <a:pt x="8763" y="45684"/>
                  </a:lnTo>
                  <a:lnTo>
                    <a:pt x="8464" y="43224"/>
                  </a:lnTo>
                  <a:lnTo>
                    <a:pt x="7122" y="38900"/>
                  </a:lnTo>
                  <a:lnTo>
                    <a:pt x="6452" y="35993"/>
                  </a:lnTo>
                  <a:lnTo>
                    <a:pt x="5781" y="33756"/>
                  </a:lnTo>
                  <a:lnTo>
                    <a:pt x="4364" y="31222"/>
                  </a:lnTo>
                  <a:lnTo>
                    <a:pt x="2650" y="30849"/>
                  </a:lnTo>
                  <a:lnTo>
                    <a:pt x="1904" y="28687"/>
                  </a:lnTo>
                  <a:lnTo>
                    <a:pt x="1233" y="26003"/>
                  </a:lnTo>
                  <a:lnTo>
                    <a:pt x="0" y="21555"/>
                  </a:lnTo>
                  <a:lnTo>
                    <a:pt x="277" y="20497"/>
                  </a:lnTo>
                  <a:lnTo>
                    <a:pt x="725" y="17387"/>
                  </a:lnTo>
                  <a:lnTo>
                    <a:pt x="762" y="13564"/>
                  </a:lnTo>
                  <a:lnTo>
                    <a:pt x="452" y="12258"/>
                  </a:lnTo>
                  <a:lnTo>
                    <a:pt x="90" y="11139"/>
                  </a:lnTo>
                  <a:lnTo>
                    <a:pt x="1036" y="10630"/>
                  </a:lnTo>
                  <a:lnTo>
                    <a:pt x="2619" y="9777"/>
                  </a:lnTo>
                  <a:lnTo>
                    <a:pt x="11728" y="3867"/>
                  </a:lnTo>
                  <a:lnTo>
                    <a:pt x="14275" y="2214"/>
                  </a:lnTo>
                  <a:lnTo>
                    <a:pt x="17688" y="0"/>
                  </a:lnTo>
                  <a:lnTo>
                    <a:pt x="18180" y="602"/>
                  </a:lnTo>
                  <a:lnTo>
                    <a:pt x="18686" y="1222"/>
                  </a:lnTo>
                  <a:lnTo>
                    <a:pt x="19563" y="2348"/>
                  </a:lnTo>
                  <a:lnTo>
                    <a:pt x="19917" y="2803"/>
                  </a:lnTo>
                  <a:lnTo>
                    <a:pt x="20068" y="2996"/>
                  </a:lnTo>
                  <a:lnTo>
                    <a:pt x="20455" y="3527"/>
                  </a:lnTo>
                  <a:lnTo>
                    <a:pt x="20580" y="3698"/>
                  </a:lnTo>
                  <a:lnTo>
                    <a:pt x="23688" y="7961"/>
                  </a:lnTo>
                  <a:lnTo>
                    <a:pt x="24642" y="9239"/>
                  </a:lnTo>
                  <a:lnTo>
                    <a:pt x="25838" y="10841"/>
                  </a:lnTo>
                  <a:lnTo>
                    <a:pt x="28817" y="14832"/>
                  </a:lnTo>
                  <a:lnTo>
                    <a:pt x="29131" y="15118"/>
                  </a:lnTo>
                  <a:lnTo>
                    <a:pt x="29366" y="15333"/>
                  </a:lnTo>
                  <a:lnTo>
                    <a:pt x="29717" y="15502"/>
                  </a:lnTo>
                  <a:lnTo>
                    <a:pt x="32741" y="16959"/>
                  </a:lnTo>
                  <a:lnTo>
                    <a:pt x="33278" y="17217"/>
                  </a:lnTo>
                  <a:lnTo>
                    <a:pt x="34825" y="19810"/>
                  </a:lnTo>
                  <a:lnTo>
                    <a:pt x="35340" y="20674"/>
                  </a:lnTo>
                  <a:lnTo>
                    <a:pt x="37117" y="23653"/>
                  </a:lnTo>
                  <a:lnTo>
                    <a:pt x="37632" y="24517"/>
                  </a:lnTo>
                  <a:lnTo>
                    <a:pt x="38188" y="25288"/>
                  </a:lnTo>
                  <a:lnTo>
                    <a:pt x="38554" y="25796"/>
                  </a:lnTo>
                  <a:lnTo>
                    <a:pt x="39843" y="27584"/>
                  </a:lnTo>
                  <a:lnTo>
                    <a:pt x="40645" y="28696"/>
                  </a:lnTo>
                  <a:lnTo>
                    <a:pt x="40880" y="28914"/>
                  </a:lnTo>
                  <a:lnTo>
                    <a:pt x="41469" y="29459"/>
                  </a:lnTo>
                  <a:lnTo>
                    <a:pt x="45084" y="32803"/>
                  </a:lnTo>
                  <a:lnTo>
                    <a:pt x="46077" y="33896"/>
                  </a:lnTo>
                  <a:lnTo>
                    <a:pt x="46850" y="34746"/>
                  </a:lnTo>
                  <a:lnTo>
                    <a:pt x="47162" y="35089"/>
                  </a:lnTo>
                  <a:lnTo>
                    <a:pt x="47279" y="35218"/>
                  </a:lnTo>
                  <a:lnTo>
                    <a:pt x="48846" y="36951"/>
                  </a:lnTo>
                  <a:lnTo>
                    <a:pt x="49227" y="36642"/>
                  </a:lnTo>
                  <a:lnTo>
                    <a:pt x="49801" y="36177"/>
                  </a:lnTo>
                  <a:lnTo>
                    <a:pt x="52964" y="33614"/>
                  </a:lnTo>
                  <a:lnTo>
                    <a:pt x="53648" y="33060"/>
                  </a:lnTo>
                  <a:lnTo>
                    <a:pt x="54322" y="32513"/>
                  </a:lnTo>
                  <a:lnTo>
                    <a:pt x="57639" y="29826"/>
                  </a:lnTo>
                  <a:lnTo>
                    <a:pt x="58280" y="29307"/>
                  </a:lnTo>
                  <a:lnTo>
                    <a:pt x="58871" y="28828"/>
                  </a:lnTo>
                  <a:lnTo>
                    <a:pt x="59589" y="28246"/>
                  </a:lnTo>
                  <a:lnTo>
                    <a:pt x="60244" y="27741"/>
                  </a:lnTo>
                  <a:lnTo>
                    <a:pt x="60988" y="27167"/>
                  </a:lnTo>
                  <a:lnTo>
                    <a:pt x="62371" y="26101"/>
                  </a:lnTo>
                  <a:lnTo>
                    <a:pt x="63679" y="25092"/>
                  </a:lnTo>
                  <a:lnTo>
                    <a:pt x="64544" y="24426"/>
                  </a:lnTo>
                  <a:lnTo>
                    <a:pt x="65025" y="24054"/>
                  </a:lnTo>
                  <a:lnTo>
                    <a:pt x="65315" y="23822"/>
                  </a:lnTo>
                  <a:lnTo>
                    <a:pt x="65745" y="23476"/>
                  </a:lnTo>
                  <a:lnTo>
                    <a:pt x="66359" y="22982"/>
                  </a:lnTo>
                  <a:lnTo>
                    <a:pt x="69560" y="20409"/>
                  </a:lnTo>
                  <a:lnTo>
                    <a:pt x="69892" y="20142"/>
                  </a:lnTo>
                  <a:lnTo>
                    <a:pt x="70253" y="19829"/>
                  </a:lnTo>
                  <a:lnTo>
                    <a:pt x="70910" y="19259"/>
                  </a:lnTo>
                  <a:lnTo>
                    <a:pt x="73349" y="17146"/>
                  </a:lnTo>
                  <a:lnTo>
                    <a:pt x="73626" y="16906"/>
                  </a:lnTo>
                  <a:lnTo>
                    <a:pt x="74186" y="16421"/>
                  </a:lnTo>
                  <a:lnTo>
                    <a:pt x="74326" y="16362"/>
                  </a:lnTo>
                  <a:lnTo>
                    <a:pt x="74699" y="16206"/>
                  </a:lnTo>
                  <a:lnTo>
                    <a:pt x="75486" y="16671"/>
                  </a:lnTo>
                  <a:lnTo>
                    <a:pt x="75307" y="18174"/>
                  </a:lnTo>
                  <a:lnTo>
                    <a:pt x="74834" y="19259"/>
                  </a:lnTo>
                  <a:lnTo>
                    <a:pt x="73840" y="21538"/>
                  </a:lnTo>
                  <a:lnTo>
                    <a:pt x="73595" y="22060"/>
                  </a:lnTo>
                  <a:lnTo>
                    <a:pt x="73163" y="22982"/>
                  </a:lnTo>
                  <a:lnTo>
                    <a:pt x="72230" y="24973"/>
                  </a:lnTo>
                  <a:lnTo>
                    <a:pt x="72019" y="26101"/>
                  </a:lnTo>
                  <a:lnTo>
                    <a:pt x="71816" y="27192"/>
                  </a:lnTo>
                  <a:lnTo>
                    <a:pt x="71609" y="28301"/>
                  </a:lnTo>
                  <a:lnTo>
                    <a:pt x="71302" y="29623"/>
                  </a:lnTo>
                  <a:lnTo>
                    <a:pt x="71272" y="29751"/>
                  </a:lnTo>
                  <a:lnTo>
                    <a:pt x="71182" y="30139"/>
                  </a:lnTo>
                  <a:lnTo>
                    <a:pt x="70155" y="34810"/>
                  </a:lnTo>
                  <a:lnTo>
                    <a:pt x="70476" y="35666"/>
                  </a:lnTo>
                  <a:lnTo>
                    <a:pt x="71878" y="36978"/>
                  </a:lnTo>
                  <a:lnTo>
                    <a:pt x="74442" y="37962"/>
                  </a:lnTo>
                  <a:lnTo>
                    <a:pt x="77191" y="37962"/>
                  </a:lnTo>
                  <a:lnTo>
                    <a:pt x="78065" y="37962"/>
                  </a:lnTo>
                  <a:lnTo>
                    <a:pt x="78691" y="37962"/>
                  </a:lnTo>
                  <a:lnTo>
                    <a:pt x="79392" y="37962"/>
                  </a:lnTo>
                  <a:lnTo>
                    <a:pt x="80483" y="37979"/>
                  </a:lnTo>
                  <a:lnTo>
                    <a:pt x="82806" y="38014"/>
                  </a:lnTo>
                  <a:lnTo>
                    <a:pt x="85894" y="38061"/>
                  </a:lnTo>
                  <a:lnTo>
                    <a:pt x="88636" y="38103"/>
                  </a:lnTo>
                  <a:lnTo>
                    <a:pt x="91141" y="38141"/>
                  </a:lnTo>
                  <a:lnTo>
                    <a:pt x="90915" y="41126"/>
                  </a:lnTo>
                  <a:lnTo>
                    <a:pt x="90813" y="42465"/>
                  </a:lnTo>
                  <a:lnTo>
                    <a:pt x="89612" y="43813"/>
                  </a:lnTo>
                  <a:lnTo>
                    <a:pt x="87993" y="44078"/>
                  </a:lnTo>
                  <a:lnTo>
                    <a:pt x="78766" y="45586"/>
                  </a:lnTo>
                  <a:lnTo>
                    <a:pt x="76802" y="45907"/>
                  </a:lnTo>
                  <a:lnTo>
                    <a:pt x="74915" y="47300"/>
                  </a:lnTo>
                  <a:lnTo>
                    <a:pt x="75440" y="48228"/>
                  </a:lnTo>
                  <a:lnTo>
                    <a:pt x="77618" y="52083"/>
                  </a:lnTo>
                  <a:lnTo>
                    <a:pt x="79906" y="55868"/>
                  </a:lnTo>
                  <a:lnTo>
                    <a:pt x="88999" y="53056"/>
                  </a:lnTo>
                  <a:lnTo>
                    <a:pt x="89088" y="53323"/>
                  </a:lnTo>
                  <a:lnTo>
                    <a:pt x="89524" y="54630"/>
                  </a:lnTo>
                  <a:lnTo>
                    <a:pt x="92681" y="54392"/>
                  </a:lnTo>
                  <a:lnTo>
                    <a:pt x="94544" y="54251"/>
                  </a:lnTo>
                  <a:lnTo>
                    <a:pt x="94798" y="55403"/>
                  </a:lnTo>
                  <a:lnTo>
                    <a:pt x="95145" y="56978"/>
                  </a:lnTo>
                  <a:lnTo>
                    <a:pt x="96181" y="57040"/>
                  </a:lnTo>
                  <a:lnTo>
                    <a:pt x="98545" y="57181"/>
                  </a:lnTo>
                  <a:lnTo>
                    <a:pt x="100725" y="56956"/>
                  </a:lnTo>
                  <a:lnTo>
                    <a:pt x="101027" y="56699"/>
                  </a:lnTo>
                  <a:lnTo>
                    <a:pt x="103149" y="54895"/>
                  </a:lnTo>
                  <a:lnTo>
                    <a:pt x="104296" y="53919"/>
                  </a:lnTo>
                  <a:lnTo>
                    <a:pt x="106866" y="51749"/>
                  </a:lnTo>
                  <a:lnTo>
                    <a:pt x="109686" y="49369"/>
                  </a:lnTo>
                  <a:lnTo>
                    <a:pt x="112012" y="51844"/>
                  </a:lnTo>
                  <a:lnTo>
                    <a:pt x="108090" y="55394"/>
                  </a:lnTo>
                  <a:lnTo>
                    <a:pt x="108290" y="62532"/>
                  </a:lnTo>
                  <a:lnTo>
                    <a:pt x="108493" y="69741"/>
                  </a:lnTo>
                  <a:lnTo>
                    <a:pt x="108542" y="71146"/>
                  </a:lnTo>
                  <a:lnTo>
                    <a:pt x="108578" y="72162"/>
                  </a:lnTo>
                  <a:lnTo>
                    <a:pt x="108760" y="77372"/>
                  </a:lnTo>
                  <a:lnTo>
                    <a:pt x="108831" y="79411"/>
                  </a:lnTo>
                  <a:lnTo>
                    <a:pt x="108851" y="79987"/>
                  </a:lnTo>
                  <a:lnTo>
                    <a:pt x="108851" y="80302"/>
                  </a:lnTo>
                  <a:lnTo>
                    <a:pt x="109102" y="81876"/>
                  </a:lnTo>
                  <a:lnTo>
                    <a:pt x="109169" y="82294"/>
                  </a:lnTo>
                  <a:lnTo>
                    <a:pt x="109835" y="86475"/>
                  </a:lnTo>
                  <a:lnTo>
                    <a:pt x="110204" y="88215"/>
                  </a:lnTo>
                  <a:lnTo>
                    <a:pt x="111708" y="95311"/>
                  </a:lnTo>
                  <a:lnTo>
                    <a:pt x="101745" y="96109"/>
                  </a:lnTo>
                  <a:lnTo>
                    <a:pt x="101785" y="96682"/>
                  </a:lnTo>
                  <a:lnTo>
                    <a:pt x="101795" y="96844"/>
                  </a:lnTo>
                  <a:lnTo>
                    <a:pt x="101807" y="97042"/>
                  </a:lnTo>
                  <a:lnTo>
                    <a:pt x="101843" y="97630"/>
                  </a:lnTo>
                  <a:lnTo>
                    <a:pt x="101861" y="97909"/>
                  </a:lnTo>
                  <a:lnTo>
                    <a:pt x="101880" y="98228"/>
                  </a:lnTo>
                  <a:lnTo>
                    <a:pt x="101779" y="98820"/>
                  </a:lnTo>
                  <a:lnTo>
                    <a:pt x="101510" y="100387"/>
                  </a:lnTo>
                  <a:lnTo>
                    <a:pt x="104897" y="99939"/>
                  </a:lnTo>
                  <a:lnTo>
                    <a:pt x="105112" y="99998"/>
                  </a:lnTo>
                  <a:lnTo>
                    <a:pt x="105317" y="100055"/>
                  </a:lnTo>
                  <a:lnTo>
                    <a:pt x="105997" y="100297"/>
                  </a:lnTo>
                  <a:lnTo>
                    <a:pt x="106445" y="100654"/>
                  </a:lnTo>
                  <a:lnTo>
                    <a:pt x="106695" y="100991"/>
                  </a:lnTo>
                  <a:lnTo>
                    <a:pt x="105171" y="101774"/>
                  </a:lnTo>
                  <a:lnTo>
                    <a:pt x="102746" y="103020"/>
                  </a:lnTo>
                  <a:lnTo>
                    <a:pt x="99860" y="104502"/>
                  </a:lnTo>
                  <a:lnTo>
                    <a:pt x="98347" y="105300"/>
                  </a:lnTo>
                  <a:lnTo>
                    <a:pt x="96789" y="106122"/>
                  </a:lnTo>
                  <a:lnTo>
                    <a:pt x="96600" y="106221"/>
                  </a:lnTo>
                  <a:lnTo>
                    <a:pt x="94813" y="107361"/>
                  </a:lnTo>
                  <a:lnTo>
                    <a:pt x="94532" y="107540"/>
                  </a:lnTo>
                  <a:lnTo>
                    <a:pt x="93232" y="108370"/>
                  </a:lnTo>
                  <a:lnTo>
                    <a:pt x="93462" y="108700"/>
                  </a:lnTo>
                  <a:lnTo>
                    <a:pt x="90334" y="110882"/>
                  </a:lnTo>
                  <a:lnTo>
                    <a:pt x="89267" y="111627"/>
                  </a:lnTo>
                  <a:lnTo>
                    <a:pt x="85661" y="114143"/>
                  </a:lnTo>
                  <a:lnTo>
                    <a:pt x="85672" y="114370"/>
                  </a:lnTo>
                  <a:lnTo>
                    <a:pt x="85682" y="114557"/>
                  </a:lnTo>
                  <a:lnTo>
                    <a:pt x="85760" y="116066"/>
                  </a:lnTo>
                  <a:lnTo>
                    <a:pt x="85784" y="116516"/>
                  </a:lnTo>
                  <a:lnTo>
                    <a:pt x="85884" y="118460"/>
                  </a:lnTo>
                  <a:lnTo>
                    <a:pt x="85893" y="118640"/>
                  </a:lnTo>
                  <a:lnTo>
                    <a:pt x="86105" y="122715"/>
                  </a:lnTo>
                  <a:lnTo>
                    <a:pt x="86101" y="122856"/>
                  </a:lnTo>
                  <a:lnTo>
                    <a:pt x="86075" y="123938"/>
                  </a:lnTo>
                  <a:lnTo>
                    <a:pt x="85538" y="125295"/>
                  </a:lnTo>
                  <a:lnTo>
                    <a:pt x="85046" y="125936"/>
                  </a:lnTo>
                  <a:lnTo>
                    <a:pt x="84898" y="126045"/>
                  </a:lnTo>
                  <a:lnTo>
                    <a:pt x="84599" y="126264"/>
                  </a:lnTo>
                  <a:lnTo>
                    <a:pt x="84423" y="126236"/>
                  </a:lnTo>
                  <a:lnTo>
                    <a:pt x="83287" y="126055"/>
                  </a:lnTo>
                  <a:lnTo>
                    <a:pt x="82727" y="125879"/>
                  </a:lnTo>
                  <a:lnTo>
                    <a:pt x="81915" y="125623"/>
                  </a:lnTo>
                  <a:lnTo>
                    <a:pt x="80409" y="124922"/>
                  </a:lnTo>
                  <a:lnTo>
                    <a:pt x="78620" y="123926"/>
                  </a:lnTo>
                  <a:lnTo>
                    <a:pt x="78373" y="123788"/>
                  </a:lnTo>
                  <a:lnTo>
                    <a:pt x="77558" y="123334"/>
                  </a:lnTo>
                  <a:lnTo>
                    <a:pt x="75429" y="122149"/>
                  </a:lnTo>
                  <a:lnTo>
                    <a:pt x="75166" y="121946"/>
                  </a:lnTo>
                  <a:lnTo>
                    <a:pt x="74741" y="122450"/>
                  </a:lnTo>
                  <a:lnTo>
                    <a:pt x="73932" y="123668"/>
                  </a:lnTo>
                  <a:lnTo>
                    <a:pt x="73587" y="124188"/>
                  </a:lnTo>
                  <a:lnTo>
                    <a:pt x="72200" y="126278"/>
                  </a:lnTo>
                  <a:lnTo>
                    <a:pt x="69600" y="124612"/>
                  </a:lnTo>
                  <a:lnTo>
                    <a:pt x="68387" y="123835"/>
                  </a:lnTo>
                  <a:lnTo>
                    <a:pt x="68151" y="123684"/>
                  </a:lnTo>
                  <a:lnTo>
                    <a:pt x="64983" y="121654"/>
                  </a:lnTo>
                  <a:lnTo>
                    <a:pt x="64722" y="121486"/>
                  </a:lnTo>
                  <a:lnTo>
                    <a:pt x="64577" y="121393"/>
                  </a:lnTo>
                  <a:lnTo>
                    <a:pt x="61719" y="119541"/>
                  </a:lnTo>
                  <a:lnTo>
                    <a:pt x="61054" y="119110"/>
                  </a:lnTo>
                  <a:lnTo>
                    <a:pt x="60705" y="118884"/>
                  </a:lnTo>
                  <a:lnTo>
                    <a:pt x="60009" y="118433"/>
                  </a:lnTo>
                  <a:lnTo>
                    <a:pt x="59822" y="118317"/>
                  </a:lnTo>
                  <a:lnTo>
                    <a:pt x="58962" y="117782"/>
                  </a:lnTo>
                  <a:lnTo>
                    <a:pt x="56490" y="116244"/>
                  </a:lnTo>
                  <a:lnTo>
                    <a:pt x="55620" y="115656"/>
                  </a:lnTo>
                  <a:lnTo>
                    <a:pt x="55289" y="115433"/>
                  </a:lnTo>
                  <a:lnTo>
                    <a:pt x="55000" y="115258"/>
                  </a:lnTo>
                  <a:lnTo>
                    <a:pt x="50710" y="112663"/>
                  </a:lnTo>
                  <a:lnTo>
                    <a:pt x="49265" y="111739"/>
                  </a:lnTo>
                  <a:lnTo>
                    <a:pt x="49038" y="111593"/>
                  </a:lnTo>
                  <a:lnTo>
                    <a:pt x="48814" y="111450"/>
                  </a:lnTo>
                  <a:lnTo>
                    <a:pt x="48545" y="111278"/>
                  </a:lnTo>
                  <a:lnTo>
                    <a:pt x="44194" y="108689"/>
                  </a:lnTo>
                  <a:lnTo>
                    <a:pt x="43883" y="108504"/>
                  </a:lnTo>
                  <a:lnTo>
                    <a:pt x="43622" y="108348"/>
                  </a:lnTo>
                  <a:lnTo>
                    <a:pt x="42969" y="107791"/>
                  </a:lnTo>
                  <a:lnTo>
                    <a:pt x="42746" y="107613"/>
                  </a:lnTo>
                  <a:lnTo>
                    <a:pt x="42490" y="107411"/>
                  </a:lnTo>
                  <a:lnTo>
                    <a:pt x="41394" y="106541"/>
                  </a:lnTo>
                  <a:lnTo>
                    <a:pt x="37426" y="104513"/>
                  </a:lnTo>
                  <a:lnTo>
                    <a:pt x="37201" y="10439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3" name="pg202"/>
            <p:cNvSpPr/>
            <p:nvPr/>
          </p:nvSpPr>
          <p:spPr>
            <a:xfrm>
              <a:off x="4069687" y="2042584"/>
              <a:ext cx="177015" cy="102260"/>
            </a:xfrm>
            <a:custGeom>
              <a:avLst/>
              <a:pathLst>
                <a:path w="177015" h="102260">
                  <a:moveTo>
                    <a:pt x="94999" y="9009"/>
                  </a:moveTo>
                  <a:lnTo>
                    <a:pt x="95374" y="9718"/>
                  </a:lnTo>
                  <a:lnTo>
                    <a:pt x="98363" y="9080"/>
                  </a:lnTo>
                  <a:lnTo>
                    <a:pt x="102508" y="6489"/>
                  </a:lnTo>
                  <a:lnTo>
                    <a:pt x="107298" y="4970"/>
                  </a:lnTo>
                  <a:lnTo>
                    <a:pt x="116916" y="2707"/>
                  </a:lnTo>
                  <a:lnTo>
                    <a:pt x="120649" y="1829"/>
                  </a:lnTo>
                  <a:lnTo>
                    <a:pt x="121765" y="1566"/>
                  </a:lnTo>
                  <a:lnTo>
                    <a:pt x="127900" y="2248"/>
                  </a:lnTo>
                  <a:lnTo>
                    <a:pt x="130782" y="2568"/>
                  </a:lnTo>
                  <a:lnTo>
                    <a:pt x="137281" y="6604"/>
                  </a:lnTo>
                  <a:lnTo>
                    <a:pt x="137581" y="6790"/>
                  </a:lnTo>
                  <a:lnTo>
                    <a:pt x="137393" y="14105"/>
                  </a:lnTo>
                  <a:lnTo>
                    <a:pt x="133591" y="14090"/>
                  </a:lnTo>
                  <a:lnTo>
                    <a:pt x="133001" y="21819"/>
                  </a:lnTo>
                  <a:lnTo>
                    <a:pt x="143951" y="22893"/>
                  </a:lnTo>
                  <a:lnTo>
                    <a:pt x="143808" y="24610"/>
                  </a:lnTo>
                  <a:lnTo>
                    <a:pt x="151823" y="30193"/>
                  </a:lnTo>
                  <a:lnTo>
                    <a:pt x="152474" y="29577"/>
                  </a:lnTo>
                  <a:lnTo>
                    <a:pt x="152642" y="29418"/>
                  </a:lnTo>
                  <a:lnTo>
                    <a:pt x="155760" y="26472"/>
                  </a:lnTo>
                  <a:lnTo>
                    <a:pt x="156492" y="25779"/>
                  </a:lnTo>
                  <a:lnTo>
                    <a:pt x="164777" y="30765"/>
                  </a:lnTo>
                  <a:lnTo>
                    <a:pt x="162083" y="35215"/>
                  </a:lnTo>
                  <a:lnTo>
                    <a:pt x="166427" y="37090"/>
                  </a:lnTo>
                  <a:lnTo>
                    <a:pt x="171504" y="39282"/>
                  </a:lnTo>
                  <a:lnTo>
                    <a:pt x="171289" y="44005"/>
                  </a:lnTo>
                  <a:lnTo>
                    <a:pt x="173508" y="49158"/>
                  </a:lnTo>
                  <a:lnTo>
                    <a:pt x="174613" y="49987"/>
                  </a:lnTo>
                  <a:lnTo>
                    <a:pt x="176370" y="51305"/>
                  </a:lnTo>
                  <a:lnTo>
                    <a:pt x="176830" y="55083"/>
                  </a:lnTo>
                  <a:lnTo>
                    <a:pt x="177015" y="56601"/>
                  </a:lnTo>
                  <a:lnTo>
                    <a:pt x="173866" y="64974"/>
                  </a:lnTo>
                  <a:lnTo>
                    <a:pt x="172923" y="69353"/>
                  </a:lnTo>
                  <a:lnTo>
                    <a:pt x="171432" y="76282"/>
                  </a:lnTo>
                  <a:lnTo>
                    <a:pt x="170486" y="76696"/>
                  </a:lnTo>
                  <a:lnTo>
                    <a:pt x="167997" y="77785"/>
                  </a:lnTo>
                  <a:lnTo>
                    <a:pt x="167615" y="80736"/>
                  </a:lnTo>
                  <a:lnTo>
                    <a:pt x="168659" y="82228"/>
                  </a:lnTo>
                  <a:lnTo>
                    <a:pt x="169374" y="84956"/>
                  </a:lnTo>
                  <a:lnTo>
                    <a:pt x="169738" y="87145"/>
                  </a:lnTo>
                  <a:lnTo>
                    <a:pt x="171281" y="90683"/>
                  </a:lnTo>
                  <a:lnTo>
                    <a:pt x="171253" y="92963"/>
                  </a:lnTo>
                  <a:lnTo>
                    <a:pt x="170671" y="94036"/>
                  </a:lnTo>
                  <a:lnTo>
                    <a:pt x="170314" y="95333"/>
                  </a:lnTo>
                  <a:lnTo>
                    <a:pt x="169866" y="97793"/>
                  </a:lnTo>
                  <a:lnTo>
                    <a:pt x="169687" y="98777"/>
                  </a:lnTo>
                  <a:lnTo>
                    <a:pt x="167354" y="100053"/>
                  </a:lnTo>
                  <a:lnTo>
                    <a:pt x="160626" y="102260"/>
                  </a:lnTo>
                  <a:lnTo>
                    <a:pt x="157668" y="101532"/>
                  </a:lnTo>
                  <a:lnTo>
                    <a:pt x="157770" y="100194"/>
                  </a:lnTo>
                  <a:lnTo>
                    <a:pt x="157985" y="97209"/>
                  </a:lnTo>
                  <a:lnTo>
                    <a:pt x="155491" y="97171"/>
                  </a:lnTo>
                  <a:lnTo>
                    <a:pt x="152749" y="97129"/>
                  </a:lnTo>
                  <a:lnTo>
                    <a:pt x="149661" y="97082"/>
                  </a:lnTo>
                  <a:lnTo>
                    <a:pt x="147338" y="97046"/>
                  </a:lnTo>
                  <a:lnTo>
                    <a:pt x="146247" y="97030"/>
                  </a:lnTo>
                  <a:lnTo>
                    <a:pt x="145546" y="97030"/>
                  </a:lnTo>
                  <a:lnTo>
                    <a:pt x="144920" y="97030"/>
                  </a:lnTo>
                  <a:lnTo>
                    <a:pt x="144046" y="97030"/>
                  </a:lnTo>
                  <a:lnTo>
                    <a:pt x="141297" y="97030"/>
                  </a:lnTo>
                  <a:lnTo>
                    <a:pt x="138733" y="96046"/>
                  </a:lnTo>
                  <a:lnTo>
                    <a:pt x="137331" y="94734"/>
                  </a:lnTo>
                  <a:lnTo>
                    <a:pt x="136994" y="93691"/>
                  </a:lnTo>
                  <a:lnTo>
                    <a:pt x="138037" y="89206"/>
                  </a:lnTo>
                  <a:lnTo>
                    <a:pt x="138127" y="88819"/>
                  </a:lnTo>
                  <a:lnTo>
                    <a:pt x="138157" y="88690"/>
                  </a:lnTo>
                  <a:lnTo>
                    <a:pt x="138464" y="87368"/>
                  </a:lnTo>
                  <a:lnTo>
                    <a:pt x="138671" y="86260"/>
                  </a:lnTo>
                  <a:lnTo>
                    <a:pt x="138874" y="85169"/>
                  </a:lnTo>
                  <a:lnTo>
                    <a:pt x="139085" y="84040"/>
                  </a:lnTo>
                  <a:lnTo>
                    <a:pt x="140018" y="82050"/>
                  </a:lnTo>
                  <a:lnTo>
                    <a:pt x="140450" y="81128"/>
                  </a:lnTo>
                  <a:lnTo>
                    <a:pt x="140695" y="80605"/>
                  </a:lnTo>
                  <a:lnTo>
                    <a:pt x="141689" y="78327"/>
                  </a:lnTo>
                  <a:lnTo>
                    <a:pt x="142162" y="77242"/>
                  </a:lnTo>
                  <a:lnTo>
                    <a:pt x="142325" y="75729"/>
                  </a:lnTo>
                  <a:lnTo>
                    <a:pt x="141554" y="75273"/>
                  </a:lnTo>
                  <a:lnTo>
                    <a:pt x="141181" y="75430"/>
                  </a:lnTo>
                  <a:lnTo>
                    <a:pt x="141041" y="75488"/>
                  </a:lnTo>
                  <a:lnTo>
                    <a:pt x="140481" y="75973"/>
                  </a:lnTo>
                  <a:lnTo>
                    <a:pt x="140204" y="76214"/>
                  </a:lnTo>
                  <a:lnTo>
                    <a:pt x="137765" y="78327"/>
                  </a:lnTo>
                  <a:lnTo>
                    <a:pt x="137108" y="78896"/>
                  </a:lnTo>
                  <a:lnTo>
                    <a:pt x="136747" y="79210"/>
                  </a:lnTo>
                  <a:lnTo>
                    <a:pt x="136415" y="79477"/>
                  </a:lnTo>
                  <a:lnTo>
                    <a:pt x="133121" y="82124"/>
                  </a:lnTo>
                  <a:lnTo>
                    <a:pt x="132600" y="82544"/>
                  </a:lnTo>
                  <a:lnTo>
                    <a:pt x="132170" y="82889"/>
                  </a:lnTo>
                  <a:lnTo>
                    <a:pt x="131880" y="83122"/>
                  </a:lnTo>
                  <a:lnTo>
                    <a:pt x="131399" y="83493"/>
                  </a:lnTo>
                  <a:lnTo>
                    <a:pt x="130534" y="84160"/>
                  </a:lnTo>
                  <a:lnTo>
                    <a:pt x="129226" y="85169"/>
                  </a:lnTo>
                  <a:lnTo>
                    <a:pt x="127843" y="86235"/>
                  </a:lnTo>
                  <a:lnTo>
                    <a:pt x="127099" y="86809"/>
                  </a:lnTo>
                  <a:lnTo>
                    <a:pt x="126444" y="87314"/>
                  </a:lnTo>
                  <a:lnTo>
                    <a:pt x="125726" y="87895"/>
                  </a:lnTo>
                  <a:lnTo>
                    <a:pt x="125135" y="88374"/>
                  </a:lnTo>
                  <a:lnTo>
                    <a:pt x="124494" y="88893"/>
                  </a:lnTo>
                  <a:lnTo>
                    <a:pt x="121177" y="91581"/>
                  </a:lnTo>
                  <a:lnTo>
                    <a:pt x="120503" y="92127"/>
                  </a:lnTo>
                  <a:lnTo>
                    <a:pt x="119819" y="92681"/>
                  </a:lnTo>
                  <a:lnTo>
                    <a:pt x="116656" y="95245"/>
                  </a:lnTo>
                  <a:lnTo>
                    <a:pt x="116082" y="95710"/>
                  </a:lnTo>
                  <a:lnTo>
                    <a:pt x="115631" y="95932"/>
                  </a:lnTo>
                  <a:lnTo>
                    <a:pt x="114134" y="94285"/>
                  </a:lnTo>
                  <a:lnTo>
                    <a:pt x="114017" y="94156"/>
                  </a:lnTo>
                  <a:lnTo>
                    <a:pt x="113705" y="93814"/>
                  </a:lnTo>
                  <a:lnTo>
                    <a:pt x="112932" y="92963"/>
                  </a:lnTo>
                  <a:lnTo>
                    <a:pt x="111939" y="91871"/>
                  </a:lnTo>
                  <a:lnTo>
                    <a:pt x="108324" y="88527"/>
                  </a:lnTo>
                  <a:lnTo>
                    <a:pt x="107735" y="87981"/>
                  </a:lnTo>
                  <a:lnTo>
                    <a:pt x="107500" y="87764"/>
                  </a:lnTo>
                  <a:lnTo>
                    <a:pt x="106698" y="86652"/>
                  </a:lnTo>
                  <a:lnTo>
                    <a:pt x="105409" y="84863"/>
                  </a:lnTo>
                  <a:lnTo>
                    <a:pt x="105042" y="84355"/>
                  </a:lnTo>
                  <a:lnTo>
                    <a:pt x="104487" y="83584"/>
                  </a:lnTo>
                  <a:lnTo>
                    <a:pt x="103972" y="82721"/>
                  </a:lnTo>
                  <a:lnTo>
                    <a:pt x="102195" y="79741"/>
                  </a:lnTo>
                  <a:lnTo>
                    <a:pt x="101680" y="78878"/>
                  </a:lnTo>
                  <a:lnTo>
                    <a:pt x="100133" y="76285"/>
                  </a:lnTo>
                  <a:lnTo>
                    <a:pt x="99596" y="76026"/>
                  </a:lnTo>
                  <a:lnTo>
                    <a:pt x="96572" y="74570"/>
                  </a:lnTo>
                  <a:lnTo>
                    <a:pt x="96221" y="74400"/>
                  </a:lnTo>
                  <a:lnTo>
                    <a:pt x="95986" y="74186"/>
                  </a:lnTo>
                  <a:lnTo>
                    <a:pt x="95672" y="73900"/>
                  </a:lnTo>
                  <a:lnTo>
                    <a:pt x="92693" y="69908"/>
                  </a:lnTo>
                  <a:lnTo>
                    <a:pt x="91497" y="68306"/>
                  </a:lnTo>
                  <a:lnTo>
                    <a:pt x="90543" y="67029"/>
                  </a:lnTo>
                  <a:lnTo>
                    <a:pt x="87435" y="62766"/>
                  </a:lnTo>
                  <a:lnTo>
                    <a:pt x="87310" y="62594"/>
                  </a:lnTo>
                  <a:lnTo>
                    <a:pt x="86923" y="62064"/>
                  </a:lnTo>
                  <a:lnTo>
                    <a:pt x="86772" y="61870"/>
                  </a:lnTo>
                  <a:lnTo>
                    <a:pt x="86418" y="61416"/>
                  </a:lnTo>
                  <a:lnTo>
                    <a:pt x="85541" y="60290"/>
                  </a:lnTo>
                  <a:lnTo>
                    <a:pt x="85035" y="59669"/>
                  </a:lnTo>
                  <a:lnTo>
                    <a:pt x="84543" y="59067"/>
                  </a:lnTo>
                  <a:lnTo>
                    <a:pt x="81130" y="61282"/>
                  </a:lnTo>
                  <a:lnTo>
                    <a:pt x="78583" y="62935"/>
                  </a:lnTo>
                  <a:lnTo>
                    <a:pt x="69474" y="68845"/>
                  </a:lnTo>
                  <a:lnTo>
                    <a:pt x="67891" y="69697"/>
                  </a:lnTo>
                  <a:lnTo>
                    <a:pt x="66940" y="70210"/>
                  </a:lnTo>
                  <a:lnTo>
                    <a:pt x="66461" y="68755"/>
                  </a:lnTo>
                  <a:lnTo>
                    <a:pt x="65511" y="66891"/>
                  </a:lnTo>
                  <a:lnTo>
                    <a:pt x="64709" y="66295"/>
                  </a:lnTo>
                  <a:lnTo>
                    <a:pt x="63442" y="65698"/>
                  </a:lnTo>
                  <a:lnTo>
                    <a:pt x="62846" y="65139"/>
                  </a:lnTo>
                  <a:lnTo>
                    <a:pt x="61094" y="62791"/>
                  </a:lnTo>
                  <a:lnTo>
                    <a:pt x="59444" y="61625"/>
                  </a:lnTo>
                  <a:lnTo>
                    <a:pt x="57664" y="60368"/>
                  </a:lnTo>
                  <a:lnTo>
                    <a:pt x="57211" y="60154"/>
                  </a:lnTo>
                  <a:lnTo>
                    <a:pt x="54981" y="59101"/>
                  </a:lnTo>
                  <a:lnTo>
                    <a:pt x="50332" y="58113"/>
                  </a:lnTo>
                  <a:lnTo>
                    <a:pt x="49973" y="58013"/>
                  </a:lnTo>
                  <a:lnTo>
                    <a:pt x="48427" y="57583"/>
                  </a:lnTo>
                  <a:lnTo>
                    <a:pt x="46109" y="56939"/>
                  </a:lnTo>
                  <a:lnTo>
                    <a:pt x="42643" y="56305"/>
                  </a:lnTo>
                  <a:lnTo>
                    <a:pt x="40069" y="56305"/>
                  </a:lnTo>
                  <a:lnTo>
                    <a:pt x="39002" y="56335"/>
                  </a:lnTo>
                  <a:lnTo>
                    <a:pt x="37387" y="56380"/>
                  </a:lnTo>
                  <a:lnTo>
                    <a:pt x="36269" y="56305"/>
                  </a:lnTo>
                  <a:lnTo>
                    <a:pt x="34927" y="55746"/>
                  </a:lnTo>
                  <a:lnTo>
                    <a:pt x="33860" y="54266"/>
                  </a:lnTo>
                  <a:lnTo>
                    <a:pt x="32766" y="52326"/>
                  </a:lnTo>
                  <a:lnTo>
                    <a:pt x="31845" y="50660"/>
                  </a:lnTo>
                  <a:lnTo>
                    <a:pt x="31713" y="50311"/>
                  </a:lnTo>
                  <a:lnTo>
                    <a:pt x="31514" y="49785"/>
                  </a:lnTo>
                  <a:lnTo>
                    <a:pt x="31365" y="49385"/>
                  </a:lnTo>
                  <a:lnTo>
                    <a:pt x="30678" y="47546"/>
                  </a:lnTo>
                  <a:lnTo>
                    <a:pt x="30182" y="46711"/>
                  </a:lnTo>
                  <a:lnTo>
                    <a:pt x="27900" y="34365"/>
                  </a:lnTo>
                  <a:lnTo>
                    <a:pt x="27583" y="32957"/>
                  </a:lnTo>
                  <a:lnTo>
                    <a:pt x="27046" y="31108"/>
                  </a:lnTo>
                  <a:lnTo>
                    <a:pt x="26867" y="30750"/>
                  </a:lnTo>
                  <a:lnTo>
                    <a:pt x="26270" y="30512"/>
                  </a:lnTo>
                  <a:lnTo>
                    <a:pt x="25823" y="30452"/>
                  </a:lnTo>
                  <a:lnTo>
                    <a:pt x="25195" y="30609"/>
                  </a:lnTo>
                  <a:lnTo>
                    <a:pt x="24392" y="30810"/>
                  </a:lnTo>
                  <a:lnTo>
                    <a:pt x="20635" y="32599"/>
                  </a:lnTo>
                  <a:lnTo>
                    <a:pt x="19306" y="33326"/>
                  </a:lnTo>
                  <a:lnTo>
                    <a:pt x="15767" y="35261"/>
                  </a:lnTo>
                  <a:lnTo>
                    <a:pt x="13538" y="35940"/>
                  </a:lnTo>
                  <a:lnTo>
                    <a:pt x="8314" y="37531"/>
                  </a:lnTo>
                  <a:lnTo>
                    <a:pt x="1946" y="38816"/>
                  </a:lnTo>
                  <a:lnTo>
                    <a:pt x="134" y="38281"/>
                  </a:lnTo>
                  <a:lnTo>
                    <a:pt x="66" y="37787"/>
                  </a:lnTo>
                  <a:lnTo>
                    <a:pt x="0" y="37310"/>
                  </a:lnTo>
                  <a:lnTo>
                    <a:pt x="238" y="36535"/>
                  </a:lnTo>
                  <a:lnTo>
                    <a:pt x="1298" y="36095"/>
                  </a:lnTo>
                  <a:lnTo>
                    <a:pt x="3399" y="35223"/>
                  </a:lnTo>
                  <a:lnTo>
                    <a:pt x="4830" y="34597"/>
                  </a:lnTo>
                  <a:lnTo>
                    <a:pt x="5824" y="33927"/>
                  </a:lnTo>
                  <a:lnTo>
                    <a:pt x="6888" y="32539"/>
                  </a:lnTo>
                  <a:lnTo>
                    <a:pt x="8409" y="30571"/>
                  </a:lnTo>
                  <a:lnTo>
                    <a:pt x="9304" y="28507"/>
                  </a:lnTo>
                  <a:lnTo>
                    <a:pt x="9548" y="28117"/>
                  </a:lnTo>
                  <a:lnTo>
                    <a:pt x="9401" y="27321"/>
                  </a:lnTo>
                  <a:lnTo>
                    <a:pt x="8475" y="22320"/>
                  </a:lnTo>
                  <a:lnTo>
                    <a:pt x="15981" y="12737"/>
                  </a:lnTo>
                  <a:lnTo>
                    <a:pt x="18566" y="9438"/>
                  </a:lnTo>
                  <a:lnTo>
                    <a:pt x="32306" y="10225"/>
                  </a:lnTo>
                  <a:lnTo>
                    <a:pt x="40646" y="14809"/>
                  </a:lnTo>
                  <a:lnTo>
                    <a:pt x="41682" y="15378"/>
                  </a:lnTo>
                  <a:lnTo>
                    <a:pt x="43328" y="18241"/>
                  </a:lnTo>
                  <a:lnTo>
                    <a:pt x="44535" y="18354"/>
                  </a:lnTo>
                  <a:lnTo>
                    <a:pt x="45833" y="17955"/>
                  </a:lnTo>
                  <a:lnTo>
                    <a:pt x="47353" y="16252"/>
                  </a:lnTo>
                  <a:lnTo>
                    <a:pt x="50198" y="15164"/>
                  </a:lnTo>
                  <a:lnTo>
                    <a:pt x="51804" y="11334"/>
                  </a:lnTo>
                  <a:lnTo>
                    <a:pt x="53818" y="9944"/>
                  </a:lnTo>
                  <a:lnTo>
                    <a:pt x="56255" y="8862"/>
                  </a:lnTo>
                  <a:lnTo>
                    <a:pt x="58487" y="8763"/>
                  </a:lnTo>
                  <a:lnTo>
                    <a:pt x="65871" y="10655"/>
                  </a:lnTo>
                  <a:lnTo>
                    <a:pt x="70666" y="11657"/>
                  </a:lnTo>
                  <a:lnTo>
                    <a:pt x="73887" y="11156"/>
                  </a:lnTo>
                  <a:lnTo>
                    <a:pt x="85910" y="4357"/>
                  </a:lnTo>
                  <a:lnTo>
                    <a:pt x="88015" y="1284"/>
                  </a:lnTo>
                  <a:lnTo>
                    <a:pt x="89298" y="324"/>
                  </a:lnTo>
                  <a:lnTo>
                    <a:pt x="90727" y="0"/>
                  </a:lnTo>
                  <a:lnTo>
                    <a:pt x="92145" y="316"/>
                  </a:lnTo>
                  <a:lnTo>
                    <a:pt x="92798" y="462"/>
                  </a:lnTo>
                  <a:lnTo>
                    <a:pt x="93854" y="2425"/>
                  </a:lnTo>
                  <a:lnTo>
                    <a:pt x="94556" y="64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4" name="pg203"/>
            <p:cNvSpPr/>
            <p:nvPr/>
          </p:nvSpPr>
          <p:spPr>
            <a:xfrm>
              <a:off x="4229186" y="2183124"/>
              <a:ext cx="78050" cy="125163"/>
            </a:xfrm>
            <a:custGeom>
              <a:avLst/>
              <a:pathLst>
                <a:path w="78050" h="125163">
                  <a:moveTo>
                    <a:pt x="32242" y="17544"/>
                  </a:moveTo>
                  <a:lnTo>
                    <a:pt x="32601" y="20550"/>
                  </a:lnTo>
                  <a:lnTo>
                    <a:pt x="32890" y="22667"/>
                  </a:lnTo>
                  <a:lnTo>
                    <a:pt x="32978" y="23310"/>
                  </a:lnTo>
                  <a:lnTo>
                    <a:pt x="33066" y="24322"/>
                  </a:lnTo>
                  <a:lnTo>
                    <a:pt x="33228" y="26182"/>
                  </a:lnTo>
                  <a:lnTo>
                    <a:pt x="33283" y="28433"/>
                  </a:lnTo>
                  <a:lnTo>
                    <a:pt x="33724" y="31257"/>
                  </a:lnTo>
                  <a:lnTo>
                    <a:pt x="33986" y="32412"/>
                  </a:lnTo>
                  <a:lnTo>
                    <a:pt x="34176" y="33251"/>
                  </a:lnTo>
                  <a:lnTo>
                    <a:pt x="34487" y="34208"/>
                  </a:lnTo>
                  <a:lnTo>
                    <a:pt x="34617" y="35636"/>
                  </a:lnTo>
                  <a:lnTo>
                    <a:pt x="34496" y="37777"/>
                  </a:lnTo>
                  <a:lnTo>
                    <a:pt x="35120" y="39755"/>
                  </a:lnTo>
                  <a:lnTo>
                    <a:pt x="36234" y="43796"/>
                  </a:lnTo>
                  <a:lnTo>
                    <a:pt x="36006" y="44536"/>
                  </a:lnTo>
                  <a:lnTo>
                    <a:pt x="35881" y="44764"/>
                  </a:lnTo>
                  <a:lnTo>
                    <a:pt x="36142" y="46076"/>
                  </a:lnTo>
                  <a:lnTo>
                    <a:pt x="36045" y="46613"/>
                  </a:lnTo>
                  <a:lnTo>
                    <a:pt x="35837" y="47312"/>
                  </a:lnTo>
                  <a:lnTo>
                    <a:pt x="36073" y="49116"/>
                  </a:lnTo>
                  <a:lnTo>
                    <a:pt x="36249" y="49939"/>
                  </a:lnTo>
                  <a:lnTo>
                    <a:pt x="36761" y="52323"/>
                  </a:lnTo>
                  <a:lnTo>
                    <a:pt x="36630" y="52366"/>
                  </a:lnTo>
                  <a:lnTo>
                    <a:pt x="34094" y="53194"/>
                  </a:lnTo>
                  <a:lnTo>
                    <a:pt x="33358" y="53435"/>
                  </a:lnTo>
                  <a:lnTo>
                    <a:pt x="33608" y="54579"/>
                  </a:lnTo>
                  <a:lnTo>
                    <a:pt x="33770" y="55268"/>
                  </a:lnTo>
                  <a:lnTo>
                    <a:pt x="36547" y="57014"/>
                  </a:lnTo>
                  <a:lnTo>
                    <a:pt x="35515" y="58942"/>
                  </a:lnTo>
                  <a:lnTo>
                    <a:pt x="34519" y="60801"/>
                  </a:lnTo>
                  <a:lnTo>
                    <a:pt x="35216" y="60372"/>
                  </a:lnTo>
                  <a:lnTo>
                    <a:pt x="36552" y="59549"/>
                  </a:lnTo>
                  <a:lnTo>
                    <a:pt x="37125" y="59287"/>
                  </a:lnTo>
                  <a:lnTo>
                    <a:pt x="37661" y="59275"/>
                  </a:lnTo>
                  <a:lnTo>
                    <a:pt x="38512" y="59588"/>
                  </a:lnTo>
                  <a:lnTo>
                    <a:pt x="39037" y="58856"/>
                  </a:lnTo>
                  <a:lnTo>
                    <a:pt x="39416" y="58500"/>
                  </a:lnTo>
                  <a:lnTo>
                    <a:pt x="40806" y="59830"/>
                  </a:lnTo>
                  <a:lnTo>
                    <a:pt x="41050" y="60063"/>
                  </a:lnTo>
                  <a:lnTo>
                    <a:pt x="40958" y="60195"/>
                  </a:lnTo>
                  <a:lnTo>
                    <a:pt x="40329" y="61092"/>
                  </a:lnTo>
                  <a:lnTo>
                    <a:pt x="40683" y="61384"/>
                  </a:lnTo>
                  <a:lnTo>
                    <a:pt x="41824" y="62442"/>
                  </a:lnTo>
                  <a:lnTo>
                    <a:pt x="42122" y="62718"/>
                  </a:lnTo>
                  <a:lnTo>
                    <a:pt x="42535" y="62170"/>
                  </a:lnTo>
                  <a:lnTo>
                    <a:pt x="44000" y="61440"/>
                  </a:lnTo>
                  <a:lnTo>
                    <a:pt x="45276" y="61042"/>
                  </a:lnTo>
                  <a:lnTo>
                    <a:pt x="45566" y="60951"/>
                  </a:lnTo>
                  <a:lnTo>
                    <a:pt x="46891" y="60538"/>
                  </a:lnTo>
                  <a:lnTo>
                    <a:pt x="47456" y="60537"/>
                  </a:lnTo>
                  <a:lnTo>
                    <a:pt x="48932" y="60536"/>
                  </a:lnTo>
                  <a:lnTo>
                    <a:pt x="50964" y="61915"/>
                  </a:lnTo>
                  <a:lnTo>
                    <a:pt x="55014" y="64644"/>
                  </a:lnTo>
                  <a:lnTo>
                    <a:pt x="55183" y="64397"/>
                  </a:lnTo>
                  <a:lnTo>
                    <a:pt x="65015" y="49968"/>
                  </a:lnTo>
                  <a:lnTo>
                    <a:pt x="65238" y="50117"/>
                  </a:lnTo>
                  <a:lnTo>
                    <a:pt x="66147" y="50726"/>
                  </a:lnTo>
                  <a:lnTo>
                    <a:pt x="67590" y="51692"/>
                  </a:lnTo>
                  <a:lnTo>
                    <a:pt x="69621" y="53051"/>
                  </a:lnTo>
                  <a:lnTo>
                    <a:pt x="70121" y="53386"/>
                  </a:lnTo>
                  <a:lnTo>
                    <a:pt x="74720" y="56465"/>
                  </a:lnTo>
                  <a:lnTo>
                    <a:pt x="76987" y="57982"/>
                  </a:lnTo>
                  <a:lnTo>
                    <a:pt x="78050" y="58694"/>
                  </a:lnTo>
                  <a:lnTo>
                    <a:pt x="77781" y="59077"/>
                  </a:lnTo>
                  <a:lnTo>
                    <a:pt x="72750" y="66212"/>
                  </a:lnTo>
                  <a:lnTo>
                    <a:pt x="72528" y="66530"/>
                  </a:lnTo>
                  <a:lnTo>
                    <a:pt x="68237" y="72693"/>
                  </a:lnTo>
                  <a:lnTo>
                    <a:pt x="68115" y="72868"/>
                  </a:lnTo>
                  <a:lnTo>
                    <a:pt x="67893" y="73186"/>
                  </a:lnTo>
                  <a:lnTo>
                    <a:pt x="67790" y="73334"/>
                  </a:lnTo>
                  <a:lnTo>
                    <a:pt x="67646" y="73541"/>
                  </a:lnTo>
                  <a:lnTo>
                    <a:pt x="67094" y="74334"/>
                  </a:lnTo>
                  <a:lnTo>
                    <a:pt x="57963" y="87448"/>
                  </a:lnTo>
                  <a:lnTo>
                    <a:pt x="57676" y="87881"/>
                  </a:lnTo>
                  <a:lnTo>
                    <a:pt x="57021" y="88868"/>
                  </a:lnTo>
                  <a:lnTo>
                    <a:pt x="56073" y="90296"/>
                  </a:lnTo>
                  <a:lnTo>
                    <a:pt x="53537" y="94120"/>
                  </a:lnTo>
                  <a:lnTo>
                    <a:pt x="52859" y="95141"/>
                  </a:lnTo>
                  <a:lnTo>
                    <a:pt x="51737" y="97121"/>
                  </a:lnTo>
                  <a:lnTo>
                    <a:pt x="51495" y="97359"/>
                  </a:lnTo>
                  <a:lnTo>
                    <a:pt x="50418" y="98348"/>
                  </a:lnTo>
                  <a:lnTo>
                    <a:pt x="50155" y="98491"/>
                  </a:lnTo>
                  <a:lnTo>
                    <a:pt x="49384" y="98909"/>
                  </a:lnTo>
                  <a:lnTo>
                    <a:pt x="48837" y="99114"/>
                  </a:lnTo>
                  <a:lnTo>
                    <a:pt x="47748" y="99454"/>
                  </a:lnTo>
                  <a:lnTo>
                    <a:pt x="47847" y="99722"/>
                  </a:lnTo>
                  <a:lnTo>
                    <a:pt x="47993" y="100117"/>
                  </a:lnTo>
                  <a:lnTo>
                    <a:pt x="48061" y="100299"/>
                  </a:lnTo>
                  <a:lnTo>
                    <a:pt x="48283" y="100899"/>
                  </a:lnTo>
                  <a:lnTo>
                    <a:pt x="48371" y="101134"/>
                  </a:lnTo>
                  <a:lnTo>
                    <a:pt x="48565" y="101658"/>
                  </a:lnTo>
                  <a:lnTo>
                    <a:pt x="49096" y="103090"/>
                  </a:lnTo>
                  <a:lnTo>
                    <a:pt x="49192" y="103348"/>
                  </a:lnTo>
                  <a:lnTo>
                    <a:pt x="49991" y="104532"/>
                  </a:lnTo>
                  <a:lnTo>
                    <a:pt x="52212" y="106447"/>
                  </a:lnTo>
                  <a:lnTo>
                    <a:pt x="52687" y="106857"/>
                  </a:lnTo>
                  <a:lnTo>
                    <a:pt x="54607" y="108512"/>
                  </a:lnTo>
                  <a:lnTo>
                    <a:pt x="56636" y="110262"/>
                  </a:lnTo>
                  <a:lnTo>
                    <a:pt x="56977" y="110556"/>
                  </a:lnTo>
                  <a:lnTo>
                    <a:pt x="57251" y="110792"/>
                  </a:lnTo>
                  <a:lnTo>
                    <a:pt x="58011" y="111428"/>
                  </a:lnTo>
                  <a:lnTo>
                    <a:pt x="59270" y="112481"/>
                  </a:lnTo>
                  <a:lnTo>
                    <a:pt x="60251" y="113303"/>
                  </a:lnTo>
                  <a:lnTo>
                    <a:pt x="60635" y="113620"/>
                  </a:lnTo>
                  <a:lnTo>
                    <a:pt x="60773" y="113729"/>
                  </a:lnTo>
                  <a:lnTo>
                    <a:pt x="61157" y="114033"/>
                  </a:lnTo>
                  <a:lnTo>
                    <a:pt x="61364" y="114197"/>
                  </a:lnTo>
                  <a:lnTo>
                    <a:pt x="61061" y="114320"/>
                  </a:lnTo>
                  <a:lnTo>
                    <a:pt x="60266" y="114645"/>
                  </a:lnTo>
                  <a:lnTo>
                    <a:pt x="58573" y="115338"/>
                  </a:lnTo>
                  <a:lnTo>
                    <a:pt x="56833" y="115966"/>
                  </a:lnTo>
                  <a:lnTo>
                    <a:pt x="53116" y="117306"/>
                  </a:lnTo>
                  <a:lnTo>
                    <a:pt x="49772" y="118275"/>
                  </a:lnTo>
                  <a:lnTo>
                    <a:pt x="48578" y="118621"/>
                  </a:lnTo>
                  <a:lnTo>
                    <a:pt x="45195" y="119600"/>
                  </a:lnTo>
                  <a:lnTo>
                    <a:pt x="41084" y="120661"/>
                  </a:lnTo>
                  <a:lnTo>
                    <a:pt x="38938" y="121525"/>
                  </a:lnTo>
                  <a:lnTo>
                    <a:pt x="37640" y="122047"/>
                  </a:lnTo>
                  <a:lnTo>
                    <a:pt x="36019" y="122942"/>
                  </a:lnTo>
                  <a:lnTo>
                    <a:pt x="33749" y="124194"/>
                  </a:lnTo>
                  <a:lnTo>
                    <a:pt x="32501" y="125163"/>
                  </a:lnTo>
                  <a:lnTo>
                    <a:pt x="32100" y="124859"/>
                  </a:lnTo>
                  <a:lnTo>
                    <a:pt x="29322" y="122751"/>
                  </a:lnTo>
                  <a:lnTo>
                    <a:pt x="28914" y="122441"/>
                  </a:lnTo>
                  <a:lnTo>
                    <a:pt x="28723" y="122296"/>
                  </a:lnTo>
                  <a:lnTo>
                    <a:pt x="27559" y="118639"/>
                  </a:lnTo>
                  <a:lnTo>
                    <a:pt x="27504" y="118465"/>
                  </a:lnTo>
                  <a:lnTo>
                    <a:pt x="24425" y="119302"/>
                  </a:lnTo>
                  <a:lnTo>
                    <a:pt x="23834" y="117059"/>
                  </a:lnTo>
                  <a:lnTo>
                    <a:pt x="23360" y="115262"/>
                  </a:lnTo>
                  <a:lnTo>
                    <a:pt x="23312" y="115087"/>
                  </a:lnTo>
                  <a:lnTo>
                    <a:pt x="23209" y="114713"/>
                  </a:lnTo>
                  <a:lnTo>
                    <a:pt x="22164" y="110895"/>
                  </a:lnTo>
                  <a:lnTo>
                    <a:pt x="22095" y="110641"/>
                  </a:lnTo>
                  <a:lnTo>
                    <a:pt x="22013" y="110344"/>
                  </a:lnTo>
                  <a:lnTo>
                    <a:pt x="20936" y="106408"/>
                  </a:lnTo>
                  <a:lnTo>
                    <a:pt x="20840" y="106057"/>
                  </a:lnTo>
                  <a:lnTo>
                    <a:pt x="19979" y="102912"/>
                  </a:lnTo>
                  <a:lnTo>
                    <a:pt x="19765" y="102129"/>
                  </a:lnTo>
                  <a:lnTo>
                    <a:pt x="19645" y="101691"/>
                  </a:lnTo>
                  <a:lnTo>
                    <a:pt x="17844" y="95112"/>
                  </a:lnTo>
                  <a:lnTo>
                    <a:pt x="17694" y="95153"/>
                  </a:lnTo>
                  <a:lnTo>
                    <a:pt x="15137" y="95854"/>
                  </a:lnTo>
                  <a:lnTo>
                    <a:pt x="813" y="99771"/>
                  </a:lnTo>
                  <a:lnTo>
                    <a:pt x="641" y="99189"/>
                  </a:lnTo>
                  <a:lnTo>
                    <a:pt x="48" y="97188"/>
                  </a:lnTo>
                  <a:lnTo>
                    <a:pt x="0" y="97012"/>
                  </a:lnTo>
                  <a:lnTo>
                    <a:pt x="5038" y="95543"/>
                  </a:lnTo>
                  <a:lnTo>
                    <a:pt x="8700" y="94475"/>
                  </a:lnTo>
                  <a:lnTo>
                    <a:pt x="11054" y="93789"/>
                  </a:lnTo>
                  <a:lnTo>
                    <a:pt x="12498" y="93368"/>
                  </a:lnTo>
                  <a:lnTo>
                    <a:pt x="14793" y="92699"/>
                  </a:lnTo>
                  <a:lnTo>
                    <a:pt x="19280" y="91391"/>
                  </a:lnTo>
                  <a:lnTo>
                    <a:pt x="25395" y="89609"/>
                  </a:lnTo>
                  <a:lnTo>
                    <a:pt x="26687" y="89232"/>
                  </a:lnTo>
                  <a:lnTo>
                    <a:pt x="30814" y="88029"/>
                  </a:lnTo>
                  <a:lnTo>
                    <a:pt x="29507" y="86839"/>
                  </a:lnTo>
                  <a:lnTo>
                    <a:pt x="27490" y="85000"/>
                  </a:lnTo>
                  <a:lnTo>
                    <a:pt x="27123" y="84666"/>
                  </a:lnTo>
                  <a:lnTo>
                    <a:pt x="26973" y="84530"/>
                  </a:lnTo>
                  <a:lnTo>
                    <a:pt x="26763" y="84338"/>
                  </a:lnTo>
                  <a:lnTo>
                    <a:pt x="22980" y="80890"/>
                  </a:lnTo>
                  <a:lnTo>
                    <a:pt x="22563" y="80510"/>
                  </a:lnTo>
                  <a:lnTo>
                    <a:pt x="19985" y="79532"/>
                  </a:lnTo>
                  <a:lnTo>
                    <a:pt x="18873" y="78780"/>
                  </a:lnTo>
                  <a:lnTo>
                    <a:pt x="18447" y="78491"/>
                  </a:lnTo>
                  <a:lnTo>
                    <a:pt x="18267" y="78369"/>
                  </a:lnTo>
                  <a:lnTo>
                    <a:pt x="17587" y="77761"/>
                  </a:lnTo>
                  <a:lnTo>
                    <a:pt x="17485" y="77379"/>
                  </a:lnTo>
                  <a:lnTo>
                    <a:pt x="16992" y="75535"/>
                  </a:lnTo>
                  <a:lnTo>
                    <a:pt x="16476" y="73603"/>
                  </a:lnTo>
                  <a:lnTo>
                    <a:pt x="16407" y="73346"/>
                  </a:lnTo>
                  <a:lnTo>
                    <a:pt x="16281" y="72877"/>
                  </a:lnTo>
                  <a:lnTo>
                    <a:pt x="16215" y="72621"/>
                  </a:lnTo>
                  <a:lnTo>
                    <a:pt x="16069" y="72063"/>
                  </a:lnTo>
                  <a:lnTo>
                    <a:pt x="15307" y="69144"/>
                  </a:lnTo>
                  <a:lnTo>
                    <a:pt x="14992" y="67935"/>
                  </a:lnTo>
                  <a:lnTo>
                    <a:pt x="14555" y="66260"/>
                  </a:lnTo>
                  <a:lnTo>
                    <a:pt x="14514" y="66105"/>
                  </a:lnTo>
                  <a:lnTo>
                    <a:pt x="14376" y="65575"/>
                  </a:lnTo>
                  <a:lnTo>
                    <a:pt x="13221" y="61150"/>
                  </a:lnTo>
                  <a:lnTo>
                    <a:pt x="12971" y="60191"/>
                  </a:lnTo>
                  <a:lnTo>
                    <a:pt x="12913" y="59992"/>
                  </a:lnTo>
                  <a:lnTo>
                    <a:pt x="12213" y="57596"/>
                  </a:lnTo>
                  <a:lnTo>
                    <a:pt x="11289" y="54436"/>
                  </a:lnTo>
                  <a:lnTo>
                    <a:pt x="11118" y="53835"/>
                  </a:lnTo>
                  <a:lnTo>
                    <a:pt x="10772" y="52623"/>
                  </a:lnTo>
                  <a:lnTo>
                    <a:pt x="9942" y="49721"/>
                  </a:lnTo>
                  <a:lnTo>
                    <a:pt x="9772" y="49126"/>
                  </a:lnTo>
                  <a:lnTo>
                    <a:pt x="9482" y="48110"/>
                  </a:lnTo>
                  <a:lnTo>
                    <a:pt x="9002" y="46428"/>
                  </a:lnTo>
                  <a:lnTo>
                    <a:pt x="8918" y="46136"/>
                  </a:lnTo>
                  <a:lnTo>
                    <a:pt x="8570" y="44918"/>
                  </a:lnTo>
                  <a:lnTo>
                    <a:pt x="8020" y="43401"/>
                  </a:lnTo>
                  <a:lnTo>
                    <a:pt x="7687" y="42485"/>
                  </a:lnTo>
                  <a:lnTo>
                    <a:pt x="7584" y="42159"/>
                  </a:lnTo>
                  <a:lnTo>
                    <a:pt x="7321" y="41326"/>
                  </a:lnTo>
                  <a:lnTo>
                    <a:pt x="6492" y="38705"/>
                  </a:lnTo>
                  <a:lnTo>
                    <a:pt x="6240" y="37909"/>
                  </a:lnTo>
                  <a:lnTo>
                    <a:pt x="5819" y="36712"/>
                  </a:lnTo>
                  <a:lnTo>
                    <a:pt x="5756" y="36533"/>
                  </a:lnTo>
                  <a:lnTo>
                    <a:pt x="5220" y="35010"/>
                  </a:lnTo>
                  <a:lnTo>
                    <a:pt x="4489" y="33443"/>
                  </a:lnTo>
                  <a:lnTo>
                    <a:pt x="4343" y="33132"/>
                  </a:lnTo>
                  <a:lnTo>
                    <a:pt x="2703" y="30384"/>
                  </a:lnTo>
                  <a:lnTo>
                    <a:pt x="2528" y="30091"/>
                  </a:lnTo>
                  <a:lnTo>
                    <a:pt x="2228" y="29589"/>
                  </a:lnTo>
                  <a:lnTo>
                    <a:pt x="1701" y="28705"/>
                  </a:lnTo>
                  <a:lnTo>
                    <a:pt x="818" y="27227"/>
                  </a:lnTo>
                  <a:lnTo>
                    <a:pt x="588" y="26897"/>
                  </a:lnTo>
                  <a:lnTo>
                    <a:pt x="1888" y="26067"/>
                  </a:lnTo>
                  <a:lnTo>
                    <a:pt x="2169" y="25888"/>
                  </a:lnTo>
                  <a:lnTo>
                    <a:pt x="3956" y="24748"/>
                  </a:lnTo>
                  <a:lnTo>
                    <a:pt x="4144" y="24649"/>
                  </a:lnTo>
                  <a:lnTo>
                    <a:pt x="5703" y="23827"/>
                  </a:lnTo>
                  <a:lnTo>
                    <a:pt x="7216" y="23029"/>
                  </a:lnTo>
                  <a:lnTo>
                    <a:pt x="10102" y="21547"/>
                  </a:lnTo>
                  <a:lnTo>
                    <a:pt x="12527" y="20301"/>
                  </a:lnTo>
                  <a:lnTo>
                    <a:pt x="14051" y="19519"/>
                  </a:lnTo>
                  <a:lnTo>
                    <a:pt x="13800" y="19182"/>
                  </a:lnTo>
                  <a:lnTo>
                    <a:pt x="13353" y="18824"/>
                  </a:lnTo>
                  <a:lnTo>
                    <a:pt x="12673" y="18582"/>
                  </a:lnTo>
                  <a:lnTo>
                    <a:pt x="12468" y="18525"/>
                  </a:lnTo>
                  <a:lnTo>
                    <a:pt x="12253" y="18466"/>
                  </a:lnTo>
                  <a:lnTo>
                    <a:pt x="8866" y="18914"/>
                  </a:lnTo>
                  <a:lnTo>
                    <a:pt x="9160" y="17202"/>
                  </a:lnTo>
                  <a:lnTo>
                    <a:pt x="9236" y="16755"/>
                  </a:lnTo>
                  <a:lnTo>
                    <a:pt x="9213" y="16379"/>
                  </a:lnTo>
                  <a:lnTo>
                    <a:pt x="9199" y="16157"/>
                  </a:lnTo>
                  <a:lnTo>
                    <a:pt x="9163" y="15570"/>
                  </a:lnTo>
                  <a:lnTo>
                    <a:pt x="9151" y="15371"/>
                  </a:lnTo>
                  <a:lnTo>
                    <a:pt x="9141" y="15210"/>
                  </a:lnTo>
                  <a:lnTo>
                    <a:pt x="9101" y="14637"/>
                  </a:lnTo>
                  <a:lnTo>
                    <a:pt x="19064" y="13839"/>
                  </a:lnTo>
                  <a:lnTo>
                    <a:pt x="17560" y="6742"/>
                  </a:lnTo>
                  <a:lnTo>
                    <a:pt x="17191" y="5002"/>
                  </a:lnTo>
                  <a:lnTo>
                    <a:pt x="16530" y="817"/>
                  </a:lnTo>
                  <a:lnTo>
                    <a:pt x="23210" y="0"/>
                  </a:lnTo>
                  <a:lnTo>
                    <a:pt x="25382" y="7066"/>
                  </a:lnTo>
                  <a:lnTo>
                    <a:pt x="29819" y="14414"/>
                  </a:lnTo>
                  <a:lnTo>
                    <a:pt x="31369" y="1641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5" name="pg204"/>
            <p:cNvSpPr/>
            <p:nvPr/>
          </p:nvSpPr>
          <p:spPr>
            <a:xfrm>
              <a:off x="4252416" y="2173157"/>
              <a:ext cx="75462" cy="74625"/>
            </a:xfrm>
            <a:custGeom>
              <a:avLst/>
              <a:pathLst>
                <a:path w="75462" h="74625">
                  <a:moveTo>
                    <a:pt x="42129" y="13283"/>
                  </a:moveTo>
                  <a:lnTo>
                    <a:pt x="44392" y="14582"/>
                  </a:lnTo>
                  <a:lnTo>
                    <a:pt x="45209" y="15016"/>
                  </a:lnTo>
                  <a:lnTo>
                    <a:pt x="45650" y="15251"/>
                  </a:lnTo>
                  <a:lnTo>
                    <a:pt x="47328" y="16143"/>
                  </a:lnTo>
                  <a:lnTo>
                    <a:pt x="47249" y="17706"/>
                  </a:lnTo>
                  <a:lnTo>
                    <a:pt x="47393" y="17699"/>
                  </a:lnTo>
                  <a:lnTo>
                    <a:pt x="48381" y="18242"/>
                  </a:lnTo>
                  <a:lnTo>
                    <a:pt x="48566" y="18343"/>
                  </a:lnTo>
                  <a:lnTo>
                    <a:pt x="49242" y="19726"/>
                  </a:lnTo>
                  <a:lnTo>
                    <a:pt x="50024" y="20322"/>
                  </a:lnTo>
                  <a:lnTo>
                    <a:pt x="51241" y="22117"/>
                  </a:lnTo>
                  <a:lnTo>
                    <a:pt x="52381" y="22574"/>
                  </a:lnTo>
                  <a:lnTo>
                    <a:pt x="52592" y="22970"/>
                  </a:lnTo>
                  <a:lnTo>
                    <a:pt x="52651" y="24112"/>
                  </a:lnTo>
                  <a:lnTo>
                    <a:pt x="52673" y="24553"/>
                  </a:lnTo>
                  <a:lnTo>
                    <a:pt x="54375" y="25667"/>
                  </a:lnTo>
                  <a:lnTo>
                    <a:pt x="54866" y="25988"/>
                  </a:lnTo>
                  <a:lnTo>
                    <a:pt x="57229" y="27535"/>
                  </a:lnTo>
                  <a:lnTo>
                    <a:pt x="61860" y="30567"/>
                  </a:lnTo>
                  <a:lnTo>
                    <a:pt x="62291" y="30849"/>
                  </a:lnTo>
                  <a:lnTo>
                    <a:pt x="66943" y="33894"/>
                  </a:lnTo>
                  <a:lnTo>
                    <a:pt x="67258" y="34101"/>
                  </a:lnTo>
                  <a:lnTo>
                    <a:pt x="74123" y="38594"/>
                  </a:lnTo>
                  <a:lnTo>
                    <a:pt x="74353" y="38745"/>
                  </a:lnTo>
                  <a:lnTo>
                    <a:pt x="75206" y="39303"/>
                  </a:lnTo>
                  <a:lnTo>
                    <a:pt x="75462" y="39471"/>
                  </a:lnTo>
                  <a:lnTo>
                    <a:pt x="75253" y="39770"/>
                  </a:lnTo>
                  <a:lnTo>
                    <a:pt x="75120" y="39961"/>
                  </a:lnTo>
                  <a:lnTo>
                    <a:pt x="74994" y="40142"/>
                  </a:lnTo>
                  <a:lnTo>
                    <a:pt x="74721" y="40527"/>
                  </a:lnTo>
                  <a:lnTo>
                    <a:pt x="74531" y="40795"/>
                  </a:lnTo>
                  <a:lnTo>
                    <a:pt x="65586" y="53396"/>
                  </a:lnTo>
                  <a:lnTo>
                    <a:pt x="65249" y="53870"/>
                  </a:lnTo>
                  <a:lnTo>
                    <a:pt x="65109" y="54070"/>
                  </a:lnTo>
                  <a:lnTo>
                    <a:pt x="64521" y="54903"/>
                  </a:lnTo>
                  <a:lnTo>
                    <a:pt x="63613" y="56190"/>
                  </a:lnTo>
                  <a:lnTo>
                    <a:pt x="56473" y="66318"/>
                  </a:lnTo>
                  <a:lnTo>
                    <a:pt x="55602" y="67552"/>
                  </a:lnTo>
                  <a:lnTo>
                    <a:pt x="55272" y="68020"/>
                  </a:lnTo>
                  <a:lnTo>
                    <a:pt x="54773" y="68630"/>
                  </a:lnTo>
                  <a:lnTo>
                    <a:pt x="53757" y="67949"/>
                  </a:lnTo>
                  <a:lnTo>
                    <a:pt x="51490" y="66432"/>
                  </a:lnTo>
                  <a:lnTo>
                    <a:pt x="46890" y="63353"/>
                  </a:lnTo>
                  <a:lnTo>
                    <a:pt x="46391" y="63018"/>
                  </a:lnTo>
                  <a:lnTo>
                    <a:pt x="44360" y="61659"/>
                  </a:lnTo>
                  <a:lnTo>
                    <a:pt x="42917" y="60693"/>
                  </a:lnTo>
                  <a:lnTo>
                    <a:pt x="42007" y="60084"/>
                  </a:lnTo>
                  <a:lnTo>
                    <a:pt x="41785" y="59935"/>
                  </a:lnTo>
                  <a:lnTo>
                    <a:pt x="31953" y="74364"/>
                  </a:lnTo>
                  <a:lnTo>
                    <a:pt x="31775" y="74625"/>
                  </a:lnTo>
                  <a:lnTo>
                    <a:pt x="27734" y="71882"/>
                  </a:lnTo>
                  <a:lnTo>
                    <a:pt x="25702" y="70503"/>
                  </a:lnTo>
                  <a:lnTo>
                    <a:pt x="24226" y="70504"/>
                  </a:lnTo>
                  <a:lnTo>
                    <a:pt x="23661" y="70505"/>
                  </a:lnTo>
                  <a:lnTo>
                    <a:pt x="22336" y="70918"/>
                  </a:lnTo>
                  <a:lnTo>
                    <a:pt x="22046" y="71009"/>
                  </a:lnTo>
                  <a:lnTo>
                    <a:pt x="20770" y="71407"/>
                  </a:lnTo>
                  <a:lnTo>
                    <a:pt x="19305" y="72137"/>
                  </a:lnTo>
                  <a:lnTo>
                    <a:pt x="18892" y="72685"/>
                  </a:lnTo>
                  <a:lnTo>
                    <a:pt x="18594" y="72409"/>
                  </a:lnTo>
                  <a:lnTo>
                    <a:pt x="17453" y="71351"/>
                  </a:lnTo>
                  <a:lnTo>
                    <a:pt x="17099" y="71059"/>
                  </a:lnTo>
                  <a:lnTo>
                    <a:pt x="17728" y="70162"/>
                  </a:lnTo>
                  <a:lnTo>
                    <a:pt x="17820" y="70030"/>
                  </a:lnTo>
                  <a:lnTo>
                    <a:pt x="17575" y="69797"/>
                  </a:lnTo>
                  <a:lnTo>
                    <a:pt x="16185" y="68467"/>
                  </a:lnTo>
                  <a:lnTo>
                    <a:pt x="15807" y="68823"/>
                  </a:lnTo>
                  <a:lnTo>
                    <a:pt x="15282" y="69555"/>
                  </a:lnTo>
                  <a:lnTo>
                    <a:pt x="14431" y="69242"/>
                  </a:lnTo>
                  <a:lnTo>
                    <a:pt x="13894" y="69254"/>
                  </a:lnTo>
                  <a:lnTo>
                    <a:pt x="13322" y="69516"/>
                  </a:lnTo>
                  <a:lnTo>
                    <a:pt x="11986" y="70339"/>
                  </a:lnTo>
                  <a:lnTo>
                    <a:pt x="11289" y="70768"/>
                  </a:lnTo>
                  <a:lnTo>
                    <a:pt x="12285" y="68908"/>
                  </a:lnTo>
                  <a:lnTo>
                    <a:pt x="13317" y="66981"/>
                  </a:lnTo>
                  <a:lnTo>
                    <a:pt x="10540" y="65235"/>
                  </a:lnTo>
                  <a:lnTo>
                    <a:pt x="10378" y="64546"/>
                  </a:lnTo>
                  <a:lnTo>
                    <a:pt x="10128" y="63402"/>
                  </a:lnTo>
                  <a:lnTo>
                    <a:pt x="10864" y="63161"/>
                  </a:lnTo>
                  <a:lnTo>
                    <a:pt x="13400" y="62333"/>
                  </a:lnTo>
                  <a:lnTo>
                    <a:pt x="13531" y="62290"/>
                  </a:lnTo>
                  <a:lnTo>
                    <a:pt x="13019" y="59906"/>
                  </a:lnTo>
                  <a:lnTo>
                    <a:pt x="12843" y="59083"/>
                  </a:lnTo>
                  <a:lnTo>
                    <a:pt x="12607" y="57279"/>
                  </a:lnTo>
                  <a:lnTo>
                    <a:pt x="12815" y="56580"/>
                  </a:lnTo>
                  <a:lnTo>
                    <a:pt x="12912" y="56043"/>
                  </a:lnTo>
                  <a:lnTo>
                    <a:pt x="12651" y="54731"/>
                  </a:lnTo>
                  <a:lnTo>
                    <a:pt x="12776" y="54503"/>
                  </a:lnTo>
                  <a:lnTo>
                    <a:pt x="13004" y="53763"/>
                  </a:lnTo>
                  <a:lnTo>
                    <a:pt x="11889" y="49722"/>
                  </a:lnTo>
                  <a:lnTo>
                    <a:pt x="11266" y="47744"/>
                  </a:lnTo>
                  <a:lnTo>
                    <a:pt x="11387" y="45603"/>
                  </a:lnTo>
                  <a:lnTo>
                    <a:pt x="11257" y="44175"/>
                  </a:lnTo>
                  <a:lnTo>
                    <a:pt x="10946" y="43218"/>
                  </a:lnTo>
                  <a:lnTo>
                    <a:pt x="10756" y="42379"/>
                  </a:lnTo>
                  <a:lnTo>
                    <a:pt x="10494" y="41224"/>
                  </a:lnTo>
                  <a:lnTo>
                    <a:pt x="10053" y="38400"/>
                  </a:lnTo>
                  <a:lnTo>
                    <a:pt x="9997" y="36149"/>
                  </a:lnTo>
                  <a:lnTo>
                    <a:pt x="9836" y="34289"/>
                  </a:lnTo>
                  <a:lnTo>
                    <a:pt x="9747" y="33277"/>
                  </a:lnTo>
                  <a:lnTo>
                    <a:pt x="9660" y="32633"/>
                  </a:lnTo>
                  <a:lnTo>
                    <a:pt x="9364" y="30472"/>
                  </a:lnTo>
                  <a:lnTo>
                    <a:pt x="9012" y="27511"/>
                  </a:lnTo>
                  <a:lnTo>
                    <a:pt x="8139" y="26382"/>
                  </a:lnTo>
                  <a:lnTo>
                    <a:pt x="6589" y="24380"/>
                  </a:lnTo>
                  <a:lnTo>
                    <a:pt x="2152" y="17033"/>
                  </a:lnTo>
                  <a:lnTo>
                    <a:pt x="0" y="9914"/>
                  </a:lnTo>
                  <a:lnTo>
                    <a:pt x="961" y="7521"/>
                  </a:lnTo>
                  <a:lnTo>
                    <a:pt x="1564" y="7351"/>
                  </a:lnTo>
                  <a:lnTo>
                    <a:pt x="2727" y="7857"/>
                  </a:lnTo>
                  <a:lnTo>
                    <a:pt x="3765" y="8849"/>
                  </a:lnTo>
                  <a:lnTo>
                    <a:pt x="4337" y="9319"/>
                  </a:lnTo>
                  <a:lnTo>
                    <a:pt x="4543" y="9340"/>
                  </a:lnTo>
                  <a:lnTo>
                    <a:pt x="5500" y="9438"/>
                  </a:lnTo>
                  <a:lnTo>
                    <a:pt x="6722" y="9915"/>
                  </a:lnTo>
                  <a:lnTo>
                    <a:pt x="8152" y="10868"/>
                  </a:lnTo>
                  <a:lnTo>
                    <a:pt x="8422" y="11048"/>
                  </a:lnTo>
                  <a:lnTo>
                    <a:pt x="9615" y="12211"/>
                  </a:lnTo>
                  <a:lnTo>
                    <a:pt x="10450" y="13076"/>
                  </a:lnTo>
                  <a:lnTo>
                    <a:pt x="11195" y="13434"/>
                  </a:lnTo>
                  <a:lnTo>
                    <a:pt x="12120" y="13404"/>
                  </a:lnTo>
                  <a:lnTo>
                    <a:pt x="13144" y="12357"/>
                  </a:lnTo>
                  <a:lnTo>
                    <a:pt x="13700" y="11257"/>
                  </a:lnTo>
                  <a:lnTo>
                    <a:pt x="13670" y="10303"/>
                  </a:lnTo>
                  <a:lnTo>
                    <a:pt x="13645" y="10108"/>
                  </a:lnTo>
                  <a:lnTo>
                    <a:pt x="13599" y="9743"/>
                  </a:lnTo>
                  <a:lnTo>
                    <a:pt x="13521" y="9140"/>
                  </a:lnTo>
                  <a:lnTo>
                    <a:pt x="13741" y="8291"/>
                  </a:lnTo>
                  <a:lnTo>
                    <a:pt x="13939" y="7529"/>
                  </a:lnTo>
                  <a:lnTo>
                    <a:pt x="14532" y="6577"/>
                  </a:lnTo>
                  <a:lnTo>
                    <a:pt x="14923" y="5949"/>
                  </a:lnTo>
                  <a:lnTo>
                    <a:pt x="16623" y="4667"/>
                  </a:lnTo>
                  <a:lnTo>
                    <a:pt x="18320" y="3969"/>
                  </a:lnTo>
                  <a:lnTo>
                    <a:pt x="18799" y="3772"/>
                  </a:lnTo>
                  <a:lnTo>
                    <a:pt x="19694" y="3027"/>
                  </a:lnTo>
                  <a:lnTo>
                    <a:pt x="20288" y="2607"/>
                  </a:lnTo>
                  <a:lnTo>
                    <a:pt x="20708" y="2311"/>
                  </a:lnTo>
                  <a:lnTo>
                    <a:pt x="21453" y="1625"/>
                  </a:lnTo>
                  <a:lnTo>
                    <a:pt x="21573" y="725"/>
                  </a:lnTo>
                  <a:lnTo>
                    <a:pt x="22247" y="696"/>
                  </a:lnTo>
                  <a:lnTo>
                    <a:pt x="22452" y="687"/>
                  </a:lnTo>
                  <a:lnTo>
                    <a:pt x="23997" y="384"/>
                  </a:lnTo>
                  <a:lnTo>
                    <a:pt x="25483" y="93"/>
                  </a:lnTo>
                  <a:lnTo>
                    <a:pt x="25959" y="0"/>
                  </a:lnTo>
                  <a:lnTo>
                    <a:pt x="26405" y="81"/>
                  </a:lnTo>
                  <a:lnTo>
                    <a:pt x="26660" y="128"/>
                  </a:lnTo>
                  <a:lnTo>
                    <a:pt x="27108" y="743"/>
                  </a:lnTo>
                  <a:lnTo>
                    <a:pt x="27854" y="1767"/>
                  </a:lnTo>
                  <a:lnTo>
                    <a:pt x="29107" y="3488"/>
                  </a:lnTo>
                  <a:lnTo>
                    <a:pt x="29518" y="3774"/>
                  </a:lnTo>
                  <a:lnTo>
                    <a:pt x="30088" y="4369"/>
                  </a:lnTo>
                  <a:lnTo>
                    <a:pt x="31248" y="5676"/>
                  </a:lnTo>
                  <a:lnTo>
                    <a:pt x="31674" y="6156"/>
                  </a:lnTo>
                  <a:lnTo>
                    <a:pt x="31916" y="6349"/>
                  </a:lnTo>
                  <a:lnTo>
                    <a:pt x="34367" y="8306"/>
                  </a:lnTo>
                  <a:lnTo>
                    <a:pt x="35109" y="8899"/>
                  </a:lnTo>
                  <a:lnTo>
                    <a:pt x="37748" y="10913"/>
                  </a:lnTo>
                  <a:lnTo>
                    <a:pt x="38534" y="11513"/>
                  </a:lnTo>
                  <a:lnTo>
                    <a:pt x="39319" y="11863"/>
                  </a:lnTo>
                  <a:lnTo>
                    <a:pt x="39504" y="11945"/>
                  </a:lnTo>
                  <a:lnTo>
                    <a:pt x="40012" y="12278"/>
                  </a:lnTo>
                  <a:lnTo>
                    <a:pt x="40170" y="12382"/>
                  </a:lnTo>
                  <a:lnTo>
                    <a:pt x="40304" y="12428"/>
                  </a:lnTo>
                  <a:lnTo>
                    <a:pt x="41089" y="1269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6" name="pg205"/>
            <p:cNvSpPr/>
            <p:nvPr/>
          </p:nvSpPr>
          <p:spPr>
            <a:xfrm>
              <a:off x="4276934" y="2212670"/>
              <a:ext cx="97655" cy="135556"/>
            </a:xfrm>
            <a:custGeom>
              <a:avLst/>
              <a:pathLst>
                <a:path w="97655" h="135556">
                  <a:moveTo>
                    <a:pt x="80773" y="119497"/>
                  </a:moveTo>
                  <a:lnTo>
                    <a:pt x="83711" y="121700"/>
                  </a:lnTo>
                  <a:lnTo>
                    <a:pt x="84210" y="122062"/>
                  </a:lnTo>
                  <a:lnTo>
                    <a:pt x="86273" y="125808"/>
                  </a:lnTo>
                  <a:lnTo>
                    <a:pt x="87235" y="127351"/>
                  </a:lnTo>
                  <a:lnTo>
                    <a:pt x="81118" y="128091"/>
                  </a:lnTo>
                  <a:lnTo>
                    <a:pt x="77759" y="128753"/>
                  </a:lnTo>
                  <a:lnTo>
                    <a:pt x="75629" y="129364"/>
                  </a:lnTo>
                  <a:lnTo>
                    <a:pt x="75007" y="129543"/>
                  </a:lnTo>
                  <a:lnTo>
                    <a:pt x="75084" y="130439"/>
                  </a:lnTo>
                  <a:lnTo>
                    <a:pt x="75112" y="130768"/>
                  </a:lnTo>
                  <a:lnTo>
                    <a:pt x="74863" y="130846"/>
                  </a:lnTo>
                  <a:lnTo>
                    <a:pt x="74657" y="130911"/>
                  </a:lnTo>
                  <a:lnTo>
                    <a:pt x="72376" y="131626"/>
                  </a:lnTo>
                  <a:lnTo>
                    <a:pt x="71293" y="131965"/>
                  </a:lnTo>
                  <a:lnTo>
                    <a:pt x="71001" y="132033"/>
                  </a:lnTo>
                  <a:lnTo>
                    <a:pt x="69870" y="132298"/>
                  </a:lnTo>
                  <a:lnTo>
                    <a:pt x="69262" y="132440"/>
                  </a:lnTo>
                  <a:lnTo>
                    <a:pt x="68321" y="132660"/>
                  </a:lnTo>
                  <a:lnTo>
                    <a:pt x="64595" y="133879"/>
                  </a:lnTo>
                  <a:lnTo>
                    <a:pt x="62571" y="134541"/>
                  </a:lnTo>
                  <a:lnTo>
                    <a:pt x="62350" y="134613"/>
                  </a:lnTo>
                  <a:lnTo>
                    <a:pt x="59861" y="135305"/>
                  </a:lnTo>
                  <a:lnTo>
                    <a:pt x="58393" y="135556"/>
                  </a:lnTo>
                  <a:lnTo>
                    <a:pt x="58075" y="134819"/>
                  </a:lnTo>
                  <a:lnTo>
                    <a:pt x="57976" y="134590"/>
                  </a:lnTo>
                  <a:lnTo>
                    <a:pt x="57611" y="133743"/>
                  </a:lnTo>
                  <a:lnTo>
                    <a:pt x="57502" y="133490"/>
                  </a:lnTo>
                  <a:lnTo>
                    <a:pt x="57341" y="133118"/>
                  </a:lnTo>
                  <a:lnTo>
                    <a:pt x="56431" y="131008"/>
                  </a:lnTo>
                  <a:lnTo>
                    <a:pt x="55800" y="129544"/>
                  </a:lnTo>
                  <a:lnTo>
                    <a:pt x="55522" y="128900"/>
                  </a:lnTo>
                  <a:lnTo>
                    <a:pt x="55369" y="128545"/>
                  </a:lnTo>
                  <a:lnTo>
                    <a:pt x="53878" y="127293"/>
                  </a:lnTo>
                  <a:lnTo>
                    <a:pt x="53563" y="127261"/>
                  </a:lnTo>
                  <a:lnTo>
                    <a:pt x="51764" y="127079"/>
                  </a:lnTo>
                  <a:lnTo>
                    <a:pt x="51434" y="127046"/>
                  </a:lnTo>
                  <a:lnTo>
                    <a:pt x="48868" y="126786"/>
                  </a:lnTo>
                  <a:lnTo>
                    <a:pt x="47936" y="126020"/>
                  </a:lnTo>
                  <a:lnTo>
                    <a:pt x="47707" y="125839"/>
                  </a:lnTo>
                  <a:lnTo>
                    <a:pt x="45737" y="124281"/>
                  </a:lnTo>
                  <a:lnTo>
                    <a:pt x="45592" y="124227"/>
                  </a:lnTo>
                  <a:lnTo>
                    <a:pt x="45114" y="124049"/>
                  </a:lnTo>
                  <a:lnTo>
                    <a:pt x="44813" y="123938"/>
                  </a:lnTo>
                  <a:lnTo>
                    <a:pt x="44681" y="123889"/>
                  </a:lnTo>
                  <a:lnTo>
                    <a:pt x="43473" y="123439"/>
                  </a:lnTo>
                  <a:lnTo>
                    <a:pt x="42730" y="123164"/>
                  </a:lnTo>
                  <a:lnTo>
                    <a:pt x="42368" y="123029"/>
                  </a:lnTo>
                  <a:lnTo>
                    <a:pt x="41526" y="122659"/>
                  </a:lnTo>
                  <a:lnTo>
                    <a:pt x="39009" y="121554"/>
                  </a:lnTo>
                  <a:lnTo>
                    <a:pt x="37899" y="121067"/>
                  </a:lnTo>
                  <a:lnTo>
                    <a:pt x="37509" y="120896"/>
                  </a:lnTo>
                  <a:lnTo>
                    <a:pt x="35717" y="121349"/>
                  </a:lnTo>
                  <a:lnTo>
                    <a:pt x="32624" y="122877"/>
                  </a:lnTo>
                  <a:lnTo>
                    <a:pt x="32076" y="122991"/>
                  </a:lnTo>
                  <a:lnTo>
                    <a:pt x="31009" y="123212"/>
                  </a:lnTo>
                  <a:lnTo>
                    <a:pt x="30803" y="123255"/>
                  </a:lnTo>
                  <a:lnTo>
                    <a:pt x="29567" y="123511"/>
                  </a:lnTo>
                  <a:lnTo>
                    <a:pt x="27435" y="123470"/>
                  </a:lnTo>
                  <a:lnTo>
                    <a:pt x="26395" y="123433"/>
                  </a:lnTo>
                  <a:lnTo>
                    <a:pt x="25041" y="123232"/>
                  </a:lnTo>
                  <a:lnTo>
                    <a:pt x="24909" y="123415"/>
                  </a:lnTo>
                  <a:lnTo>
                    <a:pt x="23735" y="125037"/>
                  </a:lnTo>
                  <a:lnTo>
                    <a:pt x="20639" y="123608"/>
                  </a:lnTo>
                  <a:lnTo>
                    <a:pt x="19041" y="122870"/>
                  </a:lnTo>
                  <a:lnTo>
                    <a:pt x="18227" y="122495"/>
                  </a:lnTo>
                  <a:lnTo>
                    <a:pt x="17947" y="122397"/>
                  </a:lnTo>
                  <a:lnTo>
                    <a:pt x="15908" y="121872"/>
                  </a:lnTo>
                  <a:lnTo>
                    <a:pt x="18336" y="118448"/>
                  </a:lnTo>
                  <a:lnTo>
                    <a:pt x="21002" y="114565"/>
                  </a:lnTo>
                  <a:lnTo>
                    <a:pt x="24260" y="109818"/>
                  </a:lnTo>
                  <a:lnTo>
                    <a:pt x="26093" y="107196"/>
                  </a:lnTo>
                  <a:lnTo>
                    <a:pt x="27668" y="104942"/>
                  </a:lnTo>
                  <a:lnTo>
                    <a:pt x="28801" y="103321"/>
                  </a:lnTo>
                  <a:lnTo>
                    <a:pt x="29007" y="103026"/>
                  </a:lnTo>
                  <a:lnTo>
                    <a:pt x="29411" y="102447"/>
                  </a:lnTo>
                  <a:lnTo>
                    <a:pt x="29574" y="101796"/>
                  </a:lnTo>
                  <a:lnTo>
                    <a:pt x="29857" y="100666"/>
                  </a:lnTo>
                  <a:lnTo>
                    <a:pt x="29803" y="100446"/>
                  </a:lnTo>
                  <a:lnTo>
                    <a:pt x="29566" y="99488"/>
                  </a:lnTo>
                  <a:lnTo>
                    <a:pt x="29469" y="99091"/>
                  </a:lnTo>
                  <a:lnTo>
                    <a:pt x="29436" y="98869"/>
                  </a:lnTo>
                  <a:lnTo>
                    <a:pt x="29336" y="98181"/>
                  </a:lnTo>
                  <a:lnTo>
                    <a:pt x="29005" y="97393"/>
                  </a:lnTo>
                  <a:lnTo>
                    <a:pt x="27909" y="96484"/>
                  </a:lnTo>
                  <a:lnTo>
                    <a:pt x="27494" y="96139"/>
                  </a:lnTo>
                  <a:lnTo>
                    <a:pt x="27345" y="96015"/>
                  </a:lnTo>
                  <a:lnTo>
                    <a:pt x="25966" y="94870"/>
                  </a:lnTo>
                  <a:lnTo>
                    <a:pt x="25374" y="94378"/>
                  </a:lnTo>
                  <a:lnTo>
                    <a:pt x="24924" y="94005"/>
                  </a:lnTo>
                  <a:lnTo>
                    <a:pt x="24221" y="93421"/>
                  </a:lnTo>
                  <a:lnTo>
                    <a:pt x="24066" y="93292"/>
                  </a:lnTo>
                  <a:lnTo>
                    <a:pt x="21923" y="91385"/>
                  </a:lnTo>
                  <a:lnTo>
                    <a:pt x="21151" y="90697"/>
                  </a:lnTo>
                  <a:lnTo>
                    <a:pt x="20701" y="90297"/>
                  </a:lnTo>
                  <a:lnTo>
                    <a:pt x="20169" y="89833"/>
                  </a:lnTo>
                  <a:lnTo>
                    <a:pt x="19820" y="89558"/>
                  </a:lnTo>
                  <a:lnTo>
                    <a:pt x="19577" y="89366"/>
                  </a:lnTo>
                  <a:lnTo>
                    <a:pt x="19119" y="89004"/>
                  </a:lnTo>
                  <a:lnTo>
                    <a:pt x="16005" y="86541"/>
                  </a:lnTo>
                  <a:lnTo>
                    <a:pt x="15350" y="86023"/>
                  </a:lnTo>
                  <a:lnTo>
                    <a:pt x="13903" y="84878"/>
                  </a:lnTo>
                  <a:lnTo>
                    <a:pt x="13616" y="84651"/>
                  </a:lnTo>
                  <a:lnTo>
                    <a:pt x="13338" y="84431"/>
                  </a:lnTo>
                  <a:lnTo>
                    <a:pt x="13025" y="84184"/>
                  </a:lnTo>
                  <a:lnTo>
                    <a:pt x="12809" y="84013"/>
                  </a:lnTo>
                  <a:lnTo>
                    <a:pt x="12503" y="83757"/>
                  </a:lnTo>
                  <a:lnTo>
                    <a:pt x="11522" y="82936"/>
                  </a:lnTo>
                  <a:lnTo>
                    <a:pt x="10263" y="81883"/>
                  </a:lnTo>
                  <a:lnTo>
                    <a:pt x="9503" y="81246"/>
                  </a:lnTo>
                  <a:lnTo>
                    <a:pt x="9228" y="81010"/>
                  </a:lnTo>
                  <a:lnTo>
                    <a:pt x="8681" y="80538"/>
                  </a:lnTo>
                  <a:lnTo>
                    <a:pt x="6859" y="78967"/>
                  </a:lnTo>
                  <a:lnTo>
                    <a:pt x="4897" y="77275"/>
                  </a:lnTo>
                  <a:lnTo>
                    <a:pt x="4352" y="76805"/>
                  </a:lnTo>
                  <a:lnTo>
                    <a:pt x="2243" y="74986"/>
                  </a:lnTo>
                  <a:lnTo>
                    <a:pt x="1444" y="73803"/>
                  </a:lnTo>
                  <a:lnTo>
                    <a:pt x="1348" y="73544"/>
                  </a:lnTo>
                  <a:lnTo>
                    <a:pt x="817" y="72112"/>
                  </a:lnTo>
                  <a:lnTo>
                    <a:pt x="623" y="71589"/>
                  </a:lnTo>
                  <a:lnTo>
                    <a:pt x="535" y="71354"/>
                  </a:lnTo>
                  <a:lnTo>
                    <a:pt x="313" y="70754"/>
                  </a:lnTo>
                  <a:lnTo>
                    <a:pt x="245" y="70571"/>
                  </a:lnTo>
                  <a:lnTo>
                    <a:pt x="99" y="70177"/>
                  </a:lnTo>
                  <a:lnTo>
                    <a:pt x="0" y="69909"/>
                  </a:lnTo>
                  <a:lnTo>
                    <a:pt x="1127" y="69554"/>
                  </a:lnTo>
                  <a:lnTo>
                    <a:pt x="1663" y="69349"/>
                  </a:lnTo>
                  <a:lnTo>
                    <a:pt x="2406" y="68946"/>
                  </a:lnTo>
                  <a:lnTo>
                    <a:pt x="2759" y="68755"/>
                  </a:lnTo>
                  <a:lnTo>
                    <a:pt x="3748" y="67813"/>
                  </a:lnTo>
                  <a:lnTo>
                    <a:pt x="4028" y="67507"/>
                  </a:lnTo>
                  <a:lnTo>
                    <a:pt x="5111" y="65596"/>
                  </a:lnTo>
                  <a:lnTo>
                    <a:pt x="5789" y="64574"/>
                  </a:lnTo>
                  <a:lnTo>
                    <a:pt x="8325" y="60751"/>
                  </a:lnTo>
                  <a:lnTo>
                    <a:pt x="9273" y="59322"/>
                  </a:lnTo>
                  <a:lnTo>
                    <a:pt x="9978" y="58259"/>
                  </a:lnTo>
                  <a:lnTo>
                    <a:pt x="10302" y="57778"/>
                  </a:lnTo>
                  <a:lnTo>
                    <a:pt x="19346" y="44788"/>
                  </a:lnTo>
                  <a:lnTo>
                    <a:pt x="19898" y="43996"/>
                  </a:lnTo>
                  <a:lnTo>
                    <a:pt x="20042" y="43789"/>
                  </a:lnTo>
                  <a:lnTo>
                    <a:pt x="20145" y="43641"/>
                  </a:lnTo>
                  <a:lnTo>
                    <a:pt x="20367" y="43323"/>
                  </a:lnTo>
                  <a:lnTo>
                    <a:pt x="20489" y="43147"/>
                  </a:lnTo>
                  <a:lnTo>
                    <a:pt x="24780" y="36984"/>
                  </a:lnTo>
                  <a:lnTo>
                    <a:pt x="25002" y="36666"/>
                  </a:lnTo>
                  <a:lnTo>
                    <a:pt x="30032" y="29531"/>
                  </a:lnTo>
                  <a:lnTo>
                    <a:pt x="30303" y="29147"/>
                  </a:lnTo>
                  <a:lnTo>
                    <a:pt x="30754" y="28508"/>
                  </a:lnTo>
                  <a:lnTo>
                    <a:pt x="31084" y="28040"/>
                  </a:lnTo>
                  <a:lnTo>
                    <a:pt x="31954" y="26805"/>
                  </a:lnTo>
                  <a:lnTo>
                    <a:pt x="39095" y="16678"/>
                  </a:lnTo>
                  <a:lnTo>
                    <a:pt x="40003" y="15391"/>
                  </a:lnTo>
                  <a:lnTo>
                    <a:pt x="40591" y="14557"/>
                  </a:lnTo>
                  <a:lnTo>
                    <a:pt x="40731" y="14358"/>
                  </a:lnTo>
                  <a:lnTo>
                    <a:pt x="41068" y="13883"/>
                  </a:lnTo>
                  <a:lnTo>
                    <a:pt x="50013" y="1282"/>
                  </a:lnTo>
                  <a:lnTo>
                    <a:pt x="50203" y="1014"/>
                  </a:lnTo>
                  <a:lnTo>
                    <a:pt x="50476" y="630"/>
                  </a:lnTo>
                  <a:lnTo>
                    <a:pt x="50602" y="449"/>
                  </a:lnTo>
                  <a:lnTo>
                    <a:pt x="50735" y="258"/>
                  </a:lnTo>
                  <a:lnTo>
                    <a:pt x="51004" y="0"/>
                  </a:lnTo>
                  <a:lnTo>
                    <a:pt x="58082" y="4811"/>
                  </a:lnTo>
                  <a:lnTo>
                    <a:pt x="58349" y="4994"/>
                  </a:lnTo>
                  <a:lnTo>
                    <a:pt x="62294" y="7696"/>
                  </a:lnTo>
                  <a:lnTo>
                    <a:pt x="63042" y="8209"/>
                  </a:lnTo>
                  <a:lnTo>
                    <a:pt x="63235" y="8341"/>
                  </a:lnTo>
                  <a:lnTo>
                    <a:pt x="67848" y="11501"/>
                  </a:lnTo>
                  <a:lnTo>
                    <a:pt x="68042" y="11634"/>
                  </a:lnTo>
                  <a:lnTo>
                    <a:pt x="72976" y="15014"/>
                  </a:lnTo>
                  <a:lnTo>
                    <a:pt x="73226" y="15185"/>
                  </a:lnTo>
                  <a:lnTo>
                    <a:pt x="82787" y="21714"/>
                  </a:lnTo>
                  <a:lnTo>
                    <a:pt x="87719" y="25082"/>
                  </a:lnTo>
                  <a:lnTo>
                    <a:pt x="92555" y="28384"/>
                  </a:lnTo>
                  <a:lnTo>
                    <a:pt x="92740" y="28515"/>
                  </a:lnTo>
                  <a:lnTo>
                    <a:pt x="93093" y="28764"/>
                  </a:lnTo>
                  <a:lnTo>
                    <a:pt x="93492" y="29046"/>
                  </a:lnTo>
                  <a:lnTo>
                    <a:pt x="94344" y="29647"/>
                  </a:lnTo>
                  <a:lnTo>
                    <a:pt x="94597" y="29816"/>
                  </a:lnTo>
                  <a:lnTo>
                    <a:pt x="97255" y="31599"/>
                  </a:lnTo>
                  <a:lnTo>
                    <a:pt x="97655" y="32056"/>
                  </a:lnTo>
                  <a:lnTo>
                    <a:pt x="92178" y="39991"/>
                  </a:lnTo>
                  <a:lnTo>
                    <a:pt x="91020" y="41669"/>
                  </a:lnTo>
                  <a:lnTo>
                    <a:pt x="90680" y="42162"/>
                  </a:lnTo>
                  <a:lnTo>
                    <a:pt x="87606" y="46616"/>
                  </a:lnTo>
                  <a:lnTo>
                    <a:pt x="85773" y="49273"/>
                  </a:lnTo>
                  <a:lnTo>
                    <a:pt x="85285" y="49979"/>
                  </a:lnTo>
                  <a:lnTo>
                    <a:pt x="84799" y="50693"/>
                  </a:lnTo>
                  <a:lnTo>
                    <a:pt x="84484" y="51156"/>
                  </a:lnTo>
                  <a:lnTo>
                    <a:pt x="83563" y="52508"/>
                  </a:lnTo>
                  <a:lnTo>
                    <a:pt x="82650" y="53849"/>
                  </a:lnTo>
                  <a:lnTo>
                    <a:pt x="80527" y="56967"/>
                  </a:lnTo>
                  <a:lnTo>
                    <a:pt x="79348" y="58699"/>
                  </a:lnTo>
                  <a:lnTo>
                    <a:pt x="78682" y="59677"/>
                  </a:lnTo>
                  <a:lnTo>
                    <a:pt x="78057" y="60595"/>
                  </a:lnTo>
                  <a:lnTo>
                    <a:pt x="77859" y="60876"/>
                  </a:lnTo>
                  <a:lnTo>
                    <a:pt x="77638" y="61191"/>
                  </a:lnTo>
                  <a:lnTo>
                    <a:pt x="76016" y="63500"/>
                  </a:lnTo>
                  <a:lnTo>
                    <a:pt x="74880" y="65116"/>
                  </a:lnTo>
                  <a:lnTo>
                    <a:pt x="70522" y="71321"/>
                  </a:lnTo>
                  <a:lnTo>
                    <a:pt x="69710" y="72476"/>
                  </a:lnTo>
                  <a:lnTo>
                    <a:pt x="69466" y="72923"/>
                  </a:lnTo>
                  <a:lnTo>
                    <a:pt x="67987" y="75634"/>
                  </a:lnTo>
                  <a:lnTo>
                    <a:pt x="67708" y="76035"/>
                  </a:lnTo>
                  <a:lnTo>
                    <a:pt x="67383" y="76504"/>
                  </a:lnTo>
                  <a:lnTo>
                    <a:pt x="65260" y="79558"/>
                  </a:lnTo>
                  <a:lnTo>
                    <a:pt x="64983" y="79996"/>
                  </a:lnTo>
                  <a:lnTo>
                    <a:pt x="64949" y="80126"/>
                  </a:lnTo>
                  <a:lnTo>
                    <a:pt x="64905" y="80288"/>
                  </a:lnTo>
                  <a:lnTo>
                    <a:pt x="64865" y="80439"/>
                  </a:lnTo>
                  <a:lnTo>
                    <a:pt x="64795" y="80704"/>
                  </a:lnTo>
                  <a:lnTo>
                    <a:pt x="64435" y="80994"/>
                  </a:lnTo>
                  <a:lnTo>
                    <a:pt x="64055" y="81300"/>
                  </a:lnTo>
                  <a:lnTo>
                    <a:pt x="63197" y="82129"/>
                  </a:lnTo>
                  <a:lnTo>
                    <a:pt x="62271" y="83472"/>
                  </a:lnTo>
                  <a:lnTo>
                    <a:pt x="62518" y="83719"/>
                  </a:lnTo>
                  <a:lnTo>
                    <a:pt x="62829" y="84030"/>
                  </a:lnTo>
                  <a:lnTo>
                    <a:pt x="63110" y="84311"/>
                  </a:lnTo>
                  <a:lnTo>
                    <a:pt x="63993" y="85193"/>
                  </a:lnTo>
                  <a:lnTo>
                    <a:pt x="64597" y="85815"/>
                  </a:lnTo>
                  <a:lnTo>
                    <a:pt x="64878" y="86142"/>
                  </a:lnTo>
                  <a:lnTo>
                    <a:pt x="65489" y="86856"/>
                  </a:lnTo>
                  <a:lnTo>
                    <a:pt x="62777" y="89217"/>
                  </a:lnTo>
                  <a:lnTo>
                    <a:pt x="60938" y="90719"/>
                  </a:lnTo>
                  <a:lnTo>
                    <a:pt x="60510" y="91069"/>
                  </a:lnTo>
                  <a:lnTo>
                    <a:pt x="60708" y="91277"/>
                  </a:lnTo>
                  <a:lnTo>
                    <a:pt x="61409" y="91903"/>
                  </a:lnTo>
                  <a:lnTo>
                    <a:pt x="61985" y="92056"/>
                  </a:lnTo>
                  <a:lnTo>
                    <a:pt x="62229" y="92121"/>
                  </a:lnTo>
                  <a:lnTo>
                    <a:pt x="63104" y="92780"/>
                  </a:lnTo>
                  <a:lnTo>
                    <a:pt x="63272" y="94057"/>
                  </a:lnTo>
                  <a:lnTo>
                    <a:pt x="63844" y="95014"/>
                  </a:lnTo>
                  <a:lnTo>
                    <a:pt x="64198" y="95648"/>
                  </a:lnTo>
                  <a:lnTo>
                    <a:pt x="65095" y="96634"/>
                  </a:lnTo>
                  <a:lnTo>
                    <a:pt x="65644" y="97203"/>
                  </a:lnTo>
                  <a:lnTo>
                    <a:pt x="66567" y="98521"/>
                  </a:lnTo>
                  <a:lnTo>
                    <a:pt x="66721" y="98637"/>
                  </a:lnTo>
                  <a:lnTo>
                    <a:pt x="67456" y="99291"/>
                  </a:lnTo>
                  <a:lnTo>
                    <a:pt x="67584" y="99404"/>
                  </a:lnTo>
                  <a:lnTo>
                    <a:pt x="68223" y="99972"/>
                  </a:lnTo>
                  <a:lnTo>
                    <a:pt x="69012" y="100675"/>
                  </a:lnTo>
                  <a:lnTo>
                    <a:pt x="69734" y="101206"/>
                  </a:lnTo>
                  <a:lnTo>
                    <a:pt x="70201" y="101551"/>
                  </a:lnTo>
                  <a:lnTo>
                    <a:pt x="70372" y="101677"/>
                  </a:lnTo>
                  <a:lnTo>
                    <a:pt x="71146" y="102193"/>
                  </a:lnTo>
                  <a:lnTo>
                    <a:pt x="71513" y="102555"/>
                  </a:lnTo>
                  <a:lnTo>
                    <a:pt x="71917" y="103183"/>
                  </a:lnTo>
                  <a:lnTo>
                    <a:pt x="73201" y="106204"/>
                  </a:lnTo>
                  <a:lnTo>
                    <a:pt x="73868" y="107156"/>
                  </a:lnTo>
                  <a:lnTo>
                    <a:pt x="74215" y="107650"/>
                  </a:lnTo>
                  <a:lnTo>
                    <a:pt x="75697" y="109025"/>
                  </a:lnTo>
                  <a:lnTo>
                    <a:pt x="75954" y="109263"/>
                  </a:lnTo>
                  <a:lnTo>
                    <a:pt x="77529" y="110742"/>
                  </a:lnTo>
                  <a:lnTo>
                    <a:pt x="78707" y="112018"/>
                  </a:lnTo>
                  <a:lnTo>
                    <a:pt x="79140" y="113457"/>
                  </a:lnTo>
                  <a:lnTo>
                    <a:pt x="79270" y="113891"/>
                  </a:lnTo>
                  <a:lnTo>
                    <a:pt x="79206" y="114637"/>
                  </a:lnTo>
                  <a:lnTo>
                    <a:pt x="79008" y="116944"/>
                  </a:lnTo>
                  <a:lnTo>
                    <a:pt x="79089" y="117304"/>
                  </a:lnTo>
                  <a:lnTo>
                    <a:pt x="79270" y="11811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7" name="pg206"/>
            <p:cNvSpPr/>
            <p:nvPr/>
          </p:nvSpPr>
          <p:spPr>
            <a:xfrm>
              <a:off x="4361748" y="2244597"/>
              <a:ext cx="89156" cy="82838"/>
            </a:xfrm>
            <a:custGeom>
              <a:avLst/>
              <a:pathLst>
                <a:path w="89156" h="82838">
                  <a:moveTo>
                    <a:pt x="77321" y="55112"/>
                  </a:moveTo>
                  <a:lnTo>
                    <a:pt x="89156" y="76287"/>
                  </a:lnTo>
                  <a:lnTo>
                    <a:pt x="88137" y="82838"/>
                  </a:lnTo>
                  <a:lnTo>
                    <a:pt x="84488" y="82744"/>
                  </a:lnTo>
                  <a:lnTo>
                    <a:pt x="80281" y="82636"/>
                  </a:lnTo>
                  <a:lnTo>
                    <a:pt x="78619" y="82593"/>
                  </a:lnTo>
                  <a:lnTo>
                    <a:pt x="74241" y="82480"/>
                  </a:lnTo>
                  <a:lnTo>
                    <a:pt x="64281" y="79081"/>
                  </a:lnTo>
                  <a:lnTo>
                    <a:pt x="61750" y="78613"/>
                  </a:lnTo>
                  <a:lnTo>
                    <a:pt x="57635" y="79359"/>
                  </a:lnTo>
                  <a:lnTo>
                    <a:pt x="55697" y="78166"/>
                  </a:lnTo>
                  <a:lnTo>
                    <a:pt x="51791" y="75357"/>
                  </a:lnTo>
                  <a:lnTo>
                    <a:pt x="49586" y="73946"/>
                  </a:lnTo>
                  <a:lnTo>
                    <a:pt x="49929" y="72608"/>
                  </a:lnTo>
                  <a:lnTo>
                    <a:pt x="49692" y="72519"/>
                  </a:lnTo>
                  <a:lnTo>
                    <a:pt x="49275" y="72363"/>
                  </a:lnTo>
                  <a:lnTo>
                    <a:pt x="46908" y="71474"/>
                  </a:lnTo>
                  <a:lnTo>
                    <a:pt x="45084" y="70789"/>
                  </a:lnTo>
                  <a:lnTo>
                    <a:pt x="44369" y="70520"/>
                  </a:lnTo>
                  <a:lnTo>
                    <a:pt x="44013" y="70446"/>
                  </a:lnTo>
                  <a:lnTo>
                    <a:pt x="41422" y="69906"/>
                  </a:lnTo>
                  <a:lnTo>
                    <a:pt x="40927" y="69830"/>
                  </a:lnTo>
                  <a:lnTo>
                    <a:pt x="40445" y="69756"/>
                  </a:lnTo>
                  <a:lnTo>
                    <a:pt x="38642" y="69478"/>
                  </a:lnTo>
                  <a:lnTo>
                    <a:pt x="37641" y="69323"/>
                  </a:lnTo>
                  <a:lnTo>
                    <a:pt x="36424" y="69421"/>
                  </a:lnTo>
                  <a:lnTo>
                    <a:pt x="35887" y="65515"/>
                  </a:lnTo>
                  <a:lnTo>
                    <a:pt x="33546" y="65116"/>
                  </a:lnTo>
                  <a:lnTo>
                    <a:pt x="31880" y="64928"/>
                  </a:lnTo>
                  <a:lnTo>
                    <a:pt x="25606" y="64111"/>
                  </a:lnTo>
                  <a:lnTo>
                    <a:pt x="25610" y="63510"/>
                  </a:lnTo>
                  <a:lnTo>
                    <a:pt x="23810" y="62047"/>
                  </a:lnTo>
                  <a:lnTo>
                    <a:pt x="23471" y="61693"/>
                  </a:lnTo>
                  <a:lnTo>
                    <a:pt x="22491" y="60673"/>
                  </a:lnTo>
                  <a:lnTo>
                    <a:pt x="22126" y="60293"/>
                  </a:lnTo>
                  <a:lnTo>
                    <a:pt x="21600" y="59904"/>
                  </a:lnTo>
                  <a:lnTo>
                    <a:pt x="20229" y="58874"/>
                  </a:lnTo>
                  <a:lnTo>
                    <a:pt x="19761" y="58281"/>
                  </a:lnTo>
                  <a:lnTo>
                    <a:pt x="18461" y="56636"/>
                  </a:lnTo>
                  <a:lnTo>
                    <a:pt x="17643" y="55600"/>
                  </a:lnTo>
                  <a:lnTo>
                    <a:pt x="16766" y="54100"/>
                  </a:lnTo>
                  <a:lnTo>
                    <a:pt x="18461" y="52616"/>
                  </a:lnTo>
                  <a:lnTo>
                    <a:pt x="18646" y="52454"/>
                  </a:lnTo>
                  <a:lnTo>
                    <a:pt x="20006" y="51264"/>
                  </a:lnTo>
                  <a:lnTo>
                    <a:pt x="20162" y="51068"/>
                  </a:lnTo>
                  <a:lnTo>
                    <a:pt x="19577" y="50198"/>
                  </a:lnTo>
                  <a:lnTo>
                    <a:pt x="19402" y="49937"/>
                  </a:lnTo>
                  <a:lnTo>
                    <a:pt x="18899" y="49188"/>
                  </a:lnTo>
                  <a:lnTo>
                    <a:pt x="18461" y="48766"/>
                  </a:lnTo>
                  <a:lnTo>
                    <a:pt x="17893" y="48219"/>
                  </a:lnTo>
                  <a:lnTo>
                    <a:pt x="17693" y="47728"/>
                  </a:lnTo>
                  <a:lnTo>
                    <a:pt x="17550" y="47377"/>
                  </a:lnTo>
                  <a:lnTo>
                    <a:pt x="17073" y="46206"/>
                  </a:lnTo>
                  <a:lnTo>
                    <a:pt x="14414" y="44922"/>
                  </a:lnTo>
                  <a:lnTo>
                    <a:pt x="13842" y="43976"/>
                  </a:lnTo>
                  <a:lnTo>
                    <a:pt x="12530" y="41803"/>
                  </a:lnTo>
                  <a:lnTo>
                    <a:pt x="12048" y="40871"/>
                  </a:lnTo>
                  <a:lnTo>
                    <a:pt x="11846" y="40481"/>
                  </a:lnTo>
                  <a:lnTo>
                    <a:pt x="10895" y="38642"/>
                  </a:lnTo>
                  <a:lnTo>
                    <a:pt x="10373" y="37792"/>
                  </a:lnTo>
                  <a:lnTo>
                    <a:pt x="8457" y="34674"/>
                  </a:lnTo>
                  <a:lnTo>
                    <a:pt x="6493" y="31376"/>
                  </a:lnTo>
                  <a:lnTo>
                    <a:pt x="6326" y="31096"/>
                  </a:lnTo>
                  <a:lnTo>
                    <a:pt x="4231" y="27577"/>
                  </a:lnTo>
                  <a:lnTo>
                    <a:pt x="3349" y="26097"/>
                  </a:lnTo>
                  <a:lnTo>
                    <a:pt x="2963" y="25449"/>
                  </a:lnTo>
                  <a:lnTo>
                    <a:pt x="2873" y="25296"/>
                  </a:lnTo>
                  <a:lnTo>
                    <a:pt x="2364" y="24291"/>
                  </a:lnTo>
                  <a:lnTo>
                    <a:pt x="2082" y="23733"/>
                  </a:lnTo>
                  <a:lnTo>
                    <a:pt x="1232" y="22053"/>
                  </a:lnTo>
                  <a:lnTo>
                    <a:pt x="993" y="21421"/>
                  </a:lnTo>
                  <a:lnTo>
                    <a:pt x="468" y="20039"/>
                  </a:lnTo>
                  <a:lnTo>
                    <a:pt x="224" y="19395"/>
                  </a:lnTo>
                  <a:lnTo>
                    <a:pt x="0" y="18745"/>
                  </a:lnTo>
                  <a:lnTo>
                    <a:pt x="471" y="18052"/>
                  </a:lnTo>
                  <a:lnTo>
                    <a:pt x="959" y="17346"/>
                  </a:lnTo>
                  <a:lnTo>
                    <a:pt x="2792" y="14689"/>
                  </a:lnTo>
                  <a:lnTo>
                    <a:pt x="5866" y="10234"/>
                  </a:lnTo>
                  <a:lnTo>
                    <a:pt x="6206" y="9741"/>
                  </a:lnTo>
                  <a:lnTo>
                    <a:pt x="7364" y="8064"/>
                  </a:lnTo>
                  <a:lnTo>
                    <a:pt x="12929" y="0"/>
                  </a:lnTo>
                  <a:lnTo>
                    <a:pt x="14878" y="1352"/>
                  </a:lnTo>
                  <a:lnTo>
                    <a:pt x="18383" y="3782"/>
                  </a:lnTo>
                  <a:lnTo>
                    <a:pt x="20728" y="5355"/>
                  </a:lnTo>
                  <a:lnTo>
                    <a:pt x="20949" y="5503"/>
                  </a:lnTo>
                  <a:lnTo>
                    <a:pt x="23993" y="7544"/>
                  </a:lnTo>
                  <a:lnTo>
                    <a:pt x="24340" y="7777"/>
                  </a:lnTo>
                  <a:lnTo>
                    <a:pt x="27584" y="9952"/>
                  </a:lnTo>
                  <a:lnTo>
                    <a:pt x="27944" y="10194"/>
                  </a:lnTo>
                  <a:lnTo>
                    <a:pt x="28079" y="10285"/>
                  </a:lnTo>
                  <a:lnTo>
                    <a:pt x="34148" y="14354"/>
                  </a:lnTo>
                  <a:lnTo>
                    <a:pt x="34347" y="14488"/>
                  </a:lnTo>
                  <a:lnTo>
                    <a:pt x="35432" y="15215"/>
                  </a:lnTo>
                  <a:lnTo>
                    <a:pt x="36135" y="15736"/>
                  </a:lnTo>
                  <a:lnTo>
                    <a:pt x="36607" y="16085"/>
                  </a:lnTo>
                  <a:lnTo>
                    <a:pt x="38404" y="17415"/>
                  </a:lnTo>
                  <a:lnTo>
                    <a:pt x="39856" y="18661"/>
                  </a:lnTo>
                  <a:lnTo>
                    <a:pt x="40359" y="18930"/>
                  </a:lnTo>
                  <a:lnTo>
                    <a:pt x="41508" y="19546"/>
                  </a:lnTo>
                  <a:lnTo>
                    <a:pt x="42194" y="19913"/>
                  </a:lnTo>
                  <a:lnTo>
                    <a:pt x="44788" y="21562"/>
                  </a:lnTo>
                  <a:lnTo>
                    <a:pt x="45477" y="22095"/>
                  </a:lnTo>
                  <a:lnTo>
                    <a:pt x="49245" y="24054"/>
                  </a:lnTo>
                  <a:lnTo>
                    <a:pt x="49739" y="24311"/>
                  </a:lnTo>
                  <a:lnTo>
                    <a:pt x="49705" y="26364"/>
                  </a:lnTo>
                  <a:lnTo>
                    <a:pt x="49978" y="26371"/>
                  </a:lnTo>
                  <a:lnTo>
                    <a:pt x="50213" y="26378"/>
                  </a:lnTo>
                  <a:lnTo>
                    <a:pt x="53136" y="26813"/>
                  </a:lnTo>
                  <a:lnTo>
                    <a:pt x="53159" y="27031"/>
                  </a:lnTo>
                  <a:lnTo>
                    <a:pt x="53235" y="27721"/>
                  </a:lnTo>
                  <a:lnTo>
                    <a:pt x="54681" y="28223"/>
                  </a:lnTo>
                  <a:lnTo>
                    <a:pt x="55440" y="28487"/>
                  </a:lnTo>
                  <a:lnTo>
                    <a:pt x="55909" y="28650"/>
                  </a:lnTo>
                  <a:lnTo>
                    <a:pt x="58673" y="29664"/>
                  </a:lnTo>
                  <a:lnTo>
                    <a:pt x="59007" y="30750"/>
                  </a:lnTo>
                  <a:lnTo>
                    <a:pt x="59347" y="32182"/>
                  </a:lnTo>
                  <a:lnTo>
                    <a:pt x="67042" y="32855"/>
                  </a:lnTo>
                  <a:lnTo>
                    <a:pt x="68241" y="32960"/>
                  </a:lnTo>
                  <a:lnTo>
                    <a:pt x="68226" y="40202"/>
                  </a:lnTo>
                  <a:lnTo>
                    <a:pt x="65393" y="42588"/>
                  </a:lnTo>
                  <a:lnTo>
                    <a:pt x="65021" y="44824"/>
                  </a:lnTo>
                  <a:lnTo>
                    <a:pt x="65691" y="46986"/>
                  </a:lnTo>
                  <a:lnTo>
                    <a:pt x="69121" y="48626"/>
                  </a:lnTo>
                  <a:lnTo>
                    <a:pt x="70686" y="5183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8" name="pg207"/>
            <p:cNvSpPr/>
            <p:nvPr/>
          </p:nvSpPr>
          <p:spPr>
            <a:xfrm>
              <a:off x="4337444" y="2263421"/>
              <a:ext cx="217848" cy="179348"/>
            </a:xfrm>
            <a:custGeom>
              <a:avLst/>
              <a:pathLst>
                <a:path w="217848" h="179348">
                  <a:moveTo>
                    <a:pt x="68440" y="119957"/>
                  </a:moveTo>
                  <a:lnTo>
                    <a:pt x="67869" y="122774"/>
                  </a:lnTo>
                  <a:lnTo>
                    <a:pt x="67272" y="126203"/>
                  </a:lnTo>
                  <a:lnTo>
                    <a:pt x="67422" y="129334"/>
                  </a:lnTo>
                  <a:lnTo>
                    <a:pt x="61309" y="128439"/>
                  </a:lnTo>
                  <a:lnTo>
                    <a:pt x="56985" y="126650"/>
                  </a:lnTo>
                  <a:lnTo>
                    <a:pt x="54301" y="122177"/>
                  </a:lnTo>
                  <a:lnTo>
                    <a:pt x="45653" y="116064"/>
                  </a:lnTo>
                  <a:lnTo>
                    <a:pt x="39296" y="109681"/>
                  </a:lnTo>
                  <a:lnTo>
                    <a:pt x="39118" y="108067"/>
                  </a:lnTo>
                  <a:lnTo>
                    <a:pt x="39049" y="104773"/>
                  </a:lnTo>
                  <a:lnTo>
                    <a:pt x="33826" y="94793"/>
                  </a:lnTo>
                  <a:lnTo>
                    <a:pt x="32081" y="93660"/>
                  </a:lnTo>
                  <a:lnTo>
                    <a:pt x="29959" y="89816"/>
                  </a:lnTo>
                  <a:lnTo>
                    <a:pt x="29622" y="83355"/>
                  </a:lnTo>
                  <a:lnTo>
                    <a:pt x="29615" y="83228"/>
                  </a:lnTo>
                  <a:lnTo>
                    <a:pt x="30318" y="81672"/>
                  </a:lnTo>
                  <a:lnTo>
                    <a:pt x="30724" y="81468"/>
                  </a:lnTo>
                  <a:lnTo>
                    <a:pt x="30587" y="81075"/>
                  </a:lnTo>
                  <a:lnTo>
                    <a:pt x="29448" y="77800"/>
                  </a:lnTo>
                  <a:lnTo>
                    <a:pt x="27789" y="78699"/>
                  </a:lnTo>
                  <a:lnTo>
                    <a:pt x="26725" y="76599"/>
                  </a:lnTo>
                  <a:lnTo>
                    <a:pt x="25763" y="75056"/>
                  </a:lnTo>
                  <a:lnTo>
                    <a:pt x="23700" y="71310"/>
                  </a:lnTo>
                  <a:lnTo>
                    <a:pt x="23201" y="70949"/>
                  </a:lnTo>
                  <a:lnTo>
                    <a:pt x="20263" y="68746"/>
                  </a:lnTo>
                  <a:lnTo>
                    <a:pt x="18760" y="67362"/>
                  </a:lnTo>
                  <a:lnTo>
                    <a:pt x="18579" y="66553"/>
                  </a:lnTo>
                  <a:lnTo>
                    <a:pt x="18498" y="66193"/>
                  </a:lnTo>
                  <a:lnTo>
                    <a:pt x="18696" y="63886"/>
                  </a:lnTo>
                  <a:lnTo>
                    <a:pt x="18760" y="63140"/>
                  </a:lnTo>
                  <a:lnTo>
                    <a:pt x="18630" y="62706"/>
                  </a:lnTo>
                  <a:lnTo>
                    <a:pt x="18197" y="61267"/>
                  </a:lnTo>
                  <a:lnTo>
                    <a:pt x="17019" y="59991"/>
                  </a:lnTo>
                  <a:lnTo>
                    <a:pt x="15350" y="58424"/>
                  </a:lnTo>
                  <a:lnTo>
                    <a:pt x="15187" y="58273"/>
                  </a:lnTo>
                  <a:lnTo>
                    <a:pt x="13698" y="56889"/>
                  </a:lnTo>
                  <a:lnTo>
                    <a:pt x="13358" y="56404"/>
                  </a:lnTo>
                  <a:lnTo>
                    <a:pt x="12691" y="55453"/>
                  </a:lnTo>
                  <a:lnTo>
                    <a:pt x="11407" y="52432"/>
                  </a:lnTo>
                  <a:lnTo>
                    <a:pt x="11003" y="51804"/>
                  </a:lnTo>
                  <a:lnTo>
                    <a:pt x="10636" y="51442"/>
                  </a:lnTo>
                  <a:lnTo>
                    <a:pt x="9862" y="50925"/>
                  </a:lnTo>
                  <a:lnTo>
                    <a:pt x="9691" y="50799"/>
                  </a:lnTo>
                  <a:lnTo>
                    <a:pt x="9224" y="50455"/>
                  </a:lnTo>
                  <a:lnTo>
                    <a:pt x="8502" y="49924"/>
                  </a:lnTo>
                  <a:lnTo>
                    <a:pt x="7713" y="49221"/>
                  </a:lnTo>
                  <a:lnTo>
                    <a:pt x="7074" y="48653"/>
                  </a:lnTo>
                  <a:lnTo>
                    <a:pt x="6946" y="48539"/>
                  </a:lnTo>
                  <a:lnTo>
                    <a:pt x="6211" y="47885"/>
                  </a:lnTo>
                  <a:lnTo>
                    <a:pt x="5937" y="47648"/>
                  </a:lnTo>
                  <a:lnTo>
                    <a:pt x="5134" y="46451"/>
                  </a:lnTo>
                  <a:lnTo>
                    <a:pt x="4585" y="45883"/>
                  </a:lnTo>
                  <a:lnTo>
                    <a:pt x="3688" y="44897"/>
                  </a:lnTo>
                  <a:lnTo>
                    <a:pt x="3334" y="44263"/>
                  </a:lnTo>
                  <a:lnTo>
                    <a:pt x="2762" y="43306"/>
                  </a:lnTo>
                  <a:lnTo>
                    <a:pt x="2594" y="42029"/>
                  </a:lnTo>
                  <a:lnTo>
                    <a:pt x="1629" y="41346"/>
                  </a:lnTo>
                  <a:lnTo>
                    <a:pt x="1475" y="41305"/>
                  </a:lnTo>
                  <a:lnTo>
                    <a:pt x="899" y="41152"/>
                  </a:lnTo>
                  <a:lnTo>
                    <a:pt x="198" y="40526"/>
                  </a:lnTo>
                  <a:lnTo>
                    <a:pt x="0" y="40318"/>
                  </a:lnTo>
                  <a:lnTo>
                    <a:pt x="428" y="39968"/>
                  </a:lnTo>
                  <a:lnTo>
                    <a:pt x="2267" y="38466"/>
                  </a:lnTo>
                  <a:lnTo>
                    <a:pt x="4821" y="35920"/>
                  </a:lnTo>
                  <a:lnTo>
                    <a:pt x="4368" y="35391"/>
                  </a:lnTo>
                  <a:lnTo>
                    <a:pt x="3987" y="34946"/>
                  </a:lnTo>
                  <a:lnTo>
                    <a:pt x="3483" y="34442"/>
                  </a:lnTo>
                  <a:lnTo>
                    <a:pt x="2600" y="33560"/>
                  </a:lnTo>
                  <a:lnTo>
                    <a:pt x="2278" y="33238"/>
                  </a:lnTo>
                  <a:lnTo>
                    <a:pt x="2008" y="32968"/>
                  </a:lnTo>
                  <a:lnTo>
                    <a:pt x="1704" y="32664"/>
                  </a:lnTo>
                  <a:lnTo>
                    <a:pt x="2687" y="31378"/>
                  </a:lnTo>
                  <a:lnTo>
                    <a:pt x="3545" y="30549"/>
                  </a:lnTo>
                  <a:lnTo>
                    <a:pt x="3925" y="30242"/>
                  </a:lnTo>
                  <a:lnTo>
                    <a:pt x="4285" y="29952"/>
                  </a:lnTo>
                  <a:lnTo>
                    <a:pt x="4355" y="29688"/>
                  </a:lnTo>
                  <a:lnTo>
                    <a:pt x="4395" y="29537"/>
                  </a:lnTo>
                  <a:lnTo>
                    <a:pt x="4439" y="29375"/>
                  </a:lnTo>
                  <a:lnTo>
                    <a:pt x="4473" y="29245"/>
                  </a:lnTo>
                  <a:lnTo>
                    <a:pt x="4750" y="28807"/>
                  </a:lnTo>
                  <a:lnTo>
                    <a:pt x="6873" y="25752"/>
                  </a:lnTo>
                  <a:lnTo>
                    <a:pt x="7198" y="25284"/>
                  </a:lnTo>
                  <a:lnTo>
                    <a:pt x="7477" y="24883"/>
                  </a:lnTo>
                  <a:lnTo>
                    <a:pt x="8956" y="22172"/>
                  </a:lnTo>
                  <a:lnTo>
                    <a:pt x="9200" y="21725"/>
                  </a:lnTo>
                  <a:lnTo>
                    <a:pt x="10012" y="20570"/>
                  </a:lnTo>
                  <a:lnTo>
                    <a:pt x="14370" y="14365"/>
                  </a:lnTo>
                  <a:lnTo>
                    <a:pt x="15506" y="12748"/>
                  </a:lnTo>
                  <a:lnTo>
                    <a:pt x="17128" y="10439"/>
                  </a:lnTo>
                  <a:lnTo>
                    <a:pt x="17349" y="10125"/>
                  </a:lnTo>
                  <a:lnTo>
                    <a:pt x="17547" y="9843"/>
                  </a:lnTo>
                  <a:lnTo>
                    <a:pt x="18172" y="8925"/>
                  </a:lnTo>
                  <a:lnTo>
                    <a:pt x="18838" y="7948"/>
                  </a:lnTo>
                  <a:lnTo>
                    <a:pt x="20017" y="6216"/>
                  </a:lnTo>
                  <a:lnTo>
                    <a:pt x="22140" y="3097"/>
                  </a:lnTo>
                  <a:lnTo>
                    <a:pt x="23053" y="1757"/>
                  </a:lnTo>
                  <a:lnTo>
                    <a:pt x="23974" y="404"/>
                  </a:lnTo>
                  <a:lnTo>
                    <a:pt x="24311" y="0"/>
                  </a:lnTo>
                  <a:lnTo>
                    <a:pt x="24528" y="571"/>
                  </a:lnTo>
                  <a:lnTo>
                    <a:pt x="24772" y="1216"/>
                  </a:lnTo>
                  <a:lnTo>
                    <a:pt x="25297" y="2597"/>
                  </a:lnTo>
                  <a:lnTo>
                    <a:pt x="25592" y="3340"/>
                  </a:lnTo>
                  <a:lnTo>
                    <a:pt x="26387" y="4911"/>
                  </a:lnTo>
                  <a:lnTo>
                    <a:pt x="26668" y="5467"/>
                  </a:lnTo>
                  <a:lnTo>
                    <a:pt x="27177" y="6473"/>
                  </a:lnTo>
                  <a:lnTo>
                    <a:pt x="27272" y="6632"/>
                  </a:lnTo>
                  <a:lnTo>
                    <a:pt x="27653" y="7273"/>
                  </a:lnTo>
                  <a:lnTo>
                    <a:pt x="28555" y="8788"/>
                  </a:lnTo>
                  <a:lnTo>
                    <a:pt x="30630" y="12272"/>
                  </a:lnTo>
                  <a:lnTo>
                    <a:pt x="30797" y="12552"/>
                  </a:lnTo>
                  <a:lnTo>
                    <a:pt x="32820" y="15945"/>
                  </a:lnTo>
                  <a:lnTo>
                    <a:pt x="34677" y="18968"/>
                  </a:lnTo>
                  <a:lnTo>
                    <a:pt x="35199" y="19819"/>
                  </a:lnTo>
                  <a:lnTo>
                    <a:pt x="36150" y="21657"/>
                  </a:lnTo>
                  <a:lnTo>
                    <a:pt x="36352" y="22047"/>
                  </a:lnTo>
                  <a:lnTo>
                    <a:pt x="36834" y="22979"/>
                  </a:lnTo>
                  <a:lnTo>
                    <a:pt x="38146" y="25152"/>
                  </a:lnTo>
                  <a:lnTo>
                    <a:pt x="38718" y="26098"/>
                  </a:lnTo>
                  <a:lnTo>
                    <a:pt x="41377" y="27382"/>
                  </a:lnTo>
                  <a:lnTo>
                    <a:pt x="41854" y="28553"/>
                  </a:lnTo>
                  <a:lnTo>
                    <a:pt x="41997" y="28904"/>
                  </a:lnTo>
                  <a:lnTo>
                    <a:pt x="42197" y="29395"/>
                  </a:lnTo>
                  <a:lnTo>
                    <a:pt x="42765" y="29942"/>
                  </a:lnTo>
                  <a:lnTo>
                    <a:pt x="43203" y="30364"/>
                  </a:lnTo>
                  <a:lnTo>
                    <a:pt x="43706" y="31114"/>
                  </a:lnTo>
                  <a:lnTo>
                    <a:pt x="43881" y="31374"/>
                  </a:lnTo>
                  <a:lnTo>
                    <a:pt x="44445" y="32322"/>
                  </a:lnTo>
                  <a:lnTo>
                    <a:pt x="44310" y="32441"/>
                  </a:lnTo>
                  <a:lnTo>
                    <a:pt x="42950" y="33630"/>
                  </a:lnTo>
                  <a:lnTo>
                    <a:pt x="42765" y="33792"/>
                  </a:lnTo>
                  <a:lnTo>
                    <a:pt x="40885" y="35432"/>
                  </a:lnTo>
                  <a:lnTo>
                    <a:pt x="41947" y="36776"/>
                  </a:lnTo>
                  <a:lnTo>
                    <a:pt x="42765" y="37812"/>
                  </a:lnTo>
                  <a:lnTo>
                    <a:pt x="44065" y="39457"/>
                  </a:lnTo>
                  <a:lnTo>
                    <a:pt x="44565" y="40090"/>
                  </a:lnTo>
                  <a:lnTo>
                    <a:pt x="45904" y="41081"/>
                  </a:lnTo>
                  <a:lnTo>
                    <a:pt x="46430" y="41469"/>
                  </a:lnTo>
                  <a:lnTo>
                    <a:pt x="46795" y="41849"/>
                  </a:lnTo>
                  <a:lnTo>
                    <a:pt x="47775" y="42870"/>
                  </a:lnTo>
                  <a:lnTo>
                    <a:pt x="48148" y="43258"/>
                  </a:lnTo>
                  <a:lnTo>
                    <a:pt x="49915" y="44687"/>
                  </a:lnTo>
                  <a:lnTo>
                    <a:pt x="49945" y="45351"/>
                  </a:lnTo>
                  <a:lnTo>
                    <a:pt x="56238" y="46110"/>
                  </a:lnTo>
                  <a:lnTo>
                    <a:pt x="57850" y="46292"/>
                  </a:lnTo>
                  <a:lnTo>
                    <a:pt x="60195" y="46716"/>
                  </a:lnTo>
                  <a:lnTo>
                    <a:pt x="60728" y="50597"/>
                  </a:lnTo>
                  <a:lnTo>
                    <a:pt x="61945" y="50500"/>
                  </a:lnTo>
                  <a:lnTo>
                    <a:pt x="62946" y="50654"/>
                  </a:lnTo>
                  <a:lnTo>
                    <a:pt x="64749" y="50932"/>
                  </a:lnTo>
                  <a:lnTo>
                    <a:pt x="65231" y="51006"/>
                  </a:lnTo>
                  <a:lnTo>
                    <a:pt x="65726" y="51083"/>
                  </a:lnTo>
                  <a:lnTo>
                    <a:pt x="68317" y="51622"/>
                  </a:lnTo>
                  <a:lnTo>
                    <a:pt x="68673" y="51697"/>
                  </a:lnTo>
                  <a:lnTo>
                    <a:pt x="69513" y="52012"/>
                  </a:lnTo>
                  <a:lnTo>
                    <a:pt x="71212" y="52650"/>
                  </a:lnTo>
                  <a:lnTo>
                    <a:pt x="73579" y="53539"/>
                  </a:lnTo>
                  <a:lnTo>
                    <a:pt x="73996" y="53696"/>
                  </a:lnTo>
                  <a:lnTo>
                    <a:pt x="74247" y="53790"/>
                  </a:lnTo>
                  <a:lnTo>
                    <a:pt x="73876" y="55174"/>
                  </a:lnTo>
                  <a:lnTo>
                    <a:pt x="76095" y="56533"/>
                  </a:lnTo>
                  <a:lnTo>
                    <a:pt x="80001" y="59342"/>
                  </a:lnTo>
                  <a:lnTo>
                    <a:pt x="81939" y="60535"/>
                  </a:lnTo>
                  <a:lnTo>
                    <a:pt x="86054" y="59790"/>
                  </a:lnTo>
                  <a:lnTo>
                    <a:pt x="88585" y="60257"/>
                  </a:lnTo>
                  <a:lnTo>
                    <a:pt x="98545" y="63656"/>
                  </a:lnTo>
                  <a:lnTo>
                    <a:pt x="102923" y="63769"/>
                  </a:lnTo>
                  <a:lnTo>
                    <a:pt x="104585" y="63812"/>
                  </a:lnTo>
                  <a:lnTo>
                    <a:pt x="108792" y="63920"/>
                  </a:lnTo>
                  <a:lnTo>
                    <a:pt x="112441" y="64014"/>
                  </a:lnTo>
                  <a:lnTo>
                    <a:pt x="114175" y="66757"/>
                  </a:lnTo>
                  <a:lnTo>
                    <a:pt x="114428" y="77289"/>
                  </a:lnTo>
                  <a:lnTo>
                    <a:pt x="111237" y="77318"/>
                  </a:lnTo>
                  <a:lnTo>
                    <a:pt x="111028" y="80748"/>
                  </a:lnTo>
                  <a:lnTo>
                    <a:pt x="111148" y="87666"/>
                  </a:lnTo>
                  <a:lnTo>
                    <a:pt x="127508" y="88147"/>
                  </a:lnTo>
                  <a:lnTo>
                    <a:pt x="127517" y="89960"/>
                  </a:lnTo>
                  <a:lnTo>
                    <a:pt x="135749" y="90762"/>
                  </a:lnTo>
                  <a:lnTo>
                    <a:pt x="135972" y="90784"/>
                  </a:lnTo>
                  <a:lnTo>
                    <a:pt x="136068" y="90189"/>
                  </a:lnTo>
                  <a:lnTo>
                    <a:pt x="138394" y="90412"/>
                  </a:lnTo>
                  <a:lnTo>
                    <a:pt x="141838" y="84329"/>
                  </a:lnTo>
                  <a:lnTo>
                    <a:pt x="144253" y="85090"/>
                  </a:lnTo>
                  <a:lnTo>
                    <a:pt x="147563" y="81824"/>
                  </a:lnTo>
                  <a:lnTo>
                    <a:pt x="152305" y="85850"/>
                  </a:lnTo>
                  <a:lnTo>
                    <a:pt x="154183" y="87818"/>
                  </a:lnTo>
                  <a:lnTo>
                    <a:pt x="156062" y="91128"/>
                  </a:lnTo>
                  <a:lnTo>
                    <a:pt x="158567" y="96451"/>
                  </a:lnTo>
                  <a:lnTo>
                    <a:pt x="158298" y="105710"/>
                  </a:lnTo>
                  <a:lnTo>
                    <a:pt x="159506" y="107588"/>
                  </a:lnTo>
                  <a:lnTo>
                    <a:pt x="160222" y="110451"/>
                  </a:lnTo>
                  <a:lnTo>
                    <a:pt x="160222" y="113045"/>
                  </a:lnTo>
                  <a:lnTo>
                    <a:pt x="158164" y="115640"/>
                  </a:lnTo>
                  <a:lnTo>
                    <a:pt x="156643" y="116177"/>
                  </a:lnTo>
                  <a:lnTo>
                    <a:pt x="153614" y="112075"/>
                  </a:lnTo>
                  <a:lnTo>
                    <a:pt x="152760" y="112359"/>
                  </a:lnTo>
                  <a:lnTo>
                    <a:pt x="152218" y="112540"/>
                  </a:lnTo>
                  <a:lnTo>
                    <a:pt x="151431" y="113005"/>
                  </a:lnTo>
                  <a:lnTo>
                    <a:pt x="150322" y="113578"/>
                  </a:lnTo>
                  <a:lnTo>
                    <a:pt x="149427" y="113757"/>
                  </a:lnTo>
                  <a:lnTo>
                    <a:pt x="148855" y="114186"/>
                  </a:lnTo>
                  <a:lnTo>
                    <a:pt x="148604" y="114830"/>
                  </a:lnTo>
                  <a:lnTo>
                    <a:pt x="147781" y="115331"/>
                  </a:lnTo>
                  <a:lnTo>
                    <a:pt x="146851" y="115546"/>
                  </a:lnTo>
                  <a:lnTo>
                    <a:pt x="144906" y="117681"/>
                  </a:lnTo>
                  <a:lnTo>
                    <a:pt x="144525" y="119494"/>
                  </a:lnTo>
                  <a:lnTo>
                    <a:pt x="145055" y="122057"/>
                  </a:lnTo>
                  <a:lnTo>
                    <a:pt x="147197" y="125219"/>
                  </a:lnTo>
                  <a:lnTo>
                    <a:pt x="149010" y="127605"/>
                  </a:lnTo>
                  <a:lnTo>
                    <a:pt x="150720" y="128802"/>
                  </a:lnTo>
                  <a:lnTo>
                    <a:pt x="150689" y="130002"/>
                  </a:lnTo>
                  <a:lnTo>
                    <a:pt x="148733" y="133342"/>
                  </a:lnTo>
                  <a:lnTo>
                    <a:pt x="158561" y="132436"/>
                  </a:lnTo>
                  <a:lnTo>
                    <a:pt x="161035" y="129423"/>
                  </a:lnTo>
                  <a:lnTo>
                    <a:pt x="165955" y="129959"/>
                  </a:lnTo>
                  <a:lnTo>
                    <a:pt x="167741" y="130818"/>
                  </a:lnTo>
                  <a:lnTo>
                    <a:pt x="169917" y="131863"/>
                  </a:lnTo>
                  <a:lnTo>
                    <a:pt x="171109" y="132102"/>
                  </a:lnTo>
                  <a:lnTo>
                    <a:pt x="172350" y="132340"/>
                  </a:lnTo>
                  <a:lnTo>
                    <a:pt x="173972" y="132769"/>
                  </a:lnTo>
                  <a:lnTo>
                    <a:pt x="175356" y="133056"/>
                  </a:lnTo>
                  <a:lnTo>
                    <a:pt x="177249" y="133116"/>
                  </a:lnTo>
                  <a:lnTo>
                    <a:pt x="178362" y="133151"/>
                  </a:lnTo>
                  <a:lnTo>
                    <a:pt x="181749" y="132960"/>
                  </a:lnTo>
                  <a:lnTo>
                    <a:pt x="185184" y="132769"/>
                  </a:lnTo>
                  <a:lnTo>
                    <a:pt x="187140" y="132388"/>
                  </a:lnTo>
                  <a:lnTo>
                    <a:pt x="188429" y="131195"/>
                  </a:lnTo>
                  <a:lnTo>
                    <a:pt x="190337" y="131768"/>
                  </a:lnTo>
                  <a:lnTo>
                    <a:pt x="191721" y="132913"/>
                  </a:lnTo>
                  <a:lnTo>
                    <a:pt x="193009" y="134153"/>
                  </a:lnTo>
                  <a:lnTo>
                    <a:pt x="193772" y="134773"/>
                  </a:lnTo>
                  <a:lnTo>
                    <a:pt x="195013" y="134630"/>
                  </a:lnTo>
                  <a:lnTo>
                    <a:pt x="198190" y="136770"/>
                  </a:lnTo>
                  <a:lnTo>
                    <a:pt x="198687" y="137105"/>
                  </a:lnTo>
                  <a:lnTo>
                    <a:pt x="201883" y="139258"/>
                  </a:lnTo>
                  <a:lnTo>
                    <a:pt x="203648" y="141310"/>
                  </a:lnTo>
                  <a:lnTo>
                    <a:pt x="204889" y="143361"/>
                  </a:lnTo>
                  <a:lnTo>
                    <a:pt x="205843" y="145365"/>
                  </a:lnTo>
                  <a:lnTo>
                    <a:pt x="208038" y="147989"/>
                  </a:lnTo>
                  <a:lnTo>
                    <a:pt x="210328" y="151281"/>
                  </a:lnTo>
                  <a:lnTo>
                    <a:pt x="211521" y="155623"/>
                  </a:lnTo>
                  <a:lnTo>
                    <a:pt x="212141" y="157341"/>
                  </a:lnTo>
                  <a:lnTo>
                    <a:pt x="212236" y="159011"/>
                  </a:lnTo>
                  <a:lnTo>
                    <a:pt x="211950" y="160108"/>
                  </a:lnTo>
                  <a:lnTo>
                    <a:pt x="211616" y="161349"/>
                  </a:lnTo>
                  <a:lnTo>
                    <a:pt x="211378" y="163114"/>
                  </a:lnTo>
                  <a:lnTo>
                    <a:pt x="211378" y="164641"/>
                  </a:lnTo>
                  <a:lnTo>
                    <a:pt x="211133" y="165831"/>
                  </a:lnTo>
                  <a:lnTo>
                    <a:pt x="211458" y="165833"/>
                  </a:lnTo>
                  <a:lnTo>
                    <a:pt x="216097" y="165855"/>
                  </a:lnTo>
                  <a:lnTo>
                    <a:pt x="217848" y="165780"/>
                  </a:lnTo>
                  <a:lnTo>
                    <a:pt x="217327" y="166749"/>
                  </a:lnTo>
                  <a:lnTo>
                    <a:pt x="216246" y="168277"/>
                  </a:lnTo>
                  <a:lnTo>
                    <a:pt x="215239" y="169284"/>
                  </a:lnTo>
                  <a:lnTo>
                    <a:pt x="213375" y="170626"/>
                  </a:lnTo>
                  <a:lnTo>
                    <a:pt x="211996" y="171632"/>
                  </a:lnTo>
                  <a:lnTo>
                    <a:pt x="211288" y="172639"/>
                  </a:lnTo>
                  <a:lnTo>
                    <a:pt x="210282" y="173719"/>
                  </a:lnTo>
                  <a:lnTo>
                    <a:pt x="209201" y="174726"/>
                  </a:lnTo>
                  <a:lnTo>
                    <a:pt x="207933" y="175807"/>
                  </a:lnTo>
                  <a:lnTo>
                    <a:pt x="202305" y="178863"/>
                  </a:lnTo>
                  <a:lnTo>
                    <a:pt x="200926" y="179348"/>
                  </a:lnTo>
                  <a:lnTo>
                    <a:pt x="194738" y="176068"/>
                  </a:lnTo>
                  <a:lnTo>
                    <a:pt x="192461" y="175078"/>
                  </a:lnTo>
                  <a:lnTo>
                    <a:pt x="191878" y="174824"/>
                  </a:lnTo>
                  <a:lnTo>
                    <a:pt x="191514" y="174758"/>
                  </a:lnTo>
                  <a:lnTo>
                    <a:pt x="190958" y="174529"/>
                  </a:lnTo>
                  <a:lnTo>
                    <a:pt x="190559" y="174364"/>
                  </a:lnTo>
                  <a:lnTo>
                    <a:pt x="190126" y="174253"/>
                  </a:lnTo>
                  <a:lnTo>
                    <a:pt x="188889" y="173935"/>
                  </a:lnTo>
                  <a:lnTo>
                    <a:pt x="187763" y="173693"/>
                  </a:lnTo>
                  <a:lnTo>
                    <a:pt x="187158" y="173563"/>
                  </a:lnTo>
                  <a:lnTo>
                    <a:pt x="185168" y="173136"/>
                  </a:lnTo>
                  <a:lnTo>
                    <a:pt x="183570" y="172456"/>
                  </a:lnTo>
                  <a:lnTo>
                    <a:pt x="180731" y="171108"/>
                  </a:lnTo>
                  <a:lnTo>
                    <a:pt x="178840" y="170554"/>
                  </a:lnTo>
                  <a:lnTo>
                    <a:pt x="177021" y="170047"/>
                  </a:lnTo>
                  <a:lnTo>
                    <a:pt x="174606" y="170017"/>
                  </a:lnTo>
                  <a:lnTo>
                    <a:pt x="170968" y="170106"/>
                  </a:lnTo>
                  <a:lnTo>
                    <a:pt x="169924" y="169987"/>
                  </a:lnTo>
                  <a:lnTo>
                    <a:pt x="169545" y="169847"/>
                  </a:lnTo>
                  <a:lnTo>
                    <a:pt x="168224" y="169361"/>
                  </a:lnTo>
                  <a:lnTo>
                    <a:pt x="166504" y="168793"/>
                  </a:lnTo>
                  <a:lnTo>
                    <a:pt x="165563" y="168483"/>
                  </a:lnTo>
                  <a:lnTo>
                    <a:pt x="163500" y="167803"/>
                  </a:lnTo>
                  <a:lnTo>
                    <a:pt x="162236" y="167386"/>
                  </a:lnTo>
                  <a:lnTo>
                    <a:pt x="139215" y="163211"/>
                  </a:lnTo>
                  <a:lnTo>
                    <a:pt x="138664" y="163200"/>
                  </a:lnTo>
                  <a:lnTo>
                    <a:pt x="133931" y="163105"/>
                  </a:lnTo>
                  <a:lnTo>
                    <a:pt x="136110" y="159085"/>
                  </a:lnTo>
                  <a:lnTo>
                    <a:pt x="135633" y="157832"/>
                  </a:lnTo>
                  <a:lnTo>
                    <a:pt x="135096" y="155566"/>
                  </a:lnTo>
                  <a:lnTo>
                    <a:pt x="134022" y="152345"/>
                  </a:lnTo>
                  <a:lnTo>
                    <a:pt x="133426" y="148827"/>
                  </a:lnTo>
                  <a:lnTo>
                    <a:pt x="133279" y="147825"/>
                  </a:lnTo>
                  <a:lnTo>
                    <a:pt x="132770" y="144354"/>
                  </a:lnTo>
                  <a:lnTo>
                    <a:pt x="131481" y="141910"/>
                  </a:lnTo>
                  <a:lnTo>
                    <a:pt x="131040" y="141074"/>
                  </a:lnTo>
                  <a:lnTo>
                    <a:pt x="129370" y="138986"/>
                  </a:lnTo>
                  <a:lnTo>
                    <a:pt x="127462" y="137674"/>
                  </a:lnTo>
                  <a:lnTo>
                    <a:pt x="126090" y="135894"/>
                  </a:lnTo>
                  <a:lnTo>
                    <a:pt x="125255" y="134812"/>
                  </a:lnTo>
                  <a:lnTo>
                    <a:pt x="123466" y="130637"/>
                  </a:lnTo>
                  <a:lnTo>
                    <a:pt x="121438" y="129146"/>
                  </a:lnTo>
                  <a:lnTo>
                    <a:pt x="118337" y="127953"/>
                  </a:lnTo>
                  <a:lnTo>
                    <a:pt x="113831" y="126630"/>
                  </a:lnTo>
                  <a:lnTo>
                    <a:pt x="109805" y="124483"/>
                  </a:lnTo>
                  <a:lnTo>
                    <a:pt x="106218" y="123246"/>
                  </a:lnTo>
                  <a:lnTo>
                    <a:pt x="101041" y="119858"/>
                  </a:lnTo>
                  <a:lnTo>
                    <a:pt x="98505" y="117565"/>
                  </a:lnTo>
                  <a:lnTo>
                    <a:pt x="97330" y="116503"/>
                  </a:lnTo>
                  <a:lnTo>
                    <a:pt x="96983" y="116189"/>
                  </a:lnTo>
                  <a:lnTo>
                    <a:pt x="95821" y="115142"/>
                  </a:lnTo>
                  <a:lnTo>
                    <a:pt x="95555" y="114955"/>
                  </a:lnTo>
                  <a:lnTo>
                    <a:pt x="95413" y="114855"/>
                  </a:lnTo>
                  <a:lnTo>
                    <a:pt x="93856" y="113674"/>
                  </a:lnTo>
                  <a:lnTo>
                    <a:pt x="93035" y="112547"/>
                  </a:lnTo>
                  <a:lnTo>
                    <a:pt x="92095" y="112310"/>
                  </a:lnTo>
                  <a:lnTo>
                    <a:pt x="91327" y="112117"/>
                  </a:lnTo>
                  <a:lnTo>
                    <a:pt x="90616" y="111611"/>
                  </a:lnTo>
                  <a:lnTo>
                    <a:pt x="90217" y="111327"/>
                  </a:lnTo>
                  <a:lnTo>
                    <a:pt x="90027" y="111193"/>
                  </a:lnTo>
                  <a:lnTo>
                    <a:pt x="83927" y="111929"/>
                  </a:lnTo>
                  <a:lnTo>
                    <a:pt x="83183" y="112019"/>
                  </a:lnTo>
                  <a:lnTo>
                    <a:pt x="82709" y="111945"/>
                  </a:lnTo>
                  <a:lnTo>
                    <a:pt x="82077" y="111846"/>
                  </a:lnTo>
                  <a:lnTo>
                    <a:pt x="79700" y="111508"/>
                  </a:lnTo>
                  <a:lnTo>
                    <a:pt x="79545" y="111470"/>
                  </a:lnTo>
                  <a:lnTo>
                    <a:pt x="77395" y="110925"/>
                  </a:lnTo>
                  <a:lnTo>
                    <a:pt x="76777" y="111428"/>
                  </a:lnTo>
                  <a:lnTo>
                    <a:pt x="76283" y="111466"/>
                  </a:lnTo>
                  <a:lnTo>
                    <a:pt x="73737" y="111660"/>
                  </a:lnTo>
                  <a:lnTo>
                    <a:pt x="73523" y="111676"/>
                  </a:lnTo>
                  <a:lnTo>
                    <a:pt x="72197" y="111123"/>
                  </a:lnTo>
                  <a:lnTo>
                    <a:pt x="71814" y="111676"/>
                  </a:lnTo>
                  <a:lnTo>
                    <a:pt x="71617" y="111962"/>
                  </a:lnTo>
                  <a:lnTo>
                    <a:pt x="70679" y="113495"/>
                  </a:lnTo>
                  <a:lnTo>
                    <a:pt x="70304" y="114106"/>
                  </a:lnTo>
                  <a:lnTo>
                    <a:pt x="69957" y="114673"/>
                  </a:lnTo>
                  <a:lnTo>
                    <a:pt x="69688" y="115884"/>
                  </a:lnTo>
                  <a:lnTo>
                    <a:pt x="69623" y="116175"/>
                  </a:lnTo>
                  <a:lnTo>
                    <a:pt x="69363" y="116871"/>
                  </a:lnTo>
                  <a:lnTo>
                    <a:pt x="68839" y="118266"/>
                  </a:lnTo>
                  <a:lnTo>
                    <a:pt x="68447" y="119437"/>
                  </a:lnTo>
                  <a:lnTo>
                    <a:pt x="68305" y="11986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09" name="pg208"/>
            <p:cNvSpPr/>
            <p:nvPr/>
          </p:nvSpPr>
          <p:spPr>
            <a:xfrm>
              <a:off x="4250970" y="2297321"/>
              <a:ext cx="84418" cy="81608"/>
            </a:xfrm>
            <a:custGeom>
              <a:avLst/>
              <a:pathLst>
                <a:path w="84418" h="81608">
                  <a:moveTo>
                    <a:pt x="46604" y="38957"/>
                  </a:moveTo>
                  <a:lnTo>
                    <a:pt x="49699" y="40385"/>
                  </a:lnTo>
                  <a:lnTo>
                    <a:pt x="50873" y="38763"/>
                  </a:lnTo>
                  <a:lnTo>
                    <a:pt x="51006" y="38580"/>
                  </a:lnTo>
                  <a:lnTo>
                    <a:pt x="52359" y="38782"/>
                  </a:lnTo>
                  <a:lnTo>
                    <a:pt x="53519" y="38822"/>
                  </a:lnTo>
                  <a:lnTo>
                    <a:pt x="55619" y="38842"/>
                  </a:lnTo>
                  <a:lnTo>
                    <a:pt x="56768" y="38603"/>
                  </a:lnTo>
                  <a:lnTo>
                    <a:pt x="56974" y="38561"/>
                  </a:lnTo>
                  <a:lnTo>
                    <a:pt x="58040" y="38340"/>
                  </a:lnTo>
                  <a:lnTo>
                    <a:pt x="58588" y="38226"/>
                  </a:lnTo>
                  <a:lnTo>
                    <a:pt x="61682" y="36698"/>
                  </a:lnTo>
                  <a:lnTo>
                    <a:pt x="63474" y="36245"/>
                  </a:lnTo>
                  <a:lnTo>
                    <a:pt x="63863" y="36416"/>
                  </a:lnTo>
                  <a:lnTo>
                    <a:pt x="64973" y="36903"/>
                  </a:lnTo>
                  <a:lnTo>
                    <a:pt x="67491" y="38008"/>
                  </a:lnTo>
                  <a:lnTo>
                    <a:pt x="68332" y="38377"/>
                  </a:lnTo>
                  <a:lnTo>
                    <a:pt x="68695" y="38512"/>
                  </a:lnTo>
                  <a:lnTo>
                    <a:pt x="69462" y="38797"/>
                  </a:lnTo>
                  <a:lnTo>
                    <a:pt x="70646" y="39237"/>
                  </a:lnTo>
                  <a:lnTo>
                    <a:pt x="70778" y="39286"/>
                  </a:lnTo>
                  <a:lnTo>
                    <a:pt x="71078" y="39398"/>
                  </a:lnTo>
                  <a:lnTo>
                    <a:pt x="71556" y="39576"/>
                  </a:lnTo>
                  <a:lnTo>
                    <a:pt x="71702" y="39630"/>
                  </a:lnTo>
                  <a:lnTo>
                    <a:pt x="73671" y="41187"/>
                  </a:lnTo>
                  <a:lnTo>
                    <a:pt x="73901" y="41369"/>
                  </a:lnTo>
                  <a:lnTo>
                    <a:pt x="74833" y="42134"/>
                  </a:lnTo>
                  <a:lnTo>
                    <a:pt x="77399" y="42394"/>
                  </a:lnTo>
                  <a:lnTo>
                    <a:pt x="77729" y="42427"/>
                  </a:lnTo>
                  <a:lnTo>
                    <a:pt x="79528" y="42610"/>
                  </a:lnTo>
                  <a:lnTo>
                    <a:pt x="79843" y="42641"/>
                  </a:lnTo>
                  <a:lnTo>
                    <a:pt x="81334" y="43894"/>
                  </a:lnTo>
                  <a:lnTo>
                    <a:pt x="81487" y="44249"/>
                  </a:lnTo>
                  <a:lnTo>
                    <a:pt x="81764" y="44893"/>
                  </a:lnTo>
                  <a:lnTo>
                    <a:pt x="82396" y="46357"/>
                  </a:lnTo>
                  <a:lnTo>
                    <a:pt x="83314" y="48485"/>
                  </a:lnTo>
                  <a:lnTo>
                    <a:pt x="83466" y="48838"/>
                  </a:lnTo>
                  <a:lnTo>
                    <a:pt x="83609" y="49169"/>
                  </a:lnTo>
                  <a:lnTo>
                    <a:pt x="83941" y="49938"/>
                  </a:lnTo>
                  <a:lnTo>
                    <a:pt x="84039" y="50168"/>
                  </a:lnTo>
                  <a:lnTo>
                    <a:pt x="84418" y="51045"/>
                  </a:lnTo>
                  <a:lnTo>
                    <a:pt x="79700" y="52356"/>
                  </a:lnTo>
                  <a:lnTo>
                    <a:pt x="79045" y="52538"/>
                  </a:lnTo>
                  <a:lnTo>
                    <a:pt x="79154" y="52875"/>
                  </a:lnTo>
                  <a:lnTo>
                    <a:pt x="80108" y="55813"/>
                  </a:lnTo>
                  <a:lnTo>
                    <a:pt x="80159" y="55971"/>
                  </a:lnTo>
                  <a:lnTo>
                    <a:pt x="80638" y="57453"/>
                  </a:lnTo>
                  <a:lnTo>
                    <a:pt x="81309" y="59526"/>
                  </a:lnTo>
                  <a:lnTo>
                    <a:pt x="81664" y="59937"/>
                  </a:lnTo>
                  <a:lnTo>
                    <a:pt x="82016" y="60139"/>
                  </a:lnTo>
                  <a:lnTo>
                    <a:pt x="82630" y="60492"/>
                  </a:lnTo>
                  <a:lnTo>
                    <a:pt x="82903" y="60606"/>
                  </a:lnTo>
                  <a:lnTo>
                    <a:pt x="83690" y="60935"/>
                  </a:lnTo>
                  <a:lnTo>
                    <a:pt x="83964" y="61050"/>
                  </a:lnTo>
                  <a:lnTo>
                    <a:pt x="82948" y="62977"/>
                  </a:lnTo>
                  <a:lnTo>
                    <a:pt x="82814" y="62932"/>
                  </a:lnTo>
                  <a:lnTo>
                    <a:pt x="81812" y="62687"/>
                  </a:lnTo>
                  <a:lnTo>
                    <a:pt x="81630" y="62643"/>
                  </a:lnTo>
                  <a:lnTo>
                    <a:pt x="80613" y="62394"/>
                  </a:lnTo>
                  <a:lnTo>
                    <a:pt x="80251" y="62258"/>
                  </a:lnTo>
                  <a:lnTo>
                    <a:pt x="79261" y="61886"/>
                  </a:lnTo>
                  <a:lnTo>
                    <a:pt x="79070" y="61732"/>
                  </a:lnTo>
                  <a:lnTo>
                    <a:pt x="78927" y="61616"/>
                  </a:lnTo>
                  <a:lnTo>
                    <a:pt x="77229" y="60244"/>
                  </a:lnTo>
                  <a:lnTo>
                    <a:pt x="76831" y="59923"/>
                  </a:lnTo>
                  <a:lnTo>
                    <a:pt x="76249" y="59453"/>
                  </a:lnTo>
                  <a:lnTo>
                    <a:pt x="75926" y="59844"/>
                  </a:lnTo>
                  <a:lnTo>
                    <a:pt x="73665" y="62575"/>
                  </a:lnTo>
                  <a:lnTo>
                    <a:pt x="73421" y="62870"/>
                  </a:lnTo>
                  <a:lnTo>
                    <a:pt x="73159" y="63278"/>
                  </a:lnTo>
                  <a:lnTo>
                    <a:pt x="72322" y="64581"/>
                  </a:lnTo>
                  <a:lnTo>
                    <a:pt x="71963" y="64903"/>
                  </a:lnTo>
                  <a:lnTo>
                    <a:pt x="71302" y="65494"/>
                  </a:lnTo>
                  <a:lnTo>
                    <a:pt x="70959" y="66274"/>
                  </a:lnTo>
                  <a:lnTo>
                    <a:pt x="70750" y="66709"/>
                  </a:lnTo>
                  <a:lnTo>
                    <a:pt x="70399" y="67441"/>
                  </a:lnTo>
                  <a:lnTo>
                    <a:pt x="69866" y="68322"/>
                  </a:lnTo>
                  <a:lnTo>
                    <a:pt x="69492" y="68941"/>
                  </a:lnTo>
                  <a:lnTo>
                    <a:pt x="69063" y="69653"/>
                  </a:lnTo>
                  <a:lnTo>
                    <a:pt x="68917" y="69894"/>
                  </a:lnTo>
                  <a:lnTo>
                    <a:pt x="68322" y="70432"/>
                  </a:lnTo>
                  <a:lnTo>
                    <a:pt x="67278" y="72430"/>
                  </a:lnTo>
                  <a:lnTo>
                    <a:pt x="67168" y="73172"/>
                  </a:lnTo>
                  <a:lnTo>
                    <a:pt x="66976" y="74484"/>
                  </a:lnTo>
                  <a:lnTo>
                    <a:pt x="67239" y="76069"/>
                  </a:lnTo>
                  <a:lnTo>
                    <a:pt x="67357" y="76778"/>
                  </a:lnTo>
                  <a:lnTo>
                    <a:pt x="67525" y="77787"/>
                  </a:lnTo>
                  <a:lnTo>
                    <a:pt x="67600" y="78214"/>
                  </a:lnTo>
                  <a:lnTo>
                    <a:pt x="67632" y="78395"/>
                  </a:lnTo>
                  <a:lnTo>
                    <a:pt x="67648" y="78777"/>
                  </a:lnTo>
                  <a:lnTo>
                    <a:pt x="67692" y="79054"/>
                  </a:lnTo>
                  <a:lnTo>
                    <a:pt x="67525" y="79540"/>
                  </a:lnTo>
                  <a:lnTo>
                    <a:pt x="67435" y="79709"/>
                  </a:lnTo>
                  <a:lnTo>
                    <a:pt x="67238" y="80077"/>
                  </a:lnTo>
                  <a:lnTo>
                    <a:pt x="66881" y="80560"/>
                  </a:lnTo>
                  <a:lnTo>
                    <a:pt x="66291" y="81608"/>
                  </a:lnTo>
                  <a:lnTo>
                    <a:pt x="65086" y="80858"/>
                  </a:lnTo>
                  <a:lnTo>
                    <a:pt x="64895" y="80739"/>
                  </a:lnTo>
                  <a:lnTo>
                    <a:pt x="64715" y="80628"/>
                  </a:lnTo>
                  <a:lnTo>
                    <a:pt x="63555" y="79913"/>
                  </a:lnTo>
                  <a:lnTo>
                    <a:pt x="63300" y="79755"/>
                  </a:lnTo>
                  <a:lnTo>
                    <a:pt x="60869" y="81052"/>
                  </a:lnTo>
                  <a:lnTo>
                    <a:pt x="60374" y="80379"/>
                  </a:lnTo>
                  <a:lnTo>
                    <a:pt x="58948" y="78442"/>
                  </a:lnTo>
                  <a:lnTo>
                    <a:pt x="57344" y="77992"/>
                  </a:lnTo>
                  <a:lnTo>
                    <a:pt x="55060" y="75536"/>
                  </a:lnTo>
                  <a:lnTo>
                    <a:pt x="54152" y="74291"/>
                  </a:lnTo>
                  <a:lnTo>
                    <a:pt x="53539" y="73449"/>
                  </a:lnTo>
                  <a:lnTo>
                    <a:pt x="52780" y="72104"/>
                  </a:lnTo>
                  <a:lnTo>
                    <a:pt x="52461" y="71542"/>
                  </a:lnTo>
                  <a:lnTo>
                    <a:pt x="52315" y="71385"/>
                  </a:lnTo>
                  <a:lnTo>
                    <a:pt x="52148" y="71207"/>
                  </a:lnTo>
                  <a:lnTo>
                    <a:pt x="50517" y="69460"/>
                  </a:lnTo>
                  <a:lnTo>
                    <a:pt x="48278" y="67062"/>
                  </a:lnTo>
                  <a:lnTo>
                    <a:pt x="48063" y="66820"/>
                  </a:lnTo>
                  <a:lnTo>
                    <a:pt x="47937" y="66649"/>
                  </a:lnTo>
                  <a:lnTo>
                    <a:pt x="47542" y="66110"/>
                  </a:lnTo>
                  <a:lnTo>
                    <a:pt x="46983" y="65348"/>
                  </a:lnTo>
                  <a:lnTo>
                    <a:pt x="46816" y="65120"/>
                  </a:lnTo>
                  <a:lnTo>
                    <a:pt x="46508" y="64701"/>
                  </a:lnTo>
                  <a:lnTo>
                    <a:pt x="46196" y="64274"/>
                  </a:lnTo>
                  <a:lnTo>
                    <a:pt x="45898" y="63940"/>
                  </a:lnTo>
                  <a:lnTo>
                    <a:pt x="45443" y="63427"/>
                  </a:lnTo>
                  <a:lnTo>
                    <a:pt x="44861" y="62621"/>
                  </a:lnTo>
                  <a:lnTo>
                    <a:pt x="44335" y="61519"/>
                  </a:lnTo>
                  <a:lnTo>
                    <a:pt x="44241" y="60989"/>
                  </a:lnTo>
                  <a:lnTo>
                    <a:pt x="44090" y="60138"/>
                  </a:lnTo>
                  <a:lnTo>
                    <a:pt x="43834" y="58692"/>
                  </a:lnTo>
                  <a:lnTo>
                    <a:pt x="44260" y="57910"/>
                  </a:lnTo>
                  <a:lnTo>
                    <a:pt x="44518" y="57436"/>
                  </a:lnTo>
                  <a:lnTo>
                    <a:pt x="43717" y="58007"/>
                  </a:lnTo>
                  <a:lnTo>
                    <a:pt x="43174" y="58395"/>
                  </a:lnTo>
                  <a:lnTo>
                    <a:pt x="42299" y="59605"/>
                  </a:lnTo>
                  <a:lnTo>
                    <a:pt x="41673" y="61037"/>
                  </a:lnTo>
                  <a:lnTo>
                    <a:pt x="41491" y="62141"/>
                  </a:lnTo>
                  <a:lnTo>
                    <a:pt x="41102" y="62430"/>
                  </a:lnTo>
                  <a:lnTo>
                    <a:pt x="40475" y="62894"/>
                  </a:lnTo>
                  <a:lnTo>
                    <a:pt x="40101" y="63172"/>
                  </a:lnTo>
                  <a:lnTo>
                    <a:pt x="38673" y="64294"/>
                  </a:lnTo>
                  <a:lnTo>
                    <a:pt x="38210" y="64658"/>
                  </a:lnTo>
                  <a:lnTo>
                    <a:pt x="36926" y="63490"/>
                  </a:lnTo>
                  <a:lnTo>
                    <a:pt x="36595" y="63189"/>
                  </a:lnTo>
                  <a:lnTo>
                    <a:pt x="34614" y="61442"/>
                  </a:lnTo>
                  <a:lnTo>
                    <a:pt x="34331" y="60986"/>
                  </a:lnTo>
                  <a:lnTo>
                    <a:pt x="34621" y="60667"/>
                  </a:lnTo>
                  <a:lnTo>
                    <a:pt x="36965" y="57884"/>
                  </a:lnTo>
                  <a:lnTo>
                    <a:pt x="34592" y="56177"/>
                  </a:lnTo>
                  <a:lnTo>
                    <a:pt x="33775" y="55589"/>
                  </a:lnTo>
                  <a:lnTo>
                    <a:pt x="31451" y="53917"/>
                  </a:lnTo>
                  <a:lnTo>
                    <a:pt x="30205" y="53020"/>
                  </a:lnTo>
                  <a:lnTo>
                    <a:pt x="29936" y="52827"/>
                  </a:lnTo>
                  <a:lnTo>
                    <a:pt x="29760" y="52699"/>
                  </a:lnTo>
                  <a:lnTo>
                    <a:pt x="29286" y="52335"/>
                  </a:lnTo>
                  <a:lnTo>
                    <a:pt x="28847" y="52000"/>
                  </a:lnTo>
                  <a:lnTo>
                    <a:pt x="28347" y="51617"/>
                  </a:lnTo>
                  <a:lnTo>
                    <a:pt x="27925" y="51294"/>
                  </a:lnTo>
                  <a:lnTo>
                    <a:pt x="27073" y="50642"/>
                  </a:lnTo>
                  <a:lnTo>
                    <a:pt x="28285" y="49157"/>
                  </a:lnTo>
                  <a:lnTo>
                    <a:pt x="30409" y="46324"/>
                  </a:lnTo>
                  <a:lnTo>
                    <a:pt x="27163" y="44069"/>
                  </a:lnTo>
                  <a:lnTo>
                    <a:pt x="26287" y="43460"/>
                  </a:lnTo>
                  <a:lnTo>
                    <a:pt x="25614" y="42992"/>
                  </a:lnTo>
                  <a:lnTo>
                    <a:pt x="25271" y="42754"/>
                  </a:lnTo>
                  <a:lnTo>
                    <a:pt x="22532" y="40850"/>
                  </a:lnTo>
                  <a:lnTo>
                    <a:pt x="21925" y="40428"/>
                  </a:lnTo>
                  <a:lnTo>
                    <a:pt x="20101" y="39161"/>
                  </a:lnTo>
                  <a:lnTo>
                    <a:pt x="18828" y="38276"/>
                  </a:lnTo>
                  <a:lnTo>
                    <a:pt x="14978" y="35600"/>
                  </a:lnTo>
                  <a:lnTo>
                    <a:pt x="14785" y="35466"/>
                  </a:lnTo>
                  <a:lnTo>
                    <a:pt x="13278" y="34419"/>
                  </a:lnTo>
                  <a:lnTo>
                    <a:pt x="11046" y="32868"/>
                  </a:lnTo>
                  <a:lnTo>
                    <a:pt x="4984" y="28655"/>
                  </a:lnTo>
                  <a:lnTo>
                    <a:pt x="4564" y="28363"/>
                  </a:lnTo>
                  <a:lnTo>
                    <a:pt x="3358" y="27573"/>
                  </a:lnTo>
                  <a:lnTo>
                    <a:pt x="137" y="25462"/>
                  </a:lnTo>
                  <a:lnTo>
                    <a:pt x="0" y="25372"/>
                  </a:lnTo>
                  <a:lnTo>
                    <a:pt x="344" y="24869"/>
                  </a:lnTo>
                  <a:lnTo>
                    <a:pt x="733" y="24304"/>
                  </a:lnTo>
                  <a:lnTo>
                    <a:pt x="1849" y="22679"/>
                  </a:lnTo>
                  <a:lnTo>
                    <a:pt x="2661" y="21497"/>
                  </a:lnTo>
                  <a:lnTo>
                    <a:pt x="4964" y="18142"/>
                  </a:lnTo>
                  <a:lnTo>
                    <a:pt x="7065" y="15084"/>
                  </a:lnTo>
                  <a:lnTo>
                    <a:pt x="7285" y="14763"/>
                  </a:lnTo>
                  <a:lnTo>
                    <a:pt x="7701" y="14239"/>
                  </a:lnTo>
                  <a:lnTo>
                    <a:pt x="8755" y="12913"/>
                  </a:lnTo>
                  <a:lnTo>
                    <a:pt x="9633" y="11808"/>
                  </a:lnTo>
                  <a:lnTo>
                    <a:pt x="10563" y="11086"/>
                  </a:lnTo>
                  <a:lnTo>
                    <a:pt x="10718" y="10966"/>
                  </a:lnTo>
                  <a:lnTo>
                    <a:pt x="11965" y="9997"/>
                  </a:lnTo>
                  <a:lnTo>
                    <a:pt x="14235" y="8745"/>
                  </a:lnTo>
                  <a:lnTo>
                    <a:pt x="15856" y="7850"/>
                  </a:lnTo>
                  <a:lnTo>
                    <a:pt x="17155" y="7328"/>
                  </a:lnTo>
                  <a:lnTo>
                    <a:pt x="19301" y="6464"/>
                  </a:lnTo>
                  <a:lnTo>
                    <a:pt x="23460" y="5390"/>
                  </a:lnTo>
                  <a:lnTo>
                    <a:pt x="26795" y="4424"/>
                  </a:lnTo>
                  <a:lnTo>
                    <a:pt x="27997" y="4076"/>
                  </a:lnTo>
                  <a:lnTo>
                    <a:pt x="31378" y="3093"/>
                  </a:lnTo>
                  <a:lnTo>
                    <a:pt x="35049" y="1769"/>
                  </a:lnTo>
                  <a:lnTo>
                    <a:pt x="36889" y="1101"/>
                  </a:lnTo>
                  <a:lnTo>
                    <a:pt x="38483" y="448"/>
                  </a:lnTo>
                  <a:lnTo>
                    <a:pt x="39277" y="123"/>
                  </a:lnTo>
                  <a:lnTo>
                    <a:pt x="39580" y="0"/>
                  </a:lnTo>
                  <a:lnTo>
                    <a:pt x="39868" y="227"/>
                  </a:lnTo>
                  <a:lnTo>
                    <a:pt x="41314" y="1371"/>
                  </a:lnTo>
                  <a:lnTo>
                    <a:pt x="41970" y="1889"/>
                  </a:lnTo>
                  <a:lnTo>
                    <a:pt x="45084" y="4352"/>
                  </a:lnTo>
                  <a:lnTo>
                    <a:pt x="45542" y="4714"/>
                  </a:lnTo>
                  <a:lnTo>
                    <a:pt x="45785" y="4907"/>
                  </a:lnTo>
                  <a:lnTo>
                    <a:pt x="46243" y="5269"/>
                  </a:lnTo>
                  <a:lnTo>
                    <a:pt x="46666" y="5645"/>
                  </a:lnTo>
                  <a:lnTo>
                    <a:pt x="47115" y="6045"/>
                  </a:lnTo>
                  <a:lnTo>
                    <a:pt x="47888" y="6733"/>
                  </a:lnTo>
                  <a:lnTo>
                    <a:pt x="50031" y="8641"/>
                  </a:lnTo>
                  <a:lnTo>
                    <a:pt x="50185" y="8769"/>
                  </a:lnTo>
                  <a:lnTo>
                    <a:pt x="50889" y="9353"/>
                  </a:lnTo>
                  <a:lnTo>
                    <a:pt x="51339" y="9727"/>
                  </a:lnTo>
                  <a:lnTo>
                    <a:pt x="51930" y="10218"/>
                  </a:lnTo>
                  <a:lnTo>
                    <a:pt x="53310" y="11364"/>
                  </a:lnTo>
                  <a:lnTo>
                    <a:pt x="53459" y="11487"/>
                  </a:lnTo>
                  <a:lnTo>
                    <a:pt x="53874" y="11832"/>
                  </a:lnTo>
                  <a:lnTo>
                    <a:pt x="54969" y="12742"/>
                  </a:lnTo>
                  <a:lnTo>
                    <a:pt x="55318" y="13648"/>
                  </a:lnTo>
                  <a:lnTo>
                    <a:pt x="55401" y="14217"/>
                  </a:lnTo>
                  <a:lnTo>
                    <a:pt x="55460" y="14547"/>
                  </a:lnTo>
                  <a:lnTo>
                    <a:pt x="55569" y="14989"/>
                  </a:lnTo>
                  <a:lnTo>
                    <a:pt x="55767" y="15795"/>
                  </a:lnTo>
                  <a:lnTo>
                    <a:pt x="55821" y="16014"/>
                  </a:lnTo>
                  <a:lnTo>
                    <a:pt x="55539" y="17145"/>
                  </a:lnTo>
                  <a:lnTo>
                    <a:pt x="55376" y="17796"/>
                  </a:lnTo>
                  <a:lnTo>
                    <a:pt x="54972" y="18374"/>
                  </a:lnTo>
                  <a:lnTo>
                    <a:pt x="54765" y="18669"/>
                  </a:lnTo>
                  <a:lnTo>
                    <a:pt x="53632" y="20291"/>
                  </a:lnTo>
                  <a:lnTo>
                    <a:pt x="52058" y="22544"/>
                  </a:lnTo>
                  <a:lnTo>
                    <a:pt x="50225" y="25167"/>
                  </a:lnTo>
                  <a:lnTo>
                    <a:pt x="46966" y="29913"/>
                  </a:lnTo>
                  <a:lnTo>
                    <a:pt x="44300" y="33797"/>
                  </a:lnTo>
                  <a:lnTo>
                    <a:pt x="41872" y="37220"/>
                  </a:lnTo>
                  <a:lnTo>
                    <a:pt x="43911" y="37746"/>
                  </a:lnTo>
                  <a:lnTo>
                    <a:pt x="44192" y="37843"/>
                  </a:lnTo>
                  <a:lnTo>
                    <a:pt x="45005" y="3821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0" name="pg209"/>
            <p:cNvSpPr/>
            <p:nvPr/>
          </p:nvSpPr>
          <p:spPr>
            <a:xfrm>
              <a:off x="4183115" y="2278237"/>
              <a:ext cx="125199" cy="101212"/>
            </a:xfrm>
            <a:custGeom>
              <a:avLst/>
              <a:pathLst>
                <a:path w="125199" h="101212">
                  <a:moveTo>
                    <a:pt x="69905" y="21947"/>
                  </a:moveTo>
                  <a:lnTo>
                    <a:pt x="70529" y="24180"/>
                  </a:lnTo>
                  <a:lnTo>
                    <a:pt x="73576" y="23352"/>
                  </a:lnTo>
                  <a:lnTo>
                    <a:pt x="73631" y="23526"/>
                  </a:lnTo>
                  <a:lnTo>
                    <a:pt x="74795" y="27183"/>
                  </a:lnTo>
                  <a:lnTo>
                    <a:pt x="74986" y="27329"/>
                  </a:lnTo>
                  <a:lnTo>
                    <a:pt x="75394" y="27638"/>
                  </a:lnTo>
                  <a:lnTo>
                    <a:pt x="78172" y="29746"/>
                  </a:lnTo>
                  <a:lnTo>
                    <a:pt x="78573" y="30051"/>
                  </a:lnTo>
                  <a:lnTo>
                    <a:pt x="78418" y="30171"/>
                  </a:lnTo>
                  <a:lnTo>
                    <a:pt x="77488" y="30893"/>
                  </a:lnTo>
                  <a:lnTo>
                    <a:pt x="76610" y="31998"/>
                  </a:lnTo>
                  <a:lnTo>
                    <a:pt x="75557" y="33324"/>
                  </a:lnTo>
                  <a:lnTo>
                    <a:pt x="75140" y="33848"/>
                  </a:lnTo>
                  <a:lnTo>
                    <a:pt x="74920" y="34168"/>
                  </a:lnTo>
                  <a:lnTo>
                    <a:pt x="72819" y="37227"/>
                  </a:lnTo>
                  <a:lnTo>
                    <a:pt x="70516" y="40581"/>
                  </a:lnTo>
                  <a:lnTo>
                    <a:pt x="69704" y="41764"/>
                  </a:lnTo>
                  <a:lnTo>
                    <a:pt x="68588" y="43388"/>
                  </a:lnTo>
                  <a:lnTo>
                    <a:pt x="68118" y="44072"/>
                  </a:lnTo>
                  <a:lnTo>
                    <a:pt x="67855" y="44456"/>
                  </a:lnTo>
                  <a:lnTo>
                    <a:pt x="67992" y="44546"/>
                  </a:lnTo>
                  <a:lnTo>
                    <a:pt x="71213" y="46657"/>
                  </a:lnTo>
                  <a:lnTo>
                    <a:pt x="72419" y="47447"/>
                  </a:lnTo>
                  <a:lnTo>
                    <a:pt x="72845" y="47743"/>
                  </a:lnTo>
                  <a:lnTo>
                    <a:pt x="78901" y="51952"/>
                  </a:lnTo>
                  <a:lnTo>
                    <a:pt x="81133" y="53503"/>
                  </a:lnTo>
                  <a:lnTo>
                    <a:pt x="82640" y="54551"/>
                  </a:lnTo>
                  <a:lnTo>
                    <a:pt x="82833" y="54685"/>
                  </a:lnTo>
                  <a:lnTo>
                    <a:pt x="86683" y="57360"/>
                  </a:lnTo>
                  <a:lnTo>
                    <a:pt x="87956" y="58245"/>
                  </a:lnTo>
                  <a:lnTo>
                    <a:pt x="89780" y="59513"/>
                  </a:lnTo>
                  <a:lnTo>
                    <a:pt x="90387" y="59935"/>
                  </a:lnTo>
                  <a:lnTo>
                    <a:pt x="93126" y="61838"/>
                  </a:lnTo>
                  <a:lnTo>
                    <a:pt x="93470" y="62077"/>
                  </a:lnTo>
                  <a:lnTo>
                    <a:pt x="94223" y="62600"/>
                  </a:lnTo>
                  <a:lnTo>
                    <a:pt x="95018" y="63153"/>
                  </a:lnTo>
                  <a:lnTo>
                    <a:pt x="98342" y="65543"/>
                  </a:lnTo>
                  <a:lnTo>
                    <a:pt x="96140" y="68241"/>
                  </a:lnTo>
                  <a:lnTo>
                    <a:pt x="95136" y="69885"/>
                  </a:lnTo>
                  <a:lnTo>
                    <a:pt x="95780" y="70378"/>
                  </a:lnTo>
                  <a:lnTo>
                    <a:pt x="96202" y="70702"/>
                  </a:lnTo>
                  <a:lnTo>
                    <a:pt x="96702" y="71084"/>
                  </a:lnTo>
                  <a:lnTo>
                    <a:pt x="97157" y="71432"/>
                  </a:lnTo>
                  <a:lnTo>
                    <a:pt x="97656" y="71814"/>
                  </a:lnTo>
                  <a:lnTo>
                    <a:pt x="97792" y="71912"/>
                  </a:lnTo>
                  <a:lnTo>
                    <a:pt x="98060" y="72105"/>
                  </a:lnTo>
                  <a:lnTo>
                    <a:pt x="99307" y="73002"/>
                  </a:lnTo>
                  <a:lnTo>
                    <a:pt x="101631" y="74674"/>
                  </a:lnTo>
                  <a:lnTo>
                    <a:pt x="102448" y="75261"/>
                  </a:lnTo>
                  <a:lnTo>
                    <a:pt x="104906" y="77083"/>
                  </a:lnTo>
                  <a:lnTo>
                    <a:pt x="102364" y="79875"/>
                  </a:lnTo>
                  <a:lnTo>
                    <a:pt x="102087" y="80190"/>
                  </a:lnTo>
                  <a:lnTo>
                    <a:pt x="102469" y="80527"/>
                  </a:lnTo>
                  <a:lnTo>
                    <a:pt x="104450" y="82273"/>
                  </a:lnTo>
                  <a:lnTo>
                    <a:pt x="104781" y="82574"/>
                  </a:lnTo>
                  <a:lnTo>
                    <a:pt x="106065" y="83742"/>
                  </a:lnTo>
                  <a:lnTo>
                    <a:pt x="106528" y="83378"/>
                  </a:lnTo>
                  <a:lnTo>
                    <a:pt x="107956" y="82257"/>
                  </a:lnTo>
                  <a:lnTo>
                    <a:pt x="108330" y="81979"/>
                  </a:lnTo>
                  <a:lnTo>
                    <a:pt x="108957" y="81515"/>
                  </a:lnTo>
                  <a:lnTo>
                    <a:pt x="109356" y="81210"/>
                  </a:lnTo>
                  <a:lnTo>
                    <a:pt x="109557" y="80055"/>
                  </a:lnTo>
                  <a:lnTo>
                    <a:pt x="110154" y="78690"/>
                  </a:lnTo>
                  <a:lnTo>
                    <a:pt x="111029" y="77480"/>
                  </a:lnTo>
                  <a:lnTo>
                    <a:pt x="111572" y="77092"/>
                  </a:lnTo>
                  <a:lnTo>
                    <a:pt x="112373" y="76520"/>
                  </a:lnTo>
                  <a:lnTo>
                    <a:pt x="112115" y="76994"/>
                  </a:lnTo>
                  <a:lnTo>
                    <a:pt x="111689" y="77777"/>
                  </a:lnTo>
                  <a:lnTo>
                    <a:pt x="111945" y="79222"/>
                  </a:lnTo>
                  <a:lnTo>
                    <a:pt x="112096" y="80073"/>
                  </a:lnTo>
                  <a:lnTo>
                    <a:pt x="112190" y="80603"/>
                  </a:lnTo>
                  <a:lnTo>
                    <a:pt x="112716" y="81706"/>
                  </a:lnTo>
                  <a:lnTo>
                    <a:pt x="113298" y="82511"/>
                  </a:lnTo>
                  <a:lnTo>
                    <a:pt x="113753" y="83024"/>
                  </a:lnTo>
                  <a:lnTo>
                    <a:pt x="114051" y="83359"/>
                  </a:lnTo>
                  <a:lnTo>
                    <a:pt x="114363" y="83785"/>
                  </a:lnTo>
                  <a:lnTo>
                    <a:pt x="114671" y="84204"/>
                  </a:lnTo>
                  <a:lnTo>
                    <a:pt x="114838" y="84432"/>
                  </a:lnTo>
                  <a:lnTo>
                    <a:pt x="115397" y="85194"/>
                  </a:lnTo>
                  <a:lnTo>
                    <a:pt x="115793" y="85733"/>
                  </a:lnTo>
                  <a:lnTo>
                    <a:pt x="115958" y="85959"/>
                  </a:lnTo>
                  <a:lnTo>
                    <a:pt x="116133" y="86147"/>
                  </a:lnTo>
                  <a:lnTo>
                    <a:pt x="118372" y="88545"/>
                  </a:lnTo>
                  <a:lnTo>
                    <a:pt x="120003" y="90292"/>
                  </a:lnTo>
                  <a:lnTo>
                    <a:pt x="120170" y="90470"/>
                  </a:lnTo>
                  <a:lnTo>
                    <a:pt x="120321" y="90632"/>
                  </a:lnTo>
                  <a:lnTo>
                    <a:pt x="120635" y="91189"/>
                  </a:lnTo>
                  <a:lnTo>
                    <a:pt x="121394" y="92534"/>
                  </a:lnTo>
                  <a:lnTo>
                    <a:pt x="122007" y="93376"/>
                  </a:lnTo>
                  <a:lnTo>
                    <a:pt x="122968" y="94679"/>
                  </a:lnTo>
                  <a:lnTo>
                    <a:pt x="125199" y="97076"/>
                  </a:lnTo>
                  <a:lnTo>
                    <a:pt x="123425" y="98793"/>
                  </a:lnTo>
                  <a:lnTo>
                    <a:pt x="122818" y="99381"/>
                  </a:lnTo>
                  <a:lnTo>
                    <a:pt x="121971" y="100183"/>
                  </a:lnTo>
                  <a:lnTo>
                    <a:pt x="120475" y="101212"/>
                  </a:lnTo>
                  <a:lnTo>
                    <a:pt x="119050" y="100399"/>
                  </a:lnTo>
                  <a:lnTo>
                    <a:pt x="118407" y="100120"/>
                  </a:lnTo>
                  <a:lnTo>
                    <a:pt x="117548" y="100084"/>
                  </a:lnTo>
                  <a:lnTo>
                    <a:pt x="116654" y="100603"/>
                  </a:lnTo>
                  <a:lnTo>
                    <a:pt x="116063" y="101193"/>
                  </a:lnTo>
                  <a:lnTo>
                    <a:pt x="115038" y="101175"/>
                  </a:lnTo>
                  <a:lnTo>
                    <a:pt x="113437" y="99729"/>
                  </a:lnTo>
                  <a:lnTo>
                    <a:pt x="112728" y="98933"/>
                  </a:lnTo>
                  <a:lnTo>
                    <a:pt x="112587" y="98775"/>
                  </a:lnTo>
                  <a:lnTo>
                    <a:pt x="111887" y="97895"/>
                  </a:lnTo>
                  <a:lnTo>
                    <a:pt x="111678" y="97499"/>
                  </a:lnTo>
                  <a:lnTo>
                    <a:pt x="111760" y="96742"/>
                  </a:lnTo>
                  <a:lnTo>
                    <a:pt x="111496" y="96739"/>
                  </a:lnTo>
                  <a:lnTo>
                    <a:pt x="110736" y="96730"/>
                  </a:lnTo>
                  <a:lnTo>
                    <a:pt x="110196" y="96666"/>
                  </a:lnTo>
                  <a:lnTo>
                    <a:pt x="109172" y="96545"/>
                  </a:lnTo>
                  <a:lnTo>
                    <a:pt x="107645" y="96365"/>
                  </a:lnTo>
                  <a:lnTo>
                    <a:pt x="107176" y="96310"/>
                  </a:lnTo>
                  <a:lnTo>
                    <a:pt x="106111" y="96247"/>
                  </a:lnTo>
                  <a:lnTo>
                    <a:pt x="105772" y="96149"/>
                  </a:lnTo>
                  <a:lnTo>
                    <a:pt x="104130" y="95673"/>
                  </a:lnTo>
                  <a:lnTo>
                    <a:pt x="102774" y="95434"/>
                  </a:lnTo>
                  <a:lnTo>
                    <a:pt x="100818" y="95009"/>
                  </a:lnTo>
                  <a:lnTo>
                    <a:pt x="100196" y="94874"/>
                  </a:lnTo>
                  <a:lnTo>
                    <a:pt x="98332" y="94665"/>
                  </a:lnTo>
                  <a:lnTo>
                    <a:pt x="97652" y="94696"/>
                  </a:lnTo>
                  <a:lnTo>
                    <a:pt x="96362" y="94755"/>
                  </a:lnTo>
                  <a:lnTo>
                    <a:pt x="93262" y="94896"/>
                  </a:lnTo>
                  <a:lnTo>
                    <a:pt x="92224" y="94610"/>
                  </a:lnTo>
                  <a:lnTo>
                    <a:pt x="92201" y="93878"/>
                  </a:lnTo>
                  <a:lnTo>
                    <a:pt x="91951" y="92661"/>
                  </a:lnTo>
                  <a:lnTo>
                    <a:pt x="90113" y="89285"/>
                  </a:lnTo>
                  <a:lnTo>
                    <a:pt x="89498" y="89240"/>
                  </a:lnTo>
                  <a:lnTo>
                    <a:pt x="88271" y="89151"/>
                  </a:lnTo>
                  <a:lnTo>
                    <a:pt x="87500" y="89095"/>
                  </a:lnTo>
                  <a:lnTo>
                    <a:pt x="86215" y="88782"/>
                  </a:lnTo>
                  <a:lnTo>
                    <a:pt x="83956" y="87929"/>
                  </a:lnTo>
                  <a:lnTo>
                    <a:pt x="83873" y="87406"/>
                  </a:lnTo>
                  <a:lnTo>
                    <a:pt x="83581" y="86035"/>
                  </a:lnTo>
                  <a:lnTo>
                    <a:pt x="83344" y="85297"/>
                  </a:lnTo>
                  <a:lnTo>
                    <a:pt x="83259" y="85031"/>
                  </a:lnTo>
                  <a:lnTo>
                    <a:pt x="84143" y="83740"/>
                  </a:lnTo>
                  <a:lnTo>
                    <a:pt x="82877" y="81286"/>
                  </a:lnTo>
                  <a:lnTo>
                    <a:pt x="82336" y="80237"/>
                  </a:lnTo>
                  <a:lnTo>
                    <a:pt x="80441" y="80621"/>
                  </a:lnTo>
                  <a:lnTo>
                    <a:pt x="80225" y="80665"/>
                  </a:lnTo>
                  <a:lnTo>
                    <a:pt x="80316" y="81366"/>
                  </a:lnTo>
                  <a:lnTo>
                    <a:pt x="80350" y="81632"/>
                  </a:lnTo>
                  <a:lnTo>
                    <a:pt x="78909" y="81883"/>
                  </a:lnTo>
                  <a:lnTo>
                    <a:pt x="78878" y="81742"/>
                  </a:lnTo>
                  <a:lnTo>
                    <a:pt x="78750" y="81160"/>
                  </a:lnTo>
                  <a:lnTo>
                    <a:pt x="78378" y="79459"/>
                  </a:lnTo>
                  <a:lnTo>
                    <a:pt x="77655" y="76157"/>
                  </a:lnTo>
                  <a:lnTo>
                    <a:pt x="77141" y="76210"/>
                  </a:lnTo>
                  <a:lnTo>
                    <a:pt x="76829" y="76242"/>
                  </a:lnTo>
                  <a:lnTo>
                    <a:pt x="73623" y="76662"/>
                  </a:lnTo>
                  <a:lnTo>
                    <a:pt x="71695" y="76915"/>
                  </a:lnTo>
                  <a:lnTo>
                    <a:pt x="70505" y="77071"/>
                  </a:lnTo>
                  <a:lnTo>
                    <a:pt x="70208" y="77499"/>
                  </a:lnTo>
                  <a:lnTo>
                    <a:pt x="69974" y="77836"/>
                  </a:lnTo>
                  <a:lnTo>
                    <a:pt x="69715" y="78210"/>
                  </a:lnTo>
                  <a:lnTo>
                    <a:pt x="69363" y="78716"/>
                  </a:lnTo>
                  <a:lnTo>
                    <a:pt x="62751" y="74290"/>
                  </a:lnTo>
                  <a:lnTo>
                    <a:pt x="61103" y="73186"/>
                  </a:lnTo>
                  <a:lnTo>
                    <a:pt x="56777" y="70290"/>
                  </a:lnTo>
                  <a:lnTo>
                    <a:pt x="52300" y="67293"/>
                  </a:lnTo>
                  <a:lnTo>
                    <a:pt x="47301" y="63947"/>
                  </a:lnTo>
                  <a:lnTo>
                    <a:pt x="43532" y="61424"/>
                  </a:lnTo>
                  <a:lnTo>
                    <a:pt x="41264" y="59906"/>
                  </a:lnTo>
                  <a:lnTo>
                    <a:pt x="39392" y="58652"/>
                  </a:lnTo>
                  <a:lnTo>
                    <a:pt x="32097" y="53769"/>
                  </a:lnTo>
                  <a:lnTo>
                    <a:pt x="29634" y="52121"/>
                  </a:lnTo>
                  <a:lnTo>
                    <a:pt x="29287" y="51888"/>
                  </a:lnTo>
                  <a:lnTo>
                    <a:pt x="19410" y="45276"/>
                  </a:lnTo>
                  <a:lnTo>
                    <a:pt x="18676" y="44785"/>
                  </a:lnTo>
                  <a:lnTo>
                    <a:pt x="18107" y="44404"/>
                  </a:lnTo>
                  <a:lnTo>
                    <a:pt x="6723" y="36783"/>
                  </a:lnTo>
                  <a:lnTo>
                    <a:pt x="196" y="32414"/>
                  </a:lnTo>
                  <a:lnTo>
                    <a:pt x="0" y="32282"/>
                  </a:lnTo>
                  <a:lnTo>
                    <a:pt x="215" y="31950"/>
                  </a:lnTo>
                  <a:lnTo>
                    <a:pt x="303" y="31814"/>
                  </a:lnTo>
                  <a:lnTo>
                    <a:pt x="542" y="31468"/>
                  </a:lnTo>
                  <a:lnTo>
                    <a:pt x="716" y="31215"/>
                  </a:lnTo>
                  <a:lnTo>
                    <a:pt x="2006" y="29343"/>
                  </a:lnTo>
                  <a:lnTo>
                    <a:pt x="2779" y="28223"/>
                  </a:lnTo>
                  <a:lnTo>
                    <a:pt x="3032" y="27856"/>
                  </a:lnTo>
                  <a:lnTo>
                    <a:pt x="3185" y="27634"/>
                  </a:lnTo>
                  <a:lnTo>
                    <a:pt x="3409" y="27309"/>
                  </a:lnTo>
                  <a:lnTo>
                    <a:pt x="3988" y="26469"/>
                  </a:lnTo>
                  <a:lnTo>
                    <a:pt x="4738" y="25381"/>
                  </a:lnTo>
                  <a:lnTo>
                    <a:pt x="8222" y="21346"/>
                  </a:lnTo>
                  <a:lnTo>
                    <a:pt x="8539" y="20984"/>
                  </a:lnTo>
                  <a:lnTo>
                    <a:pt x="9569" y="19891"/>
                  </a:lnTo>
                  <a:lnTo>
                    <a:pt x="10438" y="18969"/>
                  </a:lnTo>
                  <a:lnTo>
                    <a:pt x="11924" y="17393"/>
                  </a:lnTo>
                  <a:lnTo>
                    <a:pt x="14095" y="15430"/>
                  </a:lnTo>
                  <a:lnTo>
                    <a:pt x="15054" y="14947"/>
                  </a:lnTo>
                  <a:lnTo>
                    <a:pt x="17195" y="13866"/>
                  </a:lnTo>
                  <a:lnTo>
                    <a:pt x="19580" y="12839"/>
                  </a:lnTo>
                  <a:lnTo>
                    <a:pt x="22040" y="11779"/>
                  </a:lnTo>
                  <a:lnTo>
                    <a:pt x="24302" y="10943"/>
                  </a:lnTo>
                  <a:lnTo>
                    <a:pt x="24761" y="10773"/>
                  </a:lnTo>
                  <a:lnTo>
                    <a:pt x="25515" y="10548"/>
                  </a:lnTo>
                  <a:lnTo>
                    <a:pt x="26886" y="10139"/>
                  </a:lnTo>
                  <a:lnTo>
                    <a:pt x="33164" y="8495"/>
                  </a:lnTo>
                  <a:lnTo>
                    <a:pt x="33691" y="8357"/>
                  </a:lnTo>
                  <a:lnTo>
                    <a:pt x="34058" y="8261"/>
                  </a:lnTo>
                  <a:lnTo>
                    <a:pt x="35684" y="7835"/>
                  </a:lnTo>
                  <a:lnTo>
                    <a:pt x="43483" y="5624"/>
                  </a:lnTo>
                  <a:lnTo>
                    <a:pt x="44496" y="5337"/>
                  </a:lnTo>
                  <a:lnTo>
                    <a:pt x="45170" y="5146"/>
                  </a:lnTo>
                  <a:lnTo>
                    <a:pt x="45747" y="4982"/>
                  </a:lnTo>
                  <a:lnTo>
                    <a:pt x="45964" y="4921"/>
                  </a:lnTo>
                  <a:lnTo>
                    <a:pt x="46887" y="4668"/>
                  </a:lnTo>
                  <a:lnTo>
                    <a:pt x="61208" y="742"/>
                  </a:lnTo>
                  <a:lnTo>
                    <a:pt x="63766" y="40"/>
                  </a:lnTo>
                  <a:lnTo>
                    <a:pt x="63915" y="0"/>
                  </a:lnTo>
                  <a:lnTo>
                    <a:pt x="65718" y="6584"/>
                  </a:lnTo>
                  <a:lnTo>
                    <a:pt x="65858" y="7096"/>
                  </a:lnTo>
                  <a:lnTo>
                    <a:pt x="66050" y="7799"/>
                  </a:lnTo>
                  <a:lnTo>
                    <a:pt x="66911" y="10944"/>
                  </a:lnTo>
                  <a:lnTo>
                    <a:pt x="67007" y="11295"/>
                  </a:lnTo>
                  <a:lnTo>
                    <a:pt x="68085" y="15231"/>
                  </a:lnTo>
                  <a:lnTo>
                    <a:pt x="68166" y="15529"/>
                  </a:lnTo>
                  <a:lnTo>
                    <a:pt x="68236" y="15783"/>
                  </a:lnTo>
                  <a:lnTo>
                    <a:pt x="69281" y="19600"/>
                  </a:lnTo>
                  <a:lnTo>
                    <a:pt x="69383" y="19975"/>
                  </a:lnTo>
                  <a:lnTo>
                    <a:pt x="69431" y="2015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1" name="pg210"/>
            <p:cNvSpPr/>
            <p:nvPr/>
          </p:nvSpPr>
          <p:spPr>
            <a:xfrm>
              <a:off x="4206682" y="2373272"/>
              <a:ext cx="127842" cy="95200"/>
            </a:xfrm>
            <a:custGeom>
              <a:avLst/>
              <a:pathLst>
                <a:path w="127842" h="95200">
                  <a:moveTo>
                    <a:pt x="125501" y="49088"/>
                  </a:moveTo>
                  <a:lnTo>
                    <a:pt x="125465" y="51658"/>
                  </a:lnTo>
                  <a:lnTo>
                    <a:pt x="126001" y="54163"/>
                  </a:lnTo>
                  <a:lnTo>
                    <a:pt x="126717" y="56042"/>
                  </a:lnTo>
                  <a:lnTo>
                    <a:pt x="127164" y="57831"/>
                  </a:lnTo>
                  <a:lnTo>
                    <a:pt x="127126" y="62612"/>
                  </a:lnTo>
                  <a:lnTo>
                    <a:pt x="126590" y="64341"/>
                  </a:lnTo>
                  <a:lnTo>
                    <a:pt x="125856" y="66744"/>
                  </a:lnTo>
                  <a:lnTo>
                    <a:pt x="126239" y="66965"/>
                  </a:lnTo>
                  <a:lnTo>
                    <a:pt x="127842" y="67890"/>
                  </a:lnTo>
                  <a:lnTo>
                    <a:pt x="127638" y="68400"/>
                  </a:lnTo>
                  <a:lnTo>
                    <a:pt x="125813" y="72944"/>
                  </a:lnTo>
                  <a:lnTo>
                    <a:pt x="123436" y="72269"/>
                  </a:lnTo>
                  <a:lnTo>
                    <a:pt x="123183" y="72846"/>
                  </a:lnTo>
                  <a:lnTo>
                    <a:pt x="122612" y="74043"/>
                  </a:lnTo>
                  <a:lnTo>
                    <a:pt x="122376" y="74536"/>
                  </a:lnTo>
                  <a:lnTo>
                    <a:pt x="124704" y="75700"/>
                  </a:lnTo>
                  <a:lnTo>
                    <a:pt x="124382" y="76344"/>
                  </a:lnTo>
                  <a:lnTo>
                    <a:pt x="121964" y="75399"/>
                  </a:lnTo>
                  <a:lnTo>
                    <a:pt x="121304" y="76782"/>
                  </a:lnTo>
                  <a:lnTo>
                    <a:pt x="121059" y="77499"/>
                  </a:lnTo>
                  <a:lnTo>
                    <a:pt x="121607" y="80571"/>
                  </a:lnTo>
                  <a:lnTo>
                    <a:pt x="123810" y="81640"/>
                  </a:lnTo>
                  <a:lnTo>
                    <a:pt x="123488" y="82749"/>
                  </a:lnTo>
                  <a:lnTo>
                    <a:pt x="119549" y="81907"/>
                  </a:lnTo>
                  <a:lnTo>
                    <a:pt x="119068" y="83312"/>
                  </a:lnTo>
                  <a:lnTo>
                    <a:pt x="117247" y="85227"/>
                  </a:lnTo>
                  <a:lnTo>
                    <a:pt x="118738" y="89700"/>
                  </a:lnTo>
                  <a:lnTo>
                    <a:pt x="114705" y="89847"/>
                  </a:lnTo>
                  <a:lnTo>
                    <a:pt x="115695" y="95200"/>
                  </a:lnTo>
                  <a:lnTo>
                    <a:pt x="109310" y="95153"/>
                  </a:lnTo>
                  <a:lnTo>
                    <a:pt x="107848" y="90614"/>
                  </a:lnTo>
                  <a:lnTo>
                    <a:pt x="106971" y="88670"/>
                  </a:lnTo>
                  <a:lnTo>
                    <a:pt x="99760" y="87829"/>
                  </a:lnTo>
                  <a:lnTo>
                    <a:pt x="91769" y="88306"/>
                  </a:lnTo>
                  <a:lnTo>
                    <a:pt x="84135" y="89499"/>
                  </a:lnTo>
                  <a:lnTo>
                    <a:pt x="80914" y="91169"/>
                  </a:lnTo>
                  <a:lnTo>
                    <a:pt x="77932" y="92720"/>
                  </a:lnTo>
                  <a:lnTo>
                    <a:pt x="77932" y="89141"/>
                  </a:lnTo>
                  <a:lnTo>
                    <a:pt x="72445" y="84251"/>
                  </a:lnTo>
                  <a:lnTo>
                    <a:pt x="69140" y="81905"/>
                  </a:lnTo>
                  <a:lnTo>
                    <a:pt x="61902" y="77700"/>
                  </a:lnTo>
                  <a:lnTo>
                    <a:pt x="62550" y="74141"/>
                  </a:lnTo>
                  <a:lnTo>
                    <a:pt x="62593" y="73905"/>
                  </a:lnTo>
                  <a:lnTo>
                    <a:pt x="62126" y="69435"/>
                  </a:lnTo>
                  <a:lnTo>
                    <a:pt x="62106" y="69237"/>
                  </a:lnTo>
                  <a:lnTo>
                    <a:pt x="62614" y="68011"/>
                  </a:lnTo>
                  <a:lnTo>
                    <a:pt x="65777" y="62184"/>
                  </a:lnTo>
                  <a:lnTo>
                    <a:pt x="65862" y="62029"/>
                  </a:lnTo>
                  <a:lnTo>
                    <a:pt x="65603" y="61837"/>
                  </a:lnTo>
                  <a:lnTo>
                    <a:pt x="62968" y="60035"/>
                  </a:lnTo>
                  <a:lnTo>
                    <a:pt x="60908" y="58568"/>
                  </a:lnTo>
                  <a:lnTo>
                    <a:pt x="60316" y="58146"/>
                  </a:lnTo>
                  <a:lnTo>
                    <a:pt x="59395" y="57825"/>
                  </a:lnTo>
                  <a:lnTo>
                    <a:pt x="57066" y="57013"/>
                  </a:lnTo>
                  <a:lnTo>
                    <a:pt x="56249" y="56844"/>
                  </a:lnTo>
                  <a:lnTo>
                    <a:pt x="53487" y="56681"/>
                  </a:lnTo>
                  <a:lnTo>
                    <a:pt x="53265" y="54583"/>
                  </a:lnTo>
                  <a:lnTo>
                    <a:pt x="53197" y="53943"/>
                  </a:lnTo>
                  <a:lnTo>
                    <a:pt x="52696" y="53710"/>
                  </a:lnTo>
                  <a:lnTo>
                    <a:pt x="52034" y="53567"/>
                  </a:lnTo>
                  <a:lnTo>
                    <a:pt x="51319" y="53370"/>
                  </a:lnTo>
                  <a:lnTo>
                    <a:pt x="50770" y="53130"/>
                  </a:lnTo>
                  <a:lnTo>
                    <a:pt x="50458" y="52952"/>
                  </a:lnTo>
                  <a:lnTo>
                    <a:pt x="47523" y="50894"/>
                  </a:lnTo>
                  <a:lnTo>
                    <a:pt x="47085" y="50615"/>
                  </a:lnTo>
                  <a:lnTo>
                    <a:pt x="46605" y="50308"/>
                  </a:lnTo>
                  <a:lnTo>
                    <a:pt x="44370" y="48827"/>
                  </a:lnTo>
                  <a:lnTo>
                    <a:pt x="42271" y="47410"/>
                  </a:lnTo>
                  <a:lnTo>
                    <a:pt x="40149" y="45988"/>
                  </a:lnTo>
                  <a:lnTo>
                    <a:pt x="39124" y="45303"/>
                  </a:lnTo>
                  <a:lnTo>
                    <a:pt x="36896" y="43807"/>
                  </a:lnTo>
                  <a:lnTo>
                    <a:pt x="36361" y="43439"/>
                  </a:lnTo>
                  <a:lnTo>
                    <a:pt x="33087" y="41187"/>
                  </a:lnTo>
                  <a:lnTo>
                    <a:pt x="34297" y="39467"/>
                  </a:lnTo>
                  <a:lnTo>
                    <a:pt x="35552" y="37682"/>
                  </a:lnTo>
                  <a:lnTo>
                    <a:pt x="35289" y="37508"/>
                  </a:lnTo>
                  <a:lnTo>
                    <a:pt x="33718" y="36467"/>
                  </a:lnTo>
                  <a:lnTo>
                    <a:pt x="33348" y="36222"/>
                  </a:lnTo>
                  <a:lnTo>
                    <a:pt x="32522" y="35674"/>
                  </a:lnTo>
                  <a:lnTo>
                    <a:pt x="18291" y="26202"/>
                  </a:lnTo>
                  <a:lnTo>
                    <a:pt x="18287" y="26007"/>
                  </a:lnTo>
                  <a:lnTo>
                    <a:pt x="18183" y="26172"/>
                  </a:lnTo>
                  <a:lnTo>
                    <a:pt x="17486" y="25710"/>
                  </a:lnTo>
                  <a:lnTo>
                    <a:pt x="11668" y="21759"/>
                  </a:lnTo>
                  <a:lnTo>
                    <a:pt x="11410" y="21584"/>
                  </a:lnTo>
                  <a:lnTo>
                    <a:pt x="9085" y="20005"/>
                  </a:lnTo>
                  <a:lnTo>
                    <a:pt x="7924" y="19217"/>
                  </a:lnTo>
                  <a:lnTo>
                    <a:pt x="2648" y="15634"/>
                  </a:lnTo>
                  <a:lnTo>
                    <a:pt x="282" y="14027"/>
                  </a:lnTo>
                  <a:lnTo>
                    <a:pt x="0" y="13836"/>
                  </a:lnTo>
                  <a:lnTo>
                    <a:pt x="289" y="13414"/>
                  </a:lnTo>
                  <a:lnTo>
                    <a:pt x="394" y="13261"/>
                  </a:lnTo>
                  <a:lnTo>
                    <a:pt x="2444" y="10273"/>
                  </a:lnTo>
                  <a:lnTo>
                    <a:pt x="4924" y="6659"/>
                  </a:lnTo>
                  <a:lnTo>
                    <a:pt x="7218" y="3316"/>
                  </a:lnTo>
                  <a:lnTo>
                    <a:pt x="7534" y="2855"/>
                  </a:lnTo>
                  <a:lnTo>
                    <a:pt x="8082" y="2141"/>
                  </a:lnTo>
                  <a:lnTo>
                    <a:pt x="9524" y="3114"/>
                  </a:lnTo>
                  <a:lnTo>
                    <a:pt x="16970" y="8138"/>
                  </a:lnTo>
                  <a:lnTo>
                    <a:pt x="18325" y="9052"/>
                  </a:lnTo>
                  <a:lnTo>
                    <a:pt x="23748" y="12711"/>
                  </a:lnTo>
                  <a:lnTo>
                    <a:pt x="25209" y="13697"/>
                  </a:lnTo>
                  <a:lnTo>
                    <a:pt x="25720" y="14041"/>
                  </a:lnTo>
                  <a:lnTo>
                    <a:pt x="27268" y="11815"/>
                  </a:lnTo>
                  <a:lnTo>
                    <a:pt x="28801" y="9612"/>
                  </a:lnTo>
                  <a:lnTo>
                    <a:pt x="31306" y="6011"/>
                  </a:lnTo>
                  <a:lnTo>
                    <a:pt x="33789" y="2444"/>
                  </a:lnTo>
                  <a:lnTo>
                    <a:pt x="35559" y="0"/>
                  </a:lnTo>
                  <a:lnTo>
                    <a:pt x="36127" y="404"/>
                  </a:lnTo>
                  <a:lnTo>
                    <a:pt x="38688" y="2224"/>
                  </a:lnTo>
                  <a:lnTo>
                    <a:pt x="39076" y="2499"/>
                  </a:lnTo>
                  <a:lnTo>
                    <a:pt x="39416" y="5591"/>
                  </a:lnTo>
                  <a:lnTo>
                    <a:pt x="39960" y="9276"/>
                  </a:lnTo>
                  <a:lnTo>
                    <a:pt x="40268" y="11364"/>
                  </a:lnTo>
                  <a:lnTo>
                    <a:pt x="40356" y="11956"/>
                  </a:lnTo>
                  <a:lnTo>
                    <a:pt x="42570" y="13452"/>
                  </a:lnTo>
                  <a:lnTo>
                    <a:pt x="46086" y="15828"/>
                  </a:lnTo>
                  <a:lnTo>
                    <a:pt x="49463" y="18109"/>
                  </a:lnTo>
                  <a:lnTo>
                    <a:pt x="52393" y="20089"/>
                  </a:lnTo>
                  <a:lnTo>
                    <a:pt x="52645" y="20250"/>
                  </a:lnTo>
                  <a:lnTo>
                    <a:pt x="52858" y="20386"/>
                  </a:lnTo>
                  <a:lnTo>
                    <a:pt x="53043" y="20505"/>
                  </a:lnTo>
                  <a:lnTo>
                    <a:pt x="55997" y="22397"/>
                  </a:lnTo>
                  <a:lnTo>
                    <a:pt x="56439" y="22667"/>
                  </a:lnTo>
                  <a:lnTo>
                    <a:pt x="57028" y="23029"/>
                  </a:lnTo>
                  <a:lnTo>
                    <a:pt x="59176" y="24346"/>
                  </a:lnTo>
                  <a:lnTo>
                    <a:pt x="59552" y="24591"/>
                  </a:lnTo>
                  <a:lnTo>
                    <a:pt x="59992" y="24904"/>
                  </a:lnTo>
                  <a:lnTo>
                    <a:pt x="60660" y="25378"/>
                  </a:lnTo>
                  <a:lnTo>
                    <a:pt x="60905" y="25551"/>
                  </a:lnTo>
                  <a:lnTo>
                    <a:pt x="62137" y="27478"/>
                  </a:lnTo>
                  <a:lnTo>
                    <a:pt x="62563" y="28295"/>
                  </a:lnTo>
                  <a:lnTo>
                    <a:pt x="62772" y="28109"/>
                  </a:lnTo>
                  <a:lnTo>
                    <a:pt x="63266" y="27671"/>
                  </a:lnTo>
                  <a:lnTo>
                    <a:pt x="65676" y="25498"/>
                  </a:lnTo>
                  <a:lnTo>
                    <a:pt x="65994" y="25540"/>
                  </a:lnTo>
                  <a:lnTo>
                    <a:pt x="67800" y="25782"/>
                  </a:lnTo>
                  <a:lnTo>
                    <a:pt x="68894" y="25929"/>
                  </a:lnTo>
                  <a:lnTo>
                    <a:pt x="70777" y="26181"/>
                  </a:lnTo>
                  <a:lnTo>
                    <a:pt x="70950" y="28261"/>
                  </a:lnTo>
                  <a:lnTo>
                    <a:pt x="71152" y="30708"/>
                  </a:lnTo>
                  <a:lnTo>
                    <a:pt x="70867" y="31197"/>
                  </a:lnTo>
                  <a:lnTo>
                    <a:pt x="70943" y="31382"/>
                  </a:lnTo>
                  <a:lnTo>
                    <a:pt x="71222" y="32060"/>
                  </a:lnTo>
                  <a:lnTo>
                    <a:pt x="71657" y="33129"/>
                  </a:lnTo>
                  <a:lnTo>
                    <a:pt x="72561" y="35651"/>
                  </a:lnTo>
                  <a:lnTo>
                    <a:pt x="72704" y="35562"/>
                  </a:lnTo>
                  <a:lnTo>
                    <a:pt x="73029" y="35341"/>
                  </a:lnTo>
                  <a:lnTo>
                    <a:pt x="73220" y="35211"/>
                  </a:lnTo>
                  <a:lnTo>
                    <a:pt x="73582" y="34964"/>
                  </a:lnTo>
                  <a:lnTo>
                    <a:pt x="74713" y="34834"/>
                  </a:lnTo>
                  <a:lnTo>
                    <a:pt x="77549" y="34507"/>
                  </a:lnTo>
                  <a:lnTo>
                    <a:pt x="78623" y="34130"/>
                  </a:lnTo>
                  <a:lnTo>
                    <a:pt x="79789" y="33720"/>
                  </a:lnTo>
                  <a:lnTo>
                    <a:pt x="81161" y="33214"/>
                  </a:lnTo>
                  <a:lnTo>
                    <a:pt x="83612" y="33896"/>
                  </a:lnTo>
                  <a:lnTo>
                    <a:pt x="83503" y="34838"/>
                  </a:lnTo>
                  <a:lnTo>
                    <a:pt x="83405" y="35782"/>
                  </a:lnTo>
                  <a:lnTo>
                    <a:pt x="83374" y="37378"/>
                  </a:lnTo>
                  <a:lnTo>
                    <a:pt x="85668" y="37552"/>
                  </a:lnTo>
                  <a:lnTo>
                    <a:pt x="87859" y="37838"/>
                  </a:lnTo>
                  <a:lnTo>
                    <a:pt x="87856" y="38322"/>
                  </a:lnTo>
                  <a:lnTo>
                    <a:pt x="88924" y="38299"/>
                  </a:lnTo>
                  <a:lnTo>
                    <a:pt x="89435" y="38288"/>
                  </a:lnTo>
                  <a:lnTo>
                    <a:pt x="93165" y="38209"/>
                  </a:lnTo>
                  <a:lnTo>
                    <a:pt x="93952" y="38185"/>
                  </a:lnTo>
                  <a:lnTo>
                    <a:pt x="94872" y="38156"/>
                  </a:lnTo>
                  <a:lnTo>
                    <a:pt x="95441" y="38147"/>
                  </a:lnTo>
                  <a:lnTo>
                    <a:pt x="97253" y="38092"/>
                  </a:lnTo>
                  <a:lnTo>
                    <a:pt x="99611" y="38019"/>
                  </a:lnTo>
                  <a:lnTo>
                    <a:pt x="100583" y="37990"/>
                  </a:lnTo>
                  <a:lnTo>
                    <a:pt x="101735" y="37954"/>
                  </a:lnTo>
                  <a:lnTo>
                    <a:pt x="101273" y="37349"/>
                  </a:lnTo>
                  <a:lnTo>
                    <a:pt x="100871" y="36633"/>
                  </a:lnTo>
                  <a:lnTo>
                    <a:pt x="100643" y="36039"/>
                  </a:lnTo>
                  <a:lnTo>
                    <a:pt x="100414" y="35435"/>
                  </a:lnTo>
                  <a:lnTo>
                    <a:pt x="100181" y="33941"/>
                  </a:lnTo>
                  <a:lnTo>
                    <a:pt x="101094" y="33359"/>
                  </a:lnTo>
                  <a:lnTo>
                    <a:pt x="101400" y="32866"/>
                  </a:lnTo>
                  <a:lnTo>
                    <a:pt x="101827" y="32178"/>
                  </a:lnTo>
                  <a:lnTo>
                    <a:pt x="101992" y="30857"/>
                  </a:lnTo>
                  <a:lnTo>
                    <a:pt x="102132" y="30367"/>
                  </a:lnTo>
                  <a:lnTo>
                    <a:pt x="102252" y="29945"/>
                  </a:lnTo>
                  <a:lnTo>
                    <a:pt x="103743" y="28621"/>
                  </a:lnTo>
                  <a:lnTo>
                    <a:pt x="105275" y="27594"/>
                  </a:lnTo>
                  <a:lnTo>
                    <a:pt x="105843" y="27214"/>
                  </a:lnTo>
                  <a:lnTo>
                    <a:pt x="109139" y="25554"/>
                  </a:lnTo>
                  <a:lnTo>
                    <a:pt x="109270" y="25746"/>
                  </a:lnTo>
                  <a:lnTo>
                    <a:pt x="111351" y="30265"/>
                  </a:lnTo>
                  <a:lnTo>
                    <a:pt x="110716" y="30666"/>
                  </a:lnTo>
                  <a:lnTo>
                    <a:pt x="110179" y="31233"/>
                  </a:lnTo>
                  <a:lnTo>
                    <a:pt x="110179" y="31978"/>
                  </a:lnTo>
                  <a:lnTo>
                    <a:pt x="110477" y="33141"/>
                  </a:lnTo>
                  <a:lnTo>
                    <a:pt x="111094" y="34598"/>
                  </a:lnTo>
                  <a:lnTo>
                    <a:pt x="111521" y="36034"/>
                  </a:lnTo>
                  <a:lnTo>
                    <a:pt x="111730" y="36928"/>
                  </a:lnTo>
                  <a:lnTo>
                    <a:pt x="112386" y="37614"/>
                  </a:lnTo>
                  <a:lnTo>
                    <a:pt x="113191" y="38091"/>
                  </a:lnTo>
                  <a:lnTo>
                    <a:pt x="114373" y="38947"/>
                  </a:lnTo>
                  <a:lnTo>
                    <a:pt x="114682" y="39761"/>
                  </a:lnTo>
                  <a:lnTo>
                    <a:pt x="114712" y="41371"/>
                  </a:lnTo>
                  <a:lnTo>
                    <a:pt x="114771" y="42176"/>
                  </a:lnTo>
                  <a:lnTo>
                    <a:pt x="114950" y="42862"/>
                  </a:lnTo>
                  <a:lnTo>
                    <a:pt x="115696" y="43101"/>
                  </a:lnTo>
                  <a:lnTo>
                    <a:pt x="116684" y="43101"/>
                  </a:lnTo>
                  <a:lnTo>
                    <a:pt x="117395" y="43101"/>
                  </a:lnTo>
                  <a:lnTo>
                    <a:pt x="118976" y="43220"/>
                  </a:lnTo>
                  <a:lnTo>
                    <a:pt x="122524" y="44801"/>
                  </a:lnTo>
                  <a:lnTo>
                    <a:pt x="123300" y="45576"/>
                  </a:lnTo>
                  <a:lnTo>
                    <a:pt x="125059" y="4823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2" name="pg211"/>
            <p:cNvSpPr/>
            <p:nvPr/>
          </p:nvSpPr>
          <p:spPr>
            <a:xfrm>
              <a:off x="4242230" y="2354394"/>
              <a:ext cx="103620" cy="81490"/>
            </a:xfrm>
            <a:custGeom>
              <a:avLst/>
              <a:pathLst>
                <a:path w="103620" h="81490">
                  <a:moveTo>
                    <a:pt x="19763" y="5585"/>
                  </a:moveTo>
                  <a:lnTo>
                    <a:pt x="19794" y="5725"/>
                  </a:lnTo>
                  <a:lnTo>
                    <a:pt x="21235" y="5474"/>
                  </a:lnTo>
                  <a:lnTo>
                    <a:pt x="21200" y="5209"/>
                  </a:lnTo>
                  <a:lnTo>
                    <a:pt x="21110" y="4508"/>
                  </a:lnTo>
                  <a:lnTo>
                    <a:pt x="21326" y="4464"/>
                  </a:lnTo>
                  <a:lnTo>
                    <a:pt x="23221" y="4080"/>
                  </a:lnTo>
                  <a:lnTo>
                    <a:pt x="23824" y="5249"/>
                  </a:lnTo>
                  <a:lnTo>
                    <a:pt x="25028" y="7582"/>
                  </a:lnTo>
                  <a:lnTo>
                    <a:pt x="24144" y="8874"/>
                  </a:lnTo>
                  <a:lnTo>
                    <a:pt x="24229" y="9139"/>
                  </a:lnTo>
                  <a:lnTo>
                    <a:pt x="24466" y="9878"/>
                  </a:lnTo>
                  <a:lnTo>
                    <a:pt x="24758" y="11249"/>
                  </a:lnTo>
                  <a:lnTo>
                    <a:pt x="24841" y="11772"/>
                  </a:lnTo>
                  <a:lnTo>
                    <a:pt x="27100" y="12625"/>
                  </a:lnTo>
                  <a:lnTo>
                    <a:pt x="28385" y="12937"/>
                  </a:lnTo>
                  <a:lnTo>
                    <a:pt x="29156" y="12994"/>
                  </a:lnTo>
                  <a:lnTo>
                    <a:pt x="30383" y="13083"/>
                  </a:lnTo>
                  <a:lnTo>
                    <a:pt x="30998" y="13128"/>
                  </a:lnTo>
                  <a:lnTo>
                    <a:pt x="32835" y="16504"/>
                  </a:lnTo>
                  <a:lnTo>
                    <a:pt x="33086" y="17721"/>
                  </a:lnTo>
                  <a:lnTo>
                    <a:pt x="33109" y="18453"/>
                  </a:lnTo>
                  <a:lnTo>
                    <a:pt x="34147" y="18739"/>
                  </a:lnTo>
                  <a:lnTo>
                    <a:pt x="37247" y="18598"/>
                  </a:lnTo>
                  <a:lnTo>
                    <a:pt x="38537" y="18539"/>
                  </a:lnTo>
                  <a:lnTo>
                    <a:pt x="39217" y="18508"/>
                  </a:lnTo>
                  <a:lnTo>
                    <a:pt x="41081" y="18717"/>
                  </a:lnTo>
                  <a:lnTo>
                    <a:pt x="41703" y="18852"/>
                  </a:lnTo>
                  <a:lnTo>
                    <a:pt x="43659" y="19277"/>
                  </a:lnTo>
                  <a:lnTo>
                    <a:pt x="45015" y="19516"/>
                  </a:lnTo>
                  <a:lnTo>
                    <a:pt x="46678" y="19998"/>
                  </a:lnTo>
                  <a:lnTo>
                    <a:pt x="46996" y="20090"/>
                  </a:lnTo>
                  <a:lnTo>
                    <a:pt x="48060" y="20152"/>
                  </a:lnTo>
                  <a:lnTo>
                    <a:pt x="48530" y="20208"/>
                  </a:lnTo>
                  <a:lnTo>
                    <a:pt x="50057" y="20388"/>
                  </a:lnTo>
                  <a:lnTo>
                    <a:pt x="51081" y="20509"/>
                  </a:lnTo>
                  <a:lnTo>
                    <a:pt x="51621" y="20573"/>
                  </a:lnTo>
                  <a:lnTo>
                    <a:pt x="52381" y="20582"/>
                  </a:lnTo>
                  <a:lnTo>
                    <a:pt x="52644" y="20585"/>
                  </a:lnTo>
                  <a:lnTo>
                    <a:pt x="52563" y="21342"/>
                  </a:lnTo>
                  <a:lnTo>
                    <a:pt x="52772" y="21738"/>
                  </a:lnTo>
                  <a:lnTo>
                    <a:pt x="53472" y="22618"/>
                  </a:lnTo>
                  <a:lnTo>
                    <a:pt x="53613" y="22776"/>
                  </a:lnTo>
                  <a:lnTo>
                    <a:pt x="54322" y="23572"/>
                  </a:lnTo>
                  <a:lnTo>
                    <a:pt x="55923" y="25018"/>
                  </a:lnTo>
                  <a:lnTo>
                    <a:pt x="56948" y="25036"/>
                  </a:lnTo>
                  <a:lnTo>
                    <a:pt x="57539" y="24445"/>
                  </a:lnTo>
                  <a:lnTo>
                    <a:pt x="58433" y="23927"/>
                  </a:lnTo>
                  <a:lnTo>
                    <a:pt x="59292" y="23962"/>
                  </a:lnTo>
                  <a:lnTo>
                    <a:pt x="59935" y="24242"/>
                  </a:lnTo>
                  <a:lnTo>
                    <a:pt x="61360" y="25055"/>
                  </a:lnTo>
                  <a:lnTo>
                    <a:pt x="62856" y="24026"/>
                  </a:lnTo>
                  <a:lnTo>
                    <a:pt x="63702" y="23224"/>
                  </a:lnTo>
                  <a:lnTo>
                    <a:pt x="64310" y="22635"/>
                  </a:lnTo>
                  <a:lnTo>
                    <a:pt x="66084" y="20919"/>
                  </a:lnTo>
                  <a:lnTo>
                    <a:pt x="67688" y="21369"/>
                  </a:lnTo>
                  <a:lnTo>
                    <a:pt x="69114" y="23307"/>
                  </a:lnTo>
                  <a:lnTo>
                    <a:pt x="69609" y="23979"/>
                  </a:lnTo>
                  <a:lnTo>
                    <a:pt x="72040" y="22682"/>
                  </a:lnTo>
                  <a:lnTo>
                    <a:pt x="72295" y="22840"/>
                  </a:lnTo>
                  <a:lnTo>
                    <a:pt x="73455" y="23555"/>
                  </a:lnTo>
                  <a:lnTo>
                    <a:pt x="73635" y="23666"/>
                  </a:lnTo>
                  <a:lnTo>
                    <a:pt x="73826" y="23785"/>
                  </a:lnTo>
                  <a:lnTo>
                    <a:pt x="75031" y="24535"/>
                  </a:lnTo>
                  <a:lnTo>
                    <a:pt x="75325" y="24725"/>
                  </a:lnTo>
                  <a:lnTo>
                    <a:pt x="75633" y="25054"/>
                  </a:lnTo>
                  <a:lnTo>
                    <a:pt x="76997" y="26514"/>
                  </a:lnTo>
                  <a:lnTo>
                    <a:pt x="77936" y="27518"/>
                  </a:lnTo>
                  <a:lnTo>
                    <a:pt x="78464" y="28083"/>
                  </a:lnTo>
                  <a:lnTo>
                    <a:pt x="80165" y="29901"/>
                  </a:lnTo>
                  <a:lnTo>
                    <a:pt x="81457" y="31283"/>
                  </a:lnTo>
                  <a:lnTo>
                    <a:pt x="85562" y="34940"/>
                  </a:lnTo>
                  <a:lnTo>
                    <a:pt x="86388" y="35675"/>
                  </a:lnTo>
                  <a:lnTo>
                    <a:pt x="93241" y="41445"/>
                  </a:lnTo>
                  <a:lnTo>
                    <a:pt x="92746" y="41740"/>
                  </a:lnTo>
                  <a:lnTo>
                    <a:pt x="91654" y="42572"/>
                  </a:lnTo>
                  <a:lnTo>
                    <a:pt x="91245" y="43215"/>
                  </a:lnTo>
                  <a:lnTo>
                    <a:pt x="90964" y="43765"/>
                  </a:lnTo>
                  <a:lnTo>
                    <a:pt x="90887" y="43916"/>
                  </a:lnTo>
                  <a:lnTo>
                    <a:pt x="90674" y="44332"/>
                  </a:lnTo>
                  <a:lnTo>
                    <a:pt x="90094" y="44992"/>
                  </a:lnTo>
                  <a:lnTo>
                    <a:pt x="89125" y="45659"/>
                  </a:lnTo>
                  <a:lnTo>
                    <a:pt x="87844" y="46397"/>
                  </a:lnTo>
                  <a:lnTo>
                    <a:pt x="87668" y="46527"/>
                  </a:lnTo>
                  <a:lnTo>
                    <a:pt x="87115" y="48802"/>
                  </a:lnTo>
                  <a:lnTo>
                    <a:pt x="86803" y="50086"/>
                  </a:lnTo>
                  <a:lnTo>
                    <a:pt x="85873" y="53212"/>
                  </a:lnTo>
                  <a:lnTo>
                    <a:pt x="86052" y="53600"/>
                  </a:lnTo>
                  <a:lnTo>
                    <a:pt x="87442" y="54675"/>
                  </a:lnTo>
                  <a:lnTo>
                    <a:pt x="89130" y="56035"/>
                  </a:lnTo>
                  <a:lnTo>
                    <a:pt x="90820" y="57618"/>
                  </a:lnTo>
                  <a:lnTo>
                    <a:pt x="92964" y="59860"/>
                  </a:lnTo>
                  <a:lnTo>
                    <a:pt x="95179" y="62125"/>
                  </a:lnTo>
                  <a:lnTo>
                    <a:pt x="96785" y="63816"/>
                  </a:lnTo>
                  <a:lnTo>
                    <a:pt x="97543" y="64612"/>
                  </a:lnTo>
                  <a:lnTo>
                    <a:pt x="98266" y="65372"/>
                  </a:lnTo>
                  <a:lnTo>
                    <a:pt x="99107" y="66124"/>
                  </a:lnTo>
                  <a:lnTo>
                    <a:pt x="100197" y="66957"/>
                  </a:lnTo>
                  <a:lnTo>
                    <a:pt x="101359" y="67817"/>
                  </a:lnTo>
                  <a:lnTo>
                    <a:pt x="102396" y="68697"/>
                  </a:lnTo>
                  <a:lnTo>
                    <a:pt x="102978" y="69413"/>
                  </a:lnTo>
                  <a:lnTo>
                    <a:pt x="103284" y="70020"/>
                  </a:lnTo>
                  <a:lnTo>
                    <a:pt x="103620" y="70311"/>
                  </a:lnTo>
                  <a:lnTo>
                    <a:pt x="103560" y="70565"/>
                  </a:lnTo>
                  <a:lnTo>
                    <a:pt x="103234" y="71937"/>
                  </a:lnTo>
                  <a:lnTo>
                    <a:pt x="102909" y="73031"/>
                  </a:lnTo>
                  <a:lnTo>
                    <a:pt x="102789" y="73433"/>
                  </a:lnTo>
                  <a:lnTo>
                    <a:pt x="102712" y="73689"/>
                  </a:lnTo>
                  <a:lnTo>
                    <a:pt x="102244" y="74132"/>
                  </a:lnTo>
                  <a:lnTo>
                    <a:pt x="100574" y="75713"/>
                  </a:lnTo>
                  <a:lnTo>
                    <a:pt x="100229" y="76021"/>
                  </a:lnTo>
                  <a:lnTo>
                    <a:pt x="98737" y="76335"/>
                  </a:lnTo>
                  <a:lnTo>
                    <a:pt x="95276" y="78299"/>
                  </a:lnTo>
                  <a:lnTo>
                    <a:pt x="92831" y="79760"/>
                  </a:lnTo>
                  <a:lnTo>
                    <a:pt x="91578" y="81490"/>
                  </a:lnTo>
                  <a:lnTo>
                    <a:pt x="91616" y="76709"/>
                  </a:lnTo>
                  <a:lnTo>
                    <a:pt x="91169" y="74920"/>
                  </a:lnTo>
                  <a:lnTo>
                    <a:pt x="90453" y="73041"/>
                  </a:lnTo>
                  <a:lnTo>
                    <a:pt x="89916" y="70536"/>
                  </a:lnTo>
                  <a:lnTo>
                    <a:pt x="89953" y="67966"/>
                  </a:lnTo>
                  <a:lnTo>
                    <a:pt x="89511" y="67108"/>
                  </a:lnTo>
                  <a:lnTo>
                    <a:pt x="87751" y="64454"/>
                  </a:lnTo>
                  <a:lnTo>
                    <a:pt x="86976" y="63679"/>
                  </a:lnTo>
                  <a:lnTo>
                    <a:pt x="83428" y="62098"/>
                  </a:lnTo>
                  <a:lnTo>
                    <a:pt x="81847" y="61979"/>
                  </a:lnTo>
                  <a:lnTo>
                    <a:pt x="81136" y="61979"/>
                  </a:lnTo>
                  <a:lnTo>
                    <a:pt x="80147" y="61979"/>
                  </a:lnTo>
                  <a:lnTo>
                    <a:pt x="79402" y="61741"/>
                  </a:lnTo>
                  <a:lnTo>
                    <a:pt x="79223" y="61055"/>
                  </a:lnTo>
                  <a:lnTo>
                    <a:pt x="79163" y="60250"/>
                  </a:lnTo>
                  <a:lnTo>
                    <a:pt x="79133" y="58639"/>
                  </a:lnTo>
                  <a:lnTo>
                    <a:pt x="78805" y="57775"/>
                  </a:lnTo>
                  <a:lnTo>
                    <a:pt x="77643" y="56969"/>
                  </a:lnTo>
                  <a:lnTo>
                    <a:pt x="76837" y="56492"/>
                  </a:lnTo>
                  <a:lnTo>
                    <a:pt x="76181" y="55806"/>
                  </a:lnTo>
                  <a:lnTo>
                    <a:pt x="75973" y="54912"/>
                  </a:lnTo>
                  <a:lnTo>
                    <a:pt x="75545" y="53476"/>
                  </a:lnTo>
                  <a:lnTo>
                    <a:pt x="74929" y="52019"/>
                  </a:lnTo>
                  <a:lnTo>
                    <a:pt x="74631" y="50856"/>
                  </a:lnTo>
                  <a:lnTo>
                    <a:pt x="74631" y="50111"/>
                  </a:lnTo>
                  <a:lnTo>
                    <a:pt x="75167" y="49544"/>
                  </a:lnTo>
                  <a:lnTo>
                    <a:pt x="75800" y="49138"/>
                  </a:lnTo>
                  <a:lnTo>
                    <a:pt x="73721" y="44624"/>
                  </a:lnTo>
                  <a:lnTo>
                    <a:pt x="73591" y="44432"/>
                  </a:lnTo>
                  <a:lnTo>
                    <a:pt x="70294" y="46092"/>
                  </a:lnTo>
                  <a:lnTo>
                    <a:pt x="69724" y="46474"/>
                  </a:lnTo>
                  <a:lnTo>
                    <a:pt x="68195" y="47499"/>
                  </a:lnTo>
                  <a:lnTo>
                    <a:pt x="66704" y="48823"/>
                  </a:lnTo>
                  <a:lnTo>
                    <a:pt x="66584" y="49245"/>
                  </a:lnTo>
                  <a:lnTo>
                    <a:pt x="66444" y="49736"/>
                  </a:lnTo>
                  <a:lnTo>
                    <a:pt x="66279" y="51057"/>
                  </a:lnTo>
                  <a:lnTo>
                    <a:pt x="65852" y="51744"/>
                  </a:lnTo>
                  <a:lnTo>
                    <a:pt x="65545" y="52238"/>
                  </a:lnTo>
                  <a:lnTo>
                    <a:pt x="64633" y="52819"/>
                  </a:lnTo>
                  <a:lnTo>
                    <a:pt x="64866" y="54313"/>
                  </a:lnTo>
                  <a:lnTo>
                    <a:pt x="65094" y="54917"/>
                  </a:lnTo>
                  <a:lnTo>
                    <a:pt x="65322" y="55511"/>
                  </a:lnTo>
                  <a:lnTo>
                    <a:pt x="65724" y="56227"/>
                  </a:lnTo>
                  <a:lnTo>
                    <a:pt x="66187" y="56832"/>
                  </a:lnTo>
                  <a:lnTo>
                    <a:pt x="65035" y="56868"/>
                  </a:lnTo>
                  <a:lnTo>
                    <a:pt x="64063" y="56898"/>
                  </a:lnTo>
                  <a:lnTo>
                    <a:pt x="61705" y="56970"/>
                  </a:lnTo>
                  <a:lnTo>
                    <a:pt x="59893" y="57025"/>
                  </a:lnTo>
                  <a:lnTo>
                    <a:pt x="59324" y="57035"/>
                  </a:lnTo>
                  <a:lnTo>
                    <a:pt x="58403" y="57063"/>
                  </a:lnTo>
                  <a:lnTo>
                    <a:pt x="57527" y="57089"/>
                  </a:lnTo>
                  <a:lnTo>
                    <a:pt x="53887" y="57166"/>
                  </a:lnTo>
                  <a:lnTo>
                    <a:pt x="53376" y="57177"/>
                  </a:lnTo>
                  <a:lnTo>
                    <a:pt x="52308" y="57200"/>
                  </a:lnTo>
                  <a:lnTo>
                    <a:pt x="52310" y="56596"/>
                  </a:lnTo>
                  <a:lnTo>
                    <a:pt x="50120" y="56430"/>
                  </a:lnTo>
                  <a:lnTo>
                    <a:pt x="47826" y="56256"/>
                  </a:lnTo>
                  <a:lnTo>
                    <a:pt x="47846" y="54661"/>
                  </a:lnTo>
                  <a:lnTo>
                    <a:pt x="47955" y="53716"/>
                  </a:lnTo>
                  <a:lnTo>
                    <a:pt x="48064" y="52774"/>
                  </a:lnTo>
                  <a:lnTo>
                    <a:pt x="45613" y="52092"/>
                  </a:lnTo>
                  <a:lnTo>
                    <a:pt x="44241" y="52598"/>
                  </a:lnTo>
                  <a:lnTo>
                    <a:pt x="43074" y="53008"/>
                  </a:lnTo>
                  <a:lnTo>
                    <a:pt x="42001" y="53386"/>
                  </a:lnTo>
                  <a:lnTo>
                    <a:pt x="39165" y="53712"/>
                  </a:lnTo>
                  <a:lnTo>
                    <a:pt x="38034" y="53843"/>
                  </a:lnTo>
                  <a:lnTo>
                    <a:pt x="37671" y="54089"/>
                  </a:lnTo>
                  <a:lnTo>
                    <a:pt x="37481" y="54219"/>
                  </a:lnTo>
                  <a:lnTo>
                    <a:pt x="37156" y="54440"/>
                  </a:lnTo>
                  <a:lnTo>
                    <a:pt x="37013" y="54529"/>
                  </a:lnTo>
                  <a:lnTo>
                    <a:pt x="36082" y="51932"/>
                  </a:lnTo>
                  <a:lnTo>
                    <a:pt x="35673" y="50939"/>
                  </a:lnTo>
                  <a:lnTo>
                    <a:pt x="35395" y="50260"/>
                  </a:lnTo>
                  <a:lnTo>
                    <a:pt x="35319" y="50075"/>
                  </a:lnTo>
                  <a:lnTo>
                    <a:pt x="35604" y="49586"/>
                  </a:lnTo>
                  <a:lnTo>
                    <a:pt x="35401" y="47139"/>
                  </a:lnTo>
                  <a:lnTo>
                    <a:pt x="35229" y="45060"/>
                  </a:lnTo>
                  <a:lnTo>
                    <a:pt x="33346" y="44807"/>
                  </a:lnTo>
                  <a:lnTo>
                    <a:pt x="32252" y="44661"/>
                  </a:lnTo>
                  <a:lnTo>
                    <a:pt x="30446" y="44419"/>
                  </a:lnTo>
                  <a:lnTo>
                    <a:pt x="30112" y="44374"/>
                  </a:lnTo>
                  <a:lnTo>
                    <a:pt x="27717" y="46549"/>
                  </a:lnTo>
                  <a:lnTo>
                    <a:pt x="27224" y="46987"/>
                  </a:lnTo>
                  <a:lnTo>
                    <a:pt x="27014" y="47174"/>
                  </a:lnTo>
                  <a:lnTo>
                    <a:pt x="26589" y="46356"/>
                  </a:lnTo>
                  <a:lnTo>
                    <a:pt x="25356" y="44430"/>
                  </a:lnTo>
                  <a:lnTo>
                    <a:pt x="25112" y="44256"/>
                  </a:lnTo>
                  <a:lnTo>
                    <a:pt x="24317" y="43692"/>
                  </a:lnTo>
                  <a:lnTo>
                    <a:pt x="24003" y="43469"/>
                  </a:lnTo>
                  <a:lnTo>
                    <a:pt x="23628" y="43225"/>
                  </a:lnTo>
                  <a:lnTo>
                    <a:pt x="21416" y="41868"/>
                  </a:lnTo>
                  <a:lnTo>
                    <a:pt x="20891" y="41546"/>
                  </a:lnTo>
                  <a:lnTo>
                    <a:pt x="20449" y="41275"/>
                  </a:lnTo>
                  <a:lnTo>
                    <a:pt x="17495" y="39383"/>
                  </a:lnTo>
                  <a:lnTo>
                    <a:pt x="17310" y="39265"/>
                  </a:lnTo>
                  <a:lnTo>
                    <a:pt x="17097" y="39128"/>
                  </a:lnTo>
                  <a:lnTo>
                    <a:pt x="16845" y="38967"/>
                  </a:lnTo>
                  <a:lnTo>
                    <a:pt x="13915" y="36987"/>
                  </a:lnTo>
                  <a:lnTo>
                    <a:pt x="10538" y="34706"/>
                  </a:lnTo>
                  <a:lnTo>
                    <a:pt x="7022" y="32330"/>
                  </a:lnTo>
                  <a:lnTo>
                    <a:pt x="4797" y="30767"/>
                  </a:lnTo>
                  <a:lnTo>
                    <a:pt x="4720" y="30242"/>
                  </a:lnTo>
                  <a:lnTo>
                    <a:pt x="4412" y="28154"/>
                  </a:lnTo>
                  <a:lnTo>
                    <a:pt x="3868" y="24469"/>
                  </a:lnTo>
                  <a:lnTo>
                    <a:pt x="3520" y="21372"/>
                  </a:lnTo>
                  <a:lnTo>
                    <a:pt x="3139" y="21102"/>
                  </a:lnTo>
                  <a:lnTo>
                    <a:pt x="579" y="19282"/>
                  </a:lnTo>
                  <a:lnTo>
                    <a:pt x="0" y="18870"/>
                  </a:lnTo>
                  <a:lnTo>
                    <a:pt x="746" y="17829"/>
                  </a:lnTo>
                  <a:lnTo>
                    <a:pt x="2317" y="15640"/>
                  </a:lnTo>
                  <a:lnTo>
                    <a:pt x="2744" y="14543"/>
                  </a:lnTo>
                  <a:lnTo>
                    <a:pt x="3029" y="13812"/>
                  </a:lnTo>
                  <a:lnTo>
                    <a:pt x="3140" y="13528"/>
                  </a:lnTo>
                  <a:lnTo>
                    <a:pt x="3480" y="12795"/>
                  </a:lnTo>
                  <a:lnTo>
                    <a:pt x="3741" y="12285"/>
                  </a:lnTo>
                  <a:lnTo>
                    <a:pt x="4473" y="10860"/>
                  </a:lnTo>
                  <a:lnTo>
                    <a:pt x="4888" y="10095"/>
                  </a:lnTo>
                  <a:lnTo>
                    <a:pt x="5940" y="8158"/>
                  </a:lnTo>
                  <a:lnTo>
                    <a:pt x="6492" y="7303"/>
                  </a:lnTo>
                  <a:lnTo>
                    <a:pt x="7324" y="6012"/>
                  </a:lnTo>
                  <a:lnTo>
                    <a:pt x="7533" y="5689"/>
                  </a:lnTo>
                  <a:lnTo>
                    <a:pt x="9577" y="3333"/>
                  </a:lnTo>
                  <a:lnTo>
                    <a:pt x="9775" y="3105"/>
                  </a:lnTo>
                  <a:lnTo>
                    <a:pt x="10248" y="2559"/>
                  </a:lnTo>
                  <a:lnTo>
                    <a:pt x="10600" y="2052"/>
                  </a:lnTo>
                  <a:lnTo>
                    <a:pt x="10859" y="1679"/>
                  </a:lnTo>
                  <a:lnTo>
                    <a:pt x="11093" y="1342"/>
                  </a:lnTo>
                  <a:lnTo>
                    <a:pt x="11390" y="913"/>
                  </a:lnTo>
                  <a:lnTo>
                    <a:pt x="12696" y="742"/>
                  </a:lnTo>
                  <a:lnTo>
                    <a:pt x="14508" y="505"/>
                  </a:lnTo>
                  <a:lnTo>
                    <a:pt x="17714" y="85"/>
                  </a:lnTo>
                  <a:lnTo>
                    <a:pt x="18026" y="53"/>
                  </a:lnTo>
                  <a:lnTo>
                    <a:pt x="18540" y="0"/>
                  </a:lnTo>
                  <a:lnTo>
                    <a:pt x="19263" y="3302"/>
                  </a:lnTo>
                  <a:lnTo>
                    <a:pt x="19635" y="500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3" name="pg212"/>
            <p:cNvSpPr/>
            <p:nvPr/>
          </p:nvSpPr>
          <p:spPr>
            <a:xfrm>
              <a:off x="4162780" y="2310561"/>
              <a:ext cx="89698" cy="76752"/>
            </a:xfrm>
            <a:custGeom>
              <a:avLst/>
              <a:pathLst>
                <a:path w="89698" h="76752">
                  <a:moveTo>
                    <a:pt x="71170" y="74527"/>
                  </a:moveTo>
                  <a:lnTo>
                    <a:pt x="69621" y="76752"/>
                  </a:lnTo>
                  <a:lnTo>
                    <a:pt x="69111" y="76408"/>
                  </a:lnTo>
                  <a:lnTo>
                    <a:pt x="67650" y="75422"/>
                  </a:lnTo>
                  <a:lnTo>
                    <a:pt x="62227" y="71763"/>
                  </a:lnTo>
                  <a:lnTo>
                    <a:pt x="60872" y="70849"/>
                  </a:lnTo>
                  <a:lnTo>
                    <a:pt x="53425" y="65825"/>
                  </a:lnTo>
                  <a:lnTo>
                    <a:pt x="51849" y="64759"/>
                  </a:lnTo>
                  <a:lnTo>
                    <a:pt x="51597" y="64585"/>
                  </a:lnTo>
                  <a:lnTo>
                    <a:pt x="50214" y="63628"/>
                  </a:lnTo>
                  <a:lnTo>
                    <a:pt x="47892" y="62021"/>
                  </a:lnTo>
                  <a:lnTo>
                    <a:pt x="41458" y="57567"/>
                  </a:lnTo>
                  <a:lnTo>
                    <a:pt x="41183" y="57377"/>
                  </a:lnTo>
                  <a:lnTo>
                    <a:pt x="40958" y="57227"/>
                  </a:lnTo>
                  <a:lnTo>
                    <a:pt x="39520" y="56271"/>
                  </a:lnTo>
                  <a:lnTo>
                    <a:pt x="39364" y="56167"/>
                  </a:lnTo>
                  <a:lnTo>
                    <a:pt x="39148" y="56023"/>
                  </a:lnTo>
                  <a:lnTo>
                    <a:pt x="38985" y="55914"/>
                  </a:lnTo>
                  <a:lnTo>
                    <a:pt x="38787" y="55783"/>
                  </a:lnTo>
                  <a:lnTo>
                    <a:pt x="35346" y="53493"/>
                  </a:lnTo>
                  <a:lnTo>
                    <a:pt x="29388" y="49529"/>
                  </a:lnTo>
                  <a:lnTo>
                    <a:pt x="28910" y="49211"/>
                  </a:lnTo>
                  <a:lnTo>
                    <a:pt x="19447" y="42914"/>
                  </a:lnTo>
                  <a:lnTo>
                    <a:pt x="19057" y="42654"/>
                  </a:lnTo>
                  <a:lnTo>
                    <a:pt x="17799" y="41817"/>
                  </a:lnTo>
                  <a:lnTo>
                    <a:pt x="17470" y="41598"/>
                  </a:lnTo>
                  <a:lnTo>
                    <a:pt x="14991" y="39948"/>
                  </a:lnTo>
                  <a:lnTo>
                    <a:pt x="7955" y="35266"/>
                  </a:lnTo>
                  <a:lnTo>
                    <a:pt x="7718" y="35109"/>
                  </a:lnTo>
                  <a:lnTo>
                    <a:pt x="3872" y="32550"/>
                  </a:lnTo>
                  <a:lnTo>
                    <a:pt x="2682" y="31757"/>
                  </a:lnTo>
                  <a:lnTo>
                    <a:pt x="0" y="29931"/>
                  </a:lnTo>
                  <a:lnTo>
                    <a:pt x="703" y="28894"/>
                  </a:lnTo>
                  <a:lnTo>
                    <a:pt x="2356" y="26458"/>
                  </a:lnTo>
                  <a:lnTo>
                    <a:pt x="7942" y="18224"/>
                  </a:lnTo>
                  <a:lnTo>
                    <a:pt x="10800" y="14011"/>
                  </a:lnTo>
                  <a:lnTo>
                    <a:pt x="12007" y="12232"/>
                  </a:lnTo>
                  <a:lnTo>
                    <a:pt x="12890" y="10930"/>
                  </a:lnTo>
                  <a:lnTo>
                    <a:pt x="15426" y="7193"/>
                  </a:lnTo>
                  <a:lnTo>
                    <a:pt x="20016" y="427"/>
                  </a:lnTo>
                  <a:lnTo>
                    <a:pt x="20396" y="0"/>
                  </a:lnTo>
                  <a:lnTo>
                    <a:pt x="20531" y="90"/>
                  </a:lnTo>
                  <a:lnTo>
                    <a:pt x="27058" y="4459"/>
                  </a:lnTo>
                  <a:lnTo>
                    <a:pt x="38442" y="12080"/>
                  </a:lnTo>
                  <a:lnTo>
                    <a:pt x="39010" y="12460"/>
                  </a:lnTo>
                  <a:lnTo>
                    <a:pt x="39745" y="12952"/>
                  </a:lnTo>
                  <a:lnTo>
                    <a:pt x="49622" y="19564"/>
                  </a:lnTo>
                  <a:lnTo>
                    <a:pt x="49969" y="19796"/>
                  </a:lnTo>
                  <a:lnTo>
                    <a:pt x="52432" y="21445"/>
                  </a:lnTo>
                  <a:lnTo>
                    <a:pt x="59726" y="26328"/>
                  </a:lnTo>
                  <a:lnTo>
                    <a:pt x="61599" y="27581"/>
                  </a:lnTo>
                  <a:lnTo>
                    <a:pt x="63867" y="29100"/>
                  </a:lnTo>
                  <a:lnTo>
                    <a:pt x="67636" y="31623"/>
                  </a:lnTo>
                  <a:lnTo>
                    <a:pt x="72634" y="34969"/>
                  </a:lnTo>
                  <a:lnTo>
                    <a:pt x="77111" y="37966"/>
                  </a:lnTo>
                  <a:lnTo>
                    <a:pt x="81438" y="40862"/>
                  </a:lnTo>
                  <a:lnTo>
                    <a:pt x="83086" y="41966"/>
                  </a:lnTo>
                  <a:lnTo>
                    <a:pt x="89698" y="46392"/>
                  </a:lnTo>
                  <a:lnTo>
                    <a:pt x="89225" y="46938"/>
                  </a:lnTo>
                  <a:lnTo>
                    <a:pt x="89026" y="47166"/>
                  </a:lnTo>
                  <a:lnTo>
                    <a:pt x="86982" y="49522"/>
                  </a:lnTo>
                  <a:lnTo>
                    <a:pt x="86687" y="49980"/>
                  </a:lnTo>
                  <a:lnTo>
                    <a:pt x="85942" y="51136"/>
                  </a:lnTo>
                  <a:lnTo>
                    <a:pt x="85390" y="51991"/>
                  </a:lnTo>
                  <a:lnTo>
                    <a:pt x="84338" y="53928"/>
                  </a:lnTo>
                  <a:lnTo>
                    <a:pt x="83923" y="54693"/>
                  </a:lnTo>
                  <a:lnTo>
                    <a:pt x="83191" y="56118"/>
                  </a:lnTo>
                  <a:lnTo>
                    <a:pt x="82930" y="56628"/>
                  </a:lnTo>
                  <a:lnTo>
                    <a:pt x="82590" y="57361"/>
                  </a:lnTo>
                  <a:lnTo>
                    <a:pt x="82479" y="57645"/>
                  </a:lnTo>
                  <a:lnTo>
                    <a:pt x="82194" y="58376"/>
                  </a:lnTo>
                  <a:lnTo>
                    <a:pt x="81767" y="59473"/>
                  </a:lnTo>
                  <a:lnTo>
                    <a:pt x="80196" y="61662"/>
                  </a:lnTo>
                  <a:lnTo>
                    <a:pt x="79449" y="62703"/>
                  </a:lnTo>
                  <a:lnTo>
                    <a:pt x="77681" y="65168"/>
                  </a:lnTo>
                  <a:lnTo>
                    <a:pt x="75208" y="68723"/>
                  </a:lnTo>
                  <a:lnTo>
                    <a:pt x="72703" y="7232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4" name="pg213"/>
            <p:cNvSpPr/>
            <p:nvPr/>
          </p:nvSpPr>
          <p:spPr>
            <a:xfrm>
              <a:off x="4081402" y="2306735"/>
              <a:ext cx="81270" cy="85610"/>
            </a:xfrm>
            <a:custGeom>
              <a:avLst/>
              <a:pathLst>
                <a:path w="81270" h="85610">
                  <a:moveTo>
                    <a:pt x="45579" y="85178"/>
                  </a:moveTo>
                  <a:lnTo>
                    <a:pt x="45277" y="85610"/>
                  </a:lnTo>
                  <a:lnTo>
                    <a:pt x="41038" y="82784"/>
                  </a:lnTo>
                  <a:lnTo>
                    <a:pt x="40270" y="82273"/>
                  </a:lnTo>
                  <a:lnTo>
                    <a:pt x="37475" y="80395"/>
                  </a:lnTo>
                  <a:lnTo>
                    <a:pt x="36699" y="79873"/>
                  </a:lnTo>
                  <a:lnTo>
                    <a:pt x="23922" y="71349"/>
                  </a:lnTo>
                  <a:lnTo>
                    <a:pt x="24038" y="71177"/>
                  </a:lnTo>
                  <a:lnTo>
                    <a:pt x="24202" y="70933"/>
                  </a:lnTo>
                  <a:lnTo>
                    <a:pt x="26831" y="67027"/>
                  </a:lnTo>
                  <a:lnTo>
                    <a:pt x="26407" y="66745"/>
                  </a:lnTo>
                  <a:lnTo>
                    <a:pt x="25757" y="66314"/>
                  </a:lnTo>
                  <a:lnTo>
                    <a:pt x="25453" y="66112"/>
                  </a:lnTo>
                  <a:lnTo>
                    <a:pt x="24659" y="65579"/>
                  </a:lnTo>
                  <a:lnTo>
                    <a:pt x="19436" y="62076"/>
                  </a:lnTo>
                  <a:lnTo>
                    <a:pt x="12401" y="57358"/>
                  </a:lnTo>
                  <a:lnTo>
                    <a:pt x="12190" y="57216"/>
                  </a:lnTo>
                  <a:lnTo>
                    <a:pt x="0" y="49040"/>
                  </a:lnTo>
                  <a:lnTo>
                    <a:pt x="5175" y="41145"/>
                  </a:lnTo>
                  <a:lnTo>
                    <a:pt x="6091" y="39747"/>
                  </a:lnTo>
                  <a:lnTo>
                    <a:pt x="7099" y="38224"/>
                  </a:lnTo>
                  <a:lnTo>
                    <a:pt x="7303" y="37944"/>
                  </a:lnTo>
                  <a:lnTo>
                    <a:pt x="7506" y="37668"/>
                  </a:lnTo>
                  <a:lnTo>
                    <a:pt x="9580" y="34840"/>
                  </a:lnTo>
                  <a:lnTo>
                    <a:pt x="10000" y="34241"/>
                  </a:lnTo>
                  <a:lnTo>
                    <a:pt x="10537" y="33552"/>
                  </a:lnTo>
                  <a:lnTo>
                    <a:pt x="11077" y="33048"/>
                  </a:lnTo>
                  <a:lnTo>
                    <a:pt x="11307" y="32735"/>
                  </a:lnTo>
                  <a:lnTo>
                    <a:pt x="11528" y="32436"/>
                  </a:lnTo>
                  <a:lnTo>
                    <a:pt x="11714" y="32324"/>
                  </a:lnTo>
                  <a:lnTo>
                    <a:pt x="13306" y="31625"/>
                  </a:lnTo>
                  <a:lnTo>
                    <a:pt x="13791" y="31174"/>
                  </a:lnTo>
                  <a:lnTo>
                    <a:pt x="14183" y="30813"/>
                  </a:lnTo>
                  <a:lnTo>
                    <a:pt x="14397" y="30645"/>
                  </a:lnTo>
                  <a:lnTo>
                    <a:pt x="14688" y="30290"/>
                  </a:lnTo>
                  <a:lnTo>
                    <a:pt x="14874" y="30063"/>
                  </a:lnTo>
                  <a:lnTo>
                    <a:pt x="15369" y="29367"/>
                  </a:lnTo>
                  <a:lnTo>
                    <a:pt x="15989" y="28494"/>
                  </a:lnTo>
                  <a:lnTo>
                    <a:pt x="16082" y="28364"/>
                  </a:lnTo>
                  <a:lnTo>
                    <a:pt x="17102" y="26639"/>
                  </a:lnTo>
                  <a:lnTo>
                    <a:pt x="18235" y="24981"/>
                  </a:lnTo>
                  <a:lnTo>
                    <a:pt x="18362" y="24779"/>
                  </a:lnTo>
                  <a:lnTo>
                    <a:pt x="18832" y="24036"/>
                  </a:lnTo>
                  <a:lnTo>
                    <a:pt x="19344" y="23227"/>
                  </a:lnTo>
                  <a:lnTo>
                    <a:pt x="19559" y="22927"/>
                  </a:lnTo>
                  <a:lnTo>
                    <a:pt x="20774" y="21228"/>
                  </a:lnTo>
                  <a:lnTo>
                    <a:pt x="16935" y="18532"/>
                  </a:lnTo>
                  <a:lnTo>
                    <a:pt x="19650" y="14927"/>
                  </a:lnTo>
                  <a:lnTo>
                    <a:pt x="20024" y="14864"/>
                  </a:lnTo>
                  <a:lnTo>
                    <a:pt x="20202" y="14834"/>
                  </a:lnTo>
                  <a:lnTo>
                    <a:pt x="22408" y="11684"/>
                  </a:lnTo>
                  <a:lnTo>
                    <a:pt x="22501" y="11552"/>
                  </a:lnTo>
                  <a:lnTo>
                    <a:pt x="22679" y="11298"/>
                  </a:lnTo>
                  <a:lnTo>
                    <a:pt x="24980" y="8013"/>
                  </a:lnTo>
                  <a:lnTo>
                    <a:pt x="27489" y="4432"/>
                  </a:lnTo>
                  <a:lnTo>
                    <a:pt x="29582" y="1443"/>
                  </a:lnTo>
                  <a:lnTo>
                    <a:pt x="30594" y="0"/>
                  </a:lnTo>
                  <a:lnTo>
                    <a:pt x="31492" y="598"/>
                  </a:lnTo>
                  <a:lnTo>
                    <a:pt x="34275" y="2454"/>
                  </a:lnTo>
                  <a:lnTo>
                    <a:pt x="35519" y="3284"/>
                  </a:lnTo>
                  <a:lnTo>
                    <a:pt x="37763" y="4781"/>
                  </a:lnTo>
                  <a:lnTo>
                    <a:pt x="41340" y="7166"/>
                  </a:lnTo>
                  <a:lnTo>
                    <a:pt x="44938" y="9566"/>
                  </a:lnTo>
                  <a:lnTo>
                    <a:pt x="45112" y="9682"/>
                  </a:lnTo>
                  <a:lnTo>
                    <a:pt x="58423" y="18559"/>
                  </a:lnTo>
                  <a:lnTo>
                    <a:pt x="59229" y="19096"/>
                  </a:lnTo>
                  <a:lnTo>
                    <a:pt x="59743" y="19439"/>
                  </a:lnTo>
                  <a:lnTo>
                    <a:pt x="60289" y="19803"/>
                  </a:lnTo>
                  <a:lnTo>
                    <a:pt x="73247" y="28444"/>
                  </a:lnTo>
                  <a:lnTo>
                    <a:pt x="73558" y="28651"/>
                  </a:lnTo>
                  <a:lnTo>
                    <a:pt x="78150" y="31674"/>
                  </a:lnTo>
                  <a:lnTo>
                    <a:pt x="81270" y="33912"/>
                  </a:lnTo>
                  <a:lnTo>
                    <a:pt x="80600" y="34876"/>
                  </a:lnTo>
                  <a:lnTo>
                    <a:pt x="80105" y="35588"/>
                  </a:lnTo>
                  <a:lnTo>
                    <a:pt x="72180" y="46981"/>
                  </a:lnTo>
                  <a:lnTo>
                    <a:pt x="71847" y="47460"/>
                  </a:lnTo>
                  <a:lnTo>
                    <a:pt x="70841" y="48906"/>
                  </a:lnTo>
                  <a:lnTo>
                    <a:pt x="70679" y="49138"/>
                  </a:lnTo>
                  <a:lnTo>
                    <a:pt x="70575" y="49288"/>
                  </a:lnTo>
                  <a:lnTo>
                    <a:pt x="67656" y="53484"/>
                  </a:lnTo>
                  <a:lnTo>
                    <a:pt x="64949" y="57376"/>
                  </a:lnTo>
                  <a:lnTo>
                    <a:pt x="63124" y="60000"/>
                  </a:lnTo>
                  <a:lnTo>
                    <a:pt x="62894" y="60331"/>
                  </a:lnTo>
                  <a:lnTo>
                    <a:pt x="54776" y="72001"/>
                  </a:lnTo>
                  <a:lnTo>
                    <a:pt x="54162" y="72884"/>
                  </a:lnTo>
                  <a:lnTo>
                    <a:pt x="53981" y="7314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5" name="pg214"/>
            <p:cNvSpPr/>
            <p:nvPr/>
          </p:nvSpPr>
          <p:spPr>
            <a:xfrm>
              <a:off x="4033385" y="2278175"/>
              <a:ext cx="78594" cy="81008"/>
            </a:xfrm>
            <a:custGeom>
              <a:avLst/>
              <a:pathLst>
                <a:path w="78594" h="81008">
                  <a:moveTo>
                    <a:pt x="53192" y="69706"/>
                  </a:moveTo>
                  <a:lnTo>
                    <a:pt x="48016" y="77601"/>
                  </a:lnTo>
                  <a:lnTo>
                    <a:pt x="47851" y="77516"/>
                  </a:lnTo>
                  <a:lnTo>
                    <a:pt x="47286" y="77229"/>
                  </a:lnTo>
                  <a:lnTo>
                    <a:pt x="47108" y="77116"/>
                  </a:lnTo>
                  <a:lnTo>
                    <a:pt x="46522" y="76744"/>
                  </a:lnTo>
                  <a:lnTo>
                    <a:pt x="46003" y="76352"/>
                  </a:lnTo>
                  <a:lnTo>
                    <a:pt x="45616" y="76964"/>
                  </a:lnTo>
                  <a:lnTo>
                    <a:pt x="43940" y="79613"/>
                  </a:lnTo>
                  <a:lnTo>
                    <a:pt x="43058" y="81008"/>
                  </a:lnTo>
                  <a:lnTo>
                    <a:pt x="42560" y="80720"/>
                  </a:lnTo>
                  <a:lnTo>
                    <a:pt x="42236" y="80526"/>
                  </a:lnTo>
                  <a:lnTo>
                    <a:pt x="41308" y="79907"/>
                  </a:lnTo>
                  <a:lnTo>
                    <a:pt x="36462" y="76673"/>
                  </a:lnTo>
                  <a:lnTo>
                    <a:pt x="33966" y="75008"/>
                  </a:lnTo>
                  <a:lnTo>
                    <a:pt x="33023" y="74378"/>
                  </a:lnTo>
                  <a:lnTo>
                    <a:pt x="29276" y="71878"/>
                  </a:lnTo>
                  <a:lnTo>
                    <a:pt x="28871" y="71608"/>
                  </a:lnTo>
                  <a:lnTo>
                    <a:pt x="28422" y="71305"/>
                  </a:lnTo>
                  <a:lnTo>
                    <a:pt x="26239" y="69834"/>
                  </a:lnTo>
                  <a:lnTo>
                    <a:pt x="26049" y="69706"/>
                  </a:lnTo>
                  <a:lnTo>
                    <a:pt x="20565" y="66009"/>
                  </a:lnTo>
                  <a:lnTo>
                    <a:pt x="19922" y="65575"/>
                  </a:lnTo>
                  <a:lnTo>
                    <a:pt x="16287" y="63125"/>
                  </a:lnTo>
                  <a:lnTo>
                    <a:pt x="15927" y="62882"/>
                  </a:lnTo>
                  <a:lnTo>
                    <a:pt x="15605" y="62694"/>
                  </a:lnTo>
                  <a:lnTo>
                    <a:pt x="15324" y="62530"/>
                  </a:lnTo>
                  <a:lnTo>
                    <a:pt x="15133" y="62419"/>
                  </a:lnTo>
                  <a:lnTo>
                    <a:pt x="14706" y="62170"/>
                  </a:lnTo>
                  <a:lnTo>
                    <a:pt x="13241" y="61196"/>
                  </a:lnTo>
                  <a:lnTo>
                    <a:pt x="12810" y="60910"/>
                  </a:lnTo>
                  <a:lnTo>
                    <a:pt x="12270" y="60551"/>
                  </a:lnTo>
                  <a:lnTo>
                    <a:pt x="10890" y="59635"/>
                  </a:lnTo>
                  <a:lnTo>
                    <a:pt x="7090" y="57111"/>
                  </a:lnTo>
                  <a:lnTo>
                    <a:pt x="6955" y="57021"/>
                  </a:lnTo>
                  <a:lnTo>
                    <a:pt x="3757" y="54898"/>
                  </a:lnTo>
                  <a:lnTo>
                    <a:pt x="1037" y="53091"/>
                  </a:lnTo>
                  <a:lnTo>
                    <a:pt x="900" y="53000"/>
                  </a:lnTo>
                  <a:lnTo>
                    <a:pt x="0" y="52275"/>
                  </a:lnTo>
                  <a:lnTo>
                    <a:pt x="409" y="51687"/>
                  </a:lnTo>
                  <a:lnTo>
                    <a:pt x="1278" y="50440"/>
                  </a:lnTo>
                  <a:lnTo>
                    <a:pt x="1402" y="50261"/>
                  </a:lnTo>
                  <a:lnTo>
                    <a:pt x="2297" y="48976"/>
                  </a:lnTo>
                  <a:lnTo>
                    <a:pt x="3180" y="47708"/>
                  </a:lnTo>
                  <a:lnTo>
                    <a:pt x="3531" y="47219"/>
                  </a:lnTo>
                  <a:lnTo>
                    <a:pt x="4625" y="45698"/>
                  </a:lnTo>
                  <a:lnTo>
                    <a:pt x="4975" y="45212"/>
                  </a:lnTo>
                  <a:lnTo>
                    <a:pt x="5788" y="44081"/>
                  </a:lnTo>
                  <a:lnTo>
                    <a:pt x="6671" y="42853"/>
                  </a:lnTo>
                  <a:lnTo>
                    <a:pt x="8363" y="40499"/>
                  </a:lnTo>
                  <a:lnTo>
                    <a:pt x="8646" y="40074"/>
                  </a:lnTo>
                  <a:lnTo>
                    <a:pt x="9735" y="38437"/>
                  </a:lnTo>
                  <a:lnTo>
                    <a:pt x="10589" y="37155"/>
                  </a:lnTo>
                  <a:lnTo>
                    <a:pt x="10708" y="36976"/>
                  </a:lnTo>
                  <a:lnTo>
                    <a:pt x="11091" y="36415"/>
                  </a:lnTo>
                  <a:lnTo>
                    <a:pt x="11358" y="36025"/>
                  </a:lnTo>
                  <a:lnTo>
                    <a:pt x="13299" y="33184"/>
                  </a:lnTo>
                  <a:lnTo>
                    <a:pt x="15669" y="29716"/>
                  </a:lnTo>
                  <a:lnTo>
                    <a:pt x="17392" y="27285"/>
                  </a:lnTo>
                  <a:lnTo>
                    <a:pt x="17572" y="27030"/>
                  </a:lnTo>
                  <a:lnTo>
                    <a:pt x="17835" y="26659"/>
                  </a:lnTo>
                  <a:lnTo>
                    <a:pt x="18052" y="26353"/>
                  </a:lnTo>
                  <a:lnTo>
                    <a:pt x="18270" y="26039"/>
                  </a:lnTo>
                  <a:lnTo>
                    <a:pt x="18832" y="25200"/>
                  </a:lnTo>
                  <a:lnTo>
                    <a:pt x="19152" y="24722"/>
                  </a:lnTo>
                  <a:lnTo>
                    <a:pt x="19693" y="23915"/>
                  </a:lnTo>
                  <a:lnTo>
                    <a:pt x="20368" y="22907"/>
                  </a:lnTo>
                  <a:lnTo>
                    <a:pt x="20625" y="22524"/>
                  </a:lnTo>
                  <a:lnTo>
                    <a:pt x="20924" y="22094"/>
                  </a:lnTo>
                  <a:lnTo>
                    <a:pt x="21572" y="21164"/>
                  </a:lnTo>
                  <a:lnTo>
                    <a:pt x="22258" y="20179"/>
                  </a:lnTo>
                  <a:lnTo>
                    <a:pt x="22886" y="19278"/>
                  </a:lnTo>
                  <a:lnTo>
                    <a:pt x="23205" y="18820"/>
                  </a:lnTo>
                  <a:lnTo>
                    <a:pt x="27277" y="12589"/>
                  </a:lnTo>
                  <a:lnTo>
                    <a:pt x="27579" y="12127"/>
                  </a:lnTo>
                  <a:lnTo>
                    <a:pt x="28050" y="11407"/>
                  </a:lnTo>
                  <a:lnTo>
                    <a:pt x="28597" y="10570"/>
                  </a:lnTo>
                  <a:lnTo>
                    <a:pt x="28818" y="10231"/>
                  </a:lnTo>
                  <a:lnTo>
                    <a:pt x="28958" y="10018"/>
                  </a:lnTo>
                  <a:lnTo>
                    <a:pt x="29083" y="9842"/>
                  </a:lnTo>
                  <a:lnTo>
                    <a:pt x="29196" y="9684"/>
                  </a:lnTo>
                  <a:lnTo>
                    <a:pt x="30389" y="8013"/>
                  </a:lnTo>
                  <a:lnTo>
                    <a:pt x="31301" y="6736"/>
                  </a:lnTo>
                  <a:lnTo>
                    <a:pt x="32193" y="5487"/>
                  </a:lnTo>
                  <a:lnTo>
                    <a:pt x="32725" y="4742"/>
                  </a:lnTo>
                  <a:lnTo>
                    <a:pt x="33534" y="3609"/>
                  </a:lnTo>
                  <a:lnTo>
                    <a:pt x="34834" y="1788"/>
                  </a:lnTo>
                  <a:lnTo>
                    <a:pt x="35145" y="1353"/>
                  </a:lnTo>
                  <a:lnTo>
                    <a:pt x="35989" y="171"/>
                  </a:lnTo>
                  <a:lnTo>
                    <a:pt x="36111" y="0"/>
                  </a:lnTo>
                  <a:lnTo>
                    <a:pt x="37637" y="998"/>
                  </a:lnTo>
                  <a:lnTo>
                    <a:pt x="37820" y="1118"/>
                  </a:lnTo>
                  <a:lnTo>
                    <a:pt x="39991" y="2539"/>
                  </a:lnTo>
                  <a:lnTo>
                    <a:pt x="41566" y="3570"/>
                  </a:lnTo>
                  <a:lnTo>
                    <a:pt x="43105" y="4577"/>
                  </a:lnTo>
                  <a:lnTo>
                    <a:pt x="49073" y="8484"/>
                  </a:lnTo>
                  <a:lnTo>
                    <a:pt x="49732" y="8917"/>
                  </a:lnTo>
                  <a:lnTo>
                    <a:pt x="50093" y="9160"/>
                  </a:lnTo>
                  <a:lnTo>
                    <a:pt x="50586" y="9492"/>
                  </a:lnTo>
                  <a:lnTo>
                    <a:pt x="51289" y="9966"/>
                  </a:lnTo>
                  <a:lnTo>
                    <a:pt x="51674" y="10225"/>
                  </a:lnTo>
                  <a:lnTo>
                    <a:pt x="52320" y="10660"/>
                  </a:lnTo>
                  <a:lnTo>
                    <a:pt x="59999" y="15834"/>
                  </a:lnTo>
                  <a:lnTo>
                    <a:pt x="61521" y="16860"/>
                  </a:lnTo>
                  <a:lnTo>
                    <a:pt x="64944" y="19166"/>
                  </a:lnTo>
                  <a:lnTo>
                    <a:pt x="65338" y="19432"/>
                  </a:lnTo>
                  <a:lnTo>
                    <a:pt x="65518" y="19556"/>
                  </a:lnTo>
                  <a:lnTo>
                    <a:pt x="65769" y="19729"/>
                  </a:lnTo>
                  <a:lnTo>
                    <a:pt x="66589" y="20295"/>
                  </a:lnTo>
                  <a:lnTo>
                    <a:pt x="69133" y="22052"/>
                  </a:lnTo>
                  <a:lnTo>
                    <a:pt x="70058" y="22690"/>
                  </a:lnTo>
                  <a:lnTo>
                    <a:pt x="73223" y="24875"/>
                  </a:lnTo>
                  <a:lnTo>
                    <a:pt x="74149" y="25514"/>
                  </a:lnTo>
                  <a:lnTo>
                    <a:pt x="75366" y="26354"/>
                  </a:lnTo>
                  <a:lnTo>
                    <a:pt x="76528" y="27157"/>
                  </a:lnTo>
                  <a:lnTo>
                    <a:pt x="78173" y="28293"/>
                  </a:lnTo>
                  <a:lnTo>
                    <a:pt x="78441" y="28478"/>
                  </a:lnTo>
                  <a:lnTo>
                    <a:pt x="78594" y="28583"/>
                  </a:lnTo>
                  <a:lnTo>
                    <a:pt x="77599" y="30003"/>
                  </a:lnTo>
                  <a:lnTo>
                    <a:pt x="75506" y="32992"/>
                  </a:lnTo>
                  <a:lnTo>
                    <a:pt x="72997" y="36573"/>
                  </a:lnTo>
                  <a:lnTo>
                    <a:pt x="70696" y="39858"/>
                  </a:lnTo>
                  <a:lnTo>
                    <a:pt x="70517" y="40113"/>
                  </a:lnTo>
                  <a:lnTo>
                    <a:pt x="70425" y="40244"/>
                  </a:lnTo>
                  <a:lnTo>
                    <a:pt x="68219" y="43394"/>
                  </a:lnTo>
                  <a:lnTo>
                    <a:pt x="68041" y="43424"/>
                  </a:lnTo>
                  <a:lnTo>
                    <a:pt x="67615" y="43557"/>
                  </a:lnTo>
                  <a:lnTo>
                    <a:pt x="64916" y="47139"/>
                  </a:lnTo>
                  <a:lnTo>
                    <a:pt x="68791" y="49788"/>
                  </a:lnTo>
                  <a:lnTo>
                    <a:pt x="67576" y="51487"/>
                  </a:lnTo>
                  <a:lnTo>
                    <a:pt x="67361" y="51788"/>
                  </a:lnTo>
                  <a:lnTo>
                    <a:pt x="66849" y="52596"/>
                  </a:lnTo>
                  <a:lnTo>
                    <a:pt x="66379" y="53339"/>
                  </a:lnTo>
                  <a:lnTo>
                    <a:pt x="66252" y="53541"/>
                  </a:lnTo>
                  <a:lnTo>
                    <a:pt x="65093" y="55242"/>
                  </a:lnTo>
                  <a:lnTo>
                    <a:pt x="64099" y="56924"/>
                  </a:lnTo>
                  <a:lnTo>
                    <a:pt x="64006" y="57055"/>
                  </a:lnTo>
                  <a:lnTo>
                    <a:pt x="63386" y="57927"/>
                  </a:lnTo>
                  <a:lnTo>
                    <a:pt x="62891" y="58624"/>
                  </a:lnTo>
                  <a:lnTo>
                    <a:pt x="62705" y="58850"/>
                  </a:lnTo>
                  <a:lnTo>
                    <a:pt x="62414" y="59205"/>
                  </a:lnTo>
                  <a:lnTo>
                    <a:pt x="62173" y="59395"/>
                  </a:lnTo>
                  <a:lnTo>
                    <a:pt x="61750" y="59788"/>
                  </a:lnTo>
                  <a:lnTo>
                    <a:pt x="61323" y="60185"/>
                  </a:lnTo>
                  <a:lnTo>
                    <a:pt x="59727" y="60886"/>
                  </a:lnTo>
                  <a:lnTo>
                    <a:pt x="59545" y="60996"/>
                  </a:lnTo>
                  <a:lnTo>
                    <a:pt x="59324" y="61296"/>
                  </a:lnTo>
                  <a:lnTo>
                    <a:pt x="59094" y="61608"/>
                  </a:lnTo>
                  <a:lnTo>
                    <a:pt x="58554" y="62112"/>
                  </a:lnTo>
                  <a:lnTo>
                    <a:pt x="57910" y="63007"/>
                  </a:lnTo>
                  <a:lnTo>
                    <a:pt x="57597" y="63400"/>
                  </a:lnTo>
                  <a:lnTo>
                    <a:pt x="55523" y="66228"/>
                  </a:lnTo>
                  <a:lnTo>
                    <a:pt x="55320" y="66505"/>
                  </a:lnTo>
                  <a:lnTo>
                    <a:pt x="55035" y="66893"/>
                  </a:lnTo>
                  <a:lnTo>
                    <a:pt x="54108" y="6830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6" name="pg215"/>
            <p:cNvSpPr/>
            <p:nvPr/>
          </p:nvSpPr>
          <p:spPr>
            <a:xfrm>
              <a:off x="3969552" y="2209191"/>
              <a:ext cx="105846" cy="91508"/>
            </a:xfrm>
            <a:custGeom>
              <a:avLst/>
              <a:pathLst>
                <a:path w="105846" h="91508">
                  <a:moveTo>
                    <a:pt x="45826" y="12419"/>
                  </a:moveTo>
                  <a:lnTo>
                    <a:pt x="50150" y="12687"/>
                  </a:lnTo>
                  <a:lnTo>
                    <a:pt x="51301" y="11766"/>
                  </a:lnTo>
                  <a:lnTo>
                    <a:pt x="54448" y="11891"/>
                  </a:lnTo>
                  <a:lnTo>
                    <a:pt x="63111" y="12796"/>
                  </a:lnTo>
                  <a:lnTo>
                    <a:pt x="62373" y="15951"/>
                  </a:lnTo>
                  <a:lnTo>
                    <a:pt x="64548" y="16428"/>
                  </a:lnTo>
                  <a:lnTo>
                    <a:pt x="64953" y="16538"/>
                  </a:lnTo>
                  <a:lnTo>
                    <a:pt x="68882" y="17608"/>
                  </a:lnTo>
                  <a:lnTo>
                    <a:pt x="69148" y="17680"/>
                  </a:lnTo>
                  <a:lnTo>
                    <a:pt x="72230" y="19010"/>
                  </a:lnTo>
                  <a:lnTo>
                    <a:pt x="72247" y="20544"/>
                  </a:lnTo>
                  <a:lnTo>
                    <a:pt x="76409" y="20915"/>
                  </a:lnTo>
                  <a:lnTo>
                    <a:pt x="76586" y="21231"/>
                  </a:lnTo>
                  <a:lnTo>
                    <a:pt x="76676" y="21976"/>
                  </a:lnTo>
                  <a:lnTo>
                    <a:pt x="77570" y="23527"/>
                  </a:lnTo>
                  <a:lnTo>
                    <a:pt x="78949" y="25079"/>
                  </a:lnTo>
                  <a:lnTo>
                    <a:pt x="79098" y="25473"/>
                  </a:lnTo>
                  <a:lnTo>
                    <a:pt x="79157" y="25630"/>
                  </a:lnTo>
                  <a:lnTo>
                    <a:pt x="80216" y="28435"/>
                  </a:lnTo>
                  <a:lnTo>
                    <a:pt x="81679" y="29551"/>
                  </a:lnTo>
                  <a:lnTo>
                    <a:pt x="82845" y="30690"/>
                  </a:lnTo>
                  <a:lnTo>
                    <a:pt x="83795" y="31298"/>
                  </a:lnTo>
                  <a:lnTo>
                    <a:pt x="84161" y="32008"/>
                  </a:lnTo>
                  <a:lnTo>
                    <a:pt x="85052" y="33736"/>
                  </a:lnTo>
                  <a:lnTo>
                    <a:pt x="85084" y="34958"/>
                  </a:lnTo>
                  <a:lnTo>
                    <a:pt x="85094" y="35315"/>
                  </a:lnTo>
                  <a:lnTo>
                    <a:pt x="84828" y="36308"/>
                  </a:lnTo>
                  <a:lnTo>
                    <a:pt x="84582" y="37227"/>
                  </a:lnTo>
                  <a:lnTo>
                    <a:pt x="84522" y="37452"/>
                  </a:lnTo>
                  <a:lnTo>
                    <a:pt x="85496" y="38339"/>
                  </a:lnTo>
                  <a:lnTo>
                    <a:pt x="85831" y="38643"/>
                  </a:lnTo>
                  <a:lnTo>
                    <a:pt x="86074" y="38865"/>
                  </a:lnTo>
                  <a:lnTo>
                    <a:pt x="86347" y="39113"/>
                  </a:lnTo>
                  <a:lnTo>
                    <a:pt x="86643" y="39382"/>
                  </a:lnTo>
                  <a:lnTo>
                    <a:pt x="86937" y="39650"/>
                  </a:lnTo>
                  <a:lnTo>
                    <a:pt x="87232" y="40337"/>
                  </a:lnTo>
                  <a:lnTo>
                    <a:pt x="87407" y="40742"/>
                  </a:lnTo>
                  <a:lnTo>
                    <a:pt x="87790" y="41632"/>
                  </a:lnTo>
                  <a:lnTo>
                    <a:pt x="88028" y="42186"/>
                  </a:lnTo>
                  <a:lnTo>
                    <a:pt x="88255" y="42726"/>
                  </a:lnTo>
                  <a:lnTo>
                    <a:pt x="88497" y="43425"/>
                  </a:lnTo>
                  <a:lnTo>
                    <a:pt x="88555" y="43591"/>
                  </a:lnTo>
                  <a:lnTo>
                    <a:pt x="88785" y="44256"/>
                  </a:lnTo>
                  <a:lnTo>
                    <a:pt x="88868" y="44497"/>
                  </a:lnTo>
                  <a:lnTo>
                    <a:pt x="88968" y="44786"/>
                  </a:lnTo>
                  <a:lnTo>
                    <a:pt x="89069" y="45077"/>
                  </a:lnTo>
                  <a:lnTo>
                    <a:pt x="89235" y="45556"/>
                  </a:lnTo>
                  <a:lnTo>
                    <a:pt x="94726" y="45291"/>
                  </a:lnTo>
                  <a:lnTo>
                    <a:pt x="94758" y="45797"/>
                  </a:lnTo>
                  <a:lnTo>
                    <a:pt x="96956" y="45881"/>
                  </a:lnTo>
                  <a:lnTo>
                    <a:pt x="96516" y="42043"/>
                  </a:lnTo>
                  <a:lnTo>
                    <a:pt x="96490" y="41815"/>
                  </a:lnTo>
                  <a:lnTo>
                    <a:pt x="96441" y="41461"/>
                  </a:lnTo>
                  <a:lnTo>
                    <a:pt x="96400" y="41162"/>
                  </a:lnTo>
                  <a:lnTo>
                    <a:pt x="96265" y="40171"/>
                  </a:lnTo>
                  <a:lnTo>
                    <a:pt x="101006" y="40514"/>
                  </a:lnTo>
                  <a:lnTo>
                    <a:pt x="100973" y="40984"/>
                  </a:lnTo>
                  <a:lnTo>
                    <a:pt x="100961" y="41162"/>
                  </a:lnTo>
                  <a:lnTo>
                    <a:pt x="100852" y="42702"/>
                  </a:lnTo>
                  <a:lnTo>
                    <a:pt x="100831" y="43009"/>
                  </a:lnTo>
                  <a:lnTo>
                    <a:pt x="100813" y="43260"/>
                  </a:lnTo>
                  <a:lnTo>
                    <a:pt x="100776" y="43783"/>
                  </a:lnTo>
                  <a:lnTo>
                    <a:pt x="100754" y="44100"/>
                  </a:lnTo>
                  <a:lnTo>
                    <a:pt x="100725" y="44508"/>
                  </a:lnTo>
                  <a:lnTo>
                    <a:pt x="100655" y="45504"/>
                  </a:lnTo>
                  <a:lnTo>
                    <a:pt x="100612" y="46109"/>
                  </a:lnTo>
                  <a:lnTo>
                    <a:pt x="100603" y="46243"/>
                  </a:lnTo>
                  <a:lnTo>
                    <a:pt x="100582" y="46543"/>
                  </a:lnTo>
                  <a:lnTo>
                    <a:pt x="105846" y="46888"/>
                  </a:lnTo>
                  <a:lnTo>
                    <a:pt x="105755" y="48550"/>
                  </a:lnTo>
                  <a:lnTo>
                    <a:pt x="105685" y="49834"/>
                  </a:lnTo>
                  <a:lnTo>
                    <a:pt x="105660" y="50288"/>
                  </a:lnTo>
                  <a:lnTo>
                    <a:pt x="105640" y="50656"/>
                  </a:lnTo>
                  <a:lnTo>
                    <a:pt x="105570" y="51943"/>
                  </a:lnTo>
                  <a:lnTo>
                    <a:pt x="105489" y="53426"/>
                  </a:lnTo>
                  <a:lnTo>
                    <a:pt x="105462" y="53840"/>
                  </a:lnTo>
                  <a:lnTo>
                    <a:pt x="105436" y="54234"/>
                  </a:lnTo>
                  <a:lnTo>
                    <a:pt x="105403" y="54743"/>
                  </a:lnTo>
                  <a:lnTo>
                    <a:pt x="105375" y="55171"/>
                  </a:lnTo>
                  <a:lnTo>
                    <a:pt x="105360" y="55388"/>
                  </a:lnTo>
                  <a:lnTo>
                    <a:pt x="105034" y="60309"/>
                  </a:lnTo>
                  <a:lnTo>
                    <a:pt x="104996" y="60519"/>
                  </a:lnTo>
                  <a:lnTo>
                    <a:pt x="104951" y="60760"/>
                  </a:lnTo>
                  <a:lnTo>
                    <a:pt x="104912" y="60973"/>
                  </a:lnTo>
                  <a:lnTo>
                    <a:pt x="104766" y="61625"/>
                  </a:lnTo>
                  <a:lnTo>
                    <a:pt x="104502" y="62241"/>
                  </a:lnTo>
                  <a:lnTo>
                    <a:pt x="104428" y="62415"/>
                  </a:lnTo>
                  <a:lnTo>
                    <a:pt x="104274" y="62774"/>
                  </a:lnTo>
                  <a:lnTo>
                    <a:pt x="103963" y="63318"/>
                  </a:lnTo>
                  <a:lnTo>
                    <a:pt x="103593" y="63839"/>
                  </a:lnTo>
                  <a:lnTo>
                    <a:pt x="103466" y="64016"/>
                  </a:lnTo>
                  <a:lnTo>
                    <a:pt x="100329" y="68440"/>
                  </a:lnTo>
                  <a:lnTo>
                    <a:pt x="99943" y="68984"/>
                  </a:lnTo>
                  <a:lnTo>
                    <a:pt x="99821" y="69155"/>
                  </a:lnTo>
                  <a:lnTo>
                    <a:pt x="98977" y="70338"/>
                  </a:lnTo>
                  <a:lnTo>
                    <a:pt x="98667" y="70772"/>
                  </a:lnTo>
                  <a:lnTo>
                    <a:pt x="97366" y="72593"/>
                  </a:lnTo>
                  <a:lnTo>
                    <a:pt x="96557" y="73727"/>
                  </a:lnTo>
                  <a:lnTo>
                    <a:pt x="96025" y="74471"/>
                  </a:lnTo>
                  <a:lnTo>
                    <a:pt x="95133" y="75721"/>
                  </a:lnTo>
                  <a:lnTo>
                    <a:pt x="94221" y="76998"/>
                  </a:lnTo>
                  <a:lnTo>
                    <a:pt x="93029" y="78668"/>
                  </a:lnTo>
                  <a:lnTo>
                    <a:pt x="92916" y="78826"/>
                  </a:lnTo>
                  <a:lnTo>
                    <a:pt x="92790" y="79002"/>
                  </a:lnTo>
                  <a:lnTo>
                    <a:pt x="92651" y="79216"/>
                  </a:lnTo>
                  <a:lnTo>
                    <a:pt x="92429" y="79554"/>
                  </a:lnTo>
                  <a:lnTo>
                    <a:pt x="91882" y="80391"/>
                  </a:lnTo>
                  <a:lnTo>
                    <a:pt x="91396" y="81135"/>
                  </a:lnTo>
                  <a:lnTo>
                    <a:pt x="91109" y="81574"/>
                  </a:lnTo>
                  <a:lnTo>
                    <a:pt x="87038" y="87804"/>
                  </a:lnTo>
                  <a:lnTo>
                    <a:pt x="86718" y="88263"/>
                  </a:lnTo>
                  <a:lnTo>
                    <a:pt x="86090" y="89164"/>
                  </a:lnTo>
                  <a:lnTo>
                    <a:pt x="85405" y="90148"/>
                  </a:lnTo>
                  <a:lnTo>
                    <a:pt x="84757" y="91078"/>
                  </a:lnTo>
                  <a:lnTo>
                    <a:pt x="84457" y="91508"/>
                  </a:lnTo>
                  <a:lnTo>
                    <a:pt x="84113" y="91267"/>
                  </a:lnTo>
                  <a:lnTo>
                    <a:pt x="83917" y="91130"/>
                  </a:lnTo>
                  <a:lnTo>
                    <a:pt x="81235" y="89249"/>
                  </a:lnTo>
                  <a:lnTo>
                    <a:pt x="79933" y="88337"/>
                  </a:lnTo>
                  <a:lnTo>
                    <a:pt x="79645" y="88135"/>
                  </a:lnTo>
                  <a:lnTo>
                    <a:pt x="78008" y="87106"/>
                  </a:lnTo>
                  <a:lnTo>
                    <a:pt x="76877" y="86395"/>
                  </a:lnTo>
                  <a:lnTo>
                    <a:pt x="76392" y="86091"/>
                  </a:lnTo>
                  <a:lnTo>
                    <a:pt x="75741" y="87106"/>
                  </a:lnTo>
                  <a:lnTo>
                    <a:pt x="75425" y="87600"/>
                  </a:lnTo>
                  <a:lnTo>
                    <a:pt x="74518" y="89014"/>
                  </a:lnTo>
                  <a:lnTo>
                    <a:pt x="74327" y="89312"/>
                  </a:lnTo>
                  <a:lnTo>
                    <a:pt x="73954" y="89894"/>
                  </a:lnTo>
                  <a:lnTo>
                    <a:pt x="71160" y="88056"/>
                  </a:lnTo>
                  <a:lnTo>
                    <a:pt x="68971" y="86616"/>
                  </a:lnTo>
                  <a:lnTo>
                    <a:pt x="67671" y="85761"/>
                  </a:lnTo>
                  <a:lnTo>
                    <a:pt x="66588" y="85049"/>
                  </a:lnTo>
                  <a:lnTo>
                    <a:pt x="63911" y="82973"/>
                  </a:lnTo>
                  <a:lnTo>
                    <a:pt x="62969" y="82333"/>
                  </a:lnTo>
                  <a:lnTo>
                    <a:pt x="62729" y="82170"/>
                  </a:lnTo>
                  <a:lnTo>
                    <a:pt x="60917" y="80939"/>
                  </a:lnTo>
                  <a:lnTo>
                    <a:pt x="59450" y="79747"/>
                  </a:lnTo>
                  <a:lnTo>
                    <a:pt x="58828" y="79681"/>
                  </a:lnTo>
                  <a:lnTo>
                    <a:pt x="58456" y="79576"/>
                  </a:lnTo>
                  <a:lnTo>
                    <a:pt x="57870" y="79410"/>
                  </a:lnTo>
                  <a:lnTo>
                    <a:pt x="56264" y="81356"/>
                  </a:lnTo>
                  <a:lnTo>
                    <a:pt x="55385" y="82421"/>
                  </a:lnTo>
                  <a:lnTo>
                    <a:pt x="54954" y="82945"/>
                  </a:lnTo>
                  <a:lnTo>
                    <a:pt x="54750" y="83157"/>
                  </a:lnTo>
                  <a:lnTo>
                    <a:pt x="54357" y="83567"/>
                  </a:lnTo>
                  <a:lnTo>
                    <a:pt x="53772" y="83543"/>
                  </a:lnTo>
                  <a:lnTo>
                    <a:pt x="53493" y="83464"/>
                  </a:lnTo>
                  <a:lnTo>
                    <a:pt x="53342" y="83421"/>
                  </a:lnTo>
                  <a:lnTo>
                    <a:pt x="52974" y="83316"/>
                  </a:lnTo>
                  <a:lnTo>
                    <a:pt x="50245" y="81497"/>
                  </a:lnTo>
                  <a:lnTo>
                    <a:pt x="46783" y="79165"/>
                  </a:lnTo>
                  <a:lnTo>
                    <a:pt x="47030" y="78600"/>
                  </a:lnTo>
                  <a:lnTo>
                    <a:pt x="47316" y="77944"/>
                  </a:lnTo>
                  <a:lnTo>
                    <a:pt x="47316" y="77528"/>
                  </a:lnTo>
                  <a:lnTo>
                    <a:pt x="47306" y="76612"/>
                  </a:lnTo>
                  <a:lnTo>
                    <a:pt x="47005" y="75257"/>
                  </a:lnTo>
                  <a:lnTo>
                    <a:pt x="46048" y="74369"/>
                  </a:lnTo>
                  <a:lnTo>
                    <a:pt x="45771" y="74127"/>
                  </a:lnTo>
                  <a:lnTo>
                    <a:pt x="44715" y="73206"/>
                  </a:lnTo>
                  <a:lnTo>
                    <a:pt x="44532" y="72768"/>
                  </a:lnTo>
                  <a:lnTo>
                    <a:pt x="43988" y="72404"/>
                  </a:lnTo>
                  <a:lnTo>
                    <a:pt x="43753" y="72246"/>
                  </a:lnTo>
                  <a:lnTo>
                    <a:pt x="41998" y="71071"/>
                  </a:lnTo>
                  <a:lnTo>
                    <a:pt x="41117" y="70481"/>
                  </a:lnTo>
                  <a:lnTo>
                    <a:pt x="40123" y="69816"/>
                  </a:lnTo>
                  <a:lnTo>
                    <a:pt x="39204" y="71071"/>
                  </a:lnTo>
                  <a:lnTo>
                    <a:pt x="38525" y="71998"/>
                  </a:lnTo>
                  <a:lnTo>
                    <a:pt x="38129" y="71699"/>
                  </a:lnTo>
                  <a:lnTo>
                    <a:pt x="37296" y="71071"/>
                  </a:lnTo>
                  <a:lnTo>
                    <a:pt x="36841" y="70727"/>
                  </a:lnTo>
                  <a:lnTo>
                    <a:pt x="38036" y="68720"/>
                  </a:lnTo>
                  <a:lnTo>
                    <a:pt x="34644" y="66953"/>
                  </a:lnTo>
                  <a:lnTo>
                    <a:pt x="35420" y="65499"/>
                  </a:lnTo>
                  <a:lnTo>
                    <a:pt x="34808" y="65052"/>
                  </a:lnTo>
                  <a:lnTo>
                    <a:pt x="35028" y="64607"/>
                  </a:lnTo>
                  <a:lnTo>
                    <a:pt x="35355" y="63947"/>
                  </a:lnTo>
                  <a:lnTo>
                    <a:pt x="35528" y="63599"/>
                  </a:lnTo>
                  <a:lnTo>
                    <a:pt x="35591" y="63471"/>
                  </a:lnTo>
                  <a:lnTo>
                    <a:pt x="35423" y="63353"/>
                  </a:lnTo>
                  <a:lnTo>
                    <a:pt x="34860" y="62957"/>
                  </a:lnTo>
                  <a:lnTo>
                    <a:pt x="35293" y="62264"/>
                  </a:lnTo>
                  <a:lnTo>
                    <a:pt x="34860" y="61965"/>
                  </a:lnTo>
                  <a:lnTo>
                    <a:pt x="35569" y="61048"/>
                  </a:lnTo>
                  <a:lnTo>
                    <a:pt x="35285" y="60862"/>
                  </a:lnTo>
                  <a:lnTo>
                    <a:pt x="34935" y="61227"/>
                  </a:lnTo>
                  <a:lnTo>
                    <a:pt x="33571" y="60139"/>
                  </a:lnTo>
                  <a:lnTo>
                    <a:pt x="33168" y="60698"/>
                  </a:lnTo>
                  <a:lnTo>
                    <a:pt x="31953" y="60497"/>
                  </a:lnTo>
                  <a:lnTo>
                    <a:pt x="31810" y="59529"/>
                  </a:lnTo>
                  <a:lnTo>
                    <a:pt x="31773" y="59278"/>
                  </a:lnTo>
                  <a:lnTo>
                    <a:pt x="31619" y="59326"/>
                  </a:lnTo>
                  <a:lnTo>
                    <a:pt x="31327" y="59416"/>
                  </a:lnTo>
                  <a:lnTo>
                    <a:pt x="31030" y="58698"/>
                  </a:lnTo>
                  <a:lnTo>
                    <a:pt x="30918" y="58350"/>
                  </a:lnTo>
                  <a:lnTo>
                    <a:pt x="31585" y="56722"/>
                  </a:lnTo>
                  <a:lnTo>
                    <a:pt x="32284" y="55017"/>
                  </a:lnTo>
                  <a:lnTo>
                    <a:pt x="27525" y="55634"/>
                  </a:lnTo>
                  <a:lnTo>
                    <a:pt x="27201" y="51139"/>
                  </a:lnTo>
                  <a:lnTo>
                    <a:pt x="25575" y="51265"/>
                  </a:lnTo>
                  <a:lnTo>
                    <a:pt x="25532" y="50848"/>
                  </a:lnTo>
                  <a:lnTo>
                    <a:pt x="25507" y="50599"/>
                  </a:lnTo>
                  <a:lnTo>
                    <a:pt x="25496" y="50352"/>
                  </a:lnTo>
                  <a:lnTo>
                    <a:pt x="25470" y="49776"/>
                  </a:lnTo>
                  <a:lnTo>
                    <a:pt x="25464" y="49646"/>
                  </a:lnTo>
                  <a:lnTo>
                    <a:pt x="25399" y="48219"/>
                  </a:lnTo>
                  <a:lnTo>
                    <a:pt x="25377" y="47712"/>
                  </a:lnTo>
                  <a:lnTo>
                    <a:pt x="25336" y="47375"/>
                  </a:lnTo>
                  <a:lnTo>
                    <a:pt x="25301" y="47088"/>
                  </a:lnTo>
                  <a:lnTo>
                    <a:pt x="25187" y="46146"/>
                  </a:lnTo>
                  <a:lnTo>
                    <a:pt x="25148" y="45879"/>
                  </a:lnTo>
                  <a:lnTo>
                    <a:pt x="25113" y="45637"/>
                  </a:lnTo>
                  <a:lnTo>
                    <a:pt x="25012" y="44946"/>
                  </a:lnTo>
                  <a:lnTo>
                    <a:pt x="24803" y="43515"/>
                  </a:lnTo>
                  <a:lnTo>
                    <a:pt x="24644" y="42429"/>
                  </a:lnTo>
                  <a:lnTo>
                    <a:pt x="23711" y="42167"/>
                  </a:lnTo>
                  <a:lnTo>
                    <a:pt x="22556" y="41843"/>
                  </a:lnTo>
                  <a:lnTo>
                    <a:pt x="22322" y="41777"/>
                  </a:lnTo>
                  <a:lnTo>
                    <a:pt x="22482" y="41161"/>
                  </a:lnTo>
                  <a:lnTo>
                    <a:pt x="22597" y="40722"/>
                  </a:lnTo>
                  <a:lnTo>
                    <a:pt x="23032" y="39262"/>
                  </a:lnTo>
                  <a:lnTo>
                    <a:pt x="23730" y="39373"/>
                  </a:lnTo>
                  <a:lnTo>
                    <a:pt x="25878" y="39714"/>
                  </a:lnTo>
                  <a:lnTo>
                    <a:pt x="26145" y="39775"/>
                  </a:lnTo>
                  <a:lnTo>
                    <a:pt x="27703" y="40132"/>
                  </a:lnTo>
                  <a:lnTo>
                    <a:pt x="29857" y="40492"/>
                  </a:lnTo>
                  <a:lnTo>
                    <a:pt x="30183" y="40547"/>
                  </a:lnTo>
                  <a:lnTo>
                    <a:pt x="30671" y="40594"/>
                  </a:lnTo>
                  <a:lnTo>
                    <a:pt x="31288" y="40652"/>
                  </a:lnTo>
                  <a:lnTo>
                    <a:pt x="31524" y="40675"/>
                  </a:lnTo>
                  <a:lnTo>
                    <a:pt x="31783" y="40700"/>
                  </a:lnTo>
                  <a:lnTo>
                    <a:pt x="33230" y="41167"/>
                  </a:lnTo>
                  <a:lnTo>
                    <a:pt x="33908" y="41385"/>
                  </a:lnTo>
                  <a:lnTo>
                    <a:pt x="34037" y="41427"/>
                  </a:lnTo>
                  <a:lnTo>
                    <a:pt x="34387" y="41540"/>
                  </a:lnTo>
                  <a:lnTo>
                    <a:pt x="36350" y="42235"/>
                  </a:lnTo>
                  <a:lnTo>
                    <a:pt x="36976" y="42457"/>
                  </a:lnTo>
                  <a:lnTo>
                    <a:pt x="37155" y="42520"/>
                  </a:lnTo>
                  <a:lnTo>
                    <a:pt x="37344" y="42587"/>
                  </a:lnTo>
                  <a:lnTo>
                    <a:pt x="37524" y="42674"/>
                  </a:lnTo>
                  <a:lnTo>
                    <a:pt x="37717" y="42767"/>
                  </a:lnTo>
                  <a:lnTo>
                    <a:pt x="38475" y="43131"/>
                  </a:lnTo>
                  <a:lnTo>
                    <a:pt x="38621" y="43202"/>
                  </a:lnTo>
                  <a:lnTo>
                    <a:pt x="40201" y="43664"/>
                  </a:lnTo>
                  <a:lnTo>
                    <a:pt x="40863" y="43858"/>
                  </a:lnTo>
                  <a:lnTo>
                    <a:pt x="41306" y="43987"/>
                  </a:lnTo>
                  <a:lnTo>
                    <a:pt x="42076" y="44197"/>
                  </a:lnTo>
                  <a:lnTo>
                    <a:pt x="43341" y="44359"/>
                  </a:lnTo>
                  <a:lnTo>
                    <a:pt x="43810" y="44418"/>
                  </a:lnTo>
                  <a:lnTo>
                    <a:pt x="44736" y="44504"/>
                  </a:lnTo>
                  <a:lnTo>
                    <a:pt x="44974" y="44526"/>
                  </a:lnTo>
                  <a:lnTo>
                    <a:pt x="47853" y="44792"/>
                  </a:lnTo>
                  <a:lnTo>
                    <a:pt x="48524" y="43917"/>
                  </a:lnTo>
                  <a:lnTo>
                    <a:pt x="48689" y="43536"/>
                  </a:lnTo>
                  <a:lnTo>
                    <a:pt x="48793" y="43295"/>
                  </a:lnTo>
                  <a:lnTo>
                    <a:pt x="49998" y="41169"/>
                  </a:lnTo>
                  <a:lnTo>
                    <a:pt x="50373" y="40507"/>
                  </a:lnTo>
                  <a:lnTo>
                    <a:pt x="51880" y="39803"/>
                  </a:lnTo>
                  <a:lnTo>
                    <a:pt x="53263" y="40876"/>
                  </a:lnTo>
                  <a:lnTo>
                    <a:pt x="53516" y="40506"/>
                  </a:lnTo>
                  <a:lnTo>
                    <a:pt x="54578" y="38967"/>
                  </a:lnTo>
                  <a:lnTo>
                    <a:pt x="55781" y="37849"/>
                  </a:lnTo>
                  <a:lnTo>
                    <a:pt x="56319" y="37348"/>
                  </a:lnTo>
                  <a:lnTo>
                    <a:pt x="57771" y="35781"/>
                  </a:lnTo>
                  <a:lnTo>
                    <a:pt x="57235" y="35275"/>
                  </a:lnTo>
                  <a:lnTo>
                    <a:pt x="56924" y="34982"/>
                  </a:lnTo>
                  <a:lnTo>
                    <a:pt x="56246" y="34731"/>
                  </a:lnTo>
                  <a:lnTo>
                    <a:pt x="55781" y="34559"/>
                  </a:lnTo>
                  <a:lnTo>
                    <a:pt x="55381" y="34411"/>
                  </a:lnTo>
                  <a:lnTo>
                    <a:pt x="55215" y="34350"/>
                  </a:lnTo>
                  <a:lnTo>
                    <a:pt x="53877" y="33926"/>
                  </a:lnTo>
                  <a:lnTo>
                    <a:pt x="52377" y="33452"/>
                  </a:lnTo>
                  <a:lnTo>
                    <a:pt x="51693" y="33235"/>
                  </a:lnTo>
                  <a:lnTo>
                    <a:pt x="49397" y="32568"/>
                  </a:lnTo>
                  <a:lnTo>
                    <a:pt x="49113" y="32458"/>
                  </a:lnTo>
                  <a:lnTo>
                    <a:pt x="47869" y="31979"/>
                  </a:lnTo>
                  <a:lnTo>
                    <a:pt x="47250" y="31740"/>
                  </a:lnTo>
                  <a:lnTo>
                    <a:pt x="46947" y="32313"/>
                  </a:lnTo>
                  <a:lnTo>
                    <a:pt x="45851" y="31919"/>
                  </a:lnTo>
                  <a:lnTo>
                    <a:pt x="43605" y="31114"/>
                  </a:lnTo>
                  <a:lnTo>
                    <a:pt x="42885" y="30856"/>
                  </a:lnTo>
                  <a:lnTo>
                    <a:pt x="40697" y="30071"/>
                  </a:lnTo>
                  <a:lnTo>
                    <a:pt x="39960" y="29806"/>
                  </a:lnTo>
                  <a:lnTo>
                    <a:pt x="38313" y="29215"/>
                  </a:lnTo>
                  <a:lnTo>
                    <a:pt x="37806" y="29852"/>
                  </a:lnTo>
                  <a:lnTo>
                    <a:pt x="37149" y="29603"/>
                  </a:lnTo>
                  <a:lnTo>
                    <a:pt x="36829" y="29483"/>
                  </a:lnTo>
                  <a:lnTo>
                    <a:pt x="36137" y="29229"/>
                  </a:lnTo>
                  <a:lnTo>
                    <a:pt x="35441" y="28974"/>
                  </a:lnTo>
                  <a:lnTo>
                    <a:pt x="35264" y="28909"/>
                  </a:lnTo>
                  <a:lnTo>
                    <a:pt x="34956" y="28901"/>
                  </a:lnTo>
                  <a:lnTo>
                    <a:pt x="34113" y="28892"/>
                  </a:lnTo>
                  <a:lnTo>
                    <a:pt x="33438" y="29174"/>
                  </a:lnTo>
                  <a:lnTo>
                    <a:pt x="33097" y="29317"/>
                  </a:lnTo>
                  <a:lnTo>
                    <a:pt x="32419" y="29629"/>
                  </a:lnTo>
                  <a:lnTo>
                    <a:pt x="32198" y="29731"/>
                  </a:lnTo>
                  <a:lnTo>
                    <a:pt x="31225" y="30179"/>
                  </a:lnTo>
                  <a:lnTo>
                    <a:pt x="30378" y="30759"/>
                  </a:lnTo>
                  <a:lnTo>
                    <a:pt x="30119" y="30936"/>
                  </a:lnTo>
                  <a:lnTo>
                    <a:pt x="29953" y="31050"/>
                  </a:lnTo>
                  <a:lnTo>
                    <a:pt x="29701" y="30789"/>
                  </a:lnTo>
                  <a:lnTo>
                    <a:pt x="29521" y="30602"/>
                  </a:lnTo>
                  <a:lnTo>
                    <a:pt x="29708" y="29334"/>
                  </a:lnTo>
                  <a:lnTo>
                    <a:pt x="29892" y="28083"/>
                  </a:lnTo>
                  <a:lnTo>
                    <a:pt x="28808" y="27882"/>
                  </a:lnTo>
                  <a:lnTo>
                    <a:pt x="28254" y="27780"/>
                  </a:lnTo>
                  <a:lnTo>
                    <a:pt x="27274" y="27598"/>
                  </a:lnTo>
                  <a:lnTo>
                    <a:pt x="24969" y="27171"/>
                  </a:lnTo>
                  <a:lnTo>
                    <a:pt x="24693" y="27120"/>
                  </a:lnTo>
                  <a:lnTo>
                    <a:pt x="24168" y="27022"/>
                  </a:lnTo>
                  <a:lnTo>
                    <a:pt x="20775" y="26394"/>
                  </a:lnTo>
                  <a:lnTo>
                    <a:pt x="20594" y="26360"/>
                  </a:lnTo>
                  <a:lnTo>
                    <a:pt x="20258" y="26298"/>
                  </a:lnTo>
                  <a:lnTo>
                    <a:pt x="20026" y="26255"/>
                  </a:lnTo>
                  <a:lnTo>
                    <a:pt x="16494" y="25600"/>
                  </a:lnTo>
                  <a:lnTo>
                    <a:pt x="14226" y="25180"/>
                  </a:lnTo>
                  <a:lnTo>
                    <a:pt x="14088" y="25154"/>
                  </a:lnTo>
                  <a:lnTo>
                    <a:pt x="12722" y="24901"/>
                  </a:lnTo>
                  <a:lnTo>
                    <a:pt x="11147" y="24609"/>
                  </a:lnTo>
                  <a:lnTo>
                    <a:pt x="9867" y="24372"/>
                  </a:lnTo>
                  <a:lnTo>
                    <a:pt x="9408" y="24287"/>
                  </a:lnTo>
                  <a:lnTo>
                    <a:pt x="9053" y="23829"/>
                  </a:lnTo>
                  <a:lnTo>
                    <a:pt x="8811" y="23808"/>
                  </a:lnTo>
                  <a:lnTo>
                    <a:pt x="4797" y="23456"/>
                  </a:lnTo>
                  <a:lnTo>
                    <a:pt x="4588" y="23425"/>
                  </a:lnTo>
                  <a:lnTo>
                    <a:pt x="3700" y="23294"/>
                  </a:lnTo>
                  <a:lnTo>
                    <a:pt x="2791" y="23160"/>
                  </a:lnTo>
                  <a:lnTo>
                    <a:pt x="2366" y="22672"/>
                  </a:lnTo>
                  <a:lnTo>
                    <a:pt x="1988" y="22239"/>
                  </a:lnTo>
                  <a:lnTo>
                    <a:pt x="1574" y="21764"/>
                  </a:lnTo>
                  <a:lnTo>
                    <a:pt x="1413" y="21291"/>
                  </a:lnTo>
                  <a:lnTo>
                    <a:pt x="1367" y="21155"/>
                  </a:lnTo>
                  <a:lnTo>
                    <a:pt x="1264" y="20851"/>
                  </a:lnTo>
                  <a:lnTo>
                    <a:pt x="626" y="18973"/>
                  </a:lnTo>
                  <a:lnTo>
                    <a:pt x="320" y="17752"/>
                  </a:lnTo>
                  <a:lnTo>
                    <a:pt x="47" y="16658"/>
                  </a:lnTo>
                  <a:lnTo>
                    <a:pt x="0" y="16468"/>
                  </a:lnTo>
                  <a:lnTo>
                    <a:pt x="370" y="15761"/>
                  </a:lnTo>
                  <a:lnTo>
                    <a:pt x="6331" y="16004"/>
                  </a:lnTo>
                  <a:lnTo>
                    <a:pt x="5866" y="13106"/>
                  </a:lnTo>
                  <a:lnTo>
                    <a:pt x="4006" y="8668"/>
                  </a:lnTo>
                  <a:lnTo>
                    <a:pt x="2344" y="6522"/>
                  </a:lnTo>
                  <a:lnTo>
                    <a:pt x="4288" y="4099"/>
                  </a:lnTo>
                  <a:lnTo>
                    <a:pt x="12254" y="0"/>
                  </a:lnTo>
                  <a:lnTo>
                    <a:pt x="30469" y="1922"/>
                  </a:lnTo>
                  <a:lnTo>
                    <a:pt x="30496" y="2278"/>
                  </a:lnTo>
                  <a:lnTo>
                    <a:pt x="30767" y="5829"/>
                  </a:lnTo>
                  <a:lnTo>
                    <a:pt x="41144" y="1036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7" name="pg216"/>
            <p:cNvSpPr/>
            <p:nvPr/>
          </p:nvSpPr>
          <p:spPr>
            <a:xfrm>
              <a:off x="3880843" y="2199433"/>
              <a:ext cx="130118" cy="100836"/>
            </a:xfrm>
            <a:custGeom>
              <a:avLst/>
              <a:pathLst>
                <a:path w="130118" h="100836">
                  <a:moveTo>
                    <a:pt x="29360" y="1240"/>
                  </a:moveTo>
                  <a:lnTo>
                    <a:pt x="26566" y="7212"/>
                  </a:lnTo>
                  <a:lnTo>
                    <a:pt x="26487" y="7425"/>
                  </a:lnTo>
                  <a:lnTo>
                    <a:pt x="25516" y="11680"/>
                  </a:lnTo>
                  <a:lnTo>
                    <a:pt x="24705" y="14376"/>
                  </a:lnTo>
                  <a:lnTo>
                    <a:pt x="24563" y="17267"/>
                  </a:lnTo>
                  <a:lnTo>
                    <a:pt x="24467" y="19218"/>
                  </a:lnTo>
                  <a:lnTo>
                    <a:pt x="23965" y="20912"/>
                  </a:lnTo>
                  <a:lnTo>
                    <a:pt x="22298" y="25489"/>
                  </a:lnTo>
                  <a:lnTo>
                    <a:pt x="22810" y="26031"/>
                  </a:lnTo>
                  <a:lnTo>
                    <a:pt x="26523" y="22457"/>
                  </a:lnTo>
                  <a:lnTo>
                    <a:pt x="28163" y="24806"/>
                  </a:lnTo>
                  <a:lnTo>
                    <a:pt x="29934" y="24292"/>
                  </a:lnTo>
                  <a:lnTo>
                    <a:pt x="30405" y="25053"/>
                  </a:lnTo>
                  <a:lnTo>
                    <a:pt x="32573" y="25933"/>
                  </a:lnTo>
                  <a:lnTo>
                    <a:pt x="33692" y="28124"/>
                  </a:lnTo>
                  <a:lnTo>
                    <a:pt x="32230" y="28855"/>
                  </a:lnTo>
                  <a:lnTo>
                    <a:pt x="32080" y="28938"/>
                  </a:lnTo>
                  <a:lnTo>
                    <a:pt x="33082" y="32385"/>
                  </a:lnTo>
                  <a:lnTo>
                    <a:pt x="32928" y="32507"/>
                  </a:lnTo>
                  <a:lnTo>
                    <a:pt x="31091" y="33885"/>
                  </a:lnTo>
                  <a:lnTo>
                    <a:pt x="30142" y="34598"/>
                  </a:lnTo>
                  <a:lnTo>
                    <a:pt x="29290" y="35238"/>
                  </a:lnTo>
                  <a:lnTo>
                    <a:pt x="28800" y="35611"/>
                  </a:lnTo>
                  <a:lnTo>
                    <a:pt x="27187" y="36842"/>
                  </a:lnTo>
                  <a:lnTo>
                    <a:pt x="26776" y="37156"/>
                  </a:lnTo>
                  <a:lnTo>
                    <a:pt x="26574" y="37310"/>
                  </a:lnTo>
                  <a:lnTo>
                    <a:pt x="25859" y="37855"/>
                  </a:lnTo>
                  <a:lnTo>
                    <a:pt x="25477" y="38146"/>
                  </a:lnTo>
                  <a:lnTo>
                    <a:pt x="24231" y="39418"/>
                  </a:lnTo>
                  <a:lnTo>
                    <a:pt x="24336" y="39692"/>
                  </a:lnTo>
                  <a:lnTo>
                    <a:pt x="25051" y="39633"/>
                  </a:lnTo>
                  <a:lnTo>
                    <a:pt x="25350" y="39608"/>
                  </a:lnTo>
                  <a:lnTo>
                    <a:pt x="26016" y="39871"/>
                  </a:lnTo>
                  <a:lnTo>
                    <a:pt x="26154" y="39923"/>
                  </a:lnTo>
                  <a:lnTo>
                    <a:pt x="27735" y="40864"/>
                  </a:lnTo>
                  <a:lnTo>
                    <a:pt x="28075" y="41225"/>
                  </a:lnTo>
                  <a:lnTo>
                    <a:pt x="28160" y="41428"/>
                  </a:lnTo>
                  <a:lnTo>
                    <a:pt x="28237" y="41613"/>
                  </a:lnTo>
                  <a:lnTo>
                    <a:pt x="28312" y="41794"/>
                  </a:lnTo>
                  <a:lnTo>
                    <a:pt x="28642" y="42596"/>
                  </a:lnTo>
                  <a:lnTo>
                    <a:pt x="28709" y="42760"/>
                  </a:lnTo>
                  <a:lnTo>
                    <a:pt x="28973" y="43402"/>
                  </a:lnTo>
                  <a:lnTo>
                    <a:pt x="29086" y="43675"/>
                  </a:lnTo>
                  <a:lnTo>
                    <a:pt x="29222" y="43954"/>
                  </a:lnTo>
                  <a:lnTo>
                    <a:pt x="29761" y="44858"/>
                  </a:lnTo>
                  <a:lnTo>
                    <a:pt x="30997" y="46462"/>
                  </a:lnTo>
                  <a:lnTo>
                    <a:pt x="31986" y="47747"/>
                  </a:lnTo>
                  <a:lnTo>
                    <a:pt x="32756" y="48747"/>
                  </a:lnTo>
                  <a:lnTo>
                    <a:pt x="33074" y="49139"/>
                  </a:lnTo>
                  <a:lnTo>
                    <a:pt x="33221" y="49242"/>
                  </a:lnTo>
                  <a:lnTo>
                    <a:pt x="33806" y="49346"/>
                  </a:lnTo>
                  <a:lnTo>
                    <a:pt x="34031" y="49386"/>
                  </a:lnTo>
                  <a:lnTo>
                    <a:pt x="34310" y="49436"/>
                  </a:lnTo>
                  <a:lnTo>
                    <a:pt x="34989" y="49398"/>
                  </a:lnTo>
                  <a:lnTo>
                    <a:pt x="35832" y="49351"/>
                  </a:lnTo>
                  <a:lnTo>
                    <a:pt x="36442" y="49317"/>
                  </a:lnTo>
                  <a:lnTo>
                    <a:pt x="37166" y="49329"/>
                  </a:lnTo>
                  <a:lnTo>
                    <a:pt x="38010" y="49343"/>
                  </a:lnTo>
                  <a:lnTo>
                    <a:pt x="38216" y="49346"/>
                  </a:lnTo>
                  <a:lnTo>
                    <a:pt x="40199" y="49883"/>
                  </a:lnTo>
                  <a:lnTo>
                    <a:pt x="40587" y="50211"/>
                  </a:lnTo>
                  <a:lnTo>
                    <a:pt x="40984" y="50436"/>
                  </a:lnTo>
                  <a:lnTo>
                    <a:pt x="41273" y="50599"/>
                  </a:lnTo>
                  <a:lnTo>
                    <a:pt x="41595" y="50714"/>
                  </a:lnTo>
                  <a:lnTo>
                    <a:pt x="43120" y="51258"/>
                  </a:lnTo>
                  <a:lnTo>
                    <a:pt x="43470" y="51383"/>
                  </a:lnTo>
                  <a:lnTo>
                    <a:pt x="44381" y="51763"/>
                  </a:lnTo>
                  <a:lnTo>
                    <a:pt x="44866" y="51970"/>
                  </a:lnTo>
                  <a:lnTo>
                    <a:pt x="45907" y="52895"/>
                  </a:lnTo>
                  <a:lnTo>
                    <a:pt x="46584" y="53264"/>
                  </a:lnTo>
                  <a:lnTo>
                    <a:pt x="46701" y="53088"/>
                  </a:lnTo>
                  <a:lnTo>
                    <a:pt x="46847" y="52869"/>
                  </a:lnTo>
                  <a:lnTo>
                    <a:pt x="47302" y="52186"/>
                  </a:lnTo>
                  <a:lnTo>
                    <a:pt x="47592" y="51751"/>
                  </a:lnTo>
                  <a:lnTo>
                    <a:pt x="50171" y="52165"/>
                  </a:lnTo>
                  <a:lnTo>
                    <a:pt x="55175" y="52969"/>
                  </a:lnTo>
                  <a:lnTo>
                    <a:pt x="59312" y="53565"/>
                  </a:lnTo>
                  <a:lnTo>
                    <a:pt x="60087" y="54295"/>
                  </a:lnTo>
                  <a:lnTo>
                    <a:pt x="60579" y="54758"/>
                  </a:lnTo>
                  <a:lnTo>
                    <a:pt x="61078" y="54801"/>
                  </a:lnTo>
                  <a:lnTo>
                    <a:pt x="61983" y="54878"/>
                  </a:lnTo>
                  <a:lnTo>
                    <a:pt x="63976" y="55021"/>
                  </a:lnTo>
                  <a:lnTo>
                    <a:pt x="64027" y="53918"/>
                  </a:lnTo>
                  <a:lnTo>
                    <a:pt x="64110" y="52129"/>
                  </a:lnTo>
                  <a:lnTo>
                    <a:pt x="64111" y="51981"/>
                  </a:lnTo>
                  <a:lnTo>
                    <a:pt x="64128" y="49858"/>
                  </a:lnTo>
                  <a:lnTo>
                    <a:pt x="64158" y="46017"/>
                  </a:lnTo>
                  <a:lnTo>
                    <a:pt x="64165" y="45062"/>
                  </a:lnTo>
                  <a:lnTo>
                    <a:pt x="64174" y="44013"/>
                  </a:lnTo>
                  <a:lnTo>
                    <a:pt x="66239" y="43804"/>
                  </a:lnTo>
                  <a:lnTo>
                    <a:pt x="66635" y="45202"/>
                  </a:lnTo>
                  <a:lnTo>
                    <a:pt x="67378" y="47820"/>
                  </a:lnTo>
                  <a:lnTo>
                    <a:pt x="67472" y="50768"/>
                  </a:lnTo>
                  <a:lnTo>
                    <a:pt x="68208" y="51343"/>
                  </a:lnTo>
                  <a:lnTo>
                    <a:pt x="68948" y="51131"/>
                  </a:lnTo>
                  <a:lnTo>
                    <a:pt x="73966" y="49690"/>
                  </a:lnTo>
                  <a:lnTo>
                    <a:pt x="73207" y="48634"/>
                  </a:lnTo>
                  <a:lnTo>
                    <a:pt x="72937" y="48259"/>
                  </a:lnTo>
                  <a:lnTo>
                    <a:pt x="71508" y="45289"/>
                  </a:lnTo>
                  <a:lnTo>
                    <a:pt x="70524" y="42695"/>
                  </a:lnTo>
                  <a:lnTo>
                    <a:pt x="71388" y="42285"/>
                  </a:lnTo>
                  <a:lnTo>
                    <a:pt x="71759" y="41764"/>
                  </a:lnTo>
                  <a:lnTo>
                    <a:pt x="72278" y="41055"/>
                  </a:lnTo>
                  <a:lnTo>
                    <a:pt x="71440" y="39525"/>
                  </a:lnTo>
                  <a:lnTo>
                    <a:pt x="69227" y="35117"/>
                  </a:lnTo>
                  <a:lnTo>
                    <a:pt x="67646" y="34998"/>
                  </a:lnTo>
                  <a:lnTo>
                    <a:pt x="67467" y="37055"/>
                  </a:lnTo>
                  <a:lnTo>
                    <a:pt x="61822" y="36687"/>
                  </a:lnTo>
                  <a:lnTo>
                    <a:pt x="61703" y="38298"/>
                  </a:lnTo>
                  <a:lnTo>
                    <a:pt x="58542" y="38357"/>
                  </a:lnTo>
                  <a:lnTo>
                    <a:pt x="56985" y="36452"/>
                  </a:lnTo>
                  <a:lnTo>
                    <a:pt x="56138" y="35414"/>
                  </a:lnTo>
                  <a:lnTo>
                    <a:pt x="55619" y="34779"/>
                  </a:lnTo>
                  <a:lnTo>
                    <a:pt x="56931" y="28338"/>
                  </a:lnTo>
                  <a:lnTo>
                    <a:pt x="53472" y="25177"/>
                  </a:lnTo>
                  <a:lnTo>
                    <a:pt x="63313" y="13726"/>
                  </a:lnTo>
                  <a:lnTo>
                    <a:pt x="65997" y="12832"/>
                  </a:lnTo>
                  <a:lnTo>
                    <a:pt x="75479" y="13607"/>
                  </a:lnTo>
                  <a:lnTo>
                    <a:pt x="83590" y="13905"/>
                  </a:lnTo>
                  <a:lnTo>
                    <a:pt x="83113" y="11162"/>
                  </a:lnTo>
                  <a:lnTo>
                    <a:pt x="84962" y="10327"/>
                  </a:lnTo>
                  <a:lnTo>
                    <a:pt x="88100" y="16935"/>
                  </a:lnTo>
                  <a:lnTo>
                    <a:pt x="91053" y="16279"/>
                  </a:lnTo>
                  <a:lnTo>
                    <a:pt x="92715" y="18426"/>
                  </a:lnTo>
                  <a:lnTo>
                    <a:pt x="94576" y="22863"/>
                  </a:lnTo>
                  <a:lnTo>
                    <a:pt x="95041" y="25761"/>
                  </a:lnTo>
                  <a:lnTo>
                    <a:pt x="89079" y="25518"/>
                  </a:lnTo>
                  <a:lnTo>
                    <a:pt x="88709" y="26226"/>
                  </a:lnTo>
                  <a:lnTo>
                    <a:pt x="88756" y="26416"/>
                  </a:lnTo>
                  <a:lnTo>
                    <a:pt x="89030" y="27509"/>
                  </a:lnTo>
                  <a:lnTo>
                    <a:pt x="89335" y="28731"/>
                  </a:lnTo>
                  <a:lnTo>
                    <a:pt x="89973" y="30609"/>
                  </a:lnTo>
                  <a:lnTo>
                    <a:pt x="90076" y="30912"/>
                  </a:lnTo>
                  <a:lnTo>
                    <a:pt x="90122" y="31048"/>
                  </a:lnTo>
                  <a:lnTo>
                    <a:pt x="90283" y="31522"/>
                  </a:lnTo>
                  <a:lnTo>
                    <a:pt x="90697" y="31997"/>
                  </a:lnTo>
                  <a:lnTo>
                    <a:pt x="91075" y="32430"/>
                  </a:lnTo>
                  <a:lnTo>
                    <a:pt x="91500" y="32917"/>
                  </a:lnTo>
                  <a:lnTo>
                    <a:pt x="92409" y="33052"/>
                  </a:lnTo>
                  <a:lnTo>
                    <a:pt x="93297" y="33183"/>
                  </a:lnTo>
                  <a:lnTo>
                    <a:pt x="93507" y="33214"/>
                  </a:lnTo>
                  <a:lnTo>
                    <a:pt x="93481" y="35289"/>
                  </a:lnTo>
                  <a:lnTo>
                    <a:pt x="93463" y="36766"/>
                  </a:lnTo>
                  <a:lnTo>
                    <a:pt x="93406" y="36970"/>
                  </a:lnTo>
                  <a:lnTo>
                    <a:pt x="92942" y="38633"/>
                  </a:lnTo>
                  <a:lnTo>
                    <a:pt x="92363" y="40704"/>
                  </a:lnTo>
                  <a:lnTo>
                    <a:pt x="92841" y="41064"/>
                  </a:lnTo>
                  <a:lnTo>
                    <a:pt x="95383" y="42978"/>
                  </a:lnTo>
                  <a:lnTo>
                    <a:pt x="95754" y="43905"/>
                  </a:lnTo>
                  <a:lnTo>
                    <a:pt x="97592" y="44578"/>
                  </a:lnTo>
                  <a:lnTo>
                    <a:pt x="97156" y="46215"/>
                  </a:lnTo>
                  <a:lnTo>
                    <a:pt x="97730" y="46298"/>
                  </a:lnTo>
                  <a:lnTo>
                    <a:pt x="97937" y="46328"/>
                  </a:lnTo>
                  <a:lnTo>
                    <a:pt x="99583" y="46641"/>
                  </a:lnTo>
                  <a:lnTo>
                    <a:pt x="99595" y="47491"/>
                  </a:lnTo>
                  <a:lnTo>
                    <a:pt x="99610" y="48521"/>
                  </a:lnTo>
                  <a:lnTo>
                    <a:pt x="99624" y="49459"/>
                  </a:lnTo>
                  <a:lnTo>
                    <a:pt x="99647" y="50988"/>
                  </a:lnTo>
                  <a:lnTo>
                    <a:pt x="100881" y="50966"/>
                  </a:lnTo>
                  <a:lnTo>
                    <a:pt x="101857" y="50948"/>
                  </a:lnTo>
                  <a:lnTo>
                    <a:pt x="101908" y="50521"/>
                  </a:lnTo>
                  <a:lnTo>
                    <a:pt x="102532" y="50530"/>
                  </a:lnTo>
                  <a:lnTo>
                    <a:pt x="104090" y="50554"/>
                  </a:lnTo>
                  <a:lnTo>
                    <a:pt x="104855" y="50566"/>
                  </a:lnTo>
                  <a:lnTo>
                    <a:pt x="105095" y="50569"/>
                  </a:lnTo>
                  <a:lnTo>
                    <a:pt x="105144" y="51400"/>
                  </a:lnTo>
                  <a:lnTo>
                    <a:pt x="105224" y="52341"/>
                  </a:lnTo>
                  <a:lnTo>
                    <a:pt x="105492" y="52372"/>
                  </a:lnTo>
                  <a:lnTo>
                    <a:pt x="106887" y="52535"/>
                  </a:lnTo>
                  <a:lnTo>
                    <a:pt x="109088" y="52791"/>
                  </a:lnTo>
                  <a:lnTo>
                    <a:pt x="109115" y="50869"/>
                  </a:lnTo>
                  <a:lnTo>
                    <a:pt x="109362" y="50958"/>
                  </a:lnTo>
                  <a:lnTo>
                    <a:pt x="110778" y="51447"/>
                  </a:lnTo>
                  <a:lnTo>
                    <a:pt x="111031" y="51534"/>
                  </a:lnTo>
                  <a:lnTo>
                    <a:pt x="111265" y="51600"/>
                  </a:lnTo>
                  <a:lnTo>
                    <a:pt x="112420" y="51925"/>
                  </a:lnTo>
                  <a:lnTo>
                    <a:pt x="113353" y="52187"/>
                  </a:lnTo>
                  <a:lnTo>
                    <a:pt x="113512" y="53273"/>
                  </a:lnTo>
                  <a:lnTo>
                    <a:pt x="113721" y="54703"/>
                  </a:lnTo>
                  <a:lnTo>
                    <a:pt x="113822" y="55394"/>
                  </a:lnTo>
                  <a:lnTo>
                    <a:pt x="113858" y="55637"/>
                  </a:lnTo>
                  <a:lnTo>
                    <a:pt x="113910" y="56009"/>
                  </a:lnTo>
                  <a:lnTo>
                    <a:pt x="114022" y="56938"/>
                  </a:lnTo>
                  <a:lnTo>
                    <a:pt x="114045" y="57132"/>
                  </a:lnTo>
                  <a:lnTo>
                    <a:pt x="114086" y="57470"/>
                  </a:lnTo>
                  <a:lnTo>
                    <a:pt x="114109" y="57977"/>
                  </a:lnTo>
                  <a:lnTo>
                    <a:pt x="114173" y="59403"/>
                  </a:lnTo>
                  <a:lnTo>
                    <a:pt x="114179" y="59534"/>
                  </a:lnTo>
                  <a:lnTo>
                    <a:pt x="114205" y="60109"/>
                  </a:lnTo>
                  <a:lnTo>
                    <a:pt x="114216" y="60356"/>
                  </a:lnTo>
                  <a:lnTo>
                    <a:pt x="114241" y="60605"/>
                  </a:lnTo>
                  <a:lnTo>
                    <a:pt x="114284" y="61023"/>
                  </a:lnTo>
                  <a:lnTo>
                    <a:pt x="115910" y="60896"/>
                  </a:lnTo>
                  <a:lnTo>
                    <a:pt x="116234" y="65392"/>
                  </a:lnTo>
                  <a:lnTo>
                    <a:pt x="120993" y="64775"/>
                  </a:lnTo>
                  <a:lnTo>
                    <a:pt x="120294" y="66480"/>
                  </a:lnTo>
                  <a:lnTo>
                    <a:pt x="119643" y="68223"/>
                  </a:lnTo>
                  <a:lnTo>
                    <a:pt x="119739" y="68456"/>
                  </a:lnTo>
                  <a:lnTo>
                    <a:pt x="120037" y="69174"/>
                  </a:lnTo>
                  <a:lnTo>
                    <a:pt x="120328" y="69083"/>
                  </a:lnTo>
                  <a:lnTo>
                    <a:pt x="120483" y="69035"/>
                  </a:lnTo>
                  <a:lnTo>
                    <a:pt x="120520" y="69287"/>
                  </a:lnTo>
                  <a:lnTo>
                    <a:pt x="120756" y="70270"/>
                  </a:lnTo>
                  <a:lnTo>
                    <a:pt x="121877" y="70455"/>
                  </a:lnTo>
                  <a:lnTo>
                    <a:pt x="122280" y="69896"/>
                  </a:lnTo>
                  <a:lnTo>
                    <a:pt x="123644" y="70985"/>
                  </a:lnTo>
                  <a:lnTo>
                    <a:pt x="123995" y="70619"/>
                  </a:lnTo>
                  <a:lnTo>
                    <a:pt x="124278" y="70806"/>
                  </a:lnTo>
                  <a:lnTo>
                    <a:pt x="123570" y="71723"/>
                  </a:lnTo>
                  <a:lnTo>
                    <a:pt x="124002" y="72021"/>
                  </a:lnTo>
                  <a:lnTo>
                    <a:pt x="123570" y="72714"/>
                  </a:lnTo>
                  <a:lnTo>
                    <a:pt x="124132" y="73110"/>
                  </a:lnTo>
                  <a:lnTo>
                    <a:pt x="124300" y="73229"/>
                  </a:lnTo>
                  <a:lnTo>
                    <a:pt x="124237" y="73356"/>
                  </a:lnTo>
                  <a:lnTo>
                    <a:pt x="124065" y="73704"/>
                  </a:lnTo>
                  <a:lnTo>
                    <a:pt x="123738" y="74365"/>
                  </a:lnTo>
                  <a:lnTo>
                    <a:pt x="123517" y="74809"/>
                  </a:lnTo>
                  <a:lnTo>
                    <a:pt x="124129" y="75256"/>
                  </a:lnTo>
                  <a:lnTo>
                    <a:pt x="123354" y="76711"/>
                  </a:lnTo>
                  <a:lnTo>
                    <a:pt x="126746" y="78478"/>
                  </a:lnTo>
                  <a:lnTo>
                    <a:pt x="125550" y="80485"/>
                  </a:lnTo>
                  <a:lnTo>
                    <a:pt x="125281" y="80336"/>
                  </a:lnTo>
                  <a:lnTo>
                    <a:pt x="124597" y="79959"/>
                  </a:lnTo>
                  <a:lnTo>
                    <a:pt x="123624" y="79421"/>
                  </a:lnTo>
                  <a:lnTo>
                    <a:pt x="123042" y="79099"/>
                  </a:lnTo>
                  <a:lnTo>
                    <a:pt x="122764" y="79399"/>
                  </a:lnTo>
                  <a:lnTo>
                    <a:pt x="122448" y="79737"/>
                  </a:lnTo>
                  <a:lnTo>
                    <a:pt x="121613" y="80721"/>
                  </a:lnTo>
                  <a:lnTo>
                    <a:pt x="120873" y="82320"/>
                  </a:lnTo>
                  <a:lnTo>
                    <a:pt x="122029" y="83461"/>
                  </a:lnTo>
                  <a:lnTo>
                    <a:pt x="122194" y="83392"/>
                  </a:lnTo>
                  <a:lnTo>
                    <a:pt x="122331" y="83286"/>
                  </a:lnTo>
                  <a:lnTo>
                    <a:pt x="122521" y="83138"/>
                  </a:lnTo>
                  <a:lnTo>
                    <a:pt x="123298" y="83792"/>
                  </a:lnTo>
                  <a:lnTo>
                    <a:pt x="123550" y="84003"/>
                  </a:lnTo>
                  <a:lnTo>
                    <a:pt x="124553" y="84386"/>
                  </a:lnTo>
                  <a:lnTo>
                    <a:pt x="124743" y="84458"/>
                  </a:lnTo>
                  <a:lnTo>
                    <a:pt x="125766" y="85703"/>
                  </a:lnTo>
                  <a:lnTo>
                    <a:pt x="125485" y="86047"/>
                  </a:lnTo>
                  <a:lnTo>
                    <a:pt x="125178" y="86422"/>
                  </a:lnTo>
                  <a:lnTo>
                    <a:pt x="124274" y="87334"/>
                  </a:lnTo>
                  <a:lnTo>
                    <a:pt x="124109" y="87575"/>
                  </a:lnTo>
                  <a:lnTo>
                    <a:pt x="123851" y="87950"/>
                  </a:lnTo>
                  <a:lnTo>
                    <a:pt x="123704" y="88457"/>
                  </a:lnTo>
                  <a:lnTo>
                    <a:pt x="124942" y="89240"/>
                  </a:lnTo>
                  <a:lnTo>
                    <a:pt x="125207" y="89148"/>
                  </a:lnTo>
                  <a:lnTo>
                    <a:pt x="125349" y="89098"/>
                  </a:lnTo>
                  <a:lnTo>
                    <a:pt x="125629" y="89305"/>
                  </a:lnTo>
                  <a:lnTo>
                    <a:pt x="125841" y="89461"/>
                  </a:lnTo>
                  <a:lnTo>
                    <a:pt x="126233" y="89750"/>
                  </a:lnTo>
                  <a:lnTo>
                    <a:pt x="126487" y="89936"/>
                  </a:lnTo>
                  <a:lnTo>
                    <a:pt x="127618" y="90691"/>
                  </a:lnTo>
                  <a:lnTo>
                    <a:pt x="127973" y="90673"/>
                  </a:lnTo>
                  <a:lnTo>
                    <a:pt x="129152" y="91477"/>
                  </a:lnTo>
                  <a:lnTo>
                    <a:pt x="129511" y="91722"/>
                  </a:lnTo>
                  <a:lnTo>
                    <a:pt x="130118" y="91831"/>
                  </a:lnTo>
                  <a:lnTo>
                    <a:pt x="129818" y="92234"/>
                  </a:lnTo>
                  <a:lnTo>
                    <a:pt x="129651" y="92457"/>
                  </a:lnTo>
                  <a:lnTo>
                    <a:pt x="128939" y="93411"/>
                  </a:lnTo>
                  <a:lnTo>
                    <a:pt x="128709" y="93721"/>
                  </a:lnTo>
                  <a:lnTo>
                    <a:pt x="128290" y="94282"/>
                  </a:lnTo>
                  <a:lnTo>
                    <a:pt x="128151" y="94468"/>
                  </a:lnTo>
                  <a:lnTo>
                    <a:pt x="126687" y="94267"/>
                  </a:lnTo>
                  <a:lnTo>
                    <a:pt x="126309" y="94215"/>
                  </a:lnTo>
                  <a:lnTo>
                    <a:pt x="124021" y="93991"/>
                  </a:lnTo>
                  <a:lnTo>
                    <a:pt x="123199" y="93721"/>
                  </a:lnTo>
                  <a:lnTo>
                    <a:pt x="118817" y="92277"/>
                  </a:lnTo>
                  <a:lnTo>
                    <a:pt x="118405" y="95742"/>
                  </a:lnTo>
                  <a:lnTo>
                    <a:pt x="118383" y="95923"/>
                  </a:lnTo>
                  <a:lnTo>
                    <a:pt x="128140" y="96657"/>
                  </a:lnTo>
                  <a:lnTo>
                    <a:pt x="128747" y="96934"/>
                  </a:lnTo>
                  <a:lnTo>
                    <a:pt x="130025" y="97517"/>
                  </a:lnTo>
                  <a:lnTo>
                    <a:pt x="130019" y="97702"/>
                  </a:lnTo>
                  <a:lnTo>
                    <a:pt x="129982" y="98974"/>
                  </a:lnTo>
                  <a:lnTo>
                    <a:pt x="129941" y="100356"/>
                  </a:lnTo>
                  <a:lnTo>
                    <a:pt x="129932" y="100673"/>
                  </a:lnTo>
                  <a:lnTo>
                    <a:pt x="129927" y="100836"/>
                  </a:lnTo>
                  <a:lnTo>
                    <a:pt x="129547" y="100807"/>
                  </a:lnTo>
                  <a:lnTo>
                    <a:pt x="125615" y="100500"/>
                  </a:lnTo>
                  <a:lnTo>
                    <a:pt x="124549" y="100418"/>
                  </a:lnTo>
                  <a:lnTo>
                    <a:pt x="122376" y="100248"/>
                  </a:lnTo>
                  <a:lnTo>
                    <a:pt x="120841" y="100128"/>
                  </a:lnTo>
                  <a:lnTo>
                    <a:pt x="117674" y="99879"/>
                  </a:lnTo>
                  <a:lnTo>
                    <a:pt x="116021" y="99767"/>
                  </a:lnTo>
                  <a:lnTo>
                    <a:pt x="114716" y="99667"/>
                  </a:lnTo>
                  <a:lnTo>
                    <a:pt x="114518" y="99651"/>
                  </a:lnTo>
                  <a:lnTo>
                    <a:pt x="104553" y="98804"/>
                  </a:lnTo>
                  <a:lnTo>
                    <a:pt x="104336" y="98787"/>
                  </a:lnTo>
                  <a:lnTo>
                    <a:pt x="103666" y="98734"/>
                  </a:lnTo>
                  <a:lnTo>
                    <a:pt x="102856" y="98670"/>
                  </a:lnTo>
                  <a:lnTo>
                    <a:pt x="102238" y="98621"/>
                  </a:lnTo>
                  <a:lnTo>
                    <a:pt x="95724" y="98157"/>
                  </a:lnTo>
                  <a:lnTo>
                    <a:pt x="91155" y="97831"/>
                  </a:lnTo>
                  <a:lnTo>
                    <a:pt x="90480" y="97783"/>
                  </a:lnTo>
                  <a:lnTo>
                    <a:pt x="87846" y="97595"/>
                  </a:lnTo>
                  <a:lnTo>
                    <a:pt x="87428" y="97565"/>
                  </a:lnTo>
                  <a:lnTo>
                    <a:pt x="87277" y="97554"/>
                  </a:lnTo>
                  <a:lnTo>
                    <a:pt x="86786" y="97518"/>
                  </a:lnTo>
                  <a:lnTo>
                    <a:pt x="82723" y="97216"/>
                  </a:lnTo>
                  <a:lnTo>
                    <a:pt x="79927" y="97009"/>
                  </a:lnTo>
                  <a:lnTo>
                    <a:pt x="76052" y="96721"/>
                  </a:lnTo>
                  <a:lnTo>
                    <a:pt x="72224" y="96437"/>
                  </a:lnTo>
                  <a:lnTo>
                    <a:pt x="72343" y="95039"/>
                  </a:lnTo>
                  <a:lnTo>
                    <a:pt x="72364" y="94803"/>
                  </a:lnTo>
                  <a:lnTo>
                    <a:pt x="72393" y="94486"/>
                  </a:lnTo>
                  <a:lnTo>
                    <a:pt x="72445" y="93889"/>
                  </a:lnTo>
                  <a:lnTo>
                    <a:pt x="72521" y="93036"/>
                  </a:lnTo>
                  <a:lnTo>
                    <a:pt x="72544" y="92784"/>
                  </a:lnTo>
                  <a:lnTo>
                    <a:pt x="72606" y="92080"/>
                  </a:lnTo>
                  <a:lnTo>
                    <a:pt x="72660" y="91506"/>
                  </a:lnTo>
                  <a:lnTo>
                    <a:pt x="72995" y="87932"/>
                  </a:lnTo>
                  <a:lnTo>
                    <a:pt x="73011" y="87766"/>
                  </a:lnTo>
                  <a:lnTo>
                    <a:pt x="73100" y="86814"/>
                  </a:lnTo>
                  <a:lnTo>
                    <a:pt x="73066" y="86063"/>
                  </a:lnTo>
                  <a:lnTo>
                    <a:pt x="68776" y="85753"/>
                  </a:lnTo>
                  <a:lnTo>
                    <a:pt x="68160" y="85709"/>
                  </a:lnTo>
                  <a:lnTo>
                    <a:pt x="67859" y="85448"/>
                  </a:lnTo>
                  <a:lnTo>
                    <a:pt x="64770" y="82766"/>
                  </a:lnTo>
                  <a:lnTo>
                    <a:pt x="63462" y="81630"/>
                  </a:lnTo>
                  <a:lnTo>
                    <a:pt x="63294" y="81484"/>
                  </a:lnTo>
                  <a:lnTo>
                    <a:pt x="62638" y="81751"/>
                  </a:lnTo>
                  <a:lnTo>
                    <a:pt x="61414" y="82007"/>
                  </a:lnTo>
                  <a:lnTo>
                    <a:pt x="56889" y="82955"/>
                  </a:lnTo>
                  <a:lnTo>
                    <a:pt x="55110" y="83183"/>
                  </a:lnTo>
                  <a:lnTo>
                    <a:pt x="54218" y="81457"/>
                  </a:lnTo>
                  <a:lnTo>
                    <a:pt x="54069" y="81168"/>
                  </a:lnTo>
                  <a:lnTo>
                    <a:pt x="53611" y="80282"/>
                  </a:lnTo>
                  <a:lnTo>
                    <a:pt x="53526" y="80118"/>
                  </a:lnTo>
                  <a:lnTo>
                    <a:pt x="53455" y="79980"/>
                  </a:lnTo>
                  <a:lnTo>
                    <a:pt x="53409" y="79212"/>
                  </a:lnTo>
                  <a:lnTo>
                    <a:pt x="53392" y="78915"/>
                  </a:lnTo>
                  <a:lnTo>
                    <a:pt x="52200" y="76587"/>
                  </a:lnTo>
                  <a:lnTo>
                    <a:pt x="52146" y="76450"/>
                  </a:lnTo>
                  <a:lnTo>
                    <a:pt x="51933" y="75896"/>
                  </a:lnTo>
                  <a:lnTo>
                    <a:pt x="51353" y="74393"/>
                  </a:lnTo>
                  <a:lnTo>
                    <a:pt x="51565" y="74033"/>
                  </a:lnTo>
                  <a:lnTo>
                    <a:pt x="50791" y="71691"/>
                  </a:lnTo>
                  <a:lnTo>
                    <a:pt x="50345" y="70344"/>
                  </a:lnTo>
                  <a:lnTo>
                    <a:pt x="50080" y="69542"/>
                  </a:lnTo>
                  <a:lnTo>
                    <a:pt x="49150" y="68254"/>
                  </a:lnTo>
                  <a:lnTo>
                    <a:pt x="48018" y="67890"/>
                  </a:lnTo>
                  <a:lnTo>
                    <a:pt x="47773" y="67811"/>
                  </a:lnTo>
                  <a:lnTo>
                    <a:pt x="47591" y="67890"/>
                  </a:lnTo>
                  <a:lnTo>
                    <a:pt x="46490" y="68359"/>
                  </a:lnTo>
                  <a:lnTo>
                    <a:pt x="45806" y="67890"/>
                  </a:lnTo>
                  <a:lnTo>
                    <a:pt x="44164" y="66763"/>
                  </a:lnTo>
                  <a:lnTo>
                    <a:pt x="43238" y="66279"/>
                  </a:lnTo>
                  <a:lnTo>
                    <a:pt x="42811" y="66122"/>
                  </a:lnTo>
                  <a:lnTo>
                    <a:pt x="42079" y="66462"/>
                  </a:lnTo>
                  <a:lnTo>
                    <a:pt x="40026" y="63387"/>
                  </a:lnTo>
                  <a:lnTo>
                    <a:pt x="39958" y="63131"/>
                  </a:lnTo>
                  <a:lnTo>
                    <a:pt x="39491" y="61374"/>
                  </a:lnTo>
                  <a:lnTo>
                    <a:pt x="39278" y="60573"/>
                  </a:lnTo>
                  <a:lnTo>
                    <a:pt x="38878" y="60161"/>
                  </a:lnTo>
                  <a:lnTo>
                    <a:pt x="36942" y="58167"/>
                  </a:lnTo>
                  <a:lnTo>
                    <a:pt x="34673" y="60564"/>
                  </a:lnTo>
                  <a:lnTo>
                    <a:pt x="33507" y="59604"/>
                  </a:lnTo>
                  <a:lnTo>
                    <a:pt x="32565" y="58828"/>
                  </a:lnTo>
                  <a:lnTo>
                    <a:pt x="31789" y="58417"/>
                  </a:lnTo>
                  <a:lnTo>
                    <a:pt x="30684" y="57707"/>
                  </a:lnTo>
                  <a:lnTo>
                    <a:pt x="30547" y="57618"/>
                  </a:lnTo>
                  <a:lnTo>
                    <a:pt x="29587" y="57001"/>
                  </a:lnTo>
                  <a:lnTo>
                    <a:pt x="28411" y="56245"/>
                  </a:lnTo>
                  <a:lnTo>
                    <a:pt x="28088" y="56038"/>
                  </a:lnTo>
                  <a:lnTo>
                    <a:pt x="26196" y="55153"/>
                  </a:lnTo>
                  <a:lnTo>
                    <a:pt x="25089" y="54635"/>
                  </a:lnTo>
                  <a:lnTo>
                    <a:pt x="24398" y="54312"/>
                  </a:lnTo>
                  <a:lnTo>
                    <a:pt x="23771" y="54018"/>
                  </a:lnTo>
                  <a:lnTo>
                    <a:pt x="22592" y="52450"/>
                  </a:lnTo>
                  <a:lnTo>
                    <a:pt x="21477" y="51684"/>
                  </a:lnTo>
                  <a:lnTo>
                    <a:pt x="19847" y="50565"/>
                  </a:lnTo>
                  <a:lnTo>
                    <a:pt x="19190" y="49831"/>
                  </a:lnTo>
                  <a:lnTo>
                    <a:pt x="18452" y="49008"/>
                  </a:lnTo>
                  <a:lnTo>
                    <a:pt x="18243" y="48786"/>
                  </a:lnTo>
                  <a:lnTo>
                    <a:pt x="16662" y="47107"/>
                  </a:lnTo>
                  <a:lnTo>
                    <a:pt x="14104" y="44113"/>
                  </a:lnTo>
                  <a:lnTo>
                    <a:pt x="13532" y="43444"/>
                  </a:lnTo>
                  <a:lnTo>
                    <a:pt x="13031" y="43676"/>
                  </a:lnTo>
                  <a:lnTo>
                    <a:pt x="12935" y="43509"/>
                  </a:lnTo>
                  <a:lnTo>
                    <a:pt x="12228" y="42277"/>
                  </a:lnTo>
                  <a:lnTo>
                    <a:pt x="12088" y="42032"/>
                  </a:lnTo>
                  <a:lnTo>
                    <a:pt x="10405" y="39097"/>
                  </a:lnTo>
                  <a:lnTo>
                    <a:pt x="9377" y="37990"/>
                  </a:lnTo>
                  <a:lnTo>
                    <a:pt x="7738" y="36224"/>
                  </a:lnTo>
                  <a:lnTo>
                    <a:pt x="7288" y="35739"/>
                  </a:lnTo>
                  <a:lnTo>
                    <a:pt x="6285" y="34659"/>
                  </a:lnTo>
                  <a:lnTo>
                    <a:pt x="4085" y="32011"/>
                  </a:lnTo>
                  <a:lnTo>
                    <a:pt x="3434" y="31315"/>
                  </a:lnTo>
                  <a:lnTo>
                    <a:pt x="0" y="27647"/>
                  </a:lnTo>
                  <a:lnTo>
                    <a:pt x="1704" y="25600"/>
                  </a:lnTo>
                  <a:lnTo>
                    <a:pt x="3118" y="24562"/>
                  </a:lnTo>
                  <a:lnTo>
                    <a:pt x="2045" y="23504"/>
                  </a:lnTo>
                  <a:lnTo>
                    <a:pt x="362" y="21843"/>
                  </a:lnTo>
                  <a:lnTo>
                    <a:pt x="624" y="21601"/>
                  </a:lnTo>
                  <a:lnTo>
                    <a:pt x="3296" y="19123"/>
                  </a:lnTo>
                  <a:lnTo>
                    <a:pt x="5705" y="21319"/>
                  </a:lnTo>
                  <a:lnTo>
                    <a:pt x="9235" y="24152"/>
                  </a:lnTo>
                  <a:lnTo>
                    <a:pt x="9898" y="23671"/>
                  </a:lnTo>
                  <a:lnTo>
                    <a:pt x="10970" y="22021"/>
                  </a:lnTo>
                  <a:lnTo>
                    <a:pt x="17131" y="23007"/>
                  </a:lnTo>
                  <a:lnTo>
                    <a:pt x="19099" y="18394"/>
                  </a:lnTo>
                  <a:lnTo>
                    <a:pt x="11670" y="15205"/>
                  </a:lnTo>
                  <a:lnTo>
                    <a:pt x="11697" y="14982"/>
                  </a:lnTo>
                  <a:lnTo>
                    <a:pt x="12042" y="11482"/>
                  </a:lnTo>
                  <a:lnTo>
                    <a:pt x="9720" y="9766"/>
                  </a:lnTo>
                  <a:lnTo>
                    <a:pt x="10027" y="9296"/>
                  </a:lnTo>
                  <a:lnTo>
                    <a:pt x="10241" y="8950"/>
                  </a:lnTo>
                  <a:lnTo>
                    <a:pt x="11562" y="6814"/>
                  </a:lnTo>
                  <a:lnTo>
                    <a:pt x="13141" y="7148"/>
                  </a:lnTo>
                  <a:lnTo>
                    <a:pt x="14763" y="7492"/>
                  </a:lnTo>
                  <a:lnTo>
                    <a:pt x="19287" y="8451"/>
                  </a:lnTo>
                  <a:lnTo>
                    <a:pt x="19717" y="8542"/>
                  </a:lnTo>
                  <a:lnTo>
                    <a:pt x="21223" y="7759"/>
                  </a:lnTo>
                  <a:lnTo>
                    <a:pt x="20042" y="5852"/>
                  </a:lnTo>
                  <a:lnTo>
                    <a:pt x="19543" y="5046"/>
                  </a:lnTo>
                  <a:lnTo>
                    <a:pt x="18890" y="4271"/>
                  </a:lnTo>
                  <a:lnTo>
                    <a:pt x="19264" y="4290"/>
                  </a:lnTo>
                  <a:lnTo>
                    <a:pt x="20256" y="4350"/>
                  </a:lnTo>
                  <a:lnTo>
                    <a:pt x="20465" y="4363"/>
                  </a:lnTo>
                  <a:lnTo>
                    <a:pt x="20745" y="4302"/>
                  </a:lnTo>
                  <a:lnTo>
                    <a:pt x="21380" y="4165"/>
                  </a:lnTo>
                  <a:lnTo>
                    <a:pt x="21897" y="4053"/>
                  </a:lnTo>
                  <a:lnTo>
                    <a:pt x="22494" y="3830"/>
                  </a:lnTo>
                  <a:lnTo>
                    <a:pt x="23686" y="3385"/>
                  </a:lnTo>
                  <a:lnTo>
                    <a:pt x="23815" y="3296"/>
                  </a:lnTo>
                  <a:lnTo>
                    <a:pt x="24521" y="2812"/>
                  </a:lnTo>
                  <a:lnTo>
                    <a:pt x="25482" y="2056"/>
                  </a:lnTo>
                  <a:lnTo>
                    <a:pt x="25930" y="1525"/>
                  </a:lnTo>
                  <a:lnTo>
                    <a:pt x="26090" y="1341"/>
                  </a:lnTo>
                  <a:lnTo>
                    <a:pt x="26978" y="594"/>
                  </a:lnTo>
                  <a:lnTo>
                    <a:pt x="27646" y="212"/>
                  </a:lnTo>
                  <a:lnTo>
                    <a:pt x="28024" y="99"/>
                  </a:lnTo>
                  <a:lnTo>
                    <a:pt x="28429" y="0"/>
                  </a:lnTo>
                  <a:lnTo>
                    <a:pt x="28870" y="14"/>
                  </a:lnTo>
                  <a:lnTo>
                    <a:pt x="29101" y="21"/>
                  </a:lnTo>
                  <a:lnTo>
                    <a:pt x="29506" y="32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8" name="pg217"/>
            <p:cNvSpPr/>
            <p:nvPr/>
          </p:nvSpPr>
          <p:spPr>
            <a:xfrm>
              <a:off x="3852656" y="2220817"/>
              <a:ext cx="101347" cy="75052"/>
            </a:xfrm>
            <a:custGeom>
              <a:avLst/>
              <a:pathLst>
                <a:path w="101347" h="75052">
                  <a:moveTo>
                    <a:pt x="24779" y="1751"/>
                  </a:moveTo>
                  <a:lnTo>
                    <a:pt x="26642" y="7007"/>
                  </a:lnTo>
                  <a:lnTo>
                    <a:pt x="27345" y="6668"/>
                  </a:lnTo>
                  <a:lnTo>
                    <a:pt x="28187" y="6263"/>
                  </a:lnTo>
                  <a:lnTo>
                    <a:pt x="31621" y="9931"/>
                  </a:lnTo>
                  <a:lnTo>
                    <a:pt x="32272" y="10627"/>
                  </a:lnTo>
                  <a:lnTo>
                    <a:pt x="34473" y="13275"/>
                  </a:lnTo>
                  <a:lnTo>
                    <a:pt x="35475" y="14354"/>
                  </a:lnTo>
                  <a:lnTo>
                    <a:pt x="35925" y="14839"/>
                  </a:lnTo>
                  <a:lnTo>
                    <a:pt x="37565" y="16606"/>
                  </a:lnTo>
                  <a:lnTo>
                    <a:pt x="38592" y="17713"/>
                  </a:lnTo>
                  <a:lnTo>
                    <a:pt x="40275" y="20647"/>
                  </a:lnTo>
                  <a:lnTo>
                    <a:pt x="40415" y="20892"/>
                  </a:lnTo>
                  <a:lnTo>
                    <a:pt x="41122" y="22125"/>
                  </a:lnTo>
                  <a:lnTo>
                    <a:pt x="41218" y="22292"/>
                  </a:lnTo>
                  <a:lnTo>
                    <a:pt x="41719" y="22059"/>
                  </a:lnTo>
                  <a:lnTo>
                    <a:pt x="42291" y="22729"/>
                  </a:lnTo>
                  <a:lnTo>
                    <a:pt x="44900" y="25777"/>
                  </a:lnTo>
                  <a:lnTo>
                    <a:pt x="46430" y="27402"/>
                  </a:lnTo>
                  <a:lnTo>
                    <a:pt x="46651" y="27638"/>
                  </a:lnTo>
                  <a:lnTo>
                    <a:pt x="47377" y="28447"/>
                  </a:lnTo>
                  <a:lnTo>
                    <a:pt x="48034" y="29180"/>
                  </a:lnTo>
                  <a:lnTo>
                    <a:pt x="49664" y="30300"/>
                  </a:lnTo>
                  <a:lnTo>
                    <a:pt x="50779" y="31066"/>
                  </a:lnTo>
                  <a:lnTo>
                    <a:pt x="51958" y="32634"/>
                  </a:lnTo>
                  <a:lnTo>
                    <a:pt x="52585" y="32928"/>
                  </a:lnTo>
                  <a:lnTo>
                    <a:pt x="53277" y="33251"/>
                  </a:lnTo>
                  <a:lnTo>
                    <a:pt x="54383" y="33769"/>
                  </a:lnTo>
                  <a:lnTo>
                    <a:pt x="56276" y="34654"/>
                  </a:lnTo>
                  <a:lnTo>
                    <a:pt x="56598" y="34861"/>
                  </a:lnTo>
                  <a:lnTo>
                    <a:pt x="57774" y="35617"/>
                  </a:lnTo>
                  <a:lnTo>
                    <a:pt x="58734" y="36234"/>
                  </a:lnTo>
                  <a:lnTo>
                    <a:pt x="58871" y="36322"/>
                  </a:lnTo>
                  <a:lnTo>
                    <a:pt x="60033" y="37069"/>
                  </a:lnTo>
                  <a:lnTo>
                    <a:pt x="60752" y="37444"/>
                  </a:lnTo>
                  <a:lnTo>
                    <a:pt x="61694" y="38220"/>
                  </a:lnTo>
                  <a:lnTo>
                    <a:pt x="62939" y="39097"/>
                  </a:lnTo>
                  <a:lnTo>
                    <a:pt x="65129" y="36783"/>
                  </a:lnTo>
                  <a:lnTo>
                    <a:pt x="67065" y="38777"/>
                  </a:lnTo>
                  <a:lnTo>
                    <a:pt x="67465" y="39189"/>
                  </a:lnTo>
                  <a:lnTo>
                    <a:pt x="67678" y="39990"/>
                  </a:lnTo>
                  <a:lnTo>
                    <a:pt x="68145" y="41747"/>
                  </a:lnTo>
                  <a:lnTo>
                    <a:pt x="68213" y="42003"/>
                  </a:lnTo>
                  <a:lnTo>
                    <a:pt x="70267" y="45078"/>
                  </a:lnTo>
                  <a:lnTo>
                    <a:pt x="70999" y="44738"/>
                  </a:lnTo>
                  <a:lnTo>
                    <a:pt x="71531" y="44951"/>
                  </a:lnTo>
                  <a:lnTo>
                    <a:pt x="72351" y="45379"/>
                  </a:lnTo>
                  <a:lnTo>
                    <a:pt x="73993" y="46505"/>
                  </a:lnTo>
                  <a:lnTo>
                    <a:pt x="74684" y="46979"/>
                  </a:lnTo>
                  <a:lnTo>
                    <a:pt x="75778" y="46505"/>
                  </a:lnTo>
                  <a:lnTo>
                    <a:pt x="75960" y="46426"/>
                  </a:lnTo>
                  <a:lnTo>
                    <a:pt x="76205" y="46505"/>
                  </a:lnTo>
                  <a:lnTo>
                    <a:pt x="77337" y="46870"/>
                  </a:lnTo>
                  <a:lnTo>
                    <a:pt x="78267" y="48158"/>
                  </a:lnTo>
                  <a:lnTo>
                    <a:pt x="78532" y="48960"/>
                  </a:lnTo>
                  <a:lnTo>
                    <a:pt x="78978" y="50307"/>
                  </a:lnTo>
                  <a:lnTo>
                    <a:pt x="79752" y="52649"/>
                  </a:lnTo>
                  <a:lnTo>
                    <a:pt x="79540" y="53009"/>
                  </a:lnTo>
                  <a:lnTo>
                    <a:pt x="80120" y="54512"/>
                  </a:lnTo>
                  <a:lnTo>
                    <a:pt x="80334" y="55066"/>
                  </a:lnTo>
                  <a:lnTo>
                    <a:pt x="80387" y="55203"/>
                  </a:lnTo>
                  <a:lnTo>
                    <a:pt x="81579" y="57531"/>
                  </a:lnTo>
                  <a:lnTo>
                    <a:pt x="81596" y="57828"/>
                  </a:lnTo>
                  <a:lnTo>
                    <a:pt x="81642" y="58595"/>
                  </a:lnTo>
                  <a:lnTo>
                    <a:pt x="81714" y="58734"/>
                  </a:lnTo>
                  <a:lnTo>
                    <a:pt x="81798" y="58897"/>
                  </a:lnTo>
                  <a:lnTo>
                    <a:pt x="82256" y="59784"/>
                  </a:lnTo>
                  <a:lnTo>
                    <a:pt x="82405" y="60073"/>
                  </a:lnTo>
                  <a:lnTo>
                    <a:pt x="83297" y="61799"/>
                  </a:lnTo>
                  <a:lnTo>
                    <a:pt x="85199" y="61545"/>
                  </a:lnTo>
                  <a:lnTo>
                    <a:pt x="89601" y="60623"/>
                  </a:lnTo>
                  <a:lnTo>
                    <a:pt x="90825" y="60366"/>
                  </a:lnTo>
                  <a:lnTo>
                    <a:pt x="91481" y="60100"/>
                  </a:lnTo>
                  <a:lnTo>
                    <a:pt x="91649" y="60246"/>
                  </a:lnTo>
                  <a:lnTo>
                    <a:pt x="92957" y="61382"/>
                  </a:lnTo>
                  <a:lnTo>
                    <a:pt x="96046" y="64064"/>
                  </a:lnTo>
                  <a:lnTo>
                    <a:pt x="96347" y="64325"/>
                  </a:lnTo>
                  <a:lnTo>
                    <a:pt x="96963" y="64369"/>
                  </a:lnTo>
                  <a:lnTo>
                    <a:pt x="101347" y="64793"/>
                  </a:lnTo>
                  <a:lnTo>
                    <a:pt x="101287" y="65430"/>
                  </a:lnTo>
                  <a:lnTo>
                    <a:pt x="101198" y="66382"/>
                  </a:lnTo>
                  <a:lnTo>
                    <a:pt x="101182" y="66547"/>
                  </a:lnTo>
                  <a:lnTo>
                    <a:pt x="100847" y="70122"/>
                  </a:lnTo>
                  <a:lnTo>
                    <a:pt x="100793" y="70696"/>
                  </a:lnTo>
                  <a:lnTo>
                    <a:pt x="100729" y="71417"/>
                  </a:lnTo>
                  <a:lnTo>
                    <a:pt x="100708" y="71652"/>
                  </a:lnTo>
                  <a:lnTo>
                    <a:pt x="100616" y="72691"/>
                  </a:lnTo>
                  <a:lnTo>
                    <a:pt x="100572" y="73186"/>
                  </a:lnTo>
                  <a:lnTo>
                    <a:pt x="100551" y="73419"/>
                  </a:lnTo>
                  <a:lnTo>
                    <a:pt x="100436" y="74719"/>
                  </a:lnTo>
                  <a:lnTo>
                    <a:pt x="100405" y="75052"/>
                  </a:lnTo>
                  <a:lnTo>
                    <a:pt x="100125" y="75033"/>
                  </a:lnTo>
                  <a:lnTo>
                    <a:pt x="96614" y="74798"/>
                  </a:lnTo>
                  <a:lnTo>
                    <a:pt x="93910" y="74617"/>
                  </a:lnTo>
                  <a:lnTo>
                    <a:pt x="92204" y="74502"/>
                  </a:lnTo>
                  <a:lnTo>
                    <a:pt x="86884" y="74146"/>
                  </a:lnTo>
                  <a:lnTo>
                    <a:pt x="84991" y="74019"/>
                  </a:lnTo>
                  <a:lnTo>
                    <a:pt x="81131" y="74073"/>
                  </a:lnTo>
                  <a:lnTo>
                    <a:pt x="75389" y="73773"/>
                  </a:lnTo>
                  <a:lnTo>
                    <a:pt x="70316" y="73587"/>
                  </a:lnTo>
                  <a:lnTo>
                    <a:pt x="69317" y="73523"/>
                  </a:lnTo>
                  <a:lnTo>
                    <a:pt x="65253" y="73263"/>
                  </a:lnTo>
                  <a:lnTo>
                    <a:pt x="62930" y="72897"/>
                  </a:lnTo>
                  <a:lnTo>
                    <a:pt x="60217" y="72673"/>
                  </a:lnTo>
                  <a:lnTo>
                    <a:pt x="59701" y="72615"/>
                  </a:lnTo>
                  <a:lnTo>
                    <a:pt x="56129" y="72211"/>
                  </a:lnTo>
                  <a:lnTo>
                    <a:pt x="55325" y="72121"/>
                  </a:lnTo>
                  <a:lnTo>
                    <a:pt x="54967" y="72080"/>
                  </a:lnTo>
                  <a:lnTo>
                    <a:pt x="53301" y="71854"/>
                  </a:lnTo>
                  <a:lnTo>
                    <a:pt x="51931" y="71668"/>
                  </a:lnTo>
                  <a:lnTo>
                    <a:pt x="50718" y="71504"/>
                  </a:lnTo>
                  <a:lnTo>
                    <a:pt x="50436" y="71465"/>
                  </a:lnTo>
                  <a:lnTo>
                    <a:pt x="46469" y="70987"/>
                  </a:lnTo>
                  <a:lnTo>
                    <a:pt x="45486" y="70869"/>
                  </a:lnTo>
                  <a:lnTo>
                    <a:pt x="43044" y="70421"/>
                  </a:lnTo>
                  <a:lnTo>
                    <a:pt x="42802" y="70377"/>
                  </a:lnTo>
                  <a:lnTo>
                    <a:pt x="40566" y="70228"/>
                  </a:lnTo>
                  <a:lnTo>
                    <a:pt x="35884" y="70204"/>
                  </a:lnTo>
                  <a:lnTo>
                    <a:pt x="35132" y="70200"/>
                  </a:lnTo>
                  <a:lnTo>
                    <a:pt x="34617" y="70198"/>
                  </a:lnTo>
                  <a:lnTo>
                    <a:pt x="32869" y="70235"/>
                  </a:lnTo>
                  <a:lnTo>
                    <a:pt x="31844" y="70258"/>
                  </a:lnTo>
                  <a:lnTo>
                    <a:pt x="29979" y="69318"/>
                  </a:lnTo>
                  <a:lnTo>
                    <a:pt x="29831" y="69244"/>
                  </a:lnTo>
                  <a:lnTo>
                    <a:pt x="28204" y="67756"/>
                  </a:lnTo>
                  <a:lnTo>
                    <a:pt x="26800" y="66241"/>
                  </a:lnTo>
                  <a:lnTo>
                    <a:pt x="25119" y="64428"/>
                  </a:lnTo>
                  <a:lnTo>
                    <a:pt x="24990" y="64097"/>
                  </a:lnTo>
                  <a:lnTo>
                    <a:pt x="24776" y="63548"/>
                  </a:lnTo>
                  <a:lnTo>
                    <a:pt x="22137" y="60551"/>
                  </a:lnTo>
                  <a:lnTo>
                    <a:pt x="18753" y="59731"/>
                  </a:lnTo>
                  <a:lnTo>
                    <a:pt x="16876" y="59351"/>
                  </a:lnTo>
                  <a:lnTo>
                    <a:pt x="15240" y="59020"/>
                  </a:lnTo>
                  <a:lnTo>
                    <a:pt x="14260" y="58822"/>
                  </a:lnTo>
                  <a:lnTo>
                    <a:pt x="12391" y="58410"/>
                  </a:lnTo>
                  <a:lnTo>
                    <a:pt x="11068" y="57699"/>
                  </a:lnTo>
                  <a:lnTo>
                    <a:pt x="7476" y="55767"/>
                  </a:lnTo>
                  <a:lnTo>
                    <a:pt x="6363" y="55169"/>
                  </a:lnTo>
                  <a:lnTo>
                    <a:pt x="6371" y="54508"/>
                  </a:lnTo>
                  <a:lnTo>
                    <a:pt x="6377" y="54051"/>
                  </a:lnTo>
                  <a:lnTo>
                    <a:pt x="6721" y="53283"/>
                  </a:lnTo>
                  <a:lnTo>
                    <a:pt x="6976" y="52594"/>
                  </a:lnTo>
                  <a:lnTo>
                    <a:pt x="7099" y="51539"/>
                  </a:lnTo>
                  <a:lnTo>
                    <a:pt x="7233" y="51237"/>
                  </a:lnTo>
                  <a:lnTo>
                    <a:pt x="7606" y="50393"/>
                  </a:lnTo>
                  <a:lnTo>
                    <a:pt x="7858" y="49823"/>
                  </a:lnTo>
                  <a:lnTo>
                    <a:pt x="8858" y="47560"/>
                  </a:lnTo>
                  <a:lnTo>
                    <a:pt x="9060" y="46202"/>
                  </a:lnTo>
                  <a:lnTo>
                    <a:pt x="9181" y="44108"/>
                  </a:lnTo>
                  <a:lnTo>
                    <a:pt x="9228" y="43295"/>
                  </a:lnTo>
                  <a:lnTo>
                    <a:pt x="9074" y="42163"/>
                  </a:lnTo>
                  <a:lnTo>
                    <a:pt x="5242" y="42570"/>
                  </a:lnTo>
                  <a:lnTo>
                    <a:pt x="5172" y="42415"/>
                  </a:lnTo>
                  <a:lnTo>
                    <a:pt x="4219" y="40310"/>
                  </a:lnTo>
                  <a:lnTo>
                    <a:pt x="3486" y="38691"/>
                  </a:lnTo>
                  <a:lnTo>
                    <a:pt x="2865" y="37972"/>
                  </a:lnTo>
                  <a:lnTo>
                    <a:pt x="2302" y="36542"/>
                  </a:lnTo>
                  <a:lnTo>
                    <a:pt x="888" y="32953"/>
                  </a:lnTo>
                  <a:lnTo>
                    <a:pt x="233" y="31505"/>
                  </a:lnTo>
                  <a:lnTo>
                    <a:pt x="0" y="30990"/>
                  </a:lnTo>
                  <a:lnTo>
                    <a:pt x="1055" y="30712"/>
                  </a:lnTo>
                  <a:lnTo>
                    <a:pt x="2934" y="29788"/>
                  </a:lnTo>
                  <a:lnTo>
                    <a:pt x="5908" y="29395"/>
                  </a:lnTo>
                  <a:lnTo>
                    <a:pt x="8241" y="29251"/>
                  </a:lnTo>
                  <a:lnTo>
                    <a:pt x="10329" y="28655"/>
                  </a:lnTo>
                  <a:lnTo>
                    <a:pt x="11019" y="27708"/>
                  </a:lnTo>
                  <a:lnTo>
                    <a:pt x="14600" y="27444"/>
                  </a:lnTo>
                  <a:lnTo>
                    <a:pt x="22412" y="25714"/>
                  </a:lnTo>
                  <a:lnTo>
                    <a:pt x="22329" y="25323"/>
                  </a:lnTo>
                  <a:lnTo>
                    <a:pt x="21682" y="22285"/>
                  </a:lnTo>
                  <a:lnTo>
                    <a:pt x="24291" y="21912"/>
                  </a:lnTo>
                  <a:lnTo>
                    <a:pt x="23173" y="18304"/>
                  </a:lnTo>
                  <a:lnTo>
                    <a:pt x="22099" y="15442"/>
                  </a:lnTo>
                  <a:lnTo>
                    <a:pt x="20489" y="11982"/>
                  </a:lnTo>
                  <a:lnTo>
                    <a:pt x="17328" y="7629"/>
                  </a:lnTo>
                  <a:lnTo>
                    <a:pt x="18938" y="2917"/>
                  </a:lnTo>
                  <a:lnTo>
                    <a:pt x="20472" y="1217"/>
                  </a:lnTo>
                  <a:lnTo>
                    <a:pt x="22468"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19" name="pg218"/>
            <p:cNvSpPr/>
            <p:nvPr/>
          </p:nvSpPr>
          <p:spPr>
            <a:xfrm>
              <a:off x="3716085" y="2211175"/>
              <a:ext cx="217702" cy="128457"/>
            </a:xfrm>
            <a:custGeom>
              <a:avLst/>
              <a:pathLst>
                <a:path w="217702" h="128457">
                  <a:moveTo>
                    <a:pt x="113098" y="691"/>
                  </a:moveTo>
                  <a:lnTo>
                    <a:pt x="113050" y="4007"/>
                  </a:lnTo>
                  <a:lnTo>
                    <a:pt x="109186" y="3983"/>
                  </a:lnTo>
                  <a:lnTo>
                    <a:pt x="108088" y="4460"/>
                  </a:lnTo>
                  <a:lnTo>
                    <a:pt x="107587" y="5820"/>
                  </a:lnTo>
                  <a:lnTo>
                    <a:pt x="104550" y="8486"/>
                  </a:lnTo>
                  <a:lnTo>
                    <a:pt x="107110" y="10830"/>
                  </a:lnTo>
                  <a:lnTo>
                    <a:pt x="105631" y="12810"/>
                  </a:lnTo>
                  <a:lnTo>
                    <a:pt x="107015" y="14098"/>
                  </a:lnTo>
                  <a:lnTo>
                    <a:pt x="106822" y="14560"/>
                  </a:lnTo>
                  <a:lnTo>
                    <a:pt x="106108" y="16269"/>
                  </a:lnTo>
                  <a:lnTo>
                    <a:pt x="105130" y="18416"/>
                  </a:lnTo>
                  <a:lnTo>
                    <a:pt x="100454" y="24237"/>
                  </a:lnTo>
                  <a:lnTo>
                    <a:pt x="99285" y="26145"/>
                  </a:lnTo>
                  <a:lnTo>
                    <a:pt x="102220" y="28125"/>
                  </a:lnTo>
                  <a:lnTo>
                    <a:pt x="103460" y="26432"/>
                  </a:lnTo>
                  <a:lnTo>
                    <a:pt x="106204" y="19657"/>
                  </a:lnTo>
                  <a:lnTo>
                    <a:pt x="106705" y="19680"/>
                  </a:lnTo>
                  <a:lnTo>
                    <a:pt x="107921" y="19657"/>
                  </a:lnTo>
                  <a:lnTo>
                    <a:pt x="107993" y="17963"/>
                  </a:lnTo>
                  <a:lnTo>
                    <a:pt x="109066" y="16531"/>
                  </a:lnTo>
                  <a:lnTo>
                    <a:pt x="109164" y="15859"/>
                  </a:lnTo>
                  <a:lnTo>
                    <a:pt x="110044" y="9780"/>
                  </a:lnTo>
                  <a:lnTo>
                    <a:pt x="117583" y="10925"/>
                  </a:lnTo>
                  <a:lnTo>
                    <a:pt x="116939" y="16030"/>
                  </a:lnTo>
                  <a:lnTo>
                    <a:pt x="124644" y="15172"/>
                  </a:lnTo>
                  <a:lnTo>
                    <a:pt x="127053" y="12977"/>
                  </a:lnTo>
                  <a:lnTo>
                    <a:pt x="130727" y="12333"/>
                  </a:lnTo>
                  <a:lnTo>
                    <a:pt x="134186" y="7061"/>
                  </a:lnTo>
                  <a:lnTo>
                    <a:pt x="136763" y="8540"/>
                  </a:lnTo>
                  <a:lnTo>
                    <a:pt x="139077" y="5176"/>
                  </a:lnTo>
                  <a:lnTo>
                    <a:pt x="145923" y="11641"/>
                  </a:lnTo>
                  <a:lnTo>
                    <a:pt x="145041" y="12882"/>
                  </a:lnTo>
                  <a:lnTo>
                    <a:pt x="144540" y="13669"/>
                  </a:lnTo>
                  <a:lnTo>
                    <a:pt x="144778" y="15005"/>
                  </a:lnTo>
                  <a:lnTo>
                    <a:pt x="150790" y="22543"/>
                  </a:lnTo>
                  <a:lnTo>
                    <a:pt x="145017" y="29413"/>
                  </a:lnTo>
                  <a:lnTo>
                    <a:pt x="141438" y="26050"/>
                  </a:lnTo>
                  <a:lnTo>
                    <a:pt x="140079" y="27338"/>
                  </a:lnTo>
                  <a:lnTo>
                    <a:pt x="136715" y="24929"/>
                  </a:lnTo>
                  <a:lnTo>
                    <a:pt x="135451" y="24499"/>
                  </a:lnTo>
                  <a:lnTo>
                    <a:pt x="134639" y="24714"/>
                  </a:lnTo>
                  <a:lnTo>
                    <a:pt x="133327" y="26002"/>
                  </a:lnTo>
                  <a:lnTo>
                    <a:pt x="132812" y="27022"/>
                  </a:lnTo>
                  <a:lnTo>
                    <a:pt x="132206" y="28221"/>
                  </a:lnTo>
                  <a:lnTo>
                    <a:pt x="133524" y="28263"/>
                  </a:lnTo>
                  <a:lnTo>
                    <a:pt x="134425" y="28292"/>
                  </a:lnTo>
                  <a:lnTo>
                    <a:pt x="134162" y="31322"/>
                  </a:lnTo>
                  <a:lnTo>
                    <a:pt x="131157" y="32157"/>
                  </a:lnTo>
                  <a:lnTo>
                    <a:pt x="130441" y="32920"/>
                  </a:lnTo>
                  <a:lnTo>
                    <a:pt x="129105" y="36880"/>
                  </a:lnTo>
                  <a:lnTo>
                    <a:pt x="130202" y="38669"/>
                  </a:lnTo>
                  <a:lnTo>
                    <a:pt x="128032" y="42820"/>
                  </a:lnTo>
                  <a:lnTo>
                    <a:pt x="127220" y="44371"/>
                  </a:lnTo>
                  <a:lnTo>
                    <a:pt x="125813" y="43894"/>
                  </a:lnTo>
                  <a:lnTo>
                    <a:pt x="125527" y="45922"/>
                  </a:lnTo>
                  <a:lnTo>
                    <a:pt x="127960" y="46136"/>
                  </a:lnTo>
                  <a:lnTo>
                    <a:pt x="128127" y="52506"/>
                  </a:lnTo>
                  <a:lnTo>
                    <a:pt x="129558" y="52720"/>
                  </a:lnTo>
                  <a:lnTo>
                    <a:pt x="129749" y="48689"/>
                  </a:lnTo>
                  <a:lnTo>
                    <a:pt x="132433" y="41695"/>
                  </a:lnTo>
                  <a:lnTo>
                    <a:pt x="133834" y="41486"/>
                  </a:lnTo>
                  <a:lnTo>
                    <a:pt x="133089" y="39876"/>
                  </a:lnTo>
                  <a:lnTo>
                    <a:pt x="135755" y="38713"/>
                  </a:lnTo>
                  <a:lnTo>
                    <a:pt x="136135" y="39670"/>
                  </a:lnTo>
                  <a:lnTo>
                    <a:pt x="136570" y="40632"/>
                  </a:lnTo>
                  <a:lnTo>
                    <a:pt x="136803" y="41147"/>
                  </a:lnTo>
                  <a:lnTo>
                    <a:pt x="137459" y="42595"/>
                  </a:lnTo>
                  <a:lnTo>
                    <a:pt x="138873" y="46185"/>
                  </a:lnTo>
                  <a:lnTo>
                    <a:pt x="139436" y="47614"/>
                  </a:lnTo>
                  <a:lnTo>
                    <a:pt x="140057" y="48333"/>
                  </a:lnTo>
                  <a:lnTo>
                    <a:pt x="140789" y="49952"/>
                  </a:lnTo>
                  <a:lnTo>
                    <a:pt x="141742" y="52058"/>
                  </a:lnTo>
                  <a:lnTo>
                    <a:pt x="141813" y="52213"/>
                  </a:lnTo>
                  <a:lnTo>
                    <a:pt x="145645" y="51806"/>
                  </a:lnTo>
                  <a:lnTo>
                    <a:pt x="145798" y="52938"/>
                  </a:lnTo>
                  <a:lnTo>
                    <a:pt x="145751" y="53751"/>
                  </a:lnTo>
                  <a:lnTo>
                    <a:pt x="145631" y="55844"/>
                  </a:lnTo>
                  <a:lnTo>
                    <a:pt x="145429" y="57202"/>
                  </a:lnTo>
                  <a:lnTo>
                    <a:pt x="144429" y="59466"/>
                  </a:lnTo>
                  <a:lnTo>
                    <a:pt x="144177" y="60035"/>
                  </a:lnTo>
                  <a:lnTo>
                    <a:pt x="143804" y="60879"/>
                  </a:lnTo>
                  <a:lnTo>
                    <a:pt x="143670" y="61182"/>
                  </a:lnTo>
                  <a:lnTo>
                    <a:pt x="143546" y="62236"/>
                  </a:lnTo>
                  <a:lnTo>
                    <a:pt x="143292" y="62925"/>
                  </a:lnTo>
                  <a:lnTo>
                    <a:pt x="142948" y="63693"/>
                  </a:lnTo>
                  <a:lnTo>
                    <a:pt x="142942" y="64150"/>
                  </a:lnTo>
                  <a:lnTo>
                    <a:pt x="142933" y="64811"/>
                  </a:lnTo>
                  <a:lnTo>
                    <a:pt x="144046" y="65409"/>
                  </a:lnTo>
                  <a:lnTo>
                    <a:pt x="147638" y="67341"/>
                  </a:lnTo>
                  <a:lnTo>
                    <a:pt x="149061" y="68106"/>
                  </a:lnTo>
                  <a:lnTo>
                    <a:pt x="150831" y="68464"/>
                  </a:lnTo>
                  <a:lnTo>
                    <a:pt x="151811" y="68663"/>
                  </a:lnTo>
                  <a:lnTo>
                    <a:pt x="153447" y="68994"/>
                  </a:lnTo>
                  <a:lnTo>
                    <a:pt x="155323" y="69373"/>
                  </a:lnTo>
                  <a:lnTo>
                    <a:pt x="158708" y="70194"/>
                  </a:lnTo>
                  <a:lnTo>
                    <a:pt x="161347" y="73190"/>
                  </a:lnTo>
                  <a:lnTo>
                    <a:pt x="161561" y="73739"/>
                  </a:lnTo>
                  <a:lnTo>
                    <a:pt x="161780" y="74167"/>
                  </a:lnTo>
                  <a:lnTo>
                    <a:pt x="163371" y="75883"/>
                  </a:lnTo>
                  <a:lnTo>
                    <a:pt x="164775" y="77398"/>
                  </a:lnTo>
                  <a:lnTo>
                    <a:pt x="166401" y="78886"/>
                  </a:lnTo>
                  <a:lnTo>
                    <a:pt x="166550" y="78961"/>
                  </a:lnTo>
                  <a:lnTo>
                    <a:pt x="168414" y="79900"/>
                  </a:lnTo>
                  <a:lnTo>
                    <a:pt x="169440" y="79878"/>
                  </a:lnTo>
                  <a:lnTo>
                    <a:pt x="171187" y="79840"/>
                  </a:lnTo>
                  <a:lnTo>
                    <a:pt x="171703" y="79843"/>
                  </a:lnTo>
                  <a:lnTo>
                    <a:pt x="172454" y="79846"/>
                  </a:lnTo>
                  <a:lnTo>
                    <a:pt x="177136" y="79870"/>
                  </a:lnTo>
                  <a:lnTo>
                    <a:pt x="179373" y="80019"/>
                  </a:lnTo>
                  <a:lnTo>
                    <a:pt x="179615" y="80063"/>
                  </a:lnTo>
                  <a:lnTo>
                    <a:pt x="182057" y="80511"/>
                  </a:lnTo>
                  <a:lnTo>
                    <a:pt x="183040" y="80630"/>
                  </a:lnTo>
                  <a:lnTo>
                    <a:pt x="187007" y="81107"/>
                  </a:lnTo>
                  <a:lnTo>
                    <a:pt x="187289" y="81146"/>
                  </a:lnTo>
                  <a:lnTo>
                    <a:pt x="188502" y="81310"/>
                  </a:lnTo>
                  <a:lnTo>
                    <a:pt x="189872" y="81496"/>
                  </a:lnTo>
                  <a:lnTo>
                    <a:pt x="191537" y="81722"/>
                  </a:lnTo>
                  <a:lnTo>
                    <a:pt x="191896" y="81763"/>
                  </a:lnTo>
                  <a:lnTo>
                    <a:pt x="192700" y="81854"/>
                  </a:lnTo>
                  <a:lnTo>
                    <a:pt x="196272" y="82257"/>
                  </a:lnTo>
                  <a:lnTo>
                    <a:pt x="196788" y="82315"/>
                  </a:lnTo>
                  <a:lnTo>
                    <a:pt x="199501" y="82539"/>
                  </a:lnTo>
                  <a:lnTo>
                    <a:pt x="201824" y="82906"/>
                  </a:lnTo>
                  <a:lnTo>
                    <a:pt x="205887" y="83166"/>
                  </a:lnTo>
                  <a:lnTo>
                    <a:pt x="206886" y="83230"/>
                  </a:lnTo>
                  <a:lnTo>
                    <a:pt x="211960" y="83416"/>
                  </a:lnTo>
                  <a:lnTo>
                    <a:pt x="217702" y="83715"/>
                  </a:lnTo>
                  <a:lnTo>
                    <a:pt x="217659" y="84278"/>
                  </a:lnTo>
                  <a:lnTo>
                    <a:pt x="217635" y="84580"/>
                  </a:lnTo>
                  <a:lnTo>
                    <a:pt x="217624" y="84730"/>
                  </a:lnTo>
                  <a:lnTo>
                    <a:pt x="217560" y="85551"/>
                  </a:lnTo>
                  <a:lnTo>
                    <a:pt x="217531" y="85932"/>
                  </a:lnTo>
                  <a:lnTo>
                    <a:pt x="217469" y="86726"/>
                  </a:lnTo>
                  <a:lnTo>
                    <a:pt x="217446" y="87023"/>
                  </a:lnTo>
                  <a:lnTo>
                    <a:pt x="217436" y="87152"/>
                  </a:lnTo>
                  <a:lnTo>
                    <a:pt x="217378" y="87905"/>
                  </a:lnTo>
                  <a:lnTo>
                    <a:pt x="217342" y="88379"/>
                  </a:lnTo>
                  <a:lnTo>
                    <a:pt x="217278" y="89208"/>
                  </a:lnTo>
                  <a:lnTo>
                    <a:pt x="217248" y="89590"/>
                  </a:lnTo>
                  <a:lnTo>
                    <a:pt x="217192" y="90311"/>
                  </a:lnTo>
                  <a:lnTo>
                    <a:pt x="217168" y="90627"/>
                  </a:lnTo>
                  <a:lnTo>
                    <a:pt x="216986" y="92979"/>
                  </a:lnTo>
                  <a:lnTo>
                    <a:pt x="216968" y="93211"/>
                  </a:lnTo>
                  <a:lnTo>
                    <a:pt x="216912" y="93938"/>
                  </a:lnTo>
                  <a:lnTo>
                    <a:pt x="216889" y="94237"/>
                  </a:lnTo>
                  <a:lnTo>
                    <a:pt x="216741" y="96159"/>
                  </a:lnTo>
                  <a:lnTo>
                    <a:pt x="216727" y="96335"/>
                  </a:lnTo>
                  <a:lnTo>
                    <a:pt x="216531" y="96329"/>
                  </a:lnTo>
                  <a:lnTo>
                    <a:pt x="216265" y="96321"/>
                  </a:lnTo>
                  <a:lnTo>
                    <a:pt x="213939" y="96246"/>
                  </a:lnTo>
                  <a:lnTo>
                    <a:pt x="212666" y="95965"/>
                  </a:lnTo>
                  <a:lnTo>
                    <a:pt x="211814" y="95776"/>
                  </a:lnTo>
                  <a:lnTo>
                    <a:pt x="210231" y="95867"/>
                  </a:lnTo>
                  <a:lnTo>
                    <a:pt x="209895" y="96060"/>
                  </a:lnTo>
                  <a:lnTo>
                    <a:pt x="209442" y="95521"/>
                  </a:lnTo>
                  <a:lnTo>
                    <a:pt x="209013" y="95004"/>
                  </a:lnTo>
                  <a:lnTo>
                    <a:pt x="208479" y="94215"/>
                  </a:lnTo>
                  <a:lnTo>
                    <a:pt x="208262" y="93895"/>
                  </a:lnTo>
                  <a:lnTo>
                    <a:pt x="208174" y="93766"/>
                  </a:lnTo>
                  <a:lnTo>
                    <a:pt x="207704" y="93071"/>
                  </a:lnTo>
                  <a:lnTo>
                    <a:pt x="207437" y="92677"/>
                  </a:lnTo>
                  <a:lnTo>
                    <a:pt x="207327" y="92515"/>
                  </a:lnTo>
                  <a:lnTo>
                    <a:pt x="207146" y="92247"/>
                  </a:lnTo>
                  <a:lnTo>
                    <a:pt x="206890" y="92372"/>
                  </a:lnTo>
                  <a:lnTo>
                    <a:pt x="206757" y="92438"/>
                  </a:lnTo>
                  <a:lnTo>
                    <a:pt x="204885" y="93355"/>
                  </a:lnTo>
                  <a:lnTo>
                    <a:pt x="203980" y="93798"/>
                  </a:lnTo>
                  <a:lnTo>
                    <a:pt x="203695" y="93938"/>
                  </a:lnTo>
                  <a:lnTo>
                    <a:pt x="203261" y="94150"/>
                  </a:lnTo>
                  <a:lnTo>
                    <a:pt x="203084" y="94237"/>
                  </a:lnTo>
                  <a:lnTo>
                    <a:pt x="202796" y="94292"/>
                  </a:lnTo>
                  <a:lnTo>
                    <a:pt x="202005" y="94444"/>
                  </a:lnTo>
                  <a:lnTo>
                    <a:pt x="201461" y="94548"/>
                  </a:lnTo>
                  <a:lnTo>
                    <a:pt x="201319" y="94570"/>
                  </a:lnTo>
                  <a:lnTo>
                    <a:pt x="201154" y="94595"/>
                  </a:lnTo>
                  <a:lnTo>
                    <a:pt x="200011" y="94772"/>
                  </a:lnTo>
                  <a:lnTo>
                    <a:pt x="199115" y="94927"/>
                  </a:lnTo>
                  <a:lnTo>
                    <a:pt x="198257" y="95075"/>
                  </a:lnTo>
                  <a:lnTo>
                    <a:pt x="197843" y="95146"/>
                  </a:lnTo>
                  <a:lnTo>
                    <a:pt x="197059" y="95282"/>
                  </a:lnTo>
                  <a:lnTo>
                    <a:pt x="196364" y="95319"/>
                  </a:lnTo>
                  <a:lnTo>
                    <a:pt x="195735" y="95353"/>
                  </a:lnTo>
                  <a:lnTo>
                    <a:pt x="195388" y="95641"/>
                  </a:lnTo>
                  <a:lnTo>
                    <a:pt x="195042" y="95713"/>
                  </a:lnTo>
                  <a:lnTo>
                    <a:pt x="192736" y="96183"/>
                  </a:lnTo>
                  <a:lnTo>
                    <a:pt x="192390" y="96233"/>
                  </a:lnTo>
                  <a:lnTo>
                    <a:pt x="192189" y="96262"/>
                  </a:lnTo>
                  <a:lnTo>
                    <a:pt x="191985" y="96292"/>
                  </a:lnTo>
                  <a:lnTo>
                    <a:pt x="191570" y="96352"/>
                  </a:lnTo>
                  <a:lnTo>
                    <a:pt x="189697" y="96623"/>
                  </a:lnTo>
                  <a:lnTo>
                    <a:pt x="189380" y="96682"/>
                  </a:lnTo>
                  <a:lnTo>
                    <a:pt x="189128" y="96729"/>
                  </a:lnTo>
                  <a:lnTo>
                    <a:pt x="188950" y="96762"/>
                  </a:lnTo>
                  <a:lnTo>
                    <a:pt x="188791" y="96791"/>
                  </a:lnTo>
                  <a:lnTo>
                    <a:pt x="188489" y="96847"/>
                  </a:lnTo>
                  <a:lnTo>
                    <a:pt x="188486" y="96688"/>
                  </a:lnTo>
                  <a:lnTo>
                    <a:pt x="188470" y="95975"/>
                  </a:lnTo>
                  <a:lnTo>
                    <a:pt x="188462" y="95609"/>
                  </a:lnTo>
                  <a:lnTo>
                    <a:pt x="186915" y="95136"/>
                  </a:lnTo>
                  <a:lnTo>
                    <a:pt x="184328" y="94296"/>
                  </a:lnTo>
                  <a:lnTo>
                    <a:pt x="183633" y="93996"/>
                  </a:lnTo>
                  <a:lnTo>
                    <a:pt x="182851" y="93431"/>
                  </a:lnTo>
                  <a:lnTo>
                    <a:pt x="182478" y="93632"/>
                  </a:lnTo>
                  <a:lnTo>
                    <a:pt x="182338" y="93893"/>
                  </a:lnTo>
                  <a:lnTo>
                    <a:pt x="181853" y="94803"/>
                  </a:lnTo>
                  <a:lnTo>
                    <a:pt x="181744" y="95006"/>
                  </a:lnTo>
                  <a:lnTo>
                    <a:pt x="181598" y="95280"/>
                  </a:lnTo>
                  <a:lnTo>
                    <a:pt x="181029" y="96017"/>
                  </a:lnTo>
                  <a:lnTo>
                    <a:pt x="178417" y="96448"/>
                  </a:lnTo>
                  <a:lnTo>
                    <a:pt x="179569" y="96901"/>
                  </a:lnTo>
                  <a:lnTo>
                    <a:pt x="179384" y="97412"/>
                  </a:lnTo>
                  <a:lnTo>
                    <a:pt x="178705" y="99290"/>
                  </a:lnTo>
                  <a:lnTo>
                    <a:pt x="177595" y="99701"/>
                  </a:lnTo>
                  <a:lnTo>
                    <a:pt x="177009" y="99918"/>
                  </a:lnTo>
                  <a:lnTo>
                    <a:pt x="176652" y="102792"/>
                  </a:lnTo>
                  <a:lnTo>
                    <a:pt x="176485" y="102789"/>
                  </a:lnTo>
                  <a:lnTo>
                    <a:pt x="176275" y="102836"/>
                  </a:lnTo>
                  <a:lnTo>
                    <a:pt x="176020" y="102892"/>
                  </a:lnTo>
                  <a:lnTo>
                    <a:pt x="175885" y="102922"/>
                  </a:lnTo>
                  <a:lnTo>
                    <a:pt x="175671" y="102970"/>
                  </a:lnTo>
                  <a:lnTo>
                    <a:pt x="175519" y="103004"/>
                  </a:lnTo>
                  <a:lnTo>
                    <a:pt x="175232" y="102872"/>
                  </a:lnTo>
                  <a:lnTo>
                    <a:pt x="175053" y="102789"/>
                  </a:lnTo>
                  <a:lnTo>
                    <a:pt x="174873" y="102903"/>
                  </a:lnTo>
                  <a:lnTo>
                    <a:pt x="174532" y="103117"/>
                  </a:lnTo>
                  <a:lnTo>
                    <a:pt x="174123" y="103374"/>
                  </a:lnTo>
                  <a:lnTo>
                    <a:pt x="173880" y="103527"/>
                  </a:lnTo>
                  <a:lnTo>
                    <a:pt x="173047" y="104051"/>
                  </a:lnTo>
                  <a:lnTo>
                    <a:pt x="172025" y="103232"/>
                  </a:lnTo>
                  <a:lnTo>
                    <a:pt x="171771" y="103028"/>
                  </a:lnTo>
                  <a:lnTo>
                    <a:pt x="170876" y="103170"/>
                  </a:lnTo>
                  <a:lnTo>
                    <a:pt x="170696" y="103267"/>
                  </a:lnTo>
                  <a:lnTo>
                    <a:pt x="170499" y="103431"/>
                  </a:lnTo>
                  <a:lnTo>
                    <a:pt x="168919" y="104746"/>
                  </a:lnTo>
                  <a:lnTo>
                    <a:pt x="170024" y="106002"/>
                  </a:lnTo>
                  <a:lnTo>
                    <a:pt x="169888" y="106090"/>
                  </a:lnTo>
                  <a:lnTo>
                    <a:pt x="169093" y="106605"/>
                  </a:lnTo>
                  <a:lnTo>
                    <a:pt x="168775" y="106992"/>
                  </a:lnTo>
                  <a:lnTo>
                    <a:pt x="168139" y="107768"/>
                  </a:lnTo>
                  <a:lnTo>
                    <a:pt x="167017" y="109136"/>
                  </a:lnTo>
                  <a:lnTo>
                    <a:pt x="166802" y="109398"/>
                  </a:lnTo>
                  <a:lnTo>
                    <a:pt x="166528" y="109731"/>
                  </a:lnTo>
                  <a:lnTo>
                    <a:pt x="166206" y="110124"/>
                  </a:lnTo>
                  <a:lnTo>
                    <a:pt x="166058" y="110281"/>
                  </a:lnTo>
                  <a:lnTo>
                    <a:pt x="165794" y="110560"/>
                  </a:lnTo>
                  <a:lnTo>
                    <a:pt x="165257" y="111128"/>
                  </a:lnTo>
                  <a:lnTo>
                    <a:pt x="163599" y="112950"/>
                  </a:lnTo>
                  <a:lnTo>
                    <a:pt x="167825" y="117369"/>
                  </a:lnTo>
                  <a:lnTo>
                    <a:pt x="168055" y="117609"/>
                  </a:lnTo>
                  <a:lnTo>
                    <a:pt x="167912" y="117689"/>
                  </a:lnTo>
                  <a:lnTo>
                    <a:pt x="166107" y="118697"/>
                  </a:lnTo>
                  <a:lnTo>
                    <a:pt x="164045" y="116763"/>
                  </a:lnTo>
                  <a:lnTo>
                    <a:pt x="162412" y="119845"/>
                  </a:lnTo>
                  <a:lnTo>
                    <a:pt x="162321" y="120016"/>
                  </a:lnTo>
                  <a:lnTo>
                    <a:pt x="161988" y="120075"/>
                  </a:lnTo>
                  <a:lnTo>
                    <a:pt x="161716" y="119849"/>
                  </a:lnTo>
                  <a:lnTo>
                    <a:pt x="159914" y="119564"/>
                  </a:lnTo>
                  <a:lnTo>
                    <a:pt x="156110" y="122144"/>
                  </a:lnTo>
                  <a:lnTo>
                    <a:pt x="156646" y="123099"/>
                  </a:lnTo>
                  <a:lnTo>
                    <a:pt x="155394" y="124590"/>
                  </a:lnTo>
                  <a:lnTo>
                    <a:pt x="152808" y="126220"/>
                  </a:lnTo>
                  <a:lnTo>
                    <a:pt x="152063" y="128159"/>
                  </a:lnTo>
                  <a:lnTo>
                    <a:pt x="149618" y="128457"/>
                  </a:lnTo>
                  <a:lnTo>
                    <a:pt x="147471" y="122553"/>
                  </a:lnTo>
                  <a:lnTo>
                    <a:pt x="141030" y="117185"/>
                  </a:lnTo>
                  <a:lnTo>
                    <a:pt x="140493" y="113428"/>
                  </a:lnTo>
                  <a:lnTo>
                    <a:pt x="137451" y="108418"/>
                  </a:lnTo>
                  <a:lnTo>
                    <a:pt x="132799" y="105913"/>
                  </a:lnTo>
                  <a:lnTo>
                    <a:pt x="129758" y="102693"/>
                  </a:lnTo>
                  <a:lnTo>
                    <a:pt x="125464" y="99472"/>
                  </a:lnTo>
                  <a:lnTo>
                    <a:pt x="119738" y="98578"/>
                  </a:lnTo>
                  <a:lnTo>
                    <a:pt x="115147" y="100992"/>
                  </a:lnTo>
                  <a:lnTo>
                    <a:pt x="116489" y="106896"/>
                  </a:lnTo>
                  <a:lnTo>
                    <a:pt x="113060" y="112502"/>
                  </a:lnTo>
                  <a:lnTo>
                    <a:pt x="112699" y="112854"/>
                  </a:lnTo>
                  <a:lnTo>
                    <a:pt x="111090" y="112170"/>
                  </a:lnTo>
                  <a:lnTo>
                    <a:pt x="110910" y="111965"/>
                  </a:lnTo>
                  <a:lnTo>
                    <a:pt x="109215" y="110163"/>
                  </a:lnTo>
                  <a:lnTo>
                    <a:pt x="108798" y="110012"/>
                  </a:lnTo>
                  <a:lnTo>
                    <a:pt x="106412" y="109149"/>
                  </a:lnTo>
                  <a:lnTo>
                    <a:pt x="103311" y="108342"/>
                  </a:lnTo>
                  <a:lnTo>
                    <a:pt x="100007" y="108601"/>
                  </a:lnTo>
                  <a:lnTo>
                    <a:pt x="99157" y="108668"/>
                  </a:lnTo>
                  <a:lnTo>
                    <a:pt x="98694" y="108704"/>
                  </a:lnTo>
                  <a:lnTo>
                    <a:pt x="98412" y="108744"/>
                  </a:lnTo>
                  <a:lnTo>
                    <a:pt x="94870" y="109242"/>
                  </a:lnTo>
                  <a:lnTo>
                    <a:pt x="94013" y="109363"/>
                  </a:lnTo>
                  <a:lnTo>
                    <a:pt x="91561" y="107757"/>
                  </a:lnTo>
                  <a:lnTo>
                    <a:pt x="89293" y="109892"/>
                  </a:lnTo>
                  <a:lnTo>
                    <a:pt x="88730" y="110483"/>
                  </a:lnTo>
                  <a:lnTo>
                    <a:pt x="87329" y="109827"/>
                  </a:lnTo>
                  <a:lnTo>
                    <a:pt x="86166" y="109618"/>
                  </a:lnTo>
                  <a:lnTo>
                    <a:pt x="84943" y="110215"/>
                  </a:lnTo>
                  <a:lnTo>
                    <a:pt x="83959" y="111079"/>
                  </a:lnTo>
                  <a:lnTo>
                    <a:pt x="81783" y="110215"/>
                  </a:lnTo>
                  <a:lnTo>
                    <a:pt x="81425" y="111079"/>
                  </a:lnTo>
                  <a:lnTo>
                    <a:pt x="77041" y="110990"/>
                  </a:lnTo>
                  <a:lnTo>
                    <a:pt x="76683" y="112898"/>
                  </a:lnTo>
                  <a:lnTo>
                    <a:pt x="70511" y="112898"/>
                  </a:lnTo>
                  <a:lnTo>
                    <a:pt x="68125" y="112004"/>
                  </a:lnTo>
                  <a:lnTo>
                    <a:pt x="66992" y="110602"/>
                  </a:lnTo>
                  <a:lnTo>
                    <a:pt x="65680" y="108455"/>
                  </a:lnTo>
                  <a:lnTo>
                    <a:pt x="65172" y="106238"/>
                  </a:lnTo>
                  <a:lnTo>
                    <a:pt x="64636" y="106457"/>
                  </a:lnTo>
                  <a:lnTo>
                    <a:pt x="62668" y="105056"/>
                  </a:lnTo>
                  <a:lnTo>
                    <a:pt x="60134" y="109827"/>
                  </a:lnTo>
                  <a:lnTo>
                    <a:pt x="52321" y="115105"/>
                  </a:lnTo>
                  <a:lnTo>
                    <a:pt x="45045" y="117371"/>
                  </a:lnTo>
                  <a:lnTo>
                    <a:pt x="43470" y="115580"/>
                  </a:lnTo>
                  <a:lnTo>
                    <a:pt x="38513" y="118343"/>
                  </a:lnTo>
                  <a:lnTo>
                    <a:pt x="37077" y="115548"/>
                  </a:lnTo>
                  <a:lnTo>
                    <a:pt x="36508" y="114440"/>
                  </a:lnTo>
                  <a:lnTo>
                    <a:pt x="37312" y="113998"/>
                  </a:lnTo>
                  <a:lnTo>
                    <a:pt x="43020" y="110862"/>
                  </a:lnTo>
                  <a:lnTo>
                    <a:pt x="44165" y="112723"/>
                  </a:lnTo>
                  <a:lnTo>
                    <a:pt x="51680" y="107928"/>
                  </a:lnTo>
                  <a:lnTo>
                    <a:pt x="44953" y="106640"/>
                  </a:lnTo>
                  <a:lnTo>
                    <a:pt x="45167" y="102346"/>
                  </a:lnTo>
                  <a:lnTo>
                    <a:pt x="49891" y="102847"/>
                  </a:lnTo>
                  <a:lnTo>
                    <a:pt x="52539" y="98195"/>
                  </a:lnTo>
                  <a:lnTo>
                    <a:pt x="48245" y="96692"/>
                  </a:lnTo>
                  <a:lnTo>
                    <a:pt x="46885" y="99483"/>
                  </a:lnTo>
                  <a:lnTo>
                    <a:pt x="44450" y="98613"/>
                  </a:lnTo>
                  <a:lnTo>
                    <a:pt x="41875" y="101845"/>
                  </a:lnTo>
                  <a:lnTo>
                    <a:pt x="38247" y="100315"/>
                  </a:lnTo>
                  <a:lnTo>
                    <a:pt x="34053" y="103034"/>
                  </a:lnTo>
                  <a:lnTo>
                    <a:pt x="31543" y="98013"/>
                  </a:lnTo>
                  <a:lnTo>
                    <a:pt x="30773" y="96474"/>
                  </a:lnTo>
                  <a:lnTo>
                    <a:pt x="28875" y="97152"/>
                  </a:lnTo>
                  <a:lnTo>
                    <a:pt x="27433" y="97667"/>
                  </a:lnTo>
                  <a:lnTo>
                    <a:pt x="24485" y="93257"/>
                  </a:lnTo>
                  <a:lnTo>
                    <a:pt x="21479" y="89034"/>
                  </a:lnTo>
                  <a:lnTo>
                    <a:pt x="19323" y="81743"/>
                  </a:lnTo>
                  <a:lnTo>
                    <a:pt x="17533" y="78701"/>
                  </a:lnTo>
                  <a:lnTo>
                    <a:pt x="13836" y="75004"/>
                  </a:lnTo>
                  <a:lnTo>
                    <a:pt x="12404" y="76137"/>
                  </a:lnTo>
                  <a:lnTo>
                    <a:pt x="7357" y="74438"/>
                  </a:lnTo>
                  <a:lnTo>
                    <a:pt x="5642" y="73861"/>
                  </a:lnTo>
                  <a:lnTo>
                    <a:pt x="0" y="71962"/>
                  </a:lnTo>
                  <a:lnTo>
                    <a:pt x="4602" y="65120"/>
                  </a:lnTo>
                  <a:lnTo>
                    <a:pt x="5015" y="64506"/>
                  </a:lnTo>
                  <a:lnTo>
                    <a:pt x="6703" y="65686"/>
                  </a:lnTo>
                  <a:lnTo>
                    <a:pt x="8481" y="66929"/>
                  </a:lnTo>
                  <a:lnTo>
                    <a:pt x="11091" y="67301"/>
                  </a:lnTo>
                  <a:lnTo>
                    <a:pt x="11558" y="66833"/>
                  </a:lnTo>
                  <a:lnTo>
                    <a:pt x="11911" y="66481"/>
                  </a:lnTo>
                  <a:lnTo>
                    <a:pt x="10792" y="63872"/>
                  </a:lnTo>
                  <a:lnTo>
                    <a:pt x="6381" y="59975"/>
                  </a:lnTo>
                  <a:lnTo>
                    <a:pt x="8602" y="57332"/>
                  </a:lnTo>
                  <a:lnTo>
                    <a:pt x="5648" y="51721"/>
                  </a:lnTo>
                  <a:lnTo>
                    <a:pt x="9264" y="49559"/>
                  </a:lnTo>
                  <a:lnTo>
                    <a:pt x="14333" y="49522"/>
                  </a:lnTo>
                  <a:lnTo>
                    <a:pt x="17241" y="48031"/>
                  </a:lnTo>
                  <a:lnTo>
                    <a:pt x="17710" y="47763"/>
                  </a:lnTo>
                  <a:lnTo>
                    <a:pt x="21711" y="45486"/>
                  </a:lnTo>
                  <a:lnTo>
                    <a:pt x="22086" y="45272"/>
                  </a:lnTo>
                  <a:lnTo>
                    <a:pt x="22982" y="48514"/>
                  </a:lnTo>
                  <a:lnTo>
                    <a:pt x="23354" y="49857"/>
                  </a:lnTo>
                  <a:lnTo>
                    <a:pt x="23507" y="49762"/>
                  </a:lnTo>
                  <a:lnTo>
                    <a:pt x="26969" y="47621"/>
                  </a:lnTo>
                  <a:lnTo>
                    <a:pt x="29020" y="46428"/>
                  </a:lnTo>
                  <a:lnTo>
                    <a:pt x="40798" y="45235"/>
                  </a:lnTo>
                  <a:lnTo>
                    <a:pt x="40703" y="46347"/>
                  </a:lnTo>
                  <a:lnTo>
                    <a:pt x="40674" y="46887"/>
                  </a:lnTo>
                  <a:lnTo>
                    <a:pt x="41126" y="52616"/>
                  </a:lnTo>
                  <a:lnTo>
                    <a:pt x="48712" y="51686"/>
                  </a:lnTo>
                  <a:lnTo>
                    <a:pt x="50805" y="52215"/>
                  </a:lnTo>
                  <a:lnTo>
                    <a:pt x="51962" y="52507"/>
                  </a:lnTo>
                  <a:lnTo>
                    <a:pt x="55367" y="53368"/>
                  </a:lnTo>
                  <a:lnTo>
                    <a:pt x="60797" y="55054"/>
                  </a:lnTo>
                  <a:lnTo>
                    <a:pt x="61152" y="55231"/>
                  </a:lnTo>
                  <a:lnTo>
                    <a:pt x="61384" y="55287"/>
                  </a:lnTo>
                  <a:lnTo>
                    <a:pt x="61663" y="56198"/>
                  </a:lnTo>
                  <a:lnTo>
                    <a:pt x="60867" y="57437"/>
                  </a:lnTo>
                  <a:lnTo>
                    <a:pt x="60731" y="57576"/>
                  </a:lnTo>
                  <a:lnTo>
                    <a:pt x="60458" y="57915"/>
                  </a:lnTo>
                  <a:lnTo>
                    <a:pt x="60126" y="58325"/>
                  </a:lnTo>
                  <a:lnTo>
                    <a:pt x="59843" y="58621"/>
                  </a:lnTo>
                  <a:lnTo>
                    <a:pt x="59678" y="58795"/>
                  </a:lnTo>
                  <a:lnTo>
                    <a:pt x="59448" y="59036"/>
                  </a:lnTo>
                  <a:lnTo>
                    <a:pt x="59918" y="59431"/>
                  </a:lnTo>
                  <a:lnTo>
                    <a:pt x="61759" y="60977"/>
                  </a:lnTo>
                  <a:lnTo>
                    <a:pt x="62351" y="61424"/>
                  </a:lnTo>
                  <a:lnTo>
                    <a:pt x="62649" y="61648"/>
                  </a:lnTo>
                  <a:lnTo>
                    <a:pt x="63364" y="62267"/>
                  </a:lnTo>
                  <a:lnTo>
                    <a:pt x="63880" y="62836"/>
                  </a:lnTo>
                  <a:lnTo>
                    <a:pt x="64274" y="63270"/>
                  </a:lnTo>
                  <a:lnTo>
                    <a:pt x="64454" y="63510"/>
                  </a:lnTo>
                  <a:lnTo>
                    <a:pt x="65109" y="64384"/>
                  </a:lnTo>
                  <a:lnTo>
                    <a:pt x="65553" y="64825"/>
                  </a:lnTo>
                  <a:lnTo>
                    <a:pt x="66381" y="65508"/>
                  </a:lnTo>
                  <a:lnTo>
                    <a:pt x="66674" y="65750"/>
                  </a:lnTo>
                  <a:lnTo>
                    <a:pt x="67066" y="66073"/>
                  </a:lnTo>
                  <a:lnTo>
                    <a:pt x="67382" y="66306"/>
                  </a:lnTo>
                  <a:lnTo>
                    <a:pt x="68879" y="67410"/>
                  </a:lnTo>
                  <a:lnTo>
                    <a:pt x="69652" y="67879"/>
                  </a:lnTo>
                  <a:lnTo>
                    <a:pt x="69834" y="67989"/>
                  </a:lnTo>
                  <a:lnTo>
                    <a:pt x="70943" y="68662"/>
                  </a:lnTo>
                  <a:lnTo>
                    <a:pt x="70464" y="69495"/>
                  </a:lnTo>
                  <a:lnTo>
                    <a:pt x="70311" y="69762"/>
                  </a:lnTo>
                  <a:lnTo>
                    <a:pt x="69907" y="69814"/>
                  </a:lnTo>
                  <a:lnTo>
                    <a:pt x="69401" y="70908"/>
                  </a:lnTo>
                  <a:lnTo>
                    <a:pt x="69437" y="71628"/>
                  </a:lnTo>
                  <a:lnTo>
                    <a:pt x="69804" y="71836"/>
                  </a:lnTo>
                  <a:lnTo>
                    <a:pt x="70721" y="72355"/>
                  </a:lnTo>
                  <a:lnTo>
                    <a:pt x="71171" y="72610"/>
                  </a:lnTo>
                  <a:lnTo>
                    <a:pt x="71337" y="72704"/>
                  </a:lnTo>
                  <a:lnTo>
                    <a:pt x="71761" y="72944"/>
                  </a:lnTo>
                  <a:lnTo>
                    <a:pt x="72710" y="73482"/>
                  </a:lnTo>
                  <a:lnTo>
                    <a:pt x="74561" y="74530"/>
                  </a:lnTo>
                  <a:lnTo>
                    <a:pt x="74732" y="74650"/>
                  </a:lnTo>
                  <a:lnTo>
                    <a:pt x="75312" y="75058"/>
                  </a:lnTo>
                  <a:lnTo>
                    <a:pt x="75748" y="75380"/>
                  </a:lnTo>
                  <a:lnTo>
                    <a:pt x="79274" y="77993"/>
                  </a:lnTo>
                  <a:lnTo>
                    <a:pt x="79547" y="77560"/>
                  </a:lnTo>
                  <a:lnTo>
                    <a:pt x="81014" y="76003"/>
                  </a:lnTo>
                  <a:lnTo>
                    <a:pt x="81866" y="75056"/>
                  </a:lnTo>
                  <a:lnTo>
                    <a:pt x="81978" y="74221"/>
                  </a:lnTo>
                  <a:lnTo>
                    <a:pt x="82086" y="73516"/>
                  </a:lnTo>
                  <a:lnTo>
                    <a:pt x="82234" y="72554"/>
                  </a:lnTo>
                  <a:lnTo>
                    <a:pt x="82529" y="70642"/>
                  </a:lnTo>
                  <a:lnTo>
                    <a:pt x="86411" y="72045"/>
                  </a:lnTo>
                  <a:lnTo>
                    <a:pt x="87807" y="72550"/>
                  </a:lnTo>
                  <a:lnTo>
                    <a:pt x="89195" y="70041"/>
                  </a:lnTo>
                  <a:lnTo>
                    <a:pt x="89657" y="69312"/>
                  </a:lnTo>
                  <a:lnTo>
                    <a:pt x="90818" y="67483"/>
                  </a:lnTo>
                  <a:lnTo>
                    <a:pt x="91587" y="66270"/>
                  </a:lnTo>
                  <a:lnTo>
                    <a:pt x="94130" y="66985"/>
                  </a:lnTo>
                  <a:lnTo>
                    <a:pt x="96922" y="66906"/>
                  </a:lnTo>
                  <a:lnTo>
                    <a:pt x="97426" y="66537"/>
                  </a:lnTo>
                  <a:lnTo>
                    <a:pt x="97759" y="66056"/>
                  </a:lnTo>
                  <a:lnTo>
                    <a:pt x="97362" y="65201"/>
                  </a:lnTo>
                  <a:lnTo>
                    <a:pt x="97073" y="64419"/>
                  </a:lnTo>
                  <a:lnTo>
                    <a:pt x="98640" y="63759"/>
                  </a:lnTo>
                  <a:lnTo>
                    <a:pt x="98090" y="62835"/>
                  </a:lnTo>
                  <a:lnTo>
                    <a:pt x="97094" y="61663"/>
                  </a:lnTo>
                  <a:lnTo>
                    <a:pt x="96859" y="61441"/>
                  </a:lnTo>
                  <a:lnTo>
                    <a:pt x="95985" y="60618"/>
                  </a:lnTo>
                  <a:lnTo>
                    <a:pt x="93152" y="58829"/>
                  </a:lnTo>
                  <a:lnTo>
                    <a:pt x="91735" y="55921"/>
                  </a:lnTo>
                  <a:lnTo>
                    <a:pt x="91416" y="55207"/>
                  </a:lnTo>
                  <a:lnTo>
                    <a:pt x="88226" y="52690"/>
                  </a:lnTo>
                  <a:lnTo>
                    <a:pt x="87449" y="52254"/>
                  </a:lnTo>
                  <a:lnTo>
                    <a:pt x="85391" y="51098"/>
                  </a:lnTo>
                  <a:lnTo>
                    <a:pt x="84609" y="50658"/>
                  </a:lnTo>
                  <a:lnTo>
                    <a:pt x="84460" y="50584"/>
                  </a:lnTo>
                  <a:lnTo>
                    <a:pt x="82913" y="49594"/>
                  </a:lnTo>
                  <a:lnTo>
                    <a:pt x="79438" y="47370"/>
                  </a:lnTo>
                  <a:lnTo>
                    <a:pt x="78036" y="45743"/>
                  </a:lnTo>
                  <a:lnTo>
                    <a:pt x="76528" y="45041"/>
                  </a:lnTo>
                  <a:lnTo>
                    <a:pt x="77715" y="43097"/>
                  </a:lnTo>
                  <a:lnTo>
                    <a:pt x="79843" y="40125"/>
                  </a:lnTo>
                  <a:lnTo>
                    <a:pt x="90912" y="44252"/>
                  </a:lnTo>
                  <a:lnTo>
                    <a:pt x="93155" y="41150"/>
                  </a:lnTo>
                  <a:lnTo>
                    <a:pt x="91795" y="39481"/>
                  </a:lnTo>
                  <a:lnTo>
                    <a:pt x="93155" y="37787"/>
                  </a:lnTo>
                  <a:lnTo>
                    <a:pt x="92010" y="36379"/>
                  </a:lnTo>
                  <a:lnTo>
                    <a:pt x="91485" y="33922"/>
                  </a:lnTo>
                  <a:lnTo>
                    <a:pt x="88908" y="31417"/>
                  </a:lnTo>
                  <a:lnTo>
                    <a:pt x="88383" y="30272"/>
                  </a:lnTo>
                  <a:lnTo>
                    <a:pt x="88765" y="23927"/>
                  </a:lnTo>
                  <a:lnTo>
                    <a:pt x="87453" y="22853"/>
                  </a:lnTo>
                  <a:lnTo>
                    <a:pt x="86666" y="21804"/>
                  </a:lnTo>
                  <a:lnTo>
                    <a:pt x="87429" y="20873"/>
                  </a:lnTo>
                  <a:lnTo>
                    <a:pt x="82014" y="17366"/>
                  </a:lnTo>
                  <a:lnTo>
                    <a:pt x="82682" y="16722"/>
                  </a:lnTo>
                  <a:lnTo>
                    <a:pt x="86737" y="13120"/>
                  </a:lnTo>
                  <a:lnTo>
                    <a:pt x="87143" y="12309"/>
                  </a:lnTo>
                  <a:lnTo>
                    <a:pt x="87525" y="11092"/>
                  </a:lnTo>
                  <a:lnTo>
                    <a:pt x="87978" y="10568"/>
                  </a:lnTo>
                  <a:lnTo>
                    <a:pt x="88741" y="10162"/>
                  </a:lnTo>
                  <a:lnTo>
                    <a:pt x="89409" y="10162"/>
                  </a:lnTo>
                  <a:lnTo>
                    <a:pt x="90578" y="10377"/>
                  </a:lnTo>
                  <a:lnTo>
                    <a:pt x="92988" y="9923"/>
                  </a:lnTo>
                  <a:lnTo>
                    <a:pt x="101027" y="2743"/>
                  </a:lnTo>
                  <a:lnTo>
                    <a:pt x="104772"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0" name="pg219"/>
            <p:cNvSpPr/>
            <p:nvPr/>
          </p:nvSpPr>
          <p:spPr>
            <a:xfrm>
              <a:off x="3865703" y="2294837"/>
              <a:ext cx="116290" cy="78101"/>
            </a:xfrm>
            <a:custGeom>
              <a:avLst/>
              <a:pathLst>
                <a:path w="116290" h="78101">
                  <a:moveTo>
                    <a:pt x="71944" y="0"/>
                  </a:moveTo>
                  <a:lnTo>
                    <a:pt x="71860" y="1051"/>
                  </a:lnTo>
                  <a:lnTo>
                    <a:pt x="71818" y="1583"/>
                  </a:lnTo>
                  <a:lnTo>
                    <a:pt x="71673" y="3403"/>
                  </a:lnTo>
                  <a:lnTo>
                    <a:pt x="71639" y="3822"/>
                  </a:lnTo>
                  <a:lnTo>
                    <a:pt x="71606" y="4236"/>
                  </a:lnTo>
                  <a:lnTo>
                    <a:pt x="71523" y="5287"/>
                  </a:lnTo>
                  <a:lnTo>
                    <a:pt x="71428" y="6470"/>
                  </a:lnTo>
                  <a:lnTo>
                    <a:pt x="71414" y="6650"/>
                  </a:lnTo>
                  <a:lnTo>
                    <a:pt x="71281" y="8321"/>
                  </a:lnTo>
                  <a:lnTo>
                    <a:pt x="71269" y="8476"/>
                  </a:lnTo>
                  <a:lnTo>
                    <a:pt x="71179" y="9599"/>
                  </a:lnTo>
                  <a:lnTo>
                    <a:pt x="71137" y="10126"/>
                  </a:lnTo>
                  <a:lnTo>
                    <a:pt x="71089" y="10728"/>
                  </a:lnTo>
                  <a:lnTo>
                    <a:pt x="71049" y="11235"/>
                  </a:lnTo>
                  <a:lnTo>
                    <a:pt x="71015" y="11653"/>
                  </a:lnTo>
                  <a:lnTo>
                    <a:pt x="70963" y="12316"/>
                  </a:lnTo>
                  <a:lnTo>
                    <a:pt x="70933" y="12729"/>
                  </a:lnTo>
                  <a:lnTo>
                    <a:pt x="70917" y="12942"/>
                  </a:lnTo>
                  <a:lnTo>
                    <a:pt x="70896" y="13229"/>
                  </a:lnTo>
                  <a:lnTo>
                    <a:pt x="70869" y="13606"/>
                  </a:lnTo>
                  <a:lnTo>
                    <a:pt x="70797" y="14594"/>
                  </a:lnTo>
                  <a:lnTo>
                    <a:pt x="70748" y="15268"/>
                  </a:lnTo>
                  <a:lnTo>
                    <a:pt x="70711" y="15776"/>
                  </a:lnTo>
                  <a:lnTo>
                    <a:pt x="70671" y="16322"/>
                  </a:lnTo>
                  <a:lnTo>
                    <a:pt x="70632" y="16867"/>
                  </a:lnTo>
                  <a:lnTo>
                    <a:pt x="70616" y="17079"/>
                  </a:lnTo>
                  <a:lnTo>
                    <a:pt x="70599" y="17391"/>
                  </a:lnTo>
                  <a:lnTo>
                    <a:pt x="70538" y="18474"/>
                  </a:lnTo>
                  <a:lnTo>
                    <a:pt x="70507" y="19041"/>
                  </a:lnTo>
                  <a:lnTo>
                    <a:pt x="70478" y="19562"/>
                  </a:lnTo>
                  <a:lnTo>
                    <a:pt x="70443" y="20182"/>
                  </a:lnTo>
                  <a:lnTo>
                    <a:pt x="70403" y="20893"/>
                  </a:lnTo>
                  <a:lnTo>
                    <a:pt x="70377" y="21374"/>
                  </a:lnTo>
                  <a:lnTo>
                    <a:pt x="70350" y="21847"/>
                  </a:lnTo>
                  <a:lnTo>
                    <a:pt x="70340" y="22027"/>
                  </a:lnTo>
                  <a:lnTo>
                    <a:pt x="71214" y="22108"/>
                  </a:lnTo>
                  <a:lnTo>
                    <a:pt x="71739" y="22157"/>
                  </a:lnTo>
                  <a:lnTo>
                    <a:pt x="85692" y="23458"/>
                  </a:lnTo>
                  <a:lnTo>
                    <a:pt x="88906" y="23758"/>
                  </a:lnTo>
                  <a:lnTo>
                    <a:pt x="94794" y="24093"/>
                  </a:lnTo>
                  <a:lnTo>
                    <a:pt x="101436" y="24471"/>
                  </a:lnTo>
                  <a:lnTo>
                    <a:pt x="101725" y="24487"/>
                  </a:lnTo>
                  <a:lnTo>
                    <a:pt x="101928" y="24497"/>
                  </a:lnTo>
                  <a:lnTo>
                    <a:pt x="102677" y="24533"/>
                  </a:lnTo>
                  <a:lnTo>
                    <a:pt x="103408" y="24572"/>
                  </a:lnTo>
                  <a:lnTo>
                    <a:pt x="104618" y="24679"/>
                  </a:lnTo>
                  <a:lnTo>
                    <a:pt x="107810" y="24961"/>
                  </a:lnTo>
                  <a:lnTo>
                    <a:pt x="108360" y="25009"/>
                  </a:lnTo>
                  <a:lnTo>
                    <a:pt x="116290" y="25608"/>
                  </a:lnTo>
                  <a:lnTo>
                    <a:pt x="115889" y="28978"/>
                  </a:lnTo>
                  <a:lnTo>
                    <a:pt x="115863" y="29198"/>
                  </a:lnTo>
                  <a:lnTo>
                    <a:pt x="115675" y="30786"/>
                  </a:lnTo>
                  <a:lnTo>
                    <a:pt x="110230" y="30182"/>
                  </a:lnTo>
                  <a:lnTo>
                    <a:pt x="110177" y="31111"/>
                  </a:lnTo>
                  <a:lnTo>
                    <a:pt x="110093" y="32579"/>
                  </a:lnTo>
                  <a:lnTo>
                    <a:pt x="110071" y="32969"/>
                  </a:lnTo>
                  <a:lnTo>
                    <a:pt x="110028" y="33728"/>
                  </a:lnTo>
                  <a:lnTo>
                    <a:pt x="109998" y="34678"/>
                  </a:lnTo>
                  <a:lnTo>
                    <a:pt x="109945" y="36351"/>
                  </a:lnTo>
                  <a:lnTo>
                    <a:pt x="109794" y="41193"/>
                  </a:lnTo>
                  <a:lnTo>
                    <a:pt x="109745" y="42741"/>
                  </a:lnTo>
                  <a:lnTo>
                    <a:pt x="109705" y="44010"/>
                  </a:lnTo>
                  <a:lnTo>
                    <a:pt x="109647" y="45703"/>
                  </a:lnTo>
                  <a:lnTo>
                    <a:pt x="109606" y="46868"/>
                  </a:lnTo>
                  <a:lnTo>
                    <a:pt x="109568" y="47953"/>
                  </a:lnTo>
                  <a:lnTo>
                    <a:pt x="109547" y="48570"/>
                  </a:lnTo>
                  <a:lnTo>
                    <a:pt x="109503" y="49843"/>
                  </a:lnTo>
                  <a:lnTo>
                    <a:pt x="109417" y="50800"/>
                  </a:lnTo>
                  <a:lnTo>
                    <a:pt x="109366" y="51370"/>
                  </a:lnTo>
                  <a:lnTo>
                    <a:pt x="109254" y="52629"/>
                  </a:lnTo>
                  <a:lnTo>
                    <a:pt x="109192" y="53313"/>
                  </a:lnTo>
                  <a:lnTo>
                    <a:pt x="109167" y="53597"/>
                  </a:lnTo>
                  <a:lnTo>
                    <a:pt x="108984" y="55647"/>
                  </a:lnTo>
                  <a:lnTo>
                    <a:pt x="108968" y="55822"/>
                  </a:lnTo>
                  <a:lnTo>
                    <a:pt x="108871" y="56916"/>
                  </a:lnTo>
                  <a:lnTo>
                    <a:pt x="108841" y="57070"/>
                  </a:lnTo>
                  <a:lnTo>
                    <a:pt x="108798" y="57299"/>
                  </a:lnTo>
                  <a:lnTo>
                    <a:pt x="108757" y="57519"/>
                  </a:lnTo>
                  <a:lnTo>
                    <a:pt x="108715" y="57739"/>
                  </a:lnTo>
                  <a:lnTo>
                    <a:pt x="108762" y="58244"/>
                  </a:lnTo>
                  <a:lnTo>
                    <a:pt x="108811" y="58775"/>
                  </a:lnTo>
                  <a:lnTo>
                    <a:pt x="108835" y="59027"/>
                  </a:lnTo>
                  <a:lnTo>
                    <a:pt x="108250" y="59183"/>
                  </a:lnTo>
                  <a:lnTo>
                    <a:pt x="108119" y="59218"/>
                  </a:lnTo>
                  <a:lnTo>
                    <a:pt x="108131" y="59877"/>
                  </a:lnTo>
                  <a:lnTo>
                    <a:pt x="108154" y="61116"/>
                  </a:lnTo>
                  <a:lnTo>
                    <a:pt x="108164" y="61642"/>
                  </a:lnTo>
                  <a:lnTo>
                    <a:pt x="108278" y="61995"/>
                  </a:lnTo>
                  <a:lnTo>
                    <a:pt x="108412" y="62409"/>
                  </a:lnTo>
                  <a:lnTo>
                    <a:pt x="108638" y="63109"/>
                  </a:lnTo>
                  <a:lnTo>
                    <a:pt x="108768" y="63513"/>
                  </a:lnTo>
                  <a:lnTo>
                    <a:pt x="108942" y="64053"/>
                  </a:lnTo>
                  <a:lnTo>
                    <a:pt x="109032" y="64332"/>
                  </a:lnTo>
                  <a:lnTo>
                    <a:pt x="109093" y="64520"/>
                  </a:lnTo>
                  <a:lnTo>
                    <a:pt x="110940" y="69695"/>
                  </a:lnTo>
                  <a:lnTo>
                    <a:pt x="111280" y="71860"/>
                  </a:lnTo>
                  <a:lnTo>
                    <a:pt x="112497" y="72934"/>
                  </a:lnTo>
                  <a:lnTo>
                    <a:pt x="112181" y="75957"/>
                  </a:lnTo>
                  <a:lnTo>
                    <a:pt x="112202" y="78101"/>
                  </a:lnTo>
                  <a:lnTo>
                    <a:pt x="104129" y="76822"/>
                  </a:lnTo>
                  <a:lnTo>
                    <a:pt x="84269" y="73243"/>
                  </a:lnTo>
                  <a:lnTo>
                    <a:pt x="71924" y="70023"/>
                  </a:lnTo>
                  <a:lnTo>
                    <a:pt x="64946" y="69307"/>
                  </a:lnTo>
                  <a:lnTo>
                    <a:pt x="56895" y="68591"/>
                  </a:lnTo>
                  <a:lnTo>
                    <a:pt x="51402" y="68134"/>
                  </a:lnTo>
                  <a:lnTo>
                    <a:pt x="48307" y="67876"/>
                  </a:lnTo>
                  <a:lnTo>
                    <a:pt x="33815" y="65192"/>
                  </a:lnTo>
                  <a:lnTo>
                    <a:pt x="16639" y="58930"/>
                  </a:lnTo>
                  <a:lnTo>
                    <a:pt x="7335" y="54994"/>
                  </a:lnTo>
                  <a:lnTo>
                    <a:pt x="3578" y="51058"/>
                  </a:lnTo>
                  <a:lnTo>
                    <a:pt x="0" y="44795"/>
                  </a:lnTo>
                  <a:lnTo>
                    <a:pt x="2445" y="44497"/>
                  </a:lnTo>
                  <a:lnTo>
                    <a:pt x="3190" y="42559"/>
                  </a:lnTo>
                  <a:lnTo>
                    <a:pt x="5776" y="40928"/>
                  </a:lnTo>
                  <a:lnTo>
                    <a:pt x="7028" y="39437"/>
                  </a:lnTo>
                  <a:lnTo>
                    <a:pt x="6491" y="38483"/>
                  </a:lnTo>
                  <a:lnTo>
                    <a:pt x="10296" y="35902"/>
                  </a:lnTo>
                  <a:lnTo>
                    <a:pt x="12098" y="36188"/>
                  </a:lnTo>
                  <a:lnTo>
                    <a:pt x="12370" y="36413"/>
                  </a:lnTo>
                  <a:lnTo>
                    <a:pt x="12703" y="36354"/>
                  </a:lnTo>
                  <a:lnTo>
                    <a:pt x="12824" y="36126"/>
                  </a:lnTo>
                  <a:lnTo>
                    <a:pt x="14427" y="33101"/>
                  </a:lnTo>
                  <a:lnTo>
                    <a:pt x="16489" y="35036"/>
                  </a:lnTo>
                  <a:lnTo>
                    <a:pt x="18293" y="34028"/>
                  </a:lnTo>
                  <a:lnTo>
                    <a:pt x="18437" y="33948"/>
                  </a:lnTo>
                  <a:lnTo>
                    <a:pt x="18264" y="33664"/>
                  </a:lnTo>
                  <a:lnTo>
                    <a:pt x="13981" y="29288"/>
                  </a:lnTo>
                  <a:lnTo>
                    <a:pt x="15639" y="27467"/>
                  </a:lnTo>
                  <a:lnTo>
                    <a:pt x="16176" y="26899"/>
                  </a:lnTo>
                  <a:lnTo>
                    <a:pt x="16440" y="26619"/>
                  </a:lnTo>
                  <a:lnTo>
                    <a:pt x="16588" y="26462"/>
                  </a:lnTo>
                  <a:lnTo>
                    <a:pt x="16910" y="26070"/>
                  </a:lnTo>
                  <a:lnTo>
                    <a:pt x="17184" y="25736"/>
                  </a:lnTo>
                  <a:lnTo>
                    <a:pt x="17399" y="25474"/>
                  </a:lnTo>
                  <a:lnTo>
                    <a:pt x="18520" y="24107"/>
                  </a:lnTo>
                  <a:lnTo>
                    <a:pt x="19157" y="23331"/>
                  </a:lnTo>
                  <a:lnTo>
                    <a:pt x="19475" y="22944"/>
                  </a:lnTo>
                  <a:lnTo>
                    <a:pt x="20270" y="22428"/>
                  </a:lnTo>
                  <a:lnTo>
                    <a:pt x="20406" y="22341"/>
                  </a:lnTo>
                  <a:lnTo>
                    <a:pt x="19301" y="21085"/>
                  </a:lnTo>
                  <a:lnTo>
                    <a:pt x="20881" y="19770"/>
                  </a:lnTo>
                  <a:lnTo>
                    <a:pt x="21078" y="19606"/>
                  </a:lnTo>
                  <a:lnTo>
                    <a:pt x="21258" y="19509"/>
                  </a:lnTo>
                  <a:lnTo>
                    <a:pt x="22153" y="19367"/>
                  </a:lnTo>
                  <a:lnTo>
                    <a:pt x="22407" y="19571"/>
                  </a:lnTo>
                  <a:lnTo>
                    <a:pt x="23510" y="20339"/>
                  </a:lnTo>
                  <a:lnTo>
                    <a:pt x="24262" y="19866"/>
                  </a:lnTo>
                  <a:lnTo>
                    <a:pt x="24505" y="19713"/>
                  </a:lnTo>
                  <a:lnTo>
                    <a:pt x="24914" y="19455"/>
                  </a:lnTo>
                  <a:lnTo>
                    <a:pt x="25254" y="19241"/>
                  </a:lnTo>
                  <a:lnTo>
                    <a:pt x="25435" y="19128"/>
                  </a:lnTo>
                  <a:lnTo>
                    <a:pt x="25614" y="19210"/>
                  </a:lnTo>
                  <a:lnTo>
                    <a:pt x="25900" y="19342"/>
                  </a:lnTo>
                  <a:lnTo>
                    <a:pt x="26053" y="19308"/>
                  </a:lnTo>
                  <a:lnTo>
                    <a:pt x="26267" y="19261"/>
                  </a:lnTo>
                  <a:lnTo>
                    <a:pt x="26508" y="19207"/>
                  </a:lnTo>
                  <a:lnTo>
                    <a:pt x="26656" y="19174"/>
                  </a:lnTo>
                  <a:lnTo>
                    <a:pt x="27010" y="19319"/>
                  </a:lnTo>
                  <a:lnTo>
                    <a:pt x="27034" y="19130"/>
                  </a:lnTo>
                  <a:lnTo>
                    <a:pt x="27391" y="16257"/>
                  </a:lnTo>
                  <a:lnTo>
                    <a:pt x="28097" y="15995"/>
                  </a:lnTo>
                  <a:lnTo>
                    <a:pt x="29087" y="15628"/>
                  </a:lnTo>
                  <a:lnTo>
                    <a:pt x="29766" y="13750"/>
                  </a:lnTo>
                  <a:lnTo>
                    <a:pt x="29951" y="13239"/>
                  </a:lnTo>
                  <a:lnTo>
                    <a:pt x="28799" y="12787"/>
                  </a:lnTo>
                  <a:lnTo>
                    <a:pt x="31411" y="12355"/>
                  </a:lnTo>
                  <a:lnTo>
                    <a:pt x="31980" y="11618"/>
                  </a:lnTo>
                  <a:lnTo>
                    <a:pt x="32126" y="11345"/>
                  </a:lnTo>
                  <a:lnTo>
                    <a:pt x="32257" y="11100"/>
                  </a:lnTo>
                  <a:lnTo>
                    <a:pt x="32720" y="10232"/>
                  </a:lnTo>
                  <a:lnTo>
                    <a:pt x="32860" y="9971"/>
                  </a:lnTo>
                  <a:lnTo>
                    <a:pt x="33232" y="9769"/>
                  </a:lnTo>
                  <a:lnTo>
                    <a:pt x="34015" y="10335"/>
                  </a:lnTo>
                  <a:lnTo>
                    <a:pt x="34710" y="10635"/>
                  </a:lnTo>
                  <a:lnTo>
                    <a:pt x="37511" y="11542"/>
                  </a:lnTo>
                  <a:lnTo>
                    <a:pt x="38847" y="12088"/>
                  </a:lnTo>
                  <a:lnTo>
                    <a:pt x="38852" y="12313"/>
                  </a:lnTo>
                  <a:lnTo>
                    <a:pt x="38868" y="13027"/>
                  </a:lnTo>
                  <a:lnTo>
                    <a:pt x="38871" y="13186"/>
                  </a:lnTo>
                  <a:lnTo>
                    <a:pt x="39181" y="13128"/>
                  </a:lnTo>
                  <a:lnTo>
                    <a:pt x="39343" y="13098"/>
                  </a:lnTo>
                  <a:lnTo>
                    <a:pt x="39510" y="13067"/>
                  </a:lnTo>
                  <a:lnTo>
                    <a:pt x="39846" y="13005"/>
                  </a:lnTo>
                  <a:lnTo>
                    <a:pt x="40079" y="12962"/>
                  </a:lnTo>
                  <a:lnTo>
                    <a:pt x="41951" y="12691"/>
                  </a:lnTo>
                  <a:lnTo>
                    <a:pt x="42403" y="12625"/>
                  </a:lnTo>
                  <a:lnTo>
                    <a:pt x="42571" y="12601"/>
                  </a:lnTo>
                  <a:lnTo>
                    <a:pt x="42772" y="12572"/>
                  </a:lnTo>
                  <a:lnTo>
                    <a:pt x="43228" y="12506"/>
                  </a:lnTo>
                  <a:lnTo>
                    <a:pt x="45428" y="12051"/>
                  </a:lnTo>
                  <a:lnTo>
                    <a:pt x="45909" y="11887"/>
                  </a:lnTo>
                  <a:lnTo>
                    <a:pt x="46117" y="11692"/>
                  </a:lnTo>
                  <a:lnTo>
                    <a:pt x="46821" y="11654"/>
                  </a:lnTo>
                  <a:lnTo>
                    <a:pt x="47556" y="11600"/>
                  </a:lnTo>
                  <a:lnTo>
                    <a:pt x="48225" y="11485"/>
                  </a:lnTo>
                  <a:lnTo>
                    <a:pt x="48639" y="11413"/>
                  </a:lnTo>
                  <a:lnTo>
                    <a:pt x="49497" y="11265"/>
                  </a:lnTo>
                  <a:lnTo>
                    <a:pt x="50393" y="11110"/>
                  </a:lnTo>
                  <a:lnTo>
                    <a:pt x="51536" y="10934"/>
                  </a:lnTo>
                  <a:lnTo>
                    <a:pt x="51701" y="10908"/>
                  </a:lnTo>
                  <a:lnTo>
                    <a:pt x="51843" y="10887"/>
                  </a:lnTo>
                  <a:lnTo>
                    <a:pt x="52387" y="10782"/>
                  </a:lnTo>
                  <a:lnTo>
                    <a:pt x="53245" y="10618"/>
                  </a:lnTo>
                  <a:lnTo>
                    <a:pt x="53467" y="10575"/>
                  </a:lnTo>
                  <a:lnTo>
                    <a:pt x="53816" y="10404"/>
                  </a:lnTo>
                  <a:lnTo>
                    <a:pt x="54077" y="10276"/>
                  </a:lnTo>
                  <a:lnTo>
                    <a:pt x="54362" y="10137"/>
                  </a:lnTo>
                  <a:lnTo>
                    <a:pt x="55267" y="9693"/>
                  </a:lnTo>
                  <a:lnTo>
                    <a:pt x="57139" y="8776"/>
                  </a:lnTo>
                  <a:lnTo>
                    <a:pt x="57272" y="8711"/>
                  </a:lnTo>
                  <a:lnTo>
                    <a:pt x="57540" y="8604"/>
                  </a:lnTo>
                  <a:lnTo>
                    <a:pt x="57713" y="8859"/>
                  </a:lnTo>
                  <a:lnTo>
                    <a:pt x="57819" y="9016"/>
                  </a:lnTo>
                  <a:lnTo>
                    <a:pt x="58157" y="9515"/>
                  </a:lnTo>
                  <a:lnTo>
                    <a:pt x="58556" y="10104"/>
                  </a:lnTo>
                  <a:lnTo>
                    <a:pt x="58644" y="10234"/>
                  </a:lnTo>
                  <a:lnTo>
                    <a:pt x="58861" y="10554"/>
                  </a:lnTo>
                  <a:lnTo>
                    <a:pt x="59424" y="11386"/>
                  </a:lnTo>
                  <a:lnTo>
                    <a:pt x="59824" y="11860"/>
                  </a:lnTo>
                  <a:lnTo>
                    <a:pt x="60277" y="12398"/>
                  </a:lnTo>
                  <a:lnTo>
                    <a:pt x="60613" y="12206"/>
                  </a:lnTo>
                  <a:lnTo>
                    <a:pt x="62196" y="12115"/>
                  </a:lnTo>
                  <a:lnTo>
                    <a:pt x="63048" y="12303"/>
                  </a:lnTo>
                  <a:lnTo>
                    <a:pt x="64321" y="12584"/>
                  </a:lnTo>
                  <a:lnTo>
                    <a:pt x="66647" y="12659"/>
                  </a:lnTo>
                  <a:lnTo>
                    <a:pt x="66913" y="12668"/>
                  </a:lnTo>
                  <a:lnTo>
                    <a:pt x="67109" y="12674"/>
                  </a:lnTo>
                  <a:lnTo>
                    <a:pt x="67122" y="12498"/>
                  </a:lnTo>
                  <a:lnTo>
                    <a:pt x="67271" y="10576"/>
                  </a:lnTo>
                  <a:lnTo>
                    <a:pt x="67294" y="10276"/>
                  </a:lnTo>
                  <a:lnTo>
                    <a:pt x="67350" y="9550"/>
                  </a:lnTo>
                  <a:lnTo>
                    <a:pt x="67368" y="9317"/>
                  </a:lnTo>
                  <a:lnTo>
                    <a:pt x="67550" y="6966"/>
                  </a:lnTo>
                  <a:lnTo>
                    <a:pt x="67574" y="6650"/>
                  </a:lnTo>
                  <a:lnTo>
                    <a:pt x="67636" y="5851"/>
                  </a:lnTo>
                  <a:lnTo>
                    <a:pt x="67659" y="5547"/>
                  </a:lnTo>
                  <a:lnTo>
                    <a:pt x="67724" y="4718"/>
                  </a:lnTo>
                  <a:lnTo>
                    <a:pt x="67760" y="4243"/>
                  </a:lnTo>
                  <a:lnTo>
                    <a:pt x="67818" y="3491"/>
                  </a:lnTo>
                  <a:lnTo>
                    <a:pt x="67828" y="3362"/>
                  </a:lnTo>
                  <a:lnTo>
                    <a:pt x="67851" y="3064"/>
                  </a:lnTo>
                  <a:lnTo>
                    <a:pt x="67913" y="2271"/>
                  </a:lnTo>
                  <a:lnTo>
                    <a:pt x="67942" y="1890"/>
                  </a:lnTo>
                  <a:lnTo>
                    <a:pt x="68006" y="1068"/>
                  </a:lnTo>
                  <a:lnTo>
                    <a:pt x="68020" y="877"/>
                  </a:lnTo>
                  <a:lnTo>
                    <a:pt x="68040" y="616"/>
                  </a:lnTo>
                  <a:lnTo>
                    <a:pt x="68112" y="5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1" name="pg220"/>
            <p:cNvSpPr/>
            <p:nvPr/>
          </p:nvSpPr>
          <p:spPr>
            <a:xfrm>
              <a:off x="3936044" y="2278533"/>
              <a:ext cx="117966" cy="51917"/>
            </a:xfrm>
            <a:custGeom>
              <a:avLst/>
              <a:pathLst>
                <a:path w="117966" h="51917">
                  <a:moveTo>
                    <a:pt x="71637" y="2357"/>
                  </a:moveTo>
                  <a:lnTo>
                    <a:pt x="72033" y="2656"/>
                  </a:lnTo>
                  <a:lnTo>
                    <a:pt x="72712" y="1728"/>
                  </a:lnTo>
                  <a:lnTo>
                    <a:pt x="73632" y="473"/>
                  </a:lnTo>
                  <a:lnTo>
                    <a:pt x="74625" y="1139"/>
                  </a:lnTo>
                  <a:lnTo>
                    <a:pt x="75506" y="1728"/>
                  </a:lnTo>
                  <a:lnTo>
                    <a:pt x="77262" y="2904"/>
                  </a:lnTo>
                  <a:lnTo>
                    <a:pt x="77497" y="3061"/>
                  </a:lnTo>
                  <a:lnTo>
                    <a:pt x="78147" y="3497"/>
                  </a:lnTo>
                  <a:lnTo>
                    <a:pt x="78224" y="3864"/>
                  </a:lnTo>
                  <a:lnTo>
                    <a:pt x="79393" y="4884"/>
                  </a:lnTo>
                  <a:lnTo>
                    <a:pt x="79557" y="5027"/>
                  </a:lnTo>
                  <a:lnTo>
                    <a:pt x="80514" y="5915"/>
                  </a:lnTo>
                  <a:lnTo>
                    <a:pt x="80824" y="7314"/>
                  </a:lnTo>
                  <a:lnTo>
                    <a:pt x="80824" y="8186"/>
                  </a:lnTo>
                  <a:lnTo>
                    <a:pt x="80807" y="8642"/>
                  </a:lnTo>
                  <a:lnTo>
                    <a:pt x="80538" y="9257"/>
                  </a:lnTo>
                  <a:lnTo>
                    <a:pt x="80291" y="9822"/>
                  </a:lnTo>
                  <a:lnTo>
                    <a:pt x="83754" y="12155"/>
                  </a:lnTo>
                  <a:lnTo>
                    <a:pt x="86482" y="13974"/>
                  </a:lnTo>
                  <a:lnTo>
                    <a:pt x="86850" y="14078"/>
                  </a:lnTo>
                  <a:lnTo>
                    <a:pt x="87001" y="14121"/>
                  </a:lnTo>
                  <a:lnTo>
                    <a:pt x="87365" y="14224"/>
                  </a:lnTo>
                  <a:lnTo>
                    <a:pt x="87866" y="14224"/>
                  </a:lnTo>
                  <a:lnTo>
                    <a:pt x="88259" y="13814"/>
                  </a:lnTo>
                  <a:lnTo>
                    <a:pt x="88556" y="13487"/>
                  </a:lnTo>
                  <a:lnTo>
                    <a:pt x="88893" y="13079"/>
                  </a:lnTo>
                  <a:lnTo>
                    <a:pt x="89772" y="12013"/>
                  </a:lnTo>
                  <a:lnTo>
                    <a:pt x="91378" y="10068"/>
                  </a:lnTo>
                  <a:lnTo>
                    <a:pt x="91964" y="10233"/>
                  </a:lnTo>
                  <a:lnTo>
                    <a:pt x="92352" y="10343"/>
                  </a:lnTo>
                  <a:lnTo>
                    <a:pt x="92958" y="10404"/>
                  </a:lnTo>
                  <a:lnTo>
                    <a:pt x="94425" y="11597"/>
                  </a:lnTo>
                  <a:lnTo>
                    <a:pt x="96237" y="12828"/>
                  </a:lnTo>
                  <a:lnTo>
                    <a:pt x="96477" y="12991"/>
                  </a:lnTo>
                  <a:lnTo>
                    <a:pt x="97419" y="13631"/>
                  </a:lnTo>
                  <a:lnTo>
                    <a:pt x="100097" y="15706"/>
                  </a:lnTo>
                  <a:lnTo>
                    <a:pt x="101179" y="16418"/>
                  </a:lnTo>
                  <a:lnTo>
                    <a:pt x="102480" y="17274"/>
                  </a:lnTo>
                  <a:lnTo>
                    <a:pt x="104668" y="18714"/>
                  </a:lnTo>
                  <a:lnTo>
                    <a:pt x="107462" y="20552"/>
                  </a:lnTo>
                  <a:lnTo>
                    <a:pt x="107835" y="19970"/>
                  </a:lnTo>
                  <a:lnTo>
                    <a:pt x="108027" y="19671"/>
                  </a:lnTo>
                  <a:lnTo>
                    <a:pt x="108933" y="18257"/>
                  </a:lnTo>
                  <a:lnTo>
                    <a:pt x="109250" y="17764"/>
                  </a:lnTo>
                  <a:lnTo>
                    <a:pt x="109901" y="16748"/>
                  </a:lnTo>
                  <a:lnTo>
                    <a:pt x="110386" y="17053"/>
                  </a:lnTo>
                  <a:lnTo>
                    <a:pt x="111517" y="17764"/>
                  </a:lnTo>
                  <a:lnTo>
                    <a:pt x="113153" y="18792"/>
                  </a:lnTo>
                  <a:lnTo>
                    <a:pt x="113441" y="18994"/>
                  </a:lnTo>
                  <a:lnTo>
                    <a:pt x="114743" y="19907"/>
                  </a:lnTo>
                  <a:lnTo>
                    <a:pt x="117425" y="21787"/>
                  </a:lnTo>
                  <a:lnTo>
                    <a:pt x="117622" y="21925"/>
                  </a:lnTo>
                  <a:lnTo>
                    <a:pt x="117966" y="22166"/>
                  </a:lnTo>
                  <a:lnTo>
                    <a:pt x="117709" y="22549"/>
                  </a:lnTo>
                  <a:lnTo>
                    <a:pt x="117033" y="23557"/>
                  </a:lnTo>
                  <a:lnTo>
                    <a:pt x="116473" y="24394"/>
                  </a:lnTo>
                  <a:lnTo>
                    <a:pt x="116172" y="24842"/>
                  </a:lnTo>
                  <a:lnTo>
                    <a:pt x="115532" y="25798"/>
                  </a:lnTo>
                  <a:lnTo>
                    <a:pt x="115393" y="25995"/>
                  </a:lnTo>
                  <a:lnTo>
                    <a:pt x="115176" y="26301"/>
                  </a:lnTo>
                  <a:lnTo>
                    <a:pt x="114913" y="26672"/>
                  </a:lnTo>
                  <a:lnTo>
                    <a:pt x="114732" y="26927"/>
                  </a:lnTo>
                  <a:lnTo>
                    <a:pt x="113010" y="29358"/>
                  </a:lnTo>
                  <a:lnTo>
                    <a:pt x="110640" y="32826"/>
                  </a:lnTo>
                  <a:lnTo>
                    <a:pt x="108630" y="35768"/>
                  </a:lnTo>
                  <a:lnTo>
                    <a:pt x="108385" y="36126"/>
                  </a:lnTo>
                  <a:lnTo>
                    <a:pt x="108049" y="36618"/>
                  </a:lnTo>
                  <a:lnTo>
                    <a:pt x="107930" y="36798"/>
                  </a:lnTo>
                  <a:lnTo>
                    <a:pt x="107076" y="38079"/>
                  </a:lnTo>
                  <a:lnTo>
                    <a:pt x="105987" y="39716"/>
                  </a:lnTo>
                  <a:lnTo>
                    <a:pt x="105704" y="40141"/>
                  </a:lnTo>
                  <a:lnTo>
                    <a:pt x="104011" y="42495"/>
                  </a:lnTo>
                  <a:lnTo>
                    <a:pt x="103089" y="43778"/>
                  </a:lnTo>
                  <a:lnTo>
                    <a:pt x="102316" y="44854"/>
                  </a:lnTo>
                  <a:lnTo>
                    <a:pt x="101966" y="45340"/>
                  </a:lnTo>
                  <a:lnTo>
                    <a:pt x="100872" y="46861"/>
                  </a:lnTo>
                  <a:lnTo>
                    <a:pt x="100521" y="47350"/>
                  </a:lnTo>
                  <a:lnTo>
                    <a:pt x="99638" y="48618"/>
                  </a:lnTo>
                  <a:lnTo>
                    <a:pt x="98710" y="49950"/>
                  </a:lnTo>
                  <a:lnTo>
                    <a:pt x="98619" y="50082"/>
                  </a:lnTo>
                  <a:lnTo>
                    <a:pt x="97750" y="51329"/>
                  </a:lnTo>
                  <a:lnTo>
                    <a:pt x="97340" y="51917"/>
                  </a:lnTo>
                  <a:lnTo>
                    <a:pt x="96313" y="51214"/>
                  </a:lnTo>
                  <a:lnTo>
                    <a:pt x="96042" y="51028"/>
                  </a:lnTo>
                  <a:lnTo>
                    <a:pt x="88358" y="45765"/>
                  </a:lnTo>
                  <a:lnTo>
                    <a:pt x="87887" y="45442"/>
                  </a:lnTo>
                  <a:lnTo>
                    <a:pt x="87648" y="45279"/>
                  </a:lnTo>
                  <a:lnTo>
                    <a:pt x="87443" y="45238"/>
                  </a:lnTo>
                  <a:lnTo>
                    <a:pt x="87112" y="45171"/>
                  </a:lnTo>
                  <a:lnTo>
                    <a:pt x="85081" y="44763"/>
                  </a:lnTo>
                  <a:lnTo>
                    <a:pt x="84285" y="44709"/>
                  </a:lnTo>
                  <a:lnTo>
                    <a:pt x="83857" y="44681"/>
                  </a:lnTo>
                  <a:lnTo>
                    <a:pt x="77266" y="44240"/>
                  </a:lnTo>
                  <a:lnTo>
                    <a:pt x="73057" y="43959"/>
                  </a:lnTo>
                  <a:lnTo>
                    <a:pt x="59377" y="42926"/>
                  </a:lnTo>
                  <a:lnTo>
                    <a:pt x="58960" y="42894"/>
                  </a:lnTo>
                  <a:lnTo>
                    <a:pt x="57970" y="42819"/>
                  </a:lnTo>
                  <a:lnTo>
                    <a:pt x="46989" y="41990"/>
                  </a:lnTo>
                  <a:lnTo>
                    <a:pt x="45949" y="41911"/>
                  </a:lnTo>
                  <a:lnTo>
                    <a:pt x="38019" y="41313"/>
                  </a:lnTo>
                  <a:lnTo>
                    <a:pt x="37470" y="41264"/>
                  </a:lnTo>
                  <a:lnTo>
                    <a:pt x="34278" y="40982"/>
                  </a:lnTo>
                  <a:lnTo>
                    <a:pt x="32950" y="40865"/>
                  </a:lnTo>
                  <a:lnTo>
                    <a:pt x="32337" y="40836"/>
                  </a:lnTo>
                  <a:lnTo>
                    <a:pt x="31588" y="40800"/>
                  </a:lnTo>
                  <a:lnTo>
                    <a:pt x="31385" y="40791"/>
                  </a:lnTo>
                  <a:lnTo>
                    <a:pt x="31095" y="40774"/>
                  </a:lnTo>
                  <a:lnTo>
                    <a:pt x="24453" y="40396"/>
                  </a:lnTo>
                  <a:lnTo>
                    <a:pt x="18565" y="40062"/>
                  </a:lnTo>
                  <a:lnTo>
                    <a:pt x="15351" y="39762"/>
                  </a:lnTo>
                  <a:lnTo>
                    <a:pt x="1399" y="38461"/>
                  </a:lnTo>
                  <a:lnTo>
                    <a:pt x="873" y="38412"/>
                  </a:lnTo>
                  <a:lnTo>
                    <a:pt x="0" y="38331"/>
                  </a:lnTo>
                  <a:lnTo>
                    <a:pt x="10" y="38151"/>
                  </a:lnTo>
                  <a:lnTo>
                    <a:pt x="36" y="37677"/>
                  </a:lnTo>
                  <a:lnTo>
                    <a:pt x="69" y="37084"/>
                  </a:lnTo>
                  <a:lnTo>
                    <a:pt x="102" y="36485"/>
                  </a:lnTo>
                  <a:lnTo>
                    <a:pt x="137" y="35866"/>
                  </a:lnTo>
                  <a:lnTo>
                    <a:pt x="172" y="35249"/>
                  </a:lnTo>
                  <a:lnTo>
                    <a:pt x="198" y="34777"/>
                  </a:lnTo>
                  <a:lnTo>
                    <a:pt x="258" y="33695"/>
                  </a:lnTo>
                  <a:lnTo>
                    <a:pt x="276" y="33383"/>
                  </a:lnTo>
                  <a:lnTo>
                    <a:pt x="303" y="33005"/>
                  </a:lnTo>
                  <a:lnTo>
                    <a:pt x="331" y="32626"/>
                  </a:lnTo>
                  <a:lnTo>
                    <a:pt x="370" y="32080"/>
                  </a:lnTo>
                  <a:lnTo>
                    <a:pt x="407" y="31572"/>
                  </a:lnTo>
                  <a:lnTo>
                    <a:pt x="456" y="30898"/>
                  </a:lnTo>
                  <a:lnTo>
                    <a:pt x="528" y="29909"/>
                  </a:lnTo>
                  <a:lnTo>
                    <a:pt x="557" y="29513"/>
                  </a:lnTo>
                  <a:lnTo>
                    <a:pt x="576" y="29246"/>
                  </a:lnTo>
                  <a:lnTo>
                    <a:pt x="592" y="29033"/>
                  </a:lnTo>
                  <a:lnTo>
                    <a:pt x="623" y="28610"/>
                  </a:lnTo>
                  <a:lnTo>
                    <a:pt x="675" y="27956"/>
                  </a:lnTo>
                  <a:lnTo>
                    <a:pt x="708" y="27539"/>
                  </a:lnTo>
                  <a:lnTo>
                    <a:pt x="754" y="26965"/>
                  </a:lnTo>
                  <a:lnTo>
                    <a:pt x="796" y="26429"/>
                  </a:lnTo>
                  <a:lnTo>
                    <a:pt x="838" y="25903"/>
                  </a:lnTo>
                  <a:lnTo>
                    <a:pt x="928" y="24780"/>
                  </a:lnTo>
                  <a:lnTo>
                    <a:pt x="949" y="24515"/>
                  </a:lnTo>
                  <a:lnTo>
                    <a:pt x="1073" y="22953"/>
                  </a:lnTo>
                  <a:lnTo>
                    <a:pt x="1097" y="22654"/>
                  </a:lnTo>
                  <a:lnTo>
                    <a:pt x="1187" y="21530"/>
                  </a:lnTo>
                  <a:lnTo>
                    <a:pt x="1266" y="20539"/>
                  </a:lnTo>
                  <a:lnTo>
                    <a:pt x="1299" y="20125"/>
                  </a:lnTo>
                  <a:lnTo>
                    <a:pt x="1332" y="19707"/>
                  </a:lnTo>
                  <a:lnTo>
                    <a:pt x="1483" y="17818"/>
                  </a:lnTo>
                  <a:lnTo>
                    <a:pt x="1520" y="17354"/>
                  </a:lnTo>
                  <a:lnTo>
                    <a:pt x="1604" y="16303"/>
                  </a:lnTo>
                  <a:lnTo>
                    <a:pt x="3496" y="16430"/>
                  </a:lnTo>
                  <a:lnTo>
                    <a:pt x="8816" y="16786"/>
                  </a:lnTo>
                  <a:lnTo>
                    <a:pt x="10522" y="16901"/>
                  </a:lnTo>
                  <a:lnTo>
                    <a:pt x="13226" y="17082"/>
                  </a:lnTo>
                  <a:lnTo>
                    <a:pt x="16738" y="17317"/>
                  </a:lnTo>
                  <a:lnTo>
                    <a:pt x="17023" y="17337"/>
                  </a:lnTo>
                  <a:lnTo>
                    <a:pt x="20851" y="17621"/>
                  </a:lnTo>
                  <a:lnTo>
                    <a:pt x="24727" y="17909"/>
                  </a:lnTo>
                  <a:lnTo>
                    <a:pt x="27522" y="18116"/>
                  </a:lnTo>
                  <a:lnTo>
                    <a:pt x="31585" y="18418"/>
                  </a:lnTo>
                  <a:lnTo>
                    <a:pt x="32076" y="18454"/>
                  </a:lnTo>
                  <a:lnTo>
                    <a:pt x="32278" y="18469"/>
                  </a:lnTo>
                  <a:lnTo>
                    <a:pt x="32645" y="18495"/>
                  </a:lnTo>
                  <a:lnTo>
                    <a:pt x="35279" y="18683"/>
                  </a:lnTo>
                  <a:lnTo>
                    <a:pt x="35954" y="18731"/>
                  </a:lnTo>
                  <a:lnTo>
                    <a:pt x="40523" y="19057"/>
                  </a:lnTo>
                  <a:lnTo>
                    <a:pt x="47037" y="19521"/>
                  </a:lnTo>
                  <a:lnTo>
                    <a:pt x="47655" y="19570"/>
                  </a:lnTo>
                  <a:lnTo>
                    <a:pt x="48465" y="19634"/>
                  </a:lnTo>
                  <a:lnTo>
                    <a:pt x="49135" y="19687"/>
                  </a:lnTo>
                  <a:lnTo>
                    <a:pt x="49353" y="19704"/>
                  </a:lnTo>
                  <a:lnTo>
                    <a:pt x="59317" y="20551"/>
                  </a:lnTo>
                  <a:lnTo>
                    <a:pt x="59515" y="20567"/>
                  </a:lnTo>
                  <a:lnTo>
                    <a:pt x="60820" y="20667"/>
                  </a:lnTo>
                  <a:lnTo>
                    <a:pt x="62473" y="20779"/>
                  </a:lnTo>
                  <a:lnTo>
                    <a:pt x="65640" y="21028"/>
                  </a:lnTo>
                  <a:lnTo>
                    <a:pt x="67175" y="21148"/>
                  </a:lnTo>
                  <a:lnTo>
                    <a:pt x="69348" y="21318"/>
                  </a:lnTo>
                  <a:lnTo>
                    <a:pt x="70414" y="21400"/>
                  </a:lnTo>
                  <a:lnTo>
                    <a:pt x="74346" y="21707"/>
                  </a:lnTo>
                  <a:lnTo>
                    <a:pt x="74726" y="21736"/>
                  </a:lnTo>
                  <a:lnTo>
                    <a:pt x="74731" y="21573"/>
                  </a:lnTo>
                  <a:lnTo>
                    <a:pt x="74740" y="21256"/>
                  </a:lnTo>
                  <a:lnTo>
                    <a:pt x="74781" y="19874"/>
                  </a:lnTo>
                  <a:lnTo>
                    <a:pt x="74819" y="18602"/>
                  </a:lnTo>
                  <a:lnTo>
                    <a:pt x="74824" y="18417"/>
                  </a:lnTo>
                  <a:lnTo>
                    <a:pt x="73546" y="17834"/>
                  </a:lnTo>
                  <a:lnTo>
                    <a:pt x="72939" y="17557"/>
                  </a:lnTo>
                  <a:lnTo>
                    <a:pt x="63182" y="16823"/>
                  </a:lnTo>
                  <a:lnTo>
                    <a:pt x="63204" y="16642"/>
                  </a:lnTo>
                  <a:lnTo>
                    <a:pt x="63708" y="13208"/>
                  </a:lnTo>
                  <a:lnTo>
                    <a:pt x="67999" y="14621"/>
                  </a:lnTo>
                  <a:lnTo>
                    <a:pt x="68820" y="14891"/>
                  </a:lnTo>
                  <a:lnTo>
                    <a:pt x="71109" y="15115"/>
                  </a:lnTo>
                  <a:lnTo>
                    <a:pt x="71486" y="15167"/>
                  </a:lnTo>
                  <a:lnTo>
                    <a:pt x="72950" y="15368"/>
                  </a:lnTo>
                  <a:lnTo>
                    <a:pt x="73089" y="15182"/>
                  </a:lnTo>
                  <a:lnTo>
                    <a:pt x="73508" y="14621"/>
                  </a:lnTo>
                  <a:lnTo>
                    <a:pt x="73738" y="14312"/>
                  </a:lnTo>
                  <a:lnTo>
                    <a:pt x="74450" y="13357"/>
                  </a:lnTo>
                  <a:lnTo>
                    <a:pt x="74617" y="13134"/>
                  </a:lnTo>
                  <a:lnTo>
                    <a:pt x="74918" y="12731"/>
                  </a:lnTo>
                  <a:lnTo>
                    <a:pt x="74310" y="12622"/>
                  </a:lnTo>
                  <a:lnTo>
                    <a:pt x="73951" y="12377"/>
                  </a:lnTo>
                  <a:lnTo>
                    <a:pt x="72772" y="11573"/>
                  </a:lnTo>
                  <a:lnTo>
                    <a:pt x="72319" y="11597"/>
                  </a:lnTo>
                  <a:lnTo>
                    <a:pt x="71286" y="10837"/>
                  </a:lnTo>
                  <a:lnTo>
                    <a:pt x="71033" y="10650"/>
                  </a:lnTo>
                  <a:lnTo>
                    <a:pt x="70641" y="10361"/>
                  </a:lnTo>
                  <a:lnTo>
                    <a:pt x="70428" y="10205"/>
                  </a:lnTo>
                  <a:lnTo>
                    <a:pt x="70148" y="9998"/>
                  </a:lnTo>
                  <a:lnTo>
                    <a:pt x="70006" y="10048"/>
                  </a:lnTo>
                  <a:lnTo>
                    <a:pt x="69615" y="10060"/>
                  </a:lnTo>
                  <a:lnTo>
                    <a:pt x="68504" y="9357"/>
                  </a:lnTo>
                  <a:lnTo>
                    <a:pt x="68650" y="8850"/>
                  </a:lnTo>
                  <a:lnTo>
                    <a:pt x="68908" y="8475"/>
                  </a:lnTo>
                  <a:lnTo>
                    <a:pt x="69118" y="8169"/>
                  </a:lnTo>
                  <a:lnTo>
                    <a:pt x="69977" y="7322"/>
                  </a:lnTo>
                  <a:lnTo>
                    <a:pt x="70284" y="6947"/>
                  </a:lnTo>
                  <a:lnTo>
                    <a:pt x="70645" y="6506"/>
                  </a:lnTo>
                  <a:lnTo>
                    <a:pt x="69542" y="5358"/>
                  </a:lnTo>
                  <a:lnTo>
                    <a:pt x="69352" y="5286"/>
                  </a:lnTo>
                  <a:lnTo>
                    <a:pt x="68349" y="4903"/>
                  </a:lnTo>
                  <a:lnTo>
                    <a:pt x="68097" y="4692"/>
                  </a:lnTo>
                  <a:lnTo>
                    <a:pt x="67320" y="4038"/>
                  </a:lnTo>
                  <a:lnTo>
                    <a:pt x="67130" y="4186"/>
                  </a:lnTo>
                  <a:lnTo>
                    <a:pt x="66993" y="4292"/>
                  </a:lnTo>
                  <a:lnTo>
                    <a:pt x="66809" y="4342"/>
                  </a:lnTo>
                  <a:lnTo>
                    <a:pt x="65673" y="3220"/>
                  </a:lnTo>
                  <a:lnTo>
                    <a:pt x="66412" y="1622"/>
                  </a:lnTo>
                  <a:lnTo>
                    <a:pt x="67247" y="637"/>
                  </a:lnTo>
                  <a:lnTo>
                    <a:pt x="67563" y="299"/>
                  </a:lnTo>
                  <a:lnTo>
                    <a:pt x="67841" y="0"/>
                  </a:lnTo>
                  <a:lnTo>
                    <a:pt x="68423" y="321"/>
                  </a:lnTo>
                  <a:lnTo>
                    <a:pt x="69396" y="859"/>
                  </a:lnTo>
                  <a:lnTo>
                    <a:pt x="70080" y="1236"/>
                  </a:lnTo>
                  <a:lnTo>
                    <a:pt x="70349" y="1385"/>
                  </a:lnTo>
                  <a:lnTo>
                    <a:pt x="70804" y="172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2" name="pg221"/>
            <p:cNvSpPr/>
            <p:nvPr/>
          </p:nvSpPr>
          <p:spPr>
            <a:xfrm>
              <a:off x="3973823" y="2320445"/>
              <a:ext cx="75489" cy="55412"/>
            </a:xfrm>
            <a:custGeom>
              <a:avLst/>
              <a:pathLst>
                <a:path w="75489" h="55412">
                  <a:moveTo>
                    <a:pt x="50579" y="3853"/>
                  </a:moveTo>
                  <a:lnTo>
                    <a:pt x="58263" y="9116"/>
                  </a:lnTo>
                  <a:lnTo>
                    <a:pt x="58534" y="9302"/>
                  </a:lnTo>
                  <a:lnTo>
                    <a:pt x="59561" y="10005"/>
                  </a:lnTo>
                  <a:lnTo>
                    <a:pt x="60462" y="10730"/>
                  </a:lnTo>
                  <a:lnTo>
                    <a:pt x="60599" y="10821"/>
                  </a:lnTo>
                  <a:lnTo>
                    <a:pt x="63319" y="12628"/>
                  </a:lnTo>
                  <a:lnTo>
                    <a:pt x="66516" y="14751"/>
                  </a:lnTo>
                  <a:lnTo>
                    <a:pt x="66652" y="14841"/>
                  </a:lnTo>
                  <a:lnTo>
                    <a:pt x="70452" y="17365"/>
                  </a:lnTo>
                  <a:lnTo>
                    <a:pt x="71831" y="18281"/>
                  </a:lnTo>
                  <a:lnTo>
                    <a:pt x="72372" y="18640"/>
                  </a:lnTo>
                  <a:lnTo>
                    <a:pt x="72803" y="18927"/>
                  </a:lnTo>
                  <a:lnTo>
                    <a:pt x="74268" y="19900"/>
                  </a:lnTo>
                  <a:lnTo>
                    <a:pt x="74695" y="20149"/>
                  </a:lnTo>
                  <a:lnTo>
                    <a:pt x="74886" y="20260"/>
                  </a:lnTo>
                  <a:lnTo>
                    <a:pt x="75167" y="20424"/>
                  </a:lnTo>
                  <a:lnTo>
                    <a:pt x="75489" y="20612"/>
                  </a:lnTo>
                  <a:lnTo>
                    <a:pt x="72246" y="25291"/>
                  </a:lnTo>
                  <a:lnTo>
                    <a:pt x="71692" y="24930"/>
                  </a:lnTo>
                  <a:lnTo>
                    <a:pt x="70952" y="24448"/>
                  </a:lnTo>
                  <a:lnTo>
                    <a:pt x="65500" y="20894"/>
                  </a:lnTo>
                  <a:lnTo>
                    <a:pt x="65344" y="20792"/>
                  </a:lnTo>
                  <a:lnTo>
                    <a:pt x="64590" y="21844"/>
                  </a:lnTo>
                  <a:lnTo>
                    <a:pt x="64465" y="22018"/>
                  </a:lnTo>
                  <a:lnTo>
                    <a:pt x="64221" y="22358"/>
                  </a:lnTo>
                  <a:lnTo>
                    <a:pt x="63790" y="22960"/>
                  </a:lnTo>
                  <a:lnTo>
                    <a:pt x="63594" y="23232"/>
                  </a:lnTo>
                  <a:lnTo>
                    <a:pt x="63057" y="23981"/>
                  </a:lnTo>
                  <a:lnTo>
                    <a:pt x="62839" y="24285"/>
                  </a:lnTo>
                  <a:lnTo>
                    <a:pt x="62530" y="24716"/>
                  </a:lnTo>
                  <a:lnTo>
                    <a:pt x="62116" y="25293"/>
                  </a:lnTo>
                  <a:lnTo>
                    <a:pt x="61878" y="25625"/>
                  </a:lnTo>
                  <a:lnTo>
                    <a:pt x="61685" y="25895"/>
                  </a:lnTo>
                  <a:lnTo>
                    <a:pt x="61554" y="26077"/>
                  </a:lnTo>
                  <a:lnTo>
                    <a:pt x="61181" y="26597"/>
                  </a:lnTo>
                  <a:lnTo>
                    <a:pt x="60907" y="26979"/>
                  </a:lnTo>
                  <a:lnTo>
                    <a:pt x="60808" y="27117"/>
                  </a:lnTo>
                  <a:lnTo>
                    <a:pt x="60553" y="27474"/>
                  </a:lnTo>
                  <a:lnTo>
                    <a:pt x="59848" y="28456"/>
                  </a:lnTo>
                  <a:lnTo>
                    <a:pt x="59551" y="28871"/>
                  </a:lnTo>
                  <a:lnTo>
                    <a:pt x="58965" y="29683"/>
                  </a:lnTo>
                  <a:lnTo>
                    <a:pt x="58781" y="29931"/>
                  </a:lnTo>
                  <a:lnTo>
                    <a:pt x="58346" y="30516"/>
                  </a:lnTo>
                  <a:lnTo>
                    <a:pt x="58122" y="30809"/>
                  </a:lnTo>
                  <a:lnTo>
                    <a:pt x="57679" y="30088"/>
                  </a:lnTo>
                  <a:lnTo>
                    <a:pt x="56436" y="28068"/>
                  </a:lnTo>
                  <a:lnTo>
                    <a:pt x="56038" y="27447"/>
                  </a:lnTo>
                  <a:lnTo>
                    <a:pt x="55602" y="26767"/>
                  </a:lnTo>
                  <a:lnTo>
                    <a:pt x="55176" y="26102"/>
                  </a:lnTo>
                  <a:lnTo>
                    <a:pt x="55085" y="25928"/>
                  </a:lnTo>
                  <a:lnTo>
                    <a:pt x="54837" y="25450"/>
                  </a:lnTo>
                  <a:lnTo>
                    <a:pt x="54702" y="25190"/>
                  </a:lnTo>
                  <a:lnTo>
                    <a:pt x="54218" y="25326"/>
                  </a:lnTo>
                  <a:lnTo>
                    <a:pt x="52711" y="25751"/>
                  </a:lnTo>
                  <a:lnTo>
                    <a:pt x="50993" y="26236"/>
                  </a:lnTo>
                  <a:lnTo>
                    <a:pt x="49810" y="24296"/>
                  </a:lnTo>
                  <a:lnTo>
                    <a:pt x="49728" y="24162"/>
                  </a:lnTo>
                  <a:lnTo>
                    <a:pt x="49317" y="23490"/>
                  </a:lnTo>
                  <a:lnTo>
                    <a:pt x="48657" y="22855"/>
                  </a:lnTo>
                  <a:lnTo>
                    <a:pt x="48290" y="23249"/>
                  </a:lnTo>
                  <a:lnTo>
                    <a:pt x="48040" y="23517"/>
                  </a:lnTo>
                  <a:lnTo>
                    <a:pt x="47235" y="24381"/>
                  </a:lnTo>
                  <a:lnTo>
                    <a:pt x="47099" y="24527"/>
                  </a:lnTo>
                  <a:lnTo>
                    <a:pt x="46456" y="24570"/>
                  </a:lnTo>
                  <a:lnTo>
                    <a:pt x="44833" y="24677"/>
                  </a:lnTo>
                  <a:lnTo>
                    <a:pt x="44061" y="24728"/>
                  </a:lnTo>
                  <a:lnTo>
                    <a:pt x="41593" y="25036"/>
                  </a:lnTo>
                  <a:lnTo>
                    <a:pt x="40864" y="25127"/>
                  </a:lnTo>
                  <a:lnTo>
                    <a:pt x="39996" y="25172"/>
                  </a:lnTo>
                  <a:lnTo>
                    <a:pt x="39659" y="25081"/>
                  </a:lnTo>
                  <a:lnTo>
                    <a:pt x="39495" y="25037"/>
                  </a:lnTo>
                  <a:lnTo>
                    <a:pt x="36356" y="25300"/>
                  </a:lnTo>
                  <a:lnTo>
                    <a:pt x="35673" y="25357"/>
                  </a:lnTo>
                  <a:lnTo>
                    <a:pt x="34900" y="25305"/>
                  </a:lnTo>
                  <a:lnTo>
                    <a:pt x="33371" y="25202"/>
                  </a:lnTo>
                  <a:lnTo>
                    <a:pt x="33232" y="25193"/>
                  </a:lnTo>
                  <a:lnTo>
                    <a:pt x="33413" y="26525"/>
                  </a:lnTo>
                  <a:lnTo>
                    <a:pt x="33576" y="27719"/>
                  </a:lnTo>
                  <a:lnTo>
                    <a:pt x="33610" y="27972"/>
                  </a:lnTo>
                  <a:lnTo>
                    <a:pt x="30269" y="28096"/>
                  </a:lnTo>
                  <a:lnTo>
                    <a:pt x="30278" y="28374"/>
                  </a:lnTo>
                  <a:lnTo>
                    <a:pt x="30301" y="29052"/>
                  </a:lnTo>
                  <a:lnTo>
                    <a:pt x="30340" y="30252"/>
                  </a:lnTo>
                  <a:lnTo>
                    <a:pt x="30356" y="30721"/>
                  </a:lnTo>
                  <a:lnTo>
                    <a:pt x="30456" y="31316"/>
                  </a:lnTo>
                  <a:lnTo>
                    <a:pt x="30781" y="33240"/>
                  </a:lnTo>
                  <a:lnTo>
                    <a:pt x="30805" y="33382"/>
                  </a:lnTo>
                  <a:lnTo>
                    <a:pt x="30829" y="33523"/>
                  </a:lnTo>
                  <a:lnTo>
                    <a:pt x="29851" y="33702"/>
                  </a:lnTo>
                  <a:lnTo>
                    <a:pt x="27462" y="33752"/>
                  </a:lnTo>
                  <a:lnTo>
                    <a:pt x="26451" y="33773"/>
                  </a:lnTo>
                  <a:lnTo>
                    <a:pt x="26375" y="34529"/>
                  </a:lnTo>
                  <a:lnTo>
                    <a:pt x="26134" y="34531"/>
                  </a:lnTo>
                  <a:lnTo>
                    <a:pt x="24797" y="34544"/>
                  </a:lnTo>
                  <a:lnTo>
                    <a:pt x="23723" y="34555"/>
                  </a:lnTo>
                  <a:lnTo>
                    <a:pt x="23718" y="34846"/>
                  </a:lnTo>
                  <a:lnTo>
                    <a:pt x="23693" y="36471"/>
                  </a:lnTo>
                  <a:lnTo>
                    <a:pt x="23687" y="36813"/>
                  </a:lnTo>
                  <a:lnTo>
                    <a:pt x="23496" y="38082"/>
                  </a:lnTo>
                  <a:lnTo>
                    <a:pt x="23320" y="39252"/>
                  </a:lnTo>
                  <a:lnTo>
                    <a:pt x="23267" y="39500"/>
                  </a:lnTo>
                  <a:lnTo>
                    <a:pt x="21099" y="39002"/>
                  </a:lnTo>
                  <a:lnTo>
                    <a:pt x="20562" y="38955"/>
                  </a:lnTo>
                  <a:lnTo>
                    <a:pt x="20075" y="38913"/>
                  </a:lnTo>
                  <a:lnTo>
                    <a:pt x="19515" y="38864"/>
                  </a:lnTo>
                  <a:lnTo>
                    <a:pt x="19563" y="40298"/>
                  </a:lnTo>
                  <a:lnTo>
                    <a:pt x="19371" y="40987"/>
                  </a:lnTo>
                  <a:lnTo>
                    <a:pt x="19382" y="41232"/>
                  </a:lnTo>
                  <a:lnTo>
                    <a:pt x="19276" y="41709"/>
                  </a:lnTo>
                  <a:lnTo>
                    <a:pt x="19035" y="42802"/>
                  </a:lnTo>
                  <a:lnTo>
                    <a:pt x="18857" y="42835"/>
                  </a:lnTo>
                  <a:lnTo>
                    <a:pt x="18457" y="42910"/>
                  </a:lnTo>
                  <a:lnTo>
                    <a:pt x="18518" y="43115"/>
                  </a:lnTo>
                  <a:lnTo>
                    <a:pt x="18591" y="43358"/>
                  </a:lnTo>
                  <a:lnTo>
                    <a:pt x="18128" y="43497"/>
                  </a:lnTo>
                  <a:lnTo>
                    <a:pt x="17548" y="43671"/>
                  </a:lnTo>
                  <a:lnTo>
                    <a:pt x="15978" y="44251"/>
                  </a:lnTo>
                  <a:lnTo>
                    <a:pt x="13182" y="47281"/>
                  </a:lnTo>
                  <a:lnTo>
                    <a:pt x="16984" y="52239"/>
                  </a:lnTo>
                  <a:lnTo>
                    <a:pt x="17703" y="54180"/>
                  </a:lnTo>
                  <a:lnTo>
                    <a:pt x="16886" y="55412"/>
                  </a:lnTo>
                  <a:lnTo>
                    <a:pt x="10681" y="53539"/>
                  </a:lnTo>
                  <a:lnTo>
                    <a:pt x="4083" y="52493"/>
                  </a:lnTo>
                  <a:lnTo>
                    <a:pt x="4061" y="50348"/>
                  </a:lnTo>
                  <a:lnTo>
                    <a:pt x="4377" y="47325"/>
                  </a:lnTo>
                  <a:lnTo>
                    <a:pt x="3161" y="46252"/>
                  </a:lnTo>
                  <a:lnTo>
                    <a:pt x="2821" y="44087"/>
                  </a:lnTo>
                  <a:lnTo>
                    <a:pt x="974" y="38911"/>
                  </a:lnTo>
                  <a:lnTo>
                    <a:pt x="898" y="38677"/>
                  </a:lnTo>
                  <a:lnTo>
                    <a:pt x="823" y="38445"/>
                  </a:lnTo>
                  <a:lnTo>
                    <a:pt x="648" y="37904"/>
                  </a:lnTo>
                  <a:lnTo>
                    <a:pt x="509" y="37472"/>
                  </a:lnTo>
                  <a:lnTo>
                    <a:pt x="292" y="36801"/>
                  </a:lnTo>
                  <a:lnTo>
                    <a:pt x="154" y="36372"/>
                  </a:lnTo>
                  <a:lnTo>
                    <a:pt x="43" y="35968"/>
                  </a:lnTo>
                  <a:lnTo>
                    <a:pt x="35" y="35507"/>
                  </a:lnTo>
                  <a:lnTo>
                    <a:pt x="12" y="34268"/>
                  </a:lnTo>
                  <a:lnTo>
                    <a:pt x="0" y="33609"/>
                  </a:lnTo>
                  <a:lnTo>
                    <a:pt x="131" y="33574"/>
                  </a:lnTo>
                  <a:lnTo>
                    <a:pt x="715" y="33418"/>
                  </a:lnTo>
                  <a:lnTo>
                    <a:pt x="692" y="33167"/>
                  </a:lnTo>
                  <a:lnTo>
                    <a:pt x="643" y="32635"/>
                  </a:lnTo>
                  <a:lnTo>
                    <a:pt x="596" y="32130"/>
                  </a:lnTo>
                  <a:lnTo>
                    <a:pt x="637" y="31911"/>
                  </a:lnTo>
                  <a:lnTo>
                    <a:pt x="679" y="31690"/>
                  </a:lnTo>
                  <a:lnTo>
                    <a:pt x="722" y="31462"/>
                  </a:lnTo>
                  <a:lnTo>
                    <a:pt x="751" y="31307"/>
                  </a:lnTo>
                  <a:lnTo>
                    <a:pt x="849" y="30213"/>
                  </a:lnTo>
                  <a:lnTo>
                    <a:pt x="870" y="29976"/>
                  </a:lnTo>
                  <a:lnTo>
                    <a:pt x="1050" y="27962"/>
                  </a:lnTo>
                  <a:lnTo>
                    <a:pt x="1073" y="27705"/>
                  </a:lnTo>
                  <a:lnTo>
                    <a:pt x="1137" y="26990"/>
                  </a:lnTo>
                  <a:lnTo>
                    <a:pt x="1247" y="25762"/>
                  </a:lnTo>
                  <a:lnTo>
                    <a:pt x="1298" y="25191"/>
                  </a:lnTo>
                  <a:lnTo>
                    <a:pt x="1383" y="24234"/>
                  </a:lnTo>
                  <a:lnTo>
                    <a:pt x="1427" y="22961"/>
                  </a:lnTo>
                  <a:lnTo>
                    <a:pt x="1449" y="22344"/>
                  </a:lnTo>
                  <a:lnTo>
                    <a:pt x="1487" y="21259"/>
                  </a:lnTo>
                  <a:lnTo>
                    <a:pt x="1528" y="20058"/>
                  </a:lnTo>
                  <a:lnTo>
                    <a:pt x="1586" y="18401"/>
                  </a:lnTo>
                  <a:lnTo>
                    <a:pt x="1626" y="17132"/>
                  </a:lnTo>
                  <a:lnTo>
                    <a:pt x="1674" y="15585"/>
                  </a:lnTo>
                  <a:lnTo>
                    <a:pt x="1826" y="10743"/>
                  </a:lnTo>
                  <a:lnTo>
                    <a:pt x="1878" y="9069"/>
                  </a:lnTo>
                  <a:lnTo>
                    <a:pt x="1908" y="8120"/>
                  </a:lnTo>
                  <a:lnTo>
                    <a:pt x="1951" y="7360"/>
                  </a:lnTo>
                  <a:lnTo>
                    <a:pt x="1974" y="6970"/>
                  </a:lnTo>
                  <a:lnTo>
                    <a:pt x="2057" y="5502"/>
                  </a:lnTo>
                  <a:lnTo>
                    <a:pt x="2110" y="4573"/>
                  </a:lnTo>
                  <a:lnTo>
                    <a:pt x="7555" y="5177"/>
                  </a:lnTo>
                  <a:lnTo>
                    <a:pt x="7744" y="3590"/>
                  </a:lnTo>
                  <a:lnTo>
                    <a:pt x="7770" y="3370"/>
                  </a:lnTo>
                  <a:lnTo>
                    <a:pt x="8171" y="0"/>
                  </a:lnTo>
                  <a:lnTo>
                    <a:pt x="9210" y="78"/>
                  </a:lnTo>
                  <a:lnTo>
                    <a:pt x="20191" y="907"/>
                  </a:lnTo>
                  <a:lnTo>
                    <a:pt x="21181" y="982"/>
                  </a:lnTo>
                  <a:lnTo>
                    <a:pt x="21598" y="1014"/>
                  </a:lnTo>
                  <a:lnTo>
                    <a:pt x="35278" y="2047"/>
                  </a:lnTo>
                  <a:lnTo>
                    <a:pt x="39487" y="2328"/>
                  </a:lnTo>
                  <a:lnTo>
                    <a:pt x="46078" y="2769"/>
                  </a:lnTo>
                  <a:lnTo>
                    <a:pt x="46506" y="2797"/>
                  </a:lnTo>
                  <a:lnTo>
                    <a:pt x="47302" y="2851"/>
                  </a:lnTo>
                  <a:lnTo>
                    <a:pt x="49333" y="3259"/>
                  </a:lnTo>
                  <a:lnTo>
                    <a:pt x="49664" y="3326"/>
                  </a:lnTo>
                  <a:lnTo>
                    <a:pt x="49869" y="3367"/>
                  </a:lnTo>
                  <a:lnTo>
                    <a:pt x="50108" y="353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3" name="pg222"/>
            <p:cNvSpPr/>
            <p:nvPr/>
          </p:nvSpPr>
          <p:spPr>
            <a:xfrm>
              <a:off x="3987006" y="2341058"/>
              <a:ext cx="106510" cy="61014"/>
            </a:xfrm>
            <a:custGeom>
              <a:avLst/>
              <a:pathLst>
                <a:path w="106510" h="61014">
                  <a:moveTo>
                    <a:pt x="66945" y="3126"/>
                  </a:moveTo>
                  <a:lnTo>
                    <a:pt x="72429" y="6823"/>
                  </a:lnTo>
                  <a:lnTo>
                    <a:pt x="72618" y="6951"/>
                  </a:lnTo>
                  <a:lnTo>
                    <a:pt x="74802" y="8423"/>
                  </a:lnTo>
                  <a:lnTo>
                    <a:pt x="75250" y="8725"/>
                  </a:lnTo>
                  <a:lnTo>
                    <a:pt x="75760" y="9066"/>
                  </a:lnTo>
                  <a:lnTo>
                    <a:pt x="79492" y="11556"/>
                  </a:lnTo>
                  <a:lnTo>
                    <a:pt x="80346" y="12125"/>
                  </a:lnTo>
                  <a:lnTo>
                    <a:pt x="82841" y="13790"/>
                  </a:lnTo>
                  <a:lnTo>
                    <a:pt x="87687" y="17024"/>
                  </a:lnTo>
                  <a:lnTo>
                    <a:pt x="88697" y="17698"/>
                  </a:lnTo>
                  <a:lnTo>
                    <a:pt x="88940" y="17838"/>
                  </a:lnTo>
                  <a:lnTo>
                    <a:pt x="89437" y="18125"/>
                  </a:lnTo>
                  <a:lnTo>
                    <a:pt x="90320" y="16730"/>
                  </a:lnTo>
                  <a:lnTo>
                    <a:pt x="91995" y="14082"/>
                  </a:lnTo>
                  <a:lnTo>
                    <a:pt x="92382" y="13470"/>
                  </a:lnTo>
                  <a:lnTo>
                    <a:pt x="92902" y="13861"/>
                  </a:lnTo>
                  <a:lnTo>
                    <a:pt x="93488" y="14233"/>
                  </a:lnTo>
                  <a:lnTo>
                    <a:pt x="93665" y="14346"/>
                  </a:lnTo>
                  <a:lnTo>
                    <a:pt x="94230" y="14634"/>
                  </a:lnTo>
                  <a:lnTo>
                    <a:pt x="94396" y="14718"/>
                  </a:lnTo>
                  <a:lnTo>
                    <a:pt x="106510" y="23005"/>
                  </a:lnTo>
                  <a:lnTo>
                    <a:pt x="103652" y="27154"/>
                  </a:lnTo>
                  <a:lnTo>
                    <a:pt x="103523" y="27348"/>
                  </a:lnTo>
                  <a:lnTo>
                    <a:pt x="103423" y="27498"/>
                  </a:lnTo>
                  <a:lnTo>
                    <a:pt x="101633" y="30183"/>
                  </a:lnTo>
                  <a:lnTo>
                    <a:pt x="101082" y="31010"/>
                  </a:lnTo>
                  <a:lnTo>
                    <a:pt x="100555" y="31799"/>
                  </a:lnTo>
                  <a:lnTo>
                    <a:pt x="100375" y="32071"/>
                  </a:lnTo>
                  <a:lnTo>
                    <a:pt x="99249" y="33713"/>
                  </a:lnTo>
                  <a:lnTo>
                    <a:pt x="97929" y="35637"/>
                  </a:lnTo>
                  <a:lnTo>
                    <a:pt x="97623" y="36090"/>
                  </a:lnTo>
                  <a:lnTo>
                    <a:pt x="97042" y="36949"/>
                  </a:lnTo>
                  <a:lnTo>
                    <a:pt x="95890" y="38652"/>
                  </a:lnTo>
                  <a:lnTo>
                    <a:pt x="95508" y="39215"/>
                  </a:lnTo>
                  <a:lnTo>
                    <a:pt x="93051" y="42770"/>
                  </a:lnTo>
                  <a:lnTo>
                    <a:pt x="92902" y="42984"/>
                  </a:lnTo>
                  <a:lnTo>
                    <a:pt x="90630" y="46265"/>
                  </a:lnTo>
                  <a:lnTo>
                    <a:pt x="88468" y="49306"/>
                  </a:lnTo>
                  <a:lnTo>
                    <a:pt x="88137" y="49772"/>
                  </a:lnTo>
                  <a:lnTo>
                    <a:pt x="87919" y="50102"/>
                  </a:lnTo>
                  <a:lnTo>
                    <a:pt x="87548" y="50604"/>
                  </a:lnTo>
                  <a:lnTo>
                    <a:pt x="87005" y="51338"/>
                  </a:lnTo>
                  <a:lnTo>
                    <a:pt x="86866" y="51526"/>
                  </a:lnTo>
                  <a:lnTo>
                    <a:pt x="85420" y="53479"/>
                  </a:lnTo>
                  <a:lnTo>
                    <a:pt x="84242" y="55172"/>
                  </a:lnTo>
                  <a:lnTo>
                    <a:pt x="83452" y="56306"/>
                  </a:lnTo>
                  <a:lnTo>
                    <a:pt x="83077" y="56844"/>
                  </a:lnTo>
                  <a:lnTo>
                    <a:pt x="82829" y="57202"/>
                  </a:lnTo>
                  <a:lnTo>
                    <a:pt x="80693" y="60454"/>
                  </a:lnTo>
                  <a:lnTo>
                    <a:pt x="80515" y="60725"/>
                  </a:lnTo>
                  <a:lnTo>
                    <a:pt x="80325" y="61014"/>
                  </a:lnTo>
                  <a:lnTo>
                    <a:pt x="69610" y="53752"/>
                  </a:lnTo>
                  <a:lnTo>
                    <a:pt x="67818" y="52537"/>
                  </a:lnTo>
                  <a:lnTo>
                    <a:pt x="66476" y="54303"/>
                  </a:lnTo>
                  <a:lnTo>
                    <a:pt x="66361" y="54455"/>
                  </a:lnTo>
                  <a:lnTo>
                    <a:pt x="64969" y="55858"/>
                  </a:lnTo>
                  <a:lnTo>
                    <a:pt x="64819" y="56004"/>
                  </a:lnTo>
                  <a:lnTo>
                    <a:pt x="64638" y="56180"/>
                  </a:lnTo>
                  <a:lnTo>
                    <a:pt x="63051" y="57719"/>
                  </a:lnTo>
                  <a:lnTo>
                    <a:pt x="61801" y="59145"/>
                  </a:lnTo>
                  <a:lnTo>
                    <a:pt x="61260" y="59810"/>
                  </a:lnTo>
                  <a:lnTo>
                    <a:pt x="60938" y="60206"/>
                  </a:lnTo>
                  <a:lnTo>
                    <a:pt x="60730" y="60569"/>
                  </a:lnTo>
                  <a:lnTo>
                    <a:pt x="59494" y="59675"/>
                  </a:lnTo>
                  <a:lnTo>
                    <a:pt x="58248" y="58774"/>
                  </a:lnTo>
                  <a:lnTo>
                    <a:pt x="56926" y="57837"/>
                  </a:lnTo>
                  <a:lnTo>
                    <a:pt x="55842" y="57068"/>
                  </a:lnTo>
                  <a:lnTo>
                    <a:pt x="55647" y="56930"/>
                  </a:lnTo>
                  <a:lnTo>
                    <a:pt x="55251" y="57402"/>
                  </a:lnTo>
                  <a:lnTo>
                    <a:pt x="55086" y="57493"/>
                  </a:lnTo>
                  <a:lnTo>
                    <a:pt x="53953" y="58491"/>
                  </a:lnTo>
                  <a:lnTo>
                    <a:pt x="53533" y="58082"/>
                  </a:lnTo>
                  <a:lnTo>
                    <a:pt x="52003" y="56338"/>
                  </a:lnTo>
                  <a:lnTo>
                    <a:pt x="52746" y="54396"/>
                  </a:lnTo>
                  <a:lnTo>
                    <a:pt x="51479" y="55783"/>
                  </a:lnTo>
                  <a:lnTo>
                    <a:pt x="49772" y="57650"/>
                  </a:lnTo>
                  <a:lnTo>
                    <a:pt x="48401" y="56328"/>
                  </a:lnTo>
                  <a:lnTo>
                    <a:pt x="48347" y="56476"/>
                  </a:lnTo>
                  <a:lnTo>
                    <a:pt x="48078" y="57209"/>
                  </a:lnTo>
                  <a:lnTo>
                    <a:pt x="47578" y="58318"/>
                  </a:lnTo>
                  <a:lnTo>
                    <a:pt x="47280" y="58229"/>
                  </a:lnTo>
                  <a:lnTo>
                    <a:pt x="45856" y="57256"/>
                  </a:lnTo>
                  <a:lnTo>
                    <a:pt x="43792" y="56219"/>
                  </a:lnTo>
                  <a:lnTo>
                    <a:pt x="42590" y="57039"/>
                  </a:lnTo>
                  <a:lnTo>
                    <a:pt x="41614" y="58199"/>
                  </a:lnTo>
                  <a:lnTo>
                    <a:pt x="39453" y="56932"/>
                  </a:lnTo>
                  <a:lnTo>
                    <a:pt x="36913" y="54475"/>
                  </a:lnTo>
                  <a:lnTo>
                    <a:pt x="40879" y="51097"/>
                  </a:lnTo>
                  <a:lnTo>
                    <a:pt x="39592" y="50092"/>
                  </a:lnTo>
                  <a:lnTo>
                    <a:pt x="38907" y="49556"/>
                  </a:lnTo>
                  <a:lnTo>
                    <a:pt x="36788" y="49737"/>
                  </a:lnTo>
                  <a:lnTo>
                    <a:pt x="35713" y="50149"/>
                  </a:lnTo>
                  <a:lnTo>
                    <a:pt x="35122" y="50375"/>
                  </a:lnTo>
                  <a:lnTo>
                    <a:pt x="34481" y="50620"/>
                  </a:lnTo>
                  <a:lnTo>
                    <a:pt x="33715" y="51051"/>
                  </a:lnTo>
                  <a:lnTo>
                    <a:pt x="33186" y="51348"/>
                  </a:lnTo>
                  <a:lnTo>
                    <a:pt x="32965" y="51473"/>
                  </a:lnTo>
                  <a:lnTo>
                    <a:pt x="31965" y="51452"/>
                  </a:lnTo>
                  <a:lnTo>
                    <a:pt x="31464" y="51442"/>
                  </a:lnTo>
                  <a:lnTo>
                    <a:pt x="30703" y="51427"/>
                  </a:lnTo>
                  <a:lnTo>
                    <a:pt x="29940" y="51051"/>
                  </a:lnTo>
                  <a:lnTo>
                    <a:pt x="28810" y="50494"/>
                  </a:lnTo>
                  <a:lnTo>
                    <a:pt x="27524" y="52469"/>
                  </a:lnTo>
                  <a:lnTo>
                    <a:pt x="18074" y="45272"/>
                  </a:lnTo>
                  <a:lnTo>
                    <a:pt x="12885" y="40083"/>
                  </a:lnTo>
                  <a:lnTo>
                    <a:pt x="6981" y="35789"/>
                  </a:lnTo>
                  <a:lnTo>
                    <a:pt x="3703" y="34800"/>
                  </a:lnTo>
                  <a:lnTo>
                    <a:pt x="4521" y="33568"/>
                  </a:lnTo>
                  <a:lnTo>
                    <a:pt x="3801" y="31626"/>
                  </a:lnTo>
                  <a:lnTo>
                    <a:pt x="0" y="26669"/>
                  </a:lnTo>
                  <a:lnTo>
                    <a:pt x="2795" y="23638"/>
                  </a:lnTo>
                  <a:lnTo>
                    <a:pt x="4365" y="23058"/>
                  </a:lnTo>
                  <a:lnTo>
                    <a:pt x="4945" y="22884"/>
                  </a:lnTo>
                  <a:lnTo>
                    <a:pt x="5409" y="22745"/>
                  </a:lnTo>
                  <a:lnTo>
                    <a:pt x="5336" y="22503"/>
                  </a:lnTo>
                  <a:lnTo>
                    <a:pt x="5275" y="22298"/>
                  </a:lnTo>
                  <a:lnTo>
                    <a:pt x="5674" y="22223"/>
                  </a:lnTo>
                  <a:lnTo>
                    <a:pt x="5853" y="22189"/>
                  </a:lnTo>
                  <a:lnTo>
                    <a:pt x="6094" y="21097"/>
                  </a:lnTo>
                  <a:lnTo>
                    <a:pt x="6203" y="20601"/>
                  </a:lnTo>
                  <a:lnTo>
                    <a:pt x="6188" y="20375"/>
                  </a:lnTo>
                  <a:lnTo>
                    <a:pt x="6381" y="19686"/>
                  </a:lnTo>
                  <a:lnTo>
                    <a:pt x="6333" y="18252"/>
                  </a:lnTo>
                  <a:lnTo>
                    <a:pt x="6892" y="18300"/>
                  </a:lnTo>
                  <a:lnTo>
                    <a:pt x="7380" y="18343"/>
                  </a:lnTo>
                  <a:lnTo>
                    <a:pt x="7917" y="18389"/>
                  </a:lnTo>
                  <a:lnTo>
                    <a:pt x="10099" y="18890"/>
                  </a:lnTo>
                  <a:lnTo>
                    <a:pt x="10137" y="18639"/>
                  </a:lnTo>
                  <a:lnTo>
                    <a:pt x="10314" y="17469"/>
                  </a:lnTo>
                  <a:lnTo>
                    <a:pt x="10505" y="16201"/>
                  </a:lnTo>
                  <a:lnTo>
                    <a:pt x="10510" y="15859"/>
                  </a:lnTo>
                  <a:lnTo>
                    <a:pt x="10536" y="14234"/>
                  </a:lnTo>
                  <a:lnTo>
                    <a:pt x="10540" y="13943"/>
                  </a:lnTo>
                  <a:lnTo>
                    <a:pt x="11615" y="13932"/>
                  </a:lnTo>
                  <a:lnTo>
                    <a:pt x="12952" y="13919"/>
                  </a:lnTo>
                  <a:lnTo>
                    <a:pt x="13228" y="13916"/>
                  </a:lnTo>
                  <a:lnTo>
                    <a:pt x="13269" y="13161"/>
                  </a:lnTo>
                  <a:lnTo>
                    <a:pt x="14280" y="13139"/>
                  </a:lnTo>
                  <a:lnTo>
                    <a:pt x="16668" y="13089"/>
                  </a:lnTo>
                  <a:lnTo>
                    <a:pt x="17646" y="12910"/>
                  </a:lnTo>
                  <a:lnTo>
                    <a:pt x="17623" y="12769"/>
                  </a:lnTo>
                  <a:lnTo>
                    <a:pt x="17599" y="12627"/>
                  </a:lnTo>
                  <a:lnTo>
                    <a:pt x="17274" y="10703"/>
                  </a:lnTo>
                  <a:lnTo>
                    <a:pt x="17173" y="10104"/>
                  </a:lnTo>
                  <a:lnTo>
                    <a:pt x="17158" y="9639"/>
                  </a:lnTo>
                  <a:lnTo>
                    <a:pt x="17118" y="8440"/>
                  </a:lnTo>
                  <a:lnTo>
                    <a:pt x="17095" y="7748"/>
                  </a:lnTo>
                  <a:lnTo>
                    <a:pt x="17086" y="7483"/>
                  </a:lnTo>
                  <a:lnTo>
                    <a:pt x="20427" y="7359"/>
                  </a:lnTo>
                  <a:lnTo>
                    <a:pt x="20393" y="7106"/>
                  </a:lnTo>
                  <a:lnTo>
                    <a:pt x="20231" y="5912"/>
                  </a:lnTo>
                  <a:lnTo>
                    <a:pt x="20049" y="4580"/>
                  </a:lnTo>
                  <a:lnTo>
                    <a:pt x="20189" y="4590"/>
                  </a:lnTo>
                  <a:lnTo>
                    <a:pt x="21717" y="4692"/>
                  </a:lnTo>
                  <a:lnTo>
                    <a:pt x="22491" y="4744"/>
                  </a:lnTo>
                  <a:lnTo>
                    <a:pt x="23174" y="4687"/>
                  </a:lnTo>
                  <a:lnTo>
                    <a:pt x="26312" y="4425"/>
                  </a:lnTo>
                  <a:lnTo>
                    <a:pt x="26477" y="4469"/>
                  </a:lnTo>
                  <a:lnTo>
                    <a:pt x="26813" y="4559"/>
                  </a:lnTo>
                  <a:lnTo>
                    <a:pt x="27803" y="4499"/>
                  </a:lnTo>
                  <a:lnTo>
                    <a:pt x="28410" y="4423"/>
                  </a:lnTo>
                  <a:lnTo>
                    <a:pt x="30879" y="4116"/>
                  </a:lnTo>
                  <a:lnTo>
                    <a:pt x="31650" y="4065"/>
                  </a:lnTo>
                  <a:lnTo>
                    <a:pt x="33273" y="3957"/>
                  </a:lnTo>
                  <a:lnTo>
                    <a:pt x="33916" y="3915"/>
                  </a:lnTo>
                  <a:lnTo>
                    <a:pt x="34053" y="3768"/>
                  </a:lnTo>
                  <a:lnTo>
                    <a:pt x="34858" y="2904"/>
                  </a:lnTo>
                  <a:lnTo>
                    <a:pt x="35107" y="2636"/>
                  </a:lnTo>
                  <a:lnTo>
                    <a:pt x="35487" y="2242"/>
                  </a:lnTo>
                  <a:lnTo>
                    <a:pt x="36135" y="2877"/>
                  </a:lnTo>
                  <a:lnTo>
                    <a:pt x="36545" y="3550"/>
                  </a:lnTo>
                  <a:lnTo>
                    <a:pt x="36627" y="3684"/>
                  </a:lnTo>
                  <a:lnTo>
                    <a:pt x="37811" y="5623"/>
                  </a:lnTo>
                  <a:lnTo>
                    <a:pt x="39529" y="5139"/>
                  </a:lnTo>
                  <a:lnTo>
                    <a:pt x="41035" y="4714"/>
                  </a:lnTo>
                  <a:lnTo>
                    <a:pt x="41519" y="4577"/>
                  </a:lnTo>
                  <a:lnTo>
                    <a:pt x="41654" y="4838"/>
                  </a:lnTo>
                  <a:lnTo>
                    <a:pt x="41903" y="5316"/>
                  </a:lnTo>
                  <a:lnTo>
                    <a:pt x="42046" y="5573"/>
                  </a:lnTo>
                  <a:lnTo>
                    <a:pt x="42420" y="6155"/>
                  </a:lnTo>
                  <a:lnTo>
                    <a:pt x="42933" y="6956"/>
                  </a:lnTo>
                  <a:lnTo>
                    <a:pt x="43325" y="7571"/>
                  </a:lnTo>
                  <a:lnTo>
                    <a:pt x="44496" y="9476"/>
                  </a:lnTo>
                  <a:lnTo>
                    <a:pt x="44971" y="10162"/>
                  </a:lnTo>
                  <a:lnTo>
                    <a:pt x="45164" y="9903"/>
                  </a:lnTo>
                  <a:lnTo>
                    <a:pt x="45599" y="9318"/>
                  </a:lnTo>
                  <a:lnTo>
                    <a:pt x="45932" y="8866"/>
                  </a:lnTo>
                  <a:lnTo>
                    <a:pt x="46368" y="8258"/>
                  </a:lnTo>
                  <a:lnTo>
                    <a:pt x="46665" y="7844"/>
                  </a:lnTo>
                  <a:lnTo>
                    <a:pt x="47370" y="6861"/>
                  </a:lnTo>
                  <a:lnTo>
                    <a:pt x="47626" y="6504"/>
                  </a:lnTo>
                  <a:lnTo>
                    <a:pt x="47725" y="6366"/>
                  </a:lnTo>
                  <a:lnTo>
                    <a:pt x="48082" y="5869"/>
                  </a:lnTo>
                  <a:lnTo>
                    <a:pt x="48377" y="5457"/>
                  </a:lnTo>
                  <a:lnTo>
                    <a:pt x="48502" y="5282"/>
                  </a:lnTo>
                  <a:lnTo>
                    <a:pt x="48696" y="5012"/>
                  </a:lnTo>
                  <a:lnTo>
                    <a:pt x="48934" y="4681"/>
                  </a:lnTo>
                  <a:lnTo>
                    <a:pt x="49348" y="4103"/>
                  </a:lnTo>
                  <a:lnTo>
                    <a:pt x="49734" y="3565"/>
                  </a:lnTo>
                  <a:lnTo>
                    <a:pt x="49875" y="3369"/>
                  </a:lnTo>
                  <a:lnTo>
                    <a:pt x="50412" y="2620"/>
                  </a:lnTo>
                  <a:lnTo>
                    <a:pt x="50607" y="2348"/>
                  </a:lnTo>
                  <a:lnTo>
                    <a:pt x="51039" y="1746"/>
                  </a:lnTo>
                  <a:lnTo>
                    <a:pt x="51283" y="1405"/>
                  </a:lnTo>
                  <a:lnTo>
                    <a:pt x="51408" y="1231"/>
                  </a:lnTo>
                  <a:lnTo>
                    <a:pt x="52162" y="180"/>
                  </a:lnTo>
                  <a:lnTo>
                    <a:pt x="52317" y="281"/>
                  </a:lnTo>
                  <a:lnTo>
                    <a:pt x="57868" y="3900"/>
                  </a:lnTo>
                  <a:lnTo>
                    <a:pt x="58509" y="4317"/>
                  </a:lnTo>
                  <a:lnTo>
                    <a:pt x="59071" y="4683"/>
                  </a:lnTo>
                  <a:lnTo>
                    <a:pt x="62307" y="0"/>
                  </a:lnTo>
                  <a:lnTo>
                    <a:pt x="62667" y="242"/>
                  </a:lnTo>
                  <a:lnTo>
                    <a:pt x="66448" y="279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4" name="pg223"/>
            <p:cNvSpPr/>
            <p:nvPr/>
          </p:nvSpPr>
          <p:spPr>
            <a:xfrm>
              <a:off x="4058318" y="2363952"/>
              <a:ext cx="68361" cy="80292"/>
            </a:xfrm>
            <a:custGeom>
              <a:avLst/>
              <a:pathLst>
                <a:path w="68361" h="80292">
                  <a:moveTo>
                    <a:pt x="50088" y="54902"/>
                  </a:moveTo>
                  <a:lnTo>
                    <a:pt x="48728" y="56836"/>
                  </a:lnTo>
                  <a:lnTo>
                    <a:pt x="48137" y="57676"/>
                  </a:lnTo>
                  <a:lnTo>
                    <a:pt x="46496" y="60009"/>
                  </a:lnTo>
                  <a:lnTo>
                    <a:pt x="45156" y="61915"/>
                  </a:lnTo>
                  <a:lnTo>
                    <a:pt x="43954" y="63520"/>
                  </a:lnTo>
                  <a:lnTo>
                    <a:pt x="43502" y="64124"/>
                  </a:lnTo>
                  <a:lnTo>
                    <a:pt x="40466" y="68180"/>
                  </a:lnTo>
                  <a:lnTo>
                    <a:pt x="39689" y="69326"/>
                  </a:lnTo>
                  <a:lnTo>
                    <a:pt x="37717" y="72234"/>
                  </a:lnTo>
                  <a:lnTo>
                    <a:pt x="37412" y="72685"/>
                  </a:lnTo>
                  <a:lnTo>
                    <a:pt x="35456" y="75454"/>
                  </a:lnTo>
                  <a:lnTo>
                    <a:pt x="35032" y="76321"/>
                  </a:lnTo>
                  <a:lnTo>
                    <a:pt x="34079" y="78191"/>
                  </a:lnTo>
                  <a:lnTo>
                    <a:pt x="30294" y="79505"/>
                  </a:lnTo>
                  <a:lnTo>
                    <a:pt x="28712" y="79926"/>
                  </a:lnTo>
                  <a:lnTo>
                    <a:pt x="28052" y="80101"/>
                  </a:lnTo>
                  <a:lnTo>
                    <a:pt x="26754" y="80247"/>
                  </a:lnTo>
                  <a:lnTo>
                    <a:pt x="26358" y="80292"/>
                  </a:lnTo>
                  <a:lnTo>
                    <a:pt x="26396" y="80048"/>
                  </a:lnTo>
                  <a:lnTo>
                    <a:pt x="26535" y="79158"/>
                  </a:lnTo>
                  <a:lnTo>
                    <a:pt x="26641" y="78715"/>
                  </a:lnTo>
                  <a:lnTo>
                    <a:pt x="25954" y="78191"/>
                  </a:lnTo>
                  <a:lnTo>
                    <a:pt x="22985" y="75932"/>
                  </a:lnTo>
                  <a:lnTo>
                    <a:pt x="22730" y="75720"/>
                  </a:lnTo>
                  <a:lnTo>
                    <a:pt x="22270" y="75383"/>
                  </a:lnTo>
                  <a:lnTo>
                    <a:pt x="20125" y="77715"/>
                  </a:lnTo>
                  <a:lnTo>
                    <a:pt x="19393" y="78511"/>
                  </a:lnTo>
                  <a:lnTo>
                    <a:pt x="14548" y="74639"/>
                  </a:lnTo>
                  <a:lnTo>
                    <a:pt x="11650" y="72282"/>
                  </a:lnTo>
                  <a:lnTo>
                    <a:pt x="11327" y="72020"/>
                  </a:lnTo>
                  <a:lnTo>
                    <a:pt x="9302" y="74181"/>
                  </a:lnTo>
                  <a:lnTo>
                    <a:pt x="3860" y="69552"/>
                  </a:lnTo>
                  <a:lnTo>
                    <a:pt x="2710" y="68574"/>
                  </a:lnTo>
                  <a:lnTo>
                    <a:pt x="2943" y="68313"/>
                  </a:lnTo>
                  <a:lnTo>
                    <a:pt x="404" y="66057"/>
                  </a:lnTo>
                  <a:lnTo>
                    <a:pt x="0" y="65618"/>
                  </a:lnTo>
                  <a:lnTo>
                    <a:pt x="195" y="65233"/>
                  </a:lnTo>
                  <a:lnTo>
                    <a:pt x="687" y="64265"/>
                  </a:lnTo>
                  <a:lnTo>
                    <a:pt x="1065" y="63520"/>
                  </a:lnTo>
                  <a:lnTo>
                    <a:pt x="1349" y="63029"/>
                  </a:lnTo>
                  <a:lnTo>
                    <a:pt x="1450" y="62740"/>
                  </a:lnTo>
                  <a:lnTo>
                    <a:pt x="1587" y="62350"/>
                  </a:lnTo>
                  <a:lnTo>
                    <a:pt x="1905" y="61443"/>
                  </a:lnTo>
                  <a:lnTo>
                    <a:pt x="2139" y="60775"/>
                  </a:lnTo>
                  <a:lnTo>
                    <a:pt x="3067" y="58127"/>
                  </a:lnTo>
                  <a:lnTo>
                    <a:pt x="3256" y="57588"/>
                  </a:lnTo>
                  <a:lnTo>
                    <a:pt x="3584" y="56651"/>
                  </a:lnTo>
                  <a:lnTo>
                    <a:pt x="4016" y="55419"/>
                  </a:lnTo>
                  <a:lnTo>
                    <a:pt x="4211" y="54861"/>
                  </a:lnTo>
                  <a:lnTo>
                    <a:pt x="5400" y="55374"/>
                  </a:lnTo>
                  <a:lnTo>
                    <a:pt x="5673" y="55491"/>
                  </a:lnTo>
                  <a:lnTo>
                    <a:pt x="7109" y="54042"/>
                  </a:lnTo>
                  <a:lnTo>
                    <a:pt x="7508" y="53638"/>
                  </a:lnTo>
                  <a:lnTo>
                    <a:pt x="8513" y="52624"/>
                  </a:lnTo>
                  <a:lnTo>
                    <a:pt x="9005" y="52128"/>
                  </a:lnTo>
                  <a:lnTo>
                    <a:pt x="9459" y="51670"/>
                  </a:lnTo>
                  <a:lnTo>
                    <a:pt x="10339" y="50782"/>
                  </a:lnTo>
                  <a:lnTo>
                    <a:pt x="10504" y="50780"/>
                  </a:lnTo>
                  <a:lnTo>
                    <a:pt x="10764" y="51031"/>
                  </a:lnTo>
                  <a:lnTo>
                    <a:pt x="13529" y="53703"/>
                  </a:lnTo>
                  <a:lnTo>
                    <a:pt x="13899" y="54153"/>
                  </a:lnTo>
                  <a:lnTo>
                    <a:pt x="14246" y="54575"/>
                  </a:lnTo>
                  <a:lnTo>
                    <a:pt x="14646" y="54990"/>
                  </a:lnTo>
                  <a:lnTo>
                    <a:pt x="15848" y="56050"/>
                  </a:lnTo>
                  <a:lnTo>
                    <a:pt x="17503" y="55195"/>
                  </a:lnTo>
                  <a:lnTo>
                    <a:pt x="15857" y="53490"/>
                  </a:lnTo>
                  <a:lnTo>
                    <a:pt x="15534" y="52766"/>
                  </a:lnTo>
                  <a:lnTo>
                    <a:pt x="15101" y="51796"/>
                  </a:lnTo>
                  <a:lnTo>
                    <a:pt x="13925" y="49158"/>
                  </a:lnTo>
                  <a:lnTo>
                    <a:pt x="13719" y="48697"/>
                  </a:lnTo>
                  <a:lnTo>
                    <a:pt x="13495" y="48194"/>
                  </a:lnTo>
                  <a:lnTo>
                    <a:pt x="13406" y="47686"/>
                  </a:lnTo>
                  <a:lnTo>
                    <a:pt x="13367" y="47465"/>
                  </a:lnTo>
                  <a:lnTo>
                    <a:pt x="13328" y="47239"/>
                  </a:lnTo>
                  <a:lnTo>
                    <a:pt x="13733" y="46440"/>
                  </a:lnTo>
                  <a:lnTo>
                    <a:pt x="13883" y="46233"/>
                  </a:lnTo>
                  <a:lnTo>
                    <a:pt x="16215" y="43000"/>
                  </a:lnTo>
                  <a:lnTo>
                    <a:pt x="9013" y="38119"/>
                  </a:lnTo>
                  <a:lnTo>
                    <a:pt x="9202" y="37831"/>
                  </a:lnTo>
                  <a:lnTo>
                    <a:pt x="9381" y="37559"/>
                  </a:lnTo>
                  <a:lnTo>
                    <a:pt x="11516" y="34307"/>
                  </a:lnTo>
                  <a:lnTo>
                    <a:pt x="11765" y="33950"/>
                  </a:lnTo>
                  <a:lnTo>
                    <a:pt x="12139" y="33412"/>
                  </a:lnTo>
                  <a:lnTo>
                    <a:pt x="12929" y="32277"/>
                  </a:lnTo>
                  <a:lnTo>
                    <a:pt x="14108" y="30585"/>
                  </a:lnTo>
                  <a:lnTo>
                    <a:pt x="15553" y="28631"/>
                  </a:lnTo>
                  <a:lnTo>
                    <a:pt x="15692" y="28443"/>
                  </a:lnTo>
                  <a:lnTo>
                    <a:pt x="16236" y="27709"/>
                  </a:lnTo>
                  <a:lnTo>
                    <a:pt x="16678" y="27112"/>
                  </a:lnTo>
                  <a:lnTo>
                    <a:pt x="16824" y="26877"/>
                  </a:lnTo>
                  <a:lnTo>
                    <a:pt x="17155" y="26411"/>
                  </a:lnTo>
                  <a:lnTo>
                    <a:pt x="19317" y="23370"/>
                  </a:lnTo>
                  <a:lnTo>
                    <a:pt x="21590" y="20090"/>
                  </a:lnTo>
                  <a:lnTo>
                    <a:pt x="21739" y="19875"/>
                  </a:lnTo>
                  <a:lnTo>
                    <a:pt x="24196" y="16321"/>
                  </a:lnTo>
                  <a:lnTo>
                    <a:pt x="24581" y="15752"/>
                  </a:lnTo>
                  <a:lnTo>
                    <a:pt x="25793" y="13960"/>
                  </a:lnTo>
                  <a:lnTo>
                    <a:pt x="26311" y="13195"/>
                  </a:lnTo>
                  <a:lnTo>
                    <a:pt x="26617" y="12742"/>
                  </a:lnTo>
                  <a:lnTo>
                    <a:pt x="27937" y="10818"/>
                  </a:lnTo>
                  <a:lnTo>
                    <a:pt x="29062" y="9176"/>
                  </a:lnTo>
                  <a:lnTo>
                    <a:pt x="29243" y="8905"/>
                  </a:lnTo>
                  <a:lnTo>
                    <a:pt x="29769" y="8116"/>
                  </a:lnTo>
                  <a:lnTo>
                    <a:pt x="30321" y="7288"/>
                  </a:lnTo>
                  <a:lnTo>
                    <a:pt x="32110" y="4603"/>
                  </a:lnTo>
                  <a:lnTo>
                    <a:pt x="32211" y="4453"/>
                  </a:lnTo>
                  <a:lnTo>
                    <a:pt x="32378" y="4203"/>
                  </a:lnTo>
                  <a:lnTo>
                    <a:pt x="35274" y="0"/>
                  </a:lnTo>
                  <a:lnTo>
                    <a:pt x="35485" y="141"/>
                  </a:lnTo>
                  <a:lnTo>
                    <a:pt x="42520" y="4859"/>
                  </a:lnTo>
                  <a:lnTo>
                    <a:pt x="47742" y="8362"/>
                  </a:lnTo>
                  <a:lnTo>
                    <a:pt x="48696" y="9000"/>
                  </a:lnTo>
                  <a:lnTo>
                    <a:pt x="48841" y="9097"/>
                  </a:lnTo>
                  <a:lnTo>
                    <a:pt x="49490" y="9528"/>
                  </a:lnTo>
                  <a:lnTo>
                    <a:pt x="49914" y="9810"/>
                  </a:lnTo>
                  <a:lnTo>
                    <a:pt x="47286" y="13716"/>
                  </a:lnTo>
                  <a:lnTo>
                    <a:pt x="47122" y="13960"/>
                  </a:lnTo>
                  <a:lnTo>
                    <a:pt x="47000" y="14140"/>
                  </a:lnTo>
                  <a:lnTo>
                    <a:pt x="59782" y="22656"/>
                  </a:lnTo>
                  <a:lnTo>
                    <a:pt x="60559" y="23178"/>
                  </a:lnTo>
                  <a:lnTo>
                    <a:pt x="63412" y="25095"/>
                  </a:lnTo>
                  <a:lnTo>
                    <a:pt x="64121" y="25567"/>
                  </a:lnTo>
                  <a:lnTo>
                    <a:pt x="68361" y="28393"/>
                  </a:lnTo>
                  <a:lnTo>
                    <a:pt x="68141" y="28708"/>
                  </a:lnTo>
                  <a:lnTo>
                    <a:pt x="67738" y="29301"/>
                  </a:lnTo>
                  <a:lnTo>
                    <a:pt x="67431" y="29752"/>
                  </a:lnTo>
                  <a:lnTo>
                    <a:pt x="65032" y="33277"/>
                  </a:lnTo>
                  <a:lnTo>
                    <a:pt x="59823" y="40933"/>
                  </a:lnTo>
                  <a:lnTo>
                    <a:pt x="59023" y="42110"/>
                  </a:lnTo>
                  <a:lnTo>
                    <a:pt x="58835" y="42386"/>
                  </a:lnTo>
                  <a:lnTo>
                    <a:pt x="57162" y="44844"/>
                  </a:lnTo>
                  <a:lnTo>
                    <a:pt x="55449" y="47280"/>
                  </a:lnTo>
                  <a:lnTo>
                    <a:pt x="55116" y="477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5" name="pg224"/>
            <p:cNvSpPr/>
            <p:nvPr/>
          </p:nvSpPr>
          <p:spPr>
            <a:xfrm>
              <a:off x="4095733" y="2392661"/>
              <a:ext cx="82923" cy="78815"/>
            </a:xfrm>
            <a:custGeom>
              <a:avLst/>
              <a:pathLst>
                <a:path w="82923" h="78815">
                  <a:moveTo>
                    <a:pt x="62749" y="64072"/>
                  </a:moveTo>
                  <a:lnTo>
                    <a:pt x="62436" y="64521"/>
                  </a:lnTo>
                  <a:lnTo>
                    <a:pt x="59853" y="68388"/>
                  </a:lnTo>
                  <a:lnTo>
                    <a:pt x="57301" y="72014"/>
                  </a:lnTo>
                  <a:lnTo>
                    <a:pt x="54907" y="75560"/>
                  </a:lnTo>
                  <a:lnTo>
                    <a:pt x="53549" y="77715"/>
                  </a:lnTo>
                  <a:lnTo>
                    <a:pt x="53309" y="77852"/>
                  </a:lnTo>
                  <a:lnTo>
                    <a:pt x="51619" y="78815"/>
                  </a:lnTo>
                  <a:lnTo>
                    <a:pt x="49904" y="77659"/>
                  </a:lnTo>
                  <a:lnTo>
                    <a:pt x="42349" y="72568"/>
                  </a:lnTo>
                  <a:lnTo>
                    <a:pt x="41983" y="72322"/>
                  </a:lnTo>
                  <a:lnTo>
                    <a:pt x="41548" y="72028"/>
                  </a:lnTo>
                  <a:lnTo>
                    <a:pt x="39274" y="70598"/>
                  </a:lnTo>
                  <a:lnTo>
                    <a:pt x="38545" y="70104"/>
                  </a:lnTo>
                  <a:lnTo>
                    <a:pt x="34716" y="67508"/>
                  </a:lnTo>
                  <a:lnTo>
                    <a:pt x="29580" y="64156"/>
                  </a:lnTo>
                  <a:lnTo>
                    <a:pt x="19668" y="57309"/>
                  </a:lnTo>
                  <a:lnTo>
                    <a:pt x="18102" y="56347"/>
                  </a:lnTo>
                  <a:lnTo>
                    <a:pt x="12677" y="52826"/>
                  </a:lnTo>
                  <a:lnTo>
                    <a:pt x="8059" y="49696"/>
                  </a:lnTo>
                  <a:lnTo>
                    <a:pt x="2284" y="45599"/>
                  </a:lnTo>
                  <a:lnTo>
                    <a:pt x="1477" y="45026"/>
                  </a:lnTo>
                  <a:lnTo>
                    <a:pt x="701" y="44476"/>
                  </a:lnTo>
                  <a:lnTo>
                    <a:pt x="0" y="43972"/>
                  </a:lnTo>
                  <a:lnTo>
                    <a:pt x="302" y="43525"/>
                  </a:lnTo>
                  <a:lnTo>
                    <a:pt x="2274" y="40617"/>
                  </a:lnTo>
                  <a:lnTo>
                    <a:pt x="3051" y="39472"/>
                  </a:lnTo>
                  <a:lnTo>
                    <a:pt x="6087" y="35415"/>
                  </a:lnTo>
                  <a:lnTo>
                    <a:pt x="6539" y="34811"/>
                  </a:lnTo>
                  <a:lnTo>
                    <a:pt x="7741" y="33206"/>
                  </a:lnTo>
                  <a:lnTo>
                    <a:pt x="9081" y="31300"/>
                  </a:lnTo>
                  <a:lnTo>
                    <a:pt x="10723" y="28967"/>
                  </a:lnTo>
                  <a:lnTo>
                    <a:pt x="11313" y="28127"/>
                  </a:lnTo>
                  <a:lnTo>
                    <a:pt x="12673" y="26193"/>
                  </a:lnTo>
                  <a:lnTo>
                    <a:pt x="17701" y="19045"/>
                  </a:lnTo>
                  <a:lnTo>
                    <a:pt x="18034" y="18571"/>
                  </a:lnTo>
                  <a:lnTo>
                    <a:pt x="19747" y="16135"/>
                  </a:lnTo>
                  <a:lnTo>
                    <a:pt x="21443" y="13643"/>
                  </a:lnTo>
                  <a:lnTo>
                    <a:pt x="21608" y="13401"/>
                  </a:lnTo>
                  <a:lnTo>
                    <a:pt x="22408" y="12224"/>
                  </a:lnTo>
                  <a:lnTo>
                    <a:pt x="27617" y="4569"/>
                  </a:lnTo>
                  <a:lnTo>
                    <a:pt x="30016" y="1043"/>
                  </a:lnTo>
                  <a:lnTo>
                    <a:pt x="30323" y="592"/>
                  </a:lnTo>
                  <a:lnTo>
                    <a:pt x="30726" y="0"/>
                  </a:lnTo>
                  <a:lnTo>
                    <a:pt x="30875" y="100"/>
                  </a:lnTo>
                  <a:lnTo>
                    <a:pt x="33574" y="1922"/>
                  </a:lnTo>
                  <a:lnTo>
                    <a:pt x="38572" y="5295"/>
                  </a:lnTo>
                  <a:lnTo>
                    <a:pt x="39186" y="5710"/>
                  </a:lnTo>
                  <a:lnTo>
                    <a:pt x="48614" y="12073"/>
                  </a:lnTo>
                  <a:lnTo>
                    <a:pt x="50274" y="13152"/>
                  </a:lnTo>
                  <a:lnTo>
                    <a:pt x="60211" y="19918"/>
                  </a:lnTo>
                  <a:lnTo>
                    <a:pt x="69948" y="26344"/>
                  </a:lnTo>
                  <a:lnTo>
                    <a:pt x="70122" y="26478"/>
                  </a:lnTo>
                  <a:lnTo>
                    <a:pt x="70310" y="26622"/>
                  </a:lnTo>
                  <a:lnTo>
                    <a:pt x="71680" y="27676"/>
                  </a:lnTo>
                  <a:lnTo>
                    <a:pt x="71888" y="27836"/>
                  </a:lnTo>
                  <a:lnTo>
                    <a:pt x="72682" y="28247"/>
                  </a:lnTo>
                  <a:lnTo>
                    <a:pt x="81971" y="34449"/>
                  </a:lnTo>
                  <a:lnTo>
                    <a:pt x="82649" y="34902"/>
                  </a:lnTo>
                  <a:lnTo>
                    <a:pt x="82923" y="35086"/>
                  </a:lnTo>
                  <a:lnTo>
                    <a:pt x="82734" y="35363"/>
                  </a:lnTo>
                  <a:lnTo>
                    <a:pt x="82275" y="36036"/>
                  </a:lnTo>
                  <a:lnTo>
                    <a:pt x="79751" y="39737"/>
                  </a:lnTo>
                  <a:lnTo>
                    <a:pt x="77208" y="43370"/>
                  </a:lnTo>
                  <a:lnTo>
                    <a:pt x="74741" y="46894"/>
                  </a:lnTo>
                  <a:lnTo>
                    <a:pt x="72360" y="50250"/>
                  </a:lnTo>
                  <a:lnTo>
                    <a:pt x="69731" y="54003"/>
                  </a:lnTo>
                  <a:lnTo>
                    <a:pt x="67393" y="57375"/>
                  </a:lnTo>
                  <a:lnTo>
                    <a:pt x="66112" y="59222"/>
                  </a:lnTo>
                  <a:lnTo>
                    <a:pt x="65960" y="59441"/>
                  </a:lnTo>
                  <a:lnTo>
                    <a:pt x="64922" y="6095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6" name="pg225"/>
            <p:cNvSpPr/>
            <p:nvPr/>
          </p:nvSpPr>
          <p:spPr>
            <a:xfrm>
              <a:off x="4126479" y="2340521"/>
              <a:ext cx="88222" cy="87225"/>
            </a:xfrm>
            <a:custGeom>
              <a:avLst/>
              <a:pathLst>
                <a:path w="88222" h="87225">
                  <a:moveTo>
                    <a:pt x="80491" y="46165"/>
                  </a:moveTo>
                  <a:lnTo>
                    <a:pt x="80111" y="46531"/>
                  </a:lnTo>
                  <a:lnTo>
                    <a:pt x="77546" y="50271"/>
                  </a:lnTo>
                  <a:lnTo>
                    <a:pt x="76356" y="51976"/>
                  </a:lnTo>
                  <a:lnTo>
                    <a:pt x="75041" y="53861"/>
                  </a:lnTo>
                  <a:lnTo>
                    <a:pt x="72717" y="57273"/>
                  </a:lnTo>
                  <a:lnTo>
                    <a:pt x="71180" y="59483"/>
                  </a:lnTo>
                  <a:lnTo>
                    <a:pt x="70185" y="60913"/>
                  </a:lnTo>
                  <a:lnTo>
                    <a:pt x="68878" y="62792"/>
                  </a:lnTo>
                  <a:lnTo>
                    <a:pt x="67548" y="64705"/>
                  </a:lnTo>
                  <a:lnTo>
                    <a:pt x="65082" y="68365"/>
                  </a:lnTo>
                  <a:lnTo>
                    <a:pt x="62728" y="71787"/>
                  </a:lnTo>
                  <a:lnTo>
                    <a:pt x="60155" y="75415"/>
                  </a:lnTo>
                  <a:lnTo>
                    <a:pt x="57674" y="79112"/>
                  </a:lnTo>
                  <a:lnTo>
                    <a:pt x="55301" y="82571"/>
                  </a:lnTo>
                  <a:lnTo>
                    <a:pt x="53199" y="85702"/>
                  </a:lnTo>
                  <a:lnTo>
                    <a:pt x="52358" y="86956"/>
                  </a:lnTo>
                  <a:lnTo>
                    <a:pt x="52177" y="87225"/>
                  </a:lnTo>
                  <a:lnTo>
                    <a:pt x="51902" y="87042"/>
                  </a:lnTo>
                  <a:lnTo>
                    <a:pt x="51225" y="86589"/>
                  </a:lnTo>
                  <a:lnTo>
                    <a:pt x="41936" y="80387"/>
                  </a:lnTo>
                  <a:lnTo>
                    <a:pt x="41142" y="79976"/>
                  </a:lnTo>
                  <a:lnTo>
                    <a:pt x="40934" y="79816"/>
                  </a:lnTo>
                  <a:lnTo>
                    <a:pt x="39563" y="78762"/>
                  </a:lnTo>
                  <a:lnTo>
                    <a:pt x="39376" y="78618"/>
                  </a:lnTo>
                  <a:lnTo>
                    <a:pt x="39202" y="78484"/>
                  </a:lnTo>
                  <a:lnTo>
                    <a:pt x="29465" y="72058"/>
                  </a:lnTo>
                  <a:lnTo>
                    <a:pt x="19528" y="65292"/>
                  </a:lnTo>
                  <a:lnTo>
                    <a:pt x="17868" y="64213"/>
                  </a:lnTo>
                  <a:lnTo>
                    <a:pt x="8440" y="57850"/>
                  </a:lnTo>
                  <a:lnTo>
                    <a:pt x="7824" y="57434"/>
                  </a:lnTo>
                  <a:lnTo>
                    <a:pt x="2827" y="54061"/>
                  </a:lnTo>
                  <a:lnTo>
                    <a:pt x="128" y="52240"/>
                  </a:lnTo>
                  <a:lnTo>
                    <a:pt x="0" y="52111"/>
                  </a:lnTo>
                  <a:lnTo>
                    <a:pt x="200" y="51824"/>
                  </a:lnTo>
                  <a:lnTo>
                    <a:pt x="502" y="51392"/>
                  </a:lnTo>
                  <a:lnTo>
                    <a:pt x="8904" y="39358"/>
                  </a:lnTo>
                  <a:lnTo>
                    <a:pt x="9084" y="39098"/>
                  </a:lnTo>
                  <a:lnTo>
                    <a:pt x="9764" y="38122"/>
                  </a:lnTo>
                  <a:lnTo>
                    <a:pt x="17816" y="26545"/>
                  </a:lnTo>
                  <a:lnTo>
                    <a:pt x="18051" y="26208"/>
                  </a:lnTo>
                  <a:lnTo>
                    <a:pt x="19872" y="23590"/>
                  </a:lnTo>
                  <a:lnTo>
                    <a:pt x="22579" y="19698"/>
                  </a:lnTo>
                  <a:lnTo>
                    <a:pt x="25498" y="15502"/>
                  </a:lnTo>
                  <a:lnTo>
                    <a:pt x="25602" y="15352"/>
                  </a:lnTo>
                  <a:lnTo>
                    <a:pt x="25764" y="15120"/>
                  </a:lnTo>
                  <a:lnTo>
                    <a:pt x="26769" y="13674"/>
                  </a:lnTo>
                  <a:lnTo>
                    <a:pt x="27102" y="13195"/>
                  </a:lnTo>
                  <a:lnTo>
                    <a:pt x="35028" y="1802"/>
                  </a:lnTo>
                  <a:lnTo>
                    <a:pt x="35522" y="1090"/>
                  </a:lnTo>
                  <a:lnTo>
                    <a:pt x="36281" y="0"/>
                  </a:lnTo>
                  <a:lnTo>
                    <a:pt x="38983" y="1797"/>
                  </a:lnTo>
                  <a:lnTo>
                    <a:pt x="40173" y="2590"/>
                  </a:lnTo>
                  <a:lnTo>
                    <a:pt x="44081" y="5190"/>
                  </a:lnTo>
                  <a:lnTo>
                    <a:pt x="44256" y="5306"/>
                  </a:lnTo>
                  <a:lnTo>
                    <a:pt x="51292" y="9988"/>
                  </a:lnTo>
                  <a:lnTo>
                    <a:pt x="53894" y="11720"/>
                  </a:lnTo>
                  <a:lnTo>
                    <a:pt x="54100" y="11857"/>
                  </a:lnTo>
                  <a:lnTo>
                    <a:pt x="55469" y="12768"/>
                  </a:lnTo>
                  <a:lnTo>
                    <a:pt x="55748" y="12954"/>
                  </a:lnTo>
                  <a:lnTo>
                    <a:pt x="65239" y="19269"/>
                  </a:lnTo>
                  <a:lnTo>
                    <a:pt x="65744" y="19605"/>
                  </a:lnTo>
                  <a:lnTo>
                    <a:pt x="71647" y="23533"/>
                  </a:lnTo>
                  <a:lnTo>
                    <a:pt x="75088" y="25823"/>
                  </a:lnTo>
                  <a:lnTo>
                    <a:pt x="75286" y="25954"/>
                  </a:lnTo>
                  <a:lnTo>
                    <a:pt x="75448" y="26062"/>
                  </a:lnTo>
                  <a:lnTo>
                    <a:pt x="75665" y="26207"/>
                  </a:lnTo>
                  <a:lnTo>
                    <a:pt x="75821" y="26310"/>
                  </a:lnTo>
                  <a:lnTo>
                    <a:pt x="77259" y="27267"/>
                  </a:lnTo>
                  <a:lnTo>
                    <a:pt x="77630" y="27518"/>
                  </a:lnTo>
                  <a:lnTo>
                    <a:pt x="77769" y="27614"/>
                  </a:lnTo>
                  <a:lnTo>
                    <a:pt x="84193" y="32060"/>
                  </a:lnTo>
                  <a:lnTo>
                    <a:pt x="86514" y="33667"/>
                  </a:lnTo>
                  <a:lnTo>
                    <a:pt x="87898" y="34625"/>
                  </a:lnTo>
                  <a:lnTo>
                    <a:pt x="88222" y="34899"/>
                  </a:lnTo>
                  <a:lnTo>
                    <a:pt x="87737" y="35606"/>
                  </a:lnTo>
                  <a:lnTo>
                    <a:pt x="87420" y="36067"/>
                  </a:lnTo>
                  <a:lnTo>
                    <a:pt x="85103" y="39445"/>
                  </a:lnTo>
                  <a:lnTo>
                    <a:pt x="82563" y="43146"/>
                  </a:lnTo>
                  <a:lnTo>
                    <a:pt x="80596" y="460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7" name="pg226"/>
            <p:cNvSpPr/>
            <p:nvPr/>
          </p:nvSpPr>
          <p:spPr>
            <a:xfrm>
              <a:off x="4178657" y="2387108"/>
              <a:ext cx="93886" cy="67119"/>
            </a:xfrm>
            <a:custGeom>
              <a:avLst/>
              <a:pathLst>
                <a:path w="93886" h="67119">
                  <a:moveTo>
                    <a:pt x="45510" y="11874"/>
                  </a:moveTo>
                  <a:lnTo>
                    <a:pt x="46207" y="12336"/>
                  </a:lnTo>
                  <a:lnTo>
                    <a:pt x="46314" y="12167"/>
                  </a:lnTo>
                  <a:lnTo>
                    <a:pt x="46316" y="12407"/>
                  </a:lnTo>
                  <a:lnTo>
                    <a:pt x="60548" y="21839"/>
                  </a:lnTo>
                  <a:lnTo>
                    <a:pt x="61373" y="22386"/>
                  </a:lnTo>
                  <a:lnTo>
                    <a:pt x="61743" y="22631"/>
                  </a:lnTo>
                  <a:lnTo>
                    <a:pt x="63408" y="23734"/>
                  </a:lnTo>
                  <a:lnTo>
                    <a:pt x="63577" y="23846"/>
                  </a:lnTo>
                  <a:lnTo>
                    <a:pt x="62322" y="25631"/>
                  </a:lnTo>
                  <a:lnTo>
                    <a:pt x="61112" y="27351"/>
                  </a:lnTo>
                  <a:lnTo>
                    <a:pt x="64386" y="29603"/>
                  </a:lnTo>
                  <a:lnTo>
                    <a:pt x="64920" y="29971"/>
                  </a:lnTo>
                  <a:lnTo>
                    <a:pt x="67148" y="31467"/>
                  </a:lnTo>
                  <a:lnTo>
                    <a:pt x="68173" y="32152"/>
                  </a:lnTo>
                  <a:lnTo>
                    <a:pt x="70295" y="33574"/>
                  </a:lnTo>
                  <a:lnTo>
                    <a:pt x="72394" y="34991"/>
                  </a:lnTo>
                  <a:lnTo>
                    <a:pt x="74630" y="36472"/>
                  </a:lnTo>
                  <a:lnTo>
                    <a:pt x="75160" y="36811"/>
                  </a:lnTo>
                  <a:lnTo>
                    <a:pt x="75548" y="37058"/>
                  </a:lnTo>
                  <a:lnTo>
                    <a:pt x="78482" y="39116"/>
                  </a:lnTo>
                  <a:lnTo>
                    <a:pt x="78795" y="39294"/>
                  </a:lnTo>
                  <a:lnTo>
                    <a:pt x="79343" y="39534"/>
                  </a:lnTo>
                  <a:lnTo>
                    <a:pt x="80059" y="39731"/>
                  </a:lnTo>
                  <a:lnTo>
                    <a:pt x="80721" y="39874"/>
                  </a:lnTo>
                  <a:lnTo>
                    <a:pt x="81222" y="40107"/>
                  </a:lnTo>
                  <a:lnTo>
                    <a:pt x="81293" y="40780"/>
                  </a:lnTo>
                  <a:lnTo>
                    <a:pt x="81512" y="42845"/>
                  </a:lnTo>
                  <a:lnTo>
                    <a:pt x="84274" y="43008"/>
                  </a:lnTo>
                  <a:lnTo>
                    <a:pt x="85090" y="43177"/>
                  </a:lnTo>
                  <a:lnTo>
                    <a:pt x="87420" y="43989"/>
                  </a:lnTo>
                  <a:lnTo>
                    <a:pt x="88341" y="44310"/>
                  </a:lnTo>
                  <a:lnTo>
                    <a:pt x="88933" y="44732"/>
                  </a:lnTo>
                  <a:lnTo>
                    <a:pt x="90993" y="46199"/>
                  </a:lnTo>
                  <a:lnTo>
                    <a:pt x="93628" y="48001"/>
                  </a:lnTo>
                  <a:lnTo>
                    <a:pt x="93886" y="48193"/>
                  </a:lnTo>
                  <a:lnTo>
                    <a:pt x="93802" y="48348"/>
                  </a:lnTo>
                  <a:lnTo>
                    <a:pt x="90638" y="54175"/>
                  </a:lnTo>
                  <a:lnTo>
                    <a:pt x="90130" y="55401"/>
                  </a:lnTo>
                  <a:lnTo>
                    <a:pt x="90151" y="55599"/>
                  </a:lnTo>
                  <a:lnTo>
                    <a:pt x="90617" y="60069"/>
                  </a:lnTo>
                  <a:lnTo>
                    <a:pt x="90574" y="60305"/>
                  </a:lnTo>
                  <a:lnTo>
                    <a:pt x="89908" y="63962"/>
                  </a:lnTo>
                  <a:lnTo>
                    <a:pt x="86203" y="61866"/>
                  </a:lnTo>
                  <a:lnTo>
                    <a:pt x="81907" y="59802"/>
                  </a:lnTo>
                  <a:lnTo>
                    <a:pt x="81601" y="60319"/>
                  </a:lnTo>
                  <a:lnTo>
                    <a:pt x="79546" y="63787"/>
                  </a:lnTo>
                  <a:lnTo>
                    <a:pt x="77831" y="67119"/>
                  </a:lnTo>
                  <a:lnTo>
                    <a:pt x="74561" y="66126"/>
                  </a:lnTo>
                  <a:lnTo>
                    <a:pt x="71072" y="65065"/>
                  </a:lnTo>
                  <a:lnTo>
                    <a:pt x="70389" y="65163"/>
                  </a:lnTo>
                  <a:lnTo>
                    <a:pt x="68173" y="64760"/>
                  </a:lnTo>
                  <a:lnTo>
                    <a:pt x="66137" y="64562"/>
                  </a:lnTo>
                  <a:lnTo>
                    <a:pt x="64493" y="63864"/>
                  </a:lnTo>
                  <a:lnTo>
                    <a:pt x="62323" y="63289"/>
                  </a:lnTo>
                  <a:lnTo>
                    <a:pt x="61338" y="63001"/>
                  </a:lnTo>
                  <a:lnTo>
                    <a:pt x="61298" y="62395"/>
                  </a:lnTo>
                  <a:lnTo>
                    <a:pt x="59234" y="61751"/>
                  </a:lnTo>
                  <a:lnTo>
                    <a:pt x="57159" y="60966"/>
                  </a:lnTo>
                  <a:lnTo>
                    <a:pt x="54742" y="60767"/>
                  </a:lnTo>
                  <a:lnTo>
                    <a:pt x="52912" y="60760"/>
                  </a:lnTo>
                  <a:lnTo>
                    <a:pt x="52042" y="60689"/>
                  </a:lnTo>
                  <a:lnTo>
                    <a:pt x="50792" y="60528"/>
                  </a:lnTo>
                  <a:lnTo>
                    <a:pt x="49455" y="60355"/>
                  </a:lnTo>
                  <a:lnTo>
                    <a:pt x="48768" y="60157"/>
                  </a:lnTo>
                  <a:lnTo>
                    <a:pt x="47678" y="60046"/>
                  </a:lnTo>
                  <a:lnTo>
                    <a:pt x="42814" y="59790"/>
                  </a:lnTo>
                  <a:lnTo>
                    <a:pt x="36060" y="59227"/>
                  </a:lnTo>
                  <a:lnTo>
                    <a:pt x="35803" y="58402"/>
                  </a:lnTo>
                  <a:lnTo>
                    <a:pt x="35831" y="56093"/>
                  </a:lnTo>
                  <a:lnTo>
                    <a:pt x="36963" y="54412"/>
                  </a:lnTo>
                  <a:lnTo>
                    <a:pt x="39251" y="50537"/>
                  </a:lnTo>
                  <a:lnTo>
                    <a:pt x="39590" y="49965"/>
                  </a:lnTo>
                  <a:lnTo>
                    <a:pt x="36643" y="48096"/>
                  </a:lnTo>
                  <a:lnTo>
                    <a:pt x="36042" y="47686"/>
                  </a:lnTo>
                  <a:lnTo>
                    <a:pt x="34006" y="46472"/>
                  </a:lnTo>
                  <a:lnTo>
                    <a:pt x="30299" y="43839"/>
                  </a:lnTo>
                  <a:lnTo>
                    <a:pt x="28769" y="46023"/>
                  </a:lnTo>
                  <a:lnTo>
                    <a:pt x="27848" y="47338"/>
                  </a:lnTo>
                  <a:lnTo>
                    <a:pt x="25359" y="50891"/>
                  </a:lnTo>
                  <a:lnTo>
                    <a:pt x="23155" y="54037"/>
                  </a:lnTo>
                  <a:lnTo>
                    <a:pt x="22171" y="55439"/>
                  </a:lnTo>
                  <a:lnTo>
                    <a:pt x="21866" y="55236"/>
                  </a:lnTo>
                  <a:lnTo>
                    <a:pt x="12094" y="48720"/>
                  </a:lnTo>
                  <a:lnTo>
                    <a:pt x="11906" y="48597"/>
                  </a:lnTo>
                  <a:lnTo>
                    <a:pt x="10984" y="47996"/>
                  </a:lnTo>
                  <a:lnTo>
                    <a:pt x="10558" y="47718"/>
                  </a:lnTo>
                  <a:lnTo>
                    <a:pt x="10141" y="47438"/>
                  </a:lnTo>
                  <a:lnTo>
                    <a:pt x="932" y="41263"/>
                  </a:lnTo>
                  <a:lnTo>
                    <a:pt x="268" y="40818"/>
                  </a:lnTo>
                  <a:lnTo>
                    <a:pt x="0" y="40638"/>
                  </a:lnTo>
                  <a:lnTo>
                    <a:pt x="180" y="40369"/>
                  </a:lnTo>
                  <a:lnTo>
                    <a:pt x="1022" y="39115"/>
                  </a:lnTo>
                  <a:lnTo>
                    <a:pt x="3123" y="35984"/>
                  </a:lnTo>
                  <a:lnTo>
                    <a:pt x="5497" y="32525"/>
                  </a:lnTo>
                  <a:lnTo>
                    <a:pt x="7977" y="28828"/>
                  </a:lnTo>
                  <a:lnTo>
                    <a:pt x="10550" y="25200"/>
                  </a:lnTo>
                  <a:lnTo>
                    <a:pt x="12904" y="21778"/>
                  </a:lnTo>
                  <a:lnTo>
                    <a:pt x="15370" y="18118"/>
                  </a:lnTo>
                  <a:lnTo>
                    <a:pt x="16700" y="16205"/>
                  </a:lnTo>
                  <a:lnTo>
                    <a:pt x="18007" y="14326"/>
                  </a:lnTo>
                  <a:lnTo>
                    <a:pt x="19002" y="12896"/>
                  </a:lnTo>
                  <a:lnTo>
                    <a:pt x="20539" y="10686"/>
                  </a:lnTo>
                  <a:lnTo>
                    <a:pt x="22863" y="7274"/>
                  </a:lnTo>
                  <a:lnTo>
                    <a:pt x="24178" y="5389"/>
                  </a:lnTo>
                  <a:lnTo>
                    <a:pt x="25368" y="3684"/>
                  </a:lnTo>
                  <a:lnTo>
                    <a:pt x="28024" y="0"/>
                  </a:lnTo>
                  <a:lnTo>
                    <a:pt x="28306" y="191"/>
                  </a:lnTo>
                  <a:lnTo>
                    <a:pt x="30673" y="1798"/>
                  </a:lnTo>
                  <a:lnTo>
                    <a:pt x="35949" y="5381"/>
                  </a:lnTo>
                  <a:lnTo>
                    <a:pt x="37110" y="6169"/>
                  </a:lnTo>
                  <a:lnTo>
                    <a:pt x="39435" y="7748"/>
                  </a:lnTo>
                  <a:lnTo>
                    <a:pt x="39692" y="792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8" name="pg227"/>
            <p:cNvSpPr/>
            <p:nvPr/>
          </p:nvSpPr>
          <p:spPr>
            <a:xfrm>
              <a:off x="4150649" y="2427747"/>
              <a:ext cx="133965" cy="74430"/>
            </a:xfrm>
            <a:custGeom>
              <a:avLst/>
              <a:pathLst>
                <a:path w="133965" h="74430">
                  <a:moveTo>
                    <a:pt x="50180" y="14801"/>
                  </a:moveTo>
                  <a:lnTo>
                    <a:pt x="51163" y="13398"/>
                  </a:lnTo>
                  <a:lnTo>
                    <a:pt x="53367" y="10252"/>
                  </a:lnTo>
                  <a:lnTo>
                    <a:pt x="55855" y="6700"/>
                  </a:lnTo>
                  <a:lnTo>
                    <a:pt x="56777" y="5385"/>
                  </a:lnTo>
                  <a:lnTo>
                    <a:pt x="58307" y="3200"/>
                  </a:lnTo>
                  <a:lnTo>
                    <a:pt x="62014" y="5833"/>
                  </a:lnTo>
                  <a:lnTo>
                    <a:pt x="64050" y="7047"/>
                  </a:lnTo>
                  <a:lnTo>
                    <a:pt x="64651" y="7457"/>
                  </a:lnTo>
                  <a:lnTo>
                    <a:pt x="67597" y="9326"/>
                  </a:lnTo>
                  <a:lnTo>
                    <a:pt x="67259" y="9898"/>
                  </a:lnTo>
                  <a:lnTo>
                    <a:pt x="64970" y="13773"/>
                  </a:lnTo>
                  <a:lnTo>
                    <a:pt x="63839" y="15454"/>
                  </a:lnTo>
                  <a:lnTo>
                    <a:pt x="63811" y="17763"/>
                  </a:lnTo>
                  <a:lnTo>
                    <a:pt x="64068" y="18588"/>
                  </a:lnTo>
                  <a:lnTo>
                    <a:pt x="70824" y="19151"/>
                  </a:lnTo>
                  <a:lnTo>
                    <a:pt x="75688" y="19407"/>
                  </a:lnTo>
                  <a:lnTo>
                    <a:pt x="76775" y="19519"/>
                  </a:lnTo>
                  <a:lnTo>
                    <a:pt x="77463" y="19716"/>
                  </a:lnTo>
                  <a:lnTo>
                    <a:pt x="78799" y="19889"/>
                  </a:lnTo>
                  <a:lnTo>
                    <a:pt x="80051" y="20050"/>
                  </a:lnTo>
                  <a:lnTo>
                    <a:pt x="80922" y="20122"/>
                  </a:lnTo>
                  <a:lnTo>
                    <a:pt x="82752" y="20128"/>
                  </a:lnTo>
                  <a:lnTo>
                    <a:pt x="85167" y="20327"/>
                  </a:lnTo>
                  <a:lnTo>
                    <a:pt x="87243" y="21112"/>
                  </a:lnTo>
                  <a:lnTo>
                    <a:pt x="89305" y="21756"/>
                  </a:lnTo>
                  <a:lnTo>
                    <a:pt x="89345" y="22362"/>
                  </a:lnTo>
                  <a:lnTo>
                    <a:pt x="90333" y="22651"/>
                  </a:lnTo>
                  <a:lnTo>
                    <a:pt x="92501" y="23225"/>
                  </a:lnTo>
                  <a:lnTo>
                    <a:pt x="94145" y="23923"/>
                  </a:lnTo>
                  <a:lnTo>
                    <a:pt x="96181" y="24121"/>
                  </a:lnTo>
                  <a:lnTo>
                    <a:pt x="98397" y="24524"/>
                  </a:lnTo>
                  <a:lnTo>
                    <a:pt x="99081" y="24427"/>
                  </a:lnTo>
                  <a:lnTo>
                    <a:pt x="102569" y="25487"/>
                  </a:lnTo>
                  <a:lnTo>
                    <a:pt x="105838" y="26480"/>
                  </a:lnTo>
                  <a:lnTo>
                    <a:pt x="107553" y="23148"/>
                  </a:lnTo>
                  <a:lnTo>
                    <a:pt x="109609" y="19680"/>
                  </a:lnTo>
                  <a:lnTo>
                    <a:pt x="109917" y="19164"/>
                  </a:lnTo>
                  <a:lnTo>
                    <a:pt x="114211" y="21227"/>
                  </a:lnTo>
                  <a:lnTo>
                    <a:pt x="117916" y="23324"/>
                  </a:lnTo>
                  <a:lnTo>
                    <a:pt x="125173" y="27430"/>
                  </a:lnTo>
                  <a:lnTo>
                    <a:pt x="128478" y="29776"/>
                  </a:lnTo>
                  <a:lnTo>
                    <a:pt x="133965" y="34666"/>
                  </a:lnTo>
                  <a:lnTo>
                    <a:pt x="133965" y="38245"/>
                  </a:lnTo>
                  <a:lnTo>
                    <a:pt x="132583" y="42596"/>
                  </a:lnTo>
                  <a:lnTo>
                    <a:pt x="132954" y="47379"/>
                  </a:lnTo>
                  <a:lnTo>
                    <a:pt x="133180" y="50290"/>
                  </a:lnTo>
                  <a:lnTo>
                    <a:pt x="121247" y="52135"/>
                  </a:lnTo>
                  <a:lnTo>
                    <a:pt x="119804" y="55698"/>
                  </a:lnTo>
                  <a:lnTo>
                    <a:pt x="111216" y="56702"/>
                  </a:lnTo>
                  <a:lnTo>
                    <a:pt x="98048" y="52298"/>
                  </a:lnTo>
                  <a:lnTo>
                    <a:pt x="86167" y="50151"/>
                  </a:lnTo>
                  <a:lnTo>
                    <a:pt x="85272" y="49429"/>
                  </a:lnTo>
                  <a:lnTo>
                    <a:pt x="84925" y="49149"/>
                  </a:lnTo>
                  <a:lnTo>
                    <a:pt x="73521" y="39950"/>
                  </a:lnTo>
                  <a:lnTo>
                    <a:pt x="73120" y="40251"/>
                  </a:lnTo>
                  <a:lnTo>
                    <a:pt x="71577" y="41411"/>
                  </a:lnTo>
                  <a:lnTo>
                    <a:pt x="70145" y="43432"/>
                  </a:lnTo>
                  <a:lnTo>
                    <a:pt x="69364" y="44731"/>
                  </a:lnTo>
                  <a:lnTo>
                    <a:pt x="67998" y="47003"/>
                  </a:lnTo>
                  <a:lnTo>
                    <a:pt x="65793" y="50377"/>
                  </a:lnTo>
                  <a:lnTo>
                    <a:pt x="63653" y="53440"/>
                  </a:lnTo>
                  <a:lnTo>
                    <a:pt x="62370" y="53685"/>
                  </a:lnTo>
                  <a:lnTo>
                    <a:pt x="60017" y="53019"/>
                  </a:lnTo>
                  <a:lnTo>
                    <a:pt x="55599" y="51844"/>
                  </a:lnTo>
                  <a:lnTo>
                    <a:pt x="49174" y="49634"/>
                  </a:lnTo>
                  <a:lnTo>
                    <a:pt x="45909" y="48757"/>
                  </a:lnTo>
                  <a:lnTo>
                    <a:pt x="42778" y="46852"/>
                  </a:lnTo>
                  <a:lnTo>
                    <a:pt x="39471" y="44839"/>
                  </a:lnTo>
                  <a:lnTo>
                    <a:pt x="36363" y="42948"/>
                  </a:lnTo>
                  <a:lnTo>
                    <a:pt x="35820" y="43799"/>
                  </a:lnTo>
                  <a:lnTo>
                    <a:pt x="34634" y="45656"/>
                  </a:lnTo>
                  <a:lnTo>
                    <a:pt x="37926" y="47899"/>
                  </a:lnTo>
                  <a:lnTo>
                    <a:pt x="41659" y="49569"/>
                  </a:lnTo>
                  <a:lnTo>
                    <a:pt x="45118" y="50690"/>
                  </a:lnTo>
                  <a:lnTo>
                    <a:pt x="46275" y="50893"/>
                  </a:lnTo>
                  <a:lnTo>
                    <a:pt x="52979" y="53553"/>
                  </a:lnTo>
                  <a:lnTo>
                    <a:pt x="52680" y="57155"/>
                  </a:lnTo>
                  <a:lnTo>
                    <a:pt x="52430" y="57882"/>
                  </a:lnTo>
                  <a:lnTo>
                    <a:pt x="51628" y="59464"/>
                  </a:lnTo>
                  <a:lnTo>
                    <a:pt x="50901" y="61321"/>
                  </a:lnTo>
                  <a:lnTo>
                    <a:pt x="47871" y="61641"/>
                  </a:lnTo>
                  <a:lnTo>
                    <a:pt x="38440" y="62881"/>
                  </a:lnTo>
                  <a:lnTo>
                    <a:pt x="37319" y="64904"/>
                  </a:lnTo>
                  <a:lnTo>
                    <a:pt x="30773" y="74430"/>
                  </a:lnTo>
                  <a:lnTo>
                    <a:pt x="27345" y="72073"/>
                  </a:lnTo>
                  <a:lnTo>
                    <a:pt x="23661" y="69540"/>
                  </a:lnTo>
                  <a:lnTo>
                    <a:pt x="19925" y="66996"/>
                  </a:lnTo>
                  <a:lnTo>
                    <a:pt x="15884" y="64320"/>
                  </a:lnTo>
                  <a:lnTo>
                    <a:pt x="19519" y="59044"/>
                  </a:lnTo>
                  <a:lnTo>
                    <a:pt x="20767" y="57411"/>
                  </a:lnTo>
                  <a:lnTo>
                    <a:pt x="22238" y="55485"/>
                  </a:lnTo>
                  <a:lnTo>
                    <a:pt x="20488" y="54421"/>
                  </a:lnTo>
                  <a:lnTo>
                    <a:pt x="12902" y="49179"/>
                  </a:lnTo>
                  <a:lnTo>
                    <a:pt x="10134" y="47385"/>
                  </a:lnTo>
                  <a:lnTo>
                    <a:pt x="8307" y="46201"/>
                  </a:lnTo>
                  <a:lnTo>
                    <a:pt x="2297" y="42223"/>
                  </a:lnTo>
                  <a:lnTo>
                    <a:pt x="267" y="40665"/>
                  </a:lnTo>
                  <a:lnTo>
                    <a:pt x="0" y="40458"/>
                  </a:lnTo>
                  <a:lnTo>
                    <a:pt x="2385" y="36927"/>
                  </a:lnTo>
                  <a:lnTo>
                    <a:pt x="4938" y="33301"/>
                  </a:lnTo>
                  <a:lnTo>
                    <a:pt x="7521" y="29435"/>
                  </a:lnTo>
                  <a:lnTo>
                    <a:pt x="7833" y="28986"/>
                  </a:lnTo>
                  <a:lnTo>
                    <a:pt x="10007" y="25869"/>
                  </a:lnTo>
                  <a:lnTo>
                    <a:pt x="11044" y="24355"/>
                  </a:lnTo>
                  <a:lnTo>
                    <a:pt x="11196" y="24136"/>
                  </a:lnTo>
                  <a:lnTo>
                    <a:pt x="12477" y="22289"/>
                  </a:lnTo>
                  <a:lnTo>
                    <a:pt x="14815" y="18917"/>
                  </a:lnTo>
                  <a:lnTo>
                    <a:pt x="17443" y="15165"/>
                  </a:lnTo>
                  <a:lnTo>
                    <a:pt x="19825" y="11808"/>
                  </a:lnTo>
                  <a:lnTo>
                    <a:pt x="22292" y="8284"/>
                  </a:lnTo>
                  <a:lnTo>
                    <a:pt x="24834" y="4651"/>
                  </a:lnTo>
                  <a:lnTo>
                    <a:pt x="27359" y="950"/>
                  </a:lnTo>
                  <a:lnTo>
                    <a:pt x="27818" y="277"/>
                  </a:lnTo>
                  <a:lnTo>
                    <a:pt x="28007" y="0"/>
                  </a:lnTo>
                  <a:lnTo>
                    <a:pt x="28276" y="180"/>
                  </a:lnTo>
                  <a:lnTo>
                    <a:pt x="28940" y="625"/>
                  </a:lnTo>
                  <a:lnTo>
                    <a:pt x="38148" y="6800"/>
                  </a:lnTo>
                  <a:lnTo>
                    <a:pt x="38566" y="7079"/>
                  </a:lnTo>
                  <a:lnTo>
                    <a:pt x="38992" y="7357"/>
                  </a:lnTo>
                  <a:lnTo>
                    <a:pt x="39914" y="7959"/>
                  </a:lnTo>
                  <a:lnTo>
                    <a:pt x="40102" y="8081"/>
                  </a:lnTo>
                  <a:lnTo>
                    <a:pt x="49874" y="1459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29" name="pg228"/>
            <p:cNvSpPr/>
            <p:nvPr/>
          </p:nvSpPr>
          <p:spPr>
            <a:xfrm>
              <a:off x="4185283" y="2461102"/>
              <a:ext cx="136366" cy="67307"/>
            </a:xfrm>
            <a:custGeom>
              <a:avLst/>
              <a:pathLst>
                <a:path w="136366" h="67307">
                  <a:moveTo>
                    <a:pt x="130941" y="18746"/>
                  </a:moveTo>
                  <a:lnTo>
                    <a:pt x="131038" y="23489"/>
                  </a:lnTo>
                  <a:lnTo>
                    <a:pt x="132696" y="31171"/>
                  </a:lnTo>
                  <a:lnTo>
                    <a:pt x="133727" y="34333"/>
                  </a:lnTo>
                  <a:lnTo>
                    <a:pt x="134384" y="36346"/>
                  </a:lnTo>
                  <a:lnTo>
                    <a:pt x="136366" y="40729"/>
                  </a:lnTo>
                  <a:lnTo>
                    <a:pt x="135549" y="43180"/>
                  </a:lnTo>
                  <a:lnTo>
                    <a:pt x="106763" y="51753"/>
                  </a:lnTo>
                  <a:lnTo>
                    <a:pt x="100084" y="61486"/>
                  </a:lnTo>
                  <a:lnTo>
                    <a:pt x="68710" y="62681"/>
                  </a:lnTo>
                  <a:lnTo>
                    <a:pt x="68976" y="64894"/>
                  </a:lnTo>
                  <a:lnTo>
                    <a:pt x="63287" y="67307"/>
                  </a:lnTo>
                  <a:lnTo>
                    <a:pt x="62574" y="65224"/>
                  </a:lnTo>
                  <a:lnTo>
                    <a:pt x="58258" y="65721"/>
                  </a:lnTo>
                  <a:lnTo>
                    <a:pt x="53497" y="65511"/>
                  </a:lnTo>
                  <a:lnTo>
                    <a:pt x="51875" y="64967"/>
                  </a:lnTo>
                  <a:lnTo>
                    <a:pt x="50859" y="64573"/>
                  </a:lnTo>
                  <a:lnTo>
                    <a:pt x="50004" y="64242"/>
                  </a:lnTo>
                  <a:lnTo>
                    <a:pt x="47697" y="63010"/>
                  </a:lnTo>
                  <a:lnTo>
                    <a:pt x="45224" y="61484"/>
                  </a:lnTo>
                  <a:lnTo>
                    <a:pt x="37211" y="56388"/>
                  </a:lnTo>
                  <a:lnTo>
                    <a:pt x="33524" y="54072"/>
                  </a:lnTo>
                  <a:lnTo>
                    <a:pt x="34774" y="52142"/>
                  </a:lnTo>
                  <a:lnTo>
                    <a:pt x="32746" y="51270"/>
                  </a:lnTo>
                  <a:lnTo>
                    <a:pt x="32546" y="50564"/>
                  </a:lnTo>
                  <a:lnTo>
                    <a:pt x="28638" y="47962"/>
                  </a:lnTo>
                  <a:lnTo>
                    <a:pt x="24979" y="45526"/>
                  </a:lnTo>
                  <a:lnTo>
                    <a:pt x="21477" y="43140"/>
                  </a:lnTo>
                  <a:lnTo>
                    <a:pt x="17581" y="40886"/>
                  </a:lnTo>
                  <a:lnTo>
                    <a:pt x="13837" y="38472"/>
                  </a:lnTo>
                  <a:lnTo>
                    <a:pt x="10365" y="36100"/>
                  </a:lnTo>
                  <a:lnTo>
                    <a:pt x="10311" y="35911"/>
                  </a:lnTo>
                  <a:lnTo>
                    <a:pt x="7047" y="33658"/>
                  </a:lnTo>
                  <a:lnTo>
                    <a:pt x="6493" y="33696"/>
                  </a:lnTo>
                  <a:lnTo>
                    <a:pt x="2685" y="31549"/>
                  </a:lnTo>
                  <a:lnTo>
                    <a:pt x="3806" y="29526"/>
                  </a:lnTo>
                  <a:lnTo>
                    <a:pt x="13237" y="28286"/>
                  </a:lnTo>
                  <a:lnTo>
                    <a:pt x="16267" y="27966"/>
                  </a:lnTo>
                  <a:lnTo>
                    <a:pt x="16994" y="26109"/>
                  </a:lnTo>
                  <a:lnTo>
                    <a:pt x="17796" y="24528"/>
                  </a:lnTo>
                  <a:lnTo>
                    <a:pt x="18046" y="23800"/>
                  </a:lnTo>
                  <a:lnTo>
                    <a:pt x="18344" y="20198"/>
                  </a:lnTo>
                  <a:lnTo>
                    <a:pt x="11641" y="17538"/>
                  </a:lnTo>
                  <a:lnTo>
                    <a:pt x="10484" y="17335"/>
                  </a:lnTo>
                  <a:lnTo>
                    <a:pt x="7025" y="16214"/>
                  </a:lnTo>
                  <a:lnTo>
                    <a:pt x="3292" y="14544"/>
                  </a:lnTo>
                  <a:lnTo>
                    <a:pt x="0" y="12302"/>
                  </a:lnTo>
                  <a:lnTo>
                    <a:pt x="1186" y="10445"/>
                  </a:lnTo>
                  <a:lnTo>
                    <a:pt x="1729" y="9593"/>
                  </a:lnTo>
                  <a:lnTo>
                    <a:pt x="4837" y="11484"/>
                  </a:lnTo>
                  <a:lnTo>
                    <a:pt x="8144" y="13497"/>
                  </a:lnTo>
                  <a:lnTo>
                    <a:pt x="11275" y="15402"/>
                  </a:lnTo>
                  <a:lnTo>
                    <a:pt x="14540" y="16280"/>
                  </a:lnTo>
                  <a:lnTo>
                    <a:pt x="20965" y="18489"/>
                  </a:lnTo>
                  <a:lnTo>
                    <a:pt x="25385" y="19664"/>
                  </a:lnTo>
                  <a:lnTo>
                    <a:pt x="27736" y="20330"/>
                  </a:lnTo>
                  <a:lnTo>
                    <a:pt x="29019" y="20086"/>
                  </a:lnTo>
                  <a:lnTo>
                    <a:pt x="31159" y="17022"/>
                  </a:lnTo>
                  <a:lnTo>
                    <a:pt x="33364" y="13648"/>
                  </a:lnTo>
                  <a:lnTo>
                    <a:pt x="34730" y="11376"/>
                  </a:lnTo>
                  <a:lnTo>
                    <a:pt x="35511" y="10077"/>
                  </a:lnTo>
                  <a:lnTo>
                    <a:pt x="36943" y="8056"/>
                  </a:lnTo>
                  <a:lnTo>
                    <a:pt x="38486" y="6897"/>
                  </a:lnTo>
                  <a:lnTo>
                    <a:pt x="38887" y="6595"/>
                  </a:lnTo>
                  <a:lnTo>
                    <a:pt x="50291" y="15794"/>
                  </a:lnTo>
                  <a:lnTo>
                    <a:pt x="50638" y="16074"/>
                  </a:lnTo>
                  <a:lnTo>
                    <a:pt x="51533" y="16796"/>
                  </a:lnTo>
                  <a:lnTo>
                    <a:pt x="63413" y="18943"/>
                  </a:lnTo>
                  <a:lnTo>
                    <a:pt x="76583" y="23347"/>
                  </a:lnTo>
                  <a:lnTo>
                    <a:pt x="85170" y="22343"/>
                  </a:lnTo>
                  <a:lnTo>
                    <a:pt x="86613" y="18780"/>
                  </a:lnTo>
                  <a:lnTo>
                    <a:pt x="98546" y="16935"/>
                  </a:lnTo>
                  <a:lnTo>
                    <a:pt x="98320" y="14024"/>
                  </a:lnTo>
                  <a:lnTo>
                    <a:pt x="97949" y="9241"/>
                  </a:lnTo>
                  <a:lnTo>
                    <a:pt x="99331" y="4890"/>
                  </a:lnTo>
                  <a:lnTo>
                    <a:pt x="102313" y="3339"/>
                  </a:lnTo>
                  <a:lnTo>
                    <a:pt x="105533" y="1669"/>
                  </a:lnTo>
                  <a:lnTo>
                    <a:pt x="113167" y="477"/>
                  </a:lnTo>
                  <a:lnTo>
                    <a:pt x="121158" y="0"/>
                  </a:lnTo>
                  <a:lnTo>
                    <a:pt x="128369" y="841"/>
                  </a:lnTo>
                  <a:lnTo>
                    <a:pt x="129246" y="2784"/>
                  </a:lnTo>
                  <a:lnTo>
                    <a:pt x="130708" y="7324"/>
                  </a:lnTo>
                  <a:lnTo>
                    <a:pt x="130751" y="9427"/>
                  </a:lnTo>
                  <a:lnTo>
                    <a:pt x="130814" y="1248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0" name="pg229"/>
            <p:cNvSpPr/>
            <p:nvPr/>
          </p:nvSpPr>
          <p:spPr>
            <a:xfrm>
              <a:off x="4315992" y="2390072"/>
              <a:ext cx="213264" cy="118540"/>
            </a:xfrm>
            <a:custGeom>
              <a:avLst/>
              <a:pathLst>
                <a:path w="213264" h="118540">
                  <a:moveTo>
                    <a:pt x="85120" y="6299"/>
                  </a:moveTo>
                  <a:lnTo>
                    <a:pt x="87654" y="11964"/>
                  </a:lnTo>
                  <a:lnTo>
                    <a:pt x="92127" y="16735"/>
                  </a:lnTo>
                  <a:lnTo>
                    <a:pt x="95109" y="19121"/>
                  </a:lnTo>
                  <a:lnTo>
                    <a:pt x="98837" y="20463"/>
                  </a:lnTo>
                  <a:lnTo>
                    <a:pt x="104502" y="24787"/>
                  </a:lnTo>
                  <a:lnTo>
                    <a:pt x="109124" y="26725"/>
                  </a:lnTo>
                  <a:lnTo>
                    <a:pt x="115983" y="26725"/>
                  </a:lnTo>
                  <a:lnTo>
                    <a:pt x="122245" y="24936"/>
                  </a:lnTo>
                  <a:lnTo>
                    <a:pt x="125674" y="26576"/>
                  </a:lnTo>
                  <a:lnTo>
                    <a:pt x="130594" y="30005"/>
                  </a:lnTo>
                  <a:lnTo>
                    <a:pt x="134322" y="30452"/>
                  </a:lnTo>
                  <a:lnTo>
                    <a:pt x="138646" y="28663"/>
                  </a:lnTo>
                  <a:lnTo>
                    <a:pt x="139540" y="24638"/>
                  </a:lnTo>
                  <a:lnTo>
                    <a:pt x="140435" y="21656"/>
                  </a:lnTo>
                  <a:lnTo>
                    <a:pt x="143566" y="18077"/>
                  </a:lnTo>
                  <a:lnTo>
                    <a:pt x="145653" y="14648"/>
                  </a:lnTo>
                  <a:lnTo>
                    <a:pt x="146708" y="8161"/>
                  </a:lnTo>
                  <a:lnTo>
                    <a:pt x="147542" y="9243"/>
                  </a:lnTo>
                  <a:lnTo>
                    <a:pt x="148914" y="11023"/>
                  </a:lnTo>
                  <a:lnTo>
                    <a:pt x="150823" y="12335"/>
                  </a:lnTo>
                  <a:lnTo>
                    <a:pt x="152493" y="14423"/>
                  </a:lnTo>
                  <a:lnTo>
                    <a:pt x="152934" y="15259"/>
                  </a:lnTo>
                  <a:lnTo>
                    <a:pt x="154222" y="17703"/>
                  </a:lnTo>
                  <a:lnTo>
                    <a:pt x="154731" y="21174"/>
                  </a:lnTo>
                  <a:lnTo>
                    <a:pt x="154878" y="22176"/>
                  </a:lnTo>
                  <a:lnTo>
                    <a:pt x="155475" y="25695"/>
                  </a:lnTo>
                  <a:lnTo>
                    <a:pt x="156548" y="28915"/>
                  </a:lnTo>
                  <a:lnTo>
                    <a:pt x="157085" y="31181"/>
                  </a:lnTo>
                  <a:lnTo>
                    <a:pt x="157562" y="32434"/>
                  </a:lnTo>
                  <a:lnTo>
                    <a:pt x="155384" y="36454"/>
                  </a:lnTo>
                  <a:lnTo>
                    <a:pt x="160116" y="36549"/>
                  </a:lnTo>
                  <a:lnTo>
                    <a:pt x="160668" y="36560"/>
                  </a:lnTo>
                  <a:lnTo>
                    <a:pt x="183688" y="40735"/>
                  </a:lnTo>
                  <a:lnTo>
                    <a:pt x="184953" y="41152"/>
                  </a:lnTo>
                  <a:lnTo>
                    <a:pt x="187016" y="41832"/>
                  </a:lnTo>
                  <a:lnTo>
                    <a:pt x="187956" y="42142"/>
                  </a:lnTo>
                  <a:lnTo>
                    <a:pt x="189677" y="42710"/>
                  </a:lnTo>
                  <a:lnTo>
                    <a:pt x="190998" y="43197"/>
                  </a:lnTo>
                  <a:lnTo>
                    <a:pt x="191377" y="43336"/>
                  </a:lnTo>
                  <a:lnTo>
                    <a:pt x="192420" y="43455"/>
                  </a:lnTo>
                  <a:lnTo>
                    <a:pt x="196058" y="43366"/>
                  </a:lnTo>
                  <a:lnTo>
                    <a:pt x="198474" y="43396"/>
                  </a:lnTo>
                  <a:lnTo>
                    <a:pt x="200293" y="43903"/>
                  </a:lnTo>
                  <a:lnTo>
                    <a:pt x="202183" y="44457"/>
                  </a:lnTo>
                  <a:lnTo>
                    <a:pt x="205022" y="45805"/>
                  </a:lnTo>
                  <a:lnTo>
                    <a:pt x="206620" y="46485"/>
                  </a:lnTo>
                  <a:lnTo>
                    <a:pt x="208611" y="46912"/>
                  </a:lnTo>
                  <a:lnTo>
                    <a:pt x="209216" y="47042"/>
                  </a:lnTo>
                  <a:lnTo>
                    <a:pt x="210342" y="47284"/>
                  </a:lnTo>
                  <a:lnTo>
                    <a:pt x="211578" y="47602"/>
                  </a:lnTo>
                  <a:lnTo>
                    <a:pt x="212012" y="47714"/>
                  </a:lnTo>
                  <a:lnTo>
                    <a:pt x="212410" y="47878"/>
                  </a:lnTo>
                  <a:lnTo>
                    <a:pt x="212966" y="48107"/>
                  </a:lnTo>
                  <a:lnTo>
                    <a:pt x="213264" y="48263"/>
                  </a:lnTo>
                  <a:lnTo>
                    <a:pt x="213022" y="48584"/>
                  </a:lnTo>
                  <a:lnTo>
                    <a:pt x="204877" y="59407"/>
                  </a:lnTo>
                  <a:lnTo>
                    <a:pt x="189843" y="65684"/>
                  </a:lnTo>
                  <a:lnTo>
                    <a:pt x="186983" y="77591"/>
                  </a:lnTo>
                  <a:lnTo>
                    <a:pt x="180726" y="81093"/>
                  </a:lnTo>
                  <a:lnTo>
                    <a:pt x="158398" y="78149"/>
                  </a:lnTo>
                  <a:lnTo>
                    <a:pt x="148061" y="69161"/>
                  </a:lnTo>
                  <a:lnTo>
                    <a:pt x="131697" y="74358"/>
                  </a:lnTo>
                  <a:lnTo>
                    <a:pt x="110842" y="80475"/>
                  </a:lnTo>
                  <a:lnTo>
                    <a:pt x="119268" y="89068"/>
                  </a:lnTo>
                  <a:lnTo>
                    <a:pt x="145253" y="90996"/>
                  </a:lnTo>
                  <a:lnTo>
                    <a:pt x="151217" y="95319"/>
                  </a:lnTo>
                  <a:lnTo>
                    <a:pt x="149845" y="99912"/>
                  </a:lnTo>
                  <a:lnTo>
                    <a:pt x="125125" y="95767"/>
                  </a:lnTo>
                  <a:lnTo>
                    <a:pt x="124648" y="101313"/>
                  </a:lnTo>
                  <a:lnTo>
                    <a:pt x="117253" y="104951"/>
                  </a:lnTo>
                  <a:lnTo>
                    <a:pt x="114211" y="95051"/>
                  </a:lnTo>
                  <a:lnTo>
                    <a:pt x="103536" y="91562"/>
                  </a:lnTo>
                  <a:lnTo>
                    <a:pt x="92443" y="90996"/>
                  </a:lnTo>
                  <a:lnTo>
                    <a:pt x="87868" y="88789"/>
                  </a:lnTo>
                  <a:lnTo>
                    <a:pt x="79284" y="90597"/>
                  </a:lnTo>
                  <a:lnTo>
                    <a:pt x="78691" y="97140"/>
                  </a:lnTo>
                  <a:lnTo>
                    <a:pt x="69272" y="98742"/>
                  </a:lnTo>
                  <a:lnTo>
                    <a:pt x="66506" y="94815"/>
                  </a:lnTo>
                  <a:lnTo>
                    <a:pt x="65945" y="94739"/>
                  </a:lnTo>
                  <a:lnTo>
                    <a:pt x="64972" y="95854"/>
                  </a:lnTo>
                  <a:lnTo>
                    <a:pt x="64086" y="96870"/>
                  </a:lnTo>
                  <a:lnTo>
                    <a:pt x="64186" y="97239"/>
                  </a:lnTo>
                  <a:lnTo>
                    <a:pt x="64273" y="97555"/>
                  </a:lnTo>
                  <a:lnTo>
                    <a:pt x="64412" y="98761"/>
                  </a:lnTo>
                  <a:lnTo>
                    <a:pt x="64487" y="100071"/>
                  </a:lnTo>
                  <a:lnTo>
                    <a:pt x="64329" y="100176"/>
                  </a:lnTo>
                  <a:lnTo>
                    <a:pt x="62976" y="100231"/>
                  </a:lnTo>
                  <a:lnTo>
                    <a:pt x="62471" y="99933"/>
                  </a:lnTo>
                  <a:lnTo>
                    <a:pt x="61569" y="100677"/>
                  </a:lnTo>
                  <a:lnTo>
                    <a:pt x="59961" y="100905"/>
                  </a:lnTo>
                  <a:lnTo>
                    <a:pt x="59793" y="100817"/>
                  </a:lnTo>
                  <a:lnTo>
                    <a:pt x="58796" y="100295"/>
                  </a:lnTo>
                  <a:lnTo>
                    <a:pt x="57790" y="99768"/>
                  </a:lnTo>
                  <a:lnTo>
                    <a:pt x="57716" y="99287"/>
                  </a:lnTo>
                  <a:lnTo>
                    <a:pt x="57341" y="97331"/>
                  </a:lnTo>
                  <a:lnTo>
                    <a:pt x="56993" y="97342"/>
                  </a:lnTo>
                  <a:lnTo>
                    <a:pt x="56294" y="97416"/>
                  </a:lnTo>
                  <a:lnTo>
                    <a:pt x="54622" y="97592"/>
                  </a:lnTo>
                  <a:lnTo>
                    <a:pt x="53373" y="97814"/>
                  </a:lnTo>
                  <a:lnTo>
                    <a:pt x="53504" y="98418"/>
                  </a:lnTo>
                  <a:lnTo>
                    <a:pt x="53941" y="100105"/>
                  </a:lnTo>
                  <a:lnTo>
                    <a:pt x="53952" y="100300"/>
                  </a:lnTo>
                  <a:lnTo>
                    <a:pt x="52183" y="101244"/>
                  </a:lnTo>
                  <a:lnTo>
                    <a:pt x="51787" y="101462"/>
                  </a:lnTo>
                  <a:lnTo>
                    <a:pt x="52242" y="103153"/>
                  </a:lnTo>
                  <a:lnTo>
                    <a:pt x="52533" y="105585"/>
                  </a:lnTo>
                  <a:lnTo>
                    <a:pt x="52713" y="106060"/>
                  </a:lnTo>
                  <a:lnTo>
                    <a:pt x="53138" y="107095"/>
                  </a:lnTo>
                  <a:lnTo>
                    <a:pt x="53337" y="107386"/>
                  </a:lnTo>
                  <a:lnTo>
                    <a:pt x="54547" y="109155"/>
                  </a:lnTo>
                  <a:lnTo>
                    <a:pt x="55321" y="110286"/>
                  </a:lnTo>
                  <a:lnTo>
                    <a:pt x="55814" y="110866"/>
                  </a:lnTo>
                  <a:lnTo>
                    <a:pt x="53571" y="111842"/>
                  </a:lnTo>
                  <a:lnTo>
                    <a:pt x="51868" y="109885"/>
                  </a:lnTo>
                  <a:lnTo>
                    <a:pt x="48689" y="109654"/>
                  </a:lnTo>
                  <a:lnTo>
                    <a:pt x="48243" y="109623"/>
                  </a:lnTo>
                  <a:lnTo>
                    <a:pt x="43908" y="110006"/>
                  </a:lnTo>
                  <a:lnTo>
                    <a:pt x="42913" y="110286"/>
                  </a:lnTo>
                  <a:lnTo>
                    <a:pt x="39765" y="111171"/>
                  </a:lnTo>
                  <a:lnTo>
                    <a:pt x="38506" y="111525"/>
                  </a:lnTo>
                  <a:lnTo>
                    <a:pt x="35512" y="106357"/>
                  </a:lnTo>
                  <a:lnTo>
                    <a:pt x="34534" y="106547"/>
                  </a:lnTo>
                  <a:lnTo>
                    <a:pt x="30884" y="106500"/>
                  </a:lnTo>
                  <a:lnTo>
                    <a:pt x="29835" y="105880"/>
                  </a:lnTo>
                  <a:lnTo>
                    <a:pt x="28260" y="109625"/>
                  </a:lnTo>
                  <a:lnTo>
                    <a:pt x="28788" y="111851"/>
                  </a:lnTo>
                  <a:lnTo>
                    <a:pt x="28535" y="112820"/>
                  </a:lnTo>
                  <a:lnTo>
                    <a:pt x="21748" y="114468"/>
                  </a:lnTo>
                  <a:lnTo>
                    <a:pt x="21843" y="115803"/>
                  </a:lnTo>
                  <a:lnTo>
                    <a:pt x="20030" y="117139"/>
                  </a:lnTo>
                  <a:lnTo>
                    <a:pt x="20091" y="118140"/>
                  </a:lnTo>
                  <a:lnTo>
                    <a:pt x="19336" y="118540"/>
                  </a:lnTo>
                  <a:lnTo>
                    <a:pt x="17953" y="118484"/>
                  </a:lnTo>
                  <a:lnTo>
                    <a:pt x="17478" y="117664"/>
                  </a:lnTo>
                  <a:lnTo>
                    <a:pt x="16046" y="117998"/>
                  </a:lnTo>
                  <a:lnTo>
                    <a:pt x="13947" y="117020"/>
                  </a:lnTo>
                  <a:lnTo>
                    <a:pt x="11299" y="117807"/>
                  </a:lnTo>
                  <a:lnTo>
                    <a:pt x="9939" y="117306"/>
                  </a:lnTo>
                  <a:lnTo>
                    <a:pt x="8552" y="117980"/>
                  </a:lnTo>
                  <a:lnTo>
                    <a:pt x="5027" y="116241"/>
                  </a:lnTo>
                  <a:lnTo>
                    <a:pt x="4285" y="115875"/>
                  </a:lnTo>
                  <a:lnTo>
                    <a:pt x="4840" y="114210"/>
                  </a:lnTo>
                  <a:lnTo>
                    <a:pt x="5658" y="111759"/>
                  </a:lnTo>
                  <a:lnTo>
                    <a:pt x="3675" y="107377"/>
                  </a:lnTo>
                  <a:lnTo>
                    <a:pt x="3018" y="105364"/>
                  </a:lnTo>
                  <a:lnTo>
                    <a:pt x="1987" y="102201"/>
                  </a:lnTo>
                  <a:lnTo>
                    <a:pt x="329" y="94519"/>
                  </a:lnTo>
                  <a:lnTo>
                    <a:pt x="232" y="89777"/>
                  </a:lnTo>
                  <a:lnTo>
                    <a:pt x="105" y="83512"/>
                  </a:lnTo>
                  <a:lnTo>
                    <a:pt x="42" y="80457"/>
                  </a:lnTo>
                  <a:lnTo>
                    <a:pt x="0" y="78354"/>
                  </a:lnTo>
                  <a:lnTo>
                    <a:pt x="6406" y="78400"/>
                  </a:lnTo>
                  <a:lnTo>
                    <a:pt x="9806" y="78425"/>
                  </a:lnTo>
                  <a:lnTo>
                    <a:pt x="9985" y="78429"/>
                  </a:lnTo>
                  <a:lnTo>
                    <a:pt x="13993" y="78520"/>
                  </a:lnTo>
                  <a:lnTo>
                    <a:pt x="14158" y="78520"/>
                  </a:lnTo>
                  <a:lnTo>
                    <a:pt x="16140" y="78514"/>
                  </a:lnTo>
                  <a:lnTo>
                    <a:pt x="17510" y="78510"/>
                  </a:lnTo>
                  <a:lnTo>
                    <a:pt x="18275" y="78507"/>
                  </a:lnTo>
                  <a:lnTo>
                    <a:pt x="22068" y="78496"/>
                  </a:lnTo>
                  <a:lnTo>
                    <a:pt x="21914" y="72875"/>
                  </a:lnTo>
                  <a:lnTo>
                    <a:pt x="26647" y="73074"/>
                  </a:lnTo>
                  <a:lnTo>
                    <a:pt x="26551" y="76626"/>
                  </a:lnTo>
                  <a:lnTo>
                    <a:pt x="26495" y="78684"/>
                  </a:lnTo>
                  <a:lnTo>
                    <a:pt x="26687" y="78639"/>
                  </a:lnTo>
                  <a:lnTo>
                    <a:pt x="32272" y="77330"/>
                  </a:lnTo>
                  <a:lnTo>
                    <a:pt x="32853" y="77194"/>
                  </a:lnTo>
                  <a:lnTo>
                    <a:pt x="34152" y="76889"/>
                  </a:lnTo>
                  <a:lnTo>
                    <a:pt x="36978" y="76607"/>
                  </a:lnTo>
                  <a:lnTo>
                    <a:pt x="37200" y="76585"/>
                  </a:lnTo>
                  <a:lnTo>
                    <a:pt x="38555" y="79553"/>
                  </a:lnTo>
                  <a:lnTo>
                    <a:pt x="39158" y="79427"/>
                  </a:lnTo>
                  <a:lnTo>
                    <a:pt x="43127" y="78603"/>
                  </a:lnTo>
                  <a:lnTo>
                    <a:pt x="48281" y="77533"/>
                  </a:lnTo>
                  <a:lnTo>
                    <a:pt x="54881" y="75870"/>
                  </a:lnTo>
                  <a:lnTo>
                    <a:pt x="59024" y="77813"/>
                  </a:lnTo>
                  <a:lnTo>
                    <a:pt x="59342" y="77963"/>
                  </a:lnTo>
                  <a:lnTo>
                    <a:pt x="61601" y="78338"/>
                  </a:lnTo>
                  <a:lnTo>
                    <a:pt x="62605" y="75465"/>
                  </a:lnTo>
                  <a:lnTo>
                    <a:pt x="63098" y="74054"/>
                  </a:lnTo>
                  <a:lnTo>
                    <a:pt x="63185" y="73806"/>
                  </a:lnTo>
                  <a:lnTo>
                    <a:pt x="63275" y="73479"/>
                  </a:lnTo>
                  <a:lnTo>
                    <a:pt x="63410" y="72993"/>
                  </a:lnTo>
                  <a:lnTo>
                    <a:pt x="63564" y="72436"/>
                  </a:lnTo>
                  <a:lnTo>
                    <a:pt x="63714" y="71894"/>
                  </a:lnTo>
                  <a:lnTo>
                    <a:pt x="63848" y="71408"/>
                  </a:lnTo>
                  <a:lnTo>
                    <a:pt x="64018" y="70793"/>
                  </a:lnTo>
                  <a:lnTo>
                    <a:pt x="64188" y="70180"/>
                  </a:lnTo>
                  <a:lnTo>
                    <a:pt x="64338" y="69638"/>
                  </a:lnTo>
                  <a:lnTo>
                    <a:pt x="64528" y="68949"/>
                  </a:lnTo>
                  <a:lnTo>
                    <a:pt x="64657" y="68483"/>
                  </a:lnTo>
                  <a:lnTo>
                    <a:pt x="64743" y="68172"/>
                  </a:lnTo>
                  <a:lnTo>
                    <a:pt x="65964" y="68046"/>
                  </a:lnTo>
                  <a:lnTo>
                    <a:pt x="68990" y="67732"/>
                  </a:lnTo>
                  <a:lnTo>
                    <a:pt x="68996" y="65880"/>
                  </a:lnTo>
                  <a:lnTo>
                    <a:pt x="69003" y="63719"/>
                  </a:lnTo>
                  <a:lnTo>
                    <a:pt x="69009" y="62031"/>
                  </a:lnTo>
                  <a:lnTo>
                    <a:pt x="71236" y="62059"/>
                  </a:lnTo>
                  <a:lnTo>
                    <a:pt x="72730" y="62079"/>
                  </a:lnTo>
                  <a:lnTo>
                    <a:pt x="76081" y="63694"/>
                  </a:lnTo>
                  <a:lnTo>
                    <a:pt x="78705" y="63933"/>
                  </a:lnTo>
                  <a:lnTo>
                    <a:pt x="82930" y="63817"/>
                  </a:lnTo>
                  <a:lnTo>
                    <a:pt x="80011" y="59537"/>
                  </a:lnTo>
                  <a:lnTo>
                    <a:pt x="79326" y="56622"/>
                  </a:lnTo>
                  <a:lnTo>
                    <a:pt x="80137" y="51708"/>
                  </a:lnTo>
                  <a:lnTo>
                    <a:pt x="78554" y="40361"/>
                  </a:lnTo>
                  <a:lnTo>
                    <a:pt x="74387" y="36743"/>
                  </a:lnTo>
                  <a:lnTo>
                    <a:pt x="72240" y="33022"/>
                  </a:lnTo>
                  <a:lnTo>
                    <a:pt x="70331" y="30207"/>
                  </a:lnTo>
                  <a:lnTo>
                    <a:pt x="65885" y="28491"/>
                  </a:lnTo>
                  <a:lnTo>
                    <a:pt x="61553" y="26819"/>
                  </a:lnTo>
                  <a:lnTo>
                    <a:pt x="59692" y="24911"/>
                  </a:lnTo>
                  <a:lnTo>
                    <a:pt x="60217" y="23050"/>
                  </a:lnTo>
                  <a:lnTo>
                    <a:pt x="61839" y="21141"/>
                  </a:lnTo>
                  <a:lnTo>
                    <a:pt x="63079" y="19376"/>
                  </a:lnTo>
                  <a:lnTo>
                    <a:pt x="63747" y="17754"/>
                  </a:lnTo>
                  <a:lnTo>
                    <a:pt x="63938" y="16323"/>
                  </a:lnTo>
                  <a:lnTo>
                    <a:pt x="64033" y="14844"/>
                  </a:lnTo>
                  <a:lnTo>
                    <a:pt x="64129" y="13412"/>
                  </a:lnTo>
                  <a:lnTo>
                    <a:pt x="64177" y="12267"/>
                  </a:lnTo>
                  <a:lnTo>
                    <a:pt x="64133" y="10779"/>
                  </a:lnTo>
                  <a:lnTo>
                    <a:pt x="64129" y="10647"/>
                  </a:lnTo>
                  <a:lnTo>
                    <a:pt x="65748" y="10663"/>
                  </a:lnTo>
                  <a:lnTo>
                    <a:pt x="75130" y="2571"/>
                  </a:lnTo>
                  <a:lnTo>
                    <a:pt x="78437" y="0"/>
                  </a:lnTo>
                  <a:lnTo>
                    <a:pt x="82761" y="178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1" name="pg230"/>
            <p:cNvSpPr/>
            <p:nvPr/>
          </p:nvSpPr>
          <p:spPr>
            <a:xfrm>
              <a:off x="4160235" y="2492652"/>
              <a:ext cx="113592" cy="73986"/>
            </a:xfrm>
            <a:custGeom>
              <a:avLst/>
              <a:pathLst>
                <a:path w="113592" h="73986">
                  <a:moveTo>
                    <a:pt x="27733" y="0"/>
                  </a:moveTo>
                  <a:lnTo>
                    <a:pt x="31542" y="2146"/>
                  </a:lnTo>
                  <a:lnTo>
                    <a:pt x="32095" y="2108"/>
                  </a:lnTo>
                  <a:lnTo>
                    <a:pt x="35359" y="4362"/>
                  </a:lnTo>
                  <a:lnTo>
                    <a:pt x="35414" y="4551"/>
                  </a:lnTo>
                  <a:lnTo>
                    <a:pt x="38886" y="6922"/>
                  </a:lnTo>
                  <a:lnTo>
                    <a:pt x="42630" y="9336"/>
                  </a:lnTo>
                  <a:lnTo>
                    <a:pt x="46526" y="11591"/>
                  </a:lnTo>
                  <a:lnTo>
                    <a:pt x="50028" y="13976"/>
                  </a:lnTo>
                  <a:lnTo>
                    <a:pt x="53687" y="16412"/>
                  </a:lnTo>
                  <a:lnTo>
                    <a:pt x="57595" y="19015"/>
                  </a:lnTo>
                  <a:lnTo>
                    <a:pt x="57795" y="19721"/>
                  </a:lnTo>
                  <a:lnTo>
                    <a:pt x="59823" y="20592"/>
                  </a:lnTo>
                  <a:lnTo>
                    <a:pt x="58572" y="22523"/>
                  </a:lnTo>
                  <a:lnTo>
                    <a:pt x="62259" y="24838"/>
                  </a:lnTo>
                  <a:lnTo>
                    <a:pt x="70272" y="29935"/>
                  </a:lnTo>
                  <a:lnTo>
                    <a:pt x="72745" y="31461"/>
                  </a:lnTo>
                  <a:lnTo>
                    <a:pt x="75053" y="32692"/>
                  </a:lnTo>
                  <a:lnTo>
                    <a:pt x="75908" y="33024"/>
                  </a:lnTo>
                  <a:lnTo>
                    <a:pt x="76923" y="33417"/>
                  </a:lnTo>
                  <a:lnTo>
                    <a:pt x="78545" y="33961"/>
                  </a:lnTo>
                  <a:lnTo>
                    <a:pt x="83307" y="34171"/>
                  </a:lnTo>
                  <a:lnTo>
                    <a:pt x="87623" y="33675"/>
                  </a:lnTo>
                  <a:lnTo>
                    <a:pt x="88335" y="35757"/>
                  </a:lnTo>
                  <a:lnTo>
                    <a:pt x="94025" y="33344"/>
                  </a:lnTo>
                  <a:lnTo>
                    <a:pt x="100902" y="34912"/>
                  </a:lnTo>
                  <a:lnTo>
                    <a:pt x="107918" y="41833"/>
                  </a:lnTo>
                  <a:lnTo>
                    <a:pt x="113018" y="46864"/>
                  </a:lnTo>
                  <a:lnTo>
                    <a:pt x="113592" y="47430"/>
                  </a:lnTo>
                  <a:lnTo>
                    <a:pt x="113094" y="47831"/>
                  </a:lnTo>
                  <a:lnTo>
                    <a:pt x="111150" y="49394"/>
                  </a:lnTo>
                  <a:lnTo>
                    <a:pt x="110412" y="50041"/>
                  </a:lnTo>
                  <a:lnTo>
                    <a:pt x="109118" y="51175"/>
                  </a:lnTo>
                  <a:lnTo>
                    <a:pt x="108621" y="51654"/>
                  </a:lnTo>
                  <a:lnTo>
                    <a:pt x="104407" y="55712"/>
                  </a:lnTo>
                  <a:lnTo>
                    <a:pt x="104985" y="56285"/>
                  </a:lnTo>
                  <a:lnTo>
                    <a:pt x="106797" y="58079"/>
                  </a:lnTo>
                  <a:lnTo>
                    <a:pt x="107436" y="62909"/>
                  </a:lnTo>
                  <a:lnTo>
                    <a:pt x="107148" y="63597"/>
                  </a:lnTo>
                  <a:lnTo>
                    <a:pt x="103822" y="62628"/>
                  </a:lnTo>
                  <a:lnTo>
                    <a:pt x="103325" y="62483"/>
                  </a:lnTo>
                  <a:lnTo>
                    <a:pt x="102605" y="62348"/>
                  </a:lnTo>
                  <a:lnTo>
                    <a:pt x="102334" y="62297"/>
                  </a:lnTo>
                  <a:lnTo>
                    <a:pt x="101761" y="62189"/>
                  </a:lnTo>
                  <a:lnTo>
                    <a:pt x="101029" y="62051"/>
                  </a:lnTo>
                  <a:lnTo>
                    <a:pt x="98434" y="61678"/>
                  </a:lnTo>
                  <a:lnTo>
                    <a:pt x="98121" y="61687"/>
                  </a:lnTo>
                  <a:lnTo>
                    <a:pt x="97993" y="61691"/>
                  </a:lnTo>
                  <a:lnTo>
                    <a:pt x="96839" y="61723"/>
                  </a:lnTo>
                  <a:lnTo>
                    <a:pt x="96479" y="61678"/>
                  </a:lnTo>
                  <a:lnTo>
                    <a:pt x="96253" y="61650"/>
                  </a:lnTo>
                  <a:lnTo>
                    <a:pt x="95363" y="61540"/>
                  </a:lnTo>
                  <a:lnTo>
                    <a:pt x="95137" y="61512"/>
                  </a:lnTo>
                  <a:lnTo>
                    <a:pt x="94798" y="61492"/>
                  </a:lnTo>
                  <a:lnTo>
                    <a:pt x="93240" y="61400"/>
                  </a:lnTo>
                  <a:lnTo>
                    <a:pt x="92706" y="62321"/>
                  </a:lnTo>
                  <a:lnTo>
                    <a:pt x="92292" y="63035"/>
                  </a:lnTo>
                  <a:lnTo>
                    <a:pt x="91993" y="63453"/>
                  </a:lnTo>
                  <a:lnTo>
                    <a:pt x="91552" y="63584"/>
                  </a:lnTo>
                  <a:lnTo>
                    <a:pt x="91039" y="63736"/>
                  </a:lnTo>
                  <a:lnTo>
                    <a:pt x="90338" y="63587"/>
                  </a:lnTo>
                  <a:lnTo>
                    <a:pt x="89682" y="63408"/>
                  </a:lnTo>
                  <a:lnTo>
                    <a:pt x="89229" y="63182"/>
                  </a:lnTo>
                  <a:lnTo>
                    <a:pt x="85731" y="61440"/>
                  </a:lnTo>
                  <a:lnTo>
                    <a:pt x="81361" y="60672"/>
                  </a:lnTo>
                  <a:lnTo>
                    <a:pt x="81095" y="60629"/>
                  </a:lnTo>
                  <a:lnTo>
                    <a:pt x="80984" y="61303"/>
                  </a:lnTo>
                  <a:lnTo>
                    <a:pt x="80327" y="65309"/>
                  </a:lnTo>
                  <a:lnTo>
                    <a:pt x="78937" y="65158"/>
                  </a:lnTo>
                  <a:lnTo>
                    <a:pt x="78835" y="65388"/>
                  </a:lnTo>
                  <a:lnTo>
                    <a:pt x="78407" y="66350"/>
                  </a:lnTo>
                  <a:lnTo>
                    <a:pt x="78080" y="67087"/>
                  </a:lnTo>
                  <a:lnTo>
                    <a:pt x="77848" y="67580"/>
                  </a:lnTo>
                  <a:lnTo>
                    <a:pt x="77684" y="67799"/>
                  </a:lnTo>
                  <a:lnTo>
                    <a:pt x="77191" y="68459"/>
                  </a:lnTo>
                  <a:lnTo>
                    <a:pt x="77030" y="68566"/>
                  </a:lnTo>
                  <a:lnTo>
                    <a:pt x="76756" y="68676"/>
                  </a:lnTo>
                  <a:lnTo>
                    <a:pt x="76546" y="68799"/>
                  </a:lnTo>
                  <a:lnTo>
                    <a:pt x="76278" y="69198"/>
                  </a:lnTo>
                  <a:lnTo>
                    <a:pt x="75482" y="70382"/>
                  </a:lnTo>
                  <a:lnTo>
                    <a:pt x="74300" y="72140"/>
                  </a:lnTo>
                  <a:lnTo>
                    <a:pt x="73059" y="73986"/>
                  </a:lnTo>
                  <a:lnTo>
                    <a:pt x="72562" y="73668"/>
                  </a:lnTo>
                  <a:lnTo>
                    <a:pt x="71341" y="72886"/>
                  </a:lnTo>
                  <a:lnTo>
                    <a:pt x="69948" y="71992"/>
                  </a:lnTo>
                  <a:lnTo>
                    <a:pt x="69153" y="71482"/>
                  </a:lnTo>
                  <a:lnTo>
                    <a:pt x="68959" y="71358"/>
                  </a:lnTo>
                  <a:lnTo>
                    <a:pt x="65515" y="69150"/>
                  </a:lnTo>
                  <a:lnTo>
                    <a:pt x="61818" y="66780"/>
                  </a:lnTo>
                  <a:lnTo>
                    <a:pt x="60515" y="65945"/>
                  </a:lnTo>
                  <a:lnTo>
                    <a:pt x="58749" y="64552"/>
                  </a:lnTo>
                  <a:lnTo>
                    <a:pt x="58621" y="64409"/>
                  </a:lnTo>
                  <a:lnTo>
                    <a:pt x="58543" y="64263"/>
                  </a:lnTo>
                  <a:lnTo>
                    <a:pt x="58336" y="63877"/>
                  </a:lnTo>
                  <a:lnTo>
                    <a:pt x="58203" y="63630"/>
                  </a:lnTo>
                  <a:lnTo>
                    <a:pt x="57965" y="63186"/>
                  </a:lnTo>
                  <a:lnTo>
                    <a:pt x="55529" y="61348"/>
                  </a:lnTo>
                  <a:lnTo>
                    <a:pt x="54804" y="60801"/>
                  </a:lnTo>
                  <a:lnTo>
                    <a:pt x="54655" y="60701"/>
                  </a:lnTo>
                  <a:lnTo>
                    <a:pt x="49404" y="57185"/>
                  </a:lnTo>
                  <a:lnTo>
                    <a:pt x="48794" y="56776"/>
                  </a:lnTo>
                  <a:lnTo>
                    <a:pt x="49084" y="56353"/>
                  </a:lnTo>
                  <a:lnTo>
                    <a:pt x="49345" y="55940"/>
                  </a:lnTo>
                  <a:lnTo>
                    <a:pt x="45663" y="53462"/>
                  </a:lnTo>
                  <a:lnTo>
                    <a:pt x="44686" y="52804"/>
                  </a:lnTo>
                  <a:lnTo>
                    <a:pt x="41778" y="50847"/>
                  </a:lnTo>
                  <a:lnTo>
                    <a:pt x="42165" y="50285"/>
                  </a:lnTo>
                  <a:lnTo>
                    <a:pt x="43582" y="48411"/>
                  </a:lnTo>
                  <a:lnTo>
                    <a:pt x="43418" y="48309"/>
                  </a:lnTo>
                  <a:lnTo>
                    <a:pt x="40668" y="46617"/>
                  </a:lnTo>
                  <a:lnTo>
                    <a:pt x="39555" y="45931"/>
                  </a:lnTo>
                  <a:lnTo>
                    <a:pt x="39182" y="45702"/>
                  </a:lnTo>
                  <a:lnTo>
                    <a:pt x="39432" y="45363"/>
                  </a:lnTo>
                  <a:lnTo>
                    <a:pt x="39090" y="45121"/>
                  </a:lnTo>
                  <a:lnTo>
                    <a:pt x="35534" y="42618"/>
                  </a:lnTo>
                  <a:lnTo>
                    <a:pt x="35748" y="42326"/>
                  </a:lnTo>
                  <a:lnTo>
                    <a:pt x="32080" y="39810"/>
                  </a:lnTo>
                  <a:lnTo>
                    <a:pt x="32274" y="39519"/>
                  </a:lnTo>
                  <a:lnTo>
                    <a:pt x="32365" y="39381"/>
                  </a:lnTo>
                  <a:lnTo>
                    <a:pt x="29139" y="37225"/>
                  </a:lnTo>
                  <a:lnTo>
                    <a:pt x="28818" y="37010"/>
                  </a:lnTo>
                  <a:lnTo>
                    <a:pt x="28667" y="36909"/>
                  </a:lnTo>
                  <a:lnTo>
                    <a:pt x="28432" y="36753"/>
                  </a:lnTo>
                  <a:lnTo>
                    <a:pt x="28244" y="36629"/>
                  </a:lnTo>
                  <a:lnTo>
                    <a:pt x="25089" y="34464"/>
                  </a:lnTo>
                  <a:lnTo>
                    <a:pt x="23747" y="33543"/>
                  </a:lnTo>
                  <a:lnTo>
                    <a:pt x="22120" y="32426"/>
                  </a:lnTo>
                  <a:lnTo>
                    <a:pt x="21512" y="32011"/>
                  </a:lnTo>
                  <a:lnTo>
                    <a:pt x="18048" y="29639"/>
                  </a:lnTo>
                  <a:lnTo>
                    <a:pt x="14666" y="27323"/>
                  </a:lnTo>
                  <a:lnTo>
                    <a:pt x="14208" y="27024"/>
                  </a:lnTo>
                  <a:lnTo>
                    <a:pt x="10696" y="24728"/>
                  </a:lnTo>
                  <a:lnTo>
                    <a:pt x="7002" y="22314"/>
                  </a:lnTo>
                  <a:lnTo>
                    <a:pt x="3525" y="20054"/>
                  </a:lnTo>
                  <a:lnTo>
                    <a:pt x="624" y="18168"/>
                  </a:lnTo>
                  <a:lnTo>
                    <a:pt x="0" y="17636"/>
                  </a:lnTo>
                  <a:lnTo>
                    <a:pt x="111" y="17469"/>
                  </a:lnTo>
                  <a:lnTo>
                    <a:pt x="4580" y="10764"/>
                  </a:lnTo>
                  <a:lnTo>
                    <a:pt x="7815" y="5911"/>
                  </a:lnTo>
                  <a:lnTo>
                    <a:pt x="10348" y="2098"/>
                  </a:lnTo>
                  <a:lnTo>
                    <a:pt x="14075" y="4635"/>
                  </a:lnTo>
                  <a:lnTo>
                    <a:pt x="17760" y="7169"/>
                  </a:lnTo>
                  <a:lnTo>
                    <a:pt x="21189" y="952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2" name="pg231"/>
            <p:cNvSpPr/>
            <p:nvPr/>
          </p:nvSpPr>
          <p:spPr>
            <a:xfrm>
              <a:off x="4093584" y="2436637"/>
              <a:ext cx="79303" cy="111638"/>
            </a:xfrm>
            <a:custGeom>
              <a:avLst/>
              <a:pathLst>
                <a:path w="79303" h="111638">
                  <a:moveTo>
                    <a:pt x="52053" y="33683"/>
                  </a:moveTo>
                  <a:lnTo>
                    <a:pt x="53769" y="34839"/>
                  </a:lnTo>
                  <a:lnTo>
                    <a:pt x="55458" y="33876"/>
                  </a:lnTo>
                  <a:lnTo>
                    <a:pt x="55699" y="33739"/>
                  </a:lnTo>
                  <a:lnTo>
                    <a:pt x="57066" y="31569"/>
                  </a:lnTo>
                  <a:lnTo>
                    <a:pt x="57343" y="31782"/>
                  </a:lnTo>
                  <a:lnTo>
                    <a:pt x="59363" y="33332"/>
                  </a:lnTo>
                  <a:lnTo>
                    <a:pt x="65374" y="37312"/>
                  </a:lnTo>
                  <a:lnTo>
                    <a:pt x="67200" y="38494"/>
                  </a:lnTo>
                  <a:lnTo>
                    <a:pt x="69967" y="40288"/>
                  </a:lnTo>
                  <a:lnTo>
                    <a:pt x="77555" y="45532"/>
                  </a:lnTo>
                  <a:lnTo>
                    <a:pt x="79303" y="46595"/>
                  </a:lnTo>
                  <a:lnTo>
                    <a:pt x="77832" y="48520"/>
                  </a:lnTo>
                  <a:lnTo>
                    <a:pt x="76584" y="50154"/>
                  </a:lnTo>
                  <a:lnTo>
                    <a:pt x="72951" y="55430"/>
                  </a:lnTo>
                  <a:lnTo>
                    <a:pt x="76999" y="58113"/>
                  </a:lnTo>
                  <a:lnTo>
                    <a:pt x="74466" y="61925"/>
                  </a:lnTo>
                  <a:lnTo>
                    <a:pt x="71192" y="66836"/>
                  </a:lnTo>
                  <a:lnTo>
                    <a:pt x="66762" y="73483"/>
                  </a:lnTo>
                  <a:lnTo>
                    <a:pt x="66609" y="73713"/>
                  </a:lnTo>
                  <a:lnTo>
                    <a:pt x="66440" y="73606"/>
                  </a:lnTo>
                  <a:lnTo>
                    <a:pt x="66145" y="73421"/>
                  </a:lnTo>
                  <a:lnTo>
                    <a:pt x="62118" y="70889"/>
                  </a:lnTo>
                  <a:lnTo>
                    <a:pt x="61801" y="70689"/>
                  </a:lnTo>
                  <a:lnTo>
                    <a:pt x="61696" y="70848"/>
                  </a:lnTo>
                  <a:lnTo>
                    <a:pt x="61582" y="71013"/>
                  </a:lnTo>
                  <a:lnTo>
                    <a:pt x="60487" y="72588"/>
                  </a:lnTo>
                  <a:lnTo>
                    <a:pt x="57050" y="77536"/>
                  </a:lnTo>
                  <a:lnTo>
                    <a:pt x="53770" y="82255"/>
                  </a:lnTo>
                  <a:lnTo>
                    <a:pt x="49955" y="87747"/>
                  </a:lnTo>
                  <a:lnTo>
                    <a:pt x="49640" y="88200"/>
                  </a:lnTo>
                  <a:lnTo>
                    <a:pt x="49402" y="88543"/>
                  </a:lnTo>
                  <a:lnTo>
                    <a:pt x="49173" y="88872"/>
                  </a:lnTo>
                  <a:lnTo>
                    <a:pt x="43180" y="97497"/>
                  </a:lnTo>
                  <a:lnTo>
                    <a:pt x="42933" y="97853"/>
                  </a:lnTo>
                  <a:lnTo>
                    <a:pt x="42840" y="97987"/>
                  </a:lnTo>
                  <a:lnTo>
                    <a:pt x="42614" y="98117"/>
                  </a:lnTo>
                  <a:lnTo>
                    <a:pt x="42025" y="98455"/>
                  </a:lnTo>
                  <a:lnTo>
                    <a:pt x="40291" y="99450"/>
                  </a:lnTo>
                  <a:lnTo>
                    <a:pt x="39923" y="99993"/>
                  </a:lnTo>
                  <a:lnTo>
                    <a:pt x="39741" y="100261"/>
                  </a:lnTo>
                  <a:lnTo>
                    <a:pt x="32359" y="111142"/>
                  </a:lnTo>
                  <a:lnTo>
                    <a:pt x="32150" y="111450"/>
                  </a:lnTo>
                  <a:lnTo>
                    <a:pt x="32023" y="111638"/>
                  </a:lnTo>
                  <a:lnTo>
                    <a:pt x="31685" y="111410"/>
                  </a:lnTo>
                  <a:lnTo>
                    <a:pt x="28520" y="109280"/>
                  </a:lnTo>
                  <a:lnTo>
                    <a:pt x="28103" y="109000"/>
                  </a:lnTo>
                  <a:lnTo>
                    <a:pt x="26187" y="107711"/>
                  </a:lnTo>
                  <a:lnTo>
                    <a:pt x="25918" y="107530"/>
                  </a:lnTo>
                  <a:lnTo>
                    <a:pt x="24493" y="106571"/>
                  </a:lnTo>
                  <a:lnTo>
                    <a:pt x="23619" y="105983"/>
                  </a:lnTo>
                  <a:lnTo>
                    <a:pt x="21013" y="104230"/>
                  </a:lnTo>
                  <a:lnTo>
                    <a:pt x="18814" y="102750"/>
                  </a:lnTo>
                  <a:lnTo>
                    <a:pt x="17155" y="101634"/>
                  </a:lnTo>
                  <a:lnTo>
                    <a:pt x="11947" y="98130"/>
                  </a:lnTo>
                  <a:lnTo>
                    <a:pt x="9251" y="96317"/>
                  </a:lnTo>
                  <a:lnTo>
                    <a:pt x="9625" y="95790"/>
                  </a:lnTo>
                  <a:lnTo>
                    <a:pt x="17910" y="84130"/>
                  </a:lnTo>
                  <a:lnTo>
                    <a:pt x="18260" y="83638"/>
                  </a:lnTo>
                  <a:lnTo>
                    <a:pt x="25644" y="73045"/>
                  </a:lnTo>
                  <a:lnTo>
                    <a:pt x="26822" y="70201"/>
                  </a:lnTo>
                  <a:lnTo>
                    <a:pt x="26856" y="68605"/>
                  </a:lnTo>
                  <a:lnTo>
                    <a:pt x="26880" y="66696"/>
                  </a:lnTo>
                  <a:lnTo>
                    <a:pt x="26689" y="65718"/>
                  </a:lnTo>
                  <a:lnTo>
                    <a:pt x="26212" y="64024"/>
                  </a:lnTo>
                  <a:lnTo>
                    <a:pt x="25382" y="62356"/>
                  </a:lnTo>
                  <a:lnTo>
                    <a:pt x="18650" y="48808"/>
                  </a:lnTo>
                  <a:lnTo>
                    <a:pt x="10955" y="33113"/>
                  </a:lnTo>
                  <a:lnTo>
                    <a:pt x="5933" y="22871"/>
                  </a:lnTo>
                  <a:lnTo>
                    <a:pt x="5788" y="22563"/>
                  </a:lnTo>
                  <a:lnTo>
                    <a:pt x="5659" y="22288"/>
                  </a:lnTo>
                  <a:lnTo>
                    <a:pt x="5033" y="20959"/>
                  </a:lnTo>
                  <a:lnTo>
                    <a:pt x="2188" y="14914"/>
                  </a:lnTo>
                  <a:lnTo>
                    <a:pt x="1583" y="13629"/>
                  </a:lnTo>
                  <a:lnTo>
                    <a:pt x="343" y="10995"/>
                  </a:lnTo>
                  <a:lnTo>
                    <a:pt x="0" y="8476"/>
                  </a:lnTo>
                  <a:lnTo>
                    <a:pt x="73" y="6289"/>
                  </a:lnTo>
                  <a:lnTo>
                    <a:pt x="109" y="5212"/>
                  </a:lnTo>
                  <a:lnTo>
                    <a:pt x="190" y="2769"/>
                  </a:lnTo>
                  <a:lnTo>
                    <a:pt x="2146" y="0"/>
                  </a:lnTo>
                  <a:lnTo>
                    <a:pt x="2855" y="502"/>
                  </a:lnTo>
                  <a:lnTo>
                    <a:pt x="3626" y="1050"/>
                  </a:lnTo>
                  <a:lnTo>
                    <a:pt x="4433" y="1622"/>
                  </a:lnTo>
                  <a:lnTo>
                    <a:pt x="10208" y="5719"/>
                  </a:lnTo>
                  <a:lnTo>
                    <a:pt x="14827" y="8849"/>
                  </a:lnTo>
                  <a:lnTo>
                    <a:pt x="20251" y="12370"/>
                  </a:lnTo>
                  <a:lnTo>
                    <a:pt x="21817" y="13332"/>
                  </a:lnTo>
                  <a:lnTo>
                    <a:pt x="31730" y="20180"/>
                  </a:lnTo>
                  <a:lnTo>
                    <a:pt x="36865" y="23532"/>
                  </a:lnTo>
                  <a:lnTo>
                    <a:pt x="40694" y="26127"/>
                  </a:lnTo>
                  <a:lnTo>
                    <a:pt x="41423" y="26621"/>
                  </a:lnTo>
                  <a:lnTo>
                    <a:pt x="43697" y="28052"/>
                  </a:lnTo>
                  <a:lnTo>
                    <a:pt x="44132" y="28345"/>
                  </a:lnTo>
                  <a:lnTo>
                    <a:pt x="44498" y="2859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3" name="pg232"/>
            <p:cNvSpPr/>
            <p:nvPr/>
          </p:nvSpPr>
          <p:spPr>
            <a:xfrm>
              <a:off x="4004350" y="2432655"/>
              <a:ext cx="116113" cy="100300"/>
            </a:xfrm>
            <a:custGeom>
              <a:avLst/>
              <a:pathLst>
                <a:path w="116113" h="100300">
                  <a:moveTo>
                    <a:pt x="57828" y="850"/>
                  </a:moveTo>
                  <a:lnTo>
                    <a:pt x="63269" y="5479"/>
                  </a:lnTo>
                  <a:lnTo>
                    <a:pt x="65295" y="3317"/>
                  </a:lnTo>
                  <a:lnTo>
                    <a:pt x="65617" y="3580"/>
                  </a:lnTo>
                  <a:lnTo>
                    <a:pt x="68515" y="5937"/>
                  </a:lnTo>
                  <a:lnTo>
                    <a:pt x="73360" y="9809"/>
                  </a:lnTo>
                  <a:lnTo>
                    <a:pt x="74092" y="9013"/>
                  </a:lnTo>
                  <a:lnTo>
                    <a:pt x="76261" y="6655"/>
                  </a:lnTo>
                  <a:lnTo>
                    <a:pt x="76697" y="7017"/>
                  </a:lnTo>
                  <a:lnTo>
                    <a:pt x="76953" y="7229"/>
                  </a:lnTo>
                  <a:lnTo>
                    <a:pt x="79922" y="9489"/>
                  </a:lnTo>
                  <a:lnTo>
                    <a:pt x="80564" y="10063"/>
                  </a:lnTo>
                  <a:lnTo>
                    <a:pt x="80503" y="10456"/>
                  </a:lnTo>
                  <a:lnTo>
                    <a:pt x="80364" y="11346"/>
                  </a:lnTo>
                  <a:lnTo>
                    <a:pt x="80326" y="11590"/>
                  </a:lnTo>
                  <a:lnTo>
                    <a:pt x="80722" y="11545"/>
                  </a:lnTo>
                  <a:lnTo>
                    <a:pt x="82019" y="11399"/>
                  </a:lnTo>
                  <a:lnTo>
                    <a:pt x="82680" y="11223"/>
                  </a:lnTo>
                  <a:lnTo>
                    <a:pt x="84262" y="10803"/>
                  </a:lnTo>
                  <a:lnTo>
                    <a:pt x="88091" y="9474"/>
                  </a:lnTo>
                  <a:lnTo>
                    <a:pt x="89018" y="7581"/>
                  </a:lnTo>
                  <a:lnTo>
                    <a:pt x="89424" y="6752"/>
                  </a:lnTo>
                  <a:lnTo>
                    <a:pt x="89342" y="9196"/>
                  </a:lnTo>
                  <a:lnTo>
                    <a:pt x="89306" y="10272"/>
                  </a:lnTo>
                  <a:lnTo>
                    <a:pt x="89233" y="12458"/>
                  </a:lnTo>
                  <a:lnTo>
                    <a:pt x="89576" y="14978"/>
                  </a:lnTo>
                  <a:lnTo>
                    <a:pt x="90816" y="17612"/>
                  </a:lnTo>
                  <a:lnTo>
                    <a:pt x="91421" y="18897"/>
                  </a:lnTo>
                  <a:lnTo>
                    <a:pt x="94266" y="24942"/>
                  </a:lnTo>
                  <a:lnTo>
                    <a:pt x="94892" y="26271"/>
                  </a:lnTo>
                  <a:lnTo>
                    <a:pt x="95021" y="26546"/>
                  </a:lnTo>
                  <a:lnTo>
                    <a:pt x="95166" y="26854"/>
                  </a:lnTo>
                  <a:lnTo>
                    <a:pt x="100188" y="37096"/>
                  </a:lnTo>
                  <a:lnTo>
                    <a:pt x="107883" y="52791"/>
                  </a:lnTo>
                  <a:lnTo>
                    <a:pt x="114616" y="66339"/>
                  </a:lnTo>
                  <a:lnTo>
                    <a:pt x="115445" y="68007"/>
                  </a:lnTo>
                  <a:lnTo>
                    <a:pt x="115922" y="69701"/>
                  </a:lnTo>
                  <a:lnTo>
                    <a:pt x="116113" y="70679"/>
                  </a:lnTo>
                  <a:lnTo>
                    <a:pt x="116089" y="72587"/>
                  </a:lnTo>
                  <a:lnTo>
                    <a:pt x="116056" y="74183"/>
                  </a:lnTo>
                  <a:lnTo>
                    <a:pt x="114877" y="77028"/>
                  </a:lnTo>
                  <a:lnTo>
                    <a:pt x="107493" y="87620"/>
                  </a:lnTo>
                  <a:lnTo>
                    <a:pt x="107143" y="88113"/>
                  </a:lnTo>
                  <a:lnTo>
                    <a:pt x="98859" y="99773"/>
                  </a:lnTo>
                  <a:lnTo>
                    <a:pt x="98484" y="100300"/>
                  </a:lnTo>
                  <a:lnTo>
                    <a:pt x="96833" y="99346"/>
                  </a:lnTo>
                  <a:lnTo>
                    <a:pt x="94330" y="97899"/>
                  </a:lnTo>
                  <a:lnTo>
                    <a:pt x="90171" y="95495"/>
                  </a:lnTo>
                  <a:lnTo>
                    <a:pt x="86423" y="93014"/>
                  </a:lnTo>
                  <a:lnTo>
                    <a:pt x="82720" y="90562"/>
                  </a:lnTo>
                  <a:lnTo>
                    <a:pt x="79228" y="88250"/>
                  </a:lnTo>
                  <a:lnTo>
                    <a:pt x="77888" y="87363"/>
                  </a:lnTo>
                  <a:lnTo>
                    <a:pt x="75463" y="85757"/>
                  </a:lnTo>
                  <a:lnTo>
                    <a:pt x="72302" y="83664"/>
                  </a:lnTo>
                  <a:lnTo>
                    <a:pt x="69291" y="81671"/>
                  </a:lnTo>
                  <a:lnTo>
                    <a:pt x="68311" y="81022"/>
                  </a:lnTo>
                  <a:lnTo>
                    <a:pt x="64351" y="78400"/>
                  </a:lnTo>
                  <a:lnTo>
                    <a:pt x="63540" y="77863"/>
                  </a:lnTo>
                  <a:lnTo>
                    <a:pt x="63377" y="77838"/>
                  </a:lnTo>
                  <a:lnTo>
                    <a:pt x="62864" y="78679"/>
                  </a:lnTo>
                  <a:lnTo>
                    <a:pt x="58878" y="76504"/>
                  </a:lnTo>
                  <a:lnTo>
                    <a:pt x="55248" y="74522"/>
                  </a:lnTo>
                  <a:lnTo>
                    <a:pt x="51397" y="72421"/>
                  </a:lnTo>
                  <a:lnTo>
                    <a:pt x="47843" y="70481"/>
                  </a:lnTo>
                  <a:lnTo>
                    <a:pt x="43932" y="68347"/>
                  </a:lnTo>
                  <a:lnTo>
                    <a:pt x="39894" y="66143"/>
                  </a:lnTo>
                  <a:lnTo>
                    <a:pt x="36010" y="64023"/>
                  </a:lnTo>
                  <a:lnTo>
                    <a:pt x="35680" y="63843"/>
                  </a:lnTo>
                  <a:lnTo>
                    <a:pt x="34105" y="62527"/>
                  </a:lnTo>
                  <a:lnTo>
                    <a:pt x="34039" y="62352"/>
                  </a:lnTo>
                  <a:lnTo>
                    <a:pt x="33950" y="62119"/>
                  </a:lnTo>
                  <a:lnTo>
                    <a:pt x="33775" y="61658"/>
                  </a:lnTo>
                  <a:lnTo>
                    <a:pt x="33513" y="60970"/>
                  </a:lnTo>
                  <a:lnTo>
                    <a:pt x="33771" y="60926"/>
                  </a:lnTo>
                  <a:lnTo>
                    <a:pt x="34709" y="60764"/>
                  </a:lnTo>
                  <a:lnTo>
                    <a:pt x="35387" y="60598"/>
                  </a:lnTo>
                  <a:lnTo>
                    <a:pt x="36288" y="60095"/>
                  </a:lnTo>
                  <a:lnTo>
                    <a:pt x="37426" y="59410"/>
                  </a:lnTo>
                  <a:lnTo>
                    <a:pt x="38694" y="58551"/>
                  </a:lnTo>
                  <a:lnTo>
                    <a:pt x="39829" y="57669"/>
                  </a:lnTo>
                  <a:lnTo>
                    <a:pt x="40433" y="57150"/>
                  </a:lnTo>
                  <a:lnTo>
                    <a:pt x="40184" y="56942"/>
                  </a:lnTo>
                  <a:lnTo>
                    <a:pt x="39023" y="55974"/>
                  </a:lnTo>
                  <a:lnTo>
                    <a:pt x="36119" y="53552"/>
                  </a:lnTo>
                  <a:lnTo>
                    <a:pt x="35865" y="53341"/>
                  </a:lnTo>
                  <a:lnTo>
                    <a:pt x="34576" y="52266"/>
                  </a:lnTo>
                  <a:lnTo>
                    <a:pt x="32250" y="50326"/>
                  </a:lnTo>
                  <a:lnTo>
                    <a:pt x="31936" y="50064"/>
                  </a:lnTo>
                  <a:lnTo>
                    <a:pt x="31292" y="49528"/>
                  </a:lnTo>
                  <a:lnTo>
                    <a:pt x="30184" y="48603"/>
                  </a:lnTo>
                  <a:lnTo>
                    <a:pt x="29944" y="48404"/>
                  </a:lnTo>
                  <a:lnTo>
                    <a:pt x="28172" y="46926"/>
                  </a:lnTo>
                  <a:lnTo>
                    <a:pt x="26704" y="45702"/>
                  </a:lnTo>
                  <a:lnTo>
                    <a:pt x="24492" y="43858"/>
                  </a:lnTo>
                  <a:lnTo>
                    <a:pt x="24188" y="43604"/>
                  </a:lnTo>
                  <a:lnTo>
                    <a:pt x="22729" y="42388"/>
                  </a:lnTo>
                  <a:lnTo>
                    <a:pt x="20877" y="40844"/>
                  </a:lnTo>
                  <a:lnTo>
                    <a:pt x="19909" y="41940"/>
                  </a:lnTo>
                  <a:lnTo>
                    <a:pt x="18990" y="42982"/>
                  </a:lnTo>
                  <a:lnTo>
                    <a:pt x="18660" y="43321"/>
                  </a:lnTo>
                  <a:lnTo>
                    <a:pt x="16198" y="41252"/>
                  </a:lnTo>
                  <a:lnTo>
                    <a:pt x="14940" y="40194"/>
                  </a:lnTo>
                  <a:lnTo>
                    <a:pt x="12779" y="38378"/>
                  </a:lnTo>
                  <a:lnTo>
                    <a:pt x="9955" y="36005"/>
                  </a:lnTo>
                  <a:lnTo>
                    <a:pt x="9552" y="35666"/>
                  </a:lnTo>
                  <a:lnTo>
                    <a:pt x="6544" y="33139"/>
                  </a:lnTo>
                  <a:lnTo>
                    <a:pt x="6226" y="32871"/>
                  </a:lnTo>
                  <a:lnTo>
                    <a:pt x="1395" y="28811"/>
                  </a:lnTo>
                  <a:lnTo>
                    <a:pt x="0" y="27355"/>
                  </a:lnTo>
                  <a:lnTo>
                    <a:pt x="1230" y="25791"/>
                  </a:lnTo>
                  <a:lnTo>
                    <a:pt x="2548" y="24262"/>
                  </a:lnTo>
                  <a:lnTo>
                    <a:pt x="2828" y="23937"/>
                  </a:lnTo>
                  <a:lnTo>
                    <a:pt x="3019" y="23715"/>
                  </a:lnTo>
                  <a:lnTo>
                    <a:pt x="7052" y="19138"/>
                  </a:lnTo>
                  <a:lnTo>
                    <a:pt x="7311" y="18843"/>
                  </a:lnTo>
                  <a:lnTo>
                    <a:pt x="10350" y="21121"/>
                  </a:lnTo>
                  <a:lnTo>
                    <a:pt x="14249" y="23990"/>
                  </a:lnTo>
                  <a:lnTo>
                    <a:pt x="16205" y="25429"/>
                  </a:lnTo>
                  <a:lnTo>
                    <a:pt x="20658" y="29007"/>
                  </a:lnTo>
                  <a:lnTo>
                    <a:pt x="22688" y="30639"/>
                  </a:lnTo>
                  <a:lnTo>
                    <a:pt x="26553" y="34156"/>
                  </a:lnTo>
                  <a:lnTo>
                    <a:pt x="29413" y="30801"/>
                  </a:lnTo>
                  <a:lnTo>
                    <a:pt x="34168" y="25222"/>
                  </a:lnTo>
                  <a:lnTo>
                    <a:pt x="36773" y="22292"/>
                  </a:lnTo>
                  <a:lnTo>
                    <a:pt x="39989" y="18600"/>
                  </a:lnTo>
                  <a:lnTo>
                    <a:pt x="40220" y="18335"/>
                  </a:lnTo>
                  <a:lnTo>
                    <a:pt x="42882" y="15278"/>
                  </a:lnTo>
                  <a:lnTo>
                    <a:pt x="44942" y="12914"/>
                  </a:lnTo>
                  <a:lnTo>
                    <a:pt x="50046" y="7053"/>
                  </a:lnTo>
                  <a:lnTo>
                    <a:pt x="51328" y="5691"/>
                  </a:lnTo>
                  <a:lnTo>
                    <a:pt x="52000" y="4978"/>
                  </a:lnTo>
                  <a:lnTo>
                    <a:pt x="53583" y="3297"/>
                  </a:lnTo>
                  <a:lnTo>
                    <a:pt x="53968" y="2888"/>
                  </a:lnTo>
                  <a:lnTo>
                    <a:pt x="54715" y="2072"/>
                  </a:lnTo>
                  <a:lnTo>
                    <a:pt x="56828"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4" name="pg233"/>
            <p:cNvSpPr/>
            <p:nvPr/>
          </p:nvSpPr>
          <p:spPr>
            <a:xfrm>
              <a:off x="3996656" y="2389054"/>
              <a:ext cx="79165" cy="77757"/>
            </a:xfrm>
            <a:custGeom>
              <a:avLst/>
              <a:pathLst>
                <a:path w="79165" h="77757">
                  <a:moveTo>
                    <a:pt x="17880" y="4474"/>
                  </a:moveTo>
                  <a:lnTo>
                    <a:pt x="19219" y="2527"/>
                  </a:lnTo>
                  <a:lnTo>
                    <a:pt x="20289" y="3055"/>
                  </a:lnTo>
                  <a:lnTo>
                    <a:pt x="21052" y="3431"/>
                  </a:lnTo>
                  <a:lnTo>
                    <a:pt x="21813" y="3446"/>
                  </a:lnTo>
                  <a:lnTo>
                    <a:pt x="22314" y="3456"/>
                  </a:lnTo>
                  <a:lnTo>
                    <a:pt x="23315" y="3476"/>
                  </a:lnTo>
                  <a:lnTo>
                    <a:pt x="23535" y="3352"/>
                  </a:lnTo>
                  <a:lnTo>
                    <a:pt x="24064" y="3055"/>
                  </a:lnTo>
                  <a:lnTo>
                    <a:pt x="24830" y="2624"/>
                  </a:lnTo>
                  <a:lnTo>
                    <a:pt x="25472" y="2378"/>
                  </a:lnTo>
                  <a:lnTo>
                    <a:pt x="26062" y="2152"/>
                  </a:lnTo>
                  <a:lnTo>
                    <a:pt x="27138" y="1741"/>
                  </a:lnTo>
                  <a:lnTo>
                    <a:pt x="29256" y="1560"/>
                  </a:lnTo>
                  <a:lnTo>
                    <a:pt x="29942" y="2095"/>
                  </a:lnTo>
                  <a:lnTo>
                    <a:pt x="31229" y="3101"/>
                  </a:lnTo>
                  <a:lnTo>
                    <a:pt x="27262" y="6478"/>
                  </a:lnTo>
                  <a:lnTo>
                    <a:pt x="29803" y="8935"/>
                  </a:lnTo>
                  <a:lnTo>
                    <a:pt x="31964" y="10203"/>
                  </a:lnTo>
                  <a:lnTo>
                    <a:pt x="32940" y="9043"/>
                  </a:lnTo>
                  <a:lnTo>
                    <a:pt x="34142" y="8222"/>
                  </a:lnTo>
                  <a:lnTo>
                    <a:pt x="36205" y="9260"/>
                  </a:lnTo>
                  <a:lnTo>
                    <a:pt x="37629" y="10232"/>
                  </a:lnTo>
                  <a:lnTo>
                    <a:pt x="37927" y="10322"/>
                  </a:lnTo>
                  <a:lnTo>
                    <a:pt x="38428" y="9213"/>
                  </a:lnTo>
                  <a:lnTo>
                    <a:pt x="38696" y="8479"/>
                  </a:lnTo>
                  <a:lnTo>
                    <a:pt x="38763" y="8328"/>
                  </a:lnTo>
                  <a:lnTo>
                    <a:pt x="40121" y="9654"/>
                  </a:lnTo>
                  <a:lnTo>
                    <a:pt x="41828" y="7786"/>
                  </a:lnTo>
                  <a:lnTo>
                    <a:pt x="43095" y="6400"/>
                  </a:lnTo>
                  <a:lnTo>
                    <a:pt x="42353" y="8341"/>
                  </a:lnTo>
                  <a:lnTo>
                    <a:pt x="43883" y="10086"/>
                  </a:lnTo>
                  <a:lnTo>
                    <a:pt x="44303" y="10495"/>
                  </a:lnTo>
                  <a:lnTo>
                    <a:pt x="45483" y="9545"/>
                  </a:lnTo>
                  <a:lnTo>
                    <a:pt x="45600" y="9405"/>
                  </a:lnTo>
                  <a:lnTo>
                    <a:pt x="45997" y="8934"/>
                  </a:lnTo>
                  <a:lnTo>
                    <a:pt x="46192" y="9072"/>
                  </a:lnTo>
                  <a:lnTo>
                    <a:pt x="47275" y="9840"/>
                  </a:lnTo>
                  <a:lnTo>
                    <a:pt x="48627" y="10798"/>
                  </a:lnTo>
                  <a:lnTo>
                    <a:pt x="49844" y="11679"/>
                  </a:lnTo>
                  <a:lnTo>
                    <a:pt x="51079" y="12573"/>
                  </a:lnTo>
                  <a:lnTo>
                    <a:pt x="51288" y="12210"/>
                  </a:lnTo>
                  <a:lnTo>
                    <a:pt x="51610" y="11814"/>
                  </a:lnTo>
                  <a:lnTo>
                    <a:pt x="52244" y="11043"/>
                  </a:lnTo>
                  <a:lnTo>
                    <a:pt x="53401" y="9723"/>
                  </a:lnTo>
                  <a:lnTo>
                    <a:pt x="54987" y="8184"/>
                  </a:lnTo>
                  <a:lnTo>
                    <a:pt x="55171" y="8005"/>
                  </a:lnTo>
                  <a:lnTo>
                    <a:pt x="55319" y="7862"/>
                  </a:lnTo>
                  <a:lnTo>
                    <a:pt x="56711" y="6458"/>
                  </a:lnTo>
                  <a:lnTo>
                    <a:pt x="56826" y="6307"/>
                  </a:lnTo>
                  <a:lnTo>
                    <a:pt x="58294" y="4627"/>
                  </a:lnTo>
                  <a:lnTo>
                    <a:pt x="59959" y="5756"/>
                  </a:lnTo>
                  <a:lnTo>
                    <a:pt x="70675" y="13018"/>
                  </a:lnTo>
                  <a:lnTo>
                    <a:pt x="77877" y="17898"/>
                  </a:lnTo>
                  <a:lnTo>
                    <a:pt x="75545" y="21131"/>
                  </a:lnTo>
                  <a:lnTo>
                    <a:pt x="75380" y="21369"/>
                  </a:lnTo>
                  <a:lnTo>
                    <a:pt x="74990" y="22138"/>
                  </a:lnTo>
                  <a:lnTo>
                    <a:pt x="75029" y="22364"/>
                  </a:lnTo>
                  <a:lnTo>
                    <a:pt x="75068" y="22584"/>
                  </a:lnTo>
                  <a:lnTo>
                    <a:pt x="75157" y="23092"/>
                  </a:lnTo>
                  <a:lnTo>
                    <a:pt x="75381" y="23595"/>
                  </a:lnTo>
                  <a:lnTo>
                    <a:pt x="75587" y="24056"/>
                  </a:lnTo>
                  <a:lnTo>
                    <a:pt x="76763" y="26694"/>
                  </a:lnTo>
                  <a:lnTo>
                    <a:pt x="77196" y="27664"/>
                  </a:lnTo>
                  <a:lnTo>
                    <a:pt x="77519" y="28388"/>
                  </a:lnTo>
                  <a:lnTo>
                    <a:pt x="79165" y="30094"/>
                  </a:lnTo>
                  <a:lnTo>
                    <a:pt x="77387" y="31012"/>
                  </a:lnTo>
                  <a:lnTo>
                    <a:pt x="76307" y="29889"/>
                  </a:lnTo>
                  <a:lnTo>
                    <a:pt x="75908" y="29473"/>
                  </a:lnTo>
                  <a:lnTo>
                    <a:pt x="75561" y="29051"/>
                  </a:lnTo>
                  <a:lnTo>
                    <a:pt x="75191" y="28602"/>
                  </a:lnTo>
                  <a:lnTo>
                    <a:pt x="72426" y="25929"/>
                  </a:lnTo>
                  <a:lnTo>
                    <a:pt x="72132" y="25645"/>
                  </a:lnTo>
                  <a:lnTo>
                    <a:pt x="72001" y="25680"/>
                  </a:lnTo>
                  <a:lnTo>
                    <a:pt x="71121" y="26568"/>
                  </a:lnTo>
                  <a:lnTo>
                    <a:pt x="70667" y="27027"/>
                  </a:lnTo>
                  <a:lnTo>
                    <a:pt x="70175" y="27523"/>
                  </a:lnTo>
                  <a:lnTo>
                    <a:pt x="69170" y="28537"/>
                  </a:lnTo>
                  <a:lnTo>
                    <a:pt x="68771" y="28940"/>
                  </a:lnTo>
                  <a:lnTo>
                    <a:pt x="67303" y="30376"/>
                  </a:lnTo>
                  <a:lnTo>
                    <a:pt x="67062" y="30272"/>
                  </a:lnTo>
                  <a:lnTo>
                    <a:pt x="65873" y="29760"/>
                  </a:lnTo>
                  <a:lnTo>
                    <a:pt x="65678" y="30317"/>
                  </a:lnTo>
                  <a:lnTo>
                    <a:pt x="65246" y="31549"/>
                  </a:lnTo>
                  <a:lnTo>
                    <a:pt x="64918" y="32486"/>
                  </a:lnTo>
                  <a:lnTo>
                    <a:pt x="64729" y="33025"/>
                  </a:lnTo>
                  <a:lnTo>
                    <a:pt x="63801" y="35674"/>
                  </a:lnTo>
                  <a:lnTo>
                    <a:pt x="63566" y="36342"/>
                  </a:lnTo>
                  <a:lnTo>
                    <a:pt x="63249" y="37249"/>
                  </a:lnTo>
                  <a:lnTo>
                    <a:pt x="63112" y="37638"/>
                  </a:lnTo>
                  <a:lnTo>
                    <a:pt x="62962" y="38011"/>
                  </a:lnTo>
                  <a:lnTo>
                    <a:pt x="62727" y="38419"/>
                  </a:lnTo>
                  <a:lnTo>
                    <a:pt x="62349" y="39163"/>
                  </a:lnTo>
                  <a:lnTo>
                    <a:pt x="61857" y="40131"/>
                  </a:lnTo>
                  <a:lnTo>
                    <a:pt x="61661" y="40516"/>
                  </a:lnTo>
                  <a:lnTo>
                    <a:pt x="62066" y="40956"/>
                  </a:lnTo>
                  <a:lnTo>
                    <a:pt x="64605" y="43211"/>
                  </a:lnTo>
                  <a:lnTo>
                    <a:pt x="64351" y="43495"/>
                  </a:lnTo>
                  <a:lnTo>
                    <a:pt x="62409" y="45673"/>
                  </a:lnTo>
                  <a:lnTo>
                    <a:pt x="61593" y="46563"/>
                  </a:lnTo>
                  <a:lnTo>
                    <a:pt x="61277" y="46898"/>
                  </a:lnTo>
                  <a:lnTo>
                    <a:pt x="59695" y="48578"/>
                  </a:lnTo>
                  <a:lnTo>
                    <a:pt x="59023" y="49292"/>
                  </a:lnTo>
                  <a:lnTo>
                    <a:pt x="57740" y="50654"/>
                  </a:lnTo>
                  <a:lnTo>
                    <a:pt x="52636" y="56514"/>
                  </a:lnTo>
                  <a:lnTo>
                    <a:pt x="50576" y="58879"/>
                  </a:lnTo>
                  <a:lnTo>
                    <a:pt x="47914" y="61936"/>
                  </a:lnTo>
                  <a:lnTo>
                    <a:pt x="47683" y="62200"/>
                  </a:lnTo>
                  <a:lnTo>
                    <a:pt x="44467" y="65893"/>
                  </a:lnTo>
                  <a:lnTo>
                    <a:pt x="41862" y="68822"/>
                  </a:lnTo>
                  <a:lnTo>
                    <a:pt x="37107" y="74402"/>
                  </a:lnTo>
                  <a:lnTo>
                    <a:pt x="34247" y="77757"/>
                  </a:lnTo>
                  <a:lnTo>
                    <a:pt x="30383" y="74240"/>
                  </a:lnTo>
                  <a:lnTo>
                    <a:pt x="28352" y="72608"/>
                  </a:lnTo>
                  <a:lnTo>
                    <a:pt x="23899" y="69030"/>
                  </a:lnTo>
                  <a:lnTo>
                    <a:pt x="21944" y="67591"/>
                  </a:lnTo>
                  <a:lnTo>
                    <a:pt x="18045" y="64721"/>
                  </a:lnTo>
                  <a:lnTo>
                    <a:pt x="15005" y="62444"/>
                  </a:lnTo>
                  <a:lnTo>
                    <a:pt x="11041" y="59474"/>
                  </a:lnTo>
                  <a:lnTo>
                    <a:pt x="10830" y="59315"/>
                  </a:lnTo>
                  <a:lnTo>
                    <a:pt x="6973" y="55907"/>
                  </a:lnTo>
                  <a:lnTo>
                    <a:pt x="5557" y="54656"/>
                  </a:lnTo>
                  <a:lnTo>
                    <a:pt x="2775" y="51926"/>
                  </a:lnTo>
                  <a:lnTo>
                    <a:pt x="4635" y="49918"/>
                  </a:lnTo>
                  <a:lnTo>
                    <a:pt x="6894" y="47478"/>
                  </a:lnTo>
                  <a:lnTo>
                    <a:pt x="7994" y="46290"/>
                  </a:lnTo>
                  <a:lnTo>
                    <a:pt x="8873" y="45411"/>
                  </a:lnTo>
                  <a:lnTo>
                    <a:pt x="10379" y="43905"/>
                  </a:lnTo>
                  <a:lnTo>
                    <a:pt x="11941" y="42145"/>
                  </a:lnTo>
                  <a:lnTo>
                    <a:pt x="12198" y="41856"/>
                  </a:lnTo>
                  <a:lnTo>
                    <a:pt x="12496" y="41519"/>
                  </a:lnTo>
                  <a:lnTo>
                    <a:pt x="10476" y="39411"/>
                  </a:lnTo>
                  <a:lnTo>
                    <a:pt x="9307" y="38190"/>
                  </a:lnTo>
                  <a:lnTo>
                    <a:pt x="9523" y="37950"/>
                  </a:lnTo>
                  <a:lnTo>
                    <a:pt x="9897" y="37537"/>
                  </a:lnTo>
                  <a:lnTo>
                    <a:pt x="9699" y="37322"/>
                  </a:lnTo>
                  <a:lnTo>
                    <a:pt x="8381" y="35898"/>
                  </a:lnTo>
                  <a:lnTo>
                    <a:pt x="7833" y="34216"/>
                  </a:lnTo>
                  <a:lnTo>
                    <a:pt x="7356" y="32055"/>
                  </a:lnTo>
                  <a:lnTo>
                    <a:pt x="7399" y="31200"/>
                  </a:lnTo>
                  <a:lnTo>
                    <a:pt x="8771" y="29652"/>
                  </a:lnTo>
                  <a:lnTo>
                    <a:pt x="7906" y="28567"/>
                  </a:lnTo>
                  <a:lnTo>
                    <a:pt x="7795" y="28428"/>
                  </a:lnTo>
                  <a:lnTo>
                    <a:pt x="7693" y="28090"/>
                  </a:lnTo>
                  <a:lnTo>
                    <a:pt x="6882" y="24595"/>
                  </a:lnTo>
                  <a:lnTo>
                    <a:pt x="6816" y="23550"/>
                  </a:lnTo>
                  <a:lnTo>
                    <a:pt x="6699" y="21685"/>
                  </a:lnTo>
                  <a:lnTo>
                    <a:pt x="6638" y="20707"/>
                  </a:lnTo>
                  <a:lnTo>
                    <a:pt x="5788" y="17914"/>
                  </a:lnTo>
                  <a:lnTo>
                    <a:pt x="6515" y="16211"/>
                  </a:lnTo>
                  <a:lnTo>
                    <a:pt x="4718" y="15871"/>
                  </a:lnTo>
                  <a:lnTo>
                    <a:pt x="4246" y="15782"/>
                  </a:lnTo>
                  <a:lnTo>
                    <a:pt x="4630" y="13683"/>
                  </a:lnTo>
                  <a:lnTo>
                    <a:pt x="4926" y="12060"/>
                  </a:lnTo>
                  <a:lnTo>
                    <a:pt x="4560" y="11934"/>
                  </a:lnTo>
                  <a:lnTo>
                    <a:pt x="3889" y="11703"/>
                  </a:lnTo>
                  <a:lnTo>
                    <a:pt x="4318" y="8589"/>
                  </a:lnTo>
                  <a:lnTo>
                    <a:pt x="4404" y="6984"/>
                  </a:lnTo>
                  <a:lnTo>
                    <a:pt x="4425" y="6586"/>
                  </a:lnTo>
                  <a:lnTo>
                    <a:pt x="3081" y="6964"/>
                  </a:lnTo>
                  <a:lnTo>
                    <a:pt x="990" y="7552"/>
                  </a:lnTo>
                  <a:lnTo>
                    <a:pt x="0" y="5073"/>
                  </a:lnTo>
                  <a:lnTo>
                    <a:pt x="2753" y="0"/>
                  </a:lnTo>
                  <a:lnTo>
                    <a:pt x="6411" y="945"/>
                  </a:lnTo>
                  <a:lnTo>
                    <a:pt x="8576" y="1504"/>
                  </a:lnTo>
                  <a:lnTo>
                    <a:pt x="11314" y="2846"/>
                  </a:lnTo>
                  <a:lnTo>
                    <a:pt x="12226" y="329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5" name="pg234"/>
            <p:cNvSpPr/>
            <p:nvPr/>
          </p:nvSpPr>
          <p:spPr>
            <a:xfrm>
              <a:off x="3917106" y="2362971"/>
              <a:ext cx="69569" cy="78710"/>
            </a:xfrm>
            <a:custGeom>
              <a:avLst/>
              <a:pathLst>
                <a:path w="69569" h="78710">
                  <a:moveTo>
                    <a:pt x="66061" y="43717"/>
                  </a:moveTo>
                  <a:lnTo>
                    <a:pt x="65853" y="44319"/>
                  </a:lnTo>
                  <a:lnTo>
                    <a:pt x="65475" y="45418"/>
                  </a:lnTo>
                  <a:lnTo>
                    <a:pt x="65389" y="45668"/>
                  </a:lnTo>
                  <a:lnTo>
                    <a:pt x="65281" y="45984"/>
                  </a:lnTo>
                  <a:lnTo>
                    <a:pt x="65197" y="46903"/>
                  </a:lnTo>
                  <a:lnTo>
                    <a:pt x="65197" y="48250"/>
                  </a:lnTo>
                  <a:lnTo>
                    <a:pt x="64791" y="50505"/>
                  </a:lnTo>
                  <a:lnTo>
                    <a:pt x="64037" y="50227"/>
                  </a:lnTo>
                  <a:lnTo>
                    <a:pt x="62455" y="47292"/>
                  </a:lnTo>
                  <a:lnTo>
                    <a:pt x="60721" y="44311"/>
                  </a:lnTo>
                  <a:lnTo>
                    <a:pt x="58104" y="43962"/>
                  </a:lnTo>
                  <a:lnTo>
                    <a:pt x="57865" y="43939"/>
                  </a:lnTo>
                  <a:lnTo>
                    <a:pt x="57752" y="44201"/>
                  </a:lnTo>
                  <a:lnTo>
                    <a:pt x="53459" y="44634"/>
                  </a:lnTo>
                  <a:lnTo>
                    <a:pt x="53699" y="45804"/>
                  </a:lnTo>
                  <a:lnTo>
                    <a:pt x="53623" y="47538"/>
                  </a:lnTo>
                  <a:lnTo>
                    <a:pt x="53602" y="48013"/>
                  </a:lnTo>
                  <a:lnTo>
                    <a:pt x="52941" y="49539"/>
                  </a:lnTo>
                  <a:lnTo>
                    <a:pt x="52792" y="49842"/>
                  </a:lnTo>
                  <a:lnTo>
                    <a:pt x="52571" y="50292"/>
                  </a:lnTo>
                  <a:lnTo>
                    <a:pt x="53153" y="53119"/>
                  </a:lnTo>
                  <a:lnTo>
                    <a:pt x="54649" y="56085"/>
                  </a:lnTo>
                  <a:lnTo>
                    <a:pt x="54775" y="56521"/>
                  </a:lnTo>
                  <a:lnTo>
                    <a:pt x="55067" y="57529"/>
                  </a:lnTo>
                  <a:lnTo>
                    <a:pt x="55141" y="58180"/>
                  </a:lnTo>
                  <a:lnTo>
                    <a:pt x="55270" y="59310"/>
                  </a:lnTo>
                  <a:lnTo>
                    <a:pt x="53257" y="59828"/>
                  </a:lnTo>
                  <a:lnTo>
                    <a:pt x="55723" y="63204"/>
                  </a:lnTo>
                  <a:lnTo>
                    <a:pt x="53677" y="63276"/>
                  </a:lnTo>
                  <a:lnTo>
                    <a:pt x="52350" y="63219"/>
                  </a:lnTo>
                  <a:lnTo>
                    <a:pt x="52381" y="65285"/>
                  </a:lnTo>
                  <a:lnTo>
                    <a:pt x="52261" y="66587"/>
                  </a:lnTo>
                  <a:lnTo>
                    <a:pt x="52252" y="67414"/>
                  </a:lnTo>
                  <a:lnTo>
                    <a:pt x="52176" y="69669"/>
                  </a:lnTo>
                  <a:lnTo>
                    <a:pt x="52565" y="69776"/>
                  </a:lnTo>
                  <a:lnTo>
                    <a:pt x="51594" y="73180"/>
                  </a:lnTo>
                  <a:lnTo>
                    <a:pt x="51473" y="74021"/>
                  </a:lnTo>
                  <a:lnTo>
                    <a:pt x="52261" y="74052"/>
                  </a:lnTo>
                  <a:lnTo>
                    <a:pt x="53663" y="73996"/>
                  </a:lnTo>
                  <a:lnTo>
                    <a:pt x="53882" y="73987"/>
                  </a:lnTo>
                  <a:lnTo>
                    <a:pt x="56602" y="73235"/>
                  </a:lnTo>
                  <a:lnTo>
                    <a:pt x="58641" y="74941"/>
                  </a:lnTo>
                  <a:lnTo>
                    <a:pt x="58300" y="75386"/>
                  </a:lnTo>
                  <a:lnTo>
                    <a:pt x="56077" y="78281"/>
                  </a:lnTo>
                  <a:lnTo>
                    <a:pt x="55683" y="78710"/>
                  </a:lnTo>
                  <a:lnTo>
                    <a:pt x="54085" y="77517"/>
                  </a:lnTo>
                  <a:lnTo>
                    <a:pt x="53011" y="77148"/>
                  </a:lnTo>
                  <a:lnTo>
                    <a:pt x="49659" y="77099"/>
                  </a:lnTo>
                  <a:lnTo>
                    <a:pt x="48861" y="77088"/>
                  </a:lnTo>
                  <a:lnTo>
                    <a:pt x="46725" y="76313"/>
                  </a:lnTo>
                  <a:lnTo>
                    <a:pt x="44389" y="75285"/>
                  </a:lnTo>
                  <a:lnTo>
                    <a:pt x="43362" y="74834"/>
                  </a:lnTo>
                  <a:lnTo>
                    <a:pt x="39116" y="73438"/>
                  </a:lnTo>
                  <a:lnTo>
                    <a:pt x="36983" y="73063"/>
                  </a:lnTo>
                  <a:lnTo>
                    <a:pt x="36559" y="72878"/>
                  </a:lnTo>
                  <a:lnTo>
                    <a:pt x="36172" y="72956"/>
                  </a:lnTo>
                  <a:lnTo>
                    <a:pt x="35749" y="74296"/>
                  </a:lnTo>
                  <a:lnTo>
                    <a:pt x="33148" y="72830"/>
                  </a:lnTo>
                  <a:lnTo>
                    <a:pt x="31699" y="70809"/>
                  </a:lnTo>
                  <a:lnTo>
                    <a:pt x="31062" y="68312"/>
                  </a:lnTo>
                  <a:lnTo>
                    <a:pt x="30388" y="68702"/>
                  </a:lnTo>
                  <a:lnTo>
                    <a:pt x="28963" y="69370"/>
                  </a:lnTo>
                  <a:lnTo>
                    <a:pt x="27752" y="70056"/>
                  </a:lnTo>
                  <a:lnTo>
                    <a:pt x="27013" y="68350"/>
                  </a:lnTo>
                  <a:lnTo>
                    <a:pt x="26945" y="68192"/>
                  </a:lnTo>
                  <a:lnTo>
                    <a:pt x="26063" y="68699"/>
                  </a:lnTo>
                  <a:lnTo>
                    <a:pt x="23408" y="70226"/>
                  </a:lnTo>
                  <a:lnTo>
                    <a:pt x="22675" y="70647"/>
                  </a:lnTo>
                  <a:lnTo>
                    <a:pt x="22526" y="70733"/>
                  </a:lnTo>
                  <a:lnTo>
                    <a:pt x="21327" y="71226"/>
                  </a:lnTo>
                  <a:lnTo>
                    <a:pt x="20459" y="71583"/>
                  </a:lnTo>
                  <a:lnTo>
                    <a:pt x="19466" y="69865"/>
                  </a:lnTo>
                  <a:lnTo>
                    <a:pt x="18844" y="68764"/>
                  </a:lnTo>
                  <a:lnTo>
                    <a:pt x="18384" y="67951"/>
                  </a:lnTo>
                  <a:lnTo>
                    <a:pt x="17864" y="67303"/>
                  </a:lnTo>
                  <a:lnTo>
                    <a:pt x="17373" y="66689"/>
                  </a:lnTo>
                  <a:lnTo>
                    <a:pt x="16501" y="65806"/>
                  </a:lnTo>
                  <a:lnTo>
                    <a:pt x="16217" y="65518"/>
                  </a:lnTo>
                  <a:lnTo>
                    <a:pt x="15977" y="65276"/>
                  </a:lnTo>
                  <a:lnTo>
                    <a:pt x="14904" y="63760"/>
                  </a:lnTo>
                  <a:lnTo>
                    <a:pt x="14209" y="62778"/>
                  </a:lnTo>
                  <a:lnTo>
                    <a:pt x="14093" y="62615"/>
                  </a:lnTo>
                  <a:lnTo>
                    <a:pt x="13233" y="61400"/>
                  </a:lnTo>
                  <a:lnTo>
                    <a:pt x="13023" y="61025"/>
                  </a:lnTo>
                  <a:lnTo>
                    <a:pt x="12923" y="60846"/>
                  </a:lnTo>
                  <a:lnTo>
                    <a:pt x="12100" y="59373"/>
                  </a:lnTo>
                  <a:lnTo>
                    <a:pt x="7943" y="50150"/>
                  </a:lnTo>
                  <a:lnTo>
                    <a:pt x="8258" y="43392"/>
                  </a:lnTo>
                  <a:lnTo>
                    <a:pt x="12409" y="43249"/>
                  </a:lnTo>
                  <a:lnTo>
                    <a:pt x="12200" y="38820"/>
                  </a:lnTo>
                  <a:lnTo>
                    <a:pt x="9172" y="38193"/>
                  </a:lnTo>
                  <a:lnTo>
                    <a:pt x="8342" y="38022"/>
                  </a:lnTo>
                  <a:lnTo>
                    <a:pt x="5154" y="37674"/>
                  </a:lnTo>
                  <a:lnTo>
                    <a:pt x="5079" y="35243"/>
                  </a:lnTo>
                  <a:lnTo>
                    <a:pt x="4974" y="31867"/>
                  </a:lnTo>
                  <a:lnTo>
                    <a:pt x="4889" y="29119"/>
                  </a:lnTo>
                  <a:lnTo>
                    <a:pt x="4419" y="22822"/>
                  </a:lnTo>
                  <a:lnTo>
                    <a:pt x="3525" y="17097"/>
                  </a:lnTo>
                  <a:lnTo>
                    <a:pt x="2036" y="10271"/>
                  </a:lnTo>
                  <a:lnTo>
                    <a:pt x="1378" y="7256"/>
                  </a:lnTo>
                  <a:lnTo>
                    <a:pt x="0" y="0"/>
                  </a:lnTo>
                  <a:lnTo>
                    <a:pt x="5493" y="457"/>
                  </a:lnTo>
                  <a:lnTo>
                    <a:pt x="13544" y="1173"/>
                  </a:lnTo>
                  <a:lnTo>
                    <a:pt x="20522" y="1889"/>
                  </a:lnTo>
                  <a:lnTo>
                    <a:pt x="32867" y="5109"/>
                  </a:lnTo>
                  <a:lnTo>
                    <a:pt x="52727" y="8687"/>
                  </a:lnTo>
                  <a:lnTo>
                    <a:pt x="60800" y="9967"/>
                  </a:lnTo>
                  <a:lnTo>
                    <a:pt x="67398" y="11013"/>
                  </a:lnTo>
                  <a:lnTo>
                    <a:pt x="66293" y="15252"/>
                  </a:lnTo>
                  <a:lnTo>
                    <a:pt x="68458" y="18848"/>
                  </a:lnTo>
                  <a:lnTo>
                    <a:pt x="66150" y="20763"/>
                  </a:lnTo>
                  <a:lnTo>
                    <a:pt x="66131" y="20916"/>
                  </a:lnTo>
                  <a:lnTo>
                    <a:pt x="69211" y="25539"/>
                  </a:lnTo>
                  <a:lnTo>
                    <a:pt x="69569" y="26046"/>
                  </a:lnTo>
                  <a:lnTo>
                    <a:pt x="67901" y="28541"/>
                  </a:lnTo>
                  <a:lnTo>
                    <a:pt x="66693" y="30347"/>
                  </a:lnTo>
                  <a:lnTo>
                    <a:pt x="65680" y="31862"/>
                  </a:lnTo>
                  <a:lnTo>
                    <a:pt x="66196" y="32537"/>
                  </a:lnTo>
                  <a:lnTo>
                    <a:pt x="67520" y="34270"/>
                  </a:lnTo>
                  <a:lnTo>
                    <a:pt x="65040" y="34674"/>
                  </a:lnTo>
                  <a:lnTo>
                    <a:pt x="64889" y="35450"/>
                  </a:lnTo>
                  <a:lnTo>
                    <a:pt x="64837" y="35720"/>
                  </a:lnTo>
                  <a:lnTo>
                    <a:pt x="64688" y="36486"/>
                  </a:lnTo>
                  <a:lnTo>
                    <a:pt x="64784" y="37846"/>
                  </a:lnTo>
                  <a:lnTo>
                    <a:pt x="64805" y="38321"/>
                  </a:lnTo>
                  <a:lnTo>
                    <a:pt x="64850" y="39301"/>
                  </a:lnTo>
                  <a:lnTo>
                    <a:pt x="65132" y="40411"/>
                  </a:lnTo>
                  <a:lnTo>
                    <a:pt x="65237" y="41209"/>
                  </a:lnTo>
                  <a:lnTo>
                    <a:pt x="65461" y="42362"/>
                  </a:lnTo>
                  <a:lnTo>
                    <a:pt x="65699" y="42542"/>
                  </a:lnTo>
                  <a:lnTo>
                    <a:pt x="66011" y="4303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6" name="pg235"/>
            <p:cNvSpPr/>
            <p:nvPr/>
          </p:nvSpPr>
          <p:spPr>
            <a:xfrm>
              <a:off x="3968583" y="2373985"/>
              <a:ext cx="45946" cy="101623"/>
            </a:xfrm>
            <a:custGeom>
              <a:avLst/>
              <a:pathLst>
                <a:path w="45946" h="101623">
                  <a:moveTo>
                    <a:pt x="36496" y="12345"/>
                  </a:moveTo>
                  <a:lnTo>
                    <a:pt x="45946" y="19542"/>
                  </a:lnTo>
                  <a:lnTo>
                    <a:pt x="40299" y="18363"/>
                  </a:lnTo>
                  <a:lnTo>
                    <a:pt x="39387" y="17916"/>
                  </a:lnTo>
                  <a:lnTo>
                    <a:pt x="36649" y="16574"/>
                  </a:lnTo>
                  <a:lnTo>
                    <a:pt x="34484" y="16014"/>
                  </a:lnTo>
                  <a:lnTo>
                    <a:pt x="30826" y="15069"/>
                  </a:lnTo>
                  <a:lnTo>
                    <a:pt x="28072" y="20143"/>
                  </a:lnTo>
                  <a:lnTo>
                    <a:pt x="29063" y="22621"/>
                  </a:lnTo>
                  <a:lnTo>
                    <a:pt x="31153" y="22033"/>
                  </a:lnTo>
                  <a:lnTo>
                    <a:pt x="32498" y="21655"/>
                  </a:lnTo>
                  <a:lnTo>
                    <a:pt x="32477" y="22054"/>
                  </a:lnTo>
                  <a:lnTo>
                    <a:pt x="32391" y="23659"/>
                  </a:lnTo>
                  <a:lnTo>
                    <a:pt x="31961" y="26772"/>
                  </a:lnTo>
                  <a:lnTo>
                    <a:pt x="32632" y="27003"/>
                  </a:lnTo>
                  <a:lnTo>
                    <a:pt x="32999" y="27130"/>
                  </a:lnTo>
                  <a:lnTo>
                    <a:pt x="32703" y="28752"/>
                  </a:lnTo>
                  <a:lnTo>
                    <a:pt x="32319" y="30851"/>
                  </a:lnTo>
                  <a:lnTo>
                    <a:pt x="32791" y="30941"/>
                  </a:lnTo>
                  <a:lnTo>
                    <a:pt x="34588" y="31280"/>
                  </a:lnTo>
                  <a:lnTo>
                    <a:pt x="33860" y="32984"/>
                  </a:lnTo>
                  <a:lnTo>
                    <a:pt x="34710" y="35776"/>
                  </a:lnTo>
                  <a:lnTo>
                    <a:pt x="34772" y="36754"/>
                  </a:lnTo>
                  <a:lnTo>
                    <a:pt x="34889" y="38619"/>
                  </a:lnTo>
                  <a:lnTo>
                    <a:pt x="34955" y="39665"/>
                  </a:lnTo>
                  <a:lnTo>
                    <a:pt x="35766" y="43159"/>
                  </a:lnTo>
                  <a:lnTo>
                    <a:pt x="35868" y="43497"/>
                  </a:lnTo>
                  <a:lnTo>
                    <a:pt x="35978" y="43636"/>
                  </a:lnTo>
                  <a:lnTo>
                    <a:pt x="36765" y="44815"/>
                  </a:lnTo>
                  <a:lnTo>
                    <a:pt x="35472" y="46270"/>
                  </a:lnTo>
                  <a:lnTo>
                    <a:pt x="35429" y="47124"/>
                  </a:lnTo>
                  <a:lnTo>
                    <a:pt x="35906" y="49285"/>
                  </a:lnTo>
                  <a:lnTo>
                    <a:pt x="36454" y="50968"/>
                  </a:lnTo>
                  <a:lnTo>
                    <a:pt x="37771" y="52391"/>
                  </a:lnTo>
                  <a:lnTo>
                    <a:pt x="37939" y="52638"/>
                  </a:lnTo>
                  <a:lnTo>
                    <a:pt x="37595" y="53020"/>
                  </a:lnTo>
                  <a:lnTo>
                    <a:pt x="37379" y="53260"/>
                  </a:lnTo>
                  <a:lnTo>
                    <a:pt x="38548" y="54480"/>
                  </a:lnTo>
                  <a:lnTo>
                    <a:pt x="40569" y="56589"/>
                  </a:lnTo>
                  <a:lnTo>
                    <a:pt x="40271" y="56925"/>
                  </a:lnTo>
                  <a:lnTo>
                    <a:pt x="40014" y="57215"/>
                  </a:lnTo>
                  <a:lnTo>
                    <a:pt x="38452" y="58974"/>
                  </a:lnTo>
                  <a:lnTo>
                    <a:pt x="36946" y="60481"/>
                  </a:lnTo>
                  <a:lnTo>
                    <a:pt x="36066" y="61360"/>
                  </a:lnTo>
                  <a:lnTo>
                    <a:pt x="34967" y="62547"/>
                  </a:lnTo>
                  <a:lnTo>
                    <a:pt x="32708" y="64987"/>
                  </a:lnTo>
                  <a:lnTo>
                    <a:pt x="30848" y="66996"/>
                  </a:lnTo>
                  <a:lnTo>
                    <a:pt x="33629" y="69725"/>
                  </a:lnTo>
                  <a:lnTo>
                    <a:pt x="35045" y="70976"/>
                  </a:lnTo>
                  <a:lnTo>
                    <a:pt x="38903" y="74385"/>
                  </a:lnTo>
                  <a:lnTo>
                    <a:pt x="39114" y="74543"/>
                  </a:lnTo>
                  <a:lnTo>
                    <a:pt x="43077" y="77515"/>
                  </a:lnTo>
                  <a:lnTo>
                    <a:pt x="42819" y="77808"/>
                  </a:lnTo>
                  <a:lnTo>
                    <a:pt x="38786" y="82386"/>
                  </a:lnTo>
                  <a:lnTo>
                    <a:pt x="38595" y="82607"/>
                  </a:lnTo>
                  <a:lnTo>
                    <a:pt x="38315" y="82932"/>
                  </a:lnTo>
                  <a:lnTo>
                    <a:pt x="36997" y="84461"/>
                  </a:lnTo>
                  <a:lnTo>
                    <a:pt x="35633" y="86196"/>
                  </a:lnTo>
                  <a:lnTo>
                    <a:pt x="35388" y="86410"/>
                  </a:lnTo>
                  <a:lnTo>
                    <a:pt x="34212" y="87440"/>
                  </a:lnTo>
                  <a:lnTo>
                    <a:pt x="34005" y="87691"/>
                  </a:lnTo>
                  <a:lnTo>
                    <a:pt x="32618" y="89363"/>
                  </a:lnTo>
                  <a:lnTo>
                    <a:pt x="32334" y="89706"/>
                  </a:lnTo>
                  <a:lnTo>
                    <a:pt x="32190" y="89878"/>
                  </a:lnTo>
                  <a:lnTo>
                    <a:pt x="31023" y="90073"/>
                  </a:lnTo>
                  <a:lnTo>
                    <a:pt x="22593" y="90726"/>
                  </a:lnTo>
                  <a:lnTo>
                    <a:pt x="22835" y="91577"/>
                  </a:lnTo>
                  <a:lnTo>
                    <a:pt x="23364" y="93442"/>
                  </a:lnTo>
                  <a:lnTo>
                    <a:pt x="23497" y="93911"/>
                  </a:lnTo>
                  <a:lnTo>
                    <a:pt x="23814" y="94856"/>
                  </a:lnTo>
                  <a:lnTo>
                    <a:pt x="23885" y="95065"/>
                  </a:lnTo>
                  <a:lnTo>
                    <a:pt x="24328" y="96386"/>
                  </a:lnTo>
                  <a:lnTo>
                    <a:pt x="24528" y="96983"/>
                  </a:lnTo>
                  <a:lnTo>
                    <a:pt x="24574" y="97132"/>
                  </a:lnTo>
                  <a:lnTo>
                    <a:pt x="24856" y="98064"/>
                  </a:lnTo>
                  <a:lnTo>
                    <a:pt x="25350" y="99691"/>
                  </a:lnTo>
                  <a:lnTo>
                    <a:pt x="24174" y="99717"/>
                  </a:lnTo>
                  <a:lnTo>
                    <a:pt x="24151" y="100013"/>
                  </a:lnTo>
                  <a:lnTo>
                    <a:pt x="20805" y="100433"/>
                  </a:lnTo>
                  <a:lnTo>
                    <a:pt x="19531" y="101074"/>
                  </a:lnTo>
                  <a:lnTo>
                    <a:pt x="19669" y="101531"/>
                  </a:lnTo>
                  <a:lnTo>
                    <a:pt x="18171" y="101623"/>
                  </a:lnTo>
                  <a:lnTo>
                    <a:pt x="17311" y="101547"/>
                  </a:lnTo>
                  <a:lnTo>
                    <a:pt x="16628" y="101486"/>
                  </a:lnTo>
                  <a:lnTo>
                    <a:pt x="16254" y="101506"/>
                  </a:lnTo>
                  <a:lnTo>
                    <a:pt x="14928" y="101576"/>
                  </a:lnTo>
                  <a:lnTo>
                    <a:pt x="13213" y="101307"/>
                  </a:lnTo>
                  <a:lnTo>
                    <a:pt x="11858" y="100484"/>
                  </a:lnTo>
                  <a:lnTo>
                    <a:pt x="10440" y="99623"/>
                  </a:lnTo>
                  <a:lnTo>
                    <a:pt x="10500" y="99056"/>
                  </a:lnTo>
                  <a:lnTo>
                    <a:pt x="10872" y="98392"/>
                  </a:lnTo>
                  <a:lnTo>
                    <a:pt x="11051" y="98072"/>
                  </a:lnTo>
                  <a:lnTo>
                    <a:pt x="11047" y="97898"/>
                  </a:lnTo>
                  <a:lnTo>
                    <a:pt x="11037" y="97520"/>
                  </a:lnTo>
                  <a:lnTo>
                    <a:pt x="11096" y="96700"/>
                  </a:lnTo>
                  <a:lnTo>
                    <a:pt x="11073" y="96184"/>
                  </a:lnTo>
                  <a:lnTo>
                    <a:pt x="11051" y="95686"/>
                  </a:lnTo>
                  <a:lnTo>
                    <a:pt x="11037" y="94762"/>
                  </a:lnTo>
                  <a:lnTo>
                    <a:pt x="11454" y="94069"/>
                  </a:lnTo>
                  <a:lnTo>
                    <a:pt x="10932" y="92056"/>
                  </a:lnTo>
                  <a:lnTo>
                    <a:pt x="13151" y="91521"/>
                  </a:lnTo>
                  <a:lnTo>
                    <a:pt x="16561" y="87856"/>
                  </a:lnTo>
                  <a:lnTo>
                    <a:pt x="15892" y="87284"/>
                  </a:lnTo>
                  <a:lnTo>
                    <a:pt x="11363" y="83474"/>
                  </a:lnTo>
                  <a:lnTo>
                    <a:pt x="11170" y="83312"/>
                  </a:lnTo>
                  <a:lnTo>
                    <a:pt x="10223" y="82633"/>
                  </a:lnTo>
                  <a:lnTo>
                    <a:pt x="7962" y="81012"/>
                  </a:lnTo>
                  <a:lnTo>
                    <a:pt x="5073" y="78697"/>
                  </a:lnTo>
                  <a:lnTo>
                    <a:pt x="4805" y="78482"/>
                  </a:lnTo>
                  <a:lnTo>
                    <a:pt x="8079" y="74617"/>
                  </a:lnTo>
                  <a:lnTo>
                    <a:pt x="8999" y="73483"/>
                  </a:lnTo>
                  <a:lnTo>
                    <a:pt x="10226" y="71969"/>
                  </a:lnTo>
                  <a:lnTo>
                    <a:pt x="8544" y="70520"/>
                  </a:lnTo>
                  <a:lnTo>
                    <a:pt x="8300" y="70315"/>
                  </a:lnTo>
                  <a:lnTo>
                    <a:pt x="7966" y="70034"/>
                  </a:lnTo>
                  <a:lnTo>
                    <a:pt x="5088" y="67613"/>
                  </a:lnTo>
                  <a:lnTo>
                    <a:pt x="4599" y="67267"/>
                  </a:lnTo>
                  <a:lnTo>
                    <a:pt x="6822" y="64372"/>
                  </a:lnTo>
                  <a:lnTo>
                    <a:pt x="7164" y="63927"/>
                  </a:lnTo>
                  <a:lnTo>
                    <a:pt x="5124" y="62221"/>
                  </a:lnTo>
                  <a:lnTo>
                    <a:pt x="2405" y="62973"/>
                  </a:lnTo>
                  <a:lnTo>
                    <a:pt x="2185" y="62982"/>
                  </a:lnTo>
                  <a:lnTo>
                    <a:pt x="783" y="63038"/>
                  </a:lnTo>
                  <a:lnTo>
                    <a:pt x="0" y="62982"/>
                  </a:lnTo>
                  <a:lnTo>
                    <a:pt x="117" y="62166"/>
                  </a:lnTo>
                  <a:lnTo>
                    <a:pt x="1087" y="58762"/>
                  </a:lnTo>
                  <a:lnTo>
                    <a:pt x="698" y="58655"/>
                  </a:lnTo>
                  <a:lnTo>
                    <a:pt x="774" y="56401"/>
                  </a:lnTo>
                  <a:lnTo>
                    <a:pt x="783" y="55573"/>
                  </a:lnTo>
                  <a:lnTo>
                    <a:pt x="904" y="54271"/>
                  </a:lnTo>
                  <a:lnTo>
                    <a:pt x="873" y="52205"/>
                  </a:lnTo>
                  <a:lnTo>
                    <a:pt x="2200" y="52262"/>
                  </a:lnTo>
                  <a:lnTo>
                    <a:pt x="4245" y="52190"/>
                  </a:lnTo>
                  <a:lnTo>
                    <a:pt x="1818" y="48803"/>
                  </a:lnTo>
                  <a:lnTo>
                    <a:pt x="3792" y="48296"/>
                  </a:lnTo>
                  <a:lnTo>
                    <a:pt x="3663" y="47166"/>
                  </a:lnTo>
                  <a:lnTo>
                    <a:pt x="3589" y="46515"/>
                  </a:lnTo>
                  <a:lnTo>
                    <a:pt x="3298" y="45507"/>
                  </a:lnTo>
                  <a:lnTo>
                    <a:pt x="3172" y="45072"/>
                  </a:lnTo>
                  <a:lnTo>
                    <a:pt x="1675" y="42105"/>
                  </a:lnTo>
                  <a:lnTo>
                    <a:pt x="1093" y="39278"/>
                  </a:lnTo>
                  <a:lnTo>
                    <a:pt x="1315" y="38828"/>
                  </a:lnTo>
                  <a:lnTo>
                    <a:pt x="1464" y="38525"/>
                  </a:lnTo>
                  <a:lnTo>
                    <a:pt x="2124" y="36999"/>
                  </a:lnTo>
                  <a:lnTo>
                    <a:pt x="2145" y="36524"/>
                  </a:lnTo>
                  <a:lnTo>
                    <a:pt x="2222" y="34791"/>
                  </a:lnTo>
                  <a:lnTo>
                    <a:pt x="1981" y="33620"/>
                  </a:lnTo>
                  <a:lnTo>
                    <a:pt x="6274" y="33187"/>
                  </a:lnTo>
                  <a:lnTo>
                    <a:pt x="6387" y="32925"/>
                  </a:lnTo>
                  <a:lnTo>
                    <a:pt x="6626" y="32949"/>
                  </a:lnTo>
                  <a:lnTo>
                    <a:pt x="9316" y="33423"/>
                  </a:lnTo>
                  <a:lnTo>
                    <a:pt x="10977" y="36278"/>
                  </a:lnTo>
                  <a:lnTo>
                    <a:pt x="12559" y="39214"/>
                  </a:lnTo>
                  <a:lnTo>
                    <a:pt x="13314" y="39491"/>
                  </a:lnTo>
                  <a:lnTo>
                    <a:pt x="13719" y="37237"/>
                  </a:lnTo>
                  <a:lnTo>
                    <a:pt x="13719" y="35889"/>
                  </a:lnTo>
                  <a:lnTo>
                    <a:pt x="13836" y="34873"/>
                  </a:lnTo>
                  <a:lnTo>
                    <a:pt x="13912" y="34654"/>
                  </a:lnTo>
                  <a:lnTo>
                    <a:pt x="13998" y="34404"/>
                  </a:lnTo>
                  <a:lnTo>
                    <a:pt x="14376" y="33305"/>
                  </a:lnTo>
                  <a:lnTo>
                    <a:pt x="14583" y="32703"/>
                  </a:lnTo>
                  <a:lnTo>
                    <a:pt x="14533" y="32019"/>
                  </a:lnTo>
                  <a:lnTo>
                    <a:pt x="14221" y="31528"/>
                  </a:lnTo>
                  <a:lnTo>
                    <a:pt x="13984" y="31348"/>
                  </a:lnTo>
                  <a:lnTo>
                    <a:pt x="13760" y="30195"/>
                  </a:lnTo>
                  <a:lnTo>
                    <a:pt x="13654" y="29397"/>
                  </a:lnTo>
                  <a:lnTo>
                    <a:pt x="13372" y="28287"/>
                  </a:lnTo>
                  <a:lnTo>
                    <a:pt x="13328" y="27308"/>
                  </a:lnTo>
                  <a:lnTo>
                    <a:pt x="13306" y="26832"/>
                  </a:lnTo>
                  <a:lnTo>
                    <a:pt x="13211" y="25473"/>
                  </a:lnTo>
                  <a:lnTo>
                    <a:pt x="13359" y="24706"/>
                  </a:lnTo>
                  <a:lnTo>
                    <a:pt x="13412" y="24434"/>
                  </a:lnTo>
                  <a:lnTo>
                    <a:pt x="13562" y="23660"/>
                  </a:lnTo>
                  <a:lnTo>
                    <a:pt x="16043" y="23257"/>
                  </a:lnTo>
                  <a:lnTo>
                    <a:pt x="14646" y="21429"/>
                  </a:lnTo>
                  <a:lnTo>
                    <a:pt x="14202" y="20848"/>
                  </a:lnTo>
                  <a:lnTo>
                    <a:pt x="15215" y="19334"/>
                  </a:lnTo>
                  <a:lnTo>
                    <a:pt x="16423" y="17527"/>
                  </a:lnTo>
                  <a:lnTo>
                    <a:pt x="18092" y="15032"/>
                  </a:lnTo>
                  <a:lnTo>
                    <a:pt x="17734" y="14525"/>
                  </a:lnTo>
                  <a:lnTo>
                    <a:pt x="14653" y="9902"/>
                  </a:lnTo>
                  <a:lnTo>
                    <a:pt x="14672" y="9749"/>
                  </a:lnTo>
                  <a:lnTo>
                    <a:pt x="16981" y="7834"/>
                  </a:lnTo>
                  <a:lnTo>
                    <a:pt x="14816" y="4238"/>
                  </a:lnTo>
                  <a:lnTo>
                    <a:pt x="15921" y="0"/>
                  </a:lnTo>
                  <a:lnTo>
                    <a:pt x="22125" y="1873"/>
                  </a:lnTo>
                  <a:lnTo>
                    <a:pt x="25403" y="2862"/>
                  </a:lnTo>
                  <a:lnTo>
                    <a:pt x="31307" y="715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7" name="pg236"/>
            <p:cNvSpPr/>
            <p:nvPr/>
          </p:nvSpPr>
          <p:spPr>
            <a:xfrm>
              <a:off x="3937566" y="2431163"/>
              <a:ext cx="69698" cy="73941"/>
            </a:xfrm>
            <a:custGeom>
              <a:avLst/>
              <a:pathLst>
                <a:path w="69698" h="73941">
                  <a:moveTo>
                    <a:pt x="6554" y="157"/>
                  </a:moveTo>
                  <a:lnTo>
                    <a:pt x="7292" y="1863"/>
                  </a:lnTo>
                  <a:lnTo>
                    <a:pt x="8503" y="1177"/>
                  </a:lnTo>
                  <a:lnTo>
                    <a:pt x="9929" y="509"/>
                  </a:lnTo>
                  <a:lnTo>
                    <a:pt x="10602" y="119"/>
                  </a:lnTo>
                  <a:lnTo>
                    <a:pt x="11239" y="2616"/>
                  </a:lnTo>
                  <a:lnTo>
                    <a:pt x="12688" y="4637"/>
                  </a:lnTo>
                  <a:lnTo>
                    <a:pt x="15289" y="6104"/>
                  </a:lnTo>
                  <a:lnTo>
                    <a:pt x="15712" y="4763"/>
                  </a:lnTo>
                  <a:lnTo>
                    <a:pt x="16099" y="4685"/>
                  </a:lnTo>
                  <a:lnTo>
                    <a:pt x="16523" y="4870"/>
                  </a:lnTo>
                  <a:lnTo>
                    <a:pt x="18656" y="5245"/>
                  </a:lnTo>
                  <a:lnTo>
                    <a:pt x="22902" y="6641"/>
                  </a:lnTo>
                  <a:lnTo>
                    <a:pt x="23929" y="7092"/>
                  </a:lnTo>
                  <a:lnTo>
                    <a:pt x="26266" y="8120"/>
                  </a:lnTo>
                  <a:lnTo>
                    <a:pt x="28401" y="8895"/>
                  </a:lnTo>
                  <a:lnTo>
                    <a:pt x="29199" y="8907"/>
                  </a:lnTo>
                  <a:lnTo>
                    <a:pt x="32552" y="8955"/>
                  </a:lnTo>
                  <a:lnTo>
                    <a:pt x="33625" y="9324"/>
                  </a:lnTo>
                  <a:lnTo>
                    <a:pt x="35223" y="10517"/>
                  </a:lnTo>
                  <a:lnTo>
                    <a:pt x="35617" y="10088"/>
                  </a:lnTo>
                  <a:lnTo>
                    <a:pt x="36106" y="10434"/>
                  </a:lnTo>
                  <a:lnTo>
                    <a:pt x="38984" y="12855"/>
                  </a:lnTo>
                  <a:lnTo>
                    <a:pt x="39318" y="13136"/>
                  </a:lnTo>
                  <a:lnTo>
                    <a:pt x="39562" y="13341"/>
                  </a:lnTo>
                  <a:lnTo>
                    <a:pt x="41244" y="14790"/>
                  </a:lnTo>
                  <a:lnTo>
                    <a:pt x="40016" y="16304"/>
                  </a:lnTo>
                  <a:lnTo>
                    <a:pt x="39097" y="17438"/>
                  </a:lnTo>
                  <a:lnTo>
                    <a:pt x="35823" y="21303"/>
                  </a:lnTo>
                  <a:lnTo>
                    <a:pt x="36091" y="21518"/>
                  </a:lnTo>
                  <a:lnTo>
                    <a:pt x="38980" y="23833"/>
                  </a:lnTo>
                  <a:lnTo>
                    <a:pt x="41241" y="25454"/>
                  </a:lnTo>
                  <a:lnTo>
                    <a:pt x="42188" y="26133"/>
                  </a:lnTo>
                  <a:lnTo>
                    <a:pt x="42381" y="26295"/>
                  </a:lnTo>
                  <a:lnTo>
                    <a:pt x="46910" y="30105"/>
                  </a:lnTo>
                  <a:lnTo>
                    <a:pt x="47579" y="30677"/>
                  </a:lnTo>
                  <a:lnTo>
                    <a:pt x="44168" y="34342"/>
                  </a:lnTo>
                  <a:lnTo>
                    <a:pt x="41950" y="34877"/>
                  </a:lnTo>
                  <a:lnTo>
                    <a:pt x="42472" y="36890"/>
                  </a:lnTo>
                  <a:lnTo>
                    <a:pt x="42054" y="37583"/>
                  </a:lnTo>
                  <a:lnTo>
                    <a:pt x="42069" y="38507"/>
                  </a:lnTo>
                  <a:lnTo>
                    <a:pt x="42091" y="39005"/>
                  </a:lnTo>
                  <a:lnTo>
                    <a:pt x="42114" y="39521"/>
                  </a:lnTo>
                  <a:lnTo>
                    <a:pt x="42054" y="40341"/>
                  </a:lnTo>
                  <a:lnTo>
                    <a:pt x="42064" y="40719"/>
                  </a:lnTo>
                  <a:lnTo>
                    <a:pt x="42069" y="40893"/>
                  </a:lnTo>
                  <a:lnTo>
                    <a:pt x="41890" y="41213"/>
                  </a:lnTo>
                  <a:lnTo>
                    <a:pt x="41518" y="41877"/>
                  </a:lnTo>
                  <a:lnTo>
                    <a:pt x="41458" y="42444"/>
                  </a:lnTo>
                  <a:lnTo>
                    <a:pt x="42972" y="43364"/>
                  </a:lnTo>
                  <a:lnTo>
                    <a:pt x="44231" y="44128"/>
                  </a:lnTo>
                  <a:lnTo>
                    <a:pt x="45946" y="44397"/>
                  </a:lnTo>
                  <a:lnTo>
                    <a:pt x="47272" y="44327"/>
                  </a:lnTo>
                  <a:lnTo>
                    <a:pt x="47645" y="44307"/>
                  </a:lnTo>
                  <a:lnTo>
                    <a:pt x="48329" y="44368"/>
                  </a:lnTo>
                  <a:lnTo>
                    <a:pt x="49189" y="44444"/>
                  </a:lnTo>
                  <a:lnTo>
                    <a:pt x="50687" y="44352"/>
                  </a:lnTo>
                  <a:lnTo>
                    <a:pt x="50549" y="43895"/>
                  </a:lnTo>
                  <a:lnTo>
                    <a:pt x="51823" y="43254"/>
                  </a:lnTo>
                  <a:lnTo>
                    <a:pt x="55191" y="42831"/>
                  </a:lnTo>
                  <a:lnTo>
                    <a:pt x="55198" y="42538"/>
                  </a:lnTo>
                  <a:lnTo>
                    <a:pt x="56368" y="42512"/>
                  </a:lnTo>
                  <a:lnTo>
                    <a:pt x="57032" y="42497"/>
                  </a:lnTo>
                  <a:lnTo>
                    <a:pt x="57343" y="42491"/>
                  </a:lnTo>
                  <a:lnTo>
                    <a:pt x="58007" y="42476"/>
                  </a:lnTo>
                  <a:lnTo>
                    <a:pt x="59689" y="42439"/>
                  </a:lnTo>
                  <a:lnTo>
                    <a:pt x="59672" y="43994"/>
                  </a:lnTo>
                  <a:lnTo>
                    <a:pt x="60455" y="44121"/>
                  </a:lnTo>
                  <a:lnTo>
                    <a:pt x="62799" y="44502"/>
                  </a:lnTo>
                  <a:lnTo>
                    <a:pt x="63472" y="44958"/>
                  </a:lnTo>
                  <a:lnTo>
                    <a:pt x="63662" y="45082"/>
                  </a:lnTo>
                  <a:lnTo>
                    <a:pt x="64206" y="45363"/>
                  </a:lnTo>
                  <a:lnTo>
                    <a:pt x="64385" y="45455"/>
                  </a:lnTo>
                  <a:lnTo>
                    <a:pt x="65063" y="45805"/>
                  </a:lnTo>
                  <a:lnTo>
                    <a:pt x="65243" y="45897"/>
                  </a:lnTo>
                  <a:lnTo>
                    <a:pt x="65439" y="45998"/>
                  </a:lnTo>
                  <a:lnTo>
                    <a:pt x="67365" y="46851"/>
                  </a:lnTo>
                  <a:lnTo>
                    <a:pt x="67653" y="46944"/>
                  </a:lnTo>
                  <a:lnTo>
                    <a:pt x="68831" y="47324"/>
                  </a:lnTo>
                  <a:lnTo>
                    <a:pt x="69698" y="49642"/>
                  </a:lnTo>
                  <a:lnTo>
                    <a:pt x="69288" y="50739"/>
                  </a:lnTo>
                  <a:lnTo>
                    <a:pt x="68887" y="51811"/>
                  </a:lnTo>
                  <a:lnTo>
                    <a:pt x="68892" y="52058"/>
                  </a:lnTo>
                  <a:lnTo>
                    <a:pt x="68899" y="52382"/>
                  </a:lnTo>
                  <a:lnTo>
                    <a:pt x="68911" y="52956"/>
                  </a:lnTo>
                  <a:lnTo>
                    <a:pt x="67905" y="54414"/>
                  </a:lnTo>
                  <a:lnTo>
                    <a:pt x="67599" y="54858"/>
                  </a:lnTo>
                  <a:lnTo>
                    <a:pt x="67312" y="55183"/>
                  </a:lnTo>
                  <a:lnTo>
                    <a:pt x="67058" y="55530"/>
                  </a:lnTo>
                  <a:lnTo>
                    <a:pt x="66786" y="56000"/>
                  </a:lnTo>
                  <a:lnTo>
                    <a:pt x="66727" y="56136"/>
                  </a:lnTo>
                  <a:lnTo>
                    <a:pt x="66572" y="56498"/>
                  </a:lnTo>
                  <a:lnTo>
                    <a:pt x="66407" y="57063"/>
                  </a:lnTo>
                  <a:lnTo>
                    <a:pt x="66340" y="57491"/>
                  </a:lnTo>
                  <a:lnTo>
                    <a:pt x="66315" y="57646"/>
                  </a:lnTo>
                  <a:lnTo>
                    <a:pt x="66310" y="57838"/>
                  </a:lnTo>
                  <a:lnTo>
                    <a:pt x="66299" y="58236"/>
                  </a:lnTo>
                  <a:lnTo>
                    <a:pt x="66358" y="58821"/>
                  </a:lnTo>
                  <a:lnTo>
                    <a:pt x="66522" y="59324"/>
                  </a:lnTo>
                  <a:lnTo>
                    <a:pt x="66627" y="59644"/>
                  </a:lnTo>
                  <a:lnTo>
                    <a:pt x="66686" y="59828"/>
                  </a:lnTo>
                  <a:lnTo>
                    <a:pt x="67104" y="61445"/>
                  </a:lnTo>
                  <a:lnTo>
                    <a:pt x="66975" y="62184"/>
                  </a:lnTo>
                  <a:lnTo>
                    <a:pt x="67833" y="66953"/>
                  </a:lnTo>
                  <a:lnTo>
                    <a:pt x="67959" y="67447"/>
                  </a:lnTo>
                  <a:lnTo>
                    <a:pt x="68027" y="67710"/>
                  </a:lnTo>
                  <a:lnTo>
                    <a:pt x="67732" y="67753"/>
                  </a:lnTo>
                  <a:lnTo>
                    <a:pt x="67174" y="67833"/>
                  </a:lnTo>
                  <a:lnTo>
                    <a:pt x="65353" y="68094"/>
                  </a:lnTo>
                  <a:lnTo>
                    <a:pt x="63757" y="68323"/>
                  </a:lnTo>
                  <a:lnTo>
                    <a:pt x="62724" y="68471"/>
                  </a:lnTo>
                  <a:lnTo>
                    <a:pt x="59633" y="68914"/>
                  </a:lnTo>
                  <a:lnTo>
                    <a:pt x="59458" y="68939"/>
                  </a:lnTo>
                  <a:lnTo>
                    <a:pt x="58271" y="69108"/>
                  </a:lnTo>
                  <a:lnTo>
                    <a:pt x="54240" y="69637"/>
                  </a:lnTo>
                  <a:lnTo>
                    <a:pt x="50718" y="70099"/>
                  </a:lnTo>
                  <a:lnTo>
                    <a:pt x="50184" y="70169"/>
                  </a:lnTo>
                  <a:lnTo>
                    <a:pt x="46577" y="70642"/>
                  </a:lnTo>
                  <a:lnTo>
                    <a:pt x="45895" y="70731"/>
                  </a:lnTo>
                  <a:lnTo>
                    <a:pt x="45187" y="70824"/>
                  </a:lnTo>
                  <a:lnTo>
                    <a:pt x="45054" y="70841"/>
                  </a:lnTo>
                  <a:lnTo>
                    <a:pt x="42563" y="71181"/>
                  </a:lnTo>
                  <a:lnTo>
                    <a:pt x="41390" y="71340"/>
                  </a:lnTo>
                  <a:lnTo>
                    <a:pt x="38266" y="71765"/>
                  </a:lnTo>
                  <a:lnTo>
                    <a:pt x="36950" y="71944"/>
                  </a:lnTo>
                  <a:lnTo>
                    <a:pt x="35983" y="72076"/>
                  </a:lnTo>
                  <a:lnTo>
                    <a:pt x="34256" y="72344"/>
                  </a:lnTo>
                  <a:lnTo>
                    <a:pt x="32958" y="72546"/>
                  </a:lnTo>
                  <a:lnTo>
                    <a:pt x="32730" y="72581"/>
                  </a:lnTo>
                  <a:lnTo>
                    <a:pt x="30650" y="72904"/>
                  </a:lnTo>
                  <a:lnTo>
                    <a:pt x="30053" y="72997"/>
                  </a:lnTo>
                  <a:lnTo>
                    <a:pt x="29184" y="73132"/>
                  </a:lnTo>
                  <a:lnTo>
                    <a:pt x="28737" y="73179"/>
                  </a:lnTo>
                  <a:lnTo>
                    <a:pt x="28168" y="73239"/>
                  </a:lnTo>
                  <a:lnTo>
                    <a:pt x="24322" y="73646"/>
                  </a:lnTo>
                  <a:lnTo>
                    <a:pt x="24014" y="73679"/>
                  </a:lnTo>
                  <a:lnTo>
                    <a:pt x="22678" y="73820"/>
                  </a:lnTo>
                  <a:lnTo>
                    <a:pt x="22498" y="73840"/>
                  </a:lnTo>
                  <a:lnTo>
                    <a:pt x="21579" y="73937"/>
                  </a:lnTo>
                  <a:lnTo>
                    <a:pt x="21097" y="73941"/>
                  </a:lnTo>
                  <a:lnTo>
                    <a:pt x="21059" y="73670"/>
                  </a:lnTo>
                  <a:lnTo>
                    <a:pt x="21033" y="73483"/>
                  </a:lnTo>
                  <a:lnTo>
                    <a:pt x="20836" y="72086"/>
                  </a:lnTo>
                  <a:lnTo>
                    <a:pt x="20329" y="68482"/>
                  </a:lnTo>
                  <a:lnTo>
                    <a:pt x="19399" y="68506"/>
                  </a:lnTo>
                  <a:lnTo>
                    <a:pt x="19182" y="67183"/>
                  </a:lnTo>
                  <a:lnTo>
                    <a:pt x="19017" y="66176"/>
                  </a:lnTo>
                  <a:lnTo>
                    <a:pt x="18355" y="62539"/>
                  </a:lnTo>
                  <a:lnTo>
                    <a:pt x="18295" y="62209"/>
                  </a:lnTo>
                  <a:lnTo>
                    <a:pt x="18163" y="60576"/>
                  </a:lnTo>
                  <a:lnTo>
                    <a:pt x="18006" y="58644"/>
                  </a:lnTo>
                  <a:lnTo>
                    <a:pt x="17993" y="58476"/>
                  </a:lnTo>
                  <a:lnTo>
                    <a:pt x="17702" y="57470"/>
                  </a:lnTo>
                  <a:lnTo>
                    <a:pt x="17426" y="57179"/>
                  </a:lnTo>
                  <a:lnTo>
                    <a:pt x="16427" y="55859"/>
                  </a:lnTo>
                  <a:lnTo>
                    <a:pt x="15365" y="54099"/>
                  </a:lnTo>
                  <a:lnTo>
                    <a:pt x="14545" y="52429"/>
                  </a:lnTo>
                  <a:lnTo>
                    <a:pt x="14015" y="50969"/>
                  </a:lnTo>
                  <a:lnTo>
                    <a:pt x="13750" y="50243"/>
                  </a:lnTo>
                  <a:lnTo>
                    <a:pt x="12799" y="47645"/>
                  </a:lnTo>
                  <a:lnTo>
                    <a:pt x="12042" y="46069"/>
                  </a:lnTo>
                  <a:lnTo>
                    <a:pt x="13008" y="45210"/>
                  </a:lnTo>
                  <a:lnTo>
                    <a:pt x="12870" y="43970"/>
                  </a:lnTo>
                  <a:lnTo>
                    <a:pt x="13926" y="42085"/>
                  </a:lnTo>
                  <a:lnTo>
                    <a:pt x="13771" y="41489"/>
                  </a:lnTo>
                  <a:lnTo>
                    <a:pt x="13885" y="41318"/>
                  </a:lnTo>
                  <a:lnTo>
                    <a:pt x="14086" y="41019"/>
                  </a:lnTo>
                  <a:lnTo>
                    <a:pt x="14221" y="40819"/>
                  </a:lnTo>
                  <a:lnTo>
                    <a:pt x="13970" y="39632"/>
                  </a:lnTo>
                  <a:lnTo>
                    <a:pt x="14575" y="38726"/>
                  </a:lnTo>
                  <a:lnTo>
                    <a:pt x="14890" y="37849"/>
                  </a:lnTo>
                  <a:lnTo>
                    <a:pt x="15010" y="36907"/>
                  </a:lnTo>
                  <a:lnTo>
                    <a:pt x="14890" y="36603"/>
                  </a:lnTo>
                  <a:lnTo>
                    <a:pt x="13769" y="33746"/>
                  </a:lnTo>
                  <a:lnTo>
                    <a:pt x="13340" y="33251"/>
                  </a:lnTo>
                  <a:lnTo>
                    <a:pt x="9058" y="28319"/>
                  </a:lnTo>
                  <a:lnTo>
                    <a:pt x="7179" y="27961"/>
                  </a:lnTo>
                  <a:lnTo>
                    <a:pt x="6947" y="21043"/>
                  </a:lnTo>
                  <a:lnTo>
                    <a:pt x="7572" y="21182"/>
                  </a:lnTo>
                  <a:lnTo>
                    <a:pt x="11858" y="22138"/>
                  </a:lnTo>
                  <a:lnTo>
                    <a:pt x="12470" y="21576"/>
                  </a:lnTo>
                  <a:lnTo>
                    <a:pt x="12646" y="20790"/>
                  </a:lnTo>
                  <a:lnTo>
                    <a:pt x="11928" y="18274"/>
                  </a:lnTo>
                  <a:lnTo>
                    <a:pt x="11992" y="16589"/>
                  </a:lnTo>
                  <a:lnTo>
                    <a:pt x="11942" y="14898"/>
                  </a:lnTo>
                  <a:lnTo>
                    <a:pt x="11798" y="14800"/>
                  </a:lnTo>
                  <a:lnTo>
                    <a:pt x="9386" y="13153"/>
                  </a:lnTo>
                  <a:lnTo>
                    <a:pt x="8260" y="11969"/>
                  </a:lnTo>
                  <a:lnTo>
                    <a:pt x="6591" y="10216"/>
                  </a:lnTo>
                  <a:lnTo>
                    <a:pt x="6417" y="10016"/>
                  </a:lnTo>
                  <a:lnTo>
                    <a:pt x="3004" y="6973"/>
                  </a:lnTo>
                  <a:lnTo>
                    <a:pt x="2334" y="5197"/>
                  </a:lnTo>
                  <a:lnTo>
                    <a:pt x="0" y="3390"/>
                  </a:lnTo>
                  <a:lnTo>
                    <a:pt x="868" y="3033"/>
                  </a:lnTo>
                  <a:lnTo>
                    <a:pt x="2066" y="2540"/>
                  </a:lnTo>
                  <a:lnTo>
                    <a:pt x="2215" y="2454"/>
                  </a:lnTo>
                  <a:lnTo>
                    <a:pt x="2948" y="2033"/>
                  </a:lnTo>
                  <a:lnTo>
                    <a:pt x="5604" y="506"/>
                  </a:lnTo>
                  <a:lnTo>
                    <a:pt x="6485"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8" name="pg237"/>
            <p:cNvSpPr/>
            <p:nvPr/>
          </p:nvSpPr>
          <p:spPr>
            <a:xfrm>
              <a:off x="3892628" y="2452207"/>
              <a:ext cx="66041" cy="56387"/>
            </a:xfrm>
            <a:custGeom>
              <a:avLst/>
              <a:pathLst>
                <a:path w="66041" h="56387">
                  <a:moveTo>
                    <a:pt x="51885" y="0"/>
                  </a:moveTo>
                  <a:lnTo>
                    <a:pt x="52117" y="6918"/>
                  </a:lnTo>
                  <a:lnTo>
                    <a:pt x="53995" y="7276"/>
                  </a:lnTo>
                  <a:lnTo>
                    <a:pt x="58278" y="12208"/>
                  </a:lnTo>
                  <a:lnTo>
                    <a:pt x="58707" y="12703"/>
                  </a:lnTo>
                  <a:lnTo>
                    <a:pt x="59828" y="15560"/>
                  </a:lnTo>
                  <a:lnTo>
                    <a:pt x="59947" y="15864"/>
                  </a:lnTo>
                  <a:lnTo>
                    <a:pt x="59828" y="16806"/>
                  </a:lnTo>
                  <a:lnTo>
                    <a:pt x="59513" y="17683"/>
                  </a:lnTo>
                  <a:lnTo>
                    <a:pt x="58908" y="18589"/>
                  </a:lnTo>
                  <a:lnTo>
                    <a:pt x="59158" y="19776"/>
                  </a:lnTo>
                  <a:lnTo>
                    <a:pt x="59024" y="19976"/>
                  </a:lnTo>
                  <a:lnTo>
                    <a:pt x="58823" y="20275"/>
                  </a:lnTo>
                  <a:lnTo>
                    <a:pt x="58709" y="20445"/>
                  </a:lnTo>
                  <a:lnTo>
                    <a:pt x="58864" y="21042"/>
                  </a:lnTo>
                  <a:lnTo>
                    <a:pt x="57801" y="22938"/>
                  </a:lnTo>
                  <a:lnTo>
                    <a:pt x="57946" y="24167"/>
                  </a:lnTo>
                  <a:lnTo>
                    <a:pt x="56979" y="25026"/>
                  </a:lnTo>
                  <a:lnTo>
                    <a:pt x="57737" y="26602"/>
                  </a:lnTo>
                  <a:lnTo>
                    <a:pt x="58687" y="29199"/>
                  </a:lnTo>
                  <a:lnTo>
                    <a:pt x="58953" y="29926"/>
                  </a:lnTo>
                  <a:lnTo>
                    <a:pt x="59482" y="31386"/>
                  </a:lnTo>
                  <a:lnTo>
                    <a:pt x="60302" y="33056"/>
                  </a:lnTo>
                  <a:lnTo>
                    <a:pt x="61365" y="34816"/>
                  </a:lnTo>
                  <a:lnTo>
                    <a:pt x="62364" y="36136"/>
                  </a:lnTo>
                  <a:lnTo>
                    <a:pt x="62640" y="36426"/>
                  </a:lnTo>
                  <a:lnTo>
                    <a:pt x="62930" y="37433"/>
                  </a:lnTo>
                  <a:lnTo>
                    <a:pt x="62944" y="37601"/>
                  </a:lnTo>
                  <a:lnTo>
                    <a:pt x="63100" y="39533"/>
                  </a:lnTo>
                  <a:lnTo>
                    <a:pt x="63233" y="41166"/>
                  </a:lnTo>
                  <a:lnTo>
                    <a:pt x="63293" y="41496"/>
                  </a:lnTo>
                  <a:lnTo>
                    <a:pt x="63954" y="45133"/>
                  </a:lnTo>
                  <a:lnTo>
                    <a:pt x="64120" y="46140"/>
                  </a:lnTo>
                  <a:lnTo>
                    <a:pt x="64337" y="47463"/>
                  </a:lnTo>
                  <a:lnTo>
                    <a:pt x="65267" y="47439"/>
                  </a:lnTo>
                  <a:lnTo>
                    <a:pt x="65774" y="51043"/>
                  </a:lnTo>
                  <a:lnTo>
                    <a:pt x="65970" y="52439"/>
                  </a:lnTo>
                  <a:lnTo>
                    <a:pt x="65997" y="52627"/>
                  </a:lnTo>
                  <a:lnTo>
                    <a:pt x="66041" y="52944"/>
                  </a:lnTo>
                  <a:lnTo>
                    <a:pt x="65888" y="52960"/>
                  </a:lnTo>
                  <a:lnTo>
                    <a:pt x="61207" y="53532"/>
                  </a:lnTo>
                  <a:lnTo>
                    <a:pt x="55398" y="54241"/>
                  </a:lnTo>
                  <a:lnTo>
                    <a:pt x="54010" y="54410"/>
                  </a:lnTo>
                  <a:lnTo>
                    <a:pt x="52997" y="54534"/>
                  </a:lnTo>
                  <a:lnTo>
                    <a:pt x="49967" y="54918"/>
                  </a:lnTo>
                  <a:lnTo>
                    <a:pt x="49505" y="54976"/>
                  </a:lnTo>
                  <a:lnTo>
                    <a:pt x="49161" y="55020"/>
                  </a:lnTo>
                  <a:lnTo>
                    <a:pt x="48767" y="55070"/>
                  </a:lnTo>
                  <a:lnTo>
                    <a:pt x="48417" y="55114"/>
                  </a:lnTo>
                  <a:lnTo>
                    <a:pt x="41736" y="55961"/>
                  </a:lnTo>
                  <a:lnTo>
                    <a:pt x="39488" y="56246"/>
                  </a:lnTo>
                  <a:lnTo>
                    <a:pt x="38378" y="56387"/>
                  </a:lnTo>
                  <a:lnTo>
                    <a:pt x="38231" y="56290"/>
                  </a:lnTo>
                  <a:lnTo>
                    <a:pt x="37603" y="55928"/>
                  </a:lnTo>
                  <a:lnTo>
                    <a:pt x="36984" y="55642"/>
                  </a:lnTo>
                  <a:lnTo>
                    <a:pt x="35038" y="54743"/>
                  </a:lnTo>
                  <a:lnTo>
                    <a:pt x="33875" y="54187"/>
                  </a:lnTo>
                  <a:lnTo>
                    <a:pt x="30190" y="52427"/>
                  </a:lnTo>
                  <a:lnTo>
                    <a:pt x="26566" y="50376"/>
                  </a:lnTo>
                  <a:lnTo>
                    <a:pt x="26205" y="50171"/>
                  </a:lnTo>
                  <a:lnTo>
                    <a:pt x="21295" y="47392"/>
                  </a:lnTo>
                  <a:lnTo>
                    <a:pt x="19446" y="46345"/>
                  </a:lnTo>
                  <a:lnTo>
                    <a:pt x="17455" y="45213"/>
                  </a:lnTo>
                  <a:lnTo>
                    <a:pt x="14122" y="43089"/>
                  </a:lnTo>
                  <a:lnTo>
                    <a:pt x="12588" y="42112"/>
                  </a:lnTo>
                  <a:lnTo>
                    <a:pt x="10165" y="40570"/>
                  </a:lnTo>
                  <a:lnTo>
                    <a:pt x="8706" y="39602"/>
                  </a:lnTo>
                  <a:lnTo>
                    <a:pt x="8923" y="39265"/>
                  </a:lnTo>
                  <a:lnTo>
                    <a:pt x="8746" y="39154"/>
                  </a:lnTo>
                  <a:lnTo>
                    <a:pt x="2771" y="35427"/>
                  </a:lnTo>
                  <a:lnTo>
                    <a:pt x="2037" y="34969"/>
                  </a:lnTo>
                  <a:lnTo>
                    <a:pt x="0" y="33698"/>
                  </a:lnTo>
                  <a:lnTo>
                    <a:pt x="2689" y="29562"/>
                  </a:lnTo>
                  <a:lnTo>
                    <a:pt x="4979" y="26151"/>
                  </a:lnTo>
                  <a:lnTo>
                    <a:pt x="8848" y="20387"/>
                  </a:lnTo>
                  <a:lnTo>
                    <a:pt x="9059" y="20517"/>
                  </a:lnTo>
                  <a:lnTo>
                    <a:pt x="10434" y="21365"/>
                  </a:lnTo>
                  <a:lnTo>
                    <a:pt x="13765" y="16028"/>
                  </a:lnTo>
                  <a:lnTo>
                    <a:pt x="15980" y="12478"/>
                  </a:lnTo>
                  <a:lnTo>
                    <a:pt x="17206" y="10585"/>
                  </a:lnTo>
                  <a:lnTo>
                    <a:pt x="20682" y="4984"/>
                  </a:lnTo>
                  <a:lnTo>
                    <a:pt x="21782" y="3211"/>
                  </a:lnTo>
                  <a:lnTo>
                    <a:pt x="21933" y="1554"/>
                  </a:lnTo>
                  <a:lnTo>
                    <a:pt x="28613" y="1765"/>
                  </a:lnTo>
                  <a:lnTo>
                    <a:pt x="29725" y="1800"/>
                  </a:lnTo>
                  <a:lnTo>
                    <a:pt x="32408" y="1865"/>
                  </a:lnTo>
                  <a:lnTo>
                    <a:pt x="36351" y="1829"/>
                  </a:lnTo>
                  <a:lnTo>
                    <a:pt x="36512" y="1758"/>
                  </a:lnTo>
                  <a:lnTo>
                    <a:pt x="37639" y="1614"/>
                  </a:lnTo>
                  <a:lnTo>
                    <a:pt x="37835" y="1589"/>
                  </a:lnTo>
                  <a:lnTo>
                    <a:pt x="38336" y="1525"/>
                  </a:lnTo>
                  <a:lnTo>
                    <a:pt x="39535" y="1179"/>
                  </a:lnTo>
                  <a:lnTo>
                    <a:pt x="41497" y="802"/>
                  </a:lnTo>
                  <a:lnTo>
                    <a:pt x="44422" y="913"/>
                  </a:lnTo>
                  <a:lnTo>
                    <a:pt x="46398" y="632"/>
                  </a:lnTo>
                  <a:lnTo>
                    <a:pt x="46637" y="640"/>
                  </a:lnTo>
                  <a:lnTo>
                    <a:pt x="47698" y="679"/>
                  </a:lnTo>
                  <a:lnTo>
                    <a:pt x="48166" y="724"/>
                  </a:lnTo>
                  <a:lnTo>
                    <a:pt x="48449" y="75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39" name="pg238"/>
            <p:cNvSpPr/>
            <p:nvPr/>
          </p:nvSpPr>
          <p:spPr>
            <a:xfrm>
              <a:off x="3866256" y="2373242"/>
              <a:ext cx="83956" cy="100329"/>
            </a:xfrm>
            <a:custGeom>
              <a:avLst/>
              <a:pathLst>
                <a:path w="83956" h="100329">
                  <a:moveTo>
                    <a:pt x="63050" y="28549"/>
                  </a:moveTo>
                  <a:lnTo>
                    <a:pt x="63259" y="32977"/>
                  </a:lnTo>
                  <a:lnTo>
                    <a:pt x="59108" y="33120"/>
                  </a:lnTo>
                  <a:lnTo>
                    <a:pt x="58793" y="39878"/>
                  </a:lnTo>
                  <a:lnTo>
                    <a:pt x="62950" y="49101"/>
                  </a:lnTo>
                  <a:lnTo>
                    <a:pt x="63773" y="50575"/>
                  </a:lnTo>
                  <a:lnTo>
                    <a:pt x="63873" y="50754"/>
                  </a:lnTo>
                  <a:lnTo>
                    <a:pt x="64083" y="51128"/>
                  </a:lnTo>
                  <a:lnTo>
                    <a:pt x="64943" y="52344"/>
                  </a:lnTo>
                  <a:lnTo>
                    <a:pt x="65059" y="52507"/>
                  </a:lnTo>
                  <a:lnTo>
                    <a:pt x="65753" y="53488"/>
                  </a:lnTo>
                  <a:lnTo>
                    <a:pt x="66827" y="55004"/>
                  </a:lnTo>
                  <a:lnTo>
                    <a:pt x="67067" y="55247"/>
                  </a:lnTo>
                  <a:lnTo>
                    <a:pt x="67351" y="55534"/>
                  </a:lnTo>
                  <a:lnTo>
                    <a:pt x="68223" y="56418"/>
                  </a:lnTo>
                  <a:lnTo>
                    <a:pt x="68714" y="57031"/>
                  </a:lnTo>
                  <a:lnTo>
                    <a:pt x="69234" y="57679"/>
                  </a:lnTo>
                  <a:lnTo>
                    <a:pt x="69694" y="58492"/>
                  </a:lnTo>
                  <a:lnTo>
                    <a:pt x="70316" y="59593"/>
                  </a:lnTo>
                  <a:lnTo>
                    <a:pt x="71309" y="61311"/>
                  </a:lnTo>
                  <a:lnTo>
                    <a:pt x="73644" y="63118"/>
                  </a:lnTo>
                  <a:lnTo>
                    <a:pt x="74314" y="64894"/>
                  </a:lnTo>
                  <a:lnTo>
                    <a:pt x="77727" y="67937"/>
                  </a:lnTo>
                  <a:lnTo>
                    <a:pt x="77901" y="68137"/>
                  </a:lnTo>
                  <a:lnTo>
                    <a:pt x="79570" y="69891"/>
                  </a:lnTo>
                  <a:lnTo>
                    <a:pt x="80696" y="71074"/>
                  </a:lnTo>
                  <a:lnTo>
                    <a:pt x="83108" y="72721"/>
                  </a:lnTo>
                  <a:lnTo>
                    <a:pt x="83252" y="72819"/>
                  </a:lnTo>
                  <a:lnTo>
                    <a:pt x="83302" y="74510"/>
                  </a:lnTo>
                  <a:lnTo>
                    <a:pt x="83238" y="76195"/>
                  </a:lnTo>
                  <a:lnTo>
                    <a:pt x="83956" y="78711"/>
                  </a:lnTo>
                  <a:lnTo>
                    <a:pt x="83779" y="79497"/>
                  </a:lnTo>
                  <a:lnTo>
                    <a:pt x="83168" y="80059"/>
                  </a:lnTo>
                  <a:lnTo>
                    <a:pt x="78881" y="79103"/>
                  </a:lnTo>
                  <a:lnTo>
                    <a:pt x="78257" y="78964"/>
                  </a:lnTo>
                  <a:lnTo>
                    <a:pt x="74822" y="79715"/>
                  </a:lnTo>
                  <a:lnTo>
                    <a:pt x="74538" y="79688"/>
                  </a:lnTo>
                  <a:lnTo>
                    <a:pt x="74070" y="79644"/>
                  </a:lnTo>
                  <a:lnTo>
                    <a:pt x="73009" y="79605"/>
                  </a:lnTo>
                  <a:lnTo>
                    <a:pt x="72770" y="79596"/>
                  </a:lnTo>
                  <a:lnTo>
                    <a:pt x="70794" y="79878"/>
                  </a:lnTo>
                  <a:lnTo>
                    <a:pt x="67869" y="79766"/>
                  </a:lnTo>
                  <a:lnTo>
                    <a:pt x="65907" y="80143"/>
                  </a:lnTo>
                  <a:lnTo>
                    <a:pt x="64709" y="80489"/>
                  </a:lnTo>
                  <a:lnTo>
                    <a:pt x="64207" y="80553"/>
                  </a:lnTo>
                  <a:lnTo>
                    <a:pt x="64011" y="80578"/>
                  </a:lnTo>
                  <a:lnTo>
                    <a:pt x="62884" y="80722"/>
                  </a:lnTo>
                  <a:lnTo>
                    <a:pt x="62723" y="80794"/>
                  </a:lnTo>
                  <a:lnTo>
                    <a:pt x="58780" y="80829"/>
                  </a:lnTo>
                  <a:lnTo>
                    <a:pt x="56097" y="80764"/>
                  </a:lnTo>
                  <a:lnTo>
                    <a:pt x="54985" y="80729"/>
                  </a:lnTo>
                  <a:lnTo>
                    <a:pt x="48305" y="80519"/>
                  </a:lnTo>
                  <a:lnTo>
                    <a:pt x="48154" y="82175"/>
                  </a:lnTo>
                  <a:lnTo>
                    <a:pt x="47054" y="83948"/>
                  </a:lnTo>
                  <a:lnTo>
                    <a:pt x="43519" y="89643"/>
                  </a:lnTo>
                  <a:lnTo>
                    <a:pt x="42353" y="91443"/>
                  </a:lnTo>
                  <a:lnTo>
                    <a:pt x="40137" y="94992"/>
                  </a:lnTo>
                  <a:lnTo>
                    <a:pt x="36806" y="100329"/>
                  </a:lnTo>
                  <a:lnTo>
                    <a:pt x="35431" y="99481"/>
                  </a:lnTo>
                  <a:lnTo>
                    <a:pt x="35220" y="99351"/>
                  </a:lnTo>
                  <a:lnTo>
                    <a:pt x="31704" y="97080"/>
                  </a:lnTo>
                  <a:lnTo>
                    <a:pt x="27300" y="94234"/>
                  </a:lnTo>
                  <a:lnTo>
                    <a:pt x="22996" y="91661"/>
                  </a:lnTo>
                  <a:lnTo>
                    <a:pt x="22731" y="91502"/>
                  </a:lnTo>
                  <a:lnTo>
                    <a:pt x="20496" y="90113"/>
                  </a:lnTo>
                  <a:lnTo>
                    <a:pt x="19207" y="89312"/>
                  </a:lnTo>
                  <a:lnTo>
                    <a:pt x="18480" y="89008"/>
                  </a:lnTo>
                  <a:lnTo>
                    <a:pt x="17176" y="88199"/>
                  </a:lnTo>
                  <a:lnTo>
                    <a:pt x="15677" y="87268"/>
                  </a:lnTo>
                  <a:lnTo>
                    <a:pt x="11681" y="84786"/>
                  </a:lnTo>
                  <a:lnTo>
                    <a:pt x="10853" y="84339"/>
                  </a:lnTo>
                  <a:lnTo>
                    <a:pt x="9596" y="83652"/>
                  </a:lnTo>
                  <a:lnTo>
                    <a:pt x="3148" y="79739"/>
                  </a:lnTo>
                  <a:lnTo>
                    <a:pt x="469" y="78112"/>
                  </a:lnTo>
                  <a:lnTo>
                    <a:pt x="0" y="77827"/>
                  </a:lnTo>
                  <a:lnTo>
                    <a:pt x="2069" y="73995"/>
                  </a:lnTo>
                  <a:lnTo>
                    <a:pt x="2145" y="73854"/>
                  </a:lnTo>
                  <a:lnTo>
                    <a:pt x="4323" y="70388"/>
                  </a:lnTo>
                  <a:lnTo>
                    <a:pt x="6617" y="67198"/>
                  </a:lnTo>
                  <a:lnTo>
                    <a:pt x="7075" y="66469"/>
                  </a:lnTo>
                  <a:lnTo>
                    <a:pt x="7958" y="65065"/>
                  </a:lnTo>
                  <a:lnTo>
                    <a:pt x="8854" y="63638"/>
                  </a:lnTo>
                  <a:lnTo>
                    <a:pt x="11055" y="60274"/>
                  </a:lnTo>
                  <a:lnTo>
                    <a:pt x="12809" y="57262"/>
                  </a:lnTo>
                  <a:lnTo>
                    <a:pt x="13978" y="56868"/>
                  </a:lnTo>
                  <a:lnTo>
                    <a:pt x="20228" y="60590"/>
                  </a:lnTo>
                  <a:lnTo>
                    <a:pt x="26046" y="51377"/>
                  </a:lnTo>
                  <a:lnTo>
                    <a:pt x="26985" y="49890"/>
                  </a:lnTo>
                  <a:lnTo>
                    <a:pt x="28017" y="48256"/>
                  </a:lnTo>
                  <a:lnTo>
                    <a:pt x="30100" y="44428"/>
                  </a:lnTo>
                  <a:lnTo>
                    <a:pt x="30864" y="43026"/>
                  </a:lnTo>
                  <a:lnTo>
                    <a:pt x="34533" y="39131"/>
                  </a:lnTo>
                  <a:lnTo>
                    <a:pt x="34800" y="38848"/>
                  </a:lnTo>
                  <a:lnTo>
                    <a:pt x="35372" y="38296"/>
                  </a:lnTo>
                  <a:lnTo>
                    <a:pt x="36643" y="37068"/>
                  </a:lnTo>
                  <a:lnTo>
                    <a:pt x="34952" y="35225"/>
                  </a:lnTo>
                  <a:lnTo>
                    <a:pt x="34030" y="34386"/>
                  </a:lnTo>
                  <a:lnTo>
                    <a:pt x="32450" y="32895"/>
                  </a:lnTo>
                  <a:lnTo>
                    <a:pt x="30714" y="31256"/>
                  </a:lnTo>
                  <a:lnTo>
                    <a:pt x="30626" y="30809"/>
                  </a:lnTo>
                  <a:lnTo>
                    <a:pt x="32103" y="29637"/>
                  </a:lnTo>
                  <a:lnTo>
                    <a:pt x="33470" y="28667"/>
                  </a:lnTo>
                  <a:lnTo>
                    <a:pt x="34091" y="28263"/>
                  </a:lnTo>
                  <a:lnTo>
                    <a:pt x="35861" y="30144"/>
                  </a:lnTo>
                  <a:lnTo>
                    <a:pt x="38365" y="25880"/>
                  </a:lnTo>
                  <a:lnTo>
                    <a:pt x="41109" y="23703"/>
                  </a:lnTo>
                  <a:lnTo>
                    <a:pt x="42928" y="21497"/>
                  </a:lnTo>
                  <a:lnTo>
                    <a:pt x="44955" y="18664"/>
                  </a:lnTo>
                  <a:lnTo>
                    <a:pt x="40423" y="17978"/>
                  </a:lnTo>
                  <a:lnTo>
                    <a:pt x="40483" y="15562"/>
                  </a:lnTo>
                  <a:lnTo>
                    <a:pt x="43315" y="15211"/>
                  </a:lnTo>
                  <a:lnTo>
                    <a:pt x="44713" y="11656"/>
                  </a:lnTo>
                  <a:lnTo>
                    <a:pt x="48292" y="8614"/>
                  </a:lnTo>
                  <a:lnTo>
                    <a:pt x="49723" y="5393"/>
                  </a:lnTo>
                  <a:lnTo>
                    <a:pt x="51154" y="1099"/>
                  </a:lnTo>
                  <a:lnTo>
                    <a:pt x="52886" y="0"/>
                  </a:lnTo>
                  <a:lnTo>
                    <a:pt x="54375" y="6825"/>
                  </a:lnTo>
                  <a:lnTo>
                    <a:pt x="55269" y="12550"/>
                  </a:lnTo>
                  <a:lnTo>
                    <a:pt x="55739" y="18847"/>
                  </a:lnTo>
                  <a:lnTo>
                    <a:pt x="55824" y="21596"/>
                  </a:lnTo>
                  <a:lnTo>
                    <a:pt x="55929" y="24971"/>
                  </a:lnTo>
                  <a:lnTo>
                    <a:pt x="56004" y="27402"/>
                  </a:lnTo>
                  <a:lnTo>
                    <a:pt x="59192" y="27750"/>
                  </a:lnTo>
                  <a:lnTo>
                    <a:pt x="60022" y="2792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0" name="pg239"/>
            <p:cNvSpPr/>
            <p:nvPr/>
          </p:nvSpPr>
          <p:spPr>
            <a:xfrm>
              <a:off x="3805760" y="2309753"/>
              <a:ext cx="113382" cy="124079"/>
            </a:xfrm>
            <a:custGeom>
              <a:avLst/>
              <a:pathLst>
                <a:path w="113382" h="124079">
                  <a:moveTo>
                    <a:pt x="47777" y="9840"/>
                  </a:moveTo>
                  <a:lnTo>
                    <a:pt x="50819" y="14850"/>
                  </a:lnTo>
                  <a:lnTo>
                    <a:pt x="51355" y="18607"/>
                  </a:lnTo>
                  <a:lnTo>
                    <a:pt x="57796" y="23974"/>
                  </a:lnTo>
                  <a:lnTo>
                    <a:pt x="59943" y="29879"/>
                  </a:lnTo>
                  <a:lnTo>
                    <a:pt x="63522" y="36141"/>
                  </a:lnTo>
                  <a:lnTo>
                    <a:pt x="67279" y="40077"/>
                  </a:lnTo>
                  <a:lnTo>
                    <a:pt x="76583" y="44013"/>
                  </a:lnTo>
                  <a:lnTo>
                    <a:pt x="93759" y="50275"/>
                  </a:lnTo>
                  <a:lnTo>
                    <a:pt x="108251" y="52959"/>
                  </a:lnTo>
                  <a:lnTo>
                    <a:pt x="111346" y="53217"/>
                  </a:lnTo>
                  <a:lnTo>
                    <a:pt x="112724" y="60473"/>
                  </a:lnTo>
                  <a:lnTo>
                    <a:pt x="113382" y="63489"/>
                  </a:lnTo>
                  <a:lnTo>
                    <a:pt x="111650" y="64589"/>
                  </a:lnTo>
                  <a:lnTo>
                    <a:pt x="110219" y="68883"/>
                  </a:lnTo>
                  <a:lnTo>
                    <a:pt x="108788" y="72103"/>
                  </a:lnTo>
                  <a:lnTo>
                    <a:pt x="105209" y="75145"/>
                  </a:lnTo>
                  <a:lnTo>
                    <a:pt x="103811" y="78700"/>
                  </a:lnTo>
                  <a:lnTo>
                    <a:pt x="100979" y="79052"/>
                  </a:lnTo>
                  <a:lnTo>
                    <a:pt x="100919" y="81467"/>
                  </a:lnTo>
                  <a:lnTo>
                    <a:pt x="105452" y="82153"/>
                  </a:lnTo>
                  <a:lnTo>
                    <a:pt x="103424" y="84986"/>
                  </a:lnTo>
                  <a:lnTo>
                    <a:pt x="101605" y="87192"/>
                  </a:lnTo>
                  <a:lnTo>
                    <a:pt x="98862" y="89369"/>
                  </a:lnTo>
                  <a:lnTo>
                    <a:pt x="96357" y="93633"/>
                  </a:lnTo>
                  <a:lnTo>
                    <a:pt x="94587" y="91752"/>
                  </a:lnTo>
                  <a:lnTo>
                    <a:pt x="93966" y="92156"/>
                  </a:lnTo>
                  <a:lnTo>
                    <a:pt x="92599" y="93126"/>
                  </a:lnTo>
                  <a:lnTo>
                    <a:pt x="91122" y="94299"/>
                  </a:lnTo>
                  <a:lnTo>
                    <a:pt x="91211" y="94745"/>
                  </a:lnTo>
                  <a:lnTo>
                    <a:pt x="92946" y="96384"/>
                  </a:lnTo>
                  <a:lnTo>
                    <a:pt x="94526" y="97875"/>
                  </a:lnTo>
                  <a:lnTo>
                    <a:pt x="95448" y="98714"/>
                  </a:lnTo>
                  <a:lnTo>
                    <a:pt x="97139" y="100557"/>
                  </a:lnTo>
                  <a:lnTo>
                    <a:pt x="95868" y="101785"/>
                  </a:lnTo>
                  <a:lnTo>
                    <a:pt x="95296" y="102337"/>
                  </a:lnTo>
                  <a:lnTo>
                    <a:pt x="95029" y="102620"/>
                  </a:lnTo>
                  <a:lnTo>
                    <a:pt x="91314" y="106600"/>
                  </a:lnTo>
                  <a:lnTo>
                    <a:pt x="90596" y="107918"/>
                  </a:lnTo>
                  <a:lnTo>
                    <a:pt x="88513" y="111745"/>
                  </a:lnTo>
                  <a:lnTo>
                    <a:pt x="87481" y="113379"/>
                  </a:lnTo>
                  <a:lnTo>
                    <a:pt x="86542" y="114866"/>
                  </a:lnTo>
                  <a:lnTo>
                    <a:pt x="80724" y="124079"/>
                  </a:lnTo>
                  <a:lnTo>
                    <a:pt x="74474" y="120357"/>
                  </a:lnTo>
                  <a:lnTo>
                    <a:pt x="73305" y="120751"/>
                  </a:lnTo>
                  <a:lnTo>
                    <a:pt x="71899" y="120568"/>
                  </a:lnTo>
                  <a:lnTo>
                    <a:pt x="69108" y="119003"/>
                  </a:lnTo>
                  <a:lnTo>
                    <a:pt x="66423" y="117273"/>
                  </a:lnTo>
                  <a:lnTo>
                    <a:pt x="68747" y="113534"/>
                  </a:lnTo>
                  <a:lnTo>
                    <a:pt x="64996" y="111157"/>
                  </a:lnTo>
                  <a:lnTo>
                    <a:pt x="61634" y="109108"/>
                  </a:lnTo>
                  <a:lnTo>
                    <a:pt x="52129" y="103918"/>
                  </a:lnTo>
                  <a:lnTo>
                    <a:pt x="53411" y="101607"/>
                  </a:lnTo>
                  <a:lnTo>
                    <a:pt x="54544" y="99370"/>
                  </a:lnTo>
                  <a:lnTo>
                    <a:pt x="54392" y="98536"/>
                  </a:lnTo>
                  <a:lnTo>
                    <a:pt x="54249" y="97753"/>
                  </a:lnTo>
                  <a:lnTo>
                    <a:pt x="53742" y="96933"/>
                  </a:lnTo>
                  <a:lnTo>
                    <a:pt x="52400" y="94667"/>
                  </a:lnTo>
                  <a:lnTo>
                    <a:pt x="52014" y="94096"/>
                  </a:lnTo>
                  <a:lnTo>
                    <a:pt x="50089" y="91253"/>
                  </a:lnTo>
                  <a:lnTo>
                    <a:pt x="48598" y="89389"/>
                  </a:lnTo>
                  <a:lnTo>
                    <a:pt x="47829" y="88809"/>
                  </a:lnTo>
                  <a:lnTo>
                    <a:pt x="47347" y="88441"/>
                  </a:lnTo>
                  <a:lnTo>
                    <a:pt x="46496" y="87376"/>
                  </a:lnTo>
                  <a:lnTo>
                    <a:pt x="44811" y="85483"/>
                  </a:lnTo>
                  <a:lnTo>
                    <a:pt x="43465" y="84392"/>
                  </a:lnTo>
                  <a:lnTo>
                    <a:pt x="42142" y="83321"/>
                  </a:lnTo>
                  <a:lnTo>
                    <a:pt x="41937" y="83099"/>
                  </a:lnTo>
                  <a:lnTo>
                    <a:pt x="41493" y="82620"/>
                  </a:lnTo>
                  <a:lnTo>
                    <a:pt x="40503" y="81552"/>
                  </a:lnTo>
                  <a:lnTo>
                    <a:pt x="39563" y="80538"/>
                  </a:lnTo>
                  <a:lnTo>
                    <a:pt x="37983" y="79107"/>
                  </a:lnTo>
                  <a:lnTo>
                    <a:pt x="36313" y="78242"/>
                  </a:lnTo>
                  <a:lnTo>
                    <a:pt x="34748" y="77562"/>
                  </a:lnTo>
                  <a:lnTo>
                    <a:pt x="31949" y="76299"/>
                  </a:lnTo>
                  <a:lnTo>
                    <a:pt x="31057" y="75891"/>
                  </a:lnTo>
                  <a:lnTo>
                    <a:pt x="30302" y="75513"/>
                  </a:lnTo>
                  <a:lnTo>
                    <a:pt x="28293" y="74908"/>
                  </a:lnTo>
                  <a:lnTo>
                    <a:pt x="27553" y="74574"/>
                  </a:lnTo>
                  <a:lnTo>
                    <a:pt x="26262" y="72668"/>
                  </a:lnTo>
                  <a:lnTo>
                    <a:pt x="23073" y="67963"/>
                  </a:lnTo>
                  <a:lnTo>
                    <a:pt x="21669" y="70038"/>
                  </a:lnTo>
                  <a:lnTo>
                    <a:pt x="20381" y="69296"/>
                  </a:lnTo>
                  <a:lnTo>
                    <a:pt x="17071" y="67498"/>
                  </a:lnTo>
                  <a:lnTo>
                    <a:pt x="16202" y="67236"/>
                  </a:lnTo>
                  <a:lnTo>
                    <a:pt x="14101" y="66603"/>
                  </a:lnTo>
                  <a:lnTo>
                    <a:pt x="13323" y="66216"/>
                  </a:lnTo>
                  <a:lnTo>
                    <a:pt x="12291" y="65929"/>
                  </a:lnTo>
                  <a:lnTo>
                    <a:pt x="7460" y="64505"/>
                  </a:lnTo>
                  <a:lnTo>
                    <a:pt x="6124" y="64021"/>
                  </a:lnTo>
                  <a:lnTo>
                    <a:pt x="4766" y="63530"/>
                  </a:lnTo>
                  <a:lnTo>
                    <a:pt x="3527" y="63111"/>
                  </a:lnTo>
                  <a:lnTo>
                    <a:pt x="3173" y="62991"/>
                  </a:lnTo>
                  <a:lnTo>
                    <a:pt x="2018" y="62469"/>
                  </a:lnTo>
                  <a:lnTo>
                    <a:pt x="0" y="61637"/>
                  </a:lnTo>
                  <a:lnTo>
                    <a:pt x="1720" y="59830"/>
                  </a:lnTo>
                  <a:lnTo>
                    <a:pt x="2225" y="58479"/>
                  </a:lnTo>
                  <a:lnTo>
                    <a:pt x="2678" y="57267"/>
                  </a:lnTo>
                  <a:lnTo>
                    <a:pt x="3629" y="54725"/>
                  </a:lnTo>
                  <a:lnTo>
                    <a:pt x="7589" y="56967"/>
                  </a:lnTo>
                  <a:lnTo>
                    <a:pt x="8209" y="55965"/>
                  </a:lnTo>
                  <a:lnTo>
                    <a:pt x="6825" y="53341"/>
                  </a:lnTo>
                  <a:lnTo>
                    <a:pt x="8829" y="50860"/>
                  </a:lnTo>
                  <a:lnTo>
                    <a:pt x="12551" y="48093"/>
                  </a:lnTo>
                  <a:lnTo>
                    <a:pt x="13934" y="45612"/>
                  </a:lnTo>
                  <a:lnTo>
                    <a:pt x="13410" y="44610"/>
                  </a:lnTo>
                  <a:lnTo>
                    <a:pt x="9402" y="42368"/>
                  </a:lnTo>
                  <a:lnTo>
                    <a:pt x="9927" y="37597"/>
                  </a:lnTo>
                  <a:lnTo>
                    <a:pt x="9593" y="37263"/>
                  </a:lnTo>
                  <a:lnTo>
                    <a:pt x="7493" y="38312"/>
                  </a:lnTo>
                  <a:lnTo>
                    <a:pt x="3295" y="38455"/>
                  </a:lnTo>
                  <a:lnTo>
                    <a:pt x="2150" y="35306"/>
                  </a:lnTo>
                  <a:lnTo>
                    <a:pt x="2627" y="33732"/>
                  </a:lnTo>
                  <a:lnTo>
                    <a:pt x="1434" y="31823"/>
                  </a:lnTo>
                  <a:lnTo>
                    <a:pt x="3533" y="29629"/>
                  </a:lnTo>
                  <a:lnTo>
                    <a:pt x="4546" y="29366"/>
                  </a:lnTo>
                  <a:lnTo>
                    <a:pt x="7398" y="28627"/>
                  </a:lnTo>
                  <a:lnTo>
                    <a:pt x="6421" y="21252"/>
                  </a:lnTo>
                  <a:lnTo>
                    <a:pt x="6348" y="20707"/>
                  </a:lnTo>
                  <a:lnTo>
                    <a:pt x="4392" y="20802"/>
                  </a:lnTo>
                  <a:lnTo>
                    <a:pt x="3199" y="16556"/>
                  </a:lnTo>
                  <a:lnTo>
                    <a:pt x="1954" y="15513"/>
                  </a:lnTo>
                  <a:lnTo>
                    <a:pt x="1569" y="11710"/>
                  </a:lnTo>
                  <a:lnTo>
                    <a:pt x="1704" y="11658"/>
                  </a:lnTo>
                  <a:lnTo>
                    <a:pt x="2896" y="11203"/>
                  </a:lnTo>
                  <a:lnTo>
                    <a:pt x="4339" y="10784"/>
                  </a:lnTo>
                  <a:lnTo>
                    <a:pt x="5196" y="10664"/>
                  </a:lnTo>
                  <a:lnTo>
                    <a:pt x="8738" y="10166"/>
                  </a:lnTo>
                  <a:lnTo>
                    <a:pt x="9020" y="10126"/>
                  </a:lnTo>
                  <a:lnTo>
                    <a:pt x="9482" y="10090"/>
                  </a:lnTo>
                  <a:lnTo>
                    <a:pt x="10333" y="10023"/>
                  </a:lnTo>
                  <a:lnTo>
                    <a:pt x="13637" y="9763"/>
                  </a:lnTo>
                  <a:lnTo>
                    <a:pt x="16841" y="10608"/>
                  </a:lnTo>
                  <a:lnTo>
                    <a:pt x="19124" y="11434"/>
                  </a:lnTo>
                  <a:lnTo>
                    <a:pt x="19541" y="11584"/>
                  </a:lnTo>
                  <a:lnTo>
                    <a:pt x="21252" y="13404"/>
                  </a:lnTo>
                  <a:lnTo>
                    <a:pt x="21416" y="13592"/>
                  </a:lnTo>
                  <a:lnTo>
                    <a:pt x="23024" y="14275"/>
                  </a:lnTo>
                  <a:lnTo>
                    <a:pt x="23385" y="13924"/>
                  </a:lnTo>
                  <a:lnTo>
                    <a:pt x="26815" y="8318"/>
                  </a:lnTo>
                  <a:lnTo>
                    <a:pt x="25473" y="2413"/>
                  </a:lnTo>
                  <a:lnTo>
                    <a:pt x="30064" y="0"/>
                  </a:lnTo>
                  <a:lnTo>
                    <a:pt x="35790" y="894"/>
                  </a:lnTo>
                  <a:lnTo>
                    <a:pt x="40084" y="4115"/>
                  </a:lnTo>
                  <a:lnTo>
                    <a:pt x="43125" y="733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1" name="pg240"/>
            <p:cNvSpPr/>
            <p:nvPr/>
          </p:nvSpPr>
          <p:spPr>
            <a:xfrm>
              <a:off x="3761035" y="2371390"/>
              <a:ext cx="118029" cy="75706"/>
            </a:xfrm>
            <a:custGeom>
              <a:avLst/>
              <a:pathLst>
                <a:path w="118029" h="75706">
                  <a:moveTo>
                    <a:pt x="65105" y="7659"/>
                  </a:moveTo>
                  <a:lnTo>
                    <a:pt x="66393" y="8401"/>
                  </a:lnTo>
                  <a:lnTo>
                    <a:pt x="67798" y="6326"/>
                  </a:lnTo>
                  <a:lnTo>
                    <a:pt x="70986" y="11030"/>
                  </a:lnTo>
                  <a:lnTo>
                    <a:pt x="72278" y="12937"/>
                  </a:lnTo>
                  <a:lnTo>
                    <a:pt x="73017" y="13271"/>
                  </a:lnTo>
                  <a:lnTo>
                    <a:pt x="75026" y="13876"/>
                  </a:lnTo>
                  <a:lnTo>
                    <a:pt x="75996" y="14356"/>
                  </a:lnTo>
                  <a:lnTo>
                    <a:pt x="76674" y="14662"/>
                  </a:lnTo>
                  <a:lnTo>
                    <a:pt x="79472" y="15925"/>
                  </a:lnTo>
                  <a:lnTo>
                    <a:pt x="81038" y="16605"/>
                  </a:lnTo>
                  <a:lnTo>
                    <a:pt x="82708" y="17469"/>
                  </a:lnTo>
                  <a:lnTo>
                    <a:pt x="84288" y="18901"/>
                  </a:lnTo>
                  <a:lnTo>
                    <a:pt x="85228" y="19915"/>
                  </a:lnTo>
                  <a:lnTo>
                    <a:pt x="86217" y="20983"/>
                  </a:lnTo>
                  <a:lnTo>
                    <a:pt x="86662" y="21462"/>
                  </a:lnTo>
                  <a:lnTo>
                    <a:pt x="86867" y="21684"/>
                  </a:lnTo>
                  <a:lnTo>
                    <a:pt x="88190" y="22755"/>
                  </a:lnTo>
                  <a:lnTo>
                    <a:pt x="89536" y="23846"/>
                  </a:lnTo>
                  <a:lnTo>
                    <a:pt x="91221" y="25739"/>
                  </a:lnTo>
                  <a:lnTo>
                    <a:pt x="92082" y="26817"/>
                  </a:lnTo>
                  <a:lnTo>
                    <a:pt x="92554" y="27172"/>
                  </a:lnTo>
                  <a:lnTo>
                    <a:pt x="93323" y="27752"/>
                  </a:lnTo>
                  <a:lnTo>
                    <a:pt x="94814" y="29616"/>
                  </a:lnTo>
                  <a:lnTo>
                    <a:pt x="96739" y="32459"/>
                  </a:lnTo>
                  <a:lnTo>
                    <a:pt x="97125" y="33030"/>
                  </a:lnTo>
                  <a:lnTo>
                    <a:pt x="98467" y="35296"/>
                  </a:lnTo>
                  <a:lnTo>
                    <a:pt x="98974" y="36116"/>
                  </a:lnTo>
                  <a:lnTo>
                    <a:pt x="99116" y="36899"/>
                  </a:lnTo>
                  <a:lnTo>
                    <a:pt x="99269" y="37733"/>
                  </a:lnTo>
                  <a:lnTo>
                    <a:pt x="98135" y="39970"/>
                  </a:lnTo>
                  <a:lnTo>
                    <a:pt x="96853" y="42281"/>
                  </a:lnTo>
                  <a:lnTo>
                    <a:pt x="106358" y="47471"/>
                  </a:lnTo>
                  <a:lnTo>
                    <a:pt x="109720" y="49520"/>
                  </a:lnTo>
                  <a:lnTo>
                    <a:pt x="113471" y="51897"/>
                  </a:lnTo>
                  <a:lnTo>
                    <a:pt x="111159" y="55643"/>
                  </a:lnTo>
                  <a:lnTo>
                    <a:pt x="113843" y="57372"/>
                  </a:lnTo>
                  <a:lnTo>
                    <a:pt x="116624" y="58931"/>
                  </a:lnTo>
                  <a:lnTo>
                    <a:pt x="118029" y="59114"/>
                  </a:lnTo>
                  <a:lnTo>
                    <a:pt x="116275" y="62126"/>
                  </a:lnTo>
                  <a:lnTo>
                    <a:pt x="114075" y="65490"/>
                  </a:lnTo>
                  <a:lnTo>
                    <a:pt x="113178" y="66917"/>
                  </a:lnTo>
                  <a:lnTo>
                    <a:pt x="112296" y="68321"/>
                  </a:lnTo>
                  <a:lnTo>
                    <a:pt x="111838" y="69050"/>
                  </a:lnTo>
                  <a:lnTo>
                    <a:pt x="109470" y="72356"/>
                  </a:lnTo>
                  <a:lnTo>
                    <a:pt x="107365" y="75706"/>
                  </a:lnTo>
                  <a:lnTo>
                    <a:pt x="103569" y="73531"/>
                  </a:lnTo>
                  <a:lnTo>
                    <a:pt x="100563" y="71808"/>
                  </a:lnTo>
                  <a:lnTo>
                    <a:pt x="97287" y="69931"/>
                  </a:lnTo>
                  <a:lnTo>
                    <a:pt x="93720" y="67742"/>
                  </a:lnTo>
                  <a:lnTo>
                    <a:pt x="92372" y="66914"/>
                  </a:lnTo>
                  <a:lnTo>
                    <a:pt x="91564" y="66418"/>
                  </a:lnTo>
                  <a:lnTo>
                    <a:pt x="88734" y="64656"/>
                  </a:lnTo>
                  <a:lnTo>
                    <a:pt x="86681" y="63485"/>
                  </a:lnTo>
                  <a:lnTo>
                    <a:pt x="84052" y="61987"/>
                  </a:lnTo>
                  <a:lnTo>
                    <a:pt x="83411" y="61703"/>
                  </a:lnTo>
                  <a:lnTo>
                    <a:pt x="82815" y="63672"/>
                  </a:lnTo>
                  <a:lnTo>
                    <a:pt x="81905" y="65565"/>
                  </a:lnTo>
                  <a:lnTo>
                    <a:pt x="79586" y="64271"/>
                  </a:lnTo>
                  <a:lnTo>
                    <a:pt x="78882" y="63979"/>
                  </a:lnTo>
                  <a:lnTo>
                    <a:pt x="78496" y="63819"/>
                  </a:lnTo>
                  <a:lnTo>
                    <a:pt x="77955" y="63640"/>
                  </a:lnTo>
                  <a:lnTo>
                    <a:pt x="77605" y="63524"/>
                  </a:lnTo>
                  <a:lnTo>
                    <a:pt x="76292" y="62783"/>
                  </a:lnTo>
                  <a:lnTo>
                    <a:pt x="75856" y="62537"/>
                  </a:lnTo>
                  <a:lnTo>
                    <a:pt x="73143" y="64422"/>
                  </a:lnTo>
                  <a:lnTo>
                    <a:pt x="71065" y="64271"/>
                  </a:lnTo>
                  <a:lnTo>
                    <a:pt x="67594" y="65130"/>
                  </a:lnTo>
                  <a:lnTo>
                    <a:pt x="64517" y="63985"/>
                  </a:lnTo>
                  <a:lnTo>
                    <a:pt x="62084" y="62912"/>
                  </a:lnTo>
                  <a:lnTo>
                    <a:pt x="61046" y="60335"/>
                  </a:lnTo>
                  <a:lnTo>
                    <a:pt x="58827" y="61230"/>
                  </a:lnTo>
                  <a:lnTo>
                    <a:pt x="56716" y="61695"/>
                  </a:lnTo>
                  <a:lnTo>
                    <a:pt x="56745" y="56976"/>
                  </a:lnTo>
                  <a:lnTo>
                    <a:pt x="55409" y="54256"/>
                  </a:lnTo>
                  <a:lnTo>
                    <a:pt x="54836" y="55020"/>
                  </a:lnTo>
                  <a:lnTo>
                    <a:pt x="41333" y="57218"/>
                  </a:lnTo>
                  <a:lnTo>
                    <a:pt x="40591" y="54532"/>
                  </a:lnTo>
                  <a:lnTo>
                    <a:pt x="40435" y="53966"/>
                  </a:lnTo>
                  <a:lnTo>
                    <a:pt x="42904" y="53357"/>
                  </a:lnTo>
                  <a:lnTo>
                    <a:pt x="43014" y="53763"/>
                  </a:lnTo>
                  <a:lnTo>
                    <a:pt x="43119" y="54145"/>
                  </a:lnTo>
                  <a:lnTo>
                    <a:pt x="53281" y="51497"/>
                  </a:lnTo>
                  <a:lnTo>
                    <a:pt x="54747" y="50300"/>
                  </a:lnTo>
                  <a:lnTo>
                    <a:pt x="55034" y="50065"/>
                  </a:lnTo>
                  <a:lnTo>
                    <a:pt x="58238" y="50365"/>
                  </a:lnTo>
                  <a:lnTo>
                    <a:pt x="60752" y="47911"/>
                  </a:lnTo>
                  <a:lnTo>
                    <a:pt x="59083" y="46336"/>
                  </a:lnTo>
                  <a:lnTo>
                    <a:pt x="61659" y="43378"/>
                  </a:lnTo>
                  <a:lnTo>
                    <a:pt x="61659" y="43092"/>
                  </a:lnTo>
                  <a:lnTo>
                    <a:pt x="59703" y="42615"/>
                  </a:lnTo>
                  <a:lnTo>
                    <a:pt x="60466" y="40611"/>
                  </a:lnTo>
                  <a:lnTo>
                    <a:pt x="61744" y="40883"/>
                  </a:lnTo>
                  <a:lnTo>
                    <a:pt x="61182" y="38130"/>
                  </a:lnTo>
                  <a:lnTo>
                    <a:pt x="60037" y="36794"/>
                  </a:lnTo>
                  <a:lnTo>
                    <a:pt x="58367" y="36031"/>
                  </a:lnTo>
                  <a:lnTo>
                    <a:pt x="57126" y="35697"/>
                  </a:lnTo>
                  <a:lnTo>
                    <a:pt x="53587" y="35428"/>
                  </a:lnTo>
                  <a:lnTo>
                    <a:pt x="47346" y="40134"/>
                  </a:lnTo>
                  <a:lnTo>
                    <a:pt x="44721" y="40229"/>
                  </a:lnTo>
                  <a:lnTo>
                    <a:pt x="44483" y="38512"/>
                  </a:lnTo>
                  <a:lnTo>
                    <a:pt x="43672" y="38607"/>
                  </a:lnTo>
                  <a:lnTo>
                    <a:pt x="42813" y="32834"/>
                  </a:lnTo>
                  <a:lnTo>
                    <a:pt x="39187" y="34647"/>
                  </a:lnTo>
                  <a:lnTo>
                    <a:pt x="40905" y="37319"/>
                  </a:lnTo>
                  <a:lnTo>
                    <a:pt x="37613" y="43283"/>
                  </a:lnTo>
                  <a:lnTo>
                    <a:pt x="35609" y="44237"/>
                  </a:lnTo>
                  <a:lnTo>
                    <a:pt x="33271" y="44285"/>
                  </a:lnTo>
                  <a:lnTo>
                    <a:pt x="31909" y="42750"/>
                  </a:lnTo>
                  <a:lnTo>
                    <a:pt x="31076" y="44237"/>
                  </a:lnTo>
                  <a:lnTo>
                    <a:pt x="30360" y="46002"/>
                  </a:lnTo>
                  <a:lnTo>
                    <a:pt x="27784" y="48770"/>
                  </a:lnTo>
                  <a:lnTo>
                    <a:pt x="21597" y="53704"/>
                  </a:lnTo>
                  <a:lnTo>
                    <a:pt x="9233" y="61028"/>
                  </a:lnTo>
                  <a:lnTo>
                    <a:pt x="7657" y="58868"/>
                  </a:lnTo>
                  <a:lnTo>
                    <a:pt x="11057" y="55970"/>
                  </a:lnTo>
                  <a:lnTo>
                    <a:pt x="9124" y="52677"/>
                  </a:lnTo>
                  <a:lnTo>
                    <a:pt x="11057" y="51497"/>
                  </a:lnTo>
                  <a:lnTo>
                    <a:pt x="13275" y="54109"/>
                  </a:lnTo>
                  <a:lnTo>
                    <a:pt x="14170" y="54323"/>
                  </a:lnTo>
                  <a:lnTo>
                    <a:pt x="17423" y="52022"/>
                  </a:lnTo>
                  <a:lnTo>
                    <a:pt x="15279" y="49385"/>
                  </a:lnTo>
                  <a:lnTo>
                    <a:pt x="19108" y="45628"/>
                  </a:lnTo>
                  <a:lnTo>
                    <a:pt x="19036" y="44304"/>
                  </a:lnTo>
                  <a:lnTo>
                    <a:pt x="20647" y="42694"/>
                  </a:lnTo>
                  <a:lnTo>
                    <a:pt x="21398" y="43231"/>
                  </a:lnTo>
                  <a:lnTo>
                    <a:pt x="22221" y="42300"/>
                  </a:lnTo>
                  <a:lnTo>
                    <a:pt x="20539" y="40797"/>
                  </a:lnTo>
                  <a:lnTo>
                    <a:pt x="17498" y="38114"/>
                  </a:lnTo>
                  <a:lnTo>
                    <a:pt x="16353" y="38650"/>
                  </a:lnTo>
                  <a:lnTo>
                    <a:pt x="17390" y="42980"/>
                  </a:lnTo>
                  <a:lnTo>
                    <a:pt x="2612" y="45521"/>
                  </a:lnTo>
                  <a:lnTo>
                    <a:pt x="1109" y="45735"/>
                  </a:lnTo>
                  <a:lnTo>
                    <a:pt x="0" y="37541"/>
                  </a:lnTo>
                  <a:lnTo>
                    <a:pt x="11200" y="35394"/>
                  </a:lnTo>
                  <a:lnTo>
                    <a:pt x="11092" y="31852"/>
                  </a:lnTo>
                  <a:lnTo>
                    <a:pt x="16531" y="30384"/>
                  </a:lnTo>
                  <a:lnTo>
                    <a:pt x="17068" y="33712"/>
                  </a:lnTo>
                  <a:lnTo>
                    <a:pt x="19752" y="29704"/>
                  </a:lnTo>
                  <a:lnTo>
                    <a:pt x="21648" y="25983"/>
                  </a:lnTo>
                  <a:lnTo>
                    <a:pt x="21899" y="22619"/>
                  </a:lnTo>
                  <a:lnTo>
                    <a:pt x="24296" y="22405"/>
                  </a:lnTo>
                  <a:lnTo>
                    <a:pt x="24082" y="21689"/>
                  </a:lnTo>
                  <a:lnTo>
                    <a:pt x="23223" y="20794"/>
                  </a:lnTo>
                  <a:lnTo>
                    <a:pt x="22149" y="20759"/>
                  </a:lnTo>
                  <a:lnTo>
                    <a:pt x="21648" y="17896"/>
                  </a:lnTo>
                  <a:lnTo>
                    <a:pt x="18678" y="15785"/>
                  </a:lnTo>
                  <a:lnTo>
                    <a:pt x="14599" y="13101"/>
                  </a:lnTo>
                  <a:lnTo>
                    <a:pt x="9411" y="10847"/>
                  </a:lnTo>
                  <a:lnTo>
                    <a:pt x="9720" y="10211"/>
                  </a:lnTo>
                  <a:lnTo>
                    <a:pt x="10372" y="8874"/>
                  </a:lnTo>
                  <a:lnTo>
                    <a:pt x="8034" y="6297"/>
                  </a:lnTo>
                  <a:lnTo>
                    <a:pt x="9144" y="4646"/>
                  </a:lnTo>
                  <a:lnTo>
                    <a:pt x="13378" y="7252"/>
                  </a:lnTo>
                  <a:lnTo>
                    <a:pt x="16097" y="7920"/>
                  </a:lnTo>
                  <a:lnTo>
                    <a:pt x="21679" y="8063"/>
                  </a:lnTo>
                  <a:lnTo>
                    <a:pt x="21775" y="10639"/>
                  </a:lnTo>
                  <a:lnTo>
                    <a:pt x="17958" y="11212"/>
                  </a:lnTo>
                  <a:lnTo>
                    <a:pt x="17958" y="12023"/>
                  </a:lnTo>
                  <a:lnTo>
                    <a:pt x="21250" y="13311"/>
                  </a:lnTo>
                  <a:lnTo>
                    <a:pt x="21966" y="14647"/>
                  </a:lnTo>
                  <a:lnTo>
                    <a:pt x="26594" y="12595"/>
                  </a:lnTo>
                  <a:lnTo>
                    <a:pt x="25830" y="11212"/>
                  </a:lnTo>
                  <a:lnTo>
                    <a:pt x="26164" y="10162"/>
                  </a:lnTo>
                  <a:lnTo>
                    <a:pt x="30220" y="9160"/>
                  </a:lnTo>
                  <a:lnTo>
                    <a:pt x="32939" y="7586"/>
                  </a:lnTo>
                  <a:lnTo>
                    <a:pt x="34752" y="4675"/>
                  </a:lnTo>
                  <a:lnTo>
                    <a:pt x="36852" y="4627"/>
                  </a:lnTo>
                  <a:lnTo>
                    <a:pt x="42529" y="667"/>
                  </a:lnTo>
                  <a:lnTo>
                    <a:pt x="44724" y="0"/>
                  </a:lnTo>
                  <a:lnTo>
                    <a:pt x="46742" y="832"/>
                  </a:lnTo>
                  <a:lnTo>
                    <a:pt x="47898" y="1354"/>
                  </a:lnTo>
                  <a:lnTo>
                    <a:pt x="48252" y="1474"/>
                  </a:lnTo>
                  <a:lnTo>
                    <a:pt x="49491" y="1893"/>
                  </a:lnTo>
                  <a:lnTo>
                    <a:pt x="50849" y="2384"/>
                  </a:lnTo>
                  <a:lnTo>
                    <a:pt x="52184" y="2868"/>
                  </a:lnTo>
                  <a:lnTo>
                    <a:pt x="57015" y="4291"/>
                  </a:lnTo>
                  <a:lnTo>
                    <a:pt x="58048" y="4578"/>
                  </a:lnTo>
                  <a:lnTo>
                    <a:pt x="58825" y="4966"/>
                  </a:lnTo>
                  <a:lnTo>
                    <a:pt x="60927" y="5599"/>
                  </a:lnTo>
                  <a:lnTo>
                    <a:pt x="61795" y="586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2" name="pg241"/>
            <p:cNvSpPr/>
            <p:nvPr/>
          </p:nvSpPr>
          <p:spPr>
            <a:xfrm>
              <a:off x="3815645" y="2433094"/>
              <a:ext cx="85831" cy="54615"/>
            </a:xfrm>
            <a:custGeom>
              <a:avLst/>
              <a:pathLst>
                <a:path w="85831" h="54615">
                  <a:moveTo>
                    <a:pt x="34124" y="2952"/>
                  </a:moveTo>
                  <a:lnTo>
                    <a:pt x="36954" y="4714"/>
                  </a:lnTo>
                  <a:lnTo>
                    <a:pt x="37763" y="5210"/>
                  </a:lnTo>
                  <a:lnTo>
                    <a:pt x="39180" y="6080"/>
                  </a:lnTo>
                  <a:lnTo>
                    <a:pt x="42677" y="8227"/>
                  </a:lnTo>
                  <a:lnTo>
                    <a:pt x="45953" y="10104"/>
                  </a:lnTo>
                  <a:lnTo>
                    <a:pt x="48959" y="11827"/>
                  </a:lnTo>
                  <a:lnTo>
                    <a:pt x="52755" y="14002"/>
                  </a:lnTo>
                  <a:lnTo>
                    <a:pt x="52679" y="14143"/>
                  </a:lnTo>
                  <a:lnTo>
                    <a:pt x="50610" y="17975"/>
                  </a:lnTo>
                  <a:lnTo>
                    <a:pt x="51080" y="18260"/>
                  </a:lnTo>
                  <a:lnTo>
                    <a:pt x="53759" y="19887"/>
                  </a:lnTo>
                  <a:lnTo>
                    <a:pt x="60306" y="23861"/>
                  </a:lnTo>
                  <a:lnTo>
                    <a:pt x="61464" y="24487"/>
                  </a:lnTo>
                  <a:lnTo>
                    <a:pt x="62292" y="24934"/>
                  </a:lnTo>
                  <a:lnTo>
                    <a:pt x="66288" y="27416"/>
                  </a:lnTo>
                  <a:lnTo>
                    <a:pt x="67786" y="28347"/>
                  </a:lnTo>
                  <a:lnTo>
                    <a:pt x="69090" y="29156"/>
                  </a:lnTo>
                  <a:lnTo>
                    <a:pt x="69818" y="29460"/>
                  </a:lnTo>
                  <a:lnTo>
                    <a:pt x="71107" y="30261"/>
                  </a:lnTo>
                  <a:lnTo>
                    <a:pt x="73342" y="31650"/>
                  </a:lnTo>
                  <a:lnTo>
                    <a:pt x="73607" y="31809"/>
                  </a:lnTo>
                  <a:lnTo>
                    <a:pt x="77911" y="34382"/>
                  </a:lnTo>
                  <a:lnTo>
                    <a:pt x="82315" y="37228"/>
                  </a:lnTo>
                  <a:lnTo>
                    <a:pt x="85831" y="39499"/>
                  </a:lnTo>
                  <a:lnTo>
                    <a:pt x="81962" y="45263"/>
                  </a:lnTo>
                  <a:lnTo>
                    <a:pt x="79672" y="48675"/>
                  </a:lnTo>
                  <a:lnTo>
                    <a:pt x="76982" y="52810"/>
                  </a:lnTo>
                  <a:lnTo>
                    <a:pt x="79011" y="54084"/>
                  </a:lnTo>
                  <a:lnTo>
                    <a:pt x="78363" y="54310"/>
                  </a:lnTo>
                  <a:lnTo>
                    <a:pt x="77490" y="54615"/>
                  </a:lnTo>
                  <a:lnTo>
                    <a:pt x="74097" y="54185"/>
                  </a:lnTo>
                  <a:lnTo>
                    <a:pt x="68231" y="53441"/>
                  </a:lnTo>
                  <a:lnTo>
                    <a:pt x="66111" y="53061"/>
                  </a:lnTo>
                  <a:lnTo>
                    <a:pt x="65774" y="53011"/>
                  </a:lnTo>
                  <a:lnTo>
                    <a:pt x="60390" y="52986"/>
                  </a:lnTo>
                  <a:lnTo>
                    <a:pt x="61636" y="51265"/>
                  </a:lnTo>
                  <a:lnTo>
                    <a:pt x="58126" y="49050"/>
                  </a:lnTo>
                  <a:lnTo>
                    <a:pt x="59083" y="47579"/>
                  </a:lnTo>
                  <a:lnTo>
                    <a:pt x="58626" y="47299"/>
                  </a:lnTo>
                  <a:lnTo>
                    <a:pt x="51235" y="42772"/>
                  </a:lnTo>
                  <a:lnTo>
                    <a:pt x="46881" y="40303"/>
                  </a:lnTo>
                  <a:lnTo>
                    <a:pt x="45548" y="43689"/>
                  </a:lnTo>
                  <a:lnTo>
                    <a:pt x="45239" y="44574"/>
                  </a:lnTo>
                  <a:lnTo>
                    <a:pt x="44996" y="45270"/>
                  </a:lnTo>
                  <a:lnTo>
                    <a:pt x="44065" y="46427"/>
                  </a:lnTo>
                  <a:lnTo>
                    <a:pt x="41764" y="48879"/>
                  </a:lnTo>
                  <a:lnTo>
                    <a:pt x="39521" y="51270"/>
                  </a:lnTo>
                  <a:lnTo>
                    <a:pt x="37541" y="53715"/>
                  </a:lnTo>
                  <a:lnTo>
                    <a:pt x="36393" y="52844"/>
                  </a:lnTo>
                  <a:lnTo>
                    <a:pt x="32673" y="50022"/>
                  </a:lnTo>
                  <a:lnTo>
                    <a:pt x="30805" y="47801"/>
                  </a:lnTo>
                  <a:lnTo>
                    <a:pt x="30290" y="47303"/>
                  </a:lnTo>
                  <a:lnTo>
                    <a:pt x="30232" y="47086"/>
                  </a:lnTo>
                  <a:lnTo>
                    <a:pt x="30198" y="46953"/>
                  </a:lnTo>
                  <a:lnTo>
                    <a:pt x="30438" y="46928"/>
                  </a:lnTo>
                  <a:lnTo>
                    <a:pt x="31869" y="45974"/>
                  </a:lnTo>
                  <a:lnTo>
                    <a:pt x="32901" y="44889"/>
                  </a:lnTo>
                  <a:lnTo>
                    <a:pt x="32890" y="44733"/>
                  </a:lnTo>
                  <a:lnTo>
                    <a:pt x="31005" y="43588"/>
                  </a:lnTo>
                  <a:lnTo>
                    <a:pt x="29615" y="42776"/>
                  </a:lnTo>
                  <a:lnTo>
                    <a:pt x="28163" y="42126"/>
                  </a:lnTo>
                  <a:lnTo>
                    <a:pt x="27534" y="42458"/>
                  </a:lnTo>
                  <a:lnTo>
                    <a:pt x="27297" y="42426"/>
                  </a:lnTo>
                  <a:lnTo>
                    <a:pt x="26957" y="42347"/>
                  </a:lnTo>
                  <a:lnTo>
                    <a:pt x="25804" y="42223"/>
                  </a:lnTo>
                  <a:lnTo>
                    <a:pt x="24010" y="42030"/>
                  </a:lnTo>
                  <a:lnTo>
                    <a:pt x="23512" y="41976"/>
                  </a:lnTo>
                  <a:lnTo>
                    <a:pt x="21984" y="41786"/>
                  </a:lnTo>
                  <a:lnTo>
                    <a:pt x="19843" y="41693"/>
                  </a:lnTo>
                  <a:lnTo>
                    <a:pt x="18431" y="41766"/>
                  </a:lnTo>
                  <a:lnTo>
                    <a:pt x="15974" y="41141"/>
                  </a:lnTo>
                  <a:lnTo>
                    <a:pt x="15810" y="41099"/>
                  </a:lnTo>
                  <a:lnTo>
                    <a:pt x="12393" y="39306"/>
                  </a:lnTo>
                  <a:lnTo>
                    <a:pt x="12017" y="38934"/>
                  </a:lnTo>
                  <a:lnTo>
                    <a:pt x="10347" y="38010"/>
                  </a:lnTo>
                  <a:lnTo>
                    <a:pt x="8832" y="37200"/>
                  </a:lnTo>
                  <a:lnTo>
                    <a:pt x="6922" y="36734"/>
                  </a:lnTo>
                  <a:lnTo>
                    <a:pt x="2651" y="37096"/>
                  </a:lnTo>
                  <a:lnTo>
                    <a:pt x="554" y="37275"/>
                  </a:lnTo>
                  <a:lnTo>
                    <a:pt x="487" y="36678"/>
                  </a:lnTo>
                  <a:lnTo>
                    <a:pt x="445" y="36313"/>
                  </a:lnTo>
                  <a:lnTo>
                    <a:pt x="424" y="36125"/>
                  </a:lnTo>
                  <a:lnTo>
                    <a:pt x="343" y="35424"/>
                  </a:lnTo>
                  <a:lnTo>
                    <a:pt x="735" y="35344"/>
                  </a:lnTo>
                  <a:lnTo>
                    <a:pt x="2943" y="34888"/>
                  </a:lnTo>
                  <a:lnTo>
                    <a:pt x="3146" y="31130"/>
                  </a:lnTo>
                  <a:lnTo>
                    <a:pt x="4598" y="31137"/>
                  </a:lnTo>
                  <a:lnTo>
                    <a:pt x="4352" y="29048"/>
                  </a:lnTo>
                  <a:lnTo>
                    <a:pt x="1669" y="29764"/>
                  </a:lnTo>
                  <a:lnTo>
                    <a:pt x="1222" y="28869"/>
                  </a:lnTo>
                  <a:lnTo>
                    <a:pt x="715" y="27408"/>
                  </a:lnTo>
                  <a:lnTo>
                    <a:pt x="208" y="25261"/>
                  </a:lnTo>
                  <a:lnTo>
                    <a:pt x="0" y="22965"/>
                  </a:lnTo>
                  <a:lnTo>
                    <a:pt x="626" y="20937"/>
                  </a:lnTo>
                  <a:lnTo>
                    <a:pt x="1884" y="15052"/>
                  </a:lnTo>
                  <a:lnTo>
                    <a:pt x="2747" y="10932"/>
                  </a:lnTo>
                  <a:lnTo>
                    <a:pt x="624" y="9072"/>
                  </a:lnTo>
                  <a:lnTo>
                    <a:pt x="720" y="8916"/>
                  </a:lnTo>
                  <a:lnTo>
                    <a:pt x="1488" y="7676"/>
                  </a:lnTo>
                  <a:lnTo>
                    <a:pt x="1864" y="7068"/>
                  </a:lnTo>
                  <a:lnTo>
                    <a:pt x="3439" y="5636"/>
                  </a:lnTo>
                  <a:lnTo>
                    <a:pt x="7900" y="10312"/>
                  </a:lnTo>
                  <a:lnTo>
                    <a:pt x="10261" y="12101"/>
                  </a:lnTo>
                  <a:lnTo>
                    <a:pt x="10858" y="8976"/>
                  </a:lnTo>
                  <a:lnTo>
                    <a:pt x="9808" y="8571"/>
                  </a:lnTo>
                  <a:lnTo>
                    <a:pt x="10691" y="4420"/>
                  </a:lnTo>
                  <a:lnTo>
                    <a:pt x="12988" y="4339"/>
                  </a:lnTo>
                  <a:lnTo>
                    <a:pt x="12984" y="3426"/>
                  </a:lnTo>
                  <a:lnTo>
                    <a:pt x="16455" y="2567"/>
                  </a:lnTo>
                  <a:lnTo>
                    <a:pt x="18533" y="2718"/>
                  </a:lnTo>
                  <a:lnTo>
                    <a:pt x="21246" y="833"/>
                  </a:lnTo>
                  <a:lnTo>
                    <a:pt x="21682" y="1079"/>
                  </a:lnTo>
                  <a:lnTo>
                    <a:pt x="22995" y="1820"/>
                  </a:lnTo>
                  <a:lnTo>
                    <a:pt x="23345" y="1936"/>
                  </a:lnTo>
                  <a:lnTo>
                    <a:pt x="23886" y="2115"/>
                  </a:lnTo>
                  <a:lnTo>
                    <a:pt x="24272" y="2275"/>
                  </a:lnTo>
                  <a:lnTo>
                    <a:pt x="24977" y="2567"/>
                  </a:lnTo>
                  <a:lnTo>
                    <a:pt x="27296" y="3861"/>
                  </a:lnTo>
                  <a:lnTo>
                    <a:pt x="28205" y="1968"/>
                  </a:lnTo>
                  <a:lnTo>
                    <a:pt x="28801" y="0"/>
                  </a:lnTo>
                  <a:lnTo>
                    <a:pt x="29443" y="283"/>
                  </a:lnTo>
                  <a:lnTo>
                    <a:pt x="32071" y="178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3" name="pg242"/>
            <p:cNvSpPr/>
            <p:nvPr/>
          </p:nvSpPr>
          <p:spPr>
            <a:xfrm>
              <a:off x="3711120" y="2469773"/>
              <a:ext cx="166161" cy="72857"/>
            </a:xfrm>
            <a:custGeom>
              <a:avLst/>
              <a:pathLst>
                <a:path w="166161" h="72857">
                  <a:moveTo>
                    <a:pt x="105012" y="0"/>
                  </a:moveTo>
                  <a:lnTo>
                    <a:pt x="105079" y="596"/>
                  </a:lnTo>
                  <a:lnTo>
                    <a:pt x="107176" y="418"/>
                  </a:lnTo>
                  <a:lnTo>
                    <a:pt x="111448" y="56"/>
                  </a:lnTo>
                  <a:lnTo>
                    <a:pt x="113447" y="543"/>
                  </a:lnTo>
                  <a:lnTo>
                    <a:pt x="114872" y="1332"/>
                  </a:lnTo>
                  <a:lnTo>
                    <a:pt x="116542" y="2256"/>
                  </a:lnTo>
                  <a:lnTo>
                    <a:pt x="116918" y="2628"/>
                  </a:lnTo>
                  <a:lnTo>
                    <a:pt x="120335" y="4421"/>
                  </a:lnTo>
                  <a:lnTo>
                    <a:pt x="120500" y="4463"/>
                  </a:lnTo>
                  <a:lnTo>
                    <a:pt x="122957" y="5088"/>
                  </a:lnTo>
                  <a:lnTo>
                    <a:pt x="124424" y="5012"/>
                  </a:lnTo>
                  <a:lnTo>
                    <a:pt x="126552" y="5110"/>
                  </a:lnTo>
                  <a:lnTo>
                    <a:pt x="128038" y="5298"/>
                  </a:lnTo>
                  <a:lnTo>
                    <a:pt x="128535" y="5352"/>
                  </a:lnTo>
                  <a:lnTo>
                    <a:pt x="130329" y="5545"/>
                  </a:lnTo>
                  <a:lnTo>
                    <a:pt x="131482" y="5669"/>
                  </a:lnTo>
                  <a:lnTo>
                    <a:pt x="131823" y="5748"/>
                  </a:lnTo>
                  <a:lnTo>
                    <a:pt x="132060" y="5780"/>
                  </a:lnTo>
                  <a:lnTo>
                    <a:pt x="132736" y="5423"/>
                  </a:lnTo>
                  <a:lnTo>
                    <a:pt x="134140" y="6098"/>
                  </a:lnTo>
                  <a:lnTo>
                    <a:pt x="135531" y="6910"/>
                  </a:lnTo>
                  <a:lnTo>
                    <a:pt x="137415" y="8055"/>
                  </a:lnTo>
                  <a:lnTo>
                    <a:pt x="137426" y="8211"/>
                  </a:lnTo>
                  <a:lnTo>
                    <a:pt x="136395" y="9296"/>
                  </a:lnTo>
                  <a:lnTo>
                    <a:pt x="134913" y="10289"/>
                  </a:lnTo>
                  <a:lnTo>
                    <a:pt x="134723" y="10275"/>
                  </a:lnTo>
                  <a:lnTo>
                    <a:pt x="134758" y="10407"/>
                  </a:lnTo>
                  <a:lnTo>
                    <a:pt x="134815" y="10625"/>
                  </a:lnTo>
                  <a:lnTo>
                    <a:pt x="135330" y="11123"/>
                  </a:lnTo>
                  <a:lnTo>
                    <a:pt x="137198" y="13344"/>
                  </a:lnTo>
                  <a:lnTo>
                    <a:pt x="140918" y="16166"/>
                  </a:lnTo>
                  <a:lnTo>
                    <a:pt x="142066" y="17037"/>
                  </a:lnTo>
                  <a:lnTo>
                    <a:pt x="144046" y="14592"/>
                  </a:lnTo>
                  <a:lnTo>
                    <a:pt x="146290" y="12201"/>
                  </a:lnTo>
                  <a:lnTo>
                    <a:pt x="148591" y="9749"/>
                  </a:lnTo>
                  <a:lnTo>
                    <a:pt x="149521" y="8592"/>
                  </a:lnTo>
                  <a:lnTo>
                    <a:pt x="149764" y="7896"/>
                  </a:lnTo>
                  <a:lnTo>
                    <a:pt x="150141" y="6815"/>
                  </a:lnTo>
                  <a:lnTo>
                    <a:pt x="151406" y="3625"/>
                  </a:lnTo>
                  <a:lnTo>
                    <a:pt x="155760" y="6094"/>
                  </a:lnTo>
                  <a:lnTo>
                    <a:pt x="163151" y="10621"/>
                  </a:lnTo>
                  <a:lnTo>
                    <a:pt x="163608" y="10901"/>
                  </a:lnTo>
                  <a:lnTo>
                    <a:pt x="162651" y="12371"/>
                  </a:lnTo>
                  <a:lnTo>
                    <a:pt x="166161" y="14587"/>
                  </a:lnTo>
                  <a:lnTo>
                    <a:pt x="164915" y="16308"/>
                  </a:lnTo>
                  <a:lnTo>
                    <a:pt x="158706" y="17598"/>
                  </a:lnTo>
                  <a:lnTo>
                    <a:pt x="149569" y="20771"/>
                  </a:lnTo>
                  <a:lnTo>
                    <a:pt x="149323" y="20812"/>
                  </a:lnTo>
                  <a:lnTo>
                    <a:pt x="148650" y="20926"/>
                  </a:lnTo>
                  <a:lnTo>
                    <a:pt x="147350" y="20854"/>
                  </a:lnTo>
                  <a:lnTo>
                    <a:pt x="144822" y="21176"/>
                  </a:lnTo>
                  <a:lnTo>
                    <a:pt x="141911" y="20902"/>
                  </a:lnTo>
                  <a:lnTo>
                    <a:pt x="141399" y="24713"/>
                  </a:lnTo>
                  <a:lnTo>
                    <a:pt x="141062" y="26075"/>
                  </a:lnTo>
                  <a:lnTo>
                    <a:pt x="140620" y="27862"/>
                  </a:lnTo>
                  <a:lnTo>
                    <a:pt x="140298" y="29163"/>
                  </a:lnTo>
                  <a:lnTo>
                    <a:pt x="141757" y="29979"/>
                  </a:lnTo>
                  <a:lnTo>
                    <a:pt x="142016" y="30281"/>
                  </a:lnTo>
                  <a:lnTo>
                    <a:pt x="141914" y="30438"/>
                  </a:lnTo>
                  <a:lnTo>
                    <a:pt x="141450" y="31153"/>
                  </a:lnTo>
                  <a:lnTo>
                    <a:pt x="141245" y="31468"/>
                  </a:lnTo>
                  <a:lnTo>
                    <a:pt x="141139" y="31632"/>
                  </a:lnTo>
                  <a:lnTo>
                    <a:pt x="140253" y="32947"/>
                  </a:lnTo>
                  <a:lnTo>
                    <a:pt x="140021" y="33582"/>
                  </a:lnTo>
                  <a:lnTo>
                    <a:pt x="139379" y="34648"/>
                  </a:lnTo>
                  <a:lnTo>
                    <a:pt x="138716" y="35633"/>
                  </a:lnTo>
                  <a:lnTo>
                    <a:pt x="138502" y="35951"/>
                  </a:lnTo>
                  <a:lnTo>
                    <a:pt x="138350" y="36176"/>
                  </a:lnTo>
                  <a:lnTo>
                    <a:pt x="137247" y="37945"/>
                  </a:lnTo>
                  <a:lnTo>
                    <a:pt x="137135" y="38124"/>
                  </a:lnTo>
                  <a:lnTo>
                    <a:pt x="136800" y="38661"/>
                  </a:lnTo>
                  <a:lnTo>
                    <a:pt x="136040" y="39880"/>
                  </a:lnTo>
                  <a:lnTo>
                    <a:pt x="135722" y="40404"/>
                  </a:lnTo>
                  <a:lnTo>
                    <a:pt x="135271" y="41147"/>
                  </a:lnTo>
                  <a:lnTo>
                    <a:pt x="133848" y="43494"/>
                  </a:lnTo>
                  <a:lnTo>
                    <a:pt x="133121" y="44671"/>
                  </a:lnTo>
                  <a:lnTo>
                    <a:pt x="132051" y="46401"/>
                  </a:lnTo>
                  <a:lnTo>
                    <a:pt x="131576" y="47171"/>
                  </a:lnTo>
                  <a:lnTo>
                    <a:pt x="131201" y="47677"/>
                  </a:lnTo>
                  <a:lnTo>
                    <a:pt x="129142" y="50463"/>
                  </a:lnTo>
                  <a:lnTo>
                    <a:pt x="128686" y="50240"/>
                  </a:lnTo>
                  <a:lnTo>
                    <a:pt x="127216" y="52776"/>
                  </a:lnTo>
                  <a:lnTo>
                    <a:pt x="127132" y="52920"/>
                  </a:lnTo>
                  <a:lnTo>
                    <a:pt x="126730" y="53749"/>
                  </a:lnTo>
                  <a:lnTo>
                    <a:pt x="126541" y="54139"/>
                  </a:lnTo>
                  <a:lnTo>
                    <a:pt x="126345" y="54685"/>
                  </a:lnTo>
                  <a:lnTo>
                    <a:pt x="125528" y="56349"/>
                  </a:lnTo>
                  <a:lnTo>
                    <a:pt x="124001" y="55330"/>
                  </a:lnTo>
                  <a:lnTo>
                    <a:pt x="122119" y="53926"/>
                  </a:lnTo>
                  <a:lnTo>
                    <a:pt x="121882" y="53749"/>
                  </a:lnTo>
                  <a:lnTo>
                    <a:pt x="121586" y="53528"/>
                  </a:lnTo>
                  <a:lnTo>
                    <a:pt x="121459" y="53749"/>
                  </a:lnTo>
                  <a:lnTo>
                    <a:pt x="120566" y="55306"/>
                  </a:lnTo>
                  <a:lnTo>
                    <a:pt x="119335" y="57035"/>
                  </a:lnTo>
                  <a:lnTo>
                    <a:pt x="119033" y="57459"/>
                  </a:lnTo>
                  <a:lnTo>
                    <a:pt x="118292" y="58559"/>
                  </a:lnTo>
                  <a:lnTo>
                    <a:pt x="117119" y="60297"/>
                  </a:lnTo>
                  <a:lnTo>
                    <a:pt x="116918" y="60574"/>
                  </a:lnTo>
                  <a:lnTo>
                    <a:pt x="116064" y="61747"/>
                  </a:lnTo>
                  <a:lnTo>
                    <a:pt x="115456" y="62582"/>
                  </a:lnTo>
                  <a:lnTo>
                    <a:pt x="114832" y="63440"/>
                  </a:lnTo>
                  <a:lnTo>
                    <a:pt x="114018" y="64423"/>
                  </a:lnTo>
                  <a:lnTo>
                    <a:pt x="113791" y="64985"/>
                  </a:lnTo>
                  <a:lnTo>
                    <a:pt x="113690" y="65233"/>
                  </a:lnTo>
                  <a:lnTo>
                    <a:pt x="113537" y="65163"/>
                  </a:lnTo>
                  <a:lnTo>
                    <a:pt x="112230" y="64565"/>
                  </a:lnTo>
                  <a:lnTo>
                    <a:pt x="110636" y="63835"/>
                  </a:lnTo>
                  <a:lnTo>
                    <a:pt x="109991" y="65188"/>
                  </a:lnTo>
                  <a:lnTo>
                    <a:pt x="109674" y="65390"/>
                  </a:lnTo>
                  <a:lnTo>
                    <a:pt x="107356" y="66868"/>
                  </a:lnTo>
                  <a:lnTo>
                    <a:pt x="106968" y="68538"/>
                  </a:lnTo>
                  <a:lnTo>
                    <a:pt x="106757" y="71593"/>
                  </a:lnTo>
                  <a:lnTo>
                    <a:pt x="100122" y="71152"/>
                  </a:lnTo>
                  <a:lnTo>
                    <a:pt x="99477" y="71254"/>
                  </a:lnTo>
                  <a:lnTo>
                    <a:pt x="92185" y="72409"/>
                  </a:lnTo>
                  <a:lnTo>
                    <a:pt x="90484" y="72678"/>
                  </a:lnTo>
                  <a:lnTo>
                    <a:pt x="87508" y="72857"/>
                  </a:lnTo>
                  <a:lnTo>
                    <a:pt x="86810" y="70714"/>
                  </a:lnTo>
                  <a:lnTo>
                    <a:pt x="87955" y="65275"/>
                  </a:lnTo>
                  <a:lnTo>
                    <a:pt x="85593" y="61554"/>
                  </a:lnTo>
                  <a:lnTo>
                    <a:pt x="81944" y="60981"/>
                  </a:lnTo>
                  <a:lnTo>
                    <a:pt x="80297" y="65275"/>
                  </a:lnTo>
                  <a:lnTo>
                    <a:pt x="69419" y="60767"/>
                  </a:lnTo>
                  <a:lnTo>
                    <a:pt x="65769" y="60910"/>
                  </a:lnTo>
                  <a:lnTo>
                    <a:pt x="54820" y="58047"/>
                  </a:lnTo>
                  <a:lnTo>
                    <a:pt x="52601" y="58834"/>
                  </a:lnTo>
                  <a:lnTo>
                    <a:pt x="51077" y="58430"/>
                  </a:lnTo>
                  <a:lnTo>
                    <a:pt x="46661" y="57260"/>
                  </a:lnTo>
                  <a:lnTo>
                    <a:pt x="34065" y="58906"/>
                  </a:lnTo>
                  <a:lnTo>
                    <a:pt x="34041" y="59758"/>
                  </a:lnTo>
                  <a:lnTo>
                    <a:pt x="33994" y="61411"/>
                  </a:lnTo>
                  <a:lnTo>
                    <a:pt x="4651" y="55256"/>
                  </a:lnTo>
                  <a:lnTo>
                    <a:pt x="0" y="50103"/>
                  </a:lnTo>
                  <a:lnTo>
                    <a:pt x="1932" y="46095"/>
                  </a:lnTo>
                  <a:lnTo>
                    <a:pt x="9446" y="47885"/>
                  </a:lnTo>
                  <a:lnTo>
                    <a:pt x="16245" y="44592"/>
                  </a:lnTo>
                  <a:lnTo>
                    <a:pt x="17748" y="50389"/>
                  </a:lnTo>
                  <a:lnTo>
                    <a:pt x="25191" y="49674"/>
                  </a:lnTo>
                  <a:lnTo>
                    <a:pt x="25907" y="51964"/>
                  </a:lnTo>
                  <a:lnTo>
                    <a:pt x="50025" y="52751"/>
                  </a:lnTo>
                  <a:lnTo>
                    <a:pt x="54943" y="53816"/>
                  </a:lnTo>
                  <a:lnTo>
                    <a:pt x="55178" y="51749"/>
                  </a:lnTo>
                  <a:lnTo>
                    <a:pt x="52386" y="49101"/>
                  </a:lnTo>
                  <a:lnTo>
                    <a:pt x="50239" y="45738"/>
                  </a:lnTo>
                  <a:lnTo>
                    <a:pt x="49094" y="42016"/>
                  </a:lnTo>
                  <a:lnTo>
                    <a:pt x="49667" y="39225"/>
                  </a:lnTo>
                  <a:lnTo>
                    <a:pt x="55607" y="37507"/>
                  </a:lnTo>
                  <a:lnTo>
                    <a:pt x="62907" y="46668"/>
                  </a:lnTo>
                  <a:lnTo>
                    <a:pt x="66843" y="51892"/>
                  </a:lnTo>
                  <a:lnTo>
                    <a:pt x="77936" y="54827"/>
                  </a:lnTo>
                  <a:lnTo>
                    <a:pt x="77005" y="49030"/>
                  </a:lnTo>
                  <a:lnTo>
                    <a:pt x="77292" y="46596"/>
                  </a:lnTo>
                  <a:lnTo>
                    <a:pt x="77353" y="45251"/>
                  </a:lnTo>
                  <a:lnTo>
                    <a:pt x="74738" y="40745"/>
                  </a:lnTo>
                  <a:lnTo>
                    <a:pt x="78205" y="36906"/>
                  </a:lnTo>
                  <a:lnTo>
                    <a:pt x="82435" y="39349"/>
                  </a:lnTo>
                  <a:lnTo>
                    <a:pt x="82737" y="39022"/>
                  </a:lnTo>
                  <a:lnTo>
                    <a:pt x="83452" y="37352"/>
                  </a:lnTo>
                  <a:lnTo>
                    <a:pt x="81067" y="33416"/>
                  </a:lnTo>
                  <a:lnTo>
                    <a:pt x="81067" y="31209"/>
                  </a:lnTo>
                  <a:lnTo>
                    <a:pt x="82113" y="28859"/>
                  </a:lnTo>
                  <a:lnTo>
                    <a:pt x="82781" y="27881"/>
                  </a:lnTo>
                  <a:lnTo>
                    <a:pt x="86196" y="26021"/>
                  </a:lnTo>
                  <a:lnTo>
                    <a:pt x="93233" y="25723"/>
                  </a:lnTo>
                  <a:lnTo>
                    <a:pt x="92219" y="24530"/>
                  </a:lnTo>
                  <a:lnTo>
                    <a:pt x="95499" y="16896"/>
                  </a:lnTo>
                  <a:lnTo>
                    <a:pt x="101642" y="11350"/>
                  </a:lnTo>
                  <a:lnTo>
                    <a:pt x="105221" y="7294"/>
                  </a:lnTo>
                  <a:lnTo>
                    <a:pt x="105340" y="5207"/>
                  </a:lnTo>
                  <a:lnTo>
                    <a:pt x="104803" y="5207"/>
                  </a:lnTo>
                  <a:lnTo>
                    <a:pt x="103750" y="1427"/>
                  </a:lnTo>
                  <a:lnTo>
                    <a:pt x="103571" y="18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4" name="pg243"/>
            <p:cNvSpPr/>
            <p:nvPr/>
          </p:nvSpPr>
          <p:spPr>
            <a:xfrm>
              <a:off x="3824839" y="2486081"/>
              <a:ext cx="76712" cy="58857"/>
            </a:xfrm>
            <a:custGeom>
              <a:avLst/>
              <a:pathLst>
                <a:path w="76712" h="58857">
                  <a:moveTo>
                    <a:pt x="64903" y="1198"/>
                  </a:moveTo>
                  <a:lnTo>
                    <a:pt x="68296" y="1628"/>
                  </a:lnTo>
                  <a:lnTo>
                    <a:pt x="69169" y="1324"/>
                  </a:lnTo>
                  <a:lnTo>
                    <a:pt x="69826" y="1095"/>
                  </a:lnTo>
                  <a:lnTo>
                    <a:pt x="70560" y="1553"/>
                  </a:lnTo>
                  <a:lnTo>
                    <a:pt x="76535" y="5280"/>
                  </a:lnTo>
                  <a:lnTo>
                    <a:pt x="76712" y="5391"/>
                  </a:lnTo>
                  <a:lnTo>
                    <a:pt x="76444" y="5812"/>
                  </a:lnTo>
                  <a:lnTo>
                    <a:pt x="75764" y="6932"/>
                  </a:lnTo>
                  <a:lnTo>
                    <a:pt x="73795" y="10172"/>
                  </a:lnTo>
                  <a:lnTo>
                    <a:pt x="73561" y="10559"/>
                  </a:lnTo>
                  <a:lnTo>
                    <a:pt x="72514" y="12282"/>
                  </a:lnTo>
                  <a:lnTo>
                    <a:pt x="71442" y="13945"/>
                  </a:lnTo>
                  <a:lnTo>
                    <a:pt x="69785" y="16516"/>
                  </a:lnTo>
                  <a:lnTo>
                    <a:pt x="69142" y="17521"/>
                  </a:lnTo>
                  <a:lnTo>
                    <a:pt x="68044" y="19237"/>
                  </a:lnTo>
                  <a:lnTo>
                    <a:pt x="66954" y="20939"/>
                  </a:lnTo>
                  <a:lnTo>
                    <a:pt x="65298" y="23628"/>
                  </a:lnTo>
                  <a:lnTo>
                    <a:pt x="65225" y="24316"/>
                  </a:lnTo>
                  <a:lnTo>
                    <a:pt x="65178" y="24761"/>
                  </a:lnTo>
                  <a:lnTo>
                    <a:pt x="65039" y="28238"/>
                  </a:lnTo>
                  <a:lnTo>
                    <a:pt x="64825" y="33595"/>
                  </a:lnTo>
                  <a:lnTo>
                    <a:pt x="64819" y="33735"/>
                  </a:lnTo>
                  <a:lnTo>
                    <a:pt x="64808" y="34011"/>
                  </a:lnTo>
                  <a:lnTo>
                    <a:pt x="64800" y="34217"/>
                  </a:lnTo>
                  <a:lnTo>
                    <a:pt x="62289" y="35488"/>
                  </a:lnTo>
                  <a:lnTo>
                    <a:pt x="61420" y="35928"/>
                  </a:lnTo>
                  <a:lnTo>
                    <a:pt x="59882" y="36728"/>
                  </a:lnTo>
                  <a:lnTo>
                    <a:pt x="59004" y="37269"/>
                  </a:lnTo>
                  <a:lnTo>
                    <a:pt x="58104" y="37825"/>
                  </a:lnTo>
                  <a:lnTo>
                    <a:pt x="57851" y="37987"/>
                  </a:lnTo>
                  <a:lnTo>
                    <a:pt x="57449" y="38246"/>
                  </a:lnTo>
                  <a:lnTo>
                    <a:pt x="56140" y="39086"/>
                  </a:lnTo>
                  <a:lnTo>
                    <a:pt x="55854" y="39270"/>
                  </a:lnTo>
                  <a:lnTo>
                    <a:pt x="55712" y="39400"/>
                  </a:lnTo>
                  <a:lnTo>
                    <a:pt x="54674" y="40359"/>
                  </a:lnTo>
                  <a:lnTo>
                    <a:pt x="54050" y="40934"/>
                  </a:lnTo>
                  <a:lnTo>
                    <a:pt x="52377" y="42833"/>
                  </a:lnTo>
                  <a:lnTo>
                    <a:pt x="52249" y="43008"/>
                  </a:lnTo>
                  <a:lnTo>
                    <a:pt x="51337" y="44250"/>
                  </a:lnTo>
                  <a:lnTo>
                    <a:pt x="50856" y="44906"/>
                  </a:lnTo>
                  <a:lnTo>
                    <a:pt x="50305" y="45657"/>
                  </a:lnTo>
                  <a:lnTo>
                    <a:pt x="48693" y="48251"/>
                  </a:lnTo>
                  <a:lnTo>
                    <a:pt x="46629" y="51571"/>
                  </a:lnTo>
                  <a:lnTo>
                    <a:pt x="44829" y="54386"/>
                  </a:lnTo>
                  <a:lnTo>
                    <a:pt x="42125" y="58614"/>
                  </a:lnTo>
                  <a:lnTo>
                    <a:pt x="41929" y="58857"/>
                  </a:lnTo>
                  <a:lnTo>
                    <a:pt x="41658" y="58698"/>
                  </a:lnTo>
                  <a:lnTo>
                    <a:pt x="37904" y="56499"/>
                  </a:lnTo>
                  <a:lnTo>
                    <a:pt x="37161" y="56064"/>
                  </a:lnTo>
                  <a:lnTo>
                    <a:pt x="36162" y="55479"/>
                  </a:lnTo>
                  <a:lnTo>
                    <a:pt x="34652" y="54594"/>
                  </a:lnTo>
                  <a:lnTo>
                    <a:pt x="33441" y="53884"/>
                  </a:lnTo>
                  <a:lnTo>
                    <a:pt x="31381" y="52742"/>
                  </a:lnTo>
                  <a:lnTo>
                    <a:pt x="30594" y="52305"/>
                  </a:lnTo>
                  <a:lnTo>
                    <a:pt x="28447" y="51241"/>
                  </a:lnTo>
                  <a:lnTo>
                    <a:pt x="28166" y="51684"/>
                  </a:lnTo>
                  <a:lnTo>
                    <a:pt x="27285" y="51186"/>
                  </a:lnTo>
                  <a:lnTo>
                    <a:pt x="26737" y="50875"/>
                  </a:lnTo>
                  <a:lnTo>
                    <a:pt x="26505" y="50744"/>
                  </a:lnTo>
                  <a:lnTo>
                    <a:pt x="23642" y="49124"/>
                  </a:lnTo>
                  <a:lnTo>
                    <a:pt x="23475" y="49034"/>
                  </a:lnTo>
                  <a:lnTo>
                    <a:pt x="20045" y="47191"/>
                  </a:lnTo>
                  <a:lnTo>
                    <a:pt x="18930" y="48295"/>
                  </a:lnTo>
                  <a:lnTo>
                    <a:pt x="17531" y="48553"/>
                  </a:lnTo>
                  <a:lnTo>
                    <a:pt x="16967" y="48672"/>
                  </a:lnTo>
                  <a:lnTo>
                    <a:pt x="15183" y="49048"/>
                  </a:lnTo>
                  <a:lnTo>
                    <a:pt x="13459" y="49411"/>
                  </a:lnTo>
                  <a:lnTo>
                    <a:pt x="13315" y="49453"/>
                  </a:lnTo>
                  <a:lnTo>
                    <a:pt x="11421" y="50007"/>
                  </a:lnTo>
                  <a:lnTo>
                    <a:pt x="10879" y="50514"/>
                  </a:lnTo>
                  <a:lnTo>
                    <a:pt x="10717" y="50665"/>
                  </a:lnTo>
                  <a:lnTo>
                    <a:pt x="9727" y="51194"/>
                  </a:lnTo>
                  <a:lnTo>
                    <a:pt x="8695" y="51746"/>
                  </a:lnTo>
                  <a:lnTo>
                    <a:pt x="7890" y="52176"/>
                  </a:lnTo>
                  <a:lnTo>
                    <a:pt x="7918" y="51000"/>
                  </a:lnTo>
                  <a:lnTo>
                    <a:pt x="7922" y="50847"/>
                  </a:lnTo>
                  <a:lnTo>
                    <a:pt x="5091" y="50060"/>
                  </a:lnTo>
                  <a:lnTo>
                    <a:pt x="2466" y="49815"/>
                  </a:lnTo>
                  <a:lnTo>
                    <a:pt x="2142" y="49645"/>
                  </a:lnTo>
                  <a:lnTo>
                    <a:pt x="1727" y="49425"/>
                  </a:lnTo>
                  <a:lnTo>
                    <a:pt x="1588" y="49352"/>
                  </a:lnTo>
                  <a:lnTo>
                    <a:pt x="1378" y="49241"/>
                  </a:lnTo>
                  <a:lnTo>
                    <a:pt x="1089" y="49089"/>
                  </a:lnTo>
                  <a:lnTo>
                    <a:pt x="579" y="49131"/>
                  </a:lnTo>
                  <a:lnTo>
                    <a:pt x="331" y="49090"/>
                  </a:lnTo>
                  <a:lnTo>
                    <a:pt x="0" y="48854"/>
                  </a:lnTo>
                  <a:lnTo>
                    <a:pt x="71" y="48676"/>
                  </a:lnTo>
                  <a:lnTo>
                    <a:pt x="299" y="48115"/>
                  </a:lnTo>
                  <a:lnTo>
                    <a:pt x="1114" y="47130"/>
                  </a:lnTo>
                  <a:lnTo>
                    <a:pt x="1737" y="46274"/>
                  </a:lnTo>
                  <a:lnTo>
                    <a:pt x="2345" y="45438"/>
                  </a:lnTo>
                  <a:lnTo>
                    <a:pt x="3198" y="44266"/>
                  </a:lnTo>
                  <a:lnTo>
                    <a:pt x="3400" y="43989"/>
                  </a:lnTo>
                  <a:lnTo>
                    <a:pt x="4572" y="42251"/>
                  </a:lnTo>
                  <a:lnTo>
                    <a:pt x="5314" y="41150"/>
                  </a:lnTo>
                  <a:lnTo>
                    <a:pt x="5616" y="40727"/>
                  </a:lnTo>
                  <a:lnTo>
                    <a:pt x="6847" y="38998"/>
                  </a:lnTo>
                  <a:lnTo>
                    <a:pt x="7740" y="37441"/>
                  </a:lnTo>
                  <a:lnTo>
                    <a:pt x="7867" y="37220"/>
                  </a:lnTo>
                  <a:lnTo>
                    <a:pt x="8163" y="37441"/>
                  </a:lnTo>
                  <a:lnTo>
                    <a:pt x="8399" y="37617"/>
                  </a:lnTo>
                  <a:lnTo>
                    <a:pt x="10282" y="39021"/>
                  </a:lnTo>
                  <a:lnTo>
                    <a:pt x="11809" y="40041"/>
                  </a:lnTo>
                  <a:lnTo>
                    <a:pt x="12626" y="38377"/>
                  </a:lnTo>
                  <a:lnTo>
                    <a:pt x="12821" y="37830"/>
                  </a:lnTo>
                  <a:lnTo>
                    <a:pt x="13011" y="37441"/>
                  </a:lnTo>
                  <a:lnTo>
                    <a:pt x="13413" y="36612"/>
                  </a:lnTo>
                  <a:lnTo>
                    <a:pt x="13497" y="36468"/>
                  </a:lnTo>
                  <a:lnTo>
                    <a:pt x="14967" y="33931"/>
                  </a:lnTo>
                  <a:lnTo>
                    <a:pt x="15423" y="34155"/>
                  </a:lnTo>
                  <a:lnTo>
                    <a:pt x="17482" y="31369"/>
                  </a:lnTo>
                  <a:lnTo>
                    <a:pt x="17856" y="30863"/>
                  </a:lnTo>
                  <a:lnTo>
                    <a:pt x="18332" y="30093"/>
                  </a:lnTo>
                  <a:lnTo>
                    <a:pt x="19402" y="28362"/>
                  </a:lnTo>
                  <a:lnTo>
                    <a:pt x="20129" y="27186"/>
                  </a:lnTo>
                  <a:lnTo>
                    <a:pt x="21552" y="24839"/>
                  </a:lnTo>
                  <a:lnTo>
                    <a:pt x="22003" y="24095"/>
                  </a:lnTo>
                  <a:lnTo>
                    <a:pt x="22375" y="23485"/>
                  </a:lnTo>
                  <a:lnTo>
                    <a:pt x="23081" y="22353"/>
                  </a:lnTo>
                  <a:lnTo>
                    <a:pt x="23416" y="21815"/>
                  </a:lnTo>
                  <a:lnTo>
                    <a:pt x="23528" y="21637"/>
                  </a:lnTo>
                  <a:lnTo>
                    <a:pt x="24631" y="19868"/>
                  </a:lnTo>
                  <a:lnTo>
                    <a:pt x="24782" y="19643"/>
                  </a:lnTo>
                  <a:lnTo>
                    <a:pt x="24997" y="19325"/>
                  </a:lnTo>
                  <a:lnTo>
                    <a:pt x="25660" y="18339"/>
                  </a:lnTo>
                  <a:lnTo>
                    <a:pt x="26302" y="17274"/>
                  </a:lnTo>
                  <a:lnTo>
                    <a:pt x="26566" y="16591"/>
                  </a:lnTo>
                  <a:lnTo>
                    <a:pt x="27420" y="15323"/>
                  </a:lnTo>
                  <a:lnTo>
                    <a:pt x="27526" y="15160"/>
                  </a:lnTo>
                  <a:lnTo>
                    <a:pt x="27731" y="14844"/>
                  </a:lnTo>
                  <a:lnTo>
                    <a:pt x="28195" y="14130"/>
                  </a:lnTo>
                  <a:lnTo>
                    <a:pt x="28297" y="13973"/>
                  </a:lnTo>
                  <a:lnTo>
                    <a:pt x="28037" y="13671"/>
                  </a:lnTo>
                  <a:lnTo>
                    <a:pt x="26579" y="12854"/>
                  </a:lnTo>
                  <a:lnTo>
                    <a:pt x="26901" y="11553"/>
                  </a:lnTo>
                  <a:lnTo>
                    <a:pt x="27343" y="9767"/>
                  </a:lnTo>
                  <a:lnTo>
                    <a:pt x="27680" y="8405"/>
                  </a:lnTo>
                  <a:lnTo>
                    <a:pt x="28192" y="4594"/>
                  </a:lnTo>
                  <a:lnTo>
                    <a:pt x="31102" y="4868"/>
                  </a:lnTo>
                  <a:lnTo>
                    <a:pt x="33631" y="4546"/>
                  </a:lnTo>
                  <a:lnTo>
                    <a:pt x="34931" y="4617"/>
                  </a:lnTo>
                  <a:lnTo>
                    <a:pt x="35603" y="4504"/>
                  </a:lnTo>
                  <a:lnTo>
                    <a:pt x="35850" y="4462"/>
                  </a:lnTo>
                  <a:lnTo>
                    <a:pt x="44986" y="1290"/>
                  </a:lnTo>
                  <a:lnTo>
                    <a:pt x="51196" y="0"/>
                  </a:lnTo>
                  <a:lnTo>
                    <a:pt x="56640" y="25"/>
                  </a:lnTo>
                  <a:lnTo>
                    <a:pt x="56917" y="75"/>
                  </a:lnTo>
                  <a:lnTo>
                    <a:pt x="59037" y="45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5" name="pg244"/>
            <p:cNvSpPr/>
            <p:nvPr/>
          </p:nvSpPr>
          <p:spPr>
            <a:xfrm>
              <a:off x="3880693" y="2491832"/>
              <a:ext cx="82721" cy="57844"/>
            </a:xfrm>
            <a:custGeom>
              <a:avLst/>
              <a:pathLst>
                <a:path w="82721" h="57844">
                  <a:moveTo>
                    <a:pt x="50166" y="16665"/>
                  </a:moveTo>
                  <a:lnTo>
                    <a:pt x="50313" y="16762"/>
                  </a:lnTo>
                  <a:lnTo>
                    <a:pt x="51423" y="16621"/>
                  </a:lnTo>
                  <a:lnTo>
                    <a:pt x="53671" y="16336"/>
                  </a:lnTo>
                  <a:lnTo>
                    <a:pt x="60353" y="15489"/>
                  </a:lnTo>
                  <a:lnTo>
                    <a:pt x="60703" y="15445"/>
                  </a:lnTo>
                  <a:lnTo>
                    <a:pt x="61096" y="15395"/>
                  </a:lnTo>
                  <a:lnTo>
                    <a:pt x="61440" y="15351"/>
                  </a:lnTo>
                  <a:lnTo>
                    <a:pt x="61902" y="15293"/>
                  </a:lnTo>
                  <a:lnTo>
                    <a:pt x="64932" y="14909"/>
                  </a:lnTo>
                  <a:lnTo>
                    <a:pt x="65945" y="14785"/>
                  </a:lnTo>
                  <a:lnTo>
                    <a:pt x="67333" y="14616"/>
                  </a:lnTo>
                  <a:lnTo>
                    <a:pt x="73142" y="13907"/>
                  </a:lnTo>
                  <a:lnTo>
                    <a:pt x="77823" y="13335"/>
                  </a:lnTo>
                  <a:lnTo>
                    <a:pt x="77976" y="13319"/>
                  </a:lnTo>
                  <a:lnTo>
                    <a:pt x="78452" y="13269"/>
                  </a:lnTo>
                  <a:lnTo>
                    <a:pt x="79370" y="13171"/>
                  </a:lnTo>
                  <a:lnTo>
                    <a:pt x="79551" y="13152"/>
                  </a:lnTo>
                  <a:lnTo>
                    <a:pt x="81170" y="14171"/>
                  </a:lnTo>
                  <a:lnTo>
                    <a:pt x="81677" y="14827"/>
                  </a:lnTo>
                  <a:lnTo>
                    <a:pt x="82035" y="15394"/>
                  </a:lnTo>
                  <a:lnTo>
                    <a:pt x="82333" y="15960"/>
                  </a:lnTo>
                  <a:lnTo>
                    <a:pt x="82572" y="16706"/>
                  </a:lnTo>
                  <a:lnTo>
                    <a:pt x="82691" y="17243"/>
                  </a:lnTo>
                  <a:lnTo>
                    <a:pt x="82721" y="17690"/>
                  </a:lnTo>
                  <a:lnTo>
                    <a:pt x="82721" y="17861"/>
                  </a:lnTo>
                  <a:lnTo>
                    <a:pt x="82064" y="19398"/>
                  </a:lnTo>
                  <a:lnTo>
                    <a:pt x="81528" y="20652"/>
                  </a:lnTo>
                  <a:lnTo>
                    <a:pt x="80970" y="21901"/>
                  </a:lnTo>
                  <a:lnTo>
                    <a:pt x="80023" y="24023"/>
                  </a:lnTo>
                  <a:lnTo>
                    <a:pt x="79679" y="24792"/>
                  </a:lnTo>
                  <a:lnTo>
                    <a:pt x="77958" y="28647"/>
                  </a:lnTo>
                  <a:lnTo>
                    <a:pt x="77589" y="29473"/>
                  </a:lnTo>
                  <a:lnTo>
                    <a:pt x="77313" y="30096"/>
                  </a:lnTo>
                  <a:lnTo>
                    <a:pt x="76768" y="31324"/>
                  </a:lnTo>
                  <a:lnTo>
                    <a:pt x="76319" y="32335"/>
                  </a:lnTo>
                  <a:lnTo>
                    <a:pt x="75478" y="34230"/>
                  </a:lnTo>
                  <a:lnTo>
                    <a:pt x="72156" y="41717"/>
                  </a:lnTo>
                  <a:lnTo>
                    <a:pt x="69039" y="48741"/>
                  </a:lnTo>
                  <a:lnTo>
                    <a:pt x="68584" y="49765"/>
                  </a:lnTo>
                  <a:lnTo>
                    <a:pt x="68161" y="50719"/>
                  </a:lnTo>
                  <a:lnTo>
                    <a:pt x="67314" y="52628"/>
                  </a:lnTo>
                  <a:lnTo>
                    <a:pt x="65959" y="55682"/>
                  </a:lnTo>
                  <a:lnTo>
                    <a:pt x="65585" y="56469"/>
                  </a:lnTo>
                  <a:lnTo>
                    <a:pt x="65266" y="56266"/>
                  </a:lnTo>
                  <a:lnTo>
                    <a:pt x="62523" y="54511"/>
                  </a:lnTo>
                  <a:lnTo>
                    <a:pt x="57057" y="51016"/>
                  </a:lnTo>
                  <a:lnTo>
                    <a:pt x="56561" y="50697"/>
                  </a:lnTo>
                  <a:lnTo>
                    <a:pt x="56104" y="50405"/>
                  </a:lnTo>
                  <a:lnTo>
                    <a:pt x="55943" y="50299"/>
                  </a:lnTo>
                  <a:lnTo>
                    <a:pt x="55174" y="49791"/>
                  </a:lnTo>
                  <a:lnTo>
                    <a:pt x="54868" y="49589"/>
                  </a:lnTo>
                  <a:lnTo>
                    <a:pt x="48024" y="45072"/>
                  </a:lnTo>
                  <a:lnTo>
                    <a:pt x="47923" y="45225"/>
                  </a:lnTo>
                  <a:lnTo>
                    <a:pt x="46214" y="47803"/>
                  </a:lnTo>
                  <a:lnTo>
                    <a:pt x="45594" y="48737"/>
                  </a:lnTo>
                  <a:lnTo>
                    <a:pt x="43283" y="52222"/>
                  </a:lnTo>
                  <a:lnTo>
                    <a:pt x="42813" y="52892"/>
                  </a:lnTo>
                  <a:lnTo>
                    <a:pt x="42438" y="53425"/>
                  </a:lnTo>
                  <a:lnTo>
                    <a:pt x="39334" y="57844"/>
                  </a:lnTo>
                  <a:lnTo>
                    <a:pt x="38848" y="57543"/>
                  </a:lnTo>
                  <a:lnTo>
                    <a:pt x="30768" y="52533"/>
                  </a:lnTo>
                  <a:lnTo>
                    <a:pt x="27720" y="50644"/>
                  </a:lnTo>
                  <a:lnTo>
                    <a:pt x="27321" y="50396"/>
                  </a:lnTo>
                  <a:lnTo>
                    <a:pt x="26024" y="49592"/>
                  </a:lnTo>
                  <a:lnTo>
                    <a:pt x="21764" y="46951"/>
                  </a:lnTo>
                  <a:lnTo>
                    <a:pt x="18567" y="44970"/>
                  </a:lnTo>
                  <a:lnTo>
                    <a:pt x="18221" y="44755"/>
                  </a:lnTo>
                  <a:lnTo>
                    <a:pt x="15150" y="42851"/>
                  </a:lnTo>
                  <a:lnTo>
                    <a:pt x="14616" y="42520"/>
                  </a:lnTo>
                  <a:lnTo>
                    <a:pt x="14294" y="42320"/>
                  </a:lnTo>
                  <a:lnTo>
                    <a:pt x="11025" y="40294"/>
                  </a:lnTo>
                  <a:lnTo>
                    <a:pt x="8104" y="38499"/>
                  </a:lnTo>
                  <a:lnTo>
                    <a:pt x="7496" y="38126"/>
                  </a:lnTo>
                  <a:lnTo>
                    <a:pt x="4111" y="36046"/>
                  </a:lnTo>
                  <a:lnTo>
                    <a:pt x="991" y="34128"/>
                  </a:lnTo>
                  <a:lnTo>
                    <a:pt x="147" y="33609"/>
                  </a:lnTo>
                  <a:lnTo>
                    <a:pt x="0" y="33519"/>
                  </a:lnTo>
                  <a:lnTo>
                    <a:pt x="286" y="33335"/>
                  </a:lnTo>
                  <a:lnTo>
                    <a:pt x="1594" y="32495"/>
                  </a:lnTo>
                  <a:lnTo>
                    <a:pt x="1997" y="32237"/>
                  </a:lnTo>
                  <a:lnTo>
                    <a:pt x="2250" y="32074"/>
                  </a:lnTo>
                  <a:lnTo>
                    <a:pt x="3150" y="31518"/>
                  </a:lnTo>
                  <a:lnTo>
                    <a:pt x="4028" y="30977"/>
                  </a:lnTo>
                  <a:lnTo>
                    <a:pt x="5566" y="30178"/>
                  </a:lnTo>
                  <a:lnTo>
                    <a:pt x="6435" y="29738"/>
                  </a:lnTo>
                  <a:lnTo>
                    <a:pt x="8946" y="28466"/>
                  </a:lnTo>
                  <a:lnTo>
                    <a:pt x="8954" y="28260"/>
                  </a:lnTo>
                  <a:lnTo>
                    <a:pt x="8965" y="27984"/>
                  </a:lnTo>
                  <a:lnTo>
                    <a:pt x="8970" y="27845"/>
                  </a:lnTo>
                  <a:lnTo>
                    <a:pt x="9185" y="22487"/>
                  </a:lnTo>
                  <a:lnTo>
                    <a:pt x="9324" y="19010"/>
                  </a:lnTo>
                  <a:lnTo>
                    <a:pt x="9371" y="18565"/>
                  </a:lnTo>
                  <a:lnTo>
                    <a:pt x="9443" y="17877"/>
                  </a:lnTo>
                  <a:lnTo>
                    <a:pt x="11099" y="15188"/>
                  </a:lnTo>
                  <a:lnTo>
                    <a:pt x="12189" y="13486"/>
                  </a:lnTo>
                  <a:lnTo>
                    <a:pt x="13288" y="11771"/>
                  </a:lnTo>
                  <a:lnTo>
                    <a:pt x="13931" y="10765"/>
                  </a:lnTo>
                  <a:lnTo>
                    <a:pt x="15588" y="8194"/>
                  </a:lnTo>
                  <a:lnTo>
                    <a:pt x="16660" y="6531"/>
                  </a:lnTo>
                  <a:lnTo>
                    <a:pt x="17707" y="4808"/>
                  </a:lnTo>
                  <a:lnTo>
                    <a:pt x="17941" y="4421"/>
                  </a:lnTo>
                  <a:lnTo>
                    <a:pt x="19910" y="1181"/>
                  </a:lnTo>
                  <a:lnTo>
                    <a:pt x="20674" y="0"/>
                  </a:lnTo>
                  <a:lnTo>
                    <a:pt x="22100" y="945"/>
                  </a:lnTo>
                  <a:lnTo>
                    <a:pt x="24559" y="2511"/>
                  </a:lnTo>
                  <a:lnTo>
                    <a:pt x="26057" y="3464"/>
                  </a:lnTo>
                  <a:lnTo>
                    <a:pt x="29466" y="5636"/>
                  </a:lnTo>
                  <a:lnTo>
                    <a:pt x="31381" y="6720"/>
                  </a:lnTo>
                  <a:lnTo>
                    <a:pt x="33230" y="7767"/>
                  </a:lnTo>
                  <a:lnTo>
                    <a:pt x="38140" y="10546"/>
                  </a:lnTo>
                  <a:lnTo>
                    <a:pt x="38501" y="10751"/>
                  </a:lnTo>
                  <a:lnTo>
                    <a:pt x="42126" y="12802"/>
                  </a:lnTo>
                  <a:lnTo>
                    <a:pt x="45810" y="14562"/>
                  </a:lnTo>
                  <a:lnTo>
                    <a:pt x="46973" y="15118"/>
                  </a:lnTo>
                  <a:lnTo>
                    <a:pt x="48919" y="16017"/>
                  </a:lnTo>
                  <a:lnTo>
                    <a:pt x="49647" y="1632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6" name="pg245"/>
            <p:cNvSpPr/>
            <p:nvPr/>
          </p:nvSpPr>
          <p:spPr>
            <a:xfrm>
              <a:off x="3958322" y="2460181"/>
              <a:ext cx="86462" cy="71769"/>
            </a:xfrm>
            <a:custGeom>
              <a:avLst/>
              <a:pathLst>
                <a:path w="86462" h="71769">
                  <a:moveTo>
                    <a:pt x="60968" y="12668"/>
                  </a:moveTo>
                  <a:lnTo>
                    <a:pt x="62226" y="13726"/>
                  </a:lnTo>
                  <a:lnTo>
                    <a:pt x="64734" y="15777"/>
                  </a:lnTo>
                  <a:lnTo>
                    <a:pt x="65040" y="15431"/>
                  </a:lnTo>
                  <a:lnTo>
                    <a:pt x="66004" y="14339"/>
                  </a:lnTo>
                  <a:lnTo>
                    <a:pt x="66906" y="13318"/>
                  </a:lnTo>
                  <a:lnTo>
                    <a:pt x="68758" y="14862"/>
                  </a:lnTo>
                  <a:lnTo>
                    <a:pt x="70217" y="16078"/>
                  </a:lnTo>
                  <a:lnTo>
                    <a:pt x="70520" y="16332"/>
                  </a:lnTo>
                  <a:lnTo>
                    <a:pt x="72818" y="18248"/>
                  </a:lnTo>
                  <a:lnTo>
                    <a:pt x="74200" y="19400"/>
                  </a:lnTo>
                  <a:lnTo>
                    <a:pt x="75973" y="20878"/>
                  </a:lnTo>
                  <a:lnTo>
                    <a:pt x="76212" y="21077"/>
                  </a:lnTo>
                  <a:lnTo>
                    <a:pt x="77320" y="22002"/>
                  </a:lnTo>
                  <a:lnTo>
                    <a:pt x="77964" y="22539"/>
                  </a:lnTo>
                  <a:lnTo>
                    <a:pt x="78278" y="22800"/>
                  </a:lnTo>
                  <a:lnTo>
                    <a:pt x="80605" y="24740"/>
                  </a:lnTo>
                  <a:lnTo>
                    <a:pt x="81894" y="25815"/>
                  </a:lnTo>
                  <a:lnTo>
                    <a:pt x="82147" y="26026"/>
                  </a:lnTo>
                  <a:lnTo>
                    <a:pt x="85051" y="28448"/>
                  </a:lnTo>
                  <a:lnTo>
                    <a:pt x="86212" y="29416"/>
                  </a:lnTo>
                  <a:lnTo>
                    <a:pt x="86462" y="29624"/>
                  </a:lnTo>
                  <a:lnTo>
                    <a:pt x="85857" y="30143"/>
                  </a:lnTo>
                  <a:lnTo>
                    <a:pt x="84723" y="31025"/>
                  </a:lnTo>
                  <a:lnTo>
                    <a:pt x="83425" y="31904"/>
                  </a:lnTo>
                  <a:lnTo>
                    <a:pt x="82316" y="32570"/>
                  </a:lnTo>
                  <a:lnTo>
                    <a:pt x="81416" y="33073"/>
                  </a:lnTo>
                  <a:lnTo>
                    <a:pt x="80737" y="33238"/>
                  </a:lnTo>
                  <a:lnTo>
                    <a:pt x="79799" y="33400"/>
                  </a:lnTo>
                  <a:lnTo>
                    <a:pt x="79542" y="33445"/>
                  </a:lnTo>
                  <a:lnTo>
                    <a:pt x="79212" y="33501"/>
                  </a:lnTo>
                  <a:lnTo>
                    <a:pt x="75008" y="34226"/>
                  </a:lnTo>
                  <a:lnTo>
                    <a:pt x="72893" y="34591"/>
                  </a:lnTo>
                  <a:lnTo>
                    <a:pt x="72158" y="34684"/>
                  </a:lnTo>
                  <a:lnTo>
                    <a:pt x="65860" y="35477"/>
                  </a:lnTo>
                  <a:lnTo>
                    <a:pt x="63801" y="35736"/>
                  </a:lnTo>
                  <a:lnTo>
                    <a:pt x="63157" y="35811"/>
                  </a:lnTo>
                  <a:lnTo>
                    <a:pt x="63223" y="36291"/>
                  </a:lnTo>
                  <a:lnTo>
                    <a:pt x="63305" y="36891"/>
                  </a:lnTo>
                  <a:lnTo>
                    <a:pt x="63328" y="37060"/>
                  </a:lnTo>
                  <a:lnTo>
                    <a:pt x="63451" y="37952"/>
                  </a:lnTo>
                  <a:lnTo>
                    <a:pt x="64285" y="44007"/>
                  </a:lnTo>
                  <a:lnTo>
                    <a:pt x="64522" y="45729"/>
                  </a:lnTo>
                  <a:lnTo>
                    <a:pt x="64989" y="49118"/>
                  </a:lnTo>
                  <a:lnTo>
                    <a:pt x="65015" y="49307"/>
                  </a:lnTo>
                  <a:lnTo>
                    <a:pt x="65079" y="49773"/>
                  </a:lnTo>
                  <a:lnTo>
                    <a:pt x="65943" y="56053"/>
                  </a:lnTo>
                  <a:lnTo>
                    <a:pt x="65990" y="56391"/>
                  </a:lnTo>
                  <a:lnTo>
                    <a:pt x="66764" y="62010"/>
                  </a:lnTo>
                  <a:lnTo>
                    <a:pt x="66800" y="62274"/>
                  </a:lnTo>
                  <a:lnTo>
                    <a:pt x="67414" y="66735"/>
                  </a:lnTo>
                  <a:lnTo>
                    <a:pt x="67493" y="67312"/>
                  </a:lnTo>
                  <a:lnTo>
                    <a:pt x="66626" y="67457"/>
                  </a:lnTo>
                  <a:lnTo>
                    <a:pt x="65463" y="67628"/>
                  </a:lnTo>
                  <a:lnTo>
                    <a:pt x="64723" y="67737"/>
                  </a:lnTo>
                  <a:lnTo>
                    <a:pt x="63024" y="67958"/>
                  </a:lnTo>
                  <a:lnTo>
                    <a:pt x="60563" y="68277"/>
                  </a:lnTo>
                  <a:lnTo>
                    <a:pt x="58582" y="68534"/>
                  </a:lnTo>
                  <a:lnTo>
                    <a:pt x="56465" y="68809"/>
                  </a:lnTo>
                  <a:lnTo>
                    <a:pt x="54001" y="69119"/>
                  </a:lnTo>
                  <a:lnTo>
                    <a:pt x="52220" y="69344"/>
                  </a:lnTo>
                  <a:lnTo>
                    <a:pt x="51980" y="69374"/>
                  </a:lnTo>
                  <a:lnTo>
                    <a:pt x="51018" y="69495"/>
                  </a:lnTo>
                  <a:lnTo>
                    <a:pt x="50011" y="69622"/>
                  </a:lnTo>
                  <a:lnTo>
                    <a:pt x="45890" y="70142"/>
                  </a:lnTo>
                  <a:lnTo>
                    <a:pt x="42260" y="70600"/>
                  </a:lnTo>
                  <a:lnTo>
                    <a:pt x="41953" y="70639"/>
                  </a:lnTo>
                  <a:lnTo>
                    <a:pt x="41672" y="70673"/>
                  </a:lnTo>
                  <a:lnTo>
                    <a:pt x="37010" y="71236"/>
                  </a:lnTo>
                  <a:lnTo>
                    <a:pt x="32898" y="71636"/>
                  </a:lnTo>
                  <a:lnTo>
                    <a:pt x="32513" y="71649"/>
                  </a:lnTo>
                  <a:lnTo>
                    <a:pt x="29128" y="71769"/>
                  </a:lnTo>
                  <a:lnTo>
                    <a:pt x="28903" y="71748"/>
                  </a:lnTo>
                  <a:lnTo>
                    <a:pt x="28434" y="71704"/>
                  </a:lnTo>
                  <a:lnTo>
                    <a:pt x="25791" y="71454"/>
                  </a:lnTo>
                  <a:lnTo>
                    <a:pt x="25186" y="71380"/>
                  </a:lnTo>
                  <a:lnTo>
                    <a:pt x="24744" y="71271"/>
                  </a:lnTo>
                  <a:lnTo>
                    <a:pt x="24127" y="71117"/>
                  </a:lnTo>
                  <a:lnTo>
                    <a:pt x="23615" y="70990"/>
                  </a:lnTo>
                  <a:lnTo>
                    <a:pt x="20996" y="70221"/>
                  </a:lnTo>
                  <a:lnTo>
                    <a:pt x="20782" y="70159"/>
                  </a:lnTo>
                  <a:lnTo>
                    <a:pt x="19717" y="69693"/>
                  </a:lnTo>
                  <a:lnTo>
                    <a:pt x="18984" y="69373"/>
                  </a:lnTo>
                  <a:lnTo>
                    <a:pt x="17214" y="68600"/>
                  </a:lnTo>
                  <a:lnTo>
                    <a:pt x="15247" y="67741"/>
                  </a:lnTo>
                  <a:lnTo>
                    <a:pt x="15015" y="67639"/>
                  </a:lnTo>
                  <a:lnTo>
                    <a:pt x="13367" y="66919"/>
                  </a:lnTo>
                  <a:lnTo>
                    <a:pt x="9637" y="65290"/>
                  </a:lnTo>
                  <a:lnTo>
                    <a:pt x="8937" y="64984"/>
                  </a:lnTo>
                  <a:lnTo>
                    <a:pt x="7636" y="64415"/>
                  </a:lnTo>
                  <a:lnTo>
                    <a:pt x="5829" y="63626"/>
                  </a:lnTo>
                  <a:lnTo>
                    <a:pt x="1635" y="61762"/>
                  </a:lnTo>
                  <a:lnTo>
                    <a:pt x="855" y="61415"/>
                  </a:lnTo>
                  <a:lnTo>
                    <a:pt x="0" y="61034"/>
                  </a:lnTo>
                  <a:lnTo>
                    <a:pt x="360" y="60227"/>
                  </a:lnTo>
                  <a:lnTo>
                    <a:pt x="2050" y="56443"/>
                  </a:lnTo>
                  <a:lnTo>
                    <a:pt x="2393" y="55674"/>
                  </a:lnTo>
                  <a:lnTo>
                    <a:pt x="3341" y="53552"/>
                  </a:lnTo>
                  <a:lnTo>
                    <a:pt x="3901" y="52299"/>
                  </a:lnTo>
                  <a:lnTo>
                    <a:pt x="4435" y="51049"/>
                  </a:lnTo>
                  <a:lnTo>
                    <a:pt x="5092" y="49512"/>
                  </a:lnTo>
                  <a:lnTo>
                    <a:pt x="5092" y="49341"/>
                  </a:lnTo>
                  <a:lnTo>
                    <a:pt x="5062" y="48894"/>
                  </a:lnTo>
                  <a:lnTo>
                    <a:pt x="4943" y="48357"/>
                  </a:lnTo>
                  <a:lnTo>
                    <a:pt x="4704" y="47611"/>
                  </a:lnTo>
                  <a:lnTo>
                    <a:pt x="4406" y="47045"/>
                  </a:lnTo>
                  <a:lnTo>
                    <a:pt x="4048" y="46478"/>
                  </a:lnTo>
                  <a:lnTo>
                    <a:pt x="3541" y="45822"/>
                  </a:lnTo>
                  <a:lnTo>
                    <a:pt x="1922" y="44803"/>
                  </a:lnTo>
                  <a:lnTo>
                    <a:pt x="3258" y="44662"/>
                  </a:lnTo>
                  <a:lnTo>
                    <a:pt x="3566" y="44629"/>
                  </a:lnTo>
                  <a:lnTo>
                    <a:pt x="7412" y="44222"/>
                  </a:lnTo>
                  <a:lnTo>
                    <a:pt x="7999" y="44160"/>
                  </a:lnTo>
                  <a:lnTo>
                    <a:pt x="8428" y="44115"/>
                  </a:lnTo>
                  <a:lnTo>
                    <a:pt x="9296" y="43980"/>
                  </a:lnTo>
                  <a:lnTo>
                    <a:pt x="9893" y="43887"/>
                  </a:lnTo>
                  <a:lnTo>
                    <a:pt x="11974" y="43564"/>
                  </a:lnTo>
                  <a:lnTo>
                    <a:pt x="12202" y="43529"/>
                  </a:lnTo>
                  <a:lnTo>
                    <a:pt x="13499" y="43327"/>
                  </a:lnTo>
                  <a:lnTo>
                    <a:pt x="15227" y="43059"/>
                  </a:lnTo>
                  <a:lnTo>
                    <a:pt x="16195" y="42938"/>
                  </a:lnTo>
                  <a:lnTo>
                    <a:pt x="17510" y="42748"/>
                  </a:lnTo>
                  <a:lnTo>
                    <a:pt x="20634" y="42323"/>
                  </a:lnTo>
                  <a:lnTo>
                    <a:pt x="21807" y="42163"/>
                  </a:lnTo>
                  <a:lnTo>
                    <a:pt x="24298" y="41824"/>
                  </a:lnTo>
                  <a:lnTo>
                    <a:pt x="24430" y="41807"/>
                  </a:lnTo>
                  <a:lnTo>
                    <a:pt x="25138" y="41714"/>
                  </a:lnTo>
                  <a:lnTo>
                    <a:pt x="25820" y="41625"/>
                  </a:lnTo>
                  <a:lnTo>
                    <a:pt x="29428" y="41152"/>
                  </a:lnTo>
                  <a:lnTo>
                    <a:pt x="29962" y="41082"/>
                  </a:lnTo>
                  <a:lnTo>
                    <a:pt x="33483" y="40620"/>
                  </a:lnTo>
                  <a:lnTo>
                    <a:pt x="37622" y="40077"/>
                  </a:lnTo>
                  <a:lnTo>
                    <a:pt x="38702" y="39922"/>
                  </a:lnTo>
                  <a:lnTo>
                    <a:pt x="38877" y="39897"/>
                  </a:lnTo>
                  <a:lnTo>
                    <a:pt x="41968" y="39454"/>
                  </a:lnTo>
                  <a:lnTo>
                    <a:pt x="43000" y="39306"/>
                  </a:lnTo>
                  <a:lnTo>
                    <a:pt x="44597" y="39077"/>
                  </a:lnTo>
                  <a:lnTo>
                    <a:pt x="46418" y="38816"/>
                  </a:lnTo>
                  <a:lnTo>
                    <a:pt x="46975" y="38736"/>
                  </a:lnTo>
                  <a:lnTo>
                    <a:pt x="47271" y="38693"/>
                  </a:lnTo>
                  <a:lnTo>
                    <a:pt x="47203" y="38429"/>
                  </a:lnTo>
                  <a:lnTo>
                    <a:pt x="47076" y="37936"/>
                  </a:lnTo>
                  <a:lnTo>
                    <a:pt x="46219" y="33166"/>
                  </a:lnTo>
                  <a:lnTo>
                    <a:pt x="46347" y="32428"/>
                  </a:lnTo>
                  <a:lnTo>
                    <a:pt x="45930" y="30810"/>
                  </a:lnTo>
                  <a:lnTo>
                    <a:pt x="45870" y="30627"/>
                  </a:lnTo>
                  <a:lnTo>
                    <a:pt x="45766" y="30307"/>
                  </a:lnTo>
                  <a:lnTo>
                    <a:pt x="45602" y="29804"/>
                  </a:lnTo>
                  <a:lnTo>
                    <a:pt x="45543" y="29218"/>
                  </a:lnTo>
                  <a:lnTo>
                    <a:pt x="45554" y="28821"/>
                  </a:lnTo>
                  <a:lnTo>
                    <a:pt x="45559" y="28628"/>
                  </a:lnTo>
                  <a:lnTo>
                    <a:pt x="45583" y="28474"/>
                  </a:lnTo>
                  <a:lnTo>
                    <a:pt x="45650" y="28046"/>
                  </a:lnTo>
                  <a:lnTo>
                    <a:pt x="45823" y="27462"/>
                  </a:lnTo>
                  <a:lnTo>
                    <a:pt x="45971" y="27119"/>
                  </a:lnTo>
                  <a:lnTo>
                    <a:pt x="46030" y="26982"/>
                  </a:lnTo>
                  <a:lnTo>
                    <a:pt x="46302" y="26513"/>
                  </a:lnTo>
                  <a:lnTo>
                    <a:pt x="46584" y="26133"/>
                  </a:lnTo>
                  <a:lnTo>
                    <a:pt x="46876" y="25792"/>
                  </a:lnTo>
                  <a:lnTo>
                    <a:pt x="47191" y="25336"/>
                  </a:lnTo>
                  <a:lnTo>
                    <a:pt x="48152" y="23814"/>
                  </a:lnTo>
                  <a:lnTo>
                    <a:pt x="48143" y="23365"/>
                  </a:lnTo>
                  <a:lnTo>
                    <a:pt x="48136" y="23041"/>
                  </a:lnTo>
                  <a:lnTo>
                    <a:pt x="48131" y="22793"/>
                  </a:lnTo>
                  <a:lnTo>
                    <a:pt x="48531" y="21722"/>
                  </a:lnTo>
                  <a:lnTo>
                    <a:pt x="48942" y="20625"/>
                  </a:lnTo>
                  <a:lnTo>
                    <a:pt x="48074" y="18307"/>
                  </a:lnTo>
                  <a:lnTo>
                    <a:pt x="46897" y="17927"/>
                  </a:lnTo>
                  <a:lnTo>
                    <a:pt x="46532" y="17809"/>
                  </a:lnTo>
                  <a:lnTo>
                    <a:pt x="44682" y="16981"/>
                  </a:lnTo>
                  <a:lnTo>
                    <a:pt x="44487" y="16880"/>
                  </a:lnTo>
                  <a:lnTo>
                    <a:pt x="44306" y="16787"/>
                  </a:lnTo>
                  <a:lnTo>
                    <a:pt x="43629" y="16438"/>
                  </a:lnTo>
                  <a:lnTo>
                    <a:pt x="43450" y="16345"/>
                  </a:lnTo>
                  <a:lnTo>
                    <a:pt x="42875" y="16049"/>
                  </a:lnTo>
                  <a:lnTo>
                    <a:pt x="42716" y="15941"/>
                  </a:lnTo>
                  <a:lnTo>
                    <a:pt x="42042" y="15485"/>
                  </a:lnTo>
                  <a:lnTo>
                    <a:pt x="39699" y="15104"/>
                  </a:lnTo>
                  <a:lnTo>
                    <a:pt x="38915" y="14977"/>
                  </a:lnTo>
                  <a:lnTo>
                    <a:pt x="38932" y="13422"/>
                  </a:lnTo>
                  <a:lnTo>
                    <a:pt x="37251" y="13459"/>
                  </a:lnTo>
                  <a:lnTo>
                    <a:pt x="36587" y="13473"/>
                  </a:lnTo>
                  <a:lnTo>
                    <a:pt x="36275" y="13480"/>
                  </a:lnTo>
                  <a:lnTo>
                    <a:pt x="35611" y="13495"/>
                  </a:lnTo>
                  <a:lnTo>
                    <a:pt x="35118" y="11868"/>
                  </a:lnTo>
                  <a:lnTo>
                    <a:pt x="34835" y="10935"/>
                  </a:lnTo>
                  <a:lnTo>
                    <a:pt x="34790" y="10787"/>
                  </a:lnTo>
                  <a:lnTo>
                    <a:pt x="34589" y="10190"/>
                  </a:lnTo>
                  <a:lnTo>
                    <a:pt x="34146" y="8869"/>
                  </a:lnTo>
                  <a:lnTo>
                    <a:pt x="34076" y="8659"/>
                  </a:lnTo>
                  <a:lnTo>
                    <a:pt x="33759" y="7714"/>
                  </a:lnTo>
                  <a:lnTo>
                    <a:pt x="33524" y="6890"/>
                  </a:lnTo>
                  <a:lnTo>
                    <a:pt x="33096" y="5381"/>
                  </a:lnTo>
                  <a:lnTo>
                    <a:pt x="32920" y="4525"/>
                  </a:lnTo>
                  <a:lnTo>
                    <a:pt x="41284" y="3877"/>
                  </a:lnTo>
                  <a:lnTo>
                    <a:pt x="42452" y="3682"/>
                  </a:lnTo>
                  <a:lnTo>
                    <a:pt x="42673" y="3416"/>
                  </a:lnTo>
                  <a:lnTo>
                    <a:pt x="42879" y="3167"/>
                  </a:lnTo>
                  <a:lnTo>
                    <a:pt x="44266" y="1494"/>
                  </a:lnTo>
                  <a:lnTo>
                    <a:pt x="44479" y="1237"/>
                  </a:lnTo>
                  <a:lnTo>
                    <a:pt x="45649" y="214"/>
                  </a:lnTo>
                  <a:lnTo>
                    <a:pt x="45894" y="0"/>
                  </a:lnTo>
                  <a:lnTo>
                    <a:pt x="47512" y="1359"/>
                  </a:lnTo>
                  <a:lnTo>
                    <a:pt x="52254" y="5345"/>
                  </a:lnTo>
                  <a:lnTo>
                    <a:pt x="52573" y="5613"/>
                  </a:lnTo>
                  <a:lnTo>
                    <a:pt x="55699" y="8240"/>
                  </a:lnTo>
                  <a:lnTo>
                    <a:pt x="55984" y="8479"/>
                  </a:lnTo>
                  <a:lnTo>
                    <a:pt x="58807" y="1085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7" name="pg246"/>
            <p:cNvSpPr/>
            <p:nvPr/>
          </p:nvSpPr>
          <p:spPr>
            <a:xfrm>
              <a:off x="4021479" y="2493626"/>
              <a:ext cx="81388" cy="76871"/>
            </a:xfrm>
            <a:custGeom>
              <a:avLst/>
              <a:pathLst>
                <a:path w="81388" h="76871">
                  <a:moveTo>
                    <a:pt x="41750" y="15533"/>
                  </a:moveTo>
                  <a:lnTo>
                    <a:pt x="45736" y="17708"/>
                  </a:lnTo>
                  <a:lnTo>
                    <a:pt x="46284" y="16808"/>
                  </a:lnTo>
                  <a:lnTo>
                    <a:pt x="46520" y="16964"/>
                  </a:lnTo>
                  <a:lnTo>
                    <a:pt x="47222" y="17429"/>
                  </a:lnTo>
                  <a:lnTo>
                    <a:pt x="51182" y="20051"/>
                  </a:lnTo>
                  <a:lnTo>
                    <a:pt x="52163" y="20700"/>
                  </a:lnTo>
                  <a:lnTo>
                    <a:pt x="55173" y="22693"/>
                  </a:lnTo>
                  <a:lnTo>
                    <a:pt x="58334" y="24786"/>
                  </a:lnTo>
                  <a:lnTo>
                    <a:pt x="60759" y="26392"/>
                  </a:lnTo>
                  <a:lnTo>
                    <a:pt x="62099" y="27279"/>
                  </a:lnTo>
                  <a:lnTo>
                    <a:pt x="65591" y="29591"/>
                  </a:lnTo>
                  <a:lnTo>
                    <a:pt x="69294" y="32043"/>
                  </a:lnTo>
                  <a:lnTo>
                    <a:pt x="73064" y="34537"/>
                  </a:lnTo>
                  <a:lnTo>
                    <a:pt x="77201" y="36928"/>
                  </a:lnTo>
                  <a:lnTo>
                    <a:pt x="79704" y="38375"/>
                  </a:lnTo>
                  <a:lnTo>
                    <a:pt x="81388" y="39349"/>
                  </a:lnTo>
                  <a:lnTo>
                    <a:pt x="81247" y="39551"/>
                  </a:lnTo>
                  <a:lnTo>
                    <a:pt x="70657" y="54659"/>
                  </a:lnTo>
                  <a:lnTo>
                    <a:pt x="62994" y="65592"/>
                  </a:lnTo>
                  <a:lnTo>
                    <a:pt x="55491" y="76298"/>
                  </a:lnTo>
                  <a:lnTo>
                    <a:pt x="55341" y="76512"/>
                  </a:lnTo>
                  <a:lnTo>
                    <a:pt x="55094" y="76871"/>
                  </a:lnTo>
                  <a:lnTo>
                    <a:pt x="54734" y="76634"/>
                  </a:lnTo>
                  <a:lnTo>
                    <a:pt x="54368" y="76392"/>
                  </a:lnTo>
                  <a:lnTo>
                    <a:pt x="53467" y="75797"/>
                  </a:lnTo>
                  <a:lnTo>
                    <a:pt x="53108" y="75560"/>
                  </a:lnTo>
                  <a:lnTo>
                    <a:pt x="47360" y="71766"/>
                  </a:lnTo>
                  <a:lnTo>
                    <a:pt x="47690" y="71288"/>
                  </a:lnTo>
                  <a:lnTo>
                    <a:pt x="45744" y="69984"/>
                  </a:lnTo>
                  <a:lnTo>
                    <a:pt x="43898" y="68746"/>
                  </a:lnTo>
                  <a:lnTo>
                    <a:pt x="43552" y="68510"/>
                  </a:lnTo>
                  <a:lnTo>
                    <a:pt x="40742" y="66590"/>
                  </a:lnTo>
                  <a:lnTo>
                    <a:pt x="40372" y="66337"/>
                  </a:lnTo>
                  <a:lnTo>
                    <a:pt x="39972" y="66892"/>
                  </a:lnTo>
                  <a:lnTo>
                    <a:pt x="39864" y="67042"/>
                  </a:lnTo>
                  <a:lnTo>
                    <a:pt x="39632" y="67378"/>
                  </a:lnTo>
                  <a:lnTo>
                    <a:pt x="39528" y="67529"/>
                  </a:lnTo>
                  <a:lnTo>
                    <a:pt x="35919" y="65154"/>
                  </a:lnTo>
                  <a:lnTo>
                    <a:pt x="32217" y="62718"/>
                  </a:lnTo>
                  <a:lnTo>
                    <a:pt x="32614" y="62129"/>
                  </a:lnTo>
                  <a:lnTo>
                    <a:pt x="29574" y="60108"/>
                  </a:lnTo>
                  <a:lnTo>
                    <a:pt x="29342" y="59955"/>
                  </a:lnTo>
                  <a:lnTo>
                    <a:pt x="28998" y="59726"/>
                  </a:lnTo>
                  <a:lnTo>
                    <a:pt x="29126" y="59541"/>
                  </a:lnTo>
                  <a:lnTo>
                    <a:pt x="29484" y="58999"/>
                  </a:lnTo>
                  <a:lnTo>
                    <a:pt x="27758" y="57916"/>
                  </a:lnTo>
                  <a:lnTo>
                    <a:pt x="26496" y="57125"/>
                  </a:lnTo>
                  <a:lnTo>
                    <a:pt x="25538" y="56525"/>
                  </a:lnTo>
                  <a:lnTo>
                    <a:pt x="25071" y="56232"/>
                  </a:lnTo>
                  <a:lnTo>
                    <a:pt x="24562" y="56964"/>
                  </a:lnTo>
                  <a:lnTo>
                    <a:pt x="24303" y="57361"/>
                  </a:lnTo>
                  <a:lnTo>
                    <a:pt x="22884" y="59528"/>
                  </a:lnTo>
                  <a:lnTo>
                    <a:pt x="21754" y="61228"/>
                  </a:lnTo>
                  <a:lnTo>
                    <a:pt x="21581" y="61492"/>
                  </a:lnTo>
                  <a:lnTo>
                    <a:pt x="21406" y="61396"/>
                  </a:lnTo>
                  <a:lnTo>
                    <a:pt x="17500" y="59231"/>
                  </a:lnTo>
                  <a:lnTo>
                    <a:pt x="14767" y="57717"/>
                  </a:lnTo>
                  <a:lnTo>
                    <a:pt x="13472" y="56859"/>
                  </a:lnTo>
                  <a:lnTo>
                    <a:pt x="12787" y="56405"/>
                  </a:lnTo>
                  <a:lnTo>
                    <a:pt x="11567" y="55539"/>
                  </a:lnTo>
                  <a:lnTo>
                    <a:pt x="10201" y="54570"/>
                  </a:lnTo>
                  <a:lnTo>
                    <a:pt x="10021" y="54441"/>
                  </a:lnTo>
                  <a:lnTo>
                    <a:pt x="9756" y="54253"/>
                  </a:lnTo>
                  <a:lnTo>
                    <a:pt x="8830" y="53596"/>
                  </a:lnTo>
                  <a:lnTo>
                    <a:pt x="7883" y="53040"/>
                  </a:lnTo>
                  <a:lnTo>
                    <a:pt x="6683" y="52335"/>
                  </a:lnTo>
                  <a:lnTo>
                    <a:pt x="6479" y="52216"/>
                  </a:lnTo>
                  <a:lnTo>
                    <a:pt x="2672" y="50069"/>
                  </a:lnTo>
                  <a:lnTo>
                    <a:pt x="4118" y="47576"/>
                  </a:lnTo>
                  <a:lnTo>
                    <a:pt x="4688" y="46594"/>
                  </a:lnTo>
                  <a:lnTo>
                    <a:pt x="6475" y="43512"/>
                  </a:lnTo>
                  <a:lnTo>
                    <a:pt x="6334" y="43529"/>
                  </a:lnTo>
                  <a:lnTo>
                    <a:pt x="2806" y="43970"/>
                  </a:lnTo>
                  <a:lnTo>
                    <a:pt x="1566" y="34292"/>
                  </a:lnTo>
                  <a:lnTo>
                    <a:pt x="2306" y="34183"/>
                  </a:lnTo>
                  <a:lnTo>
                    <a:pt x="3469" y="34012"/>
                  </a:lnTo>
                  <a:lnTo>
                    <a:pt x="4334" y="33851"/>
                  </a:lnTo>
                  <a:lnTo>
                    <a:pt x="4257" y="33290"/>
                  </a:lnTo>
                  <a:lnTo>
                    <a:pt x="3643" y="28829"/>
                  </a:lnTo>
                  <a:lnTo>
                    <a:pt x="3607" y="28565"/>
                  </a:lnTo>
                  <a:lnTo>
                    <a:pt x="2833" y="22946"/>
                  </a:lnTo>
                  <a:lnTo>
                    <a:pt x="2786" y="22608"/>
                  </a:lnTo>
                  <a:lnTo>
                    <a:pt x="1922" y="16328"/>
                  </a:lnTo>
                  <a:lnTo>
                    <a:pt x="1857" y="15861"/>
                  </a:lnTo>
                  <a:lnTo>
                    <a:pt x="1832" y="15673"/>
                  </a:lnTo>
                  <a:lnTo>
                    <a:pt x="1365" y="12284"/>
                  </a:lnTo>
                  <a:lnTo>
                    <a:pt x="1128" y="10562"/>
                  </a:lnTo>
                  <a:lnTo>
                    <a:pt x="294" y="4507"/>
                  </a:lnTo>
                  <a:lnTo>
                    <a:pt x="171" y="3615"/>
                  </a:lnTo>
                  <a:lnTo>
                    <a:pt x="148" y="3446"/>
                  </a:lnTo>
                  <a:lnTo>
                    <a:pt x="66" y="2846"/>
                  </a:lnTo>
                  <a:lnTo>
                    <a:pt x="0" y="2366"/>
                  </a:lnTo>
                  <a:lnTo>
                    <a:pt x="644" y="2291"/>
                  </a:lnTo>
                  <a:lnTo>
                    <a:pt x="2703" y="2032"/>
                  </a:lnTo>
                  <a:lnTo>
                    <a:pt x="9001" y="1239"/>
                  </a:lnTo>
                  <a:lnTo>
                    <a:pt x="9736" y="1146"/>
                  </a:lnTo>
                  <a:lnTo>
                    <a:pt x="11851" y="781"/>
                  </a:lnTo>
                  <a:lnTo>
                    <a:pt x="16055" y="56"/>
                  </a:lnTo>
                  <a:lnTo>
                    <a:pt x="16385" y="0"/>
                  </a:lnTo>
                  <a:lnTo>
                    <a:pt x="16646" y="687"/>
                  </a:lnTo>
                  <a:lnTo>
                    <a:pt x="16822" y="1148"/>
                  </a:lnTo>
                  <a:lnTo>
                    <a:pt x="16910" y="1381"/>
                  </a:lnTo>
                  <a:lnTo>
                    <a:pt x="16977" y="1556"/>
                  </a:lnTo>
                  <a:lnTo>
                    <a:pt x="18551" y="2872"/>
                  </a:lnTo>
                  <a:lnTo>
                    <a:pt x="18881" y="3052"/>
                  </a:lnTo>
                  <a:lnTo>
                    <a:pt x="22765" y="5172"/>
                  </a:lnTo>
                  <a:lnTo>
                    <a:pt x="26804" y="7376"/>
                  </a:lnTo>
                  <a:lnTo>
                    <a:pt x="30714" y="9510"/>
                  </a:lnTo>
                  <a:lnTo>
                    <a:pt x="34268" y="11450"/>
                  </a:lnTo>
                  <a:lnTo>
                    <a:pt x="38119" y="1355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8" name="pg247"/>
            <p:cNvSpPr/>
            <p:nvPr/>
          </p:nvSpPr>
          <p:spPr>
            <a:xfrm>
              <a:off x="4084582" y="2507327"/>
              <a:ext cx="115085" cy="75145"/>
            </a:xfrm>
            <a:custGeom>
              <a:avLst/>
              <a:pathLst>
                <a:path w="115085" h="75145">
                  <a:moveTo>
                    <a:pt x="93702" y="14964"/>
                  </a:moveTo>
                  <a:lnTo>
                    <a:pt x="97166" y="17335"/>
                  </a:lnTo>
                  <a:lnTo>
                    <a:pt x="97773" y="17751"/>
                  </a:lnTo>
                  <a:lnTo>
                    <a:pt x="99400" y="18868"/>
                  </a:lnTo>
                  <a:lnTo>
                    <a:pt x="100841" y="19857"/>
                  </a:lnTo>
                  <a:lnTo>
                    <a:pt x="103897" y="21954"/>
                  </a:lnTo>
                  <a:lnTo>
                    <a:pt x="104147" y="22118"/>
                  </a:lnTo>
                  <a:lnTo>
                    <a:pt x="104320" y="22234"/>
                  </a:lnTo>
                  <a:lnTo>
                    <a:pt x="104471" y="22335"/>
                  </a:lnTo>
                  <a:lnTo>
                    <a:pt x="104793" y="22550"/>
                  </a:lnTo>
                  <a:lnTo>
                    <a:pt x="108018" y="24706"/>
                  </a:lnTo>
                  <a:lnTo>
                    <a:pt x="107913" y="24864"/>
                  </a:lnTo>
                  <a:lnTo>
                    <a:pt x="107734" y="25134"/>
                  </a:lnTo>
                  <a:lnTo>
                    <a:pt x="111401" y="27651"/>
                  </a:lnTo>
                  <a:lnTo>
                    <a:pt x="111187" y="27943"/>
                  </a:lnTo>
                  <a:lnTo>
                    <a:pt x="114743" y="30446"/>
                  </a:lnTo>
                  <a:lnTo>
                    <a:pt x="115085" y="30687"/>
                  </a:lnTo>
                  <a:lnTo>
                    <a:pt x="114835" y="31027"/>
                  </a:lnTo>
                  <a:lnTo>
                    <a:pt x="114406" y="31609"/>
                  </a:lnTo>
                  <a:lnTo>
                    <a:pt x="114161" y="31942"/>
                  </a:lnTo>
                  <a:lnTo>
                    <a:pt x="113479" y="32867"/>
                  </a:lnTo>
                  <a:lnTo>
                    <a:pt x="113094" y="33391"/>
                  </a:lnTo>
                  <a:lnTo>
                    <a:pt x="112719" y="33899"/>
                  </a:lnTo>
                  <a:lnTo>
                    <a:pt x="111995" y="34882"/>
                  </a:lnTo>
                  <a:lnTo>
                    <a:pt x="111801" y="35145"/>
                  </a:lnTo>
                  <a:lnTo>
                    <a:pt x="111473" y="35620"/>
                  </a:lnTo>
                  <a:lnTo>
                    <a:pt x="111364" y="35778"/>
                  </a:lnTo>
                  <a:lnTo>
                    <a:pt x="110996" y="36312"/>
                  </a:lnTo>
                  <a:lnTo>
                    <a:pt x="110809" y="36583"/>
                  </a:lnTo>
                  <a:lnTo>
                    <a:pt x="110260" y="37379"/>
                  </a:lnTo>
                  <a:lnTo>
                    <a:pt x="110009" y="37742"/>
                  </a:lnTo>
                  <a:lnTo>
                    <a:pt x="109582" y="38361"/>
                  </a:lnTo>
                  <a:lnTo>
                    <a:pt x="109197" y="38918"/>
                  </a:lnTo>
                  <a:lnTo>
                    <a:pt x="107963" y="40707"/>
                  </a:lnTo>
                  <a:lnTo>
                    <a:pt x="107837" y="40891"/>
                  </a:lnTo>
                  <a:lnTo>
                    <a:pt x="107077" y="41991"/>
                  </a:lnTo>
                  <a:lnTo>
                    <a:pt x="106891" y="42262"/>
                  </a:lnTo>
                  <a:lnTo>
                    <a:pt x="105297" y="44571"/>
                  </a:lnTo>
                  <a:lnTo>
                    <a:pt x="104649" y="45511"/>
                  </a:lnTo>
                  <a:lnTo>
                    <a:pt x="103123" y="47722"/>
                  </a:lnTo>
                  <a:lnTo>
                    <a:pt x="96088" y="58056"/>
                  </a:lnTo>
                  <a:lnTo>
                    <a:pt x="95774" y="58517"/>
                  </a:lnTo>
                  <a:lnTo>
                    <a:pt x="95232" y="59314"/>
                  </a:lnTo>
                  <a:lnTo>
                    <a:pt x="94367" y="60583"/>
                  </a:lnTo>
                  <a:lnTo>
                    <a:pt x="93828" y="61376"/>
                  </a:lnTo>
                  <a:lnTo>
                    <a:pt x="93339" y="62094"/>
                  </a:lnTo>
                  <a:lnTo>
                    <a:pt x="92960" y="62651"/>
                  </a:lnTo>
                  <a:lnTo>
                    <a:pt x="92708" y="63021"/>
                  </a:lnTo>
                  <a:lnTo>
                    <a:pt x="92366" y="63523"/>
                  </a:lnTo>
                  <a:lnTo>
                    <a:pt x="91933" y="64159"/>
                  </a:lnTo>
                  <a:lnTo>
                    <a:pt x="91557" y="64712"/>
                  </a:lnTo>
                  <a:lnTo>
                    <a:pt x="91386" y="64962"/>
                  </a:lnTo>
                  <a:lnTo>
                    <a:pt x="91234" y="65186"/>
                  </a:lnTo>
                  <a:lnTo>
                    <a:pt x="91093" y="65393"/>
                  </a:lnTo>
                  <a:lnTo>
                    <a:pt x="90796" y="65829"/>
                  </a:lnTo>
                  <a:lnTo>
                    <a:pt x="90259" y="66618"/>
                  </a:lnTo>
                  <a:lnTo>
                    <a:pt x="90169" y="66751"/>
                  </a:lnTo>
                  <a:lnTo>
                    <a:pt x="90064" y="66904"/>
                  </a:lnTo>
                  <a:lnTo>
                    <a:pt x="89862" y="67201"/>
                  </a:lnTo>
                  <a:lnTo>
                    <a:pt x="89504" y="67727"/>
                  </a:lnTo>
                  <a:lnTo>
                    <a:pt x="89068" y="68367"/>
                  </a:lnTo>
                  <a:lnTo>
                    <a:pt x="88770" y="68806"/>
                  </a:lnTo>
                  <a:lnTo>
                    <a:pt x="88387" y="69368"/>
                  </a:lnTo>
                  <a:lnTo>
                    <a:pt x="87370" y="70862"/>
                  </a:lnTo>
                  <a:lnTo>
                    <a:pt x="87156" y="70775"/>
                  </a:lnTo>
                  <a:lnTo>
                    <a:pt x="86426" y="70539"/>
                  </a:lnTo>
                  <a:lnTo>
                    <a:pt x="85495" y="70238"/>
                  </a:lnTo>
                  <a:lnTo>
                    <a:pt x="83741" y="69469"/>
                  </a:lnTo>
                  <a:lnTo>
                    <a:pt x="82573" y="68679"/>
                  </a:lnTo>
                  <a:lnTo>
                    <a:pt x="80668" y="67392"/>
                  </a:lnTo>
                  <a:lnTo>
                    <a:pt x="79195" y="66396"/>
                  </a:lnTo>
                  <a:lnTo>
                    <a:pt x="79003" y="66266"/>
                  </a:lnTo>
                  <a:lnTo>
                    <a:pt x="75986" y="64227"/>
                  </a:lnTo>
                  <a:lnTo>
                    <a:pt x="75501" y="63899"/>
                  </a:lnTo>
                  <a:lnTo>
                    <a:pt x="71901" y="61466"/>
                  </a:lnTo>
                  <a:lnTo>
                    <a:pt x="70701" y="60655"/>
                  </a:lnTo>
                  <a:lnTo>
                    <a:pt x="68419" y="59113"/>
                  </a:lnTo>
                  <a:lnTo>
                    <a:pt x="68186" y="58955"/>
                  </a:lnTo>
                  <a:lnTo>
                    <a:pt x="64643" y="56561"/>
                  </a:lnTo>
                  <a:lnTo>
                    <a:pt x="64425" y="56413"/>
                  </a:lnTo>
                  <a:lnTo>
                    <a:pt x="64212" y="56269"/>
                  </a:lnTo>
                  <a:lnTo>
                    <a:pt x="61287" y="54292"/>
                  </a:lnTo>
                  <a:lnTo>
                    <a:pt x="54469" y="49684"/>
                  </a:lnTo>
                  <a:lnTo>
                    <a:pt x="54165" y="49479"/>
                  </a:lnTo>
                  <a:lnTo>
                    <a:pt x="53984" y="49395"/>
                  </a:lnTo>
                  <a:lnTo>
                    <a:pt x="53368" y="49190"/>
                  </a:lnTo>
                  <a:lnTo>
                    <a:pt x="53111" y="49556"/>
                  </a:lnTo>
                  <a:lnTo>
                    <a:pt x="52110" y="50982"/>
                  </a:lnTo>
                  <a:lnTo>
                    <a:pt x="50726" y="52955"/>
                  </a:lnTo>
                  <a:lnTo>
                    <a:pt x="50024" y="53995"/>
                  </a:lnTo>
                  <a:lnTo>
                    <a:pt x="48974" y="55549"/>
                  </a:lnTo>
                  <a:lnTo>
                    <a:pt x="46626" y="58755"/>
                  </a:lnTo>
                  <a:lnTo>
                    <a:pt x="45866" y="59829"/>
                  </a:lnTo>
                  <a:lnTo>
                    <a:pt x="42454" y="64652"/>
                  </a:lnTo>
                  <a:lnTo>
                    <a:pt x="41633" y="65812"/>
                  </a:lnTo>
                  <a:lnTo>
                    <a:pt x="40460" y="67434"/>
                  </a:lnTo>
                  <a:lnTo>
                    <a:pt x="39236" y="69128"/>
                  </a:lnTo>
                  <a:lnTo>
                    <a:pt x="36983" y="72118"/>
                  </a:lnTo>
                  <a:lnTo>
                    <a:pt x="36800" y="72332"/>
                  </a:lnTo>
                  <a:lnTo>
                    <a:pt x="34698" y="74789"/>
                  </a:lnTo>
                  <a:lnTo>
                    <a:pt x="34394" y="75145"/>
                  </a:lnTo>
                  <a:lnTo>
                    <a:pt x="29738" y="72013"/>
                  </a:lnTo>
                  <a:lnTo>
                    <a:pt x="28421" y="71127"/>
                  </a:lnTo>
                  <a:lnTo>
                    <a:pt x="26130" y="69587"/>
                  </a:lnTo>
                  <a:lnTo>
                    <a:pt x="22520" y="67159"/>
                  </a:lnTo>
                  <a:lnTo>
                    <a:pt x="20763" y="65977"/>
                  </a:lnTo>
                  <a:lnTo>
                    <a:pt x="19222" y="64941"/>
                  </a:lnTo>
                  <a:lnTo>
                    <a:pt x="18921" y="64739"/>
                  </a:lnTo>
                  <a:lnTo>
                    <a:pt x="15298" y="62302"/>
                  </a:lnTo>
                  <a:lnTo>
                    <a:pt x="11573" y="59797"/>
                  </a:lnTo>
                  <a:lnTo>
                    <a:pt x="9464" y="58378"/>
                  </a:lnTo>
                  <a:lnTo>
                    <a:pt x="8228" y="57548"/>
                  </a:lnTo>
                  <a:lnTo>
                    <a:pt x="7783" y="57248"/>
                  </a:lnTo>
                  <a:lnTo>
                    <a:pt x="6020" y="56063"/>
                  </a:lnTo>
                  <a:lnTo>
                    <a:pt x="2895" y="53936"/>
                  </a:lnTo>
                  <a:lnTo>
                    <a:pt x="2417" y="53610"/>
                  </a:lnTo>
                  <a:lnTo>
                    <a:pt x="0" y="51737"/>
                  </a:lnTo>
                  <a:lnTo>
                    <a:pt x="7563" y="40946"/>
                  </a:lnTo>
                  <a:lnTo>
                    <a:pt x="18145" y="25849"/>
                  </a:lnTo>
                  <a:lnTo>
                    <a:pt x="18286" y="25648"/>
                  </a:lnTo>
                  <a:lnTo>
                    <a:pt x="20949" y="27440"/>
                  </a:lnTo>
                  <a:lnTo>
                    <a:pt x="26163" y="30948"/>
                  </a:lnTo>
                  <a:lnTo>
                    <a:pt x="27816" y="32060"/>
                  </a:lnTo>
                  <a:lnTo>
                    <a:pt x="30112" y="33605"/>
                  </a:lnTo>
                  <a:lnTo>
                    <a:pt x="32621" y="35294"/>
                  </a:lnTo>
                  <a:lnTo>
                    <a:pt x="33528" y="35904"/>
                  </a:lnTo>
                  <a:lnTo>
                    <a:pt x="34920" y="36841"/>
                  </a:lnTo>
                  <a:lnTo>
                    <a:pt x="35189" y="37022"/>
                  </a:lnTo>
                  <a:lnTo>
                    <a:pt x="37207" y="38379"/>
                  </a:lnTo>
                  <a:lnTo>
                    <a:pt x="37522" y="38591"/>
                  </a:lnTo>
                  <a:lnTo>
                    <a:pt x="40810" y="40804"/>
                  </a:lnTo>
                  <a:lnTo>
                    <a:pt x="41025" y="40948"/>
                  </a:lnTo>
                  <a:lnTo>
                    <a:pt x="41201" y="40688"/>
                  </a:lnTo>
                  <a:lnTo>
                    <a:pt x="41361" y="40453"/>
                  </a:lnTo>
                  <a:lnTo>
                    <a:pt x="48743" y="29572"/>
                  </a:lnTo>
                  <a:lnTo>
                    <a:pt x="48925" y="29304"/>
                  </a:lnTo>
                  <a:lnTo>
                    <a:pt x="49293" y="28761"/>
                  </a:lnTo>
                  <a:lnTo>
                    <a:pt x="51027" y="27766"/>
                  </a:lnTo>
                  <a:lnTo>
                    <a:pt x="51616" y="27428"/>
                  </a:lnTo>
                  <a:lnTo>
                    <a:pt x="51845" y="27294"/>
                  </a:lnTo>
                  <a:lnTo>
                    <a:pt x="51935" y="27164"/>
                  </a:lnTo>
                  <a:lnTo>
                    <a:pt x="52183" y="26808"/>
                  </a:lnTo>
                  <a:lnTo>
                    <a:pt x="58175" y="18183"/>
                  </a:lnTo>
                  <a:lnTo>
                    <a:pt x="58455" y="17781"/>
                  </a:lnTo>
                  <a:lnTo>
                    <a:pt x="58642" y="17511"/>
                  </a:lnTo>
                  <a:lnTo>
                    <a:pt x="58957" y="17058"/>
                  </a:lnTo>
                  <a:lnTo>
                    <a:pt x="62773" y="11566"/>
                  </a:lnTo>
                  <a:lnTo>
                    <a:pt x="66052" y="6846"/>
                  </a:lnTo>
                  <a:lnTo>
                    <a:pt x="69636" y="1687"/>
                  </a:lnTo>
                  <a:lnTo>
                    <a:pt x="70588" y="318"/>
                  </a:lnTo>
                  <a:lnTo>
                    <a:pt x="70698" y="159"/>
                  </a:lnTo>
                  <a:lnTo>
                    <a:pt x="70803" y="0"/>
                  </a:lnTo>
                  <a:lnTo>
                    <a:pt x="71120" y="199"/>
                  </a:lnTo>
                  <a:lnTo>
                    <a:pt x="75147" y="2732"/>
                  </a:lnTo>
                  <a:lnTo>
                    <a:pt x="75442" y="2917"/>
                  </a:lnTo>
                  <a:lnTo>
                    <a:pt x="75680" y="3072"/>
                  </a:lnTo>
                  <a:lnTo>
                    <a:pt x="76277" y="3492"/>
                  </a:lnTo>
                  <a:lnTo>
                    <a:pt x="79179" y="5378"/>
                  </a:lnTo>
                  <a:lnTo>
                    <a:pt x="82655" y="7638"/>
                  </a:lnTo>
                  <a:lnTo>
                    <a:pt x="86352" y="10055"/>
                  </a:lnTo>
                  <a:lnTo>
                    <a:pt x="89975" y="12423"/>
                  </a:lnTo>
                  <a:lnTo>
                    <a:pt x="90319" y="1264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49" name="pg248"/>
            <p:cNvSpPr/>
            <p:nvPr/>
          </p:nvSpPr>
          <p:spPr>
            <a:xfrm>
              <a:off x="4171952" y="2538354"/>
              <a:ext cx="95184" cy="73720"/>
            </a:xfrm>
            <a:custGeom>
              <a:avLst/>
              <a:pathLst>
                <a:path w="95184" h="73720">
                  <a:moveTo>
                    <a:pt x="60844" y="27966"/>
                  </a:moveTo>
                  <a:lnTo>
                    <a:pt x="61361" y="28255"/>
                  </a:lnTo>
                  <a:lnTo>
                    <a:pt x="62583" y="26437"/>
                  </a:lnTo>
                  <a:lnTo>
                    <a:pt x="63817" y="24602"/>
                  </a:lnTo>
                  <a:lnTo>
                    <a:pt x="64561" y="23496"/>
                  </a:lnTo>
                  <a:lnTo>
                    <a:pt x="64865" y="23042"/>
                  </a:lnTo>
                  <a:lnTo>
                    <a:pt x="65038" y="22973"/>
                  </a:lnTo>
                  <a:lnTo>
                    <a:pt x="65313" y="22864"/>
                  </a:lnTo>
                  <a:lnTo>
                    <a:pt x="65474" y="22756"/>
                  </a:lnTo>
                  <a:lnTo>
                    <a:pt x="65967" y="22096"/>
                  </a:lnTo>
                  <a:lnTo>
                    <a:pt x="66162" y="21835"/>
                  </a:lnTo>
                  <a:lnTo>
                    <a:pt x="66362" y="21385"/>
                  </a:lnTo>
                  <a:lnTo>
                    <a:pt x="66690" y="20648"/>
                  </a:lnTo>
                  <a:lnTo>
                    <a:pt x="67147" y="19620"/>
                  </a:lnTo>
                  <a:lnTo>
                    <a:pt x="67236" y="19419"/>
                  </a:lnTo>
                  <a:lnTo>
                    <a:pt x="68609" y="19607"/>
                  </a:lnTo>
                  <a:lnTo>
                    <a:pt x="69267" y="15600"/>
                  </a:lnTo>
                  <a:lnTo>
                    <a:pt x="69378" y="14926"/>
                  </a:lnTo>
                  <a:lnTo>
                    <a:pt x="69624" y="14970"/>
                  </a:lnTo>
                  <a:lnTo>
                    <a:pt x="74014" y="15737"/>
                  </a:lnTo>
                  <a:lnTo>
                    <a:pt x="77512" y="17481"/>
                  </a:lnTo>
                  <a:lnTo>
                    <a:pt x="77965" y="17706"/>
                  </a:lnTo>
                  <a:lnTo>
                    <a:pt x="78621" y="17884"/>
                  </a:lnTo>
                  <a:lnTo>
                    <a:pt x="79322" y="18034"/>
                  </a:lnTo>
                  <a:lnTo>
                    <a:pt x="79834" y="17881"/>
                  </a:lnTo>
                  <a:lnTo>
                    <a:pt x="80276" y="17750"/>
                  </a:lnTo>
                  <a:lnTo>
                    <a:pt x="80590" y="17306"/>
                  </a:lnTo>
                  <a:lnTo>
                    <a:pt x="80989" y="16618"/>
                  </a:lnTo>
                  <a:lnTo>
                    <a:pt x="81523" y="15698"/>
                  </a:lnTo>
                  <a:lnTo>
                    <a:pt x="83080" y="15790"/>
                  </a:lnTo>
                  <a:lnTo>
                    <a:pt x="83420" y="15810"/>
                  </a:lnTo>
                  <a:lnTo>
                    <a:pt x="83646" y="15838"/>
                  </a:lnTo>
                  <a:lnTo>
                    <a:pt x="84536" y="15948"/>
                  </a:lnTo>
                  <a:lnTo>
                    <a:pt x="84762" y="15976"/>
                  </a:lnTo>
                  <a:lnTo>
                    <a:pt x="85122" y="16021"/>
                  </a:lnTo>
                  <a:lnTo>
                    <a:pt x="86275" y="15988"/>
                  </a:lnTo>
                  <a:lnTo>
                    <a:pt x="86432" y="15984"/>
                  </a:lnTo>
                  <a:lnTo>
                    <a:pt x="86717" y="15976"/>
                  </a:lnTo>
                  <a:lnTo>
                    <a:pt x="89312" y="16349"/>
                  </a:lnTo>
                  <a:lnTo>
                    <a:pt x="90043" y="16487"/>
                  </a:lnTo>
                  <a:lnTo>
                    <a:pt x="90617" y="16594"/>
                  </a:lnTo>
                  <a:lnTo>
                    <a:pt x="90985" y="16664"/>
                  </a:lnTo>
                  <a:lnTo>
                    <a:pt x="90888" y="17106"/>
                  </a:lnTo>
                  <a:lnTo>
                    <a:pt x="89987" y="21211"/>
                  </a:lnTo>
                  <a:lnTo>
                    <a:pt x="89604" y="22956"/>
                  </a:lnTo>
                  <a:lnTo>
                    <a:pt x="89892" y="22968"/>
                  </a:lnTo>
                  <a:lnTo>
                    <a:pt x="89831" y="23126"/>
                  </a:lnTo>
                  <a:lnTo>
                    <a:pt x="89337" y="24405"/>
                  </a:lnTo>
                  <a:lnTo>
                    <a:pt x="89116" y="24978"/>
                  </a:lnTo>
                  <a:lnTo>
                    <a:pt x="89081" y="25394"/>
                  </a:lnTo>
                  <a:lnTo>
                    <a:pt x="89637" y="25603"/>
                  </a:lnTo>
                  <a:lnTo>
                    <a:pt x="90036" y="25957"/>
                  </a:lnTo>
                  <a:lnTo>
                    <a:pt x="91389" y="27157"/>
                  </a:lnTo>
                  <a:lnTo>
                    <a:pt x="91722" y="27333"/>
                  </a:lnTo>
                  <a:lnTo>
                    <a:pt x="91997" y="27478"/>
                  </a:lnTo>
                  <a:lnTo>
                    <a:pt x="95184" y="29197"/>
                  </a:lnTo>
                  <a:lnTo>
                    <a:pt x="94983" y="29487"/>
                  </a:lnTo>
                  <a:lnTo>
                    <a:pt x="92549" y="32998"/>
                  </a:lnTo>
                  <a:lnTo>
                    <a:pt x="92291" y="33371"/>
                  </a:lnTo>
                  <a:lnTo>
                    <a:pt x="92223" y="33584"/>
                  </a:lnTo>
                  <a:lnTo>
                    <a:pt x="92996" y="34219"/>
                  </a:lnTo>
                  <a:lnTo>
                    <a:pt x="91074" y="35181"/>
                  </a:lnTo>
                  <a:lnTo>
                    <a:pt x="88188" y="36629"/>
                  </a:lnTo>
                  <a:lnTo>
                    <a:pt x="87932" y="36763"/>
                  </a:lnTo>
                  <a:lnTo>
                    <a:pt x="87180" y="37157"/>
                  </a:lnTo>
                  <a:lnTo>
                    <a:pt x="85983" y="37776"/>
                  </a:lnTo>
                  <a:lnTo>
                    <a:pt x="84053" y="38638"/>
                  </a:lnTo>
                  <a:lnTo>
                    <a:pt x="83447" y="38901"/>
                  </a:lnTo>
                  <a:lnTo>
                    <a:pt x="79768" y="40148"/>
                  </a:lnTo>
                  <a:lnTo>
                    <a:pt x="79478" y="40251"/>
                  </a:lnTo>
                  <a:lnTo>
                    <a:pt x="79005" y="40419"/>
                  </a:lnTo>
                  <a:lnTo>
                    <a:pt x="75855" y="41536"/>
                  </a:lnTo>
                  <a:lnTo>
                    <a:pt x="75531" y="41651"/>
                  </a:lnTo>
                  <a:lnTo>
                    <a:pt x="75376" y="41706"/>
                  </a:lnTo>
                  <a:lnTo>
                    <a:pt x="75011" y="41663"/>
                  </a:lnTo>
                  <a:lnTo>
                    <a:pt x="74894" y="41442"/>
                  </a:lnTo>
                  <a:lnTo>
                    <a:pt x="71811" y="42891"/>
                  </a:lnTo>
                  <a:lnTo>
                    <a:pt x="70937" y="43028"/>
                  </a:lnTo>
                  <a:lnTo>
                    <a:pt x="71624" y="44332"/>
                  </a:lnTo>
                  <a:lnTo>
                    <a:pt x="71860" y="44240"/>
                  </a:lnTo>
                  <a:lnTo>
                    <a:pt x="75531" y="42808"/>
                  </a:lnTo>
                  <a:lnTo>
                    <a:pt x="75760" y="42719"/>
                  </a:lnTo>
                  <a:lnTo>
                    <a:pt x="76583" y="42952"/>
                  </a:lnTo>
                  <a:lnTo>
                    <a:pt x="77576" y="42984"/>
                  </a:lnTo>
                  <a:lnTo>
                    <a:pt x="84259" y="43202"/>
                  </a:lnTo>
                  <a:lnTo>
                    <a:pt x="84578" y="43213"/>
                  </a:lnTo>
                  <a:lnTo>
                    <a:pt x="85620" y="43918"/>
                  </a:lnTo>
                  <a:lnTo>
                    <a:pt x="85632" y="44068"/>
                  </a:lnTo>
                  <a:lnTo>
                    <a:pt x="85805" y="46123"/>
                  </a:lnTo>
                  <a:lnTo>
                    <a:pt x="85816" y="46251"/>
                  </a:lnTo>
                  <a:lnTo>
                    <a:pt x="85898" y="47226"/>
                  </a:lnTo>
                  <a:lnTo>
                    <a:pt x="84101" y="47104"/>
                  </a:lnTo>
                  <a:lnTo>
                    <a:pt x="81169" y="46908"/>
                  </a:lnTo>
                  <a:lnTo>
                    <a:pt x="78783" y="50695"/>
                  </a:lnTo>
                  <a:lnTo>
                    <a:pt x="78556" y="50790"/>
                  </a:lnTo>
                  <a:lnTo>
                    <a:pt x="75542" y="52049"/>
                  </a:lnTo>
                  <a:lnTo>
                    <a:pt x="75075" y="52244"/>
                  </a:lnTo>
                  <a:lnTo>
                    <a:pt x="74321" y="52696"/>
                  </a:lnTo>
                  <a:lnTo>
                    <a:pt x="73999" y="53161"/>
                  </a:lnTo>
                  <a:lnTo>
                    <a:pt x="73050" y="54279"/>
                  </a:lnTo>
                  <a:lnTo>
                    <a:pt x="69928" y="57584"/>
                  </a:lnTo>
                  <a:lnTo>
                    <a:pt x="69230" y="58322"/>
                  </a:lnTo>
                  <a:lnTo>
                    <a:pt x="69086" y="58475"/>
                  </a:lnTo>
                  <a:lnTo>
                    <a:pt x="68849" y="58373"/>
                  </a:lnTo>
                  <a:lnTo>
                    <a:pt x="67241" y="56965"/>
                  </a:lnTo>
                  <a:lnTo>
                    <a:pt x="67159" y="56137"/>
                  </a:lnTo>
                  <a:lnTo>
                    <a:pt x="66694" y="57270"/>
                  </a:lnTo>
                  <a:lnTo>
                    <a:pt x="65251" y="58987"/>
                  </a:lnTo>
                  <a:lnTo>
                    <a:pt x="64261" y="58164"/>
                  </a:lnTo>
                  <a:lnTo>
                    <a:pt x="62973" y="58642"/>
                  </a:lnTo>
                  <a:lnTo>
                    <a:pt x="62543" y="58801"/>
                  </a:lnTo>
                  <a:lnTo>
                    <a:pt x="62471" y="58657"/>
                  </a:lnTo>
                  <a:lnTo>
                    <a:pt x="62323" y="58226"/>
                  </a:lnTo>
                  <a:lnTo>
                    <a:pt x="62218" y="58372"/>
                  </a:lnTo>
                  <a:lnTo>
                    <a:pt x="62115" y="58514"/>
                  </a:lnTo>
                  <a:lnTo>
                    <a:pt x="61514" y="59348"/>
                  </a:lnTo>
                  <a:lnTo>
                    <a:pt x="59804" y="61718"/>
                  </a:lnTo>
                  <a:lnTo>
                    <a:pt x="59591" y="62014"/>
                  </a:lnTo>
                  <a:lnTo>
                    <a:pt x="54974" y="68413"/>
                  </a:lnTo>
                  <a:lnTo>
                    <a:pt x="54773" y="68692"/>
                  </a:lnTo>
                  <a:lnTo>
                    <a:pt x="51580" y="73118"/>
                  </a:lnTo>
                  <a:lnTo>
                    <a:pt x="51146" y="73720"/>
                  </a:lnTo>
                  <a:lnTo>
                    <a:pt x="46969" y="70920"/>
                  </a:lnTo>
                  <a:lnTo>
                    <a:pt x="46616" y="70675"/>
                  </a:lnTo>
                  <a:lnTo>
                    <a:pt x="46465" y="70582"/>
                  </a:lnTo>
                  <a:lnTo>
                    <a:pt x="43866" y="68840"/>
                  </a:lnTo>
                  <a:lnTo>
                    <a:pt x="43491" y="68589"/>
                  </a:lnTo>
                  <a:lnTo>
                    <a:pt x="40439" y="66543"/>
                  </a:lnTo>
                  <a:lnTo>
                    <a:pt x="39754" y="66084"/>
                  </a:lnTo>
                  <a:lnTo>
                    <a:pt x="37388" y="64498"/>
                  </a:lnTo>
                  <a:lnTo>
                    <a:pt x="37230" y="64392"/>
                  </a:lnTo>
                  <a:lnTo>
                    <a:pt x="36221" y="63715"/>
                  </a:lnTo>
                  <a:lnTo>
                    <a:pt x="34956" y="62868"/>
                  </a:lnTo>
                  <a:lnTo>
                    <a:pt x="34052" y="62262"/>
                  </a:lnTo>
                  <a:lnTo>
                    <a:pt x="33066" y="61601"/>
                  </a:lnTo>
                  <a:lnTo>
                    <a:pt x="30870" y="60129"/>
                  </a:lnTo>
                  <a:lnTo>
                    <a:pt x="29236" y="59033"/>
                  </a:lnTo>
                  <a:lnTo>
                    <a:pt x="19406" y="52444"/>
                  </a:lnTo>
                  <a:lnTo>
                    <a:pt x="19242" y="52334"/>
                  </a:lnTo>
                  <a:lnTo>
                    <a:pt x="13461" y="48459"/>
                  </a:lnTo>
                  <a:lnTo>
                    <a:pt x="11392" y="47072"/>
                  </a:lnTo>
                  <a:lnTo>
                    <a:pt x="10188" y="46265"/>
                  </a:lnTo>
                  <a:lnTo>
                    <a:pt x="7349" y="44361"/>
                  </a:lnTo>
                  <a:lnTo>
                    <a:pt x="4741" y="42613"/>
                  </a:lnTo>
                  <a:lnTo>
                    <a:pt x="4512" y="42460"/>
                  </a:lnTo>
                  <a:lnTo>
                    <a:pt x="2226" y="40928"/>
                  </a:lnTo>
                  <a:lnTo>
                    <a:pt x="1897" y="40707"/>
                  </a:lnTo>
                  <a:lnTo>
                    <a:pt x="1703" y="40577"/>
                  </a:lnTo>
                  <a:lnTo>
                    <a:pt x="1226" y="40369"/>
                  </a:lnTo>
                  <a:lnTo>
                    <a:pt x="689" y="40135"/>
                  </a:lnTo>
                  <a:lnTo>
                    <a:pt x="0" y="39835"/>
                  </a:lnTo>
                  <a:lnTo>
                    <a:pt x="1017" y="38341"/>
                  </a:lnTo>
                  <a:lnTo>
                    <a:pt x="1399" y="37779"/>
                  </a:lnTo>
                  <a:lnTo>
                    <a:pt x="1698" y="37340"/>
                  </a:lnTo>
                  <a:lnTo>
                    <a:pt x="2134" y="36700"/>
                  </a:lnTo>
                  <a:lnTo>
                    <a:pt x="2491" y="36174"/>
                  </a:lnTo>
                  <a:lnTo>
                    <a:pt x="2694" y="35877"/>
                  </a:lnTo>
                  <a:lnTo>
                    <a:pt x="2798" y="35724"/>
                  </a:lnTo>
                  <a:lnTo>
                    <a:pt x="2889" y="35591"/>
                  </a:lnTo>
                  <a:lnTo>
                    <a:pt x="3426" y="34802"/>
                  </a:lnTo>
                  <a:lnTo>
                    <a:pt x="3734" y="34349"/>
                  </a:lnTo>
                  <a:lnTo>
                    <a:pt x="3864" y="34159"/>
                  </a:lnTo>
                  <a:lnTo>
                    <a:pt x="4016" y="33935"/>
                  </a:lnTo>
                  <a:lnTo>
                    <a:pt x="4186" y="33685"/>
                  </a:lnTo>
                  <a:lnTo>
                    <a:pt x="4562" y="33132"/>
                  </a:lnTo>
                  <a:lnTo>
                    <a:pt x="5041" y="32429"/>
                  </a:lnTo>
                  <a:lnTo>
                    <a:pt x="5337" y="31994"/>
                  </a:lnTo>
                  <a:lnTo>
                    <a:pt x="5589" y="31624"/>
                  </a:lnTo>
                  <a:lnTo>
                    <a:pt x="5969" y="31067"/>
                  </a:lnTo>
                  <a:lnTo>
                    <a:pt x="6457" y="30349"/>
                  </a:lnTo>
                  <a:lnTo>
                    <a:pt x="7083" y="29430"/>
                  </a:lnTo>
                  <a:lnTo>
                    <a:pt x="7861" y="28287"/>
                  </a:lnTo>
                  <a:lnTo>
                    <a:pt x="8404" y="27490"/>
                  </a:lnTo>
                  <a:lnTo>
                    <a:pt x="8718" y="27028"/>
                  </a:lnTo>
                  <a:lnTo>
                    <a:pt x="15753" y="16695"/>
                  </a:lnTo>
                  <a:lnTo>
                    <a:pt x="17279" y="14483"/>
                  </a:lnTo>
                  <a:lnTo>
                    <a:pt x="17927" y="13544"/>
                  </a:lnTo>
                  <a:lnTo>
                    <a:pt x="19520" y="11235"/>
                  </a:lnTo>
                  <a:lnTo>
                    <a:pt x="19707" y="10964"/>
                  </a:lnTo>
                  <a:lnTo>
                    <a:pt x="20495" y="9822"/>
                  </a:lnTo>
                  <a:lnTo>
                    <a:pt x="20593" y="9680"/>
                  </a:lnTo>
                  <a:lnTo>
                    <a:pt x="21827" y="7891"/>
                  </a:lnTo>
                  <a:lnTo>
                    <a:pt x="22283" y="7230"/>
                  </a:lnTo>
                  <a:lnTo>
                    <a:pt x="22638" y="6715"/>
                  </a:lnTo>
                  <a:lnTo>
                    <a:pt x="22969" y="6236"/>
                  </a:lnTo>
                  <a:lnTo>
                    <a:pt x="23438" y="5556"/>
                  </a:lnTo>
                  <a:lnTo>
                    <a:pt x="23625" y="5285"/>
                  </a:lnTo>
                  <a:lnTo>
                    <a:pt x="23994" y="4751"/>
                  </a:lnTo>
                  <a:lnTo>
                    <a:pt x="24102" y="4593"/>
                  </a:lnTo>
                  <a:lnTo>
                    <a:pt x="24430" y="4118"/>
                  </a:lnTo>
                  <a:lnTo>
                    <a:pt x="24702" y="3749"/>
                  </a:lnTo>
                  <a:lnTo>
                    <a:pt x="25421" y="2773"/>
                  </a:lnTo>
                  <a:lnTo>
                    <a:pt x="25723" y="2363"/>
                  </a:lnTo>
                  <a:lnTo>
                    <a:pt x="26109" y="1840"/>
                  </a:lnTo>
                  <a:lnTo>
                    <a:pt x="26790" y="915"/>
                  </a:lnTo>
                  <a:lnTo>
                    <a:pt x="27036" y="582"/>
                  </a:lnTo>
                  <a:lnTo>
                    <a:pt x="27465" y="0"/>
                  </a:lnTo>
                  <a:lnTo>
                    <a:pt x="27838" y="229"/>
                  </a:lnTo>
                  <a:lnTo>
                    <a:pt x="28951" y="914"/>
                  </a:lnTo>
                  <a:lnTo>
                    <a:pt x="31701" y="2607"/>
                  </a:lnTo>
                  <a:lnTo>
                    <a:pt x="31839" y="2743"/>
                  </a:lnTo>
                  <a:lnTo>
                    <a:pt x="30448" y="4583"/>
                  </a:lnTo>
                  <a:lnTo>
                    <a:pt x="30077" y="5156"/>
                  </a:lnTo>
                  <a:lnTo>
                    <a:pt x="32969" y="7102"/>
                  </a:lnTo>
                  <a:lnTo>
                    <a:pt x="34094" y="7859"/>
                  </a:lnTo>
                  <a:lnTo>
                    <a:pt x="37627" y="10238"/>
                  </a:lnTo>
                  <a:lnTo>
                    <a:pt x="37334" y="10699"/>
                  </a:lnTo>
                  <a:lnTo>
                    <a:pt x="37077" y="11074"/>
                  </a:lnTo>
                  <a:lnTo>
                    <a:pt x="37687" y="11483"/>
                  </a:lnTo>
                  <a:lnTo>
                    <a:pt x="42937" y="14998"/>
                  </a:lnTo>
                  <a:lnTo>
                    <a:pt x="43202" y="15185"/>
                  </a:lnTo>
                  <a:lnTo>
                    <a:pt x="43811" y="15645"/>
                  </a:lnTo>
                  <a:lnTo>
                    <a:pt x="46248" y="17484"/>
                  </a:lnTo>
                  <a:lnTo>
                    <a:pt x="46531" y="18012"/>
                  </a:lnTo>
                  <a:lnTo>
                    <a:pt x="46618" y="18174"/>
                  </a:lnTo>
                  <a:lnTo>
                    <a:pt x="46826" y="18561"/>
                  </a:lnTo>
                  <a:lnTo>
                    <a:pt x="46904" y="18707"/>
                  </a:lnTo>
                  <a:lnTo>
                    <a:pt x="47039" y="18858"/>
                  </a:lnTo>
                  <a:lnTo>
                    <a:pt x="48797" y="20242"/>
                  </a:lnTo>
                  <a:lnTo>
                    <a:pt x="50100" y="21078"/>
                  </a:lnTo>
                  <a:lnTo>
                    <a:pt x="53797" y="23448"/>
                  </a:lnTo>
                  <a:lnTo>
                    <a:pt x="57242" y="25656"/>
                  </a:lnTo>
                  <a:lnTo>
                    <a:pt x="57435" y="25780"/>
                  </a:lnTo>
                  <a:lnTo>
                    <a:pt x="58231" y="26290"/>
                  </a:lnTo>
                  <a:lnTo>
                    <a:pt x="59624" y="2718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0" name="pg249"/>
            <p:cNvSpPr/>
            <p:nvPr/>
          </p:nvSpPr>
          <p:spPr>
            <a:xfrm>
              <a:off x="4242889" y="2555018"/>
              <a:ext cx="74871" cy="44743"/>
            </a:xfrm>
            <a:custGeom>
              <a:avLst/>
              <a:pathLst>
                <a:path w="74871" h="44743">
                  <a:moveTo>
                    <a:pt x="21167" y="261"/>
                  </a:moveTo>
                  <a:lnTo>
                    <a:pt x="24493" y="1230"/>
                  </a:lnTo>
                  <a:lnTo>
                    <a:pt x="24782" y="542"/>
                  </a:lnTo>
                  <a:lnTo>
                    <a:pt x="29007" y="1838"/>
                  </a:lnTo>
                  <a:lnTo>
                    <a:pt x="40121" y="7407"/>
                  </a:lnTo>
                  <a:lnTo>
                    <a:pt x="40553" y="7624"/>
                  </a:lnTo>
                  <a:lnTo>
                    <a:pt x="41469" y="8166"/>
                  </a:lnTo>
                  <a:lnTo>
                    <a:pt x="41692" y="8299"/>
                  </a:lnTo>
                  <a:lnTo>
                    <a:pt x="41869" y="8509"/>
                  </a:lnTo>
                  <a:lnTo>
                    <a:pt x="42282" y="8999"/>
                  </a:lnTo>
                  <a:lnTo>
                    <a:pt x="44180" y="11252"/>
                  </a:lnTo>
                  <a:lnTo>
                    <a:pt x="44436" y="11668"/>
                  </a:lnTo>
                  <a:lnTo>
                    <a:pt x="44579" y="11952"/>
                  </a:lnTo>
                  <a:lnTo>
                    <a:pt x="44721" y="12329"/>
                  </a:lnTo>
                  <a:lnTo>
                    <a:pt x="44824" y="12718"/>
                  </a:lnTo>
                  <a:lnTo>
                    <a:pt x="44885" y="13117"/>
                  </a:lnTo>
                  <a:lnTo>
                    <a:pt x="44905" y="13518"/>
                  </a:lnTo>
                  <a:lnTo>
                    <a:pt x="44883" y="13920"/>
                  </a:lnTo>
                  <a:lnTo>
                    <a:pt x="44819" y="14318"/>
                  </a:lnTo>
                  <a:lnTo>
                    <a:pt x="44706" y="14733"/>
                  </a:lnTo>
                  <a:lnTo>
                    <a:pt x="44862" y="14626"/>
                  </a:lnTo>
                  <a:lnTo>
                    <a:pt x="46980" y="13174"/>
                  </a:lnTo>
                  <a:lnTo>
                    <a:pt x="48101" y="10872"/>
                  </a:lnTo>
                  <a:lnTo>
                    <a:pt x="48565" y="9862"/>
                  </a:lnTo>
                  <a:lnTo>
                    <a:pt x="50576" y="10020"/>
                  </a:lnTo>
                  <a:lnTo>
                    <a:pt x="54304" y="10318"/>
                  </a:lnTo>
                  <a:lnTo>
                    <a:pt x="56242" y="10020"/>
                  </a:lnTo>
                  <a:lnTo>
                    <a:pt x="59916" y="9967"/>
                  </a:lnTo>
                  <a:lnTo>
                    <a:pt x="59769" y="11902"/>
                  </a:lnTo>
                  <a:lnTo>
                    <a:pt x="60384" y="11809"/>
                  </a:lnTo>
                  <a:lnTo>
                    <a:pt x="61251" y="13614"/>
                  </a:lnTo>
                  <a:lnTo>
                    <a:pt x="61831" y="14909"/>
                  </a:lnTo>
                  <a:lnTo>
                    <a:pt x="62127" y="16051"/>
                  </a:lnTo>
                  <a:lnTo>
                    <a:pt x="62855" y="15849"/>
                  </a:lnTo>
                  <a:lnTo>
                    <a:pt x="64048" y="17137"/>
                  </a:lnTo>
                  <a:lnTo>
                    <a:pt x="64009" y="17720"/>
                  </a:lnTo>
                  <a:lnTo>
                    <a:pt x="63724" y="18335"/>
                  </a:lnTo>
                  <a:lnTo>
                    <a:pt x="65300" y="19534"/>
                  </a:lnTo>
                  <a:lnTo>
                    <a:pt x="65203" y="21390"/>
                  </a:lnTo>
                  <a:lnTo>
                    <a:pt x="67639" y="21867"/>
                  </a:lnTo>
                  <a:lnTo>
                    <a:pt x="68338" y="22627"/>
                  </a:lnTo>
                  <a:lnTo>
                    <a:pt x="69249" y="23618"/>
                  </a:lnTo>
                  <a:lnTo>
                    <a:pt x="70502" y="24980"/>
                  </a:lnTo>
                  <a:lnTo>
                    <a:pt x="70659" y="25374"/>
                  </a:lnTo>
                  <a:lnTo>
                    <a:pt x="71366" y="27142"/>
                  </a:lnTo>
                  <a:lnTo>
                    <a:pt x="70772" y="27597"/>
                  </a:lnTo>
                  <a:lnTo>
                    <a:pt x="72093" y="30158"/>
                  </a:lnTo>
                  <a:lnTo>
                    <a:pt x="72420" y="30793"/>
                  </a:lnTo>
                  <a:lnTo>
                    <a:pt x="72564" y="31071"/>
                  </a:lnTo>
                  <a:lnTo>
                    <a:pt x="71716" y="31679"/>
                  </a:lnTo>
                  <a:lnTo>
                    <a:pt x="71811" y="31867"/>
                  </a:lnTo>
                  <a:lnTo>
                    <a:pt x="72193" y="32627"/>
                  </a:lnTo>
                  <a:lnTo>
                    <a:pt x="73330" y="34888"/>
                  </a:lnTo>
                  <a:lnTo>
                    <a:pt x="73728" y="35708"/>
                  </a:lnTo>
                  <a:lnTo>
                    <a:pt x="74871" y="38057"/>
                  </a:lnTo>
                  <a:lnTo>
                    <a:pt x="71025" y="39516"/>
                  </a:lnTo>
                  <a:lnTo>
                    <a:pt x="69255" y="39581"/>
                  </a:lnTo>
                  <a:lnTo>
                    <a:pt x="69084" y="39588"/>
                  </a:lnTo>
                  <a:lnTo>
                    <a:pt x="69186" y="40633"/>
                  </a:lnTo>
                  <a:lnTo>
                    <a:pt x="69297" y="40796"/>
                  </a:lnTo>
                  <a:lnTo>
                    <a:pt x="69552" y="41219"/>
                  </a:lnTo>
                  <a:lnTo>
                    <a:pt x="69856" y="41631"/>
                  </a:lnTo>
                  <a:lnTo>
                    <a:pt x="69724" y="41816"/>
                  </a:lnTo>
                  <a:lnTo>
                    <a:pt x="69424" y="42235"/>
                  </a:lnTo>
                  <a:lnTo>
                    <a:pt x="69685" y="43301"/>
                  </a:lnTo>
                  <a:lnTo>
                    <a:pt x="69747" y="44743"/>
                  </a:lnTo>
                  <a:lnTo>
                    <a:pt x="69463" y="44612"/>
                  </a:lnTo>
                  <a:lnTo>
                    <a:pt x="68965" y="44382"/>
                  </a:lnTo>
                  <a:lnTo>
                    <a:pt x="68816" y="44313"/>
                  </a:lnTo>
                  <a:lnTo>
                    <a:pt x="68306" y="43638"/>
                  </a:lnTo>
                  <a:lnTo>
                    <a:pt x="68022" y="43560"/>
                  </a:lnTo>
                  <a:lnTo>
                    <a:pt x="64205" y="42510"/>
                  </a:lnTo>
                  <a:lnTo>
                    <a:pt x="61998" y="42259"/>
                  </a:lnTo>
                  <a:lnTo>
                    <a:pt x="61613" y="42297"/>
                  </a:lnTo>
                  <a:lnTo>
                    <a:pt x="61378" y="42319"/>
                  </a:lnTo>
                  <a:lnTo>
                    <a:pt x="59899" y="43297"/>
                  </a:lnTo>
                  <a:lnTo>
                    <a:pt x="59291" y="43631"/>
                  </a:lnTo>
                  <a:lnTo>
                    <a:pt x="58635" y="43691"/>
                  </a:lnTo>
                  <a:lnTo>
                    <a:pt x="58397" y="43608"/>
                  </a:lnTo>
                  <a:lnTo>
                    <a:pt x="57616" y="43411"/>
                  </a:lnTo>
                  <a:lnTo>
                    <a:pt x="51938" y="40455"/>
                  </a:lnTo>
                  <a:lnTo>
                    <a:pt x="51921" y="41117"/>
                  </a:lnTo>
                  <a:lnTo>
                    <a:pt x="51750" y="41052"/>
                  </a:lnTo>
                  <a:lnTo>
                    <a:pt x="51419" y="40927"/>
                  </a:lnTo>
                  <a:lnTo>
                    <a:pt x="51414" y="41111"/>
                  </a:lnTo>
                  <a:lnTo>
                    <a:pt x="51334" y="43911"/>
                  </a:lnTo>
                  <a:lnTo>
                    <a:pt x="50987" y="43834"/>
                  </a:lnTo>
                  <a:lnTo>
                    <a:pt x="48950" y="43378"/>
                  </a:lnTo>
                  <a:lnTo>
                    <a:pt x="46007" y="42126"/>
                  </a:lnTo>
                  <a:lnTo>
                    <a:pt x="45855" y="42061"/>
                  </a:lnTo>
                  <a:lnTo>
                    <a:pt x="45855" y="41552"/>
                  </a:lnTo>
                  <a:lnTo>
                    <a:pt x="43528" y="40973"/>
                  </a:lnTo>
                  <a:lnTo>
                    <a:pt x="39500" y="39969"/>
                  </a:lnTo>
                  <a:lnTo>
                    <a:pt x="38913" y="40102"/>
                  </a:lnTo>
                  <a:lnTo>
                    <a:pt x="36986" y="40490"/>
                  </a:lnTo>
                  <a:lnTo>
                    <a:pt x="35407" y="40678"/>
                  </a:lnTo>
                  <a:lnTo>
                    <a:pt x="34914" y="40737"/>
                  </a:lnTo>
                  <a:lnTo>
                    <a:pt x="34200" y="40266"/>
                  </a:lnTo>
                  <a:lnTo>
                    <a:pt x="33787" y="39993"/>
                  </a:lnTo>
                  <a:lnTo>
                    <a:pt x="32864" y="39384"/>
                  </a:lnTo>
                  <a:lnTo>
                    <a:pt x="31336" y="38375"/>
                  </a:lnTo>
                  <a:lnTo>
                    <a:pt x="30776" y="37919"/>
                  </a:lnTo>
                  <a:lnTo>
                    <a:pt x="30391" y="37606"/>
                  </a:lnTo>
                  <a:lnTo>
                    <a:pt x="29785" y="37112"/>
                  </a:lnTo>
                  <a:lnTo>
                    <a:pt x="29184" y="36623"/>
                  </a:lnTo>
                  <a:lnTo>
                    <a:pt x="27232" y="35279"/>
                  </a:lnTo>
                  <a:lnTo>
                    <a:pt x="26454" y="34743"/>
                  </a:lnTo>
                  <a:lnTo>
                    <a:pt x="26208" y="34597"/>
                  </a:lnTo>
                  <a:lnTo>
                    <a:pt x="24012" y="33294"/>
                  </a:lnTo>
                  <a:lnTo>
                    <a:pt x="23695" y="33093"/>
                  </a:lnTo>
                  <a:lnTo>
                    <a:pt x="22937" y="32612"/>
                  </a:lnTo>
                  <a:lnTo>
                    <a:pt x="21165" y="31488"/>
                  </a:lnTo>
                  <a:lnTo>
                    <a:pt x="20481" y="31054"/>
                  </a:lnTo>
                  <a:lnTo>
                    <a:pt x="19963" y="30724"/>
                  </a:lnTo>
                  <a:lnTo>
                    <a:pt x="16777" y="28655"/>
                  </a:lnTo>
                  <a:lnTo>
                    <a:pt x="16636" y="28563"/>
                  </a:lnTo>
                  <a:lnTo>
                    <a:pt x="16151" y="28249"/>
                  </a:lnTo>
                  <a:lnTo>
                    <a:pt x="14683" y="27254"/>
                  </a:lnTo>
                  <a:lnTo>
                    <a:pt x="13641" y="26548"/>
                  </a:lnTo>
                  <a:lnTo>
                    <a:pt x="13322" y="26538"/>
                  </a:lnTo>
                  <a:lnTo>
                    <a:pt x="6639" y="26320"/>
                  </a:lnTo>
                  <a:lnTo>
                    <a:pt x="5646" y="26287"/>
                  </a:lnTo>
                  <a:lnTo>
                    <a:pt x="4823" y="26055"/>
                  </a:lnTo>
                  <a:lnTo>
                    <a:pt x="4594" y="26144"/>
                  </a:lnTo>
                  <a:lnTo>
                    <a:pt x="923" y="27575"/>
                  </a:lnTo>
                  <a:lnTo>
                    <a:pt x="687" y="27667"/>
                  </a:lnTo>
                  <a:lnTo>
                    <a:pt x="0" y="26364"/>
                  </a:lnTo>
                  <a:lnTo>
                    <a:pt x="873" y="26226"/>
                  </a:lnTo>
                  <a:lnTo>
                    <a:pt x="3957" y="24778"/>
                  </a:lnTo>
                  <a:lnTo>
                    <a:pt x="4074" y="24999"/>
                  </a:lnTo>
                  <a:lnTo>
                    <a:pt x="4439" y="25041"/>
                  </a:lnTo>
                  <a:lnTo>
                    <a:pt x="4594" y="24987"/>
                  </a:lnTo>
                  <a:lnTo>
                    <a:pt x="4918" y="24872"/>
                  </a:lnTo>
                  <a:lnTo>
                    <a:pt x="8068" y="23755"/>
                  </a:lnTo>
                  <a:lnTo>
                    <a:pt x="8541" y="23587"/>
                  </a:lnTo>
                  <a:lnTo>
                    <a:pt x="8831" y="23484"/>
                  </a:lnTo>
                  <a:lnTo>
                    <a:pt x="12578" y="22214"/>
                  </a:lnTo>
                  <a:lnTo>
                    <a:pt x="13116" y="21974"/>
                  </a:lnTo>
                  <a:lnTo>
                    <a:pt x="15278" y="20999"/>
                  </a:lnTo>
                  <a:lnTo>
                    <a:pt x="16242" y="20493"/>
                  </a:lnTo>
                  <a:lnTo>
                    <a:pt x="16995" y="20098"/>
                  </a:lnTo>
                  <a:lnTo>
                    <a:pt x="17285" y="19946"/>
                  </a:lnTo>
                  <a:lnTo>
                    <a:pt x="20137" y="18517"/>
                  </a:lnTo>
                  <a:lnTo>
                    <a:pt x="22059" y="17554"/>
                  </a:lnTo>
                  <a:lnTo>
                    <a:pt x="21236" y="16878"/>
                  </a:lnTo>
                  <a:lnTo>
                    <a:pt x="21354" y="16707"/>
                  </a:lnTo>
                  <a:lnTo>
                    <a:pt x="21612" y="16334"/>
                  </a:lnTo>
                  <a:lnTo>
                    <a:pt x="24140" y="12686"/>
                  </a:lnTo>
                  <a:lnTo>
                    <a:pt x="24133" y="12423"/>
                  </a:lnTo>
                  <a:lnTo>
                    <a:pt x="21059" y="10814"/>
                  </a:lnTo>
                  <a:lnTo>
                    <a:pt x="20785" y="10669"/>
                  </a:lnTo>
                  <a:lnTo>
                    <a:pt x="20281" y="10341"/>
                  </a:lnTo>
                  <a:lnTo>
                    <a:pt x="19099" y="9292"/>
                  </a:lnTo>
                  <a:lnTo>
                    <a:pt x="18700" y="8939"/>
                  </a:lnTo>
                  <a:lnTo>
                    <a:pt x="18054" y="8637"/>
                  </a:lnTo>
                  <a:lnTo>
                    <a:pt x="18179" y="8314"/>
                  </a:lnTo>
                  <a:lnTo>
                    <a:pt x="18400" y="7741"/>
                  </a:lnTo>
                  <a:lnTo>
                    <a:pt x="18894" y="6461"/>
                  </a:lnTo>
                  <a:lnTo>
                    <a:pt x="18954" y="6303"/>
                  </a:lnTo>
                  <a:lnTo>
                    <a:pt x="18686" y="6205"/>
                  </a:lnTo>
                  <a:lnTo>
                    <a:pt x="19050" y="4547"/>
                  </a:lnTo>
                  <a:lnTo>
                    <a:pt x="19951" y="442"/>
                  </a:lnTo>
                  <a:lnTo>
                    <a:pt x="20048" y="0"/>
                  </a:lnTo>
                  <a:lnTo>
                    <a:pt x="20671" y="11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1" name="pg250"/>
            <p:cNvSpPr/>
            <p:nvPr/>
          </p:nvSpPr>
          <p:spPr>
            <a:xfrm>
              <a:off x="4264642" y="2530992"/>
              <a:ext cx="54610" cy="46654"/>
            </a:xfrm>
            <a:custGeom>
              <a:avLst/>
              <a:pathLst>
                <a:path w="54610" h="46654">
                  <a:moveTo>
                    <a:pt x="21922" y="818"/>
                  </a:moveTo>
                  <a:lnTo>
                    <a:pt x="24094" y="2027"/>
                  </a:lnTo>
                  <a:lnTo>
                    <a:pt x="27040" y="1462"/>
                  </a:lnTo>
                  <a:lnTo>
                    <a:pt x="28332" y="1407"/>
                  </a:lnTo>
                  <a:lnTo>
                    <a:pt x="30084" y="3245"/>
                  </a:lnTo>
                  <a:lnTo>
                    <a:pt x="29390" y="4246"/>
                  </a:lnTo>
                  <a:lnTo>
                    <a:pt x="31537" y="7586"/>
                  </a:lnTo>
                  <a:lnTo>
                    <a:pt x="32330" y="6452"/>
                  </a:lnTo>
                  <a:lnTo>
                    <a:pt x="33028" y="6700"/>
                  </a:lnTo>
                  <a:lnTo>
                    <a:pt x="35414" y="8601"/>
                  </a:lnTo>
                  <a:lnTo>
                    <a:pt x="36094" y="10482"/>
                  </a:lnTo>
                  <a:lnTo>
                    <a:pt x="36830" y="12515"/>
                  </a:lnTo>
                  <a:lnTo>
                    <a:pt x="36444" y="14653"/>
                  </a:lnTo>
                  <a:lnTo>
                    <a:pt x="31513" y="20536"/>
                  </a:lnTo>
                  <a:lnTo>
                    <a:pt x="33565" y="22731"/>
                  </a:lnTo>
                  <a:lnTo>
                    <a:pt x="35187" y="24114"/>
                  </a:lnTo>
                  <a:lnTo>
                    <a:pt x="35733" y="21142"/>
                  </a:lnTo>
                  <a:lnTo>
                    <a:pt x="36979" y="20678"/>
                  </a:lnTo>
                  <a:lnTo>
                    <a:pt x="39216" y="20790"/>
                  </a:lnTo>
                  <a:lnTo>
                    <a:pt x="41490" y="20790"/>
                  </a:lnTo>
                  <a:lnTo>
                    <a:pt x="42757" y="18479"/>
                  </a:lnTo>
                  <a:lnTo>
                    <a:pt x="46149" y="18740"/>
                  </a:lnTo>
                  <a:lnTo>
                    <a:pt x="47677" y="19895"/>
                  </a:lnTo>
                  <a:lnTo>
                    <a:pt x="49317" y="20231"/>
                  </a:lnTo>
                  <a:lnTo>
                    <a:pt x="52076" y="20492"/>
                  </a:lnTo>
                  <a:lnTo>
                    <a:pt x="54163" y="21834"/>
                  </a:lnTo>
                  <a:lnTo>
                    <a:pt x="54396" y="21947"/>
                  </a:lnTo>
                  <a:lnTo>
                    <a:pt x="54610" y="25859"/>
                  </a:lnTo>
                  <a:lnTo>
                    <a:pt x="53366" y="29572"/>
                  </a:lnTo>
                  <a:lnTo>
                    <a:pt x="51678" y="29515"/>
                  </a:lnTo>
                  <a:lnTo>
                    <a:pt x="50360" y="31879"/>
                  </a:lnTo>
                  <a:lnTo>
                    <a:pt x="47886" y="31063"/>
                  </a:lnTo>
                  <a:lnTo>
                    <a:pt x="45053" y="30765"/>
                  </a:lnTo>
                  <a:lnTo>
                    <a:pt x="44501" y="30437"/>
                  </a:lnTo>
                  <a:lnTo>
                    <a:pt x="44469" y="31708"/>
                  </a:lnTo>
                  <a:lnTo>
                    <a:pt x="45042" y="32996"/>
                  </a:lnTo>
                  <a:lnTo>
                    <a:pt x="45936" y="33926"/>
                  </a:lnTo>
                  <a:lnTo>
                    <a:pt x="46759" y="35572"/>
                  </a:lnTo>
                  <a:lnTo>
                    <a:pt x="47260" y="36145"/>
                  </a:lnTo>
                  <a:lnTo>
                    <a:pt x="47654" y="36574"/>
                  </a:lnTo>
                  <a:lnTo>
                    <a:pt x="48870" y="36860"/>
                  </a:lnTo>
                  <a:lnTo>
                    <a:pt x="48799" y="38936"/>
                  </a:lnTo>
                  <a:lnTo>
                    <a:pt x="48799" y="39365"/>
                  </a:lnTo>
                  <a:lnTo>
                    <a:pt x="50946" y="38685"/>
                  </a:lnTo>
                  <a:lnTo>
                    <a:pt x="52771" y="43409"/>
                  </a:lnTo>
                  <a:lnTo>
                    <a:pt x="49157" y="44482"/>
                  </a:lnTo>
                  <a:lnTo>
                    <a:pt x="48369" y="45377"/>
                  </a:lnTo>
                  <a:lnTo>
                    <a:pt x="46585" y="46654"/>
                  </a:lnTo>
                  <a:lnTo>
                    <a:pt x="45886" y="45893"/>
                  </a:lnTo>
                  <a:lnTo>
                    <a:pt x="43396" y="45406"/>
                  </a:lnTo>
                  <a:lnTo>
                    <a:pt x="43547" y="43560"/>
                  </a:lnTo>
                  <a:lnTo>
                    <a:pt x="41971" y="42361"/>
                  </a:lnTo>
                  <a:lnTo>
                    <a:pt x="42256" y="41746"/>
                  </a:lnTo>
                  <a:lnTo>
                    <a:pt x="42294" y="41163"/>
                  </a:lnTo>
                  <a:lnTo>
                    <a:pt x="41102" y="39875"/>
                  </a:lnTo>
                  <a:lnTo>
                    <a:pt x="40374" y="40077"/>
                  </a:lnTo>
                  <a:lnTo>
                    <a:pt x="40062" y="38900"/>
                  </a:lnTo>
                  <a:lnTo>
                    <a:pt x="39498" y="37640"/>
                  </a:lnTo>
                  <a:lnTo>
                    <a:pt x="38631" y="35835"/>
                  </a:lnTo>
                  <a:lnTo>
                    <a:pt x="38015" y="35928"/>
                  </a:lnTo>
                  <a:lnTo>
                    <a:pt x="38162" y="33994"/>
                  </a:lnTo>
                  <a:lnTo>
                    <a:pt x="34489" y="34046"/>
                  </a:lnTo>
                  <a:lnTo>
                    <a:pt x="32550" y="34344"/>
                  </a:lnTo>
                  <a:lnTo>
                    <a:pt x="28823" y="34046"/>
                  </a:lnTo>
                  <a:lnTo>
                    <a:pt x="26811" y="33888"/>
                  </a:lnTo>
                  <a:lnTo>
                    <a:pt x="26348" y="34898"/>
                  </a:lnTo>
                  <a:lnTo>
                    <a:pt x="25226" y="37200"/>
                  </a:lnTo>
                  <a:lnTo>
                    <a:pt x="23109" y="38652"/>
                  </a:lnTo>
                  <a:lnTo>
                    <a:pt x="22961" y="38732"/>
                  </a:lnTo>
                  <a:lnTo>
                    <a:pt x="23066" y="38344"/>
                  </a:lnTo>
                  <a:lnTo>
                    <a:pt x="23130" y="37946"/>
                  </a:lnTo>
                  <a:lnTo>
                    <a:pt x="23152" y="37544"/>
                  </a:lnTo>
                  <a:lnTo>
                    <a:pt x="23132" y="37141"/>
                  </a:lnTo>
                  <a:lnTo>
                    <a:pt x="23070" y="36743"/>
                  </a:lnTo>
                  <a:lnTo>
                    <a:pt x="22968" y="36354"/>
                  </a:lnTo>
                  <a:lnTo>
                    <a:pt x="22825" y="35977"/>
                  </a:lnTo>
                  <a:lnTo>
                    <a:pt x="22639" y="35607"/>
                  </a:lnTo>
                  <a:lnTo>
                    <a:pt x="22427" y="35278"/>
                  </a:lnTo>
                  <a:lnTo>
                    <a:pt x="20529" y="33025"/>
                  </a:lnTo>
                  <a:lnTo>
                    <a:pt x="20116" y="32535"/>
                  </a:lnTo>
                  <a:lnTo>
                    <a:pt x="19939" y="32325"/>
                  </a:lnTo>
                  <a:lnTo>
                    <a:pt x="19716" y="32193"/>
                  </a:lnTo>
                  <a:lnTo>
                    <a:pt x="18799" y="31650"/>
                  </a:lnTo>
                  <a:lnTo>
                    <a:pt x="18367" y="31433"/>
                  </a:lnTo>
                  <a:lnTo>
                    <a:pt x="7254" y="25864"/>
                  </a:lnTo>
                  <a:lnTo>
                    <a:pt x="3029" y="24568"/>
                  </a:lnTo>
                  <a:lnTo>
                    <a:pt x="2390" y="19738"/>
                  </a:lnTo>
                  <a:lnTo>
                    <a:pt x="578" y="17944"/>
                  </a:lnTo>
                  <a:lnTo>
                    <a:pt x="0" y="17371"/>
                  </a:lnTo>
                  <a:lnTo>
                    <a:pt x="4213" y="13314"/>
                  </a:lnTo>
                  <a:lnTo>
                    <a:pt x="4711" y="12834"/>
                  </a:lnTo>
                  <a:lnTo>
                    <a:pt x="6004" y="11700"/>
                  </a:lnTo>
                  <a:lnTo>
                    <a:pt x="6742" y="11053"/>
                  </a:lnTo>
                  <a:lnTo>
                    <a:pt x="8686" y="9491"/>
                  </a:lnTo>
                  <a:lnTo>
                    <a:pt x="9185" y="9090"/>
                  </a:lnTo>
                  <a:lnTo>
                    <a:pt x="9748" y="8637"/>
                  </a:lnTo>
                  <a:lnTo>
                    <a:pt x="11434" y="7282"/>
                  </a:lnTo>
                  <a:lnTo>
                    <a:pt x="11763" y="7017"/>
                  </a:lnTo>
                  <a:lnTo>
                    <a:pt x="11635" y="3439"/>
                  </a:lnTo>
                  <a:lnTo>
                    <a:pt x="11641" y="2743"/>
                  </a:lnTo>
                  <a:lnTo>
                    <a:pt x="15829" y="2902"/>
                  </a:lnTo>
                  <a:lnTo>
                    <a:pt x="16365" y="2958"/>
                  </a:lnTo>
                  <a:lnTo>
                    <a:pt x="17677" y="0"/>
                  </a:lnTo>
                  <a:lnTo>
                    <a:pt x="18302" y="12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2" name="pg251"/>
            <p:cNvSpPr/>
            <p:nvPr/>
          </p:nvSpPr>
          <p:spPr>
            <a:xfrm>
              <a:off x="4234495" y="2521699"/>
              <a:ext cx="200293" cy="132603"/>
            </a:xfrm>
            <a:custGeom>
              <a:avLst/>
              <a:pathLst>
                <a:path w="200293" h="132603">
                  <a:moveTo>
                    <a:pt x="188012" y="45936"/>
                  </a:moveTo>
                  <a:lnTo>
                    <a:pt x="185029" y="48421"/>
                  </a:lnTo>
                  <a:lnTo>
                    <a:pt x="180977" y="50107"/>
                  </a:lnTo>
                  <a:lnTo>
                    <a:pt x="176158" y="47974"/>
                  </a:lnTo>
                  <a:lnTo>
                    <a:pt x="171461" y="47228"/>
                  </a:lnTo>
                  <a:lnTo>
                    <a:pt x="165796" y="48794"/>
                  </a:lnTo>
                  <a:lnTo>
                    <a:pt x="158565" y="50509"/>
                  </a:lnTo>
                  <a:lnTo>
                    <a:pt x="152377" y="52671"/>
                  </a:lnTo>
                  <a:lnTo>
                    <a:pt x="149320" y="56398"/>
                  </a:lnTo>
                  <a:lnTo>
                    <a:pt x="145742" y="59380"/>
                  </a:lnTo>
                  <a:lnTo>
                    <a:pt x="140896" y="62511"/>
                  </a:lnTo>
                  <a:lnTo>
                    <a:pt x="137691" y="66238"/>
                  </a:lnTo>
                  <a:lnTo>
                    <a:pt x="138511" y="69817"/>
                  </a:lnTo>
                  <a:lnTo>
                    <a:pt x="140216" y="73219"/>
                  </a:lnTo>
                  <a:lnTo>
                    <a:pt x="137416" y="76427"/>
                  </a:lnTo>
                  <a:lnTo>
                    <a:pt x="133211" y="80005"/>
                  </a:lnTo>
                  <a:lnTo>
                    <a:pt x="133032" y="83852"/>
                  </a:lnTo>
                  <a:lnTo>
                    <a:pt x="136432" y="86446"/>
                  </a:lnTo>
                  <a:lnTo>
                    <a:pt x="138489" y="89578"/>
                  </a:lnTo>
                  <a:lnTo>
                    <a:pt x="142124" y="93852"/>
                  </a:lnTo>
                  <a:lnTo>
                    <a:pt x="144573" y="90651"/>
                  </a:lnTo>
                  <a:lnTo>
                    <a:pt x="145557" y="85641"/>
                  </a:lnTo>
                  <a:lnTo>
                    <a:pt x="146720" y="81437"/>
                  </a:lnTo>
                  <a:lnTo>
                    <a:pt x="148763" y="76661"/>
                  </a:lnTo>
                  <a:lnTo>
                    <a:pt x="149806" y="77098"/>
                  </a:lnTo>
                  <a:lnTo>
                    <a:pt x="153653" y="75622"/>
                  </a:lnTo>
                  <a:lnTo>
                    <a:pt x="157320" y="76114"/>
                  </a:lnTo>
                  <a:lnTo>
                    <a:pt x="161887" y="79189"/>
                  </a:lnTo>
                  <a:lnTo>
                    <a:pt x="164301" y="78515"/>
                  </a:lnTo>
                  <a:lnTo>
                    <a:pt x="164477" y="77143"/>
                  </a:lnTo>
                  <a:lnTo>
                    <a:pt x="168726" y="77635"/>
                  </a:lnTo>
                  <a:lnTo>
                    <a:pt x="168970" y="74613"/>
                  </a:lnTo>
                  <a:lnTo>
                    <a:pt x="170695" y="74906"/>
                  </a:lnTo>
                  <a:lnTo>
                    <a:pt x="171052" y="72580"/>
                  </a:lnTo>
                  <a:lnTo>
                    <a:pt x="178720" y="73938"/>
                  </a:lnTo>
                  <a:lnTo>
                    <a:pt x="178862" y="74699"/>
                  </a:lnTo>
                  <a:lnTo>
                    <a:pt x="177893" y="83943"/>
                  </a:lnTo>
                  <a:lnTo>
                    <a:pt x="175135" y="93709"/>
                  </a:lnTo>
                  <a:lnTo>
                    <a:pt x="172198" y="98898"/>
                  </a:lnTo>
                  <a:lnTo>
                    <a:pt x="172304" y="101244"/>
                  </a:lnTo>
                  <a:lnTo>
                    <a:pt x="172347" y="102178"/>
                  </a:lnTo>
                  <a:lnTo>
                    <a:pt x="172049" y="106860"/>
                  </a:lnTo>
                  <a:lnTo>
                    <a:pt x="171653" y="107418"/>
                  </a:lnTo>
                  <a:lnTo>
                    <a:pt x="170170" y="109514"/>
                  </a:lnTo>
                  <a:lnTo>
                    <a:pt x="170170" y="109901"/>
                  </a:lnTo>
                  <a:lnTo>
                    <a:pt x="170160" y="110397"/>
                  </a:lnTo>
                  <a:lnTo>
                    <a:pt x="169321" y="111349"/>
                  </a:lnTo>
                  <a:lnTo>
                    <a:pt x="169212" y="111481"/>
                  </a:lnTo>
                  <a:lnTo>
                    <a:pt x="168783" y="112002"/>
                  </a:lnTo>
                  <a:lnTo>
                    <a:pt x="168381" y="112490"/>
                  </a:lnTo>
                  <a:lnTo>
                    <a:pt x="168253" y="112645"/>
                  </a:lnTo>
                  <a:lnTo>
                    <a:pt x="167434" y="113639"/>
                  </a:lnTo>
                  <a:lnTo>
                    <a:pt x="166539" y="114891"/>
                  </a:lnTo>
                  <a:lnTo>
                    <a:pt x="166160" y="115439"/>
                  </a:lnTo>
                  <a:lnTo>
                    <a:pt x="164860" y="117567"/>
                  </a:lnTo>
                  <a:lnTo>
                    <a:pt x="164675" y="117868"/>
                  </a:lnTo>
                  <a:lnTo>
                    <a:pt x="164407" y="118307"/>
                  </a:lnTo>
                  <a:lnTo>
                    <a:pt x="162694" y="118877"/>
                  </a:lnTo>
                  <a:lnTo>
                    <a:pt x="161746" y="119192"/>
                  </a:lnTo>
                  <a:lnTo>
                    <a:pt x="159008" y="125530"/>
                  </a:lnTo>
                  <a:lnTo>
                    <a:pt x="158866" y="125865"/>
                  </a:lnTo>
                  <a:lnTo>
                    <a:pt x="159148" y="125933"/>
                  </a:lnTo>
                  <a:lnTo>
                    <a:pt x="161269" y="126695"/>
                  </a:lnTo>
                  <a:lnTo>
                    <a:pt x="161885" y="126889"/>
                  </a:lnTo>
                  <a:lnTo>
                    <a:pt x="165080" y="127830"/>
                  </a:lnTo>
                  <a:lnTo>
                    <a:pt x="164183" y="129414"/>
                  </a:lnTo>
                  <a:lnTo>
                    <a:pt x="162695" y="130292"/>
                  </a:lnTo>
                  <a:lnTo>
                    <a:pt x="159698" y="130979"/>
                  </a:lnTo>
                  <a:lnTo>
                    <a:pt x="158363" y="131132"/>
                  </a:lnTo>
                  <a:lnTo>
                    <a:pt x="157254" y="130635"/>
                  </a:lnTo>
                  <a:lnTo>
                    <a:pt x="156268" y="130501"/>
                  </a:lnTo>
                  <a:lnTo>
                    <a:pt x="155938" y="130516"/>
                  </a:lnTo>
                  <a:lnTo>
                    <a:pt x="155491" y="130673"/>
                  </a:lnTo>
                  <a:lnTo>
                    <a:pt x="154902" y="131023"/>
                  </a:lnTo>
                  <a:lnTo>
                    <a:pt x="153597" y="131709"/>
                  </a:lnTo>
                  <a:lnTo>
                    <a:pt x="153129" y="131939"/>
                  </a:lnTo>
                  <a:lnTo>
                    <a:pt x="151393" y="132603"/>
                  </a:lnTo>
                  <a:lnTo>
                    <a:pt x="151359" y="132389"/>
                  </a:lnTo>
                  <a:lnTo>
                    <a:pt x="151324" y="132170"/>
                  </a:lnTo>
                  <a:lnTo>
                    <a:pt x="151263" y="131788"/>
                  </a:lnTo>
                  <a:lnTo>
                    <a:pt x="151211" y="131458"/>
                  </a:lnTo>
                  <a:lnTo>
                    <a:pt x="150493" y="129231"/>
                  </a:lnTo>
                  <a:lnTo>
                    <a:pt x="150450" y="128783"/>
                  </a:lnTo>
                  <a:lnTo>
                    <a:pt x="150569" y="128323"/>
                  </a:lnTo>
                  <a:lnTo>
                    <a:pt x="150363" y="128189"/>
                  </a:lnTo>
                  <a:lnTo>
                    <a:pt x="150092" y="128042"/>
                  </a:lnTo>
                  <a:lnTo>
                    <a:pt x="148924" y="127405"/>
                  </a:lnTo>
                  <a:lnTo>
                    <a:pt x="147757" y="126769"/>
                  </a:lnTo>
                  <a:lnTo>
                    <a:pt x="147070" y="126395"/>
                  </a:lnTo>
                  <a:lnTo>
                    <a:pt x="147695" y="125268"/>
                  </a:lnTo>
                  <a:lnTo>
                    <a:pt x="143511" y="122770"/>
                  </a:lnTo>
                  <a:lnTo>
                    <a:pt x="144115" y="120955"/>
                  </a:lnTo>
                  <a:lnTo>
                    <a:pt x="143627" y="120911"/>
                  </a:lnTo>
                  <a:lnTo>
                    <a:pt x="141444" y="120715"/>
                  </a:lnTo>
                  <a:lnTo>
                    <a:pt x="139172" y="119844"/>
                  </a:lnTo>
                  <a:lnTo>
                    <a:pt x="138444" y="123051"/>
                  </a:lnTo>
                  <a:lnTo>
                    <a:pt x="138335" y="123529"/>
                  </a:lnTo>
                  <a:lnTo>
                    <a:pt x="132399" y="121698"/>
                  </a:lnTo>
                  <a:lnTo>
                    <a:pt x="128885" y="121225"/>
                  </a:lnTo>
                  <a:lnTo>
                    <a:pt x="128677" y="121197"/>
                  </a:lnTo>
                  <a:lnTo>
                    <a:pt x="124822" y="120679"/>
                  </a:lnTo>
                  <a:lnTo>
                    <a:pt x="121801" y="119974"/>
                  </a:lnTo>
                  <a:lnTo>
                    <a:pt x="121403" y="119511"/>
                  </a:lnTo>
                  <a:lnTo>
                    <a:pt x="118614" y="118355"/>
                  </a:lnTo>
                  <a:lnTo>
                    <a:pt x="118317" y="118233"/>
                  </a:lnTo>
                  <a:lnTo>
                    <a:pt x="117640" y="117952"/>
                  </a:lnTo>
                  <a:lnTo>
                    <a:pt x="117063" y="117713"/>
                  </a:lnTo>
                  <a:lnTo>
                    <a:pt x="115881" y="117224"/>
                  </a:lnTo>
                  <a:lnTo>
                    <a:pt x="114537" y="116667"/>
                  </a:lnTo>
                  <a:lnTo>
                    <a:pt x="114301" y="116569"/>
                  </a:lnTo>
                  <a:lnTo>
                    <a:pt x="114166" y="116513"/>
                  </a:lnTo>
                  <a:lnTo>
                    <a:pt x="113772" y="115980"/>
                  </a:lnTo>
                  <a:lnTo>
                    <a:pt x="112475" y="115473"/>
                  </a:lnTo>
                  <a:lnTo>
                    <a:pt x="110506" y="114847"/>
                  </a:lnTo>
                  <a:lnTo>
                    <a:pt x="108598" y="114280"/>
                  </a:lnTo>
                  <a:lnTo>
                    <a:pt x="108081" y="114204"/>
                  </a:lnTo>
                  <a:lnTo>
                    <a:pt x="106989" y="114338"/>
                  </a:lnTo>
                  <a:lnTo>
                    <a:pt x="106171" y="114236"/>
                  </a:lnTo>
                  <a:lnTo>
                    <a:pt x="105252" y="114342"/>
                  </a:lnTo>
                  <a:lnTo>
                    <a:pt x="103915" y="113647"/>
                  </a:lnTo>
                  <a:lnTo>
                    <a:pt x="103362" y="113360"/>
                  </a:lnTo>
                  <a:lnTo>
                    <a:pt x="103063" y="113799"/>
                  </a:lnTo>
                  <a:lnTo>
                    <a:pt x="102289" y="114934"/>
                  </a:lnTo>
                  <a:lnTo>
                    <a:pt x="100961" y="114640"/>
                  </a:lnTo>
                  <a:lnTo>
                    <a:pt x="99120" y="114441"/>
                  </a:lnTo>
                  <a:lnTo>
                    <a:pt x="97700" y="114462"/>
                  </a:lnTo>
                  <a:lnTo>
                    <a:pt x="96268" y="114365"/>
                  </a:lnTo>
                  <a:lnTo>
                    <a:pt x="95016" y="114186"/>
                  </a:lnTo>
                  <a:lnTo>
                    <a:pt x="92571" y="113652"/>
                  </a:lnTo>
                  <a:lnTo>
                    <a:pt x="92549" y="113357"/>
                  </a:lnTo>
                  <a:lnTo>
                    <a:pt x="92336" y="110602"/>
                  </a:lnTo>
                  <a:lnTo>
                    <a:pt x="90129" y="111036"/>
                  </a:lnTo>
                  <a:lnTo>
                    <a:pt x="89514" y="111157"/>
                  </a:lnTo>
                  <a:lnTo>
                    <a:pt x="86179" y="111813"/>
                  </a:lnTo>
                  <a:lnTo>
                    <a:pt x="85660" y="111928"/>
                  </a:lnTo>
                  <a:lnTo>
                    <a:pt x="85531" y="112042"/>
                  </a:lnTo>
                  <a:lnTo>
                    <a:pt x="85179" y="112353"/>
                  </a:lnTo>
                  <a:lnTo>
                    <a:pt x="84491" y="112579"/>
                  </a:lnTo>
                  <a:lnTo>
                    <a:pt x="83544" y="112777"/>
                  </a:lnTo>
                  <a:lnTo>
                    <a:pt x="81946" y="113111"/>
                  </a:lnTo>
                  <a:lnTo>
                    <a:pt x="81273" y="113251"/>
                  </a:lnTo>
                  <a:lnTo>
                    <a:pt x="80778" y="108996"/>
                  </a:lnTo>
                  <a:lnTo>
                    <a:pt x="81762" y="108683"/>
                  </a:lnTo>
                  <a:lnTo>
                    <a:pt x="81404" y="107207"/>
                  </a:lnTo>
                  <a:lnTo>
                    <a:pt x="81156" y="106955"/>
                  </a:lnTo>
                  <a:lnTo>
                    <a:pt x="80390" y="106178"/>
                  </a:lnTo>
                  <a:lnTo>
                    <a:pt x="78573" y="104237"/>
                  </a:lnTo>
                  <a:lnTo>
                    <a:pt x="76918" y="102309"/>
                  </a:lnTo>
                  <a:lnTo>
                    <a:pt x="77080" y="101660"/>
                  </a:lnTo>
                  <a:lnTo>
                    <a:pt x="75530" y="100110"/>
                  </a:lnTo>
                  <a:lnTo>
                    <a:pt x="76293" y="99049"/>
                  </a:lnTo>
                  <a:lnTo>
                    <a:pt x="76528" y="98723"/>
                  </a:lnTo>
                  <a:lnTo>
                    <a:pt x="76197" y="97650"/>
                  </a:lnTo>
                  <a:lnTo>
                    <a:pt x="75702" y="96807"/>
                  </a:lnTo>
                  <a:lnTo>
                    <a:pt x="75538" y="96511"/>
                  </a:lnTo>
                  <a:lnTo>
                    <a:pt x="75260" y="96008"/>
                  </a:lnTo>
                  <a:lnTo>
                    <a:pt x="76915" y="95153"/>
                  </a:lnTo>
                  <a:lnTo>
                    <a:pt x="77249" y="94981"/>
                  </a:lnTo>
                  <a:lnTo>
                    <a:pt x="77261" y="94838"/>
                  </a:lnTo>
                  <a:lnTo>
                    <a:pt x="75291" y="91449"/>
                  </a:lnTo>
                  <a:lnTo>
                    <a:pt x="72209" y="92222"/>
                  </a:lnTo>
                  <a:lnTo>
                    <a:pt x="70347" y="92689"/>
                  </a:lnTo>
                  <a:lnTo>
                    <a:pt x="69139" y="93360"/>
                  </a:lnTo>
                  <a:lnTo>
                    <a:pt x="69014" y="93540"/>
                  </a:lnTo>
                  <a:lnTo>
                    <a:pt x="66954" y="96511"/>
                  </a:lnTo>
                  <a:lnTo>
                    <a:pt x="66589" y="97036"/>
                  </a:lnTo>
                  <a:lnTo>
                    <a:pt x="66899" y="96601"/>
                  </a:lnTo>
                  <a:lnTo>
                    <a:pt x="65741" y="98277"/>
                  </a:lnTo>
                  <a:lnTo>
                    <a:pt x="62539" y="102818"/>
                  </a:lnTo>
                  <a:lnTo>
                    <a:pt x="61982" y="102436"/>
                  </a:lnTo>
                  <a:lnTo>
                    <a:pt x="60582" y="101475"/>
                  </a:lnTo>
                  <a:lnTo>
                    <a:pt x="59966" y="101052"/>
                  </a:lnTo>
                  <a:lnTo>
                    <a:pt x="59713" y="100878"/>
                  </a:lnTo>
                  <a:lnTo>
                    <a:pt x="59015" y="100399"/>
                  </a:lnTo>
                  <a:lnTo>
                    <a:pt x="58701" y="100184"/>
                  </a:lnTo>
                  <a:lnTo>
                    <a:pt x="56992" y="99098"/>
                  </a:lnTo>
                  <a:lnTo>
                    <a:pt x="55838" y="98365"/>
                  </a:lnTo>
                  <a:lnTo>
                    <a:pt x="55494" y="98214"/>
                  </a:lnTo>
                  <a:lnTo>
                    <a:pt x="54854" y="97933"/>
                  </a:lnTo>
                  <a:lnTo>
                    <a:pt x="54198" y="97771"/>
                  </a:lnTo>
                  <a:lnTo>
                    <a:pt x="53766" y="97664"/>
                  </a:lnTo>
                  <a:lnTo>
                    <a:pt x="51891" y="97513"/>
                  </a:lnTo>
                  <a:lnTo>
                    <a:pt x="50814" y="97426"/>
                  </a:lnTo>
                  <a:lnTo>
                    <a:pt x="43814" y="97021"/>
                  </a:lnTo>
                  <a:lnTo>
                    <a:pt x="43219" y="96987"/>
                  </a:lnTo>
                  <a:lnTo>
                    <a:pt x="42332" y="96936"/>
                  </a:lnTo>
                  <a:lnTo>
                    <a:pt x="42032" y="96919"/>
                  </a:lnTo>
                  <a:lnTo>
                    <a:pt x="41435" y="96856"/>
                  </a:lnTo>
                  <a:lnTo>
                    <a:pt x="40884" y="96799"/>
                  </a:lnTo>
                  <a:lnTo>
                    <a:pt x="39491" y="96653"/>
                  </a:lnTo>
                  <a:lnTo>
                    <a:pt x="39318" y="96635"/>
                  </a:lnTo>
                  <a:lnTo>
                    <a:pt x="38603" y="96485"/>
                  </a:lnTo>
                  <a:lnTo>
                    <a:pt x="38382" y="96438"/>
                  </a:lnTo>
                  <a:lnTo>
                    <a:pt x="38201" y="96400"/>
                  </a:lnTo>
                  <a:lnTo>
                    <a:pt x="37619" y="96278"/>
                  </a:lnTo>
                  <a:lnTo>
                    <a:pt x="36441" y="95905"/>
                  </a:lnTo>
                  <a:lnTo>
                    <a:pt x="36251" y="95802"/>
                  </a:lnTo>
                  <a:lnTo>
                    <a:pt x="35144" y="95204"/>
                  </a:lnTo>
                  <a:lnTo>
                    <a:pt x="32028" y="93159"/>
                  </a:lnTo>
                  <a:lnTo>
                    <a:pt x="31655" y="92926"/>
                  </a:lnTo>
                  <a:lnTo>
                    <a:pt x="31403" y="92789"/>
                  </a:lnTo>
                  <a:lnTo>
                    <a:pt x="30606" y="92356"/>
                  </a:lnTo>
                  <a:lnTo>
                    <a:pt x="28709" y="91325"/>
                  </a:lnTo>
                  <a:lnTo>
                    <a:pt x="28019" y="91045"/>
                  </a:lnTo>
                  <a:lnTo>
                    <a:pt x="27938" y="90804"/>
                  </a:lnTo>
                  <a:lnTo>
                    <a:pt x="27857" y="90566"/>
                  </a:lnTo>
                  <a:lnTo>
                    <a:pt x="27613" y="89899"/>
                  </a:lnTo>
                  <a:lnTo>
                    <a:pt x="27483" y="89671"/>
                  </a:lnTo>
                  <a:lnTo>
                    <a:pt x="27363" y="89461"/>
                  </a:lnTo>
                  <a:lnTo>
                    <a:pt x="26919" y="88823"/>
                  </a:lnTo>
                  <a:lnTo>
                    <a:pt x="23269" y="86235"/>
                  </a:lnTo>
                  <a:lnTo>
                    <a:pt x="22876" y="86093"/>
                  </a:lnTo>
                  <a:lnTo>
                    <a:pt x="22052" y="85795"/>
                  </a:lnTo>
                  <a:lnTo>
                    <a:pt x="21547" y="85670"/>
                  </a:lnTo>
                  <a:lnTo>
                    <a:pt x="16780" y="84493"/>
                  </a:lnTo>
                  <a:lnTo>
                    <a:pt x="12788" y="83508"/>
                  </a:lnTo>
                  <a:lnTo>
                    <a:pt x="11446" y="83177"/>
                  </a:lnTo>
                  <a:lnTo>
                    <a:pt x="11125" y="83098"/>
                  </a:lnTo>
                  <a:lnTo>
                    <a:pt x="10978" y="83061"/>
                  </a:lnTo>
                  <a:lnTo>
                    <a:pt x="10033" y="82828"/>
                  </a:lnTo>
                  <a:lnTo>
                    <a:pt x="2801" y="81039"/>
                  </a:lnTo>
                  <a:lnTo>
                    <a:pt x="213" y="75882"/>
                  </a:lnTo>
                  <a:lnTo>
                    <a:pt x="0" y="75456"/>
                  </a:lnTo>
                  <a:lnTo>
                    <a:pt x="429" y="75297"/>
                  </a:lnTo>
                  <a:lnTo>
                    <a:pt x="1718" y="74819"/>
                  </a:lnTo>
                  <a:lnTo>
                    <a:pt x="2708" y="75642"/>
                  </a:lnTo>
                  <a:lnTo>
                    <a:pt x="4151" y="73925"/>
                  </a:lnTo>
                  <a:lnTo>
                    <a:pt x="4736" y="72696"/>
                  </a:lnTo>
                  <a:lnTo>
                    <a:pt x="4697" y="73620"/>
                  </a:lnTo>
                  <a:lnTo>
                    <a:pt x="6306" y="75028"/>
                  </a:lnTo>
                  <a:lnTo>
                    <a:pt x="6542" y="75130"/>
                  </a:lnTo>
                  <a:lnTo>
                    <a:pt x="6687" y="74977"/>
                  </a:lnTo>
                  <a:lnTo>
                    <a:pt x="7385" y="74239"/>
                  </a:lnTo>
                  <a:lnTo>
                    <a:pt x="10507" y="70934"/>
                  </a:lnTo>
                  <a:lnTo>
                    <a:pt x="11455" y="69816"/>
                  </a:lnTo>
                  <a:lnTo>
                    <a:pt x="11862" y="69228"/>
                  </a:lnTo>
                  <a:lnTo>
                    <a:pt x="12532" y="68899"/>
                  </a:lnTo>
                  <a:lnTo>
                    <a:pt x="13043" y="68685"/>
                  </a:lnTo>
                  <a:lnTo>
                    <a:pt x="16013" y="67445"/>
                  </a:lnTo>
                  <a:lnTo>
                    <a:pt x="16277" y="67297"/>
                  </a:lnTo>
                  <a:lnTo>
                    <a:pt x="18626" y="63561"/>
                  </a:lnTo>
                  <a:lnTo>
                    <a:pt x="21558" y="63759"/>
                  </a:lnTo>
                  <a:lnTo>
                    <a:pt x="23354" y="63881"/>
                  </a:lnTo>
                  <a:lnTo>
                    <a:pt x="23272" y="62906"/>
                  </a:lnTo>
                  <a:lnTo>
                    <a:pt x="23262" y="62778"/>
                  </a:lnTo>
                  <a:lnTo>
                    <a:pt x="23089" y="60723"/>
                  </a:lnTo>
                  <a:lnTo>
                    <a:pt x="23076" y="60573"/>
                  </a:lnTo>
                  <a:lnTo>
                    <a:pt x="24545" y="61568"/>
                  </a:lnTo>
                  <a:lnTo>
                    <a:pt x="25029" y="61883"/>
                  </a:lnTo>
                  <a:lnTo>
                    <a:pt x="25170" y="61974"/>
                  </a:lnTo>
                  <a:lnTo>
                    <a:pt x="28457" y="64109"/>
                  </a:lnTo>
                  <a:lnTo>
                    <a:pt x="28874" y="64373"/>
                  </a:lnTo>
                  <a:lnTo>
                    <a:pt x="29558" y="64807"/>
                  </a:lnTo>
                  <a:lnTo>
                    <a:pt x="31331" y="65932"/>
                  </a:lnTo>
                  <a:lnTo>
                    <a:pt x="32185" y="66474"/>
                  </a:lnTo>
                  <a:lnTo>
                    <a:pt x="32405" y="66613"/>
                  </a:lnTo>
                  <a:lnTo>
                    <a:pt x="34601" y="67916"/>
                  </a:lnTo>
                  <a:lnTo>
                    <a:pt x="34847" y="68062"/>
                  </a:lnTo>
                  <a:lnTo>
                    <a:pt x="35687" y="68640"/>
                  </a:lnTo>
                  <a:lnTo>
                    <a:pt x="37578" y="69942"/>
                  </a:lnTo>
                  <a:lnTo>
                    <a:pt x="38178" y="70431"/>
                  </a:lnTo>
                  <a:lnTo>
                    <a:pt x="38784" y="70925"/>
                  </a:lnTo>
                  <a:lnTo>
                    <a:pt x="39169" y="71239"/>
                  </a:lnTo>
                  <a:lnTo>
                    <a:pt x="39729" y="71695"/>
                  </a:lnTo>
                  <a:lnTo>
                    <a:pt x="41258" y="72704"/>
                  </a:lnTo>
                  <a:lnTo>
                    <a:pt x="42181" y="73313"/>
                  </a:lnTo>
                  <a:lnTo>
                    <a:pt x="42599" y="73589"/>
                  </a:lnTo>
                  <a:lnTo>
                    <a:pt x="43307" y="74056"/>
                  </a:lnTo>
                  <a:lnTo>
                    <a:pt x="43800" y="73998"/>
                  </a:lnTo>
                  <a:lnTo>
                    <a:pt x="45373" y="73857"/>
                  </a:lnTo>
                  <a:lnTo>
                    <a:pt x="47306" y="73421"/>
                  </a:lnTo>
                  <a:lnTo>
                    <a:pt x="47894" y="73289"/>
                  </a:lnTo>
                  <a:lnTo>
                    <a:pt x="51922" y="74292"/>
                  </a:lnTo>
                  <a:lnTo>
                    <a:pt x="54249" y="74872"/>
                  </a:lnTo>
                  <a:lnTo>
                    <a:pt x="54249" y="75381"/>
                  </a:lnTo>
                  <a:lnTo>
                    <a:pt x="54400" y="75445"/>
                  </a:lnTo>
                  <a:lnTo>
                    <a:pt x="57344" y="76698"/>
                  </a:lnTo>
                  <a:lnTo>
                    <a:pt x="59381" y="77153"/>
                  </a:lnTo>
                  <a:lnTo>
                    <a:pt x="59727" y="77231"/>
                  </a:lnTo>
                  <a:lnTo>
                    <a:pt x="59807" y="74430"/>
                  </a:lnTo>
                  <a:lnTo>
                    <a:pt x="59813" y="74246"/>
                  </a:lnTo>
                  <a:lnTo>
                    <a:pt x="60144" y="74372"/>
                  </a:lnTo>
                  <a:lnTo>
                    <a:pt x="60314" y="74436"/>
                  </a:lnTo>
                  <a:lnTo>
                    <a:pt x="60377" y="73798"/>
                  </a:lnTo>
                  <a:lnTo>
                    <a:pt x="66110" y="76688"/>
                  </a:lnTo>
                  <a:lnTo>
                    <a:pt x="66791" y="76927"/>
                  </a:lnTo>
                  <a:lnTo>
                    <a:pt x="67028" y="77010"/>
                  </a:lnTo>
                  <a:lnTo>
                    <a:pt x="67684" y="76951"/>
                  </a:lnTo>
                  <a:lnTo>
                    <a:pt x="68293" y="76617"/>
                  </a:lnTo>
                  <a:lnTo>
                    <a:pt x="69772" y="75638"/>
                  </a:lnTo>
                  <a:lnTo>
                    <a:pt x="70006" y="75616"/>
                  </a:lnTo>
                  <a:lnTo>
                    <a:pt x="70392" y="75579"/>
                  </a:lnTo>
                  <a:lnTo>
                    <a:pt x="72598" y="75829"/>
                  </a:lnTo>
                  <a:lnTo>
                    <a:pt x="76415" y="76879"/>
                  </a:lnTo>
                  <a:lnTo>
                    <a:pt x="76700" y="76957"/>
                  </a:lnTo>
                  <a:lnTo>
                    <a:pt x="77210" y="77633"/>
                  </a:lnTo>
                  <a:lnTo>
                    <a:pt x="77359" y="77702"/>
                  </a:lnTo>
                  <a:lnTo>
                    <a:pt x="77857" y="77931"/>
                  </a:lnTo>
                  <a:lnTo>
                    <a:pt x="78144" y="78062"/>
                  </a:lnTo>
                  <a:lnTo>
                    <a:pt x="78078" y="76621"/>
                  </a:lnTo>
                  <a:lnTo>
                    <a:pt x="77817" y="75555"/>
                  </a:lnTo>
                  <a:lnTo>
                    <a:pt x="78118" y="75135"/>
                  </a:lnTo>
                  <a:lnTo>
                    <a:pt x="78123" y="74831"/>
                  </a:lnTo>
                  <a:lnTo>
                    <a:pt x="77946" y="74538"/>
                  </a:lnTo>
                  <a:lnTo>
                    <a:pt x="77691" y="74116"/>
                  </a:lnTo>
                  <a:lnTo>
                    <a:pt x="77497" y="73830"/>
                  </a:lnTo>
                  <a:lnTo>
                    <a:pt x="77500" y="72906"/>
                  </a:lnTo>
                  <a:lnTo>
                    <a:pt x="77649" y="72901"/>
                  </a:lnTo>
                  <a:lnTo>
                    <a:pt x="79419" y="72835"/>
                  </a:lnTo>
                  <a:lnTo>
                    <a:pt x="83265" y="71377"/>
                  </a:lnTo>
                  <a:lnTo>
                    <a:pt x="82122" y="69027"/>
                  </a:lnTo>
                  <a:lnTo>
                    <a:pt x="81707" y="68174"/>
                  </a:lnTo>
                  <a:lnTo>
                    <a:pt x="80586" y="65946"/>
                  </a:lnTo>
                  <a:lnTo>
                    <a:pt x="80204" y="65186"/>
                  </a:lnTo>
                  <a:lnTo>
                    <a:pt x="80110" y="64999"/>
                  </a:lnTo>
                  <a:lnTo>
                    <a:pt x="80957" y="64391"/>
                  </a:lnTo>
                  <a:lnTo>
                    <a:pt x="80814" y="64112"/>
                  </a:lnTo>
                  <a:lnTo>
                    <a:pt x="80486" y="63477"/>
                  </a:lnTo>
                  <a:lnTo>
                    <a:pt x="79166" y="60917"/>
                  </a:lnTo>
                  <a:lnTo>
                    <a:pt x="79760" y="60461"/>
                  </a:lnTo>
                  <a:lnTo>
                    <a:pt x="79053" y="58693"/>
                  </a:lnTo>
                  <a:lnTo>
                    <a:pt x="79679" y="58208"/>
                  </a:lnTo>
                  <a:lnTo>
                    <a:pt x="80225" y="57785"/>
                  </a:lnTo>
                  <a:lnTo>
                    <a:pt x="80169" y="56876"/>
                  </a:lnTo>
                  <a:lnTo>
                    <a:pt x="86308" y="55184"/>
                  </a:lnTo>
                  <a:lnTo>
                    <a:pt x="90781" y="53693"/>
                  </a:lnTo>
                  <a:lnTo>
                    <a:pt x="90930" y="47952"/>
                  </a:lnTo>
                  <a:lnTo>
                    <a:pt x="93763" y="44635"/>
                  </a:lnTo>
                  <a:lnTo>
                    <a:pt x="97192" y="44523"/>
                  </a:lnTo>
                  <a:lnTo>
                    <a:pt x="98758" y="44449"/>
                  </a:lnTo>
                  <a:lnTo>
                    <a:pt x="98199" y="49704"/>
                  </a:lnTo>
                  <a:lnTo>
                    <a:pt x="100025" y="48735"/>
                  </a:lnTo>
                  <a:lnTo>
                    <a:pt x="102746" y="47095"/>
                  </a:lnTo>
                  <a:lnTo>
                    <a:pt x="105631" y="46194"/>
                  </a:lnTo>
                  <a:lnTo>
                    <a:pt x="109116" y="46894"/>
                  </a:lnTo>
                  <a:lnTo>
                    <a:pt x="110127" y="49779"/>
                  </a:lnTo>
                  <a:lnTo>
                    <a:pt x="110760" y="52835"/>
                  </a:lnTo>
                  <a:lnTo>
                    <a:pt x="113758" y="51861"/>
                  </a:lnTo>
                  <a:lnTo>
                    <a:pt x="118118" y="53851"/>
                  </a:lnTo>
                  <a:lnTo>
                    <a:pt x="120921" y="53791"/>
                  </a:lnTo>
                  <a:lnTo>
                    <a:pt x="124798" y="53314"/>
                  </a:lnTo>
                  <a:lnTo>
                    <a:pt x="127064" y="55103"/>
                  </a:lnTo>
                  <a:lnTo>
                    <a:pt x="131716" y="54865"/>
                  </a:lnTo>
                  <a:lnTo>
                    <a:pt x="134579" y="52360"/>
                  </a:lnTo>
                  <a:lnTo>
                    <a:pt x="135414" y="47410"/>
                  </a:lnTo>
                  <a:lnTo>
                    <a:pt x="135626" y="42464"/>
                  </a:lnTo>
                  <a:lnTo>
                    <a:pt x="140312" y="35365"/>
                  </a:lnTo>
                  <a:lnTo>
                    <a:pt x="148892" y="31725"/>
                  </a:lnTo>
                  <a:lnTo>
                    <a:pt x="154796" y="28683"/>
                  </a:lnTo>
                  <a:lnTo>
                    <a:pt x="156764" y="24807"/>
                  </a:lnTo>
                  <a:lnTo>
                    <a:pt x="157361" y="19558"/>
                  </a:lnTo>
                  <a:lnTo>
                    <a:pt x="156991" y="18428"/>
                  </a:lnTo>
                  <a:lnTo>
                    <a:pt x="158008" y="16063"/>
                  </a:lnTo>
                  <a:lnTo>
                    <a:pt x="160218" y="15147"/>
                  </a:lnTo>
                  <a:lnTo>
                    <a:pt x="163612" y="13742"/>
                  </a:lnTo>
                  <a:lnTo>
                    <a:pt x="170418" y="10923"/>
                  </a:lnTo>
                  <a:lnTo>
                    <a:pt x="176389" y="8752"/>
                  </a:lnTo>
                  <a:lnTo>
                    <a:pt x="179642" y="7569"/>
                  </a:lnTo>
                  <a:lnTo>
                    <a:pt x="181078" y="7047"/>
                  </a:lnTo>
                  <a:lnTo>
                    <a:pt x="192465" y="2817"/>
                  </a:lnTo>
                  <a:lnTo>
                    <a:pt x="195543" y="686"/>
                  </a:lnTo>
                  <a:lnTo>
                    <a:pt x="196109" y="578"/>
                  </a:lnTo>
                  <a:lnTo>
                    <a:pt x="199129" y="0"/>
                  </a:lnTo>
                  <a:lnTo>
                    <a:pt x="200155" y="4754"/>
                  </a:lnTo>
                  <a:lnTo>
                    <a:pt x="200293" y="5396"/>
                  </a:lnTo>
                  <a:lnTo>
                    <a:pt x="197628" y="6152"/>
                  </a:lnTo>
                  <a:lnTo>
                    <a:pt x="194273" y="6599"/>
                  </a:lnTo>
                  <a:lnTo>
                    <a:pt x="190993" y="8239"/>
                  </a:lnTo>
                  <a:lnTo>
                    <a:pt x="186893" y="11370"/>
                  </a:lnTo>
                  <a:lnTo>
                    <a:pt x="181900" y="15698"/>
                  </a:lnTo>
                  <a:lnTo>
                    <a:pt x="181749" y="15782"/>
                  </a:lnTo>
                  <a:lnTo>
                    <a:pt x="177817" y="17948"/>
                  </a:lnTo>
                  <a:lnTo>
                    <a:pt x="173344" y="23912"/>
                  </a:lnTo>
                  <a:lnTo>
                    <a:pt x="173940" y="28683"/>
                  </a:lnTo>
                  <a:lnTo>
                    <a:pt x="175580" y="31218"/>
                  </a:lnTo>
                  <a:lnTo>
                    <a:pt x="178115" y="33007"/>
                  </a:lnTo>
                  <a:lnTo>
                    <a:pt x="181544" y="33603"/>
                  </a:lnTo>
                  <a:lnTo>
                    <a:pt x="185178" y="4119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3" name="pg252"/>
            <p:cNvSpPr/>
            <p:nvPr/>
          </p:nvSpPr>
          <p:spPr>
            <a:xfrm>
              <a:off x="4393360" y="2602654"/>
              <a:ext cx="99915" cy="60377"/>
            </a:xfrm>
            <a:custGeom>
              <a:avLst/>
              <a:pathLst>
                <a:path w="99915" h="60377">
                  <a:moveTo>
                    <a:pt x="53584" y="8748"/>
                  </a:moveTo>
                  <a:lnTo>
                    <a:pt x="54267" y="11853"/>
                  </a:lnTo>
                  <a:lnTo>
                    <a:pt x="62020" y="14537"/>
                  </a:lnTo>
                  <a:lnTo>
                    <a:pt x="61728" y="17084"/>
                  </a:lnTo>
                  <a:lnTo>
                    <a:pt x="54118" y="19606"/>
                  </a:lnTo>
                  <a:lnTo>
                    <a:pt x="49614" y="24041"/>
                  </a:lnTo>
                  <a:lnTo>
                    <a:pt x="56163" y="30890"/>
                  </a:lnTo>
                  <a:lnTo>
                    <a:pt x="55880" y="31809"/>
                  </a:lnTo>
                  <a:lnTo>
                    <a:pt x="36867" y="35328"/>
                  </a:lnTo>
                  <a:lnTo>
                    <a:pt x="36820" y="36434"/>
                  </a:lnTo>
                  <a:lnTo>
                    <a:pt x="39232" y="37216"/>
                  </a:lnTo>
                  <a:lnTo>
                    <a:pt x="41499" y="38021"/>
                  </a:lnTo>
                  <a:lnTo>
                    <a:pt x="43020" y="38769"/>
                  </a:lnTo>
                  <a:lnTo>
                    <a:pt x="47284" y="36441"/>
                  </a:lnTo>
                  <a:lnTo>
                    <a:pt x="49703" y="44537"/>
                  </a:lnTo>
                  <a:lnTo>
                    <a:pt x="51041" y="44522"/>
                  </a:lnTo>
                  <a:lnTo>
                    <a:pt x="52894" y="38047"/>
                  </a:lnTo>
                  <a:lnTo>
                    <a:pt x="54097" y="36664"/>
                  </a:lnTo>
                  <a:lnTo>
                    <a:pt x="55514" y="35666"/>
                  </a:lnTo>
                  <a:lnTo>
                    <a:pt x="56632" y="36067"/>
                  </a:lnTo>
                  <a:lnTo>
                    <a:pt x="58376" y="36292"/>
                  </a:lnTo>
                  <a:lnTo>
                    <a:pt x="61001" y="35874"/>
                  </a:lnTo>
                  <a:lnTo>
                    <a:pt x="63297" y="35666"/>
                  </a:lnTo>
                  <a:lnTo>
                    <a:pt x="65980" y="35695"/>
                  </a:lnTo>
                  <a:lnTo>
                    <a:pt x="67501" y="35785"/>
                  </a:lnTo>
                  <a:lnTo>
                    <a:pt x="68933" y="35934"/>
                  </a:lnTo>
                  <a:lnTo>
                    <a:pt x="70036" y="35874"/>
                  </a:lnTo>
                  <a:lnTo>
                    <a:pt x="70931" y="35427"/>
                  </a:lnTo>
                  <a:lnTo>
                    <a:pt x="72034" y="34890"/>
                  </a:lnTo>
                  <a:lnTo>
                    <a:pt x="73256" y="34533"/>
                  </a:lnTo>
                  <a:lnTo>
                    <a:pt x="74747" y="34413"/>
                  </a:lnTo>
                  <a:lnTo>
                    <a:pt x="76238" y="34473"/>
                  </a:lnTo>
                  <a:lnTo>
                    <a:pt x="77521" y="35576"/>
                  </a:lnTo>
                  <a:lnTo>
                    <a:pt x="78922" y="37395"/>
                  </a:lnTo>
                  <a:lnTo>
                    <a:pt x="80294" y="38856"/>
                  </a:lnTo>
                  <a:lnTo>
                    <a:pt x="81994" y="40347"/>
                  </a:lnTo>
                  <a:lnTo>
                    <a:pt x="84916" y="41749"/>
                  </a:lnTo>
                  <a:lnTo>
                    <a:pt x="86914" y="42614"/>
                  </a:lnTo>
                  <a:lnTo>
                    <a:pt x="87838" y="42494"/>
                  </a:lnTo>
                  <a:lnTo>
                    <a:pt x="89657" y="41868"/>
                  </a:lnTo>
                  <a:lnTo>
                    <a:pt x="91834" y="41719"/>
                  </a:lnTo>
                  <a:lnTo>
                    <a:pt x="93951" y="41898"/>
                  </a:lnTo>
                  <a:lnTo>
                    <a:pt x="95502" y="42286"/>
                  </a:lnTo>
                  <a:lnTo>
                    <a:pt x="96724" y="42942"/>
                  </a:lnTo>
                  <a:lnTo>
                    <a:pt x="98603" y="43717"/>
                  </a:lnTo>
                  <a:lnTo>
                    <a:pt x="99557" y="44313"/>
                  </a:lnTo>
                  <a:lnTo>
                    <a:pt x="99915" y="44790"/>
                  </a:lnTo>
                  <a:lnTo>
                    <a:pt x="99736" y="45625"/>
                  </a:lnTo>
                  <a:lnTo>
                    <a:pt x="98603" y="46132"/>
                  </a:lnTo>
                  <a:lnTo>
                    <a:pt x="97649" y="46103"/>
                  </a:lnTo>
                  <a:lnTo>
                    <a:pt x="96307" y="46222"/>
                  </a:lnTo>
                  <a:lnTo>
                    <a:pt x="95412" y="46520"/>
                  </a:lnTo>
                  <a:lnTo>
                    <a:pt x="94160" y="47027"/>
                  </a:lnTo>
                  <a:lnTo>
                    <a:pt x="93385" y="47683"/>
                  </a:lnTo>
                  <a:lnTo>
                    <a:pt x="92609" y="48935"/>
                  </a:lnTo>
                  <a:lnTo>
                    <a:pt x="91518" y="51529"/>
                  </a:lnTo>
                  <a:lnTo>
                    <a:pt x="89877" y="53497"/>
                  </a:lnTo>
                  <a:lnTo>
                    <a:pt x="87760" y="55316"/>
                  </a:lnTo>
                  <a:lnTo>
                    <a:pt x="85733" y="56151"/>
                  </a:lnTo>
                  <a:lnTo>
                    <a:pt x="82780" y="56927"/>
                  </a:lnTo>
                  <a:lnTo>
                    <a:pt x="81617" y="57195"/>
                  </a:lnTo>
                  <a:lnTo>
                    <a:pt x="80902" y="57195"/>
                  </a:lnTo>
                  <a:lnTo>
                    <a:pt x="80305" y="56956"/>
                  </a:lnTo>
                  <a:lnTo>
                    <a:pt x="79918" y="56479"/>
                  </a:lnTo>
                  <a:lnTo>
                    <a:pt x="79918" y="55734"/>
                  </a:lnTo>
                  <a:lnTo>
                    <a:pt x="80007" y="54392"/>
                  </a:lnTo>
                  <a:lnTo>
                    <a:pt x="79321" y="54750"/>
                  </a:lnTo>
                  <a:lnTo>
                    <a:pt x="78337" y="54959"/>
                  </a:lnTo>
                  <a:lnTo>
                    <a:pt x="76131" y="55376"/>
                  </a:lnTo>
                  <a:lnTo>
                    <a:pt x="74252" y="55137"/>
                  </a:lnTo>
                  <a:lnTo>
                    <a:pt x="72016" y="55048"/>
                  </a:lnTo>
                  <a:lnTo>
                    <a:pt x="70541" y="55422"/>
                  </a:lnTo>
                  <a:lnTo>
                    <a:pt x="69901" y="56046"/>
                  </a:lnTo>
                  <a:lnTo>
                    <a:pt x="69183" y="56897"/>
                  </a:lnTo>
                  <a:lnTo>
                    <a:pt x="66916" y="57734"/>
                  </a:lnTo>
                  <a:lnTo>
                    <a:pt x="66232" y="57986"/>
                  </a:lnTo>
                  <a:lnTo>
                    <a:pt x="65900" y="57998"/>
                  </a:lnTo>
                  <a:lnTo>
                    <a:pt x="65113" y="57963"/>
                  </a:lnTo>
                  <a:lnTo>
                    <a:pt x="64290" y="57569"/>
                  </a:lnTo>
                  <a:lnTo>
                    <a:pt x="64469" y="56961"/>
                  </a:lnTo>
                  <a:lnTo>
                    <a:pt x="64970" y="56317"/>
                  </a:lnTo>
                  <a:lnTo>
                    <a:pt x="65292" y="55529"/>
                  </a:lnTo>
                  <a:lnTo>
                    <a:pt x="65041" y="55064"/>
                  </a:lnTo>
                  <a:lnTo>
                    <a:pt x="64397" y="55028"/>
                  </a:lnTo>
                  <a:lnTo>
                    <a:pt x="63610" y="55351"/>
                  </a:lnTo>
                  <a:lnTo>
                    <a:pt x="62608" y="55816"/>
                  </a:lnTo>
                  <a:lnTo>
                    <a:pt x="60854" y="56281"/>
                  </a:lnTo>
                  <a:lnTo>
                    <a:pt x="59602" y="56531"/>
                  </a:lnTo>
                  <a:lnTo>
                    <a:pt x="57813" y="56675"/>
                  </a:lnTo>
                  <a:lnTo>
                    <a:pt x="54736" y="56675"/>
                  </a:lnTo>
                  <a:lnTo>
                    <a:pt x="50549" y="56352"/>
                  </a:lnTo>
                  <a:lnTo>
                    <a:pt x="46112" y="56352"/>
                  </a:lnTo>
                  <a:lnTo>
                    <a:pt x="43609" y="56175"/>
                  </a:lnTo>
                  <a:lnTo>
                    <a:pt x="43476" y="60082"/>
                  </a:lnTo>
                  <a:lnTo>
                    <a:pt x="40640" y="60377"/>
                  </a:lnTo>
                  <a:lnTo>
                    <a:pt x="40497" y="59246"/>
                  </a:lnTo>
                  <a:lnTo>
                    <a:pt x="38378" y="58173"/>
                  </a:lnTo>
                  <a:lnTo>
                    <a:pt x="39015" y="56314"/>
                  </a:lnTo>
                  <a:lnTo>
                    <a:pt x="37309" y="54824"/>
                  </a:lnTo>
                  <a:lnTo>
                    <a:pt x="33909" y="53720"/>
                  </a:lnTo>
                  <a:lnTo>
                    <a:pt x="32236" y="54178"/>
                  </a:lnTo>
                  <a:lnTo>
                    <a:pt x="30420" y="54675"/>
                  </a:lnTo>
                  <a:lnTo>
                    <a:pt x="26500" y="52640"/>
                  </a:lnTo>
                  <a:lnTo>
                    <a:pt x="26067" y="50470"/>
                  </a:lnTo>
                  <a:lnTo>
                    <a:pt x="23969" y="50230"/>
                  </a:lnTo>
                  <a:lnTo>
                    <a:pt x="21892" y="49993"/>
                  </a:lnTo>
                  <a:lnTo>
                    <a:pt x="21862" y="48902"/>
                  </a:lnTo>
                  <a:lnTo>
                    <a:pt x="18671" y="48770"/>
                  </a:lnTo>
                  <a:lnTo>
                    <a:pt x="14467" y="49337"/>
                  </a:lnTo>
                  <a:lnTo>
                    <a:pt x="10411" y="47458"/>
                  </a:lnTo>
                  <a:lnTo>
                    <a:pt x="10396" y="46871"/>
                  </a:lnTo>
                  <a:lnTo>
                    <a:pt x="10352" y="45132"/>
                  </a:lnTo>
                  <a:lnTo>
                    <a:pt x="8836" y="44417"/>
                  </a:lnTo>
                  <a:lnTo>
                    <a:pt x="8056" y="43883"/>
                  </a:lnTo>
                  <a:lnTo>
                    <a:pt x="5141" y="41889"/>
                  </a:lnTo>
                  <a:lnTo>
                    <a:pt x="3021" y="45934"/>
                  </a:lnTo>
                  <a:lnTo>
                    <a:pt x="2404" y="45741"/>
                  </a:lnTo>
                  <a:lnTo>
                    <a:pt x="284" y="44978"/>
                  </a:lnTo>
                  <a:lnTo>
                    <a:pt x="0" y="44909"/>
                  </a:lnTo>
                  <a:lnTo>
                    <a:pt x="160" y="44538"/>
                  </a:lnTo>
                  <a:lnTo>
                    <a:pt x="2882" y="38238"/>
                  </a:lnTo>
                  <a:lnTo>
                    <a:pt x="3829" y="37922"/>
                  </a:lnTo>
                  <a:lnTo>
                    <a:pt x="5543" y="37352"/>
                  </a:lnTo>
                  <a:lnTo>
                    <a:pt x="5811" y="36913"/>
                  </a:lnTo>
                  <a:lnTo>
                    <a:pt x="5995" y="36612"/>
                  </a:lnTo>
                  <a:lnTo>
                    <a:pt x="7296" y="34484"/>
                  </a:lnTo>
                  <a:lnTo>
                    <a:pt x="7674" y="33936"/>
                  </a:lnTo>
                  <a:lnTo>
                    <a:pt x="8569" y="32684"/>
                  </a:lnTo>
                  <a:lnTo>
                    <a:pt x="9388" y="31690"/>
                  </a:lnTo>
                  <a:lnTo>
                    <a:pt x="9516" y="31535"/>
                  </a:lnTo>
                  <a:lnTo>
                    <a:pt x="9918" y="31047"/>
                  </a:lnTo>
                  <a:lnTo>
                    <a:pt x="10347" y="30527"/>
                  </a:lnTo>
                  <a:lnTo>
                    <a:pt x="10456" y="30394"/>
                  </a:lnTo>
                  <a:lnTo>
                    <a:pt x="11295" y="29442"/>
                  </a:lnTo>
                  <a:lnTo>
                    <a:pt x="11305" y="28946"/>
                  </a:lnTo>
                  <a:lnTo>
                    <a:pt x="11305" y="28559"/>
                  </a:lnTo>
                  <a:lnTo>
                    <a:pt x="12789" y="26463"/>
                  </a:lnTo>
                  <a:lnTo>
                    <a:pt x="13184" y="25905"/>
                  </a:lnTo>
                  <a:lnTo>
                    <a:pt x="13482" y="21223"/>
                  </a:lnTo>
                  <a:lnTo>
                    <a:pt x="13440" y="20289"/>
                  </a:lnTo>
                  <a:lnTo>
                    <a:pt x="15416" y="19592"/>
                  </a:lnTo>
                  <a:lnTo>
                    <a:pt x="19650" y="18280"/>
                  </a:lnTo>
                  <a:lnTo>
                    <a:pt x="25793" y="17385"/>
                  </a:lnTo>
                  <a:lnTo>
                    <a:pt x="30325" y="17266"/>
                  </a:lnTo>
                  <a:lnTo>
                    <a:pt x="35104" y="16816"/>
                  </a:lnTo>
                  <a:lnTo>
                    <a:pt x="36189" y="17755"/>
                  </a:lnTo>
                  <a:lnTo>
                    <a:pt x="39687" y="20780"/>
                  </a:lnTo>
                  <a:lnTo>
                    <a:pt x="41448" y="22303"/>
                  </a:lnTo>
                  <a:lnTo>
                    <a:pt x="44867" y="19172"/>
                  </a:lnTo>
                  <a:lnTo>
                    <a:pt x="46529" y="17651"/>
                  </a:lnTo>
                  <a:lnTo>
                    <a:pt x="48103" y="13285"/>
                  </a:lnTo>
                  <a:lnTo>
                    <a:pt x="47851" y="10127"/>
                  </a:lnTo>
                  <a:lnTo>
                    <a:pt x="41295" y="12747"/>
                  </a:lnTo>
                  <a:lnTo>
                    <a:pt x="40923" y="4994"/>
                  </a:lnTo>
                  <a:lnTo>
                    <a:pt x="51061" y="2907"/>
                  </a:lnTo>
                  <a:lnTo>
                    <a:pt x="59020" y="916"/>
                  </a:lnTo>
                  <a:lnTo>
                    <a:pt x="62765" y="0"/>
                  </a:lnTo>
                  <a:lnTo>
                    <a:pt x="60528" y="272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4" name="pg253"/>
            <p:cNvSpPr/>
            <p:nvPr/>
          </p:nvSpPr>
          <p:spPr>
            <a:xfrm>
              <a:off x="4241265" y="2611880"/>
              <a:ext cx="87581" cy="61392"/>
            </a:xfrm>
            <a:custGeom>
              <a:avLst/>
              <a:pathLst>
                <a:path w="87581" h="61392">
                  <a:moveTo>
                    <a:pt x="50223" y="8917"/>
                  </a:moveTo>
                  <a:lnTo>
                    <a:pt x="52034" y="10073"/>
                  </a:lnTo>
                  <a:lnTo>
                    <a:pt x="52281" y="10243"/>
                  </a:lnTo>
                  <a:lnTo>
                    <a:pt x="52944" y="10698"/>
                  </a:lnTo>
                  <a:lnTo>
                    <a:pt x="53197" y="10871"/>
                  </a:lnTo>
                  <a:lnTo>
                    <a:pt x="53813" y="11294"/>
                  </a:lnTo>
                  <a:lnTo>
                    <a:pt x="55213" y="12255"/>
                  </a:lnTo>
                  <a:lnTo>
                    <a:pt x="55857" y="12602"/>
                  </a:lnTo>
                  <a:lnTo>
                    <a:pt x="58971" y="8096"/>
                  </a:lnTo>
                  <a:lnTo>
                    <a:pt x="60130" y="6420"/>
                  </a:lnTo>
                  <a:lnTo>
                    <a:pt x="59820" y="6856"/>
                  </a:lnTo>
                  <a:lnTo>
                    <a:pt x="60185" y="6330"/>
                  </a:lnTo>
                  <a:lnTo>
                    <a:pt x="62245" y="3360"/>
                  </a:lnTo>
                  <a:lnTo>
                    <a:pt x="62370" y="3179"/>
                  </a:lnTo>
                  <a:lnTo>
                    <a:pt x="63578" y="2508"/>
                  </a:lnTo>
                  <a:lnTo>
                    <a:pt x="65439" y="2041"/>
                  </a:lnTo>
                  <a:lnTo>
                    <a:pt x="68522" y="1268"/>
                  </a:lnTo>
                  <a:lnTo>
                    <a:pt x="70492" y="4657"/>
                  </a:lnTo>
                  <a:lnTo>
                    <a:pt x="70480" y="4800"/>
                  </a:lnTo>
                  <a:lnTo>
                    <a:pt x="70146" y="4973"/>
                  </a:lnTo>
                  <a:lnTo>
                    <a:pt x="68491" y="5827"/>
                  </a:lnTo>
                  <a:lnTo>
                    <a:pt x="68844" y="6466"/>
                  </a:lnTo>
                  <a:lnTo>
                    <a:pt x="68933" y="6626"/>
                  </a:lnTo>
                  <a:lnTo>
                    <a:pt x="69446" y="7527"/>
                  </a:lnTo>
                  <a:lnTo>
                    <a:pt x="69732" y="8579"/>
                  </a:lnTo>
                  <a:lnTo>
                    <a:pt x="69524" y="8868"/>
                  </a:lnTo>
                  <a:lnTo>
                    <a:pt x="68761" y="9929"/>
                  </a:lnTo>
                  <a:lnTo>
                    <a:pt x="70311" y="11480"/>
                  </a:lnTo>
                  <a:lnTo>
                    <a:pt x="70148" y="12128"/>
                  </a:lnTo>
                  <a:lnTo>
                    <a:pt x="71804" y="14056"/>
                  </a:lnTo>
                  <a:lnTo>
                    <a:pt x="73621" y="15997"/>
                  </a:lnTo>
                  <a:lnTo>
                    <a:pt x="74387" y="16774"/>
                  </a:lnTo>
                  <a:lnTo>
                    <a:pt x="74635" y="17026"/>
                  </a:lnTo>
                  <a:lnTo>
                    <a:pt x="74922" y="18525"/>
                  </a:lnTo>
                  <a:lnTo>
                    <a:pt x="74009" y="18815"/>
                  </a:lnTo>
                  <a:lnTo>
                    <a:pt x="74504" y="23071"/>
                  </a:lnTo>
                  <a:lnTo>
                    <a:pt x="75177" y="22930"/>
                  </a:lnTo>
                  <a:lnTo>
                    <a:pt x="76775" y="22596"/>
                  </a:lnTo>
                  <a:lnTo>
                    <a:pt x="77722" y="22399"/>
                  </a:lnTo>
                  <a:lnTo>
                    <a:pt x="78410" y="22173"/>
                  </a:lnTo>
                  <a:lnTo>
                    <a:pt x="78761" y="21861"/>
                  </a:lnTo>
                  <a:lnTo>
                    <a:pt x="78890" y="21747"/>
                  </a:lnTo>
                  <a:lnTo>
                    <a:pt x="79410" y="21633"/>
                  </a:lnTo>
                  <a:lnTo>
                    <a:pt x="82745" y="20976"/>
                  </a:lnTo>
                  <a:lnTo>
                    <a:pt x="83360" y="20855"/>
                  </a:lnTo>
                  <a:lnTo>
                    <a:pt x="85567" y="20421"/>
                  </a:lnTo>
                  <a:lnTo>
                    <a:pt x="85779" y="23176"/>
                  </a:lnTo>
                  <a:lnTo>
                    <a:pt x="85806" y="23518"/>
                  </a:lnTo>
                  <a:lnTo>
                    <a:pt x="85862" y="23963"/>
                  </a:lnTo>
                  <a:lnTo>
                    <a:pt x="85903" y="24277"/>
                  </a:lnTo>
                  <a:lnTo>
                    <a:pt x="85919" y="24408"/>
                  </a:lnTo>
                  <a:lnTo>
                    <a:pt x="86005" y="25138"/>
                  </a:lnTo>
                  <a:lnTo>
                    <a:pt x="86134" y="26761"/>
                  </a:lnTo>
                  <a:lnTo>
                    <a:pt x="86205" y="28028"/>
                  </a:lnTo>
                  <a:lnTo>
                    <a:pt x="86320" y="30094"/>
                  </a:lnTo>
                  <a:lnTo>
                    <a:pt x="86305" y="31428"/>
                  </a:lnTo>
                  <a:lnTo>
                    <a:pt x="86271" y="32553"/>
                  </a:lnTo>
                  <a:lnTo>
                    <a:pt x="86253" y="33135"/>
                  </a:lnTo>
                  <a:lnTo>
                    <a:pt x="86629" y="33183"/>
                  </a:lnTo>
                  <a:lnTo>
                    <a:pt x="87381" y="33471"/>
                  </a:lnTo>
                  <a:lnTo>
                    <a:pt x="87581" y="33643"/>
                  </a:lnTo>
                  <a:lnTo>
                    <a:pt x="87156" y="34814"/>
                  </a:lnTo>
                  <a:lnTo>
                    <a:pt x="86694" y="36573"/>
                  </a:lnTo>
                  <a:lnTo>
                    <a:pt x="86408" y="38295"/>
                  </a:lnTo>
                  <a:lnTo>
                    <a:pt x="86270" y="38268"/>
                  </a:lnTo>
                  <a:lnTo>
                    <a:pt x="83118" y="37947"/>
                  </a:lnTo>
                  <a:lnTo>
                    <a:pt x="82288" y="37882"/>
                  </a:lnTo>
                  <a:lnTo>
                    <a:pt x="81562" y="37905"/>
                  </a:lnTo>
                  <a:lnTo>
                    <a:pt x="81059" y="37949"/>
                  </a:lnTo>
                  <a:lnTo>
                    <a:pt x="80500" y="38104"/>
                  </a:lnTo>
                  <a:lnTo>
                    <a:pt x="79040" y="38707"/>
                  </a:lnTo>
                  <a:lnTo>
                    <a:pt x="78414" y="39109"/>
                  </a:lnTo>
                  <a:lnTo>
                    <a:pt x="77841" y="39548"/>
                  </a:lnTo>
                  <a:lnTo>
                    <a:pt x="76802" y="40719"/>
                  </a:lnTo>
                  <a:lnTo>
                    <a:pt x="75891" y="41936"/>
                  </a:lnTo>
                  <a:lnTo>
                    <a:pt x="75077" y="44199"/>
                  </a:lnTo>
                  <a:lnTo>
                    <a:pt x="74988" y="44982"/>
                  </a:lnTo>
                  <a:lnTo>
                    <a:pt x="74907" y="45692"/>
                  </a:lnTo>
                  <a:lnTo>
                    <a:pt x="74438" y="47019"/>
                  </a:lnTo>
                  <a:lnTo>
                    <a:pt x="74030" y="48644"/>
                  </a:lnTo>
                  <a:lnTo>
                    <a:pt x="73861" y="49044"/>
                  </a:lnTo>
                  <a:lnTo>
                    <a:pt x="72134" y="48624"/>
                  </a:lnTo>
                  <a:lnTo>
                    <a:pt x="71622" y="48424"/>
                  </a:lnTo>
                  <a:lnTo>
                    <a:pt x="70937" y="48114"/>
                  </a:lnTo>
                  <a:lnTo>
                    <a:pt x="71319" y="49699"/>
                  </a:lnTo>
                  <a:lnTo>
                    <a:pt x="72807" y="55129"/>
                  </a:lnTo>
                  <a:lnTo>
                    <a:pt x="71871" y="55881"/>
                  </a:lnTo>
                  <a:lnTo>
                    <a:pt x="72616" y="57983"/>
                  </a:lnTo>
                  <a:lnTo>
                    <a:pt x="74092" y="60223"/>
                  </a:lnTo>
                  <a:lnTo>
                    <a:pt x="70856" y="60828"/>
                  </a:lnTo>
                  <a:lnTo>
                    <a:pt x="70697" y="60876"/>
                  </a:lnTo>
                  <a:lnTo>
                    <a:pt x="68976" y="61392"/>
                  </a:lnTo>
                  <a:lnTo>
                    <a:pt x="64204" y="51034"/>
                  </a:lnTo>
                  <a:lnTo>
                    <a:pt x="62392" y="50654"/>
                  </a:lnTo>
                  <a:lnTo>
                    <a:pt x="60526" y="51106"/>
                  </a:lnTo>
                  <a:lnTo>
                    <a:pt x="59038" y="48449"/>
                  </a:lnTo>
                  <a:lnTo>
                    <a:pt x="58955" y="44776"/>
                  </a:lnTo>
                  <a:lnTo>
                    <a:pt x="58846" y="39941"/>
                  </a:lnTo>
                  <a:lnTo>
                    <a:pt x="59323" y="39887"/>
                  </a:lnTo>
                  <a:lnTo>
                    <a:pt x="59888" y="39890"/>
                  </a:lnTo>
                  <a:lnTo>
                    <a:pt x="60394" y="39893"/>
                  </a:lnTo>
                  <a:lnTo>
                    <a:pt x="60769" y="39927"/>
                  </a:lnTo>
                  <a:lnTo>
                    <a:pt x="61057" y="39953"/>
                  </a:lnTo>
                  <a:lnTo>
                    <a:pt x="60929" y="38657"/>
                  </a:lnTo>
                  <a:lnTo>
                    <a:pt x="60411" y="31953"/>
                  </a:lnTo>
                  <a:lnTo>
                    <a:pt x="60274" y="30205"/>
                  </a:lnTo>
                  <a:lnTo>
                    <a:pt x="59944" y="26012"/>
                  </a:lnTo>
                  <a:lnTo>
                    <a:pt x="57856" y="20584"/>
                  </a:lnTo>
                  <a:lnTo>
                    <a:pt x="55039" y="18450"/>
                  </a:lnTo>
                  <a:lnTo>
                    <a:pt x="54238" y="19217"/>
                  </a:lnTo>
                  <a:lnTo>
                    <a:pt x="53849" y="19389"/>
                  </a:lnTo>
                  <a:lnTo>
                    <a:pt x="52523" y="19975"/>
                  </a:lnTo>
                  <a:lnTo>
                    <a:pt x="51999" y="20207"/>
                  </a:lnTo>
                  <a:lnTo>
                    <a:pt x="50548" y="20292"/>
                  </a:lnTo>
                  <a:lnTo>
                    <a:pt x="49789" y="20337"/>
                  </a:lnTo>
                  <a:lnTo>
                    <a:pt x="47441" y="20454"/>
                  </a:lnTo>
                  <a:lnTo>
                    <a:pt x="43589" y="20645"/>
                  </a:lnTo>
                  <a:lnTo>
                    <a:pt x="42700" y="20689"/>
                  </a:lnTo>
                  <a:lnTo>
                    <a:pt x="37523" y="20717"/>
                  </a:lnTo>
                  <a:lnTo>
                    <a:pt x="34445" y="20734"/>
                  </a:lnTo>
                  <a:lnTo>
                    <a:pt x="33555" y="20741"/>
                  </a:lnTo>
                  <a:lnTo>
                    <a:pt x="33626" y="21261"/>
                  </a:lnTo>
                  <a:lnTo>
                    <a:pt x="33901" y="22418"/>
                  </a:lnTo>
                  <a:lnTo>
                    <a:pt x="33965" y="23496"/>
                  </a:lnTo>
                  <a:lnTo>
                    <a:pt x="33903" y="25009"/>
                  </a:lnTo>
                  <a:lnTo>
                    <a:pt x="33864" y="25956"/>
                  </a:lnTo>
                  <a:lnTo>
                    <a:pt x="33725" y="26561"/>
                  </a:lnTo>
                  <a:lnTo>
                    <a:pt x="33353" y="28180"/>
                  </a:lnTo>
                  <a:lnTo>
                    <a:pt x="32695" y="31049"/>
                  </a:lnTo>
                  <a:lnTo>
                    <a:pt x="31986" y="30392"/>
                  </a:lnTo>
                  <a:lnTo>
                    <a:pt x="31002" y="29640"/>
                  </a:lnTo>
                  <a:lnTo>
                    <a:pt x="30733" y="29680"/>
                  </a:lnTo>
                  <a:lnTo>
                    <a:pt x="29362" y="31209"/>
                  </a:lnTo>
                  <a:lnTo>
                    <a:pt x="28892" y="31622"/>
                  </a:lnTo>
                  <a:lnTo>
                    <a:pt x="28581" y="31895"/>
                  </a:lnTo>
                  <a:lnTo>
                    <a:pt x="28202" y="32320"/>
                  </a:lnTo>
                  <a:lnTo>
                    <a:pt x="27240" y="33856"/>
                  </a:lnTo>
                  <a:lnTo>
                    <a:pt x="26445" y="34815"/>
                  </a:lnTo>
                  <a:lnTo>
                    <a:pt x="26225" y="34913"/>
                  </a:lnTo>
                  <a:lnTo>
                    <a:pt x="24786" y="35549"/>
                  </a:lnTo>
                  <a:lnTo>
                    <a:pt x="24410" y="35558"/>
                  </a:lnTo>
                  <a:lnTo>
                    <a:pt x="24055" y="35770"/>
                  </a:lnTo>
                  <a:lnTo>
                    <a:pt x="23891" y="35868"/>
                  </a:lnTo>
                  <a:lnTo>
                    <a:pt x="23574" y="35773"/>
                  </a:lnTo>
                  <a:lnTo>
                    <a:pt x="22055" y="35317"/>
                  </a:lnTo>
                  <a:lnTo>
                    <a:pt x="20926" y="34979"/>
                  </a:lnTo>
                  <a:lnTo>
                    <a:pt x="18815" y="34442"/>
                  </a:lnTo>
                  <a:lnTo>
                    <a:pt x="17621" y="34079"/>
                  </a:lnTo>
                  <a:lnTo>
                    <a:pt x="17324" y="33989"/>
                  </a:lnTo>
                  <a:lnTo>
                    <a:pt x="16537" y="33631"/>
                  </a:lnTo>
                  <a:lnTo>
                    <a:pt x="14736" y="32927"/>
                  </a:lnTo>
                  <a:lnTo>
                    <a:pt x="12937" y="32133"/>
                  </a:lnTo>
                  <a:lnTo>
                    <a:pt x="12493" y="31937"/>
                  </a:lnTo>
                  <a:lnTo>
                    <a:pt x="11177" y="31294"/>
                  </a:lnTo>
                  <a:lnTo>
                    <a:pt x="8681" y="30074"/>
                  </a:lnTo>
                  <a:lnTo>
                    <a:pt x="8485" y="29978"/>
                  </a:lnTo>
                  <a:lnTo>
                    <a:pt x="7108" y="29361"/>
                  </a:lnTo>
                  <a:lnTo>
                    <a:pt x="6298" y="29045"/>
                  </a:lnTo>
                  <a:lnTo>
                    <a:pt x="2623" y="27609"/>
                  </a:lnTo>
                  <a:lnTo>
                    <a:pt x="2366" y="27509"/>
                  </a:lnTo>
                  <a:lnTo>
                    <a:pt x="2025" y="27332"/>
                  </a:lnTo>
                  <a:lnTo>
                    <a:pt x="1883" y="27259"/>
                  </a:lnTo>
                  <a:lnTo>
                    <a:pt x="1364" y="26838"/>
                  </a:lnTo>
                  <a:lnTo>
                    <a:pt x="667" y="25959"/>
                  </a:lnTo>
                  <a:lnTo>
                    <a:pt x="856" y="25155"/>
                  </a:lnTo>
                  <a:lnTo>
                    <a:pt x="1043" y="24354"/>
                  </a:lnTo>
                  <a:lnTo>
                    <a:pt x="1090" y="24155"/>
                  </a:lnTo>
                  <a:lnTo>
                    <a:pt x="1256" y="23465"/>
                  </a:lnTo>
                  <a:lnTo>
                    <a:pt x="1319" y="23201"/>
                  </a:lnTo>
                  <a:lnTo>
                    <a:pt x="1586" y="22939"/>
                  </a:lnTo>
                  <a:lnTo>
                    <a:pt x="1729" y="22799"/>
                  </a:lnTo>
                  <a:lnTo>
                    <a:pt x="2161" y="22344"/>
                  </a:lnTo>
                  <a:lnTo>
                    <a:pt x="2363" y="22031"/>
                  </a:lnTo>
                  <a:lnTo>
                    <a:pt x="2512" y="21606"/>
                  </a:lnTo>
                  <a:lnTo>
                    <a:pt x="2588" y="20480"/>
                  </a:lnTo>
                  <a:lnTo>
                    <a:pt x="2601" y="20294"/>
                  </a:lnTo>
                  <a:lnTo>
                    <a:pt x="2810" y="19937"/>
                  </a:lnTo>
                  <a:lnTo>
                    <a:pt x="2518" y="19885"/>
                  </a:lnTo>
                  <a:lnTo>
                    <a:pt x="1532" y="19425"/>
                  </a:lnTo>
                  <a:lnTo>
                    <a:pt x="2484" y="19249"/>
                  </a:lnTo>
                  <a:lnTo>
                    <a:pt x="4070" y="18957"/>
                  </a:lnTo>
                  <a:lnTo>
                    <a:pt x="3888" y="18010"/>
                  </a:lnTo>
                  <a:lnTo>
                    <a:pt x="3505" y="16026"/>
                  </a:lnTo>
                  <a:lnTo>
                    <a:pt x="3316" y="15045"/>
                  </a:lnTo>
                  <a:lnTo>
                    <a:pt x="3240" y="14768"/>
                  </a:lnTo>
                  <a:lnTo>
                    <a:pt x="3162" y="14485"/>
                  </a:lnTo>
                  <a:lnTo>
                    <a:pt x="3198" y="14324"/>
                  </a:lnTo>
                  <a:lnTo>
                    <a:pt x="3011" y="13401"/>
                  </a:lnTo>
                  <a:lnTo>
                    <a:pt x="2454" y="11001"/>
                  </a:lnTo>
                  <a:lnTo>
                    <a:pt x="2397" y="10755"/>
                  </a:lnTo>
                  <a:lnTo>
                    <a:pt x="2075" y="9254"/>
                  </a:lnTo>
                  <a:lnTo>
                    <a:pt x="1724" y="9350"/>
                  </a:lnTo>
                  <a:lnTo>
                    <a:pt x="854" y="5444"/>
                  </a:lnTo>
                  <a:lnTo>
                    <a:pt x="634" y="4263"/>
                  </a:lnTo>
                  <a:lnTo>
                    <a:pt x="520" y="3655"/>
                  </a:lnTo>
                  <a:lnTo>
                    <a:pt x="133" y="3154"/>
                  </a:lnTo>
                  <a:lnTo>
                    <a:pt x="0" y="2923"/>
                  </a:lnTo>
                  <a:lnTo>
                    <a:pt x="247" y="2857"/>
                  </a:lnTo>
                  <a:lnTo>
                    <a:pt x="656" y="2747"/>
                  </a:lnTo>
                  <a:lnTo>
                    <a:pt x="1303" y="2574"/>
                  </a:lnTo>
                  <a:lnTo>
                    <a:pt x="1734" y="2497"/>
                  </a:lnTo>
                  <a:lnTo>
                    <a:pt x="5792" y="1771"/>
                  </a:lnTo>
                  <a:lnTo>
                    <a:pt x="6140" y="1708"/>
                  </a:lnTo>
                  <a:lnTo>
                    <a:pt x="6903" y="1572"/>
                  </a:lnTo>
                  <a:lnTo>
                    <a:pt x="9843" y="1011"/>
                  </a:lnTo>
                  <a:lnTo>
                    <a:pt x="12837" y="492"/>
                  </a:lnTo>
                  <a:lnTo>
                    <a:pt x="14119" y="248"/>
                  </a:lnTo>
                  <a:lnTo>
                    <a:pt x="14907" y="163"/>
                  </a:lnTo>
                  <a:lnTo>
                    <a:pt x="15172" y="135"/>
                  </a:lnTo>
                  <a:lnTo>
                    <a:pt x="15574" y="92"/>
                  </a:lnTo>
                  <a:lnTo>
                    <a:pt x="15806" y="59"/>
                  </a:lnTo>
                  <a:lnTo>
                    <a:pt x="16043" y="45"/>
                  </a:lnTo>
                  <a:lnTo>
                    <a:pt x="16402" y="25"/>
                  </a:lnTo>
                  <a:lnTo>
                    <a:pt x="16859" y="0"/>
                  </a:lnTo>
                  <a:lnTo>
                    <a:pt x="17718" y="0"/>
                  </a:lnTo>
                  <a:lnTo>
                    <a:pt x="18836" y="116"/>
                  </a:lnTo>
                  <a:lnTo>
                    <a:pt x="19195" y="203"/>
                  </a:lnTo>
                  <a:lnTo>
                    <a:pt x="19686" y="322"/>
                  </a:lnTo>
                  <a:lnTo>
                    <a:pt x="20840" y="697"/>
                  </a:lnTo>
                  <a:lnTo>
                    <a:pt x="21250" y="864"/>
                  </a:lnTo>
                  <a:lnTo>
                    <a:pt x="21940" y="1145"/>
                  </a:lnTo>
                  <a:lnTo>
                    <a:pt x="23840" y="2177"/>
                  </a:lnTo>
                  <a:lnTo>
                    <a:pt x="24633" y="2608"/>
                  </a:lnTo>
                  <a:lnTo>
                    <a:pt x="24990" y="2802"/>
                  </a:lnTo>
                  <a:lnTo>
                    <a:pt x="25259" y="2978"/>
                  </a:lnTo>
                  <a:lnTo>
                    <a:pt x="28375" y="5023"/>
                  </a:lnTo>
                  <a:lnTo>
                    <a:pt x="29481" y="5621"/>
                  </a:lnTo>
                  <a:lnTo>
                    <a:pt x="29672" y="5724"/>
                  </a:lnTo>
                  <a:lnTo>
                    <a:pt x="30850" y="6097"/>
                  </a:lnTo>
                  <a:lnTo>
                    <a:pt x="31432" y="6219"/>
                  </a:lnTo>
                  <a:lnTo>
                    <a:pt x="31613" y="6257"/>
                  </a:lnTo>
                  <a:lnTo>
                    <a:pt x="31834" y="6304"/>
                  </a:lnTo>
                  <a:lnTo>
                    <a:pt x="32549" y="6455"/>
                  </a:lnTo>
                  <a:lnTo>
                    <a:pt x="32722" y="6473"/>
                  </a:lnTo>
                  <a:lnTo>
                    <a:pt x="34138" y="6620"/>
                  </a:lnTo>
                  <a:lnTo>
                    <a:pt x="34665" y="6676"/>
                  </a:lnTo>
                  <a:lnTo>
                    <a:pt x="35263" y="6738"/>
                  </a:lnTo>
                  <a:lnTo>
                    <a:pt x="35563" y="6755"/>
                  </a:lnTo>
                  <a:lnTo>
                    <a:pt x="36450" y="6806"/>
                  </a:lnTo>
                  <a:lnTo>
                    <a:pt x="37045" y="6841"/>
                  </a:lnTo>
                  <a:lnTo>
                    <a:pt x="44045" y="7245"/>
                  </a:lnTo>
                  <a:lnTo>
                    <a:pt x="45121" y="7332"/>
                  </a:lnTo>
                  <a:lnTo>
                    <a:pt x="46997" y="7483"/>
                  </a:lnTo>
                  <a:lnTo>
                    <a:pt x="47430" y="7590"/>
                  </a:lnTo>
                  <a:lnTo>
                    <a:pt x="48189" y="7797"/>
                  </a:lnTo>
                  <a:lnTo>
                    <a:pt x="48725" y="8033"/>
                  </a:lnTo>
                  <a:lnTo>
                    <a:pt x="49117" y="82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5" name="pg254"/>
            <p:cNvSpPr/>
            <p:nvPr/>
          </p:nvSpPr>
          <p:spPr>
            <a:xfrm>
              <a:off x="4312202" y="2635059"/>
              <a:ext cx="93897" cy="53371"/>
            </a:xfrm>
            <a:custGeom>
              <a:avLst/>
              <a:pathLst>
                <a:path w="93897" h="53371">
                  <a:moveTo>
                    <a:pt x="26209" y="287"/>
                  </a:moveTo>
                  <a:lnTo>
                    <a:pt x="27546" y="982"/>
                  </a:lnTo>
                  <a:lnTo>
                    <a:pt x="28465" y="876"/>
                  </a:lnTo>
                  <a:lnTo>
                    <a:pt x="29282" y="978"/>
                  </a:lnTo>
                  <a:lnTo>
                    <a:pt x="30375" y="844"/>
                  </a:lnTo>
                  <a:lnTo>
                    <a:pt x="30892" y="920"/>
                  </a:lnTo>
                  <a:lnTo>
                    <a:pt x="32800" y="1486"/>
                  </a:lnTo>
                  <a:lnTo>
                    <a:pt x="34768" y="2113"/>
                  </a:lnTo>
                  <a:lnTo>
                    <a:pt x="36065" y="2620"/>
                  </a:lnTo>
                  <a:lnTo>
                    <a:pt x="36459" y="3153"/>
                  </a:lnTo>
                  <a:lnTo>
                    <a:pt x="36595" y="3209"/>
                  </a:lnTo>
                  <a:lnTo>
                    <a:pt x="36831" y="3307"/>
                  </a:lnTo>
                  <a:lnTo>
                    <a:pt x="38175" y="3863"/>
                  </a:lnTo>
                  <a:lnTo>
                    <a:pt x="39357" y="4353"/>
                  </a:lnTo>
                  <a:lnTo>
                    <a:pt x="39934" y="4592"/>
                  </a:lnTo>
                  <a:lnTo>
                    <a:pt x="40635" y="4882"/>
                  </a:lnTo>
                  <a:lnTo>
                    <a:pt x="40907" y="4995"/>
                  </a:lnTo>
                  <a:lnTo>
                    <a:pt x="43697" y="6151"/>
                  </a:lnTo>
                  <a:lnTo>
                    <a:pt x="44095" y="6613"/>
                  </a:lnTo>
                  <a:lnTo>
                    <a:pt x="47116" y="7319"/>
                  </a:lnTo>
                  <a:lnTo>
                    <a:pt x="50971" y="7837"/>
                  </a:lnTo>
                  <a:lnTo>
                    <a:pt x="51179" y="7865"/>
                  </a:lnTo>
                  <a:lnTo>
                    <a:pt x="54693" y="8338"/>
                  </a:lnTo>
                  <a:lnTo>
                    <a:pt x="60629" y="10169"/>
                  </a:lnTo>
                  <a:lnTo>
                    <a:pt x="60738" y="9690"/>
                  </a:lnTo>
                  <a:lnTo>
                    <a:pt x="61682" y="6573"/>
                  </a:lnTo>
                  <a:lnTo>
                    <a:pt x="63738" y="7354"/>
                  </a:lnTo>
                  <a:lnTo>
                    <a:pt x="65920" y="7551"/>
                  </a:lnTo>
                  <a:lnTo>
                    <a:pt x="66409" y="7595"/>
                  </a:lnTo>
                  <a:lnTo>
                    <a:pt x="65805" y="9410"/>
                  </a:lnTo>
                  <a:lnTo>
                    <a:pt x="69989" y="11908"/>
                  </a:lnTo>
                  <a:lnTo>
                    <a:pt x="69364" y="13035"/>
                  </a:lnTo>
                  <a:lnTo>
                    <a:pt x="70051" y="13409"/>
                  </a:lnTo>
                  <a:lnTo>
                    <a:pt x="71218" y="14045"/>
                  </a:lnTo>
                  <a:lnTo>
                    <a:pt x="72386" y="14682"/>
                  </a:lnTo>
                  <a:lnTo>
                    <a:pt x="72657" y="14829"/>
                  </a:lnTo>
                  <a:lnTo>
                    <a:pt x="72832" y="15086"/>
                  </a:lnTo>
                  <a:lnTo>
                    <a:pt x="72744" y="15423"/>
                  </a:lnTo>
                  <a:lnTo>
                    <a:pt x="72798" y="15987"/>
                  </a:lnTo>
                  <a:lnTo>
                    <a:pt x="73504" y="18098"/>
                  </a:lnTo>
                  <a:lnTo>
                    <a:pt x="73557" y="18427"/>
                  </a:lnTo>
                  <a:lnTo>
                    <a:pt x="73618" y="18810"/>
                  </a:lnTo>
                  <a:lnTo>
                    <a:pt x="73653" y="19029"/>
                  </a:lnTo>
                  <a:lnTo>
                    <a:pt x="73687" y="19243"/>
                  </a:lnTo>
                  <a:lnTo>
                    <a:pt x="75535" y="18536"/>
                  </a:lnTo>
                  <a:lnTo>
                    <a:pt x="75891" y="18349"/>
                  </a:lnTo>
                  <a:lnTo>
                    <a:pt x="77196" y="17663"/>
                  </a:lnTo>
                  <a:lnTo>
                    <a:pt x="77784" y="17313"/>
                  </a:lnTo>
                  <a:lnTo>
                    <a:pt x="78232" y="17156"/>
                  </a:lnTo>
                  <a:lnTo>
                    <a:pt x="78562" y="17140"/>
                  </a:lnTo>
                  <a:lnTo>
                    <a:pt x="79736" y="18994"/>
                  </a:lnTo>
                  <a:lnTo>
                    <a:pt x="74458" y="21857"/>
                  </a:lnTo>
                  <a:lnTo>
                    <a:pt x="68873" y="22301"/>
                  </a:lnTo>
                  <a:lnTo>
                    <a:pt x="64546" y="22644"/>
                  </a:lnTo>
                  <a:lnTo>
                    <a:pt x="64063" y="22376"/>
                  </a:lnTo>
                  <a:lnTo>
                    <a:pt x="62910" y="25592"/>
                  </a:lnTo>
                  <a:lnTo>
                    <a:pt x="63991" y="27402"/>
                  </a:lnTo>
                  <a:lnTo>
                    <a:pt x="64635" y="28887"/>
                  </a:lnTo>
                  <a:lnTo>
                    <a:pt x="64723" y="29086"/>
                  </a:lnTo>
                  <a:lnTo>
                    <a:pt x="66845" y="27842"/>
                  </a:lnTo>
                  <a:lnTo>
                    <a:pt x="69708" y="28558"/>
                  </a:lnTo>
                  <a:lnTo>
                    <a:pt x="76220" y="33138"/>
                  </a:lnTo>
                  <a:lnTo>
                    <a:pt x="77365" y="31635"/>
                  </a:lnTo>
                  <a:lnTo>
                    <a:pt x="80371" y="33353"/>
                  </a:lnTo>
                  <a:lnTo>
                    <a:pt x="78510" y="36716"/>
                  </a:lnTo>
                  <a:lnTo>
                    <a:pt x="86383" y="42370"/>
                  </a:lnTo>
                  <a:lnTo>
                    <a:pt x="93897" y="43730"/>
                  </a:lnTo>
                  <a:lnTo>
                    <a:pt x="91822" y="49098"/>
                  </a:lnTo>
                  <a:lnTo>
                    <a:pt x="88816" y="48954"/>
                  </a:lnTo>
                  <a:lnTo>
                    <a:pt x="81301" y="45448"/>
                  </a:lnTo>
                  <a:lnTo>
                    <a:pt x="72669" y="40977"/>
                  </a:lnTo>
                  <a:lnTo>
                    <a:pt x="70403" y="39844"/>
                  </a:lnTo>
                  <a:lnTo>
                    <a:pt x="69121" y="39486"/>
                  </a:lnTo>
                  <a:lnTo>
                    <a:pt x="67264" y="40943"/>
                  </a:lnTo>
                  <a:lnTo>
                    <a:pt x="68226" y="42915"/>
                  </a:lnTo>
                  <a:lnTo>
                    <a:pt x="64069" y="45109"/>
                  </a:lnTo>
                  <a:lnTo>
                    <a:pt x="62173" y="40188"/>
                  </a:lnTo>
                  <a:lnTo>
                    <a:pt x="61945" y="39598"/>
                  </a:lnTo>
                  <a:lnTo>
                    <a:pt x="60354" y="38454"/>
                  </a:lnTo>
                  <a:lnTo>
                    <a:pt x="58916" y="40509"/>
                  </a:lnTo>
                  <a:lnTo>
                    <a:pt x="56615" y="39443"/>
                  </a:lnTo>
                  <a:lnTo>
                    <a:pt x="56052" y="39895"/>
                  </a:lnTo>
                  <a:lnTo>
                    <a:pt x="54525" y="38511"/>
                  </a:lnTo>
                  <a:lnTo>
                    <a:pt x="53180" y="36285"/>
                  </a:lnTo>
                  <a:lnTo>
                    <a:pt x="51015" y="34496"/>
                  </a:lnTo>
                  <a:lnTo>
                    <a:pt x="50675" y="35087"/>
                  </a:lnTo>
                  <a:lnTo>
                    <a:pt x="46792" y="32886"/>
                  </a:lnTo>
                  <a:lnTo>
                    <a:pt x="45857" y="34037"/>
                  </a:lnTo>
                  <a:lnTo>
                    <a:pt x="45397" y="34604"/>
                  </a:lnTo>
                  <a:lnTo>
                    <a:pt x="44484" y="33906"/>
                  </a:lnTo>
                  <a:lnTo>
                    <a:pt x="41294" y="33339"/>
                  </a:lnTo>
                  <a:lnTo>
                    <a:pt x="33805" y="31798"/>
                  </a:lnTo>
                  <a:lnTo>
                    <a:pt x="28736" y="30099"/>
                  </a:lnTo>
                  <a:lnTo>
                    <a:pt x="27571" y="28559"/>
                  </a:lnTo>
                  <a:lnTo>
                    <a:pt x="26468" y="27197"/>
                  </a:lnTo>
                  <a:lnTo>
                    <a:pt x="25919" y="27268"/>
                  </a:lnTo>
                  <a:lnTo>
                    <a:pt x="22043" y="26761"/>
                  </a:lnTo>
                  <a:lnTo>
                    <a:pt x="17713" y="26493"/>
                  </a:lnTo>
                  <a:lnTo>
                    <a:pt x="13902" y="25959"/>
                  </a:lnTo>
                  <a:lnTo>
                    <a:pt x="11576" y="27420"/>
                  </a:lnTo>
                  <a:lnTo>
                    <a:pt x="11144" y="29180"/>
                  </a:lnTo>
                  <a:lnTo>
                    <a:pt x="11248" y="32371"/>
                  </a:lnTo>
                  <a:lnTo>
                    <a:pt x="13409" y="38119"/>
                  </a:lnTo>
                  <a:lnTo>
                    <a:pt x="14572" y="37821"/>
                  </a:lnTo>
                  <a:lnTo>
                    <a:pt x="19209" y="42622"/>
                  </a:lnTo>
                  <a:lnTo>
                    <a:pt x="19657" y="45082"/>
                  </a:lnTo>
                  <a:lnTo>
                    <a:pt x="20656" y="45112"/>
                  </a:lnTo>
                  <a:lnTo>
                    <a:pt x="20730" y="46171"/>
                  </a:lnTo>
                  <a:lnTo>
                    <a:pt x="21223" y="46260"/>
                  </a:lnTo>
                  <a:lnTo>
                    <a:pt x="21163" y="48318"/>
                  </a:lnTo>
                  <a:lnTo>
                    <a:pt x="18019" y="48091"/>
                  </a:lnTo>
                  <a:lnTo>
                    <a:pt x="17709" y="51240"/>
                  </a:lnTo>
                  <a:lnTo>
                    <a:pt x="18081" y="52050"/>
                  </a:lnTo>
                  <a:lnTo>
                    <a:pt x="18365" y="53351"/>
                  </a:lnTo>
                  <a:lnTo>
                    <a:pt x="15954" y="53371"/>
                  </a:lnTo>
                  <a:lnTo>
                    <a:pt x="15619" y="52538"/>
                  </a:lnTo>
                  <a:lnTo>
                    <a:pt x="15465" y="52154"/>
                  </a:lnTo>
                  <a:lnTo>
                    <a:pt x="15311" y="51677"/>
                  </a:lnTo>
                  <a:lnTo>
                    <a:pt x="13542" y="52178"/>
                  </a:lnTo>
                  <a:lnTo>
                    <a:pt x="12222" y="49570"/>
                  </a:lnTo>
                  <a:lnTo>
                    <a:pt x="11936" y="47444"/>
                  </a:lnTo>
                  <a:lnTo>
                    <a:pt x="12842" y="47423"/>
                  </a:lnTo>
                  <a:lnTo>
                    <a:pt x="13022" y="45346"/>
                  </a:lnTo>
                  <a:lnTo>
                    <a:pt x="13964" y="45359"/>
                  </a:lnTo>
                  <a:lnTo>
                    <a:pt x="13952" y="44644"/>
                  </a:lnTo>
                  <a:lnTo>
                    <a:pt x="13785" y="44202"/>
                  </a:lnTo>
                  <a:lnTo>
                    <a:pt x="13284" y="43701"/>
                  </a:lnTo>
                  <a:lnTo>
                    <a:pt x="12874" y="43406"/>
                  </a:lnTo>
                  <a:lnTo>
                    <a:pt x="12106" y="42853"/>
                  </a:lnTo>
                  <a:lnTo>
                    <a:pt x="10995" y="44300"/>
                  </a:lnTo>
                  <a:lnTo>
                    <a:pt x="7449" y="42089"/>
                  </a:lnTo>
                  <a:lnTo>
                    <a:pt x="7276" y="41886"/>
                  </a:lnTo>
                  <a:lnTo>
                    <a:pt x="6036" y="40431"/>
                  </a:lnTo>
                  <a:lnTo>
                    <a:pt x="4894" y="38393"/>
                  </a:lnTo>
                  <a:lnTo>
                    <a:pt x="3155" y="37044"/>
                  </a:lnTo>
                  <a:lnTo>
                    <a:pt x="1679" y="34803"/>
                  </a:lnTo>
                  <a:lnTo>
                    <a:pt x="934" y="32701"/>
                  </a:lnTo>
                  <a:lnTo>
                    <a:pt x="1870" y="31950"/>
                  </a:lnTo>
                  <a:lnTo>
                    <a:pt x="382" y="26520"/>
                  </a:lnTo>
                  <a:lnTo>
                    <a:pt x="0" y="24934"/>
                  </a:lnTo>
                  <a:lnTo>
                    <a:pt x="685" y="25244"/>
                  </a:lnTo>
                  <a:lnTo>
                    <a:pt x="1197" y="25444"/>
                  </a:lnTo>
                  <a:lnTo>
                    <a:pt x="2991" y="25872"/>
                  </a:lnTo>
                  <a:lnTo>
                    <a:pt x="3093" y="25464"/>
                  </a:lnTo>
                  <a:lnTo>
                    <a:pt x="3500" y="23839"/>
                  </a:lnTo>
                  <a:lnTo>
                    <a:pt x="3970" y="22512"/>
                  </a:lnTo>
                  <a:lnTo>
                    <a:pt x="4051" y="21802"/>
                  </a:lnTo>
                  <a:lnTo>
                    <a:pt x="4140" y="21020"/>
                  </a:lnTo>
                  <a:lnTo>
                    <a:pt x="4954" y="18757"/>
                  </a:lnTo>
                  <a:lnTo>
                    <a:pt x="5884" y="17513"/>
                  </a:lnTo>
                  <a:lnTo>
                    <a:pt x="6904" y="16368"/>
                  </a:lnTo>
                  <a:lnTo>
                    <a:pt x="7477" y="15930"/>
                  </a:lnTo>
                  <a:lnTo>
                    <a:pt x="8103" y="15527"/>
                  </a:lnTo>
                  <a:lnTo>
                    <a:pt x="9563" y="14925"/>
                  </a:lnTo>
                  <a:lnTo>
                    <a:pt x="10234" y="14738"/>
                  </a:lnTo>
                  <a:lnTo>
                    <a:pt x="10625" y="14726"/>
                  </a:lnTo>
                  <a:lnTo>
                    <a:pt x="11351" y="14703"/>
                  </a:lnTo>
                  <a:lnTo>
                    <a:pt x="12181" y="14768"/>
                  </a:lnTo>
                  <a:lnTo>
                    <a:pt x="15333" y="15089"/>
                  </a:lnTo>
                  <a:lnTo>
                    <a:pt x="15471" y="15116"/>
                  </a:lnTo>
                  <a:lnTo>
                    <a:pt x="15757" y="13394"/>
                  </a:lnTo>
                  <a:lnTo>
                    <a:pt x="16219" y="11634"/>
                  </a:lnTo>
                  <a:lnTo>
                    <a:pt x="16690" y="10338"/>
                  </a:lnTo>
                  <a:lnTo>
                    <a:pt x="16443" y="10292"/>
                  </a:lnTo>
                  <a:lnTo>
                    <a:pt x="15692" y="10004"/>
                  </a:lnTo>
                  <a:lnTo>
                    <a:pt x="15319" y="9861"/>
                  </a:lnTo>
                  <a:lnTo>
                    <a:pt x="15334" y="9374"/>
                  </a:lnTo>
                  <a:lnTo>
                    <a:pt x="15368" y="8249"/>
                  </a:lnTo>
                  <a:lnTo>
                    <a:pt x="15383" y="6914"/>
                  </a:lnTo>
                  <a:lnTo>
                    <a:pt x="15267" y="4848"/>
                  </a:lnTo>
                  <a:lnTo>
                    <a:pt x="15197" y="3582"/>
                  </a:lnTo>
                  <a:lnTo>
                    <a:pt x="15055" y="1800"/>
                  </a:lnTo>
                  <a:lnTo>
                    <a:pt x="14982" y="1229"/>
                  </a:lnTo>
                  <a:lnTo>
                    <a:pt x="14965" y="1098"/>
                  </a:lnTo>
                  <a:lnTo>
                    <a:pt x="14925" y="783"/>
                  </a:lnTo>
                  <a:lnTo>
                    <a:pt x="14869" y="339"/>
                  </a:lnTo>
                  <a:lnTo>
                    <a:pt x="17310" y="825"/>
                  </a:lnTo>
                  <a:lnTo>
                    <a:pt x="18562" y="1004"/>
                  </a:lnTo>
                  <a:lnTo>
                    <a:pt x="19993" y="1101"/>
                  </a:lnTo>
                  <a:lnTo>
                    <a:pt x="21529" y="1079"/>
                  </a:lnTo>
                  <a:lnTo>
                    <a:pt x="23255" y="1280"/>
                  </a:lnTo>
                  <a:lnTo>
                    <a:pt x="24583" y="1574"/>
                  </a:lnTo>
                  <a:lnTo>
                    <a:pt x="25357" y="438"/>
                  </a:lnTo>
                  <a:lnTo>
                    <a:pt x="25656"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6" name="pg255"/>
            <p:cNvSpPr/>
            <p:nvPr/>
          </p:nvSpPr>
          <p:spPr>
            <a:xfrm>
              <a:off x="4250191" y="2630330"/>
              <a:ext cx="52131" cy="84581"/>
            </a:xfrm>
            <a:custGeom>
              <a:avLst/>
              <a:pathLst>
                <a:path w="52131" h="84581">
                  <a:moveTo>
                    <a:pt x="51347" y="11755"/>
                  </a:moveTo>
                  <a:lnTo>
                    <a:pt x="51485" y="13503"/>
                  </a:lnTo>
                  <a:lnTo>
                    <a:pt x="52003" y="20207"/>
                  </a:lnTo>
                  <a:lnTo>
                    <a:pt x="52131" y="21503"/>
                  </a:lnTo>
                  <a:lnTo>
                    <a:pt x="51842" y="21477"/>
                  </a:lnTo>
                  <a:lnTo>
                    <a:pt x="51467" y="21443"/>
                  </a:lnTo>
                  <a:lnTo>
                    <a:pt x="50961" y="21440"/>
                  </a:lnTo>
                  <a:lnTo>
                    <a:pt x="50396" y="21437"/>
                  </a:lnTo>
                  <a:lnTo>
                    <a:pt x="49919" y="21491"/>
                  </a:lnTo>
                  <a:lnTo>
                    <a:pt x="49445" y="21500"/>
                  </a:lnTo>
                  <a:lnTo>
                    <a:pt x="48837" y="21384"/>
                  </a:lnTo>
                  <a:lnTo>
                    <a:pt x="47906" y="21223"/>
                  </a:lnTo>
                  <a:lnTo>
                    <a:pt x="47764" y="21223"/>
                  </a:lnTo>
                  <a:lnTo>
                    <a:pt x="47558" y="21223"/>
                  </a:lnTo>
                  <a:lnTo>
                    <a:pt x="46770" y="21223"/>
                  </a:lnTo>
                  <a:lnTo>
                    <a:pt x="45902" y="21285"/>
                  </a:lnTo>
                  <a:lnTo>
                    <a:pt x="45613" y="22436"/>
                  </a:lnTo>
                  <a:lnTo>
                    <a:pt x="44841" y="23259"/>
                  </a:lnTo>
                  <a:lnTo>
                    <a:pt x="43286" y="24917"/>
                  </a:lnTo>
                  <a:lnTo>
                    <a:pt x="42905" y="25322"/>
                  </a:lnTo>
                  <a:lnTo>
                    <a:pt x="41793" y="26405"/>
                  </a:lnTo>
                  <a:lnTo>
                    <a:pt x="42037" y="28322"/>
                  </a:lnTo>
                  <a:lnTo>
                    <a:pt x="42100" y="28755"/>
                  </a:lnTo>
                  <a:lnTo>
                    <a:pt x="42313" y="30241"/>
                  </a:lnTo>
                  <a:lnTo>
                    <a:pt x="42370" y="30639"/>
                  </a:lnTo>
                  <a:lnTo>
                    <a:pt x="42084" y="30717"/>
                  </a:lnTo>
                  <a:lnTo>
                    <a:pt x="37998" y="31829"/>
                  </a:lnTo>
                  <a:lnTo>
                    <a:pt x="37520" y="31959"/>
                  </a:lnTo>
                  <a:lnTo>
                    <a:pt x="36865" y="32137"/>
                  </a:lnTo>
                  <a:lnTo>
                    <a:pt x="40170" y="46422"/>
                  </a:lnTo>
                  <a:lnTo>
                    <a:pt x="39097" y="51575"/>
                  </a:lnTo>
                  <a:lnTo>
                    <a:pt x="41461" y="55602"/>
                  </a:lnTo>
                  <a:lnTo>
                    <a:pt x="40864" y="58807"/>
                  </a:lnTo>
                  <a:lnTo>
                    <a:pt x="39314" y="62844"/>
                  </a:lnTo>
                  <a:lnTo>
                    <a:pt x="38463" y="66467"/>
                  </a:lnTo>
                  <a:lnTo>
                    <a:pt x="37121" y="70269"/>
                  </a:lnTo>
                  <a:lnTo>
                    <a:pt x="36644" y="72746"/>
                  </a:lnTo>
                  <a:lnTo>
                    <a:pt x="36823" y="76592"/>
                  </a:lnTo>
                  <a:lnTo>
                    <a:pt x="35347" y="79902"/>
                  </a:lnTo>
                  <a:lnTo>
                    <a:pt x="33423" y="80797"/>
                  </a:lnTo>
                  <a:lnTo>
                    <a:pt x="30471" y="81155"/>
                  </a:lnTo>
                  <a:lnTo>
                    <a:pt x="28912" y="80592"/>
                  </a:lnTo>
                  <a:lnTo>
                    <a:pt x="28531" y="81356"/>
                  </a:lnTo>
                  <a:lnTo>
                    <a:pt x="28817" y="83169"/>
                  </a:lnTo>
                  <a:lnTo>
                    <a:pt x="28148" y="84581"/>
                  </a:lnTo>
                  <a:lnTo>
                    <a:pt x="26848" y="84375"/>
                  </a:lnTo>
                  <a:lnTo>
                    <a:pt x="25730" y="84017"/>
                  </a:lnTo>
                  <a:lnTo>
                    <a:pt x="23413" y="82867"/>
                  </a:lnTo>
                  <a:lnTo>
                    <a:pt x="22125" y="82103"/>
                  </a:lnTo>
                  <a:lnTo>
                    <a:pt x="21505" y="81388"/>
                  </a:lnTo>
                  <a:lnTo>
                    <a:pt x="21027" y="80338"/>
                  </a:lnTo>
                  <a:lnTo>
                    <a:pt x="20407" y="79431"/>
                  </a:lnTo>
                  <a:lnTo>
                    <a:pt x="19501" y="78382"/>
                  </a:lnTo>
                  <a:lnTo>
                    <a:pt x="18928" y="77237"/>
                  </a:lnTo>
                  <a:lnTo>
                    <a:pt x="18690" y="75996"/>
                  </a:lnTo>
                  <a:lnTo>
                    <a:pt x="18737" y="74851"/>
                  </a:lnTo>
                  <a:lnTo>
                    <a:pt x="18387" y="73295"/>
                  </a:lnTo>
                  <a:lnTo>
                    <a:pt x="17531" y="71626"/>
                  </a:lnTo>
                  <a:lnTo>
                    <a:pt x="11294" y="69985"/>
                  </a:lnTo>
                  <a:lnTo>
                    <a:pt x="8336" y="69507"/>
                  </a:lnTo>
                  <a:lnTo>
                    <a:pt x="6822" y="68474"/>
                  </a:lnTo>
                  <a:lnTo>
                    <a:pt x="6345" y="62891"/>
                  </a:lnTo>
                  <a:lnTo>
                    <a:pt x="6631" y="60744"/>
                  </a:lnTo>
                  <a:lnTo>
                    <a:pt x="7252" y="58550"/>
                  </a:lnTo>
                  <a:lnTo>
                    <a:pt x="8874" y="57118"/>
                  </a:lnTo>
                  <a:lnTo>
                    <a:pt x="10544" y="55162"/>
                  </a:lnTo>
                  <a:lnTo>
                    <a:pt x="10973" y="54351"/>
                  </a:lnTo>
                  <a:lnTo>
                    <a:pt x="11450" y="53158"/>
                  </a:lnTo>
                  <a:lnTo>
                    <a:pt x="11593" y="52156"/>
                  </a:lnTo>
                  <a:lnTo>
                    <a:pt x="11498" y="51202"/>
                  </a:lnTo>
                  <a:lnTo>
                    <a:pt x="11402" y="50487"/>
                  </a:lnTo>
                  <a:lnTo>
                    <a:pt x="10973" y="49819"/>
                  </a:lnTo>
                  <a:lnTo>
                    <a:pt x="10162" y="48483"/>
                  </a:lnTo>
                  <a:lnTo>
                    <a:pt x="9017" y="47051"/>
                  </a:lnTo>
                  <a:lnTo>
                    <a:pt x="8540" y="44809"/>
                  </a:lnTo>
                  <a:lnTo>
                    <a:pt x="9255" y="42805"/>
                  </a:lnTo>
                  <a:lnTo>
                    <a:pt x="10210" y="41660"/>
                  </a:lnTo>
                  <a:lnTo>
                    <a:pt x="11259" y="40944"/>
                  </a:lnTo>
                  <a:lnTo>
                    <a:pt x="12977" y="40992"/>
                  </a:lnTo>
                  <a:lnTo>
                    <a:pt x="14551" y="41374"/>
                  </a:lnTo>
                  <a:lnTo>
                    <a:pt x="16030" y="41755"/>
                  </a:lnTo>
                  <a:lnTo>
                    <a:pt x="15840" y="40849"/>
                  </a:lnTo>
                  <a:lnTo>
                    <a:pt x="15076" y="39561"/>
                  </a:lnTo>
                  <a:lnTo>
                    <a:pt x="12309" y="38416"/>
                  </a:lnTo>
                  <a:lnTo>
                    <a:pt x="10925" y="38511"/>
                  </a:lnTo>
                  <a:lnTo>
                    <a:pt x="8731" y="38893"/>
                  </a:lnTo>
                  <a:lnTo>
                    <a:pt x="6870" y="38654"/>
                  </a:lnTo>
                  <a:lnTo>
                    <a:pt x="5773" y="37939"/>
                  </a:lnTo>
                  <a:lnTo>
                    <a:pt x="5295" y="36937"/>
                  </a:lnTo>
                  <a:lnTo>
                    <a:pt x="4818" y="35601"/>
                  </a:lnTo>
                  <a:lnTo>
                    <a:pt x="4675" y="34122"/>
                  </a:lnTo>
                  <a:lnTo>
                    <a:pt x="4246" y="32929"/>
                  </a:lnTo>
                  <a:lnTo>
                    <a:pt x="3101" y="31831"/>
                  </a:lnTo>
                  <a:lnTo>
                    <a:pt x="4961" y="29589"/>
                  </a:lnTo>
                  <a:lnTo>
                    <a:pt x="0" y="24770"/>
                  </a:lnTo>
                  <a:lnTo>
                    <a:pt x="2528" y="23243"/>
                  </a:lnTo>
                  <a:lnTo>
                    <a:pt x="8969" y="25295"/>
                  </a:lnTo>
                  <a:lnTo>
                    <a:pt x="12345" y="25682"/>
                  </a:lnTo>
                  <a:lnTo>
                    <a:pt x="19108" y="25968"/>
                  </a:lnTo>
                  <a:lnTo>
                    <a:pt x="21014" y="21886"/>
                  </a:lnTo>
                  <a:lnTo>
                    <a:pt x="18427" y="21569"/>
                  </a:lnTo>
                  <a:lnTo>
                    <a:pt x="15468" y="21206"/>
                  </a:lnTo>
                  <a:lnTo>
                    <a:pt x="15238" y="19349"/>
                  </a:lnTo>
                  <a:lnTo>
                    <a:pt x="15300" y="17831"/>
                  </a:lnTo>
                  <a:lnTo>
                    <a:pt x="14965" y="17418"/>
                  </a:lnTo>
                  <a:lnTo>
                    <a:pt x="15128" y="17320"/>
                  </a:lnTo>
                  <a:lnTo>
                    <a:pt x="15483" y="17108"/>
                  </a:lnTo>
                  <a:lnTo>
                    <a:pt x="15859" y="17099"/>
                  </a:lnTo>
                  <a:lnTo>
                    <a:pt x="17298" y="16463"/>
                  </a:lnTo>
                  <a:lnTo>
                    <a:pt x="17519" y="16365"/>
                  </a:lnTo>
                  <a:lnTo>
                    <a:pt x="18314" y="15406"/>
                  </a:lnTo>
                  <a:lnTo>
                    <a:pt x="19275" y="13870"/>
                  </a:lnTo>
                  <a:lnTo>
                    <a:pt x="19654" y="13445"/>
                  </a:lnTo>
                  <a:lnTo>
                    <a:pt x="19966" y="13172"/>
                  </a:lnTo>
                  <a:lnTo>
                    <a:pt x="20435" y="12759"/>
                  </a:lnTo>
                  <a:lnTo>
                    <a:pt x="21806" y="11230"/>
                  </a:lnTo>
                  <a:lnTo>
                    <a:pt x="22075" y="11190"/>
                  </a:lnTo>
                  <a:lnTo>
                    <a:pt x="23059" y="11942"/>
                  </a:lnTo>
                  <a:lnTo>
                    <a:pt x="23768" y="12599"/>
                  </a:lnTo>
                  <a:lnTo>
                    <a:pt x="24427" y="9730"/>
                  </a:lnTo>
                  <a:lnTo>
                    <a:pt x="24798" y="8111"/>
                  </a:lnTo>
                  <a:lnTo>
                    <a:pt x="24937" y="7506"/>
                  </a:lnTo>
                  <a:lnTo>
                    <a:pt x="24976" y="6559"/>
                  </a:lnTo>
                  <a:lnTo>
                    <a:pt x="25038" y="5046"/>
                  </a:lnTo>
                  <a:lnTo>
                    <a:pt x="24974" y="3968"/>
                  </a:lnTo>
                  <a:lnTo>
                    <a:pt x="24699" y="2811"/>
                  </a:lnTo>
                  <a:lnTo>
                    <a:pt x="24662" y="2288"/>
                  </a:lnTo>
                  <a:lnTo>
                    <a:pt x="25518" y="2284"/>
                  </a:lnTo>
                  <a:lnTo>
                    <a:pt x="28596" y="2267"/>
                  </a:lnTo>
                  <a:lnTo>
                    <a:pt x="33773" y="2239"/>
                  </a:lnTo>
                  <a:lnTo>
                    <a:pt x="34662" y="2195"/>
                  </a:lnTo>
                  <a:lnTo>
                    <a:pt x="38514" y="2004"/>
                  </a:lnTo>
                  <a:lnTo>
                    <a:pt x="40863" y="1887"/>
                  </a:lnTo>
                  <a:lnTo>
                    <a:pt x="41622" y="1842"/>
                  </a:lnTo>
                  <a:lnTo>
                    <a:pt x="43072" y="1757"/>
                  </a:lnTo>
                  <a:lnTo>
                    <a:pt x="43597" y="1525"/>
                  </a:lnTo>
                  <a:lnTo>
                    <a:pt x="44922" y="939"/>
                  </a:lnTo>
                  <a:lnTo>
                    <a:pt x="45311" y="767"/>
                  </a:lnTo>
                  <a:lnTo>
                    <a:pt x="46112" y="0"/>
                  </a:lnTo>
                  <a:lnTo>
                    <a:pt x="48930" y="2134"/>
                  </a:lnTo>
                  <a:lnTo>
                    <a:pt x="51017" y="75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7" name="pg256"/>
            <p:cNvSpPr/>
            <p:nvPr/>
          </p:nvSpPr>
          <p:spPr>
            <a:xfrm>
              <a:off x="4114461" y="2556504"/>
              <a:ext cx="108584" cy="74794"/>
            </a:xfrm>
            <a:custGeom>
              <a:avLst/>
              <a:pathLst>
                <a:path w="108584" h="74794">
                  <a:moveTo>
                    <a:pt x="77036" y="34387"/>
                  </a:moveTo>
                  <a:lnTo>
                    <a:pt x="86727" y="40883"/>
                  </a:lnTo>
                  <a:lnTo>
                    <a:pt x="88361" y="41979"/>
                  </a:lnTo>
                  <a:lnTo>
                    <a:pt x="90558" y="43451"/>
                  </a:lnTo>
                  <a:lnTo>
                    <a:pt x="91543" y="44112"/>
                  </a:lnTo>
                  <a:lnTo>
                    <a:pt x="92447" y="44718"/>
                  </a:lnTo>
                  <a:lnTo>
                    <a:pt x="93712" y="45565"/>
                  </a:lnTo>
                  <a:lnTo>
                    <a:pt x="94722" y="46242"/>
                  </a:lnTo>
                  <a:lnTo>
                    <a:pt x="94903" y="46364"/>
                  </a:lnTo>
                  <a:lnTo>
                    <a:pt x="97245" y="47934"/>
                  </a:lnTo>
                  <a:lnTo>
                    <a:pt x="97930" y="48393"/>
                  </a:lnTo>
                  <a:lnTo>
                    <a:pt x="100982" y="50439"/>
                  </a:lnTo>
                  <a:lnTo>
                    <a:pt x="101357" y="50690"/>
                  </a:lnTo>
                  <a:lnTo>
                    <a:pt x="103956" y="52432"/>
                  </a:lnTo>
                  <a:lnTo>
                    <a:pt x="104108" y="52525"/>
                  </a:lnTo>
                  <a:lnTo>
                    <a:pt x="104460" y="52770"/>
                  </a:lnTo>
                  <a:lnTo>
                    <a:pt x="108584" y="55650"/>
                  </a:lnTo>
                  <a:lnTo>
                    <a:pt x="108457" y="55839"/>
                  </a:lnTo>
                  <a:lnTo>
                    <a:pt x="104990" y="61020"/>
                  </a:lnTo>
                  <a:lnTo>
                    <a:pt x="104559" y="60747"/>
                  </a:lnTo>
                  <a:lnTo>
                    <a:pt x="102839" y="59568"/>
                  </a:lnTo>
                  <a:lnTo>
                    <a:pt x="101732" y="58728"/>
                  </a:lnTo>
                  <a:lnTo>
                    <a:pt x="98850" y="63014"/>
                  </a:lnTo>
                  <a:lnTo>
                    <a:pt x="97133" y="65741"/>
                  </a:lnTo>
                  <a:lnTo>
                    <a:pt x="95212" y="68790"/>
                  </a:lnTo>
                  <a:lnTo>
                    <a:pt x="94042" y="70266"/>
                  </a:lnTo>
                  <a:lnTo>
                    <a:pt x="93614" y="70757"/>
                  </a:lnTo>
                  <a:lnTo>
                    <a:pt x="93438" y="70959"/>
                  </a:lnTo>
                  <a:lnTo>
                    <a:pt x="92119" y="72345"/>
                  </a:lnTo>
                  <a:lnTo>
                    <a:pt x="91500" y="73084"/>
                  </a:lnTo>
                  <a:lnTo>
                    <a:pt x="89845" y="74410"/>
                  </a:lnTo>
                  <a:lnTo>
                    <a:pt x="89373" y="74794"/>
                  </a:lnTo>
                  <a:lnTo>
                    <a:pt x="89081" y="74441"/>
                  </a:lnTo>
                  <a:lnTo>
                    <a:pt x="88640" y="74024"/>
                  </a:lnTo>
                  <a:lnTo>
                    <a:pt x="87829" y="73552"/>
                  </a:lnTo>
                  <a:lnTo>
                    <a:pt x="87119" y="73183"/>
                  </a:lnTo>
                  <a:lnTo>
                    <a:pt x="85634" y="71937"/>
                  </a:lnTo>
                  <a:lnTo>
                    <a:pt x="85135" y="71517"/>
                  </a:lnTo>
                  <a:lnTo>
                    <a:pt x="84918" y="70906"/>
                  </a:lnTo>
                  <a:lnTo>
                    <a:pt x="84866" y="70160"/>
                  </a:lnTo>
                  <a:lnTo>
                    <a:pt x="84486" y="68659"/>
                  </a:lnTo>
                  <a:lnTo>
                    <a:pt x="84419" y="68394"/>
                  </a:lnTo>
                  <a:lnTo>
                    <a:pt x="84322" y="68095"/>
                  </a:lnTo>
                  <a:lnTo>
                    <a:pt x="84335" y="67820"/>
                  </a:lnTo>
                  <a:lnTo>
                    <a:pt x="84353" y="67424"/>
                  </a:lnTo>
                  <a:lnTo>
                    <a:pt x="84307" y="66642"/>
                  </a:lnTo>
                  <a:lnTo>
                    <a:pt x="83808" y="66180"/>
                  </a:lnTo>
                  <a:lnTo>
                    <a:pt x="82853" y="65553"/>
                  </a:lnTo>
                  <a:lnTo>
                    <a:pt x="82091" y="65076"/>
                  </a:lnTo>
                  <a:lnTo>
                    <a:pt x="81564" y="64666"/>
                  </a:lnTo>
                  <a:lnTo>
                    <a:pt x="80928" y="64224"/>
                  </a:lnTo>
                  <a:lnTo>
                    <a:pt x="80289" y="63779"/>
                  </a:lnTo>
                  <a:lnTo>
                    <a:pt x="79745" y="63186"/>
                  </a:lnTo>
                  <a:lnTo>
                    <a:pt x="79158" y="62208"/>
                  </a:lnTo>
                  <a:lnTo>
                    <a:pt x="78227" y="60799"/>
                  </a:lnTo>
                  <a:lnTo>
                    <a:pt x="78004" y="60779"/>
                  </a:lnTo>
                  <a:lnTo>
                    <a:pt x="78312" y="59951"/>
                  </a:lnTo>
                  <a:lnTo>
                    <a:pt x="77485" y="58573"/>
                  </a:lnTo>
                  <a:lnTo>
                    <a:pt x="76447" y="56779"/>
                  </a:lnTo>
                  <a:lnTo>
                    <a:pt x="76068" y="56984"/>
                  </a:lnTo>
                  <a:lnTo>
                    <a:pt x="73509" y="58367"/>
                  </a:lnTo>
                  <a:lnTo>
                    <a:pt x="72962" y="58783"/>
                  </a:lnTo>
                  <a:lnTo>
                    <a:pt x="72767" y="58932"/>
                  </a:lnTo>
                  <a:lnTo>
                    <a:pt x="70131" y="60281"/>
                  </a:lnTo>
                  <a:lnTo>
                    <a:pt x="69831" y="59515"/>
                  </a:lnTo>
                  <a:lnTo>
                    <a:pt x="69346" y="57584"/>
                  </a:lnTo>
                  <a:lnTo>
                    <a:pt x="69134" y="57695"/>
                  </a:lnTo>
                  <a:lnTo>
                    <a:pt x="68317" y="58124"/>
                  </a:lnTo>
                  <a:lnTo>
                    <a:pt x="66800" y="58520"/>
                  </a:lnTo>
                  <a:lnTo>
                    <a:pt x="65398" y="58840"/>
                  </a:lnTo>
                  <a:lnTo>
                    <a:pt x="65057" y="58942"/>
                  </a:lnTo>
                  <a:lnTo>
                    <a:pt x="64472" y="59117"/>
                  </a:lnTo>
                  <a:lnTo>
                    <a:pt x="61072" y="60133"/>
                  </a:lnTo>
                  <a:lnTo>
                    <a:pt x="60592" y="60291"/>
                  </a:lnTo>
                  <a:lnTo>
                    <a:pt x="60241" y="59822"/>
                  </a:lnTo>
                  <a:lnTo>
                    <a:pt x="59404" y="58837"/>
                  </a:lnTo>
                  <a:lnTo>
                    <a:pt x="58629" y="58378"/>
                  </a:lnTo>
                  <a:lnTo>
                    <a:pt x="56934" y="57371"/>
                  </a:lnTo>
                  <a:lnTo>
                    <a:pt x="55720" y="58699"/>
                  </a:lnTo>
                  <a:lnTo>
                    <a:pt x="55323" y="59135"/>
                  </a:lnTo>
                  <a:lnTo>
                    <a:pt x="54924" y="59255"/>
                  </a:lnTo>
                  <a:lnTo>
                    <a:pt x="54334" y="58886"/>
                  </a:lnTo>
                  <a:lnTo>
                    <a:pt x="51700" y="57238"/>
                  </a:lnTo>
                  <a:lnTo>
                    <a:pt x="51281" y="56712"/>
                  </a:lnTo>
                  <a:lnTo>
                    <a:pt x="50805" y="56407"/>
                  </a:lnTo>
                  <a:lnTo>
                    <a:pt x="48083" y="54668"/>
                  </a:lnTo>
                  <a:lnTo>
                    <a:pt x="47489" y="54288"/>
                  </a:lnTo>
                  <a:lnTo>
                    <a:pt x="46843" y="54000"/>
                  </a:lnTo>
                  <a:lnTo>
                    <a:pt x="46608" y="53894"/>
                  </a:lnTo>
                  <a:lnTo>
                    <a:pt x="45944" y="53571"/>
                  </a:lnTo>
                  <a:lnTo>
                    <a:pt x="43018" y="51472"/>
                  </a:lnTo>
                  <a:lnTo>
                    <a:pt x="42476" y="51084"/>
                  </a:lnTo>
                  <a:lnTo>
                    <a:pt x="41944" y="50744"/>
                  </a:lnTo>
                  <a:lnTo>
                    <a:pt x="41784" y="50641"/>
                  </a:lnTo>
                  <a:lnTo>
                    <a:pt x="41485" y="50450"/>
                  </a:lnTo>
                  <a:lnTo>
                    <a:pt x="38840" y="48759"/>
                  </a:lnTo>
                  <a:lnTo>
                    <a:pt x="38625" y="48615"/>
                  </a:lnTo>
                  <a:lnTo>
                    <a:pt x="38271" y="48378"/>
                  </a:lnTo>
                  <a:lnTo>
                    <a:pt x="34744" y="46016"/>
                  </a:lnTo>
                  <a:lnTo>
                    <a:pt x="33464" y="45159"/>
                  </a:lnTo>
                  <a:lnTo>
                    <a:pt x="30305" y="43043"/>
                  </a:lnTo>
                  <a:lnTo>
                    <a:pt x="27490" y="41158"/>
                  </a:lnTo>
                  <a:lnTo>
                    <a:pt x="26495" y="40492"/>
                  </a:lnTo>
                  <a:lnTo>
                    <a:pt x="25010" y="42528"/>
                  </a:lnTo>
                  <a:lnTo>
                    <a:pt x="24704" y="42947"/>
                  </a:lnTo>
                  <a:lnTo>
                    <a:pt x="23487" y="44701"/>
                  </a:lnTo>
                  <a:lnTo>
                    <a:pt x="23140" y="45222"/>
                  </a:lnTo>
                  <a:lnTo>
                    <a:pt x="21131" y="48166"/>
                  </a:lnTo>
                  <a:lnTo>
                    <a:pt x="20752" y="47892"/>
                  </a:lnTo>
                  <a:lnTo>
                    <a:pt x="16261" y="44643"/>
                  </a:lnTo>
                  <a:lnTo>
                    <a:pt x="5534" y="36422"/>
                  </a:lnTo>
                  <a:lnTo>
                    <a:pt x="2022" y="33767"/>
                  </a:lnTo>
                  <a:lnTo>
                    <a:pt x="535" y="32642"/>
                  </a:lnTo>
                  <a:lnTo>
                    <a:pt x="178" y="32372"/>
                  </a:lnTo>
                  <a:lnTo>
                    <a:pt x="0" y="32237"/>
                  </a:lnTo>
                  <a:lnTo>
                    <a:pt x="4096" y="26549"/>
                  </a:lnTo>
                  <a:lnTo>
                    <a:pt x="4388" y="26144"/>
                  </a:lnTo>
                  <a:lnTo>
                    <a:pt x="4589" y="25881"/>
                  </a:lnTo>
                  <a:lnTo>
                    <a:pt x="4819" y="25612"/>
                  </a:lnTo>
                  <a:lnTo>
                    <a:pt x="6921" y="23155"/>
                  </a:lnTo>
                  <a:lnTo>
                    <a:pt x="7103" y="22941"/>
                  </a:lnTo>
                  <a:lnTo>
                    <a:pt x="9357" y="19951"/>
                  </a:lnTo>
                  <a:lnTo>
                    <a:pt x="10581" y="18257"/>
                  </a:lnTo>
                  <a:lnTo>
                    <a:pt x="11754" y="16635"/>
                  </a:lnTo>
                  <a:lnTo>
                    <a:pt x="12590" y="15453"/>
                  </a:lnTo>
                  <a:lnTo>
                    <a:pt x="15986" y="10652"/>
                  </a:lnTo>
                  <a:lnTo>
                    <a:pt x="16746" y="9578"/>
                  </a:lnTo>
                  <a:lnTo>
                    <a:pt x="19095" y="6372"/>
                  </a:lnTo>
                  <a:lnTo>
                    <a:pt x="20145" y="4817"/>
                  </a:lnTo>
                  <a:lnTo>
                    <a:pt x="20846" y="3778"/>
                  </a:lnTo>
                  <a:lnTo>
                    <a:pt x="22231" y="1805"/>
                  </a:lnTo>
                  <a:lnTo>
                    <a:pt x="23232" y="379"/>
                  </a:lnTo>
                  <a:lnTo>
                    <a:pt x="23632" y="0"/>
                  </a:lnTo>
                  <a:lnTo>
                    <a:pt x="24104" y="218"/>
                  </a:lnTo>
                  <a:lnTo>
                    <a:pt x="24286" y="302"/>
                  </a:lnTo>
                  <a:lnTo>
                    <a:pt x="24589" y="507"/>
                  </a:lnTo>
                  <a:lnTo>
                    <a:pt x="31417" y="5121"/>
                  </a:lnTo>
                  <a:lnTo>
                    <a:pt x="34332" y="7092"/>
                  </a:lnTo>
                  <a:lnTo>
                    <a:pt x="34546" y="7236"/>
                  </a:lnTo>
                  <a:lnTo>
                    <a:pt x="34766" y="7385"/>
                  </a:lnTo>
                  <a:lnTo>
                    <a:pt x="38411" y="9849"/>
                  </a:lnTo>
                  <a:lnTo>
                    <a:pt x="38540" y="9936"/>
                  </a:lnTo>
                  <a:lnTo>
                    <a:pt x="40822" y="11478"/>
                  </a:lnTo>
                  <a:lnTo>
                    <a:pt x="42111" y="12349"/>
                  </a:lnTo>
                  <a:lnTo>
                    <a:pt x="45719" y="14788"/>
                  </a:lnTo>
                  <a:lnTo>
                    <a:pt x="46107" y="15050"/>
                  </a:lnTo>
                  <a:lnTo>
                    <a:pt x="49124" y="17089"/>
                  </a:lnTo>
                  <a:lnTo>
                    <a:pt x="49426" y="17293"/>
                  </a:lnTo>
                  <a:lnTo>
                    <a:pt x="50789" y="18215"/>
                  </a:lnTo>
                  <a:lnTo>
                    <a:pt x="52898" y="19640"/>
                  </a:lnTo>
                  <a:lnTo>
                    <a:pt x="53862" y="20291"/>
                  </a:lnTo>
                  <a:lnTo>
                    <a:pt x="55615" y="21061"/>
                  </a:lnTo>
                  <a:lnTo>
                    <a:pt x="56547" y="21362"/>
                  </a:lnTo>
                  <a:lnTo>
                    <a:pt x="57338" y="21618"/>
                  </a:lnTo>
                  <a:lnTo>
                    <a:pt x="57491" y="21685"/>
                  </a:lnTo>
                  <a:lnTo>
                    <a:pt x="58293" y="22034"/>
                  </a:lnTo>
                  <a:lnTo>
                    <a:pt x="58717" y="22219"/>
                  </a:lnTo>
                  <a:lnTo>
                    <a:pt x="59194" y="22427"/>
                  </a:lnTo>
                  <a:lnTo>
                    <a:pt x="59388" y="22557"/>
                  </a:lnTo>
                  <a:lnTo>
                    <a:pt x="59717" y="22778"/>
                  </a:lnTo>
                  <a:lnTo>
                    <a:pt x="62068" y="24353"/>
                  </a:lnTo>
                  <a:lnTo>
                    <a:pt x="62296" y="24506"/>
                  </a:lnTo>
                  <a:lnTo>
                    <a:pt x="64840" y="26211"/>
                  </a:lnTo>
                  <a:lnTo>
                    <a:pt x="67679" y="28115"/>
                  </a:lnTo>
                  <a:lnTo>
                    <a:pt x="68883" y="28922"/>
                  </a:lnTo>
                  <a:lnTo>
                    <a:pt x="70952" y="30309"/>
                  </a:lnTo>
                  <a:lnTo>
                    <a:pt x="76733" y="3418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8" name="pg257"/>
            <p:cNvSpPr/>
            <p:nvPr/>
          </p:nvSpPr>
          <p:spPr>
            <a:xfrm>
              <a:off x="4203834" y="2596580"/>
              <a:ext cx="58680" cy="91948"/>
            </a:xfrm>
            <a:custGeom>
              <a:avLst/>
              <a:pathLst>
                <a:path w="58680" h="91948">
                  <a:moveTo>
                    <a:pt x="58323" y="15102"/>
                  </a:moveTo>
                  <a:lnTo>
                    <a:pt x="58519" y="15684"/>
                  </a:lnTo>
                  <a:lnTo>
                    <a:pt x="58599" y="15923"/>
                  </a:lnTo>
                  <a:lnTo>
                    <a:pt x="58680" y="16163"/>
                  </a:lnTo>
                  <a:lnTo>
                    <a:pt x="58270" y="15997"/>
                  </a:lnTo>
                  <a:lnTo>
                    <a:pt x="57116" y="15621"/>
                  </a:lnTo>
                  <a:lnTo>
                    <a:pt x="56626" y="15502"/>
                  </a:lnTo>
                  <a:lnTo>
                    <a:pt x="56266" y="15415"/>
                  </a:lnTo>
                  <a:lnTo>
                    <a:pt x="55148" y="15299"/>
                  </a:lnTo>
                  <a:lnTo>
                    <a:pt x="54289" y="15299"/>
                  </a:lnTo>
                  <a:lnTo>
                    <a:pt x="53833" y="15324"/>
                  </a:lnTo>
                  <a:lnTo>
                    <a:pt x="53473" y="15345"/>
                  </a:lnTo>
                  <a:lnTo>
                    <a:pt x="53236" y="15358"/>
                  </a:lnTo>
                  <a:lnTo>
                    <a:pt x="53005" y="15391"/>
                  </a:lnTo>
                  <a:lnTo>
                    <a:pt x="52603" y="15434"/>
                  </a:lnTo>
                  <a:lnTo>
                    <a:pt x="52337" y="15463"/>
                  </a:lnTo>
                  <a:lnTo>
                    <a:pt x="51550" y="15547"/>
                  </a:lnTo>
                  <a:lnTo>
                    <a:pt x="50268" y="15792"/>
                  </a:lnTo>
                  <a:lnTo>
                    <a:pt x="47274" y="16310"/>
                  </a:lnTo>
                  <a:lnTo>
                    <a:pt x="44334" y="16871"/>
                  </a:lnTo>
                  <a:lnTo>
                    <a:pt x="43571" y="17008"/>
                  </a:lnTo>
                  <a:lnTo>
                    <a:pt x="43222" y="17070"/>
                  </a:lnTo>
                  <a:lnTo>
                    <a:pt x="39165" y="17796"/>
                  </a:lnTo>
                  <a:lnTo>
                    <a:pt x="38734" y="17873"/>
                  </a:lnTo>
                  <a:lnTo>
                    <a:pt x="38087" y="18046"/>
                  </a:lnTo>
                  <a:lnTo>
                    <a:pt x="37677" y="18156"/>
                  </a:lnTo>
                  <a:lnTo>
                    <a:pt x="37445" y="18300"/>
                  </a:lnTo>
                  <a:lnTo>
                    <a:pt x="37563" y="18453"/>
                  </a:lnTo>
                  <a:lnTo>
                    <a:pt x="37951" y="18954"/>
                  </a:lnTo>
                  <a:lnTo>
                    <a:pt x="38064" y="19562"/>
                  </a:lnTo>
                  <a:lnTo>
                    <a:pt x="38285" y="20743"/>
                  </a:lnTo>
                  <a:lnTo>
                    <a:pt x="39155" y="24650"/>
                  </a:lnTo>
                  <a:lnTo>
                    <a:pt x="39506" y="24553"/>
                  </a:lnTo>
                  <a:lnTo>
                    <a:pt x="39827" y="26054"/>
                  </a:lnTo>
                  <a:lnTo>
                    <a:pt x="39885" y="26300"/>
                  </a:lnTo>
                  <a:lnTo>
                    <a:pt x="40442" y="28700"/>
                  </a:lnTo>
                  <a:lnTo>
                    <a:pt x="40629" y="29623"/>
                  </a:lnTo>
                  <a:lnTo>
                    <a:pt x="40593" y="29784"/>
                  </a:lnTo>
                  <a:lnTo>
                    <a:pt x="40671" y="30068"/>
                  </a:lnTo>
                  <a:lnTo>
                    <a:pt x="40746" y="30345"/>
                  </a:lnTo>
                  <a:lnTo>
                    <a:pt x="40935" y="31325"/>
                  </a:lnTo>
                  <a:lnTo>
                    <a:pt x="41318" y="33310"/>
                  </a:lnTo>
                  <a:lnTo>
                    <a:pt x="41501" y="34257"/>
                  </a:lnTo>
                  <a:lnTo>
                    <a:pt x="39914" y="34549"/>
                  </a:lnTo>
                  <a:lnTo>
                    <a:pt x="38962" y="34724"/>
                  </a:lnTo>
                  <a:lnTo>
                    <a:pt x="39948" y="35185"/>
                  </a:lnTo>
                  <a:lnTo>
                    <a:pt x="40240" y="35236"/>
                  </a:lnTo>
                  <a:lnTo>
                    <a:pt x="40032" y="35593"/>
                  </a:lnTo>
                  <a:lnTo>
                    <a:pt x="40019" y="35779"/>
                  </a:lnTo>
                  <a:lnTo>
                    <a:pt x="39942" y="36905"/>
                  </a:lnTo>
                  <a:lnTo>
                    <a:pt x="39793" y="37330"/>
                  </a:lnTo>
                  <a:lnTo>
                    <a:pt x="39592" y="37643"/>
                  </a:lnTo>
                  <a:lnTo>
                    <a:pt x="39160" y="38098"/>
                  </a:lnTo>
                  <a:lnTo>
                    <a:pt x="39017" y="38238"/>
                  </a:lnTo>
                  <a:lnTo>
                    <a:pt x="38750" y="38500"/>
                  </a:lnTo>
                  <a:lnTo>
                    <a:pt x="38686" y="38764"/>
                  </a:lnTo>
                  <a:lnTo>
                    <a:pt x="38521" y="39455"/>
                  </a:lnTo>
                  <a:lnTo>
                    <a:pt x="38474" y="39654"/>
                  </a:lnTo>
                  <a:lnTo>
                    <a:pt x="38286" y="40454"/>
                  </a:lnTo>
                  <a:lnTo>
                    <a:pt x="38098" y="41258"/>
                  </a:lnTo>
                  <a:lnTo>
                    <a:pt x="38795" y="42137"/>
                  </a:lnTo>
                  <a:lnTo>
                    <a:pt x="39314" y="42558"/>
                  </a:lnTo>
                  <a:lnTo>
                    <a:pt x="39456" y="42631"/>
                  </a:lnTo>
                  <a:lnTo>
                    <a:pt x="39830" y="42821"/>
                  </a:lnTo>
                  <a:lnTo>
                    <a:pt x="40054" y="42908"/>
                  </a:lnTo>
                  <a:lnTo>
                    <a:pt x="39270" y="43410"/>
                  </a:lnTo>
                  <a:lnTo>
                    <a:pt x="38319" y="44020"/>
                  </a:lnTo>
                  <a:lnTo>
                    <a:pt x="38015" y="44990"/>
                  </a:lnTo>
                  <a:lnTo>
                    <a:pt x="37523" y="45369"/>
                  </a:lnTo>
                  <a:lnTo>
                    <a:pt x="36930" y="45953"/>
                  </a:lnTo>
                  <a:lnTo>
                    <a:pt x="36969" y="46678"/>
                  </a:lnTo>
                  <a:lnTo>
                    <a:pt x="36995" y="47155"/>
                  </a:lnTo>
                  <a:lnTo>
                    <a:pt x="37475" y="47498"/>
                  </a:lnTo>
                  <a:lnTo>
                    <a:pt x="39579" y="47931"/>
                  </a:lnTo>
                  <a:lnTo>
                    <a:pt x="40145" y="49243"/>
                  </a:lnTo>
                  <a:lnTo>
                    <a:pt x="39594" y="50369"/>
                  </a:lnTo>
                  <a:lnTo>
                    <a:pt x="38252" y="52158"/>
                  </a:lnTo>
                  <a:lnTo>
                    <a:pt x="36027" y="52041"/>
                  </a:lnTo>
                  <a:lnTo>
                    <a:pt x="34831" y="51467"/>
                  </a:lnTo>
                  <a:lnTo>
                    <a:pt x="32863" y="52004"/>
                  </a:lnTo>
                  <a:lnTo>
                    <a:pt x="32004" y="51753"/>
                  </a:lnTo>
                  <a:lnTo>
                    <a:pt x="30662" y="52934"/>
                  </a:lnTo>
                  <a:lnTo>
                    <a:pt x="31416" y="53798"/>
                  </a:lnTo>
                  <a:lnTo>
                    <a:pt x="33846" y="53366"/>
                  </a:lnTo>
                  <a:lnTo>
                    <a:pt x="34008" y="55564"/>
                  </a:lnTo>
                  <a:lnTo>
                    <a:pt x="34590" y="61747"/>
                  </a:lnTo>
                  <a:lnTo>
                    <a:pt x="35102" y="64932"/>
                  </a:lnTo>
                  <a:lnTo>
                    <a:pt x="36861" y="63769"/>
                  </a:lnTo>
                  <a:lnTo>
                    <a:pt x="38084" y="64485"/>
                  </a:lnTo>
                  <a:lnTo>
                    <a:pt x="39128" y="65320"/>
                  </a:lnTo>
                  <a:lnTo>
                    <a:pt x="41126" y="68421"/>
                  </a:lnTo>
                  <a:lnTo>
                    <a:pt x="40738" y="69345"/>
                  </a:lnTo>
                  <a:lnTo>
                    <a:pt x="40360" y="70544"/>
                  </a:lnTo>
                  <a:lnTo>
                    <a:pt x="39808" y="72437"/>
                  </a:lnTo>
                  <a:lnTo>
                    <a:pt x="39212" y="73048"/>
                  </a:lnTo>
                  <a:lnTo>
                    <a:pt x="39823" y="73451"/>
                  </a:lnTo>
                  <a:lnTo>
                    <a:pt x="37721" y="76344"/>
                  </a:lnTo>
                  <a:lnTo>
                    <a:pt x="38362" y="77164"/>
                  </a:lnTo>
                  <a:lnTo>
                    <a:pt x="38630" y="77849"/>
                  </a:lnTo>
                  <a:lnTo>
                    <a:pt x="39743" y="80470"/>
                  </a:lnTo>
                  <a:lnTo>
                    <a:pt x="39952" y="81484"/>
                  </a:lnTo>
                  <a:lnTo>
                    <a:pt x="39495" y="83109"/>
                  </a:lnTo>
                  <a:lnTo>
                    <a:pt x="38763" y="83418"/>
                  </a:lnTo>
                  <a:lnTo>
                    <a:pt x="37929" y="83521"/>
                  </a:lnTo>
                  <a:lnTo>
                    <a:pt x="37148" y="83617"/>
                  </a:lnTo>
                  <a:lnTo>
                    <a:pt x="36616" y="83910"/>
                  </a:lnTo>
                  <a:lnTo>
                    <a:pt x="35878" y="84315"/>
                  </a:lnTo>
                  <a:lnTo>
                    <a:pt x="34840" y="84789"/>
                  </a:lnTo>
                  <a:lnTo>
                    <a:pt x="34577" y="85016"/>
                  </a:lnTo>
                  <a:lnTo>
                    <a:pt x="33436" y="85997"/>
                  </a:lnTo>
                  <a:lnTo>
                    <a:pt x="33015" y="86360"/>
                  </a:lnTo>
                  <a:lnTo>
                    <a:pt x="32854" y="86498"/>
                  </a:lnTo>
                  <a:lnTo>
                    <a:pt x="31226" y="88287"/>
                  </a:lnTo>
                  <a:lnTo>
                    <a:pt x="29889" y="88865"/>
                  </a:lnTo>
                  <a:lnTo>
                    <a:pt x="29714" y="88940"/>
                  </a:lnTo>
                  <a:lnTo>
                    <a:pt x="29479" y="89107"/>
                  </a:lnTo>
                  <a:lnTo>
                    <a:pt x="29285" y="89244"/>
                  </a:lnTo>
                  <a:lnTo>
                    <a:pt x="26959" y="91526"/>
                  </a:lnTo>
                  <a:lnTo>
                    <a:pt x="26528" y="91948"/>
                  </a:lnTo>
                  <a:lnTo>
                    <a:pt x="26512" y="91761"/>
                  </a:lnTo>
                  <a:lnTo>
                    <a:pt x="26400" y="90436"/>
                  </a:lnTo>
                  <a:lnTo>
                    <a:pt x="25275" y="88998"/>
                  </a:lnTo>
                  <a:lnTo>
                    <a:pt x="23719" y="90349"/>
                  </a:lnTo>
                  <a:lnTo>
                    <a:pt x="21948" y="91136"/>
                  </a:lnTo>
                  <a:lnTo>
                    <a:pt x="20651" y="91190"/>
                  </a:lnTo>
                  <a:lnTo>
                    <a:pt x="20191" y="91303"/>
                  </a:lnTo>
                  <a:lnTo>
                    <a:pt x="19767" y="90270"/>
                  </a:lnTo>
                  <a:lnTo>
                    <a:pt x="19262" y="90058"/>
                  </a:lnTo>
                  <a:lnTo>
                    <a:pt x="18147" y="89591"/>
                  </a:lnTo>
                  <a:lnTo>
                    <a:pt x="16895" y="89978"/>
                  </a:lnTo>
                  <a:lnTo>
                    <a:pt x="15586" y="89756"/>
                  </a:lnTo>
                  <a:lnTo>
                    <a:pt x="14855" y="89449"/>
                  </a:lnTo>
                  <a:lnTo>
                    <a:pt x="14543" y="89911"/>
                  </a:lnTo>
                  <a:lnTo>
                    <a:pt x="13405" y="87906"/>
                  </a:lnTo>
                  <a:lnTo>
                    <a:pt x="11978" y="86219"/>
                  </a:lnTo>
                  <a:lnTo>
                    <a:pt x="12910" y="85186"/>
                  </a:lnTo>
                  <a:lnTo>
                    <a:pt x="13077" y="84792"/>
                  </a:lnTo>
                  <a:lnTo>
                    <a:pt x="13113" y="84268"/>
                  </a:lnTo>
                  <a:lnTo>
                    <a:pt x="13122" y="83314"/>
                  </a:lnTo>
                  <a:lnTo>
                    <a:pt x="13132" y="82293"/>
                  </a:lnTo>
                  <a:lnTo>
                    <a:pt x="13143" y="81202"/>
                  </a:lnTo>
                  <a:lnTo>
                    <a:pt x="13226" y="79706"/>
                  </a:lnTo>
                  <a:lnTo>
                    <a:pt x="13271" y="78894"/>
                  </a:lnTo>
                  <a:lnTo>
                    <a:pt x="13333" y="78583"/>
                  </a:lnTo>
                  <a:lnTo>
                    <a:pt x="13433" y="78082"/>
                  </a:lnTo>
                  <a:lnTo>
                    <a:pt x="13459" y="77949"/>
                  </a:lnTo>
                  <a:lnTo>
                    <a:pt x="13603" y="77540"/>
                  </a:lnTo>
                  <a:lnTo>
                    <a:pt x="13661" y="76768"/>
                  </a:lnTo>
                  <a:lnTo>
                    <a:pt x="13887" y="75003"/>
                  </a:lnTo>
                  <a:lnTo>
                    <a:pt x="13983" y="74633"/>
                  </a:lnTo>
                  <a:lnTo>
                    <a:pt x="14067" y="74407"/>
                  </a:lnTo>
                  <a:lnTo>
                    <a:pt x="14285" y="73830"/>
                  </a:lnTo>
                  <a:lnTo>
                    <a:pt x="14389" y="73569"/>
                  </a:lnTo>
                  <a:lnTo>
                    <a:pt x="14537" y="73197"/>
                  </a:lnTo>
                  <a:lnTo>
                    <a:pt x="14557" y="72997"/>
                  </a:lnTo>
                  <a:lnTo>
                    <a:pt x="14632" y="72243"/>
                  </a:lnTo>
                  <a:lnTo>
                    <a:pt x="14620" y="71241"/>
                  </a:lnTo>
                  <a:lnTo>
                    <a:pt x="14561" y="70924"/>
                  </a:lnTo>
                  <a:lnTo>
                    <a:pt x="14504" y="70503"/>
                  </a:lnTo>
                  <a:lnTo>
                    <a:pt x="14508" y="70353"/>
                  </a:lnTo>
                  <a:lnTo>
                    <a:pt x="14513" y="70155"/>
                  </a:lnTo>
                  <a:lnTo>
                    <a:pt x="14428" y="69460"/>
                  </a:lnTo>
                  <a:lnTo>
                    <a:pt x="14313" y="68522"/>
                  </a:lnTo>
                  <a:lnTo>
                    <a:pt x="14256" y="68055"/>
                  </a:lnTo>
                  <a:lnTo>
                    <a:pt x="14233" y="67317"/>
                  </a:lnTo>
                  <a:lnTo>
                    <a:pt x="14156" y="66518"/>
                  </a:lnTo>
                  <a:lnTo>
                    <a:pt x="14421" y="64944"/>
                  </a:lnTo>
                  <a:lnTo>
                    <a:pt x="14512" y="64404"/>
                  </a:lnTo>
                  <a:lnTo>
                    <a:pt x="15290" y="64548"/>
                  </a:lnTo>
                  <a:lnTo>
                    <a:pt x="15615" y="64561"/>
                  </a:lnTo>
                  <a:lnTo>
                    <a:pt x="16054" y="64578"/>
                  </a:lnTo>
                  <a:lnTo>
                    <a:pt x="16623" y="64601"/>
                  </a:lnTo>
                  <a:lnTo>
                    <a:pt x="16963" y="64282"/>
                  </a:lnTo>
                  <a:lnTo>
                    <a:pt x="18804" y="64344"/>
                  </a:lnTo>
                  <a:lnTo>
                    <a:pt x="19460" y="64416"/>
                  </a:lnTo>
                  <a:lnTo>
                    <a:pt x="19955" y="64395"/>
                  </a:lnTo>
                  <a:lnTo>
                    <a:pt x="20444" y="63596"/>
                  </a:lnTo>
                  <a:lnTo>
                    <a:pt x="20639" y="63324"/>
                  </a:lnTo>
                  <a:lnTo>
                    <a:pt x="21214" y="62522"/>
                  </a:lnTo>
                  <a:lnTo>
                    <a:pt x="21863" y="61616"/>
                  </a:lnTo>
                  <a:lnTo>
                    <a:pt x="22334" y="60968"/>
                  </a:lnTo>
                  <a:lnTo>
                    <a:pt x="22510" y="60844"/>
                  </a:lnTo>
                  <a:lnTo>
                    <a:pt x="22609" y="60688"/>
                  </a:lnTo>
                  <a:lnTo>
                    <a:pt x="22756" y="60456"/>
                  </a:lnTo>
                  <a:lnTo>
                    <a:pt x="23134" y="59858"/>
                  </a:lnTo>
                  <a:lnTo>
                    <a:pt x="23258" y="59662"/>
                  </a:lnTo>
                  <a:lnTo>
                    <a:pt x="23827" y="58763"/>
                  </a:lnTo>
                  <a:lnTo>
                    <a:pt x="23999" y="58480"/>
                  </a:lnTo>
                  <a:lnTo>
                    <a:pt x="24679" y="57355"/>
                  </a:lnTo>
                  <a:lnTo>
                    <a:pt x="24978" y="56947"/>
                  </a:lnTo>
                  <a:lnTo>
                    <a:pt x="25733" y="55914"/>
                  </a:lnTo>
                  <a:lnTo>
                    <a:pt x="25901" y="55685"/>
                  </a:lnTo>
                  <a:lnTo>
                    <a:pt x="26146" y="55350"/>
                  </a:lnTo>
                  <a:lnTo>
                    <a:pt x="26355" y="55157"/>
                  </a:lnTo>
                  <a:lnTo>
                    <a:pt x="27419" y="54176"/>
                  </a:lnTo>
                  <a:lnTo>
                    <a:pt x="26864" y="53483"/>
                  </a:lnTo>
                  <a:lnTo>
                    <a:pt x="27036" y="53067"/>
                  </a:lnTo>
                  <a:lnTo>
                    <a:pt x="26189" y="52496"/>
                  </a:lnTo>
                  <a:lnTo>
                    <a:pt x="25954" y="52136"/>
                  </a:lnTo>
                  <a:lnTo>
                    <a:pt x="25884" y="51494"/>
                  </a:lnTo>
                  <a:lnTo>
                    <a:pt x="25783" y="50569"/>
                  </a:lnTo>
                  <a:lnTo>
                    <a:pt x="25919" y="50339"/>
                  </a:lnTo>
                  <a:lnTo>
                    <a:pt x="26692" y="49036"/>
                  </a:lnTo>
                  <a:lnTo>
                    <a:pt x="26889" y="48705"/>
                  </a:lnTo>
                  <a:lnTo>
                    <a:pt x="27206" y="48130"/>
                  </a:lnTo>
                  <a:lnTo>
                    <a:pt x="27306" y="47947"/>
                  </a:lnTo>
                  <a:lnTo>
                    <a:pt x="27069" y="48005"/>
                  </a:lnTo>
                  <a:lnTo>
                    <a:pt x="25645" y="48296"/>
                  </a:lnTo>
                  <a:lnTo>
                    <a:pt x="24823" y="48537"/>
                  </a:lnTo>
                  <a:lnTo>
                    <a:pt x="23819" y="48832"/>
                  </a:lnTo>
                  <a:lnTo>
                    <a:pt x="22932" y="49106"/>
                  </a:lnTo>
                  <a:lnTo>
                    <a:pt x="21933" y="49414"/>
                  </a:lnTo>
                  <a:lnTo>
                    <a:pt x="21617" y="49465"/>
                  </a:lnTo>
                  <a:lnTo>
                    <a:pt x="21221" y="49530"/>
                  </a:lnTo>
                  <a:lnTo>
                    <a:pt x="19868" y="49749"/>
                  </a:lnTo>
                  <a:lnTo>
                    <a:pt x="19674" y="49755"/>
                  </a:lnTo>
                  <a:lnTo>
                    <a:pt x="18875" y="49780"/>
                  </a:lnTo>
                  <a:lnTo>
                    <a:pt x="18422" y="49794"/>
                  </a:lnTo>
                  <a:lnTo>
                    <a:pt x="17199" y="49537"/>
                  </a:lnTo>
                  <a:lnTo>
                    <a:pt x="16364" y="49362"/>
                  </a:lnTo>
                  <a:lnTo>
                    <a:pt x="13382" y="48735"/>
                  </a:lnTo>
                  <a:lnTo>
                    <a:pt x="11362" y="48560"/>
                  </a:lnTo>
                  <a:lnTo>
                    <a:pt x="10982" y="48527"/>
                  </a:lnTo>
                  <a:lnTo>
                    <a:pt x="10137" y="48793"/>
                  </a:lnTo>
                  <a:lnTo>
                    <a:pt x="9960" y="49058"/>
                  </a:lnTo>
                  <a:lnTo>
                    <a:pt x="9839" y="49238"/>
                  </a:lnTo>
                  <a:lnTo>
                    <a:pt x="9669" y="48914"/>
                  </a:lnTo>
                  <a:lnTo>
                    <a:pt x="9329" y="48270"/>
                  </a:lnTo>
                  <a:lnTo>
                    <a:pt x="8813" y="46978"/>
                  </a:lnTo>
                  <a:lnTo>
                    <a:pt x="8471" y="46542"/>
                  </a:lnTo>
                  <a:lnTo>
                    <a:pt x="8238" y="46301"/>
                  </a:lnTo>
                  <a:lnTo>
                    <a:pt x="7182" y="45532"/>
                  </a:lnTo>
                  <a:lnTo>
                    <a:pt x="5849" y="44601"/>
                  </a:lnTo>
                  <a:lnTo>
                    <a:pt x="5447" y="44190"/>
                  </a:lnTo>
                  <a:lnTo>
                    <a:pt x="5178" y="43787"/>
                  </a:lnTo>
                  <a:lnTo>
                    <a:pt x="4884" y="43243"/>
                  </a:lnTo>
                  <a:lnTo>
                    <a:pt x="3944" y="42007"/>
                  </a:lnTo>
                  <a:lnTo>
                    <a:pt x="3523" y="40576"/>
                  </a:lnTo>
                  <a:lnTo>
                    <a:pt x="3470" y="39878"/>
                  </a:lnTo>
                  <a:lnTo>
                    <a:pt x="3336" y="39234"/>
                  </a:lnTo>
                  <a:lnTo>
                    <a:pt x="3193" y="38941"/>
                  </a:lnTo>
                  <a:lnTo>
                    <a:pt x="2924" y="38590"/>
                  </a:lnTo>
                  <a:lnTo>
                    <a:pt x="2412" y="38211"/>
                  </a:lnTo>
                  <a:lnTo>
                    <a:pt x="2065" y="37954"/>
                  </a:lnTo>
                  <a:lnTo>
                    <a:pt x="1860" y="37650"/>
                  </a:lnTo>
                  <a:lnTo>
                    <a:pt x="1743" y="37149"/>
                  </a:lnTo>
                  <a:lnTo>
                    <a:pt x="1186" y="36183"/>
                  </a:lnTo>
                  <a:lnTo>
                    <a:pt x="702" y="35576"/>
                  </a:lnTo>
                  <a:lnTo>
                    <a:pt x="519" y="35347"/>
                  </a:lnTo>
                  <a:lnTo>
                    <a:pt x="0" y="34718"/>
                  </a:lnTo>
                  <a:lnTo>
                    <a:pt x="472" y="34334"/>
                  </a:lnTo>
                  <a:lnTo>
                    <a:pt x="2127" y="33007"/>
                  </a:lnTo>
                  <a:lnTo>
                    <a:pt x="2745" y="32269"/>
                  </a:lnTo>
                  <a:lnTo>
                    <a:pt x="4065" y="30882"/>
                  </a:lnTo>
                  <a:lnTo>
                    <a:pt x="4241" y="30681"/>
                  </a:lnTo>
                  <a:lnTo>
                    <a:pt x="4669" y="30189"/>
                  </a:lnTo>
                  <a:lnTo>
                    <a:pt x="5839" y="28713"/>
                  </a:lnTo>
                  <a:lnTo>
                    <a:pt x="7760" y="25664"/>
                  </a:lnTo>
                  <a:lnTo>
                    <a:pt x="9539" y="22839"/>
                  </a:lnTo>
                  <a:lnTo>
                    <a:pt x="12359" y="18651"/>
                  </a:lnTo>
                  <a:lnTo>
                    <a:pt x="13466" y="19492"/>
                  </a:lnTo>
                  <a:lnTo>
                    <a:pt x="15186" y="20671"/>
                  </a:lnTo>
                  <a:lnTo>
                    <a:pt x="15617" y="20943"/>
                  </a:lnTo>
                  <a:lnTo>
                    <a:pt x="19084" y="15763"/>
                  </a:lnTo>
                  <a:lnTo>
                    <a:pt x="19342" y="15385"/>
                  </a:lnTo>
                  <a:lnTo>
                    <a:pt x="19698" y="14892"/>
                  </a:lnTo>
                  <a:lnTo>
                    <a:pt x="22966" y="10362"/>
                  </a:lnTo>
                  <a:lnTo>
                    <a:pt x="23142" y="10118"/>
                  </a:lnTo>
                  <a:lnTo>
                    <a:pt x="27709" y="3788"/>
                  </a:lnTo>
                  <a:lnTo>
                    <a:pt x="27922" y="3491"/>
                  </a:lnTo>
                  <a:lnTo>
                    <a:pt x="29632" y="1121"/>
                  </a:lnTo>
                  <a:lnTo>
                    <a:pt x="30233" y="288"/>
                  </a:lnTo>
                  <a:lnTo>
                    <a:pt x="30336" y="145"/>
                  </a:lnTo>
                  <a:lnTo>
                    <a:pt x="30441" y="0"/>
                  </a:lnTo>
                  <a:lnTo>
                    <a:pt x="30589" y="431"/>
                  </a:lnTo>
                  <a:lnTo>
                    <a:pt x="30661" y="574"/>
                  </a:lnTo>
                  <a:lnTo>
                    <a:pt x="30875" y="1001"/>
                  </a:lnTo>
                  <a:lnTo>
                    <a:pt x="33465" y="6162"/>
                  </a:lnTo>
                  <a:lnTo>
                    <a:pt x="40694" y="7947"/>
                  </a:lnTo>
                  <a:lnTo>
                    <a:pt x="41639" y="8180"/>
                  </a:lnTo>
                  <a:lnTo>
                    <a:pt x="41787" y="8216"/>
                  </a:lnTo>
                  <a:lnTo>
                    <a:pt x="42107" y="8295"/>
                  </a:lnTo>
                  <a:lnTo>
                    <a:pt x="43450" y="8627"/>
                  </a:lnTo>
                  <a:lnTo>
                    <a:pt x="47441" y="9612"/>
                  </a:lnTo>
                  <a:lnTo>
                    <a:pt x="52208" y="10789"/>
                  </a:lnTo>
                  <a:lnTo>
                    <a:pt x="52714" y="10913"/>
                  </a:lnTo>
                  <a:lnTo>
                    <a:pt x="53537" y="11211"/>
                  </a:lnTo>
                  <a:lnTo>
                    <a:pt x="53930" y="11353"/>
                  </a:lnTo>
                  <a:lnTo>
                    <a:pt x="57580" y="13942"/>
                  </a:lnTo>
                  <a:lnTo>
                    <a:pt x="58024" y="14580"/>
                  </a:lnTo>
                  <a:lnTo>
                    <a:pt x="58144" y="1478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59" name="pg258"/>
            <p:cNvSpPr/>
            <p:nvPr/>
          </p:nvSpPr>
          <p:spPr>
            <a:xfrm>
              <a:off x="4211088" y="2644528"/>
              <a:ext cx="20164" cy="16654"/>
            </a:xfrm>
            <a:custGeom>
              <a:avLst/>
              <a:pathLst>
                <a:path w="20164" h="16654">
                  <a:moveTo>
                    <a:pt x="19438" y="1089"/>
                  </a:moveTo>
                  <a:lnTo>
                    <a:pt x="18665" y="2392"/>
                  </a:lnTo>
                  <a:lnTo>
                    <a:pt x="18528" y="2622"/>
                  </a:lnTo>
                  <a:lnTo>
                    <a:pt x="18629" y="3546"/>
                  </a:lnTo>
                  <a:lnTo>
                    <a:pt x="18700" y="4188"/>
                  </a:lnTo>
                  <a:lnTo>
                    <a:pt x="18934" y="4548"/>
                  </a:lnTo>
                  <a:lnTo>
                    <a:pt x="19782" y="5120"/>
                  </a:lnTo>
                  <a:lnTo>
                    <a:pt x="19598" y="5565"/>
                  </a:lnTo>
                  <a:lnTo>
                    <a:pt x="20164" y="6228"/>
                  </a:lnTo>
                  <a:lnTo>
                    <a:pt x="19101" y="7209"/>
                  </a:lnTo>
                  <a:lnTo>
                    <a:pt x="18891" y="7403"/>
                  </a:lnTo>
                  <a:lnTo>
                    <a:pt x="18646" y="7737"/>
                  </a:lnTo>
                  <a:lnTo>
                    <a:pt x="18479" y="7967"/>
                  </a:lnTo>
                  <a:lnTo>
                    <a:pt x="17723" y="9000"/>
                  </a:lnTo>
                  <a:lnTo>
                    <a:pt x="17425" y="9408"/>
                  </a:lnTo>
                  <a:lnTo>
                    <a:pt x="16744" y="10533"/>
                  </a:lnTo>
                  <a:lnTo>
                    <a:pt x="16508" y="10918"/>
                  </a:lnTo>
                  <a:lnTo>
                    <a:pt x="16004" y="11715"/>
                  </a:lnTo>
                  <a:lnTo>
                    <a:pt x="15879" y="11911"/>
                  </a:lnTo>
                  <a:lnTo>
                    <a:pt x="15501" y="12508"/>
                  </a:lnTo>
                  <a:lnTo>
                    <a:pt x="15354" y="12740"/>
                  </a:lnTo>
                  <a:lnTo>
                    <a:pt x="15255" y="12896"/>
                  </a:lnTo>
                  <a:lnTo>
                    <a:pt x="14897" y="13227"/>
                  </a:lnTo>
                  <a:lnTo>
                    <a:pt x="14609" y="13668"/>
                  </a:lnTo>
                  <a:lnTo>
                    <a:pt x="13960" y="14574"/>
                  </a:lnTo>
                  <a:lnTo>
                    <a:pt x="13385" y="15376"/>
                  </a:lnTo>
                  <a:lnTo>
                    <a:pt x="13190" y="15648"/>
                  </a:lnTo>
                  <a:lnTo>
                    <a:pt x="12701" y="16448"/>
                  </a:lnTo>
                  <a:lnTo>
                    <a:pt x="12206" y="16468"/>
                  </a:lnTo>
                  <a:lnTo>
                    <a:pt x="11550" y="16397"/>
                  </a:lnTo>
                  <a:lnTo>
                    <a:pt x="9709" y="16335"/>
                  </a:lnTo>
                  <a:lnTo>
                    <a:pt x="9369" y="16654"/>
                  </a:lnTo>
                  <a:lnTo>
                    <a:pt x="8800" y="16631"/>
                  </a:lnTo>
                  <a:lnTo>
                    <a:pt x="8360" y="16613"/>
                  </a:lnTo>
                  <a:lnTo>
                    <a:pt x="8036" y="16600"/>
                  </a:lnTo>
                  <a:lnTo>
                    <a:pt x="7258" y="16457"/>
                  </a:lnTo>
                  <a:lnTo>
                    <a:pt x="6569" y="16287"/>
                  </a:lnTo>
                  <a:lnTo>
                    <a:pt x="4833" y="15671"/>
                  </a:lnTo>
                  <a:lnTo>
                    <a:pt x="4422" y="15473"/>
                  </a:lnTo>
                  <a:lnTo>
                    <a:pt x="3747" y="15040"/>
                  </a:lnTo>
                  <a:lnTo>
                    <a:pt x="3328" y="14863"/>
                  </a:lnTo>
                  <a:lnTo>
                    <a:pt x="3081" y="14559"/>
                  </a:lnTo>
                  <a:lnTo>
                    <a:pt x="1918" y="13128"/>
                  </a:lnTo>
                  <a:lnTo>
                    <a:pt x="1336" y="12532"/>
                  </a:lnTo>
                  <a:lnTo>
                    <a:pt x="611" y="11790"/>
                  </a:lnTo>
                  <a:lnTo>
                    <a:pt x="0" y="11164"/>
                  </a:lnTo>
                  <a:lnTo>
                    <a:pt x="268" y="9133"/>
                  </a:lnTo>
                  <a:lnTo>
                    <a:pt x="984" y="6977"/>
                  </a:lnTo>
                  <a:lnTo>
                    <a:pt x="2057" y="4991"/>
                  </a:lnTo>
                  <a:lnTo>
                    <a:pt x="1908" y="4348"/>
                  </a:lnTo>
                  <a:lnTo>
                    <a:pt x="1556" y="2827"/>
                  </a:lnTo>
                  <a:lnTo>
                    <a:pt x="2003" y="2160"/>
                  </a:lnTo>
                  <a:lnTo>
                    <a:pt x="2498" y="1420"/>
                  </a:lnTo>
                  <a:lnTo>
                    <a:pt x="2585" y="1291"/>
                  </a:lnTo>
                  <a:lnTo>
                    <a:pt x="2706" y="1110"/>
                  </a:lnTo>
                  <a:lnTo>
                    <a:pt x="2883" y="846"/>
                  </a:lnTo>
                  <a:lnTo>
                    <a:pt x="3727" y="579"/>
                  </a:lnTo>
                  <a:lnTo>
                    <a:pt x="4108" y="612"/>
                  </a:lnTo>
                  <a:lnTo>
                    <a:pt x="6128" y="788"/>
                  </a:lnTo>
                  <a:lnTo>
                    <a:pt x="9110" y="1414"/>
                  </a:lnTo>
                  <a:lnTo>
                    <a:pt x="9944" y="1590"/>
                  </a:lnTo>
                  <a:lnTo>
                    <a:pt x="11273" y="1843"/>
                  </a:lnTo>
                  <a:lnTo>
                    <a:pt x="11621" y="1833"/>
                  </a:lnTo>
                  <a:lnTo>
                    <a:pt x="12420" y="1808"/>
                  </a:lnTo>
                  <a:lnTo>
                    <a:pt x="12614" y="1802"/>
                  </a:lnTo>
                  <a:lnTo>
                    <a:pt x="13966" y="1582"/>
                  </a:lnTo>
                  <a:lnTo>
                    <a:pt x="14363" y="1518"/>
                  </a:lnTo>
                  <a:lnTo>
                    <a:pt x="14679" y="1466"/>
                  </a:lnTo>
                  <a:lnTo>
                    <a:pt x="15678" y="1158"/>
                  </a:lnTo>
                  <a:lnTo>
                    <a:pt x="16565" y="885"/>
                  </a:lnTo>
                  <a:lnTo>
                    <a:pt x="17568" y="590"/>
                  </a:lnTo>
                  <a:lnTo>
                    <a:pt x="18391" y="348"/>
                  </a:lnTo>
                  <a:lnTo>
                    <a:pt x="19908" y="35"/>
                  </a:lnTo>
                  <a:lnTo>
                    <a:pt x="20052" y="0"/>
                  </a:lnTo>
                  <a:lnTo>
                    <a:pt x="19894" y="287"/>
                  </a:lnTo>
                  <a:lnTo>
                    <a:pt x="19635" y="75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0" name="pg259"/>
            <p:cNvSpPr/>
            <p:nvPr/>
          </p:nvSpPr>
          <p:spPr>
            <a:xfrm>
              <a:off x="4218428" y="2671749"/>
              <a:ext cx="37843" cy="37010"/>
            </a:xfrm>
            <a:custGeom>
              <a:avLst/>
              <a:pathLst>
                <a:path w="37843" h="37010">
                  <a:moveTo>
                    <a:pt x="36609" y="16193"/>
                  </a:moveTo>
                  <a:lnTo>
                    <a:pt x="37037" y="17813"/>
                  </a:lnTo>
                  <a:lnTo>
                    <a:pt x="36916" y="20658"/>
                  </a:lnTo>
                  <a:lnTo>
                    <a:pt x="37641" y="22140"/>
                  </a:lnTo>
                  <a:lnTo>
                    <a:pt x="37843" y="23939"/>
                  </a:lnTo>
                  <a:lnTo>
                    <a:pt x="30797" y="25668"/>
                  </a:lnTo>
                  <a:lnTo>
                    <a:pt x="27433" y="25775"/>
                  </a:lnTo>
                  <a:lnTo>
                    <a:pt x="27681" y="29131"/>
                  </a:lnTo>
                  <a:lnTo>
                    <a:pt x="27745" y="29985"/>
                  </a:lnTo>
                  <a:lnTo>
                    <a:pt x="27551" y="29952"/>
                  </a:lnTo>
                  <a:lnTo>
                    <a:pt x="25289" y="29617"/>
                  </a:lnTo>
                  <a:lnTo>
                    <a:pt x="23773" y="29869"/>
                  </a:lnTo>
                  <a:lnTo>
                    <a:pt x="21519" y="30319"/>
                  </a:lnTo>
                  <a:lnTo>
                    <a:pt x="21132" y="30778"/>
                  </a:lnTo>
                  <a:lnTo>
                    <a:pt x="20684" y="31309"/>
                  </a:lnTo>
                  <a:lnTo>
                    <a:pt x="19766" y="31786"/>
                  </a:lnTo>
                  <a:lnTo>
                    <a:pt x="19972" y="33000"/>
                  </a:lnTo>
                  <a:lnTo>
                    <a:pt x="18292" y="34236"/>
                  </a:lnTo>
                  <a:lnTo>
                    <a:pt x="17982" y="36014"/>
                  </a:lnTo>
                  <a:lnTo>
                    <a:pt x="17809" y="37010"/>
                  </a:lnTo>
                  <a:lnTo>
                    <a:pt x="12630" y="36913"/>
                  </a:lnTo>
                  <a:lnTo>
                    <a:pt x="12336" y="36576"/>
                  </a:lnTo>
                  <a:lnTo>
                    <a:pt x="10261" y="34195"/>
                  </a:lnTo>
                  <a:lnTo>
                    <a:pt x="7830" y="31405"/>
                  </a:lnTo>
                  <a:lnTo>
                    <a:pt x="7651" y="31200"/>
                  </a:lnTo>
                  <a:lnTo>
                    <a:pt x="6737" y="29158"/>
                  </a:lnTo>
                  <a:lnTo>
                    <a:pt x="6673" y="29013"/>
                  </a:lnTo>
                  <a:lnTo>
                    <a:pt x="5762" y="26949"/>
                  </a:lnTo>
                  <a:lnTo>
                    <a:pt x="5469" y="26263"/>
                  </a:lnTo>
                  <a:lnTo>
                    <a:pt x="4962" y="25076"/>
                  </a:lnTo>
                  <a:lnTo>
                    <a:pt x="4365" y="24696"/>
                  </a:lnTo>
                  <a:lnTo>
                    <a:pt x="2944" y="23791"/>
                  </a:lnTo>
                  <a:lnTo>
                    <a:pt x="2897" y="23428"/>
                  </a:lnTo>
                  <a:lnTo>
                    <a:pt x="2810" y="22762"/>
                  </a:lnTo>
                  <a:lnTo>
                    <a:pt x="1242" y="20697"/>
                  </a:lnTo>
                  <a:lnTo>
                    <a:pt x="363" y="17917"/>
                  </a:lnTo>
                  <a:lnTo>
                    <a:pt x="592" y="17748"/>
                  </a:lnTo>
                  <a:lnTo>
                    <a:pt x="1535" y="17538"/>
                  </a:lnTo>
                  <a:lnTo>
                    <a:pt x="1345" y="17203"/>
                  </a:lnTo>
                  <a:lnTo>
                    <a:pt x="935" y="16481"/>
                  </a:lnTo>
                  <a:lnTo>
                    <a:pt x="0" y="14667"/>
                  </a:lnTo>
                  <a:lnTo>
                    <a:pt x="261" y="14281"/>
                  </a:lnTo>
                  <a:lnTo>
                    <a:pt x="992" y="14587"/>
                  </a:lnTo>
                  <a:lnTo>
                    <a:pt x="2300" y="14810"/>
                  </a:lnTo>
                  <a:lnTo>
                    <a:pt x="3553" y="14422"/>
                  </a:lnTo>
                  <a:lnTo>
                    <a:pt x="4771" y="14933"/>
                  </a:lnTo>
                  <a:lnTo>
                    <a:pt x="5173" y="15102"/>
                  </a:lnTo>
                  <a:lnTo>
                    <a:pt x="5597" y="16134"/>
                  </a:lnTo>
                  <a:lnTo>
                    <a:pt x="6056" y="16021"/>
                  </a:lnTo>
                  <a:lnTo>
                    <a:pt x="7353" y="15968"/>
                  </a:lnTo>
                  <a:lnTo>
                    <a:pt x="9125" y="15180"/>
                  </a:lnTo>
                  <a:lnTo>
                    <a:pt x="10681" y="13830"/>
                  </a:lnTo>
                  <a:lnTo>
                    <a:pt x="11806" y="15267"/>
                  </a:lnTo>
                  <a:lnTo>
                    <a:pt x="11918" y="16592"/>
                  </a:lnTo>
                  <a:lnTo>
                    <a:pt x="11934" y="16780"/>
                  </a:lnTo>
                  <a:lnTo>
                    <a:pt x="12365" y="16357"/>
                  </a:lnTo>
                  <a:lnTo>
                    <a:pt x="14691" y="14076"/>
                  </a:lnTo>
                  <a:lnTo>
                    <a:pt x="14885" y="13938"/>
                  </a:lnTo>
                  <a:lnTo>
                    <a:pt x="15120" y="13772"/>
                  </a:lnTo>
                  <a:lnTo>
                    <a:pt x="15294" y="13696"/>
                  </a:lnTo>
                  <a:lnTo>
                    <a:pt x="16632" y="13119"/>
                  </a:lnTo>
                  <a:lnTo>
                    <a:pt x="18260" y="11329"/>
                  </a:lnTo>
                  <a:lnTo>
                    <a:pt x="18420" y="11191"/>
                  </a:lnTo>
                  <a:lnTo>
                    <a:pt x="18842" y="10828"/>
                  </a:lnTo>
                  <a:lnTo>
                    <a:pt x="19983" y="9847"/>
                  </a:lnTo>
                  <a:lnTo>
                    <a:pt x="20246" y="9621"/>
                  </a:lnTo>
                  <a:lnTo>
                    <a:pt x="21284" y="9147"/>
                  </a:lnTo>
                  <a:lnTo>
                    <a:pt x="22022" y="8741"/>
                  </a:lnTo>
                  <a:lnTo>
                    <a:pt x="22554" y="8449"/>
                  </a:lnTo>
                  <a:lnTo>
                    <a:pt x="23334" y="8352"/>
                  </a:lnTo>
                  <a:lnTo>
                    <a:pt x="24169" y="8249"/>
                  </a:lnTo>
                  <a:lnTo>
                    <a:pt x="24910" y="7906"/>
                  </a:lnTo>
                  <a:lnTo>
                    <a:pt x="25358" y="6315"/>
                  </a:lnTo>
                  <a:lnTo>
                    <a:pt x="25149" y="5301"/>
                  </a:lnTo>
                  <a:lnTo>
                    <a:pt x="24036" y="2681"/>
                  </a:lnTo>
                  <a:lnTo>
                    <a:pt x="29198" y="0"/>
                  </a:lnTo>
                  <a:lnTo>
                    <a:pt x="31119" y="4592"/>
                  </a:lnTo>
                  <a:lnTo>
                    <a:pt x="31942" y="6667"/>
                  </a:lnTo>
                  <a:lnTo>
                    <a:pt x="33349" y="10099"/>
                  </a:lnTo>
                  <a:lnTo>
                    <a:pt x="34554" y="1303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1" name="pg260"/>
            <p:cNvSpPr/>
            <p:nvPr/>
          </p:nvSpPr>
          <p:spPr>
            <a:xfrm>
              <a:off x="4134377" y="2605119"/>
              <a:ext cx="94313" cy="117387"/>
            </a:xfrm>
            <a:custGeom>
              <a:avLst/>
              <a:pathLst>
                <a:path w="94313" h="117387">
                  <a:moveTo>
                    <a:pt x="34418" y="10271"/>
                  </a:moveTo>
                  <a:lnTo>
                    <a:pt x="35008" y="10640"/>
                  </a:lnTo>
                  <a:lnTo>
                    <a:pt x="35407" y="10519"/>
                  </a:lnTo>
                  <a:lnTo>
                    <a:pt x="35804" y="10084"/>
                  </a:lnTo>
                  <a:lnTo>
                    <a:pt x="37111" y="8816"/>
                  </a:lnTo>
                  <a:lnTo>
                    <a:pt x="38713" y="9762"/>
                  </a:lnTo>
                  <a:lnTo>
                    <a:pt x="39488" y="10222"/>
                  </a:lnTo>
                  <a:lnTo>
                    <a:pt x="40325" y="11206"/>
                  </a:lnTo>
                  <a:lnTo>
                    <a:pt x="40676" y="11675"/>
                  </a:lnTo>
                  <a:lnTo>
                    <a:pt x="41156" y="11517"/>
                  </a:lnTo>
                  <a:lnTo>
                    <a:pt x="44556" y="10501"/>
                  </a:lnTo>
                  <a:lnTo>
                    <a:pt x="45141" y="10326"/>
                  </a:lnTo>
                  <a:lnTo>
                    <a:pt x="45482" y="10225"/>
                  </a:lnTo>
                  <a:lnTo>
                    <a:pt x="46884" y="9904"/>
                  </a:lnTo>
                  <a:lnTo>
                    <a:pt x="48401" y="9509"/>
                  </a:lnTo>
                  <a:lnTo>
                    <a:pt x="49218" y="9080"/>
                  </a:lnTo>
                  <a:lnTo>
                    <a:pt x="49430" y="8968"/>
                  </a:lnTo>
                  <a:lnTo>
                    <a:pt x="49915" y="10899"/>
                  </a:lnTo>
                  <a:lnTo>
                    <a:pt x="50281" y="11632"/>
                  </a:lnTo>
                  <a:lnTo>
                    <a:pt x="52851" y="10316"/>
                  </a:lnTo>
                  <a:lnTo>
                    <a:pt x="53046" y="10168"/>
                  </a:lnTo>
                  <a:lnTo>
                    <a:pt x="53593" y="9752"/>
                  </a:lnTo>
                  <a:lnTo>
                    <a:pt x="56152" y="8369"/>
                  </a:lnTo>
                  <a:lnTo>
                    <a:pt x="56531" y="8164"/>
                  </a:lnTo>
                  <a:lnTo>
                    <a:pt x="57569" y="9957"/>
                  </a:lnTo>
                  <a:lnTo>
                    <a:pt x="58396" y="11335"/>
                  </a:lnTo>
                  <a:lnTo>
                    <a:pt x="58088" y="12163"/>
                  </a:lnTo>
                  <a:lnTo>
                    <a:pt x="58402" y="12192"/>
                  </a:lnTo>
                  <a:lnTo>
                    <a:pt x="59305" y="13697"/>
                  </a:lnTo>
                  <a:lnTo>
                    <a:pt x="59829" y="14571"/>
                  </a:lnTo>
                  <a:lnTo>
                    <a:pt x="60373" y="15164"/>
                  </a:lnTo>
                  <a:lnTo>
                    <a:pt x="61012" y="15609"/>
                  </a:lnTo>
                  <a:lnTo>
                    <a:pt x="61648" y="16051"/>
                  </a:lnTo>
                  <a:lnTo>
                    <a:pt x="62252" y="16520"/>
                  </a:lnTo>
                  <a:lnTo>
                    <a:pt x="62937" y="16938"/>
                  </a:lnTo>
                  <a:lnTo>
                    <a:pt x="63892" y="17564"/>
                  </a:lnTo>
                  <a:lnTo>
                    <a:pt x="64391" y="18026"/>
                  </a:lnTo>
                  <a:lnTo>
                    <a:pt x="64437" y="18808"/>
                  </a:lnTo>
                  <a:lnTo>
                    <a:pt x="64419" y="19205"/>
                  </a:lnTo>
                  <a:lnTo>
                    <a:pt x="64406" y="19480"/>
                  </a:lnTo>
                  <a:lnTo>
                    <a:pt x="64503" y="19778"/>
                  </a:lnTo>
                  <a:lnTo>
                    <a:pt x="64570" y="20043"/>
                  </a:lnTo>
                  <a:lnTo>
                    <a:pt x="64950" y="21545"/>
                  </a:lnTo>
                  <a:lnTo>
                    <a:pt x="65002" y="22290"/>
                  </a:lnTo>
                  <a:lnTo>
                    <a:pt x="65219" y="22902"/>
                  </a:lnTo>
                  <a:lnTo>
                    <a:pt x="65718" y="23321"/>
                  </a:lnTo>
                  <a:lnTo>
                    <a:pt x="67203" y="24567"/>
                  </a:lnTo>
                  <a:lnTo>
                    <a:pt x="67913" y="24937"/>
                  </a:lnTo>
                  <a:lnTo>
                    <a:pt x="68724" y="25408"/>
                  </a:lnTo>
                  <a:lnTo>
                    <a:pt x="69165" y="25826"/>
                  </a:lnTo>
                  <a:lnTo>
                    <a:pt x="69457" y="26179"/>
                  </a:lnTo>
                  <a:lnTo>
                    <a:pt x="69976" y="26808"/>
                  </a:lnTo>
                  <a:lnTo>
                    <a:pt x="70159" y="27037"/>
                  </a:lnTo>
                  <a:lnTo>
                    <a:pt x="70643" y="27644"/>
                  </a:lnTo>
                  <a:lnTo>
                    <a:pt x="71200" y="28610"/>
                  </a:lnTo>
                  <a:lnTo>
                    <a:pt x="71317" y="29111"/>
                  </a:lnTo>
                  <a:lnTo>
                    <a:pt x="71522" y="29415"/>
                  </a:lnTo>
                  <a:lnTo>
                    <a:pt x="71869" y="29672"/>
                  </a:lnTo>
                  <a:lnTo>
                    <a:pt x="72381" y="30050"/>
                  </a:lnTo>
                  <a:lnTo>
                    <a:pt x="72703" y="30471"/>
                  </a:lnTo>
                  <a:lnTo>
                    <a:pt x="72793" y="30695"/>
                  </a:lnTo>
                  <a:lnTo>
                    <a:pt x="72927" y="31339"/>
                  </a:lnTo>
                  <a:lnTo>
                    <a:pt x="72981" y="32036"/>
                  </a:lnTo>
                  <a:lnTo>
                    <a:pt x="73401" y="33468"/>
                  </a:lnTo>
                  <a:lnTo>
                    <a:pt x="74341" y="34704"/>
                  </a:lnTo>
                  <a:lnTo>
                    <a:pt x="74636" y="35248"/>
                  </a:lnTo>
                  <a:lnTo>
                    <a:pt x="74904" y="35651"/>
                  </a:lnTo>
                  <a:lnTo>
                    <a:pt x="75307" y="36062"/>
                  </a:lnTo>
                  <a:lnTo>
                    <a:pt x="76639" y="36992"/>
                  </a:lnTo>
                  <a:lnTo>
                    <a:pt x="77695" y="37762"/>
                  </a:lnTo>
                  <a:lnTo>
                    <a:pt x="77928" y="38003"/>
                  </a:lnTo>
                  <a:lnTo>
                    <a:pt x="78271" y="38439"/>
                  </a:lnTo>
                  <a:lnTo>
                    <a:pt x="78786" y="39731"/>
                  </a:lnTo>
                  <a:lnTo>
                    <a:pt x="79126" y="40375"/>
                  </a:lnTo>
                  <a:lnTo>
                    <a:pt x="79297" y="40699"/>
                  </a:lnTo>
                  <a:lnTo>
                    <a:pt x="79210" y="40829"/>
                  </a:lnTo>
                  <a:lnTo>
                    <a:pt x="78714" y="41568"/>
                  </a:lnTo>
                  <a:lnTo>
                    <a:pt x="78268" y="42235"/>
                  </a:lnTo>
                  <a:lnTo>
                    <a:pt x="78620" y="43756"/>
                  </a:lnTo>
                  <a:lnTo>
                    <a:pt x="78769" y="44400"/>
                  </a:lnTo>
                  <a:lnTo>
                    <a:pt x="77695" y="46386"/>
                  </a:lnTo>
                  <a:lnTo>
                    <a:pt x="76979" y="48542"/>
                  </a:lnTo>
                  <a:lnTo>
                    <a:pt x="76711" y="50572"/>
                  </a:lnTo>
                  <a:lnTo>
                    <a:pt x="77322" y="51198"/>
                  </a:lnTo>
                  <a:lnTo>
                    <a:pt x="76869" y="50932"/>
                  </a:lnTo>
                  <a:lnTo>
                    <a:pt x="76147" y="50507"/>
                  </a:lnTo>
                  <a:lnTo>
                    <a:pt x="75085" y="49883"/>
                  </a:lnTo>
                  <a:lnTo>
                    <a:pt x="74799" y="49995"/>
                  </a:lnTo>
                  <a:lnTo>
                    <a:pt x="74248" y="50497"/>
                  </a:lnTo>
                  <a:lnTo>
                    <a:pt x="72828" y="49465"/>
                  </a:lnTo>
                  <a:lnTo>
                    <a:pt x="72645" y="49290"/>
                  </a:lnTo>
                  <a:lnTo>
                    <a:pt x="72141" y="48226"/>
                  </a:lnTo>
                  <a:lnTo>
                    <a:pt x="71804" y="47764"/>
                  </a:lnTo>
                  <a:lnTo>
                    <a:pt x="71641" y="47794"/>
                  </a:lnTo>
                  <a:lnTo>
                    <a:pt x="71418" y="47835"/>
                  </a:lnTo>
                  <a:lnTo>
                    <a:pt x="70785" y="48024"/>
                  </a:lnTo>
                  <a:lnTo>
                    <a:pt x="69152" y="48514"/>
                  </a:lnTo>
                  <a:lnTo>
                    <a:pt x="68883" y="48746"/>
                  </a:lnTo>
                  <a:lnTo>
                    <a:pt x="67658" y="49801"/>
                  </a:lnTo>
                  <a:lnTo>
                    <a:pt x="67267" y="50699"/>
                  </a:lnTo>
                  <a:lnTo>
                    <a:pt x="67012" y="50358"/>
                  </a:lnTo>
                  <a:lnTo>
                    <a:pt x="65322" y="49417"/>
                  </a:lnTo>
                  <a:lnTo>
                    <a:pt x="64787" y="49119"/>
                  </a:lnTo>
                  <a:lnTo>
                    <a:pt x="63953" y="49512"/>
                  </a:lnTo>
                  <a:lnTo>
                    <a:pt x="63832" y="49787"/>
                  </a:lnTo>
                  <a:lnTo>
                    <a:pt x="61662" y="50764"/>
                  </a:lnTo>
                  <a:lnTo>
                    <a:pt x="60064" y="51380"/>
                  </a:lnTo>
                  <a:lnTo>
                    <a:pt x="56345" y="51476"/>
                  </a:lnTo>
                  <a:lnTo>
                    <a:pt x="55414" y="51487"/>
                  </a:lnTo>
                  <a:lnTo>
                    <a:pt x="53879" y="51241"/>
                  </a:lnTo>
                  <a:lnTo>
                    <a:pt x="53627" y="51186"/>
                  </a:lnTo>
                  <a:lnTo>
                    <a:pt x="53439" y="51144"/>
                  </a:lnTo>
                  <a:lnTo>
                    <a:pt x="51971" y="50976"/>
                  </a:lnTo>
                  <a:lnTo>
                    <a:pt x="50934" y="50857"/>
                  </a:lnTo>
                  <a:lnTo>
                    <a:pt x="50240" y="50778"/>
                  </a:lnTo>
                  <a:lnTo>
                    <a:pt x="49703" y="50757"/>
                  </a:lnTo>
                  <a:lnTo>
                    <a:pt x="49781" y="51164"/>
                  </a:lnTo>
                  <a:lnTo>
                    <a:pt x="49994" y="52263"/>
                  </a:lnTo>
                  <a:lnTo>
                    <a:pt x="49980" y="52600"/>
                  </a:lnTo>
                  <a:lnTo>
                    <a:pt x="49904" y="54365"/>
                  </a:lnTo>
                  <a:lnTo>
                    <a:pt x="49771" y="56655"/>
                  </a:lnTo>
                  <a:lnTo>
                    <a:pt x="49831" y="56946"/>
                  </a:lnTo>
                  <a:lnTo>
                    <a:pt x="50204" y="57281"/>
                  </a:lnTo>
                  <a:lnTo>
                    <a:pt x="51217" y="57922"/>
                  </a:lnTo>
                  <a:lnTo>
                    <a:pt x="51349" y="57988"/>
                  </a:lnTo>
                  <a:lnTo>
                    <a:pt x="52933" y="58778"/>
                  </a:lnTo>
                  <a:lnTo>
                    <a:pt x="52543" y="60011"/>
                  </a:lnTo>
                  <a:lnTo>
                    <a:pt x="52426" y="60381"/>
                  </a:lnTo>
                  <a:lnTo>
                    <a:pt x="49954" y="59551"/>
                  </a:lnTo>
                  <a:lnTo>
                    <a:pt x="47622" y="58696"/>
                  </a:lnTo>
                  <a:lnTo>
                    <a:pt x="47666" y="59349"/>
                  </a:lnTo>
                  <a:lnTo>
                    <a:pt x="47678" y="59529"/>
                  </a:lnTo>
                  <a:lnTo>
                    <a:pt x="47672" y="60290"/>
                  </a:lnTo>
                  <a:lnTo>
                    <a:pt x="46665" y="62312"/>
                  </a:lnTo>
                  <a:lnTo>
                    <a:pt x="46681" y="62728"/>
                  </a:lnTo>
                  <a:lnTo>
                    <a:pt x="53346" y="64381"/>
                  </a:lnTo>
                  <a:lnTo>
                    <a:pt x="53990" y="64238"/>
                  </a:lnTo>
                  <a:lnTo>
                    <a:pt x="55144" y="63988"/>
                  </a:lnTo>
                  <a:lnTo>
                    <a:pt x="55395" y="63961"/>
                  </a:lnTo>
                  <a:lnTo>
                    <a:pt x="55869" y="63961"/>
                  </a:lnTo>
                  <a:lnTo>
                    <a:pt x="56961" y="64051"/>
                  </a:lnTo>
                  <a:lnTo>
                    <a:pt x="57273" y="64077"/>
                  </a:lnTo>
                  <a:lnTo>
                    <a:pt x="57721" y="64140"/>
                  </a:lnTo>
                  <a:lnTo>
                    <a:pt x="58078" y="64292"/>
                  </a:lnTo>
                  <a:lnTo>
                    <a:pt x="58579" y="64605"/>
                  </a:lnTo>
                  <a:lnTo>
                    <a:pt x="58928" y="64775"/>
                  </a:lnTo>
                  <a:lnTo>
                    <a:pt x="59662" y="64918"/>
                  </a:lnTo>
                  <a:lnTo>
                    <a:pt x="60243" y="64990"/>
                  </a:lnTo>
                  <a:lnTo>
                    <a:pt x="60601" y="64954"/>
                  </a:lnTo>
                  <a:lnTo>
                    <a:pt x="62916" y="63863"/>
                  </a:lnTo>
                  <a:lnTo>
                    <a:pt x="63280" y="63694"/>
                  </a:lnTo>
                  <a:lnTo>
                    <a:pt x="64282" y="65516"/>
                  </a:lnTo>
                  <a:lnTo>
                    <a:pt x="64111" y="66367"/>
                  </a:lnTo>
                  <a:lnTo>
                    <a:pt x="63602" y="66298"/>
                  </a:lnTo>
                  <a:lnTo>
                    <a:pt x="60644" y="67646"/>
                  </a:lnTo>
                  <a:lnTo>
                    <a:pt x="60951" y="68996"/>
                  </a:lnTo>
                  <a:lnTo>
                    <a:pt x="57032" y="72017"/>
                  </a:lnTo>
                  <a:lnTo>
                    <a:pt x="57785" y="72781"/>
                  </a:lnTo>
                  <a:lnTo>
                    <a:pt x="58337" y="73340"/>
                  </a:lnTo>
                  <a:lnTo>
                    <a:pt x="58465" y="73470"/>
                  </a:lnTo>
                  <a:lnTo>
                    <a:pt x="59375" y="74392"/>
                  </a:lnTo>
                  <a:lnTo>
                    <a:pt x="59791" y="74814"/>
                  </a:lnTo>
                  <a:lnTo>
                    <a:pt x="59987" y="75013"/>
                  </a:lnTo>
                  <a:lnTo>
                    <a:pt x="60845" y="75905"/>
                  </a:lnTo>
                  <a:lnTo>
                    <a:pt x="60979" y="76078"/>
                  </a:lnTo>
                  <a:lnTo>
                    <a:pt x="61958" y="77321"/>
                  </a:lnTo>
                  <a:lnTo>
                    <a:pt x="62146" y="77521"/>
                  </a:lnTo>
                  <a:lnTo>
                    <a:pt x="62474" y="77870"/>
                  </a:lnTo>
                  <a:lnTo>
                    <a:pt x="63215" y="78665"/>
                  </a:lnTo>
                  <a:lnTo>
                    <a:pt x="63596" y="79175"/>
                  </a:lnTo>
                  <a:lnTo>
                    <a:pt x="63805" y="79456"/>
                  </a:lnTo>
                  <a:lnTo>
                    <a:pt x="64009" y="79761"/>
                  </a:lnTo>
                  <a:lnTo>
                    <a:pt x="64304" y="80201"/>
                  </a:lnTo>
                  <a:lnTo>
                    <a:pt x="64662" y="80712"/>
                  </a:lnTo>
                  <a:lnTo>
                    <a:pt x="66022" y="80766"/>
                  </a:lnTo>
                  <a:lnTo>
                    <a:pt x="66722" y="81769"/>
                  </a:lnTo>
                  <a:lnTo>
                    <a:pt x="67515" y="82906"/>
                  </a:lnTo>
                  <a:lnTo>
                    <a:pt x="68843" y="83128"/>
                  </a:lnTo>
                  <a:lnTo>
                    <a:pt x="69058" y="83164"/>
                  </a:lnTo>
                  <a:lnTo>
                    <a:pt x="70740" y="83566"/>
                  </a:lnTo>
                  <a:lnTo>
                    <a:pt x="71754" y="83808"/>
                  </a:lnTo>
                  <a:lnTo>
                    <a:pt x="72701" y="84015"/>
                  </a:lnTo>
                  <a:lnTo>
                    <a:pt x="73829" y="84261"/>
                  </a:lnTo>
                  <a:lnTo>
                    <a:pt x="75844" y="84916"/>
                  </a:lnTo>
                  <a:lnTo>
                    <a:pt x="76343" y="83992"/>
                  </a:lnTo>
                  <a:lnTo>
                    <a:pt x="76988" y="84016"/>
                  </a:lnTo>
                  <a:lnTo>
                    <a:pt x="78801" y="84636"/>
                  </a:lnTo>
                  <a:lnTo>
                    <a:pt x="79302" y="84874"/>
                  </a:lnTo>
                  <a:lnTo>
                    <a:pt x="79588" y="85256"/>
                  </a:lnTo>
                  <a:lnTo>
                    <a:pt x="80351" y="85900"/>
                  </a:lnTo>
                  <a:lnTo>
                    <a:pt x="81162" y="85924"/>
                  </a:lnTo>
                  <a:lnTo>
                    <a:pt x="82283" y="85757"/>
                  </a:lnTo>
                  <a:lnTo>
                    <a:pt x="82880" y="85423"/>
                  </a:lnTo>
                  <a:lnTo>
                    <a:pt x="83500" y="85161"/>
                  </a:lnTo>
                  <a:lnTo>
                    <a:pt x="84415" y="84547"/>
                  </a:lnTo>
                  <a:lnTo>
                    <a:pt x="85294" y="87327"/>
                  </a:lnTo>
                  <a:lnTo>
                    <a:pt x="86861" y="89392"/>
                  </a:lnTo>
                  <a:lnTo>
                    <a:pt x="86948" y="90058"/>
                  </a:lnTo>
                  <a:lnTo>
                    <a:pt x="86995" y="90420"/>
                  </a:lnTo>
                  <a:lnTo>
                    <a:pt x="88417" y="91326"/>
                  </a:lnTo>
                  <a:lnTo>
                    <a:pt x="89013" y="91706"/>
                  </a:lnTo>
                  <a:lnTo>
                    <a:pt x="89520" y="92892"/>
                  </a:lnTo>
                  <a:lnTo>
                    <a:pt x="89813" y="93578"/>
                  </a:lnTo>
                  <a:lnTo>
                    <a:pt x="90724" y="95642"/>
                  </a:lnTo>
                  <a:lnTo>
                    <a:pt x="90789" y="95788"/>
                  </a:lnTo>
                  <a:lnTo>
                    <a:pt x="91702" y="97829"/>
                  </a:lnTo>
                  <a:lnTo>
                    <a:pt x="91881" y="98034"/>
                  </a:lnTo>
                  <a:lnTo>
                    <a:pt x="94313" y="100825"/>
                  </a:lnTo>
                  <a:lnTo>
                    <a:pt x="79188" y="101124"/>
                  </a:lnTo>
                  <a:lnTo>
                    <a:pt x="78857" y="112330"/>
                  </a:lnTo>
                  <a:lnTo>
                    <a:pt x="77559" y="114003"/>
                  </a:lnTo>
                  <a:lnTo>
                    <a:pt x="71486" y="107712"/>
                  </a:lnTo>
                  <a:lnTo>
                    <a:pt x="68435" y="107759"/>
                  </a:lnTo>
                  <a:lnTo>
                    <a:pt x="65143" y="108952"/>
                  </a:lnTo>
                  <a:lnTo>
                    <a:pt x="60277" y="106805"/>
                  </a:lnTo>
                  <a:lnTo>
                    <a:pt x="60350" y="101379"/>
                  </a:lnTo>
                  <a:lnTo>
                    <a:pt x="57277" y="100865"/>
                  </a:lnTo>
                  <a:lnTo>
                    <a:pt x="56622" y="100755"/>
                  </a:lnTo>
                  <a:lnTo>
                    <a:pt x="56585" y="104412"/>
                  </a:lnTo>
                  <a:lnTo>
                    <a:pt x="49934" y="104228"/>
                  </a:lnTo>
                  <a:lnTo>
                    <a:pt x="49995" y="104359"/>
                  </a:lnTo>
                  <a:lnTo>
                    <a:pt x="51635" y="107871"/>
                  </a:lnTo>
                  <a:lnTo>
                    <a:pt x="51158" y="109004"/>
                  </a:lnTo>
                  <a:lnTo>
                    <a:pt x="49586" y="109940"/>
                  </a:lnTo>
                  <a:lnTo>
                    <a:pt x="50680" y="111982"/>
                  </a:lnTo>
                  <a:lnTo>
                    <a:pt x="50953" y="112516"/>
                  </a:lnTo>
                  <a:lnTo>
                    <a:pt x="52511" y="115559"/>
                  </a:lnTo>
                  <a:lnTo>
                    <a:pt x="48101" y="116845"/>
                  </a:lnTo>
                  <a:lnTo>
                    <a:pt x="47619" y="116985"/>
                  </a:lnTo>
                  <a:lnTo>
                    <a:pt x="46275" y="117387"/>
                  </a:lnTo>
                  <a:lnTo>
                    <a:pt x="42756" y="113481"/>
                  </a:lnTo>
                  <a:lnTo>
                    <a:pt x="42503" y="113371"/>
                  </a:lnTo>
                  <a:lnTo>
                    <a:pt x="41690" y="113019"/>
                  </a:lnTo>
                  <a:lnTo>
                    <a:pt x="40967" y="112705"/>
                  </a:lnTo>
                  <a:lnTo>
                    <a:pt x="38880" y="111751"/>
                  </a:lnTo>
                  <a:lnTo>
                    <a:pt x="38186" y="110966"/>
                  </a:lnTo>
                  <a:lnTo>
                    <a:pt x="35480" y="107904"/>
                  </a:lnTo>
                  <a:lnTo>
                    <a:pt x="35068" y="107188"/>
                  </a:lnTo>
                  <a:lnTo>
                    <a:pt x="33104" y="103776"/>
                  </a:lnTo>
                  <a:lnTo>
                    <a:pt x="32401" y="102555"/>
                  </a:lnTo>
                  <a:lnTo>
                    <a:pt x="31711" y="101660"/>
                  </a:lnTo>
                  <a:lnTo>
                    <a:pt x="31275" y="99010"/>
                  </a:lnTo>
                  <a:lnTo>
                    <a:pt x="30675" y="95297"/>
                  </a:lnTo>
                  <a:lnTo>
                    <a:pt x="30525" y="94919"/>
                  </a:lnTo>
                  <a:lnTo>
                    <a:pt x="29774" y="93536"/>
                  </a:lnTo>
                  <a:lnTo>
                    <a:pt x="30310" y="93206"/>
                  </a:lnTo>
                  <a:lnTo>
                    <a:pt x="29978" y="92438"/>
                  </a:lnTo>
                  <a:lnTo>
                    <a:pt x="29327" y="90932"/>
                  </a:lnTo>
                  <a:lnTo>
                    <a:pt x="29051" y="90431"/>
                  </a:lnTo>
                  <a:lnTo>
                    <a:pt x="28799" y="89849"/>
                  </a:lnTo>
                  <a:lnTo>
                    <a:pt x="28654" y="89511"/>
                  </a:lnTo>
                  <a:lnTo>
                    <a:pt x="28289" y="88667"/>
                  </a:lnTo>
                  <a:lnTo>
                    <a:pt x="26743" y="86658"/>
                  </a:lnTo>
                  <a:lnTo>
                    <a:pt x="26142" y="85876"/>
                  </a:lnTo>
                  <a:lnTo>
                    <a:pt x="25654" y="86103"/>
                  </a:lnTo>
                  <a:lnTo>
                    <a:pt x="24888" y="85552"/>
                  </a:lnTo>
                  <a:lnTo>
                    <a:pt x="24543" y="85004"/>
                  </a:lnTo>
                  <a:lnTo>
                    <a:pt x="23888" y="83571"/>
                  </a:lnTo>
                  <a:lnTo>
                    <a:pt x="23741" y="82984"/>
                  </a:lnTo>
                  <a:lnTo>
                    <a:pt x="23603" y="82498"/>
                  </a:lnTo>
                  <a:lnTo>
                    <a:pt x="23410" y="81823"/>
                  </a:lnTo>
                  <a:lnTo>
                    <a:pt x="23365" y="81664"/>
                  </a:lnTo>
                  <a:lnTo>
                    <a:pt x="23037" y="80598"/>
                  </a:lnTo>
                  <a:lnTo>
                    <a:pt x="22947" y="80306"/>
                  </a:lnTo>
                  <a:lnTo>
                    <a:pt x="22818" y="80161"/>
                  </a:lnTo>
                  <a:lnTo>
                    <a:pt x="22311" y="79589"/>
                  </a:lnTo>
                  <a:lnTo>
                    <a:pt x="21962" y="79157"/>
                  </a:lnTo>
                  <a:lnTo>
                    <a:pt x="21025" y="78002"/>
                  </a:lnTo>
                  <a:lnTo>
                    <a:pt x="20593" y="77468"/>
                  </a:lnTo>
                  <a:lnTo>
                    <a:pt x="20296" y="77377"/>
                  </a:lnTo>
                  <a:lnTo>
                    <a:pt x="19985" y="77281"/>
                  </a:lnTo>
                  <a:lnTo>
                    <a:pt x="19693" y="77003"/>
                  </a:lnTo>
                  <a:lnTo>
                    <a:pt x="18584" y="75947"/>
                  </a:lnTo>
                  <a:lnTo>
                    <a:pt x="18494" y="74768"/>
                  </a:lnTo>
                  <a:lnTo>
                    <a:pt x="18452" y="74163"/>
                  </a:lnTo>
                  <a:lnTo>
                    <a:pt x="18536" y="73939"/>
                  </a:lnTo>
                  <a:lnTo>
                    <a:pt x="18657" y="73619"/>
                  </a:lnTo>
                  <a:lnTo>
                    <a:pt x="18578" y="73170"/>
                  </a:lnTo>
                  <a:lnTo>
                    <a:pt x="18550" y="73040"/>
                  </a:lnTo>
                  <a:lnTo>
                    <a:pt x="18280" y="71791"/>
                  </a:lnTo>
                  <a:lnTo>
                    <a:pt x="18280" y="70777"/>
                  </a:lnTo>
                  <a:lnTo>
                    <a:pt x="18401" y="69110"/>
                  </a:lnTo>
                  <a:lnTo>
                    <a:pt x="18459" y="68591"/>
                  </a:lnTo>
                  <a:lnTo>
                    <a:pt x="18626" y="67589"/>
                  </a:lnTo>
                  <a:lnTo>
                    <a:pt x="18479" y="65325"/>
                  </a:lnTo>
                  <a:lnTo>
                    <a:pt x="18456" y="64962"/>
                  </a:lnTo>
                  <a:lnTo>
                    <a:pt x="18238" y="64903"/>
                  </a:lnTo>
                  <a:lnTo>
                    <a:pt x="17174" y="64612"/>
                  </a:lnTo>
                  <a:lnTo>
                    <a:pt x="17057" y="64294"/>
                  </a:lnTo>
                  <a:lnTo>
                    <a:pt x="16837" y="63697"/>
                  </a:lnTo>
                  <a:lnTo>
                    <a:pt x="16730" y="63455"/>
                  </a:lnTo>
                  <a:lnTo>
                    <a:pt x="16359" y="62620"/>
                  </a:lnTo>
                  <a:lnTo>
                    <a:pt x="16122" y="62086"/>
                  </a:lnTo>
                  <a:lnTo>
                    <a:pt x="16112" y="61542"/>
                  </a:lnTo>
                  <a:lnTo>
                    <a:pt x="16104" y="61097"/>
                  </a:lnTo>
                  <a:lnTo>
                    <a:pt x="15756" y="59694"/>
                  </a:lnTo>
                  <a:lnTo>
                    <a:pt x="15836" y="59332"/>
                  </a:lnTo>
                  <a:lnTo>
                    <a:pt x="16425" y="59041"/>
                  </a:lnTo>
                  <a:lnTo>
                    <a:pt x="17106" y="58347"/>
                  </a:lnTo>
                  <a:lnTo>
                    <a:pt x="16917" y="57925"/>
                  </a:lnTo>
                  <a:lnTo>
                    <a:pt x="16708" y="57652"/>
                  </a:lnTo>
                  <a:lnTo>
                    <a:pt x="16082" y="56836"/>
                  </a:lnTo>
                  <a:lnTo>
                    <a:pt x="15277" y="55533"/>
                  </a:lnTo>
                  <a:lnTo>
                    <a:pt x="14710" y="54615"/>
                  </a:lnTo>
                  <a:lnTo>
                    <a:pt x="14546" y="54302"/>
                  </a:lnTo>
                  <a:lnTo>
                    <a:pt x="14413" y="54105"/>
                  </a:lnTo>
                  <a:lnTo>
                    <a:pt x="14198" y="53842"/>
                  </a:lnTo>
                  <a:lnTo>
                    <a:pt x="13843" y="53351"/>
                  </a:lnTo>
                  <a:lnTo>
                    <a:pt x="14207" y="53208"/>
                  </a:lnTo>
                  <a:lnTo>
                    <a:pt x="16494" y="52306"/>
                  </a:lnTo>
                  <a:lnTo>
                    <a:pt x="17939" y="51867"/>
                  </a:lnTo>
                  <a:lnTo>
                    <a:pt x="18321" y="51785"/>
                  </a:lnTo>
                  <a:lnTo>
                    <a:pt x="19518" y="51781"/>
                  </a:lnTo>
                  <a:lnTo>
                    <a:pt x="20460" y="51779"/>
                  </a:lnTo>
                  <a:lnTo>
                    <a:pt x="21102" y="51777"/>
                  </a:lnTo>
                  <a:lnTo>
                    <a:pt x="23465" y="51188"/>
                  </a:lnTo>
                  <a:lnTo>
                    <a:pt x="23687" y="51047"/>
                  </a:lnTo>
                  <a:lnTo>
                    <a:pt x="24029" y="50828"/>
                  </a:lnTo>
                  <a:lnTo>
                    <a:pt x="24352" y="50622"/>
                  </a:lnTo>
                  <a:lnTo>
                    <a:pt x="29087" y="49365"/>
                  </a:lnTo>
                  <a:lnTo>
                    <a:pt x="29062" y="49226"/>
                  </a:lnTo>
                  <a:lnTo>
                    <a:pt x="28936" y="48535"/>
                  </a:lnTo>
                  <a:lnTo>
                    <a:pt x="28844" y="48291"/>
                  </a:lnTo>
                  <a:lnTo>
                    <a:pt x="28724" y="47973"/>
                  </a:lnTo>
                  <a:lnTo>
                    <a:pt x="27833" y="45613"/>
                  </a:lnTo>
                  <a:lnTo>
                    <a:pt x="26759" y="43854"/>
                  </a:lnTo>
                  <a:lnTo>
                    <a:pt x="24941" y="41677"/>
                  </a:lnTo>
                  <a:lnTo>
                    <a:pt x="24068" y="41100"/>
                  </a:lnTo>
                  <a:lnTo>
                    <a:pt x="22881" y="40315"/>
                  </a:lnTo>
                  <a:lnTo>
                    <a:pt x="22710" y="40202"/>
                  </a:lnTo>
                  <a:lnTo>
                    <a:pt x="21641" y="39496"/>
                  </a:lnTo>
                  <a:lnTo>
                    <a:pt x="18727" y="37651"/>
                  </a:lnTo>
                  <a:lnTo>
                    <a:pt x="17213" y="36693"/>
                  </a:lnTo>
                  <a:lnTo>
                    <a:pt x="12600" y="33572"/>
                  </a:lnTo>
                  <a:lnTo>
                    <a:pt x="11993" y="34510"/>
                  </a:lnTo>
                  <a:lnTo>
                    <a:pt x="11654" y="35005"/>
                  </a:lnTo>
                  <a:lnTo>
                    <a:pt x="8167" y="32786"/>
                  </a:lnTo>
                  <a:lnTo>
                    <a:pt x="7324" y="32250"/>
                  </a:lnTo>
                  <a:lnTo>
                    <a:pt x="3378" y="29739"/>
                  </a:lnTo>
                  <a:lnTo>
                    <a:pt x="0" y="27589"/>
                  </a:lnTo>
                  <a:lnTo>
                    <a:pt x="1137" y="25802"/>
                  </a:lnTo>
                  <a:lnTo>
                    <a:pt x="3753" y="22247"/>
                  </a:lnTo>
                  <a:lnTo>
                    <a:pt x="4773" y="20696"/>
                  </a:lnTo>
                  <a:lnTo>
                    <a:pt x="5016" y="20326"/>
                  </a:lnTo>
                  <a:lnTo>
                    <a:pt x="6399" y="18224"/>
                  </a:lnTo>
                  <a:lnTo>
                    <a:pt x="7196" y="17011"/>
                  </a:lnTo>
                  <a:lnTo>
                    <a:pt x="11454" y="10819"/>
                  </a:lnTo>
                  <a:lnTo>
                    <a:pt x="12925" y="8679"/>
                  </a:lnTo>
                  <a:lnTo>
                    <a:pt x="15307" y="5214"/>
                  </a:lnTo>
                  <a:lnTo>
                    <a:pt x="15507" y="4907"/>
                  </a:lnTo>
                  <a:lnTo>
                    <a:pt x="15990" y="4166"/>
                  </a:lnTo>
                  <a:lnTo>
                    <a:pt x="18384" y="491"/>
                  </a:lnTo>
                  <a:lnTo>
                    <a:pt x="18709" y="0"/>
                  </a:lnTo>
                  <a:lnTo>
                    <a:pt x="18924" y="144"/>
                  </a:lnTo>
                  <a:lnTo>
                    <a:pt x="21569" y="1835"/>
                  </a:lnTo>
                  <a:lnTo>
                    <a:pt x="21868" y="2025"/>
                  </a:lnTo>
                  <a:lnTo>
                    <a:pt x="22028" y="2128"/>
                  </a:lnTo>
                  <a:lnTo>
                    <a:pt x="22560" y="2468"/>
                  </a:lnTo>
                  <a:lnTo>
                    <a:pt x="23102" y="2857"/>
                  </a:lnTo>
                  <a:lnTo>
                    <a:pt x="26127" y="5027"/>
                  </a:lnTo>
                  <a:lnTo>
                    <a:pt x="26692" y="5279"/>
                  </a:lnTo>
                  <a:lnTo>
                    <a:pt x="26927" y="5384"/>
                  </a:lnTo>
                  <a:lnTo>
                    <a:pt x="27573" y="5672"/>
                  </a:lnTo>
                  <a:lnTo>
                    <a:pt x="28167" y="6052"/>
                  </a:lnTo>
                  <a:lnTo>
                    <a:pt x="30889" y="7792"/>
                  </a:lnTo>
                  <a:lnTo>
                    <a:pt x="31365" y="8097"/>
                  </a:lnTo>
                  <a:lnTo>
                    <a:pt x="31828" y="865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2" name="pg261"/>
            <p:cNvSpPr/>
            <p:nvPr/>
          </p:nvSpPr>
          <p:spPr>
            <a:xfrm>
              <a:off x="4181042" y="2652885"/>
              <a:ext cx="38921" cy="38158"/>
            </a:xfrm>
            <a:custGeom>
              <a:avLst/>
              <a:pathLst>
                <a:path w="38921" h="38158">
                  <a:moveTo>
                    <a:pt x="26163" y="1699"/>
                  </a:moveTo>
                  <a:lnTo>
                    <a:pt x="27583" y="2732"/>
                  </a:lnTo>
                  <a:lnTo>
                    <a:pt x="28134" y="2229"/>
                  </a:lnTo>
                  <a:lnTo>
                    <a:pt x="28420" y="2117"/>
                  </a:lnTo>
                  <a:lnTo>
                    <a:pt x="29482" y="2742"/>
                  </a:lnTo>
                  <a:lnTo>
                    <a:pt x="30204" y="3166"/>
                  </a:lnTo>
                  <a:lnTo>
                    <a:pt x="30706" y="3482"/>
                  </a:lnTo>
                  <a:lnTo>
                    <a:pt x="31382" y="4174"/>
                  </a:lnTo>
                  <a:lnTo>
                    <a:pt x="31965" y="4771"/>
                  </a:lnTo>
                  <a:lnTo>
                    <a:pt x="33128" y="6202"/>
                  </a:lnTo>
                  <a:lnTo>
                    <a:pt x="33374" y="6506"/>
                  </a:lnTo>
                  <a:lnTo>
                    <a:pt x="33794" y="6683"/>
                  </a:lnTo>
                  <a:lnTo>
                    <a:pt x="34468" y="7116"/>
                  </a:lnTo>
                  <a:lnTo>
                    <a:pt x="34879" y="7314"/>
                  </a:lnTo>
                  <a:lnTo>
                    <a:pt x="36615" y="7930"/>
                  </a:lnTo>
                  <a:lnTo>
                    <a:pt x="37304" y="8100"/>
                  </a:lnTo>
                  <a:lnTo>
                    <a:pt x="37213" y="8639"/>
                  </a:lnTo>
                  <a:lnTo>
                    <a:pt x="36949" y="10213"/>
                  </a:lnTo>
                  <a:lnTo>
                    <a:pt x="37026" y="11012"/>
                  </a:lnTo>
                  <a:lnTo>
                    <a:pt x="37048" y="11750"/>
                  </a:lnTo>
                  <a:lnTo>
                    <a:pt x="37105" y="12217"/>
                  </a:lnTo>
                  <a:lnTo>
                    <a:pt x="37220" y="13156"/>
                  </a:lnTo>
                  <a:lnTo>
                    <a:pt x="37305" y="13851"/>
                  </a:lnTo>
                  <a:lnTo>
                    <a:pt x="37300" y="14048"/>
                  </a:lnTo>
                  <a:lnTo>
                    <a:pt x="37293" y="14304"/>
                  </a:lnTo>
                  <a:lnTo>
                    <a:pt x="37353" y="14620"/>
                  </a:lnTo>
                  <a:lnTo>
                    <a:pt x="37412" y="14936"/>
                  </a:lnTo>
                  <a:lnTo>
                    <a:pt x="37424" y="15938"/>
                  </a:lnTo>
                  <a:lnTo>
                    <a:pt x="37349" y="16692"/>
                  </a:lnTo>
                  <a:lnTo>
                    <a:pt x="37329" y="16892"/>
                  </a:lnTo>
                  <a:lnTo>
                    <a:pt x="37181" y="17264"/>
                  </a:lnTo>
                  <a:lnTo>
                    <a:pt x="37077" y="17525"/>
                  </a:lnTo>
                  <a:lnTo>
                    <a:pt x="36860" y="18103"/>
                  </a:lnTo>
                  <a:lnTo>
                    <a:pt x="36775" y="18328"/>
                  </a:lnTo>
                  <a:lnTo>
                    <a:pt x="36679" y="18698"/>
                  </a:lnTo>
                  <a:lnTo>
                    <a:pt x="36453" y="20463"/>
                  </a:lnTo>
                  <a:lnTo>
                    <a:pt x="36396" y="21235"/>
                  </a:lnTo>
                  <a:lnTo>
                    <a:pt x="36251" y="21644"/>
                  </a:lnTo>
                  <a:lnTo>
                    <a:pt x="36225" y="21777"/>
                  </a:lnTo>
                  <a:lnTo>
                    <a:pt x="36125" y="22278"/>
                  </a:lnTo>
                  <a:lnTo>
                    <a:pt x="36063" y="22589"/>
                  </a:lnTo>
                  <a:lnTo>
                    <a:pt x="36018" y="23401"/>
                  </a:lnTo>
                  <a:lnTo>
                    <a:pt x="35935" y="24897"/>
                  </a:lnTo>
                  <a:lnTo>
                    <a:pt x="35924" y="25988"/>
                  </a:lnTo>
                  <a:lnTo>
                    <a:pt x="35915" y="27010"/>
                  </a:lnTo>
                  <a:lnTo>
                    <a:pt x="35905" y="27963"/>
                  </a:lnTo>
                  <a:lnTo>
                    <a:pt x="35869" y="28488"/>
                  </a:lnTo>
                  <a:lnTo>
                    <a:pt x="35703" y="28881"/>
                  </a:lnTo>
                  <a:lnTo>
                    <a:pt x="34766" y="29919"/>
                  </a:lnTo>
                  <a:lnTo>
                    <a:pt x="36198" y="31601"/>
                  </a:lnTo>
                  <a:lnTo>
                    <a:pt x="37335" y="33606"/>
                  </a:lnTo>
                  <a:lnTo>
                    <a:pt x="38322" y="35345"/>
                  </a:lnTo>
                  <a:lnTo>
                    <a:pt x="38731" y="36066"/>
                  </a:lnTo>
                  <a:lnTo>
                    <a:pt x="38921" y="36402"/>
                  </a:lnTo>
                  <a:lnTo>
                    <a:pt x="37978" y="36612"/>
                  </a:lnTo>
                  <a:lnTo>
                    <a:pt x="37750" y="36781"/>
                  </a:lnTo>
                  <a:lnTo>
                    <a:pt x="36835" y="37395"/>
                  </a:lnTo>
                  <a:lnTo>
                    <a:pt x="36215" y="37657"/>
                  </a:lnTo>
                  <a:lnTo>
                    <a:pt x="35618" y="37991"/>
                  </a:lnTo>
                  <a:lnTo>
                    <a:pt x="34497" y="38158"/>
                  </a:lnTo>
                  <a:lnTo>
                    <a:pt x="33686" y="38135"/>
                  </a:lnTo>
                  <a:lnTo>
                    <a:pt x="32923" y="37490"/>
                  </a:lnTo>
                  <a:lnTo>
                    <a:pt x="32637" y="37109"/>
                  </a:lnTo>
                  <a:lnTo>
                    <a:pt x="32136" y="36870"/>
                  </a:lnTo>
                  <a:lnTo>
                    <a:pt x="30323" y="36250"/>
                  </a:lnTo>
                  <a:lnTo>
                    <a:pt x="29678" y="36226"/>
                  </a:lnTo>
                  <a:lnTo>
                    <a:pt x="29179" y="37150"/>
                  </a:lnTo>
                  <a:lnTo>
                    <a:pt x="27164" y="36495"/>
                  </a:lnTo>
                  <a:lnTo>
                    <a:pt x="26028" y="36247"/>
                  </a:lnTo>
                  <a:lnTo>
                    <a:pt x="25089" y="36042"/>
                  </a:lnTo>
                  <a:lnTo>
                    <a:pt x="24075" y="35800"/>
                  </a:lnTo>
                  <a:lnTo>
                    <a:pt x="22393" y="35398"/>
                  </a:lnTo>
                  <a:lnTo>
                    <a:pt x="22178" y="35362"/>
                  </a:lnTo>
                  <a:lnTo>
                    <a:pt x="20850" y="35141"/>
                  </a:lnTo>
                  <a:lnTo>
                    <a:pt x="20057" y="34004"/>
                  </a:lnTo>
                  <a:lnTo>
                    <a:pt x="19357" y="33000"/>
                  </a:lnTo>
                  <a:lnTo>
                    <a:pt x="17997" y="32946"/>
                  </a:lnTo>
                  <a:lnTo>
                    <a:pt x="17639" y="32436"/>
                  </a:lnTo>
                  <a:lnTo>
                    <a:pt x="17344" y="31995"/>
                  </a:lnTo>
                  <a:lnTo>
                    <a:pt x="17140" y="31691"/>
                  </a:lnTo>
                  <a:lnTo>
                    <a:pt x="16931" y="31410"/>
                  </a:lnTo>
                  <a:lnTo>
                    <a:pt x="16528" y="30869"/>
                  </a:lnTo>
                  <a:lnTo>
                    <a:pt x="15809" y="30104"/>
                  </a:lnTo>
                  <a:lnTo>
                    <a:pt x="15481" y="29755"/>
                  </a:lnTo>
                  <a:lnTo>
                    <a:pt x="15181" y="29437"/>
                  </a:lnTo>
                  <a:lnTo>
                    <a:pt x="14314" y="28313"/>
                  </a:lnTo>
                  <a:lnTo>
                    <a:pt x="14102" y="28037"/>
                  </a:lnTo>
                  <a:lnTo>
                    <a:pt x="13322" y="27247"/>
                  </a:lnTo>
                  <a:lnTo>
                    <a:pt x="13057" y="26978"/>
                  </a:lnTo>
                  <a:lnTo>
                    <a:pt x="12710" y="26627"/>
                  </a:lnTo>
                  <a:lnTo>
                    <a:pt x="11800" y="25705"/>
                  </a:lnTo>
                  <a:lnTo>
                    <a:pt x="11672" y="25575"/>
                  </a:lnTo>
                  <a:lnTo>
                    <a:pt x="11120" y="25015"/>
                  </a:lnTo>
                  <a:lnTo>
                    <a:pt x="10367" y="24252"/>
                  </a:lnTo>
                  <a:lnTo>
                    <a:pt x="14286" y="21230"/>
                  </a:lnTo>
                  <a:lnTo>
                    <a:pt x="13979" y="19881"/>
                  </a:lnTo>
                  <a:lnTo>
                    <a:pt x="16937" y="18533"/>
                  </a:lnTo>
                  <a:lnTo>
                    <a:pt x="17446" y="18601"/>
                  </a:lnTo>
                  <a:lnTo>
                    <a:pt x="17617" y="17750"/>
                  </a:lnTo>
                  <a:lnTo>
                    <a:pt x="16614" y="15926"/>
                  </a:lnTo>
                  <a:lnTo>
                    <a:pt x="16251" y="16097"/>
                  </a:lnTo>
                  <a:lnTo>
                    <a:pt x="13936" y="17188"/>
                  </a:lnTo>
                  <a:lnTo>
                    <a:pt x="13578" y="17224"/>
                  </a:lnTo>
                  <a:lnTo>
                    <a:pt x="12997" y="17153"/>
                  </a:lnTo>
                  <a:lnTo>
                    <a:pt x="12263" y="17009"/>
                  </a:lnTo>
                  <a:lnTo>
                    <a:pt x="11914" y="16839"/>
                  </a:lnTo>
                  <a:lnTo>
                    <a:pt x="11413" y="16526"/>
                  </a:lnTo>
                  <a:lnTo>
                    <a:pt x="11056" y="16374"/>
                  </a:lnTo>
                  <a:lnTo>
                    <a:pt x="10608" y="16312"/>
                  </a:lnTo>
                  <a:lnTo>
                    <a:pt x="10296" y="16286"/>
                  </a:lnTo>
                  <a:lnTo>
                    <a:pt x="9204" y="16195"/>
                  </a:lnTo>
                  <a:lnTo>
                    <a:pt x="8730" y="16195"/>
                  </a:lnTo>
                  <a:lnTo>
                    <a:pt x="8479" y="16222"/>
                  </a:lnTo>
                  <a:lnTo>
                    <a:pt x="7325" y="16473"/>
                  </a:lnTo>
                  <a:lnTo>
                    <a:pt x="6681" y="16616"/>
                  </a:lnTo>
                  <a:lnTo>
                    <a:pt x="16" y="14962"/>
                  </a:lnTo>
                  <a:lnTo>
                    <a:pt x="0" y="14546"/>
                  </a:lnTo>
                  <a:lnTo>
                    <a:pt x="1007" y="12524"/>
                  </a:lnTo>
                  <a:lnTo>
                    <a:pt x="1013" y="11763"/>
                  </a:lnTo>
                  <a:lnTo>
                    <a:pt x="1001" y="11584"/>
                  </a:lnTo>
                  <a:lnTo>
                    <a:pt x="957" y="10930"/>
                  </a:lnTo>
                  <a:lnTo>
                    <a:pt x="3289" y="11786"/>
                  </a:lnTo>
                  <a:lnTo>
                    <a:pt x="5761" y="12616"/>
                  </a:lnTo>
                  <a:lnTo>
                    <a:pt x="5878" y="12246"/>
                  </a:lnTo>
                  <a:lnTo>
                    <a:pt x="6268" y="11012"/>
                  </a:lnTo>
                  <a:lnTo>
                    <a:pt x="4684" y="10222"/>
                  </a:lnTo>
                  <a:lnTo>
                    <a:pt x="4552" y="10157"/>
                  </a:lnTo>
                  <a:lnTo>
                    <a:pt x="3539" y="9516"/>
                  </a:lnTo>
                  <a:lnTo>
                    <a:pt x="3166" y="9180"/>
                  </a:lnTo>
                  <a:lnTo>
                    <a:pt x="3106" y="8889"/>
                  </a:lnTo>
                  <a:lnTo>
                    <a:pt x="3239" y="6599"/>
                  </a:lnTo>
                  <a:lnTo>
                    <a:pt x="3315" y="4835"/>
                  </a:lnTo>
                  <a:lnTo>
                    <a:pt x="3329" y="4497"/>
                  </a:lnTo>
                  <a:lnTo>
                    <a:pt x="3116" y="3398"/>
                  </a:lnTo>
                  <a:lnTo>
                    <a:pt x="3168" y="2996"/>
                  </a:lnTo>
                  <a:lnTo>
                    <a:pt x="3575" y="3012"/>
                  </a:lnTo>
                  <a:lnTo>
                    <a:pt x="4269" y="3092"/>
                  </a:lnTo>
                  <a:lnTo>
                    <a:pt x="5306" y="3211"/>
                  </a:lnTo>
                  <a:lnTo>
                    <a:pt x="6774" y="3379"/>
                  </a:lnTo>
                  <a:lnTo>
                    <a:pt x="6962" y="3420"/>
                  </a:lnTo>
                  <a:lnTo>
                    <a:pt x="7214" y="3476"/>
                  </a:lnTo>
                  <a:lnTo>
                    <a:pt x="8749" y="3722"/>
                  </a:lnTo>
                  <a:lnTo>
                    <a:pt x="9993" y="3707"/>
                  </a:lnTo>
                  <a:lnTo>
                    <a:pt x="13399" y="3615"/>
                  </a:lnTo>
                  <a:lnTo>
                    <a:pt x="14997" y="2999"/>
                  </a:lnTo>
                  <a:lnTo>
                    <a:pt x="17167" y="2021"/>
                  </a:lnTo>
                  <a:lnTo>
                    <a:pt x="17288" y="1747"/>
                  </a:lnTo>
                  <a:lnTo>
                    <a:pt x="18122" y="1353"/>
                  </a:lnTo>
                  <a:lnTo>
                    <a:pt x="18657" y="1651"/>
                  </a:lnTo>
                  <a:lnTo>
                    <a:pt x="20347" y="2593"/>
                  </a:lnTo>
                  <a:lnTo>
                    <a:pt x="20643" y="2811"/>
                  </a:lnTo>
                  <a:lnTo>
                    <a:pt x="20993" y="2036"/>
                  </a:lnTo>
                  <a:lnTo>
                    <a:pt x="22218" y="980"/>
                  </a:lnTo>
                  <a:lnTo>
                    <a:pt x="22487" y="749"/>
                  </a:lnTo>
                  <a:lnTo>
                    <a:pt x="24120" y="259"/>
                  </a:lnTo>
                  <a:lnTo>
                    <a:pt x="24753" y="69"/>
                  </a:lnTo>
                  <a:lnTo>
                    <a:pt x="24976" y="28"/>
                  </a:lnTo>
                  <a:lnTo>
                    <a:pt x="25140" y="0"/>
                  </a:lnTo>
                  <a:lnTo>
                    <a:pt x="25476" y="461"/>
                  </a:lnTo>
                  <a:lnTo>
                    <a:pt x="25980" y="152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3" name="pg262"/>
            <p:cNvSpPr/>
            <p:nvPr/>
          </p:nvSpPr>
          <p:spPr>
            <a:xfrm>
              <a:off x="4097027" y="2597026"/>
              <a:ext cx="66657" cy="113043"/>
            </a:xfrm>
            <a:custGeom>
              <a:avLst/>
              <a:pathLst>
                <a:path w="66657" h="113043">
                  <a:moveTo>
                    <a:pt x="49007" y="43101"/>
                  </a:moveTo>
                  <a:lnTo>
                    <a:pt x="49342" y="42603"/>
                  </a:lnTo>
                  <a:lnTo>
                    <a:pt x="49950" y="41665"/>
                  </a:lnTo>
                  <a:lnTo>
                    <a:pt x="54563" y="44786"/>
                  </a:lnTo>
                  <a:lnTo>
                    <a:pt x="56077" y="45745"/>
                  </a:lnTo>
                  <a:lnTo>
                    <a:pt x="58991" y="47589"/>
                  </a:lnTo>
                  <a:lnTo>
                    <a:pt x="60092" y="48317"/>
                  </a:lnTo>
                  <a:lnTo>
                    <a:pt x="60231" y="48409"/>
                  </a:lnTo>
                  <a:lnTo>
                    <a:pt x="61418" y="49194"/>
                  </a:lnTo>
                  <a:lnTo>
                    <a:pt x="62290" y="49770"/>
                  </a:lnTo>
                  <a:lnTo>
                    <a:pt x="64109" y="51947"/>
                  </a:lnTo>
                  <a:lnTo>
                    <a:pt x="65183" y="53706"/>
                  </a:lnTo>
                  <a:lnTo>
                    <a:pt x="66074" y="56066"/>
                  </a:lnTo>
                  <a:lnTo>
                    <a:pt x="66194" y="56385"/>
                  </a:lnTo>
                  <a:lnTo>
                    <a:pt x="66286" y="56629"/>
                  </a:lnTo>
                  <a:lnTo>
                    <a:pt x="66411" y="57319"/>
                  </a:lnTo>
                  <a:lnTo>
                    <a:pt x="66437" y="57458"/>
                  </a:lnTo>
                  <a:lnTo>
                    <a:pt x="61701" y="58715"/>
                  </a:lnTo>
                  <a:lnTo>
                    <a:pt x="61261" y="58996"/>
                  </a:lnTo>
                  <a:lnTo>
                    <a:pt x="61036" y="59140"/>
                  </a:lnTo>
                  <a:lnTo>
                    <a:pt x="60717" y="59306"/>
                  </a:lnTo>
                  <a:lnTo>
                    <a:pt x="58451" y="59870"/>
                  </a:lnTo>
                  <a:lnTo>
                    <a:pt x="57810" y="59872"/>
                  </a:lnTo>
                  <a:lnTo>
                    <a:pt x="56868" y="59875"/>
                  </a:lnTo>
                  <a:lnTo>
                    <a:pt x="55670" y="59878"/>
                  </a:lnTo>
                  <a:lnTo>
                    <a:pt x="55119" y="59997"/>
                  </a:lnTo>
                  <a:lnTo>
                    <a:pt x="53844" y="60400"/>
                  </a:lnTo>
                  <a:lnTo>
                    <a:pt x="51498" y="61324"/>
                  </a:lnTo>
                  <a:lnTo>
                    <a:pt x="51089" y="61506"/>
                  </a:lnTo>
                  <a:lnTo>
                    <a:pt x="51548" y="61936"/>
                  </a:lnTo>
                  <a:lnTo>
                    <a:pt x="51763" y="62198"/>
                  </a:lnTo>
                  <a:lnTo>
                    <a:pt x="51895" y="62395"/>
                  </a:lnTo>
                  <a:lnTo>
                    <a:pt x="52059" y="62708"/>
                  </a:lnTo>
                  <a:lnTo>
                    <a:pt x="52626" y="63626"/>
                  </a:lnTo>
                  <a:lnTo>
                    <a:pt x="53431" y="64930"/>
                  </a:lnTo>
                  <a:lnTo>
                    <a:pt x="54057" y="65746"/>
                  </a:lnTo>
                  <a:lnTo>
                    <a:pt x="54266" y="66018"/>
                  </a:lnTo>
                  <a:lnTo>
                    <a:pt x="54455" y="66441"/>
                  </a:lnTo>
                  <a:lnTo>
                    <a:pt x="53774" y="67134"/>
                  </a:lnTo>
                  <a:lnTo>
                    <a:pt x="53103" y="67572"/>
                  </a:lnTo>
                  <a:lnTo>
                    <a:pt x="53106" y="67788"/>
                  </a:lnTo>
                  <a:lnTo>
                    <a:pt x="53453" y="69190"/>
                  </a:lnTo>
                  <a:lnTo>
                    <a:pt x="53462" y="69636"/>
                  </a:lnTo>
                  <a:lnTo>
                    <a:pt x="53471" y="70180"/>
                  </a:lnTo>
                  <a:lnTo>
                    <a:pt x="53708" y="70713"/>
                  </a:lnTo>
                  <a:lnTo>
                    <a:pt x="54080" y="71549"/>
                  </a:lnTo>
                  <a:lnTo>
                    <a:pt x="54187" y="71790"/>
                  </a:lnTo>
                  <a:lnTo>
                    <a:pt x="54407" y="72387"/>
                  </a:lnTo>
                  <a:lnTo>
                    <a:pt x="54524" y="72705"/>
                  </a:lnTo>
                  <a:lnTo>
                    <a:pt x="55588" y="72996"/>
                  </a:lnTo>
                  <a:lnTo>
                    <a:pt x="55805" y="73056"/>
                  </a:lnTo>
                  <a:lnTo>
                    <a:pt x="55829" y="73419"/>
                  </a:lnTo>
                  <a:lnTo>
                    <a:pt x="55975" y="75683"/>
                  </a:lnTo>
                  <a:lnTo>
                    <a:pt x="55808" y="76685"/>
                  </a:lnTo>
                  <a:lnTo>
                    <a:pt x="55741" y="77282"/>
                  </a:lnTo>
                  <a:lnTo>
                    <a:pt x="55629" y="78870"/>
                  </a:lnTo>
                  <a:lnTo>
                    <a:pt x="55629" y="79884"/>
                  </a:lnTo>
                  <a:lnTo>
                    <a:pt x="55900" y="81134"/>
                  </a:lnTo>
                  <a:lnTo>
                    <a:pt x="55928" y="81263"/>
                  </a:lnTo>
                  <a:lnTo>
                    <a:pt x="56006" y="81712"/>
                  </a:lnTo>
                  <a:lnTo>
                    <a:pt x="55886" y="82032"/>
                  </a:lnTo>
                  <a:lnTo>
                    <a:pt x="55799" y="82280"/>
                  </a:lnTo>
                  <a:lnTo>
                    <a:pt x="55843" y="82862"/>
                  </a:lnTo>
                  <a:lnTo>
                    <a:pt x="55934" y="84041"/>
                  </a:lnTo>
                  <a:lnTo>
                    <a:pt x="57042" y="85096"/>
                  </a:lnTo>
                  <a:lnTo>
                    <a:pt x="57335" y="85374"/>
                  </a:lnTo>
                  <a:lnTo>
                    <a:pt x="57646" y="85470"/>
                  </a:lnTo>
                  <a:lnTo>
                    <a:pt x="57943" y="85562"/>
                  </a:lnTo>
                  <a:lnTo>
                    <a:pt x="58375" y="86095"/>
                  </a:lnTo>
                  <a:lnTo>
                    <a:pt x="59311" y="87251"/>
                  </a:lnTo>
                  <a:lnTo>
                    <a:pt x="59661" y="87682"/>
                  </a:lnTo>
                  <a:lnTo>
                    <a:pt x="60168" y="88254"/>
                  </a:lnTo>
                  <a:lnTo>
                    <a:pt x="60296" y="88399"/>
                  </a:lnTo>
                  <a:lnTo>
                    <a:pt x="60386" y="88692"/>
                  </a:lnTo>
                  <a:lnTo>
                    <a:pt x="60715" y="89757"/>
                  </a:lnTo>
                  <a:lnTo>
                    <a:pt x="60760" y="89916"/>
                  </a:lnTo>
                  <a:lnTo>
                    <a:pt x="60952" y="90592"/>
                  </a:lnTo>
                  <a:lnTo>
                    <a:pt x="61091" y="91077"/>
                  </a:lnTo>
                  <a:lnTo>
                    <a:pt x="61237" y="91664"/>
                  </a:lnTo>
                  <a:lnTo>
                    <a:pt x="61892" y="93097"/>
                  </a:lnTo>
                  <a:lnTo>
                    <a:pt x="62237" y="93645"/>
                  </a:lnTo>
                  <a:lnTo>
                    <a:pt x="63003" y="94196"/>
                  </a:lnTo>
                  <a:lnTo>
                    <a:pt x="63491" y="93970"/>
                  </a:lnTo>
                  <a:lnTo>
                    <a:pt x="64093" y="94751"/>
                  </a:lnTo>
                  <a:lnTo>
                    <a:pt x="65638" y="96761"/>
                  </a:lnTo>
                  <a:lnTo>
                    <a:pt x="66003" y="97605"/>
                  </a:lnTo>
                  <a:lnTo>
                    <a:pt x="66216" y="98097"/>
                  </a:lnTo>
                  <a:lnTo>
                    <a:pt x="66401" y="98525"/>
                  </a:lnTo>
                  <a:lnTo>
                    <a:pt x="66657" y="99117"/>
                  </a:lnTo>
                  <a:lnTo>
                    <a:pt x="65985" y="102190"/>
                  </a:lnTo>
                  <a:lnTo>
                    <a:pt x="65531" y="103812"/>
                  </a:lnTo>
                  <a:lnTo>
                    <a:pt x="65245" y="106270"/>
                  </a:lnTo>
                  <a:lnTo>
                    <a:pt x="64959" y="107033"/>
                  </a:lnTo>
                  <a:lnTo>
                    <a:pt x="64089" y="108480"/>
                  </a:lnTo>
                  <a:lnTo>
                    <a:pt x="63369" y="109678"/>
                  </a:lnTo>
                  <a:lnTo>
                    <a:pt x="62406" y="111279"/>
                  </a:lnTo>
                  <a:lnTo>
                    <a:pt x="61049" y="113043"/>
                  </a:lnTo>
                  <a:lnTo>
                    <a:pt x="60755" y="112793"/>
                  </a:lnTo>
                  <a:lnTo>
                    <a:pt x="55328" y="108192"/>
                  </a:lnTo>
                  <a:lnTo>
                    <a:pt x="54614" y="107637"/>
                  </a:lnTo>
                  <a:lnTo>
                    <a:pt x="54298" y="107678"/>
                  </a:lnTo>
                  <a:lnTo>
                    <a:pt x="51215" y="108067"/>
                  </a:lnTo>
                  <a:lnTo>
                    <a:pt x="51010" y="107901"/>
                  </a:lnTo>
                  <a:lnTo>
                    <a:pt x="50614" y="107581"/>
                  </a:lnTo>
                  <a:lnTo>
                    <a:pt x="47875" y="105232"/>
                  </a:lnTo>
                  <a:lnTo>
                    <a:pt x="48970" y="103727"/>
                  </a:lnTo>
                  <a:lnTo>
                    <a:pt x="49614" y="102841"/>
                  </a:lnTo>
                  <a:lnTo>
                    <a:pt x="48723" y="102547"/>
                  </a:lnTo>
                  <a:lnTo>
                    <a:pt x="48410" y="102444"/>
                  </a:lnTo>
                  <a:lnTo>
                    <a:pt x="47838" y="102255"/>
                  </a:lnTo>
                  <a:lnTo>
                    <a:pt x="47485" y="102088"/>
                  </a:lnTo>
                  <a:lnTo>
                    <a:pt x="47138" y="101924"/>
                  </a:lnTo>
                  <a:lnTo>
                    <a:pt x="46886" y="101805"/>
                  </a:lnTo>
                  <a:lnTo>
                    <a:pt x="46604" y="101672"/>
                  </a:lnTo>
                  <a:lnTo>
                    <a:pt x="46220" y="101490"/>
                  </a:lnTo>
                  <a:lnTo>
                    <a:pt x="45299" y="100694"/>
                  </a:lnTo>
                  <a:lnTo>
                    <a:pt x="44965" y="100405"/>
                  </a:lnTo>
                  <a:lnTo>
                    <a:pt x="44391" y="99908"/>
                  </a:lnTo>
                  <a:lnTo>
                    <a:pt x="44030" y="99596"/>
                  </a:lnTo>
                  <a:lnTo>
                    <a:pt x="43134" y="99094"/>
                  </a:lnTo>
                  <a:lnTo>
                    <a:pt x="42873" y="98949"/>
                  </a:lnTo>
                  <a:lnTo>
                    <a:pt x="41613" y="98244"/>
                  </a:lnTo>
                  <a:lnTo>
                    <a:pt x="41443" y="98149"/>
                  </a:lnTo>
                  <a:lnTo>
                    <a:pt x="40326" y="97524"/>
                  </a:lnTo>
                  <a:lnTo>
                    <a:pt x="39459" y="97039"/>
                  </a:lnTo>
                  <a:lnTo>
                    <a:pt x="39262" y="96929"/>
                  </a:lnTo>
                  <a:lnTo>
                    <a:pt x="38599" y="96559"/>
                  </a:lnTo>
                  <a:lnTo>
                    <a:pt x="38251" y="96364"/>
                  </a:lnTo>
                  <a:lnTo>
                    <a:pt x="37486" y="95936"/>
                  </a:lnTo>
                  <a:lnTo>
                    <a:pt x="37188" y="95738"/>
                  </a:lnTo>
                  <a:lnTo>
                    <a:pt x="37011" y="95445"/>
                  </a:lnTo>
                  <a:lnTo>
                    <a:pt x="36933" y="95316"/>
                  </a:lnTo>
                  <a:lnTo>
                    <a:pt x="36789" y="95078"/>
                  </a:lnTo>
                  <a:lnTo>
                    <a:pt x="35450" y="92867"/>
                  </a:lnTo>
                  <a:lnTo>
                    <a:pt x="35139" y="92387"/>
                  </a:lnTo>
                  <a:lnTo>
                    <a:pt x="34752" y="91792"/>
                  </a:lnTo>
                  <a:lnTo>
                    <a:pt x="34295" y="91089"/>
                  </a:lnTo>
                  <a:lnTo>
                    <a:pt x="32420" y="88226"/>
                  </a:lnTo>
                  <a:lnTo>
                    <a:pt x="32241" y="87953"/>
                  </a:lnTo>
                  <a:lnTo>
                    <a:pt x="32097" y="87733"/>
                  </a:lnTo>
                  <a:lnTo>
                    <a:pt x="31990" y="87539"/>
                  </a:lnTo>
                  <a:lnTo>
                    <a:pt x="31916" y="87406"/>
                  </a:lnTo>
                  <a:lnTo>
                    <a:pt x="31827" y="87245"/>
                  </a:lnTo>
                  <a:lnTo>
                    <a:pt x="31446" y="86554"/>
                  </a:lnTo>
                  <a:lnTo>
                    <a:pt x="31271" y="86237"/>
                  </a:lnTo>
                  <a:lnTo>
                    <a:pt x="30977" y="85704"/>
                  </a:lnTo>
                  <a:lnTo>
                    <a:pt x="30852" y="85514"/>
                  </a:lnTo>
                  <a:lnTo>
                    <a:pt x="30750" y="85320"/>
                  </a:lnTo>
                  <a:lnTo>
                    <a:pt x="30375" y="84599"/>
                  </a:lnTo>
                  <a:lnTo>
                    <a:pt x="29806" y="83506"/>
                  </a:lnTo>
                  <a:lnTo>
                    <a:pt x="29388" y="82703"/>
                  </a:lnTo>
                  <a:lnTo>
                    <a:pt x="29292" y="82518"/>
                  </a:lnTo>
                  <a:lnTo>
                    <a:pt x="28705" y="81390"/>
                  </a:lnTo>
                  <a:lnTo>
                    <a:pt x="28437" y="80968"/>
                  </a:lnTo>
                  <a:lnTo>
                    <a:pt x="27837" y="80206"/>
                  </a:lnTo>
                  <a:lnTo>
                    <a:pt x="27280" y="79808"/>
                  </a:lnTo>
                  <a:lnTo>
                    <a:pt x="26881" y="79507"/>
                  </a:lnTo>
                  <a:lnTo>
                    <a:pt x="26487" y="79211"/>
                  </a:lnTo>
                  <a:lnTo>
                    <a:pt x="25958" y="78821"/>
                  </a:lnTo>
                  <a:lnTo>
                    <a:pt x="25216" y="78274"/>
                  </a:lnTo>
                  <a:lnTo>
                    <a:pt x="24117" y="77464"/>
                  </a:lnTo>
                  <a:lnTo>
                    <a:pt x="23569" y="77133"/>
                  </a:lnTo>
                  <a:lnTo>
                    <a:pt x="23232" y="77666"/>
                  </a:lnTo>
                  <a:lnTo>
                    <a:pt x="22687" y="78465"/>
                  </a:lnTo>
                  <a:lnTo>
                    <a:pt x="20971" y="80984"/>
                  </a:lnTo>
                  <a:lnTo>
                    <a:pt x="20270" y="81925"/>
                  </a:lnTo>
                  <a:lnTo>
                    <a:pt x="18503" y="78581"/>
                  </a:lnTo>
                  <a:lnTo>
                    <a:pt x="18700" y="78417"/>
                  </a:lnTo>
                  <a:lnTo>
                    <a:pt x="18869" y="78277"/>
                  </a:lnTo>
                  <a:lnTo>
                    <a:pt x="17121" y="75990"/>
                  </a:lnTo>
                  <a:lnTo>
                    <a:pt x="16700" y="75438"/>
                  </a:lnTo>
                  <a:lnTo>
                    <a:pt x="16467" y="75125"/>
                  </a:lnTo>
                  <a:lnTo>
                    <a:pt x="15264" y="73560"/>
                  </a:lnTo>
                  <a:lnTo>
                    <a:pt x="14796" y="73045"/>
                  </a:lnTo>
                  <a:lnTo>
                    <a:pt x="14587" y="72815"/>
                  </a:lnTo>
                  <a:lnTo>
                    <a:pt x="14397" y="72605"/>
                  </a:lnTo>
                  <a:lnTo>
                    <a:pt x="13926" y="72087"/>
                  </a:lnTo>
                  <a:lnTo>
                    <a:pt x="13288" y="71385"/>
                  </a:lnTo>
                  <a:lnTo>
                    <a:pt x="13470" y="71149"/>
                  </a:lnTo>
                  <a:lnTo>
                    <a:pt x="13786" y="70742"/>
                  </a:lnTo>
                  <a:lnTo>
                    <a:pt x="13906" y="70587"/>
                  </a:lnTo>
                  <a:lnTo>
                    <a:pt x="14267" y="70120"/>
                  </a:lnTo>
                  <a:lnTo>
                    <a:pt x="14502" y="69817"/>
                  </a:lnTo>
                  <a:lnTo>
                    <a:pt x="15149" y="68889"/>
                  </a:lnTo>
                  <a:lnTo>
                    <a:pt x="15360" y="68601"/>
                  </a:lnTo>
                  <a:lnTo>
                    <a:pt x="16434" y="66962"/>
                  </a:lnTo>
                  <a:lnTo>
                    <a:pt x="16146" y="66712"/>
                  </a:lnTo>
                  <a:lnTo>
                    <a:pt x="15841" y="66480"/>
                  </a:lnTo>
                  <a:lnTo>
                    <a:pt x="15525" y="66267"/>
                  </a:lnTo>
                  <a:lnTo>
                    <a:pt x="14875" y="65827"/>
                  </a:lnTo>
                  <a:lnTo>
                    <a:pt x="14510" y="65580"/>
                  </a:lnTo>
                  <a:lnTo>
                    <a:pt x="14146" y="65320"/>
                  </a:lnTo>
                  <a:lnTo>
                    <a:pt x="12343" y="64037"/>
                  </a:lnTo>
                  <a:lnTo>
                    <a:pt x="8104" y="61023"/>
                  </a:lnTo>
                  <a:lnTo>
                    <a:pt x="6962" y="60273"/>
                  </a:lnTo>
                  <a:lnTo>
                    <a:pt x="6478" y="59955"/>
                  </a:lnTo>
                  <a:lnTo>
                    <a:pt x="5372" y="59547"/>
                  </a:lnTo>
                  <a:lnTo>
                    <a:pt x="3417" y="59332"/>
                  </a:lnTo>
                  <a:lnTo>
                    <a:pt x="410" y="59001"/>
                  </a:lnTo>
                  <a:lnTo>
                    <a:pt x="0" y="58962"/>
                  </a:lnTo>
                  <a:lnTo>
                    <a:pt x="165" y="58771"/>
                  </a:lnTo>
                  <a:lnTo>
                    <a:pt x="4083" y="54262"/>
                  </a:lnTo>
                  <a:lnTo>
                    <a:pt x="4437" y="53855"/>
                  </a:lnTo>
                  <a:lnTo>
                    <a:pt x="4868" y="53358"/>
                  </a:lnTo>
                  <a:lnTo>
                    <a:pt x="5199" y="52978"/>
                  </a:lnTo>
                  <a:lnTo>
                    <a:pt x="5490" y="52650"/>
                  </a:lnTo>
                  <a:lnTo>
                    <a:pt x="5668" y="52450"/>
                  </a:lnTo>
                  <a:lnTo>
                    <a:pt x="12126" y="45201"/>
                  </a:lnTo>
                  <a:lnTo>
                    <a:pt x="13200" y="43995"/>
                  </a:lnTo>
                  <a:lnTo>
                    <a:pt x="13424" y="43736"/>
                  </a:lnTo>
                  <a:lnTo>
                    <a:pt x="13763" y="43343"/>
                  </a:lnTo>
                  <a:lnTo>
                    <a:pt x="14052" y="43008"/>
                  </a:lnTo>
                  <a:lnTo>
                    <a:pt x="22357" y="33368"/>
                  </a:lnTo>
                  <a:lnTo>
                    <a:pt x="22917" y="32718"/>
                  </a:lnTo>
                  <a:lnTo>
                    <a:pt x="22085" y="32183"/>
                  </a:lnTo>
                  <a:lnTo>
                    <a:pt x="21763" y="31972"/>
                  </a:lnTo>
                  <a:lnTo>
                    <a:pt x="29798" y="20369"/>
                  </a:lnTo>
                  <a:lnTo>
                    <a:pt x="37448" y="9322"/>
                  </a:lnTo>
                  <a:lnTo>
                    <a:pt x="38000" y="8524"/>
                  </a:lnTo>
                  <a:lnTo>
                    <a:pt x="38595" y="7665"/>
                  </a:lnTo>
                  <a:lnTo>
                    <a:pt x="40573" y="4700"/>
                  </a:lnTo>
                  <a:lnTo>
                    <a:pt x="40921" y="4179"/>
                  </a:lnTo>
                  <a:lnTo>
                    <a:pt x="42138" y="2425"/>
                  </a:lnTo>
                  <a:lnTo>
                    <a:pt x="42443" y="2006"/>
                  </a:lnTo>
                  <a:lnTo>
                    <a:pt x="43973" y="0"/>
                  </a:lnTo>
                  <a:lnTo>
                    <a:pt x="44923" y="636"/>
                  </a:lnTo>
                  <a:lnTo>
                    <a:pt x="47739" y="2521"/>
                  </a:lnTo>
                  <a:lnTo>
                    <a:pt x="50898" y="4637"/>
                  </a:lnTo>
                  <a:lnTo>
                    <a:pt x="52290" y="5569"/>
                  </a:lnTo>
                  <a:lnTo>
                    <a:pt x="55705" y="7856"/>
                  </a:lnTo>
                  <a:lnTo>
                    <a:pt x="56058" y="8093"/>
                  </a:lnTo>
                  <a:lnTo>
                    <a:pt x="55734" y="8584"/>
                  </a:lnTo>
                  <a:lnTo>
                    <a:pt x="53339" y="12260"/>
                  </a:lnTo>
                  <a:lnTo>
                    <a:pt x="52857" y="13001"/>
                  </a:lnTo>
                  <a:lnTo>
                    <a:pt x="52657" y="13308"/>
                  </a:lnTo>
                  <a:lnTo>
                    <a:pt x="50274" y="16773"/>
                  </a:lnTo>
                  <a:lnTo>
                    <a:pt x="48803" y="18912"/>
                  </a:lnTo>
                  <a:lnTo>
                    <a:pt x="44546" y="25104"/>
                  </a:lnTo>
                  <a:lnTo>
                    <a:pt x="43748" y="26317"/>
                  </a:lnTo>
                  <a:lnTo>
                    <a:pt x="42366" y="28419"/>
                  </a:lnTo>
                  <a:lnTo>
                    <a:pt x="42122" y="28789"/>
                  </a:lnTo>
                  <a:lnTo>
                    <a:pt x="41102" y="30340"/>
                  </a:lnTo>
                  <a:lnTo>
                    <a:pt x="38486" y="33895"/>
                  </a:lnTo>
                  <a:lnTo>
                    <a:pt x="37459" y="35752"/>
                  </a:lnTo>
                  <a:lnTo>
                    <a:pt x="40854" y="37913"/>
                  </a:lnTo>
                  <a:lnTo>
                    <a:pt x="44674" y="40343"/>
                  </a:lnTo>
                  <a:lnTo>
                    <a:pt x="45516" y="4087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4" name="pg263"/>
            <p:cNvSpPr/>
            <p:nvPr/>
          </p:nvSpPr>
          <p:spPr>
            <a:xfrm>
              <a:off x="4040635" y="2559218"/>
              <a:ext cx="94987" cy="101341"/>
            </a:xfrm>
            <a:custGeom>
              <a:avLst/>
              <a:pathLst>
                <a:path w="94987" h="101341">
                  <a:moveTo>
                    <a:pt x="52337" y="101341"/>
                  </a:moveTo>
                  <a:lnTo>
                    <a:pt x="52086" y="101131"/>
                  </a:lnTo>
                  <a:lnTo>
                    <a:pt x="48285" y="97945"/>
                  </a:lnTo>
                  <a:lnTo>
                    <a:pt x="46662" y="96584"/>
                  </a:lnTo>
                  <a:lnTo>
                    <a:pt x="45282" y="95473"/>
                  </a:lnTo>
                  <a:lnTo>
                    <a:pt x="39314" y="90667"/>
                  </a:lnTo>
                  <a:lnTo>
                    <a:pt x="39175" y="90554"/>
                  </a:lnTo>
                  <a:lnTo>
                    <a:pt x="34829" y="86994"/>
                  </a:lnTo>
                  <a:lnTo>
                    <a:pt x="33120" y="85696"/>
                  </a:lnTo>
                  <a:lnTo>
                    <a:pt x="33443" y="85272"/>
                  </a:lnTo>
                  <a:lnTo>
                    <a:pt x="33265" y="85150"/>
                  </a:lnTo>
                  <a:lnTo>
                    <a:pt x="27473" y="81158"/>
                  </a:lnTo>
                  <a:lnTo>
                    <a:pt x="22292" y="77475"/>
                  </a:lnTo>
                  <a:lnTo>
                    <a:pt x="16969" y="73690"/>
                  </a:lnTo>
                  <a:lnTo>
                    <a:pt x="11541" y="69831"/>
                  </a:lnTo>
                  <a:lnTo>
                    <a:pt x="11348" y="69694"/>
                  </a:lnTo>
                  <a:lnTo>
                    <a:pt x="7540" y="66986"/>
                  </a:lnTo>
                  <a:lnTo>
                    <a:pt x="7400" y="66887"/>
                  </a:lnTo>
                  <a:lnTo>
                    <a:pt x="7237" y="66771"/>
                  </a:lnTo>
                  <a:lnTo>
                    <a:pt x="2127" y="63138"/>
                  </a:lnTo>
                  <a:lnTo>
                    <a:pt x="1897" y="62974"/>
                  </a:lnTo>
                  <a:lnTo>
                    <a:pt x="1509" y="62698"/>
                  </a:lnTo>
                  <a:lnTo>
                    <a:pt x="0" y="61625"/>
                  </a:lnTo>
                  <a:lnTo>
                    <a:pt x="802" y="60577"/>
                  </a:lnTo>
                  <a:lnTo>
                    <a:pt x="1080" y="60215"/>
                  </a:lnTo>
                  <a:lnTo>
                    <a:pt x="1186" y="60077"/>
                  </a:lnTo>
                  <a:lnTo>
                    <a:pt x="4537" y="55487"/>
                  </a:lnTo>
                  <a:lnTo>
                    <a:pt x="4686" y="55282"/>
                  </a:lnTo>
                  <a:lnTo>
                    <a:pt x="5409" y="54292"/>
                  </a:lnTo>
                  <a:lnTo>
                    <a:pt x="8773" y="49685"/>
                  </a:lnTo>
                  <a:lnTo>
                    <a:pt x="10457" y="47380"/>
                  </a:lnTo>
                  <a:lnTo>
                    <a:pt x="10811" y="46895"/>
                  </a:lnTo>
                  <a:lnTo>
                    <a:pt x="11076" y="46532"/>
                  </a:lnTo>
                  <a:lnTo>
                    <a:pt x="11359" y="46144"/>
                  </a:lnTo>
                  <a:lnTo>
                    <a:pt x="11820" y="45512"/>
                  </a:lnTo>
                  <a:lnTo>
                    <a:pt x="14122" y="42361"/>
                  </a:lnTo>
                  <a:lnTo>
                    <a:pt x="14532" y="41799"/>
                  </a:lnTo>
                  <a:lnTo>
                    <a:pt x="18165" y="36823"/>
                  </a:lnTo>
                  <a:lnTo>
                    <a:pt x="18330" y="36597"/>
                  </a:lnTo>
                  <a:lnTo>
                    <a:pt x="18784" y="35976"/>
                  </a:lnTo>
                  <a:lnTo>
                    <a:pt x="20503" y="33622"/>
                  </a:lnTo>
                  <a:lnTo>
                    <a:pt x="22258" y="31219"/>
                  </a:lnTo>
                  <a:lnTo>
                    <a:pt x="22492" y="30877"/>
                  </a:lnTo>
                  <a:lnTo>
                    <a:pt x="23350" y="29626"/>
                  </a:lnTo>
                  <a:lnTo>
                    <a:pt x="24603" y="27800"/>
                  </a:lnTo>
                  <a:lnTo>
                    <a:pt x="25395" y="26645"/>
                  </a:lnTo>
                  <a:lnTo>
                    <a:pt x="26472" y="25075"/>
                  </a:lnTo>
                  <a:lnTo>
                    <a:pt x="26667" y="24792"/>
                  </a:lnTo>
                  <a:lnTo>
                    <a:pt x="27626" y="23394"/>
                  </a:lnTo>
                  <a:lnTo>
                    <a:pt x="27927" y="22956"/>
                  </a:lnTo>
                  <a:lnTo>
                    <a:pt x="33376" y="15014"/>
                  </a:lnTo>
                  <a:lnTo>
                    <a:pt x="33831" y="14350"/>
                  </a:lnTo>
                  <a:lnTo>
                    <a:pt x="34353" y="13589"/>
                  </a:lnTo>
                  <a:lnTo>
                    <a:pt x="35938" y="11278"/>
                  </a:lnTo>
                  <a:lnTo>
                    <a:pt x="36185" y="10919"/>
                  </a:lnTo>
                  <a:lnTo>
                    <a:pt x="36335" y="10705"/>
                  </a:lnTo>
                  <a:lnTo>
                    <a:pt x="43838" y="0"/>
                  </a:lnTo>
                  <a:lnTo>
                    <a:pt x="46364" y="1719"/>
                  </a:lnTo>
                  <a:lnTo>
                    <a:pt x="46842" y="2044"/>
                  </a:lnTo>
                  <a:lnTo>
                    <a:pt x="49967" y="4171"/>
                  </a:lnTo>
                  <a:lnTo>
                    <a:pt x="51821" y="5418"/>
                  </a:lnTo>
                  <a:lnTo>
                    <a:pt x="52175" y="5656"/>
                  </a:lnTo>
                  <a:lnTo>
                    <a:pt x="53410" y="6487"/>
                  </a:lnTo>
                  <a:lnTo>
                    <a:pt x="55590" y="7953"/>
                  </a:lnTo>
                  <a:lnTo>
                    <a:pt x="59358" y="10487"/>
                  </a:lnTo>
                  <a:lnTo>
                    <a:pt x="62966" y="12913"/>
                  </a:lnTo>
                  <a:lnTo>
                    <a:pt x="63168" y="13049"/>
                  </a:lnTo>
                  <a:lnTo>
                    <a:pt x="64709" y="14086"/>
                  </a:lnTo>
                  <a:lnTo>
                    <a:pt x="66481" y="15277"/>
                  </a:lnTo>
                  <a:lnTo>
                    <a:pt x="70163" y="17753"/>
                  </a:lnTo>
                  <a:lnTo>
                    <a:pt x="72367" y="19236"/>
                  </a:lnTo>
                  <a:lnTo>
                    <a:pt x="73740" y="20159"/>
                  </a:lnTo>
                  <a:lnTo>
                    <a:pt x="78341" y="23253"/>
                  </a:lnTo>
                  <a:lnTo>
                    <a:pt x="78214" y="23430"/>
                  </a:lnTo>
                  <a:lnTo>
                    <a:pt x="77922" y="23835"/>
                  </a:lnTo>
                  <a:lnTo>
                    <a:pt x="73825" y="29523"/>
                  </a:lnTo>
                  <a:lnTo>
                    <a:pt x="74003" y="29657"/>
                  </a:lnTo>
                  <a:lnTo>
                    <a:pt x="74361" y="29928"/>
                  </a:lnTo>
                  <a:lnTo>
                    <a:pt x="75848" y="31052"/>
                  </a:lnTo>
                  <a:lnTo>
                    <a:pt x="79442" y="33771"/>
                  </a:lnTo>
                  <a:lnTo>
                    <a:pt x="90177" y="41993"/>
                  </a:lnTo>
                  <a:lnTo>
                    <a:pt x="94578" y="45177"/>
                  </a:lnTo>
                  <a:lnTo>
                    <a:pt x="94987" y="45473"/>
                  </a:lnTo>
                  <a:lnTo>
                    <a:pt x="94392" y="46332"/>
                  </a:lnTo>
                  <a:lnTo>
                    <a:pt x="93840" y="47129"/>
                  </a:lnTo>
                  <a:lnTo>
                    <a:pt x="86190" y="58176"/>
                  </a:lnTo>
                  <a:lnTo>
                    <a:pt x="78155" y="69780"/>
                  </a:lnTo>
                  <a:lnTo>
                    <a:pt x="78483" y="69994"/>
                  </a:lnTo>
                  <a:lnTo>
                    <a:pt x="79204" y="70648"/>
                  </a:lnTo>
                  <a:lnTo>
                    <a:pt x="78750" y="71176"/>
                  </a:lnTo>
                  <a:lnTo>
                    <a:pt x="70444" y="80815"/>
                  </a:lnTo>
                  <a:lnTo>
                    <a:pt x="70156" y="81150"/>
                  </a:lnTo>
                  <a:lnTo>
                    <a:pt x="69789" y="81575"/>
                  </a:lnTo>
                  <a:lnTo>
                    <a:pt x="69592" y="81802"/>
                  </a:lnTo>
                  <a:lnTo>
                    <a:pt x="68518" y="83008"/>
                  </a:lnTo>
                  <a:lnTo>
                    <a:pt x="62061" y="90258"/>
                  </a:lnTo>
                  <a:lnTo>
                    <a:pt x="61882" y="90458"/>
                  </a:lnTo>
                  <a:lnTo>
                    <a:pt x="61591" y="90785"/>
                  </a:lnTo>
                  <a:lnTo>
                    <a:pt x="61261" y="91166"/>
                  </a:lnTo>
                  <a:lnTo>
                    <a:pt x="60829" y="91662"/>
                  </a:lnTo>
                  <a:lnTo>
                    <a:pt x="60475" y="92070"/>
                  </a:lnTo>
                  <a:lnTo>
                    <a:pt x="56557" y="96579"/>
                  </a:lnTo>
                  <a:lnTo>
                    <a:pt x="56392" y="96770"/>
                  </a:lnTo>
                  <a:lnTo>
                    <a:pt x="56236" y="96945"/>
                  </a:lnTo>
                  <a:lnTo>
                    <a:pt x="53710" y="99793"/>
                  </a:lnTo>
                  <a:lnTo>
                    <a:pt x="53311" y="100244"/>
                  </a:lnTo>
                  <a:lnTo>
                    <a:pt x="52919" y="10068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5" name="pg264"/>
            <p:cNvSpPr/>
            <p:nvPr/>
          </p:nvSpPr>
          <p:spPr>
            <a:xfrm>
              <a:off x="3927833" y="2549858"/>
              <a:ext cx="148740" cy="107141"/>
            </a:xfrm>
            <a:custGeom>
              <a:avLst/>
              <a:pathLst>
                <a:path w="148740" h="107141">
                  <a:moveTo>
                    <a:pt x="123220" y="3876"/>
                  </a:moveTo>
                  <a:lnTo>
                    <a:pt x="126212" y="6001"/>
                  </a:lnTo>
                  <a:lnTo>
                    <a:pt x="125862" y="6485"/>
                  </a:lnTo>
                  <a:lnTo>
                    <a:pt x="129565" y="8922"/>
                  </a:lnTo>
                  <a:lnTo>
                    <a:pt x="133173" y="11297"/>
                  </a:lnTo>
                  <a:lnTo>
                    <a:pt x="133278" y="11145"/>
                  </a:lnTo>
                  <a:lnTo>
                    <a:pt x="133510" y="10810"/>
                  </a:lnTo>
                  <a:lnTo>
                    <a:pt x="133618" y="10660"/>
                  </a:lnTo>
                  <a:lnTo>
                    <a:pt x="134018" y="10105"/>
                  </a:lnTo>
                  <a:lnTo>
                    <a:pt x="134388" y="10358"/>
                  </a:lnTo>
                  <a:lnTo>
                    <a:pt x="137198" y="12278"/>
                  </a:lnTo>
                  <a:lnTo>
                    <a:pt x="137618" y="12564"/>
                  </a:lnTo>
                  <a:lnTo>
                    <a:pt x="139390" y="13752"/>
                  </a:lnTo>
                  <a:lnTo>
                    <a:pt x="141336" y="15056"/>
                  </a:lnTo>
                  <a:lnTo>
                    <a:pt x="141096" y="15593"/>
                  </a:lnTo>
                  <a:lnTo>
                    <a:pt x="146754" y="19328"/>
                  </a:lnTo>
                  <a:lnTo>
                    <a:pt x="147113" y="19565"/>
                  </a:lnTo>
                  <a:lnTo>
                    <a:pt x="148014" y="20160"/>
                  </a:lnTo>
                  <a:lnTo>
                    <a:pt x="148380" y="20402"/>
                  </a:lnTo>
                  <a:lnTo>
                    <a:pt x="148740" y="20639"/>
                  </a:lnTo>
                  <a:lnTo>
                    <a:pt x="147155" y="22950"/>
                  </a:lnTo>
                  <a:lnTo>
                    <a:pt x="146633" y="23711"/>
                  </a:lnTo>
                  <a:lnTo>
                    <a:pt x="146177" y="24374"/>
                  </a:lnTo>
                  <a:lnTo>
                    <a:pt x="140729" y="32316"/>
                  </a:lnTo>
                  <a:lnTo>
                    <a:pt x="140428" y="32754"/>
                  </a:lnTo>
                  <a:lnTo>
                    <a:pt x="139392" y="34265"/>
                  </a:lnTo>
                  <a:lnTo>
                    <a:pt x="139212" y="34526"/>
                  </a:lnTo>
                  <a:lnTo>
                    <a:pt x="138197" y="36006"/>
                  </a:lnTo>
                  <a:lnTo>
                    <a:pt x="137405" y="37161"/>
                  </a:lnTo>
                  <a:lnTo>
                    <a:pt x="136152" y="38987"/>
                  </a:lnTo>
                  <a:lnTo>
                    <a:pt x="135294" y="40238"/>
                  </a:lnTo>
                  <a:lnTo>
                    <a:pt x="135059" y="40580"/>
                  </a:lnTo>
                  <a:lnTo>
                    <a:pt x="133305" y="42983"/>
                  </a:lnTo>
                  <a:lnTo>
                    <a:pt x="131585" y="45337"/>
                  </a:lnTo>
                  <a:lnTo>
                    <a:pt x="131132" y="45958"/>
                  </a:lnTo>
                  <a:lnTo>
                    <a:pt x="130959" y="46195"/>
                  </a:lnTo>
                  <a:lnTo>
                    <a:pt x="127334" y="51159"/>
                  </a:lnTo>
                  <a:lnTo>
                    <a:pt x="126923" y="51722"/>
                  </a:lnTo>
                  <a:lnTo>
                    <a:pt x="124622" y="54873"/>
                  </a:lnTo>
                  <a:lnTo>
                    <a:pt x="124161" y="55505"/>
                  </a:lnTo>
                  <a:lnTo>
                    <a:pt x="123878" y="55893"/>
                  </a:lnTo>
                  <a:lnTo>
                    <a:pt x="123613" y="56256"/>
                  </a:lnTo>
                  <a:lnTo>
                    <a:pt x="123258" y="56741"/>
                  </a:lnTo>
                  <a:lnTo>
                    <a:pt x="121575" y="59046"/>
                  </a:lnTo>
                  <a:lnTo>
                    <a:pt x="118211" y="63653"/>
                  </a:lnTo>
                  <a:lnTo>
                    <a:pt x="117469" y="64669"/>
                  </a:lnTo>
                  <a:lnTo>
                    <a:pt x="117288" y="64917"/>
                  </a:lnTo>
                  <a:lnTo>
                    <a:pt x="113987" y="69437"/>
                  </a:lnTo>
                  <a:lnTo>
                    <a:pt x="113811" y="69667"/>
                  </a:lnTo>
                  <a:lnTo>
                    <a:pt x="113603" y="69939"/>
                  </a:lnTo>
                  <a:lnTo>
                    <a:pt x="112801" y="70986"/>
                  </a:lnTo>
                  <a:lnTo>
                    <a:pt x="103692" y="83277"/>
                  </a:lnTo>
                  <a:lnTo>
                    <a:pt x="102330" y="85115"/>
                  </a:lnTo>
                  <a:lnTo>
                    <a:pt x="101103" y="86771"/>
                  </a:lnTo>
                  <a:lnTo>
                    <a:pt x="97910" y="91079"/>
                  </a:lnTo>
                  <a:lnTo>
                    <a:pt x="96355" y="93177"/>
                  </a:lnTo>
                  <a:lnTo>
                    <a:pt x="94117" y="96196"/>
                  </a:lnTo>
                  <a:lnTo>
                    <a:pt x="90503" y="101073"/>
                  </a:lnTo>
                  <a:lnTo>
                    <a:pt x="90171" y="101522"/>
                  </a:lnTo>
                  <a:lnTo>
                    <a:pt x="87018" y="105775"/>
                  </a:lnTo>
                  <a:lnTo>
                    <a:pt x="86006" y="107141"/>
                  </a:lnTo>
                  <a:lnTo>
                    <a:pt x="85121" y="106404"/>
                  </a:lnTo>
                  <a:lnTo>
                    <a:pt x="84640" y="106003"/>
                  </a:lnTo>
                  <a:lnTo>
                    <a:pt x="84167" y="105609"/>
                  </a:lnTo>
                  <a:lnTo>
                    <a:pt x="83888" y="105377"/>
                  </a:lnTo>
                  <a:lnTo>
                    <a:pt x="79562" y="101776"/>
                  </a:lnTo>
                  <a:lnTo>
                    <a:pt x="79410" y="101650"/>
                  </a:lnTo>
                  <a:lnTo>
                    <a:pt x="78833" y="101169"/>
                  </a:lnTo>
                  <a:lnTo>
                    <a:pt x="77041" y="99678"/>
                  </a:lnTo>
                  <a:lnTo>
                    <a:pt x="71814" y="95327"/>
                  </a:lnTo>
                  <a:lnTo>
                    <a:pt x="71685" y="95214"/>
                  </a:lnTo>
                  <a:lnTo>
                    <a:pt x="70853" y="94480"/>
                  </a:lnTo>
                  <a:lnTo>
                    <a:pt x="68944" y="92800"/>
                  </a:lnTo>
                  <a:lnTo>
                    <a:pt x="60526" y="85390"/>
                  </a:lnTo>
                  <a:lnTo>
                    <a:pt x="60389" y="85269"/>
                  </a:lnTo>
                  <a:lnTo>
                    <a:pt x="56009" y="81423"/>
                  </a:lnTo>
                  <a:lnTo>
                    <a:pt x="55498" y="80974"/>
                  </a:lnTo>
                  <a:lnTo>
                    <a:pt x="55194" y="80707"/>
                  </a:lnTo>
                  <a:lnTo>
                    <a:pt x="54869" y="80462"/>
                  </a:lnTo>
                  <a:lnTo>
                    <a:pt x="54699" y="80334"/>
                  </a:lnTo>
                  <a:lnTo>
                    <a:pt x="54432" y="80115"/>
                  </a:lnTo>
                  <a:lnTo>
                    <a:pt x="54074" y="79822"/>
                  </a:lnTo>
                  <a:lnTo>
                    <a:pt x="49607" y="76116"/>
                  </a:lnTo>
                  <a:lnTo>
                    <a:pt x="44833" y="72155"/>
                  </a:lnTo>
                  <a:lnTo>
                    <a:pt x="44502" y="71880"/>
                  </a:lnTo>
                  <a:lnTo>
                    <a:pt x="40072" y="67988"/>
                  </a:lnTo>
                  <a:lnTo>
                    <a:pt x="36611" y="64946"/>
                  </a:lnTo>
                  <a:lnTo>
                    <a:pt x="34605" y="63184"/>
                  </a:lnTo>
                  <a:lnTo>
                    <a:pt x="33982" y="62636"/>
                  </a:lnTo>
                  <a:lnTo>
                    <a:pt x="31643" y="60532"/>
                  </a:lnTo>
                  <a:lnTo>
                    <a:pt x="26362" y="55782"/>
                  </a:lnTo>
                  <a:lnTo>
                    <a:pt x="25907" y="55373"/>
                  </a:lnTo>
                  <a:lnTo>
                    <a:pt x="19987" y="50049"/>
                  </a:lnTo>
                  <a:lnTo>
                    <a:pt x="19311" y="49440"/>
                  </a:lnTo>
                  <a:lnTo>
                    <a:pt x="15814" y="46352"/>
                  </a:lnTo>
                  <a:lnTo>
                    <a:pt x="13478" y="44288"/>
                  </a:lnTo>
                  <a:lnTo>
                    <a:pt x="10981" y="42103"/>
                  </a:lnTo>
                  <a:lnTo>
                    <a:pt x="7980" y="40233"/>
                  </a:lnTo>
                  <a:lnTo>
                    <a:pt x="5613" y="38759"/>
                  </a:lnTo>
                  <a:lnTo>
                    <a:pt x="2687" y="36935"/>
                  </a:lnTo>
                  <a:lnTo>
                    <a:pt x="921" y="35835"/>
                  </a:lnTo>
                  <a:lnTo>
                    <a:pt x="226" y="35402"/>
                  </a:lnTo>
                  <a:lnTo>
                    <a:pt x="0" y="35261"/>
                  </a:lnTo>
                  <a:lnTo>
                    <a:pt x="44" y="34741"/>
                  </a:lnTo>
                  <a:lnTo>
                    <a:pt x="77" y="34353"/>
                  </a:lnTo>
                  <a:lnTo>
                    <a:pt x="236" y="34105"/>
                  </a:lnTo>
                  <a:lnTo>
                    <a:pt x="779" y="33259"/>
                  </a:lnTo>
                  <a:lnTo>
                    <a:pt x="1525" y="32096"/>
                  </a:lnTo>
                  <a:lnTo>
                    <a:pt x="2375" y="30772"/>
                  </a:lnTo>
                  <a:lnTo>
                    <a:pt x="2494" y="30587"/>
                  </a:lnTo>
                  <a:lnTo>
                    <a:pt x="6046" y="25053"/>
                  </a:lnTo>
                  <a:lnTo>
                    <a:pt x="6318" y="24629"/>
                  </a:lnTo>
                  <a:lnTo>
                    <a:pt x="6414" y="24479"/>
                  </a:lnTo>
                  <a:lnTo>
                    <a:pt x="6644" y="24122"/>
                  </a:lnTo>
                  <a:lnTo>
                    <a:pt x="7094" y="23420"/>
                  </a:lnTo>
                  <a:lnTo>
                    <a:pt x="7187" y="23226"/>
                  </a:lnTo>
                  <a:lnTo>
                    <a:pt x="11706" y="26205"/>
                  </a:lnTo>
                  <a:lnTo>
                    <a:pt x="13372" y="27303"/>
                  </a:lnTo>
                  <a:lnTo>
                    <a:pt x="15240" y="28535"/>
                  </a:lnTo>
                  <a:lnTo>
                    <a:pt x="18759" y="30855"/>
                  </a:lnTo>
                  <a:lnTo>
                    <a:pt x="22051" y="33026"/>
                  </a:lnTo>
                  <a:lnTo>
                    <a:pt x="24104" y="34379"/>
                  </a:lnTo>
                  <a:lnTo>
                    <a:pt x="25192" y="35097"/>
                  </a:lnTo>
                  <a:lnTo>
                    <a:pt x="25519" y="35320"/>
                  </a:lnTo>
                  <a:lnTo>
                    <a:pt x="28900" y="37630"/>
                  </a:lnTo>
                  <a:lnTo>
                    <a:pt x="33680" y="40835"/>
                  </a:lnTo>
                  <a:lnTo>
                    <a:pt x="35310" y="41928"/>
                  </a:lnTo>
                  <a:lnTo>
                    <a:pt x="39809" y="44944"/>
                  </a:lnTo>
                  <a:lnTo>
                    <a:pt x="45545" y="48790"/>
                  </a:lnTo>
                  <a:lnTo>
                    <a:pt x="49172" y="51222"/>
                  </a:lnTo>
                  <a:lnTo>
                    <a:pt x="50563" y="52114"/>
                  </a:lnTo>
                  <a:lnTo>
                    <a:pt x="51073" y="52442"/>
                  </a:lnTo>
                  <a:lnTo>
                    <a:pt x="52798" y="53549"/>
                  </a:lnTo>
                  <a:lnTo>
                    <a:pt x="55601" y="55347"/>
                  </a:lnTo>
                  <a:lnTo>
                    <a:pt x="55834" y="55504"/>
                  </a:lnTo>
                  <a:lnTo>
                    <a:pt x="56496" y="55952"/>
                  </a:lnTo>
                  <a:lnTo>
                    <a:pt x="60866" y="58907"/>
                  </a:lnTo>
                  <a:lnTo>
                    <a:pt x="61066" y="59040"/>
                  </a:lnTo>
                  <a:lnTo>
                    <a:pt x="64674" y="61434"/>
                  </a:lnTo>
                  <a:lnTo>
                    <a:pt x="67259" y="63018"/>
                  </a:lnTo>
                  <a:lnTo>
                    <a:pt x="67772" y="62289"/>
                  </a:lnTo>
                  <a:lnTo>
                    <a:pt x="68452" y="61388"/>
                  </a:lnTo>
                  <a:lnTo>
                    <a:pt x="70075" y="59238"/>
                  </a:lnTo>
                  <a:lnTo>
                    <a:pt x="71997" y="56692"/>
                  </a:lnTo>
                  <a:lnTo>
                    <a:pt x="72466" y="56070"/>
                  </a:lnTo>
                  <a:lnTo>
                    <a:pt x="75008" y="52702"/>
                  </a:lnTo>
                  <a:lnTo>
                    <a:pt x="75373" y="52218"/>
                  </a:lnTo>
                  <a:lnTo>
                    <a:pt x="75571" y="51986"/>
                  </a:lnTo>
                  <a:lnTo>
                    <a:pt x="77685" y="49505"/>
                  </a:lnTo>
                  <a:lnTo>
                    <a:pt x="78167" y="48939"/>
                  </a:lnTo>
                  <a:lnTo>
                    <a:pt x="80380" y="46342"/>
                  </a:lnTo>
                  <a:lnTo>
                    <a:pt x="83474" y="42849"/>
                  </a:lnTo>
                  <a:lnTo>
                    <a:pt x="86320" y="39743"/>
                  </a:lnTo>
                  <a:lnTo>
                    <a:pt x="88112" y="37788"/>
                  </a:lnTo>
                  <a:lnTo>
                    <a:pt x="89116" y="36594"/>
                  </a:lnTo>
                  <a:lnTo>
                    <a:pt x="91643" y="33588"/>
                  </a:lnTo>
                  <a:lnTo>
                    <a:pt x="91968" y="33203"/>
                  </a:lnTo>
                  <a:lnTo>
                    <a:pt x="93049" y="33988"/>
                  </a:lnTo>
                  <a:lnTo>
                    <a:pt x="93329" y="33643"/>
                  </a:lnTo>
                  <a:lnTo>
                    <a:pt x="96770" y="29411"/>
                  </a:lnTo>
                  <a:lnTo>
                    <a:pt x="98403" y="27402"/>
                  </a:lnTo>
                  <a:lnTo>
                    <a:pt x="100413" y="24928"/>
                  </a:lnTo>
                  <a:lnTo>
                    <a:pt x="100607" y="24690"/>
                  </a:lnTo>
                  <a:lnTo>
                    <a:pt x="101071" y="24119"/>
                  </a:lnTo>
                  <a:lnTo>
                    <a:pt x="101442" y="23663"/>
                  </a:lnTo>
                  <a:lnTo>
                    <a:pt x="104466" y="19943"/>
                  </a:lnTo>
                  <a:lnTo>
                    <a:pt x="107456" y="16265"/>
                  </a:lnTo>
                  <a:lnTo>
                    <a:pt x="109284" y="14016"/>
                  </a:lnTo>
                  <a:lnTo>
                    <a:pt x="110245" y="12753"/>
                  </a:lnTo>
                  <a:lnTo>
                    <a:pt x="110627" y="12252"/>
                  </a:lnTo>
                  <a:lnTo>
                    <a:pt x="110825" y="11954"/>
                  </a:lnTo>
                  <a:lnTo>
                    <a:pt x="112222" y="9852"/>
                  </a:lnTo>
                  <a:lnTo>
                    <a:pt x="113082" y="8538"/>
                  </a:lnTo>
                  <a:lnTo>
                    <a:pt x="115227" y="5260"/>
                  </a:lnTo>
                  <a:lnTo>
                    <a:pt x="115402" y="4996"/>
                  </a:lnTo>
                  <a:lnTo>
                    <a:pt x="116530" y="3296"/>
                  </a:lnTo>
                  <a:lnTo>
                    <a:pt x="117948" y="1129"/>
                  </a:lnTo>
                  <a:lnTo>
                    <a:pt x="118208" y="732"/>
                  </a:lnTo>
                  <a:lnTo>
                    <a:pt x="118717" y="0"/>
                  </a:lnTo>
                  <a:lnTo>
                    <a:pt x="119184" y="292"/>
                  </a:lnTo>
                  <a:lnTo>
                    <a:pt x="120142" y="893"/>
                  </a:lnTo>
                  <a:lnTo>
                    <a:pt x="121403" y="1684"/>
                  </a:lnTo>
                  <a:lnTo>
                    <a:pt x="123130" y="2767"/>
                  </a:lnTo>
                  <a:lnTo>
                    <a:pt x="122772" y="3309"/>
                  </a:lnTo>
                  <a:lnTo>
                    <a:pt x="122644" y="3494"/>
                  </a:lnTo>
                  <a:lnTo>
                    <a:pt x="122988" y="372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6" name="pg265"/>
            <p:cNvSpPr/>
            <p:nvPr/>
          </p:nvSpPr>
          <p:spPr>
            <a:xfrm>
              <a:off x="3973465" y="2527988"/>
              <a:ext cx="69595" cy="77940"/>
            </a:xfrm>
            <a:custGeom>
              <a:avLst/>
              <a:pathLst>
                <a:path w="69595" h="77940">
                  <a:moveTo>
                    <a:pt x="49589" y="0"/>
                  </a:moveTo>
                  <a:lnTo>
                    <a:pt x="50821" y="9607"/>
                  </a:lnTo>
                  <a:lnTo>
                    <a:pt x="54348" y="9167"/>
                  </a:lnTo>
                  <a:lnTo>
                    <a:pt x="54490" y="9149"/>
                  </a:lnTo>
                  <a:lnTo>
                    <a:pt x="52702" y="12231"/>
                  </a:lnTo>
                  <a:lnTo>
                    <a:pt x="52132" y="13213"/>
                  </a:lnTo>
                  <a:lnTo>
                    <a:pt x="50686" y="15706"/>
                  </a:lnTo>
                  <a:lnTo>
                    <a:pt x="54539" y="17879"/>
                  </a:lnTo>
                  <a:lnTo>
                    <a:pt x="54698" y="17972"/>
                  </a:lnTo>
                  <a:lnTo>
                    <a:pt x="55897" y="18677"/>
                  </a:lnTo>
                  <a:lnTo>
                    <a:pt x="56844" y="19233"/>
                  </a:lnTo>
                  <a:lnTo>
                    <a:pt x="57770" y="19891"/>
                  </a:lnTo>
                  <a:lnTo>
                    <a:pt x="58035" y="20079"/>
                  </a:lnTo>
                  <a:lnTo>
                    <a:pt x="58216" y="20207"/>
                  </a:lnTo>
                  <a:lnTo>
                    <a:pt x="59581" y="21176"/>
                  </a:lnTo>
                  <a:lnTo>
                    <a:pt x="60802" y="22042"/>
                  </a:lnTo>
                  <a:lnTo>
                    <a:pt x="61487" y="22496"/>
                  </a:lnTo>
                  <a:lnTo>
                    <a:pt x="62782" y="23354"/>
                  </a:lnTo>
                  <a:lnTo>
                    <a:pt x="65515" y="24869"/>
                  </a:lnTo>
                  <a:lnTo>
                    <a:pt x="69459" y="27054"/>
                  </a:lnTo>
                  <a:lnTo>
                    <a:pt x="69595" y="27130"/>
                  </a:lnTo>
                  <a:lnTo>
                    <a:pt x="67450" y="30407"/>
                  </a:lnTo>
                  <a:lnTo>
                    <a:pt x="66590" y="31721"/>
                  </a:lnTo>
                  <a:lnTo>
                    <a:pt x="65194" y="33823"/>
                  </a:lnTo>
                  <a:lnTo>
                    <a:pt x="64981" y="34140"/>
                  </a:lnTo>
                  <a:lnTo>
                    <a:pt x="64614" y="34623"/>
                  </a:lnTo>
                  <a:lnTo>
                    <a:pt x="63652" y="35885"/>
                  </a:lnTo>
                  <a:lnTo>
                    <a:pt x="61824" y="38134"/>
                  </a:lnTo>
                  <a:lnTo>
                    <a:pt x="58834" y="41812"/>
                  </a:lnTo>
                  <a:lnTo>
                    <a:pt x="55810" y="45532"/>
                  </a:lnTo>
                  <a:lnTo>
                    <a:pt x="55440" y="45988"/>
                  </a:lnTo>
                  <a:lnTo>
                    <a:pt x="54975" y="46560"/>
                  </a:lnTo>
                  <a:lnTo>
                    <a:pt x="54782" y="46798"/>
                  </a:lnTo>
                  <a:lnTo>
                    <a:pt x="52771" y="49272"/>
                  </a:lnTo>
                  <a:lnTo>
                    <a:pt x="51052" y="51387"/>
                  </a:lnTo>
                  <a:lnTo>
                    <a:pt x="47698" y="55513"/>
                  </a:lnTo>
                  <a:lnTo>
                    <a:pt x="47418" y="55858"/>
                  </a:lnTo>
                  <a:lnTo>
                    <a:pt x="46336" y="55072"/>
                  </a:lnTo>
                  <a:lnTo>
                    <a:pt x="46012" y="55458"/>
                  </a:lnTo>
                  <a:lnTo>
                    <a:pt x="43484" y="58463"/>
                  </a:lnTo>
                  <a:lnTo>
                    <a:pt x="42480" y="59657"/>
                  </a:lnTo>
                  <a:lnTo>
                    <a:pt x="40688" y="61613"/>
                  </a:lnTo>
                  <a:lnTo>
                    <a:pt x="37778" y="64791"/>
                  </a:lnTo>
                  <a:lnTo>
                    <a:pt x="34748" y="68211"/>
                  </a:lnTo>
                  <a:lnTo>
                    <a:pt x="32535" y="70809"/>
                  </a:lnTo>
                  <a:lnTo>
                    <a:pt x="32053" y="71374"/>
                  </a:lnTo>
                  <a:lnTo>
                    <a:pt x="29939" y="73856"/>
                  </a:lnTo>
                  <a:lnTo>
                    <a:pt x="29742" y="74088"/>
                  </a:lnTo>
                  <a:lnTo>
                    <a:pt x="29377" y="74571"/>
                  </a:lnTo>
                  <a:lnTo>
                    <a:pt x="26834" y="77940"/>
                  </a:lnTo>
                  <a:lnTo>
                    <a:pt x="26430" y="77666"/>
                  </a:lnTo>
                  <a:lnTo>
                    <a:pt x="15911" y="70569"/>
                  </a:lnTo>
                  <a:lnTo>
                    <a:pt x="16880" y="69213"/>
                  </a:lnTo>
                  <a:lnTo>
                    <a:pt x="18196" y="67372"/>
                  </a:lnTo>
                  <a:lnTo>
                    <a:pt x="17867" y="67159"/>
                  </a:lnTo>
                  <a:lnTo>
                    <a:pt x="18355" y="66579"/>
                  </a:lnTo>
                  <a:lnTo>
                    <a:pt x="16945" y="65616"/>
                  </a:lnTo>
                  <a:lnTo>
                    <a:pt x="16729" y="61517"/>
                  </a:lnTo>
                  <a:lnTo>
                    <a:pt x="16650" y="60229"/>
                  </a:lnTo>
                  <a:lnTo>
                    <a:pt x="16514" y="58034"/>
                  </a:lnTo>
                  <a:lnTo>
                    <a:pt x="16129" y="57054"/>
                  </a:lnTo>
                  <a:lnTo>
                    <a:pt x="13195" y="42725"/>
                  </a:lnTo>
                  <a:lnTo>
                    <a:pt x="12118" y="41067"/>
                  </a:lnTo>
                  <a:lnTo>
                    <a:pt x="10486" y="36671"/>
                  </a:lnTo>
                  <a:lnTo>
                    <a:pt x="10240" y="36469"/>
                  </a:lnTo>
                  <a:lnTo>
                    <a:pt x="10021" y="36290"/>
                  </a:lnTo>
                  <a:lnTo>
                    <a:pt x="9604" y="35393"/>
                  </a:lnTo>
                  <a:lnTo>
                    <a:pt x="8832" y="33735"/>
                  </a:lnTo>
                  <a:lnTo>
                    <a:pt x="9055" y="33767"/>
                  </a:lnTo>
                  <a:lnTo>
                    <a:pt x="9467" y="33758"/>
                  </a:lnTo>
                  <a:lnTo>
                    <a:pt x="11649" y="33490"/>
                  </a:lnTo>
                  <a:lnTo>
                    <a:pt x="13617" y="33090"/>
                  </a:lnTo>
                  <a:lnTo>
                    <a:pt x="13415" y="31966"/>
                  </a:lnTo>
                  <a:lnTo>
                    <a:pt x="13092" y="28631"/>
                  </a:lnTo>
                  <a:lnTo>
                    <a:pt x="13057" y="27713"/>
                  </a:lnTo>
                  <a:lnTo>
                    <a:pt x="13039" y="27247"/>
                  </a:lnTo>
                  <a:lnTo>
                    <a:pt x="8184" y="27540"/>
                  </a:lnTo>
                  <a:lnTo>
                    <a:pt x="6092" y="27572"/>
                  </a:lnTo>
                  <a:lnTo>
                    <a:pt x="6094" y="27008"/>
                  </a:lnTo>
                  <a:lnTo>
                    <a:pt x="6096" y="26520"/>
                  </a:lnTo>
                  <a:lnTo>
                    <a:pt x="5609" y="26313"/>
                  </a:lnTo>
                  <a:lnTo>
                    <a:pt x="5161" y="26161"/>
                  </a:lnTo>
                  <a:lnTo>
                    <a:pt x="4267" y="26009"/>
                  </a:lnTo>
                  <a:lnTo>
                    <a:pt x="3467" y="25919"/>
                  </a:lnTo>
                  <a:lnTo>
                    <a:pt x="3284" y="25899"/>
                  </a:lnTo>
                  <a:lnTo>
                    <a:pt x="2272" y="25938"/>
                  </a:lnTo>
                  <a:lnTo>
                    <a:pt x="1681" y="26081"/>
                  </a:lnTo>
                  <a:lnTo>
                    <a:pt x="1241" y="26225"/>
                  </a:lnTo>
                  <a:lnTo>
                    <a:pt x="343" y="26520"/>
                  </a:lnTo>
                  <a:lnTo>
                    <a:pt x="0" y="25213"/>
                  </a:lnTo>
                  <a:lnTo>
                    <a:pt x="116" y="24328"/>
                  </a:lnTo>
                  <a:lnTo>
                    <a:pt x="357" y="23898"/>
                  </a:lnTo>
                  <a:lnTo>
                    <a:pt x="1169" y="23132"/>
                  </a:lnTo>
                  <a:lnTo>
                    <a:pt x="6148" y="23607"/>
                  </a:lnTo>
                  <a:lnTo>
                    <a:pt x="7332" y="23505"/>
                  </a:lnTo>
                  <a:lnTo>
                    <a:pt x="10965" y="23409"/>
                  </a:lnTo>
                  <a:lnTo>
                    <a:pt x="11198" y="23403"/>
                  </a:lnTo>
                  <a:lnTo>
                    <a:pt x="12885" y="23028"/>
                  </a:lnTo>
                  <a:lnTo>
                    <a:pt x="13296" y="22947"/>
                  </a:lnTo>
                  <a:lnTo>
                    <a:pt x="16131" y="22006"/>
                  </a:lnTo>
                  <a:lnTo>
                    <a:pt x="15722" y="20915"/>
                  </a:lnTo>
                  <a:lnTo>
                    <a:pt x="15605" y="20015"/>
                  </a:lnTo>
                  <a:lnTo>
                    <a:pt x="15516" y="18889"/>
                  </a:lnTo>
                  <a:lnTo>
                    <a:pt x="15177" y="17602"/>
                  </a:lnTo>
                  <a:lnTo>
                    <a:pt x="15157" y="17436"/>
                  </a:lnTo>
                  <a:lnTo>
                    <a:pt x="14957" y="15810"/>
                  </a:lnTo>
                  <a:lnTo>
                    <a:pt x="14897" y="15326"/>
                  </a:lnTo>
                  <a:lnTo>
                    <a:pt x="14868" y="14587"/>
                  </a:lnTo>
                  <a:lnTo>
                    <a:pt x="14815" y="13215"/>
                  </a:lnTo>
                  <a:lnTo>
                    <a:pt x="14800" y="13083"/>
                  </a:lnTo>
                  <a:lnTo>
                    <a:pt x="14159" y="7447"/>
                  </a:lnTo>
                  <a:lnTo>
                    <a:pt x="13834" y="4592"/>
                  </a:lnTo>
                  <a:lnTo>
                    <a:pt x="13760" y="3940"/>
                  </a:lnTo>
                  <a:lnTo>
                    <a:pt x="13986" y="3962"/>
                  </a:lnTo>
                  <a:lnTo>
                    <a:pt x="17370" y="3842"/>
                  </a:lnTo>
                  <a:lnTo>
                    <a:pt x="17755" y="3828"/>
                  </a:lnTo>
                  <a:lnTo>
                    <a:pt x="22091" y="3401"/>
                  </a:lnTo>
                  <a:lnTo>
                    <a:pt x="26623" y="2854"/>
                  </a:lnTo>
                  <a:lnTo>
                    <a:pt x="26810" y="2831"/>
                  </a:lnTo>
                  <a:lnTo>
                    <a:pt x="27117" y="2792"/>
                  </a:lnTo>
                  <a:lnTo>
                    <a:pt x="30747" y="2334"/>
                  </a:lnTo>
                  <a:lnTo>
                    <a:pt x="34869" y="1815"/>
                  </a:lnTo>
                  <a:lnTo>
                    <a:pt x="35876" y="1688"/>
                  </a:lnTo>
                  <a:lnTo>
                    <a:pt x="36837" y="1566"/>
                  </a:lnTo>
                  <a:lnTo>
                    <a:pt x="37078" y="1536"/>
                  </a:lnTo>
                  <a:lnTo>
                    <a:pt x="38881" y="1309"/>
                  </a:lnTo>
                  <a:lnTo>
                    <a:pt x="41432" y="987"/>
                  </a:lnTo>
                  <a:lnTo>
                    <a:pt x="43439" y="726"/>
                  </a:lnTo>
                  <a:lnTo>
                    <a:pt x="45421" y="469"/>
                  </a:lnTo>
                  <a:lnTo>
                    <a:pt x="47881" y="15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7" name="pg266"/>
            <p:cNvSpPr/>
            <p:nvPr/>
          </p:nvSpPr>
          <p:spPr>
            <a:xfrm>
              <a:off x="3935021" y="2521216"/>
              <a:ext cx="65278" cy="91660"/>
            </a:xfrm>
            <a:custGeom>
              <a:avLst/>
              <a:pathLst>
                <a:path w="65278" h="91660">
                  <a:moveTo>
                    <a:pt x="24156" y="380"/>
                  </a:moveTo>
                  <a:lnTo>
                    <a:pt x="24936" y="727"/>
                  </a:lnTo>
                  <a:lnTo>
                    <a:pt x="29254" y="2645"/>
                  </a:lnTo>
                  <a:lnTo>
                    <a:pt x="30937" y="3380"/>
                  </a:lnTo>
                  <a:lnTo>
                    <a:pt x="32238" y="3949"/>
                  </a:lnTo>
                  <a:lnTo>
                    <a:pt x="32938" y="4255"/>
                  </a:lnTo>
                  <a:lnTo>
                    <a:pt x="36668" y="5884"/>
                  </a:lnTo>
                  <a:lnTo>
                    <a:pt x="38316" y="6604"/>
                  </a:lnTo>
                  <a:lnTo>
                    <a:pt x="38548" y="6706"/>
                  </a:lnTo>
                  <a:lnTo>
                    <a:pt x="40515" y="7565"/>
                  </a:lnTo>
                  <a:lnTo>
                    <a:pt x="42284" y="8338"/>
                  </a:lnTo>
                  <a:lnTo>
                    <a:pt x="43018" y="8658"/>
                  </a:lnTo>
                  <a:lnTo>
                    <a:pt x="44083" y="9124"/>
                  </a:lnTo>
                  <a:lnTo>
                    <a:pt x="44297" y="9187"/>
                  </a:lnTo>
                  <a:lnTo>
                    <a:pt x="46916" y="9955"/>
                  </a:lnTo>
                  <a:lnTo>
                    <a:pt x="47428" y="10082"/>
                  </a:lnTo>
                  <a:lnTo>
                    <a:pt x="48045" y="10236"/>
                  </a:lnTo>
                  <a:lnTo>
                    <a:pt x="48590" y="10371"/>
                  </a:lnTo>
                  <a:lnTo>
                    <a:pt x="49092" y="10419"/>
                  </a:lnTo>
                  <a:lnTo>
                    <a:pt x="51735" y="10669"/>
                  </a:lnTo>
                  <a:lnTo>
                    <a:pt x="52219" y="10847"/>
                  </a:lnTo>
                  <a:lnTo>
                    <a:pt x="52278" y="11365"/>
                  </a:lnTo>
                  <a:lnTo>
                    <a:pt x="52602" y="14220"/>
                  </a:lnTo>
                  <a:lnTo>
                    <a:pt x="53243" y="19855"/>
                  </a:lnTo>
                  <a:lnTo>
                    <a:pt x="53259" y="20019"/>
                  </a:lnTo>
                  <a:lnTo>
                    <a:pt x="53312" y="21360"/>
                  </a:lnTo>
                  <a:lnTo>
                    <a:pt x="53341" y="22099"/>
                  </a:lnTo>
                  <a:lnTo>
                    <a:pt x="53400" y="22583"/>
                  </a:lnTo>
                  <a:lnTo>
                    <a:pt x="53600" y="24209"/>
                  </a:lnTo>
                  <a:lnTo>
                    <a:pt x="53621" y="24375"/>
                  </a:lnTo>
                  <a:lnTo>
                    <a:pt x="53963" y="25708"/>
                  </a:lnTo>
                  <a:lnTo>
                    <a:pt x="54049" y="26788"/>
                  </a:lnTo>
                  <a:lnTo>
                    <a:pt x="54165" y="27688"/>
                  </a:lnTo>
                  <a:lnTo>
                    <a:pt x="54575" y="28779"/>
                  </a:lnTo>
                  <a:lnTo>
                    <a:pt x="51740" y="29720"/>
                  </a:lnTo>
                  <a:lnTo>
                    <a:pt x="51328" y="29800"/>
                  </a:lnTo>
                  <a:lnTo>
                    <a:pt x="49642" y="30176"/>
                  </a:lnTo>
                  <a:lnTo>
                    <a:pt x="49408" y="30182"/>
                  </a:lnTo>
                  <a:lnTo>
                    <a:pt x="45776" y="30278"/>
                  </a:lnTo>
                  <a:lnTo>
                    <a:pt x="44538" y="30384"/>
                  </a:lnTo>
                  <a:lnTo>
                    <a:pt x="39611" y="29912"/>
                  </a:lnTo>
                  <a:lnTo>
                    <a:pt x="38801" y="30671"/>
                  </a:lnTo>
                  <a:lnTo>
                    <a:pt x="38559" y="31100"/>
                  </a:lnTo>
                  <a:lnTo>
                    <a:pt x="38443" y="31986"/>
                  </a:lnTo>
                  <a:lnTo>
                    <a:pt x="38786" y="33293"/>
                  </a:lnTo>
                  <a:lnTo>
                    <a:pt x="39685" y="32998"/>
                  </a:lnTo>
                  <a:lnTo>
                    <a:pt x="40125" y="32854"/>
                  </a:lnTo>
                  <a:lnTo>
                    <a:pt x="40715" y="32711"/>
                  </a:lnTo>
                  <a:lnTo>
                    <a:pt x="41728" y="32672"/>
                  </a:lnTo>
                  <a:lnTo>
                    <a:pt x="41911" y="32692"/>
                  </a:lnTo>
                  <a:lnTo>
                    <a:pt x="42710" y="32782"/>
                  </a:lnTo>
                  <a:lnTo>
                    <a:pt x="43605" y="32934"/>
                  </a:lnTo>
                  <a:lnTo>
                    <a:pt x="44052" y="33086"/>
                  </a:lnTo>
                  <a:lnTo>
                    <a:pt x="44540" y="33292"/>
                  </a:lnTo>
                  <a:lnTo>
                    <a:pt x="44538" y="33781"/>
                  </a:lnTo>
                  <a:lnTo>
                    <a:pt x="44536" y="34345"/>
                  </a:lnTo>
                  <a:lnTo>
                    <a:pt x="46628" y="34313"/>
                  </a:lnTo>
                  <a:lnTo>
                    <a:pt x="51482" y="34020"/>
                  </a:lnTo>
                  <a:lnTo>
                    <a:pt x="51500" y="34486"/>
                  </a:lnTo>
                  <a:lnTo>
                    <a:pt x="51536" y="35404"/>
                  </a:lnTo>
                  <a:lnTo>
                    <a:pt x="51858" y="38739"/>
                  </a:lnTo>
                  <a:lnTo>
                    <a:pt x="52060" y="39863"/>
                  </a:lnTo>
                  <a:lnTo>
                    <a:pt x="50093" y="40263"/>
                  </a:lnTo>
                  <a:lnTo>
                    <a:pt x="47910" y="40531"/>
                  </a:lnTo>
                  <a:lnTo>
                    <a:pt x="47499" y="40540"/>
                  </a:lnTo>
                  <a:lnTo>
                    <a:pt x="47276" y="40508"/>
                  </a:lnTo>
                  <a:lnTo>
                    <a:pt x="48048" y="42166"/>
                  </a:lnTo>
                  <a:lnTo>
                    <a:pt x="48465" y="43063"/>
                  </a:lnTo>
                  <a:lnTo>
                    <a:pt x="48684" y="43242"/>
                  </a:lnTo>
                  <a:lnTo>
                    <a:pt x="48930" y="43444"/>
                  </a:lnTo>
                  <a:lnTo>
                    <a:pt x="50561" y="47840"/>
                  </a:lnTo>
                  <a:lnTo>
                    <a:pt x="51639" y="49498"/>
                  </a:lnTo>
                  <a:lnTo>
                    <a:pt x="54573" y="63827"/>
                  </a:lnTo>
                  <a:lnTo>
                    <a:pt x="54958" y="64807"/>
                  </a:lnTo>
                  <a:lnTo>
                    <a:pt x="55093" y="67002"/>
                  </a:lnTo>
                  <a:lnTo>
                    <a:pt x="55173" y="68290"/>
                  </a:lnTo>
                  <a:lnTo>
                    <a:pt x="55512" y="72473"/>
                  </a:lnTo>
                  <a:lnTo>
                    <a:pt x="56733" y="73429"/>
                  </a:lnTo>
                  <a:lnTo>
                    <a:pt x="56311" y="73932"/>
                  </a:lnTo>
                  <a:lnTo>
                    <a:pt x="56639" y="74145"/>
                  </a:lnTo>
                  <a:lnTo>
                    <a:pt x="55324" y="75986"/>
                  </a:lnTo>
                  <a:lnTo>
                    <a:pt x="54473" y="77422"/>
                  </a:lnTo>
                  <a:lnTo>
                    <a:pt x="64873" y="84439"/>
                  </a:lnTo>
                  <a:lnTo>
                    <a:pt x="65278" y="84712"/>
                  </a:lnTo>
                  <a:lnTo>
                    <a:pt x="64809" y="85334"/>
                  </a:lnTo>
                  <a:lnTo>
                    <a:pt x="62887" y="87880"/>
                  </a:lnTo>
                  <a:lnTo>
                    <a:pt x="61265" y="90030"/>
                  </a:lnTo>
                  <a:lnTo>
                    <a:pt x="60584" y="90931"/>
                  </a:lnTo>
                  <a:lnTo>
                    <a:pt x="60071" y="91660"/>
                  </a:lnTo>
                  <a:lnTo>
                    <a:pt x="57486" y="90076"/>
                  </a:lnTo>
                  <a:lnTo>
                    <a:pt x="53873" y="87679"/>
                  </a:lnTo>
                  <a:lnTo>
                    <a:pt x="53678" y="87549"/>
                  </a:lnTo>
                  <a:lnTo>
                    <a:pt x="49308" y="84594"/>
                  </a:lnTo>
                  <a:lnTo>
                    <a:pt x="48646" y="84146"/>
                  </a:lnTo>
                  <a:lnTo>
                    <a:pt x="48413" y="83989"/>
                  </a:lnTo>
                  <a:lnTo>
                    <a:pt x="45610" y="82191"/>
                  </a:lnTo>
                  <a:lnTo>
                    <a:pt x="43885" y="81084"/>
                  </a:lnTo>
                  <a:lnTo>
                    <a:pt x="43375" y="80756"/>
                  </a:lnTo>
                  <a:lnTo>
                    <a:pt x="41982" y="79863"/>
                  </a:lnTo>
                  <a:lnTo>
                    <a:pt x="38276" y="77378"/>
                  </a:lnTo>
                  <a:lnTo>
                    <a:pt x="32621" y="73586"/>
                  </a:lnTo>
                  <a:lnTo>
                    <a:pt x="28123" y="70570"/>
                  </a:lnTo>
                  <a:lnTo>
                    <a:pt x="26492" y="69477"/>
                  </a:lnTo>
                  <a:lnTo>
                    <a:pt x="21712" y="66272"/>
                  </a:lnTo>
                  <a:lnTo>
                    <a:pt x="18331" y="63962"/>
                  </a:lnTo>
                  <a:lnTo>
                    <a:pt x="18005" y="63739"/>
                  </a:lnTo>
                  <a:lnTo>
                    <a:pt x="16916" y="63021"/>
                  </a:lnTo>
                  <a:lnTo>
                    <a:pt x="14864" y="61668"/>
                  </a:lnTo>
                  <a:lnTo>
                    <a:pt x="11485" y="59440"/>
                  </a:lnTo>
                  <a:lnTo>
                    <a:pt x="8052" y="57177"/>
                  </a:lnTo>
                  <a:lnTo>
                    <a:pt x="6184" y="55945"/>
                  </a:lnTo>
                  <a:lnTo>
                    <a:pt x="4518" y="54847"/>
                  </a:lnTo>
                  <a:lnTo>
                    <a:pt x="0" y="51868"/>
                  </a:lnTo>
                  <a:lnTo>
                    <a:pt x="118" y="51614"/>
                  </a:lnTo>
                  <a:lnTo>
                    <a:pt x="711" y="50342"/>
                  </a:lnTo>
                  <a:lnTo>
                    <a:pt x="1893" y="47806"/>
                  </a:lnTo>
                  <a:lnTo>
                    <a:pt x="2110" y="47341"/>
                  </a:lnTo>
                  <a:lnTo>
                    <a:pt x="3187" y="44667"/>
                  </a:lnTo>
                  <a:lnTo>
                    <a:pt x="3443" y="44054"/>
                  </a:lnTo>
                  <a:lnTo>
                    <a:pt x="3821" y="43150"/>
                  </a:lnTo>
                  <a:lnTo>
                    <a:pt x="4423" y="41800"/>
                  </a:lnTo>
                  <a:lnTo>
                    <a:pt x="4765" y="41033"/>
                  </a:lnTo>
                  <a:lnTo>
                    <a:pt x="5055" y="40380"/>
                  </a:lnTo>
                  <a:lnTo>
                    <a:pt x="5135" y="40200"/>
                  </a:lnTo>
                  <a:lnTo>
                    <a:pt x="6798" y="36477"/>
                  </a:lnTo>
                  <a:lnTo>
                    <a:pt x="6955" y="36147"/>
                  </a:lnTo>
                  <a:lnTo>
                    <a:pt x="9552" y="30675"/>
                  </a:lnTo>
                  <a:lnTo>
                    <a:pt x="11311" y="26971"/>
                  </a:lnTo>
                  <a:lnTo>
                    <a:pt x="11631" y="26298"/>
                  </a:lnTo>
                  <a:lnTo>
                    <a:pt x="12986" y="23244"/>
                  </a:lnTo>
                  <a:lnTo>
                    <a:pt x="13833" y="21335"/>
                  </a:lnTo>
                  <a:lnTo>
                    <a:pt x="14256" y="20381"/>
                  </a:lnTo>
                  <a:lnTo>
                    <a:pt x="14710" y="19357"/>
                  </a:lnTo>
                  <a:lnTo>
                    <a:pt x="17827" y="12333"/>
                  </a:lnTo>
                  <a:lnTo>
                    <a:pt x="21150" y="4846"/>
                  </a:lnTo>
                  <a:lnTo>
                    <a:pt x="21991" y="2951"/>
                  </a:lnTo>
                  <a:lnTo>
                    <a:pt x="22439" y="1940"/>
                  </a:lnTo>
                  <a:lnTo>
                    <a:pt x="23003" y="671"/>
                  </a:lnTo>
                  <a:lnTo>
                    <a:pt x="23300"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8" name="pg267"/>
            <p:cNvSpPr/>
            <p:nvPr/>
          </p:nvSpPr>
          <p:spPr>
            <a:xfrm>
              <a:off x="3884931" y="2536904"/>
              <a:ext cx="61347" cy="68335"/>
            </a:xfrm>
            <a:custGeom>
              <a:avLst/>
              <a:pathLst>
                <a:path w="61347" h="68335">
                  <a:moveTo>
                    <a:pt x="61347" y="11397"/>
                  </a:moveTo>
                  <a:lnTo>
                    <a:pt x="59643" y="14987"/>
                  </a:lnTo>
                  <a:lnTo>
                    <a:pt x="57045" y="20459"/>
                  </a:lnTo>
                  <a:lnTo>
                    <a:pt x="56831" y="20910"/>
                  </a:lnTo>
                  <a:lnTo>
                    <a:pt x="55226" y="24511"/>
                  </a:lnTo>
                  <a:lnTo>
                    <a:pt x="55066" y="24870"/>
                  </a:lnTo>
                  <a:lnTo>
                    <a:pt x="54855" y="25344"/>
                  </a:lnTo>
                  <a:lnTo>
                    <a:pt x="54499" y="26143"/>
                  </a:lnTo>
                  <a:lnTo>
                    <a:pt x="53912" y="27461"/>
                  </a:lnTo>
                  <a:lnTo>
                    <a:pt x="53484" y="28485"/>
                  </a:lnTo>
                  <a:lnTo>
                    <a:pt x="53278" y="28978"/>
                  </a:lnTo>
                  <a:lnTo>
                    <a:pt x="52163" y="31733"/>
                  </a:lnTo>
                  <a:lnTo>
                    <a:pt x="51984" y="32117"/>
                  </a:lnTo>
                  <a:lnTo>
                    <a:pt x="50801" y="34654"/>
                  </a:lnTo>
                  <a:lnTo>
                    <a:pt x="50208" y="35925"/>
                  </a:lnTo>
                  <a:lnTo>
                    <a:pt x="50090" y="36179"/>
                  </a:lnTo>
                  <a:lnTo>
                    <a:pt x="49972" y="36412"/>
                  </a:lnTo>
                  <a:lnTo>
                    <a:pt x="49538" y="37088"/>
                  </a:lnTo>
                  <a:lnTo>
                    <a:pt x="49317" y="37432"/>
                  </a:lnTo>
                  <a:lnTo>
                    <a:pt x="49150" y="37693"/>
                  </a:lnTo>
                  <a:lnTo>
                    <a:pt x="48949" y="38007"/>
                  </a:lnTo>
                  <a:lnTo>
                    <a:pt x="45397" y="43540"/>
                  </a:lnTo>
                  <a:lnTo>
                    <a:pt x="45187" y="43867"/>
                  </a:lnTo>
                  <a:lnTo>
                    <a:pt x="44428" y="45049"/>
                  </a:lnTo>
                  <a:lnTo>
                    <a:pt x="43681" y="46212"/>
                  </a:lnTo>
                  <a:lnTo>
                    <a:pt x="43139" y="47058"/>
                  </a:lnTo>
                  <a:lnTo>
                    <a:pt x="42979" y="47306"/>
                  </a:lnTo>
                  <a:lnTo>
                    <a:pt x="42946" y="47695"/>
                  </a:lnTo>
                  <a:lnTo>
                    <a:pt x="42902" y="48215"/>
                  </a:lnTo>
                  <a:lnTo>
                    <a:pt x="42199" y="49293"/>
                  </a:lnTo>
                  <a:lnTo>
                    <a:pt x="40169" y="52404"/>
                  </a:lnTo>
                  <a:lnTo>
                    <a:pt x="31674" y="65424"/>
                  </a:lnTo>
                  <a:lnTo>
                    <a:pt x="31224" y="66173"/>
                  </a:lnTo>
                  <a:lnTo>
                    <a:pt x="29823" y="68335"/>
                  </a:lnTo>
                  <a:lnTo>
                    <a:pt x="29589" y="68192"/>
                  </a:lnTo>
                  <a:lnTo>
                    <a:pt x="23645" y="64554"/>
                  </a:lnTo>
                  <a:lnTo>
                    <a:pt x="23301" y="64343"/>
                  </a:lnTo>
                  <a:lnTo>
                    <a:pt x="15807" y="59757"/>
                  </a:lnTo>
                  <a:lnTo>
                    <a:pt x="12107" y="57492"/>
                  </a:lnTo>
                  <a:lnTo>
                    <a:pt x="10043" y="56229"/>
                  </a:lnTo>
                  <a:lnTo>
                    <a:pt x="8190" y="55095"/>
                  </a:lnTo>
                  <a:lnTo>
                    <a:pt x="8643" y="54306"/>
                  </a:lnTo>
                  <a:lnTo>
                    <a:pt x="8836" y="53970"/>
                  </a:lnTo>
                  <a:lnTo>
                    <a:pt x="8959" y="53756"/>
                  </a:lnTo>
                  <a:lnTo>
                    <a:pt x="10648" y="51126"/>
                  </a:lnTo>
                  <a:lnTo>
                    <a:pt x="11429" y="49912"/>
                  </a:lnTo>
                  <a:lnTo>
                    <a:pt x="11744" y="49421"/>
                  </a:lnTo>
                  <a:lnTo>
                    <a:pt x="11865" y="49239"/>
                  </a:lnTo>
                  <a:lnTo>
                    <a:pt x="13007" y="47520"/>
                  </a:lnTo>
                  <a:lnTo>
                    <a:pt x="13532" y="46662"/>
                  </a:lnTo>
                  <a:lnTo>
                    <a:pt x="14044" y="45823"/>
                  </a:lnTo>
                  <a:lnTo>
                    <a:pt x="15189" y="43864"/>
                  </a:lnTo>
                  <a:lnTo>
                    <a:pt x="11033" y="41295"/>
                  </a:lnTo>
                  <a:lnTo>
                    <a:pt x="10021" y="40670"/>
                  </a:lnTo>
                  <a:lnTo>
                    <a:pt x="10390" y="40084"/>
                  </a:lnTo>
                  <a:lnTo>
                    <a:pt x="4125" y="36342"/>
                  </a:lnTo>
                  <a:lnTo>
                    <a:pt x="3893" y="36204"/>
                  </a:lnTo>
                  <a:lnTo>
                    <a:pt x="5166" y="33968"/>
                  </a:lnTo>
                  <a:lnTo>
                    <a:pt x="3145" y="32744"/>
                  </a:lnTo>
                  <a:lnTo>
                    <a:pt x="3671" y="31957"/>
                  </a:lnTo>
                  <a:lnTo>
                    <a:pt x="788" y="30264"/>
                  </a:lnTo>
                  <a:lnTo>
                    <a:pt x="0" y="29801"/>
                  </a:lnTo>
                  <a:lnTo>
                    <a:pt x="93" y="29648"/>
                  </a:lnTo>
                  <a:lnTo>
                    <a:pt x="295" y="29344"/>
                  </a:lnTo>
                  <a:lnTo>
                    <a:pt x="416" y="29163"/>
                  </a:lnTo>
                  <a:lnTo>
                    <a:pt x="1799" y="27083"/>
                  </a:lnTo>
                  <a:lnTo>
                    <a:pt x="2542" y="25887"/>
                  </a:lnTo>
                  <a:lnTo>
                    <a:pt x="2730" y="25585"/>
                  </a:lnTo>
                  <a:lnTo>
                    <a:pt x="3071" y="25036"/>
                  </a:lnTo>
                  <a:lnTo>
                    <a:pt x="4192" y="23233"/>
                  </a:lnTo>
                  <a:lnTo>
                    <a:pt x="4391" y="22914"/>
                  </a:lnTo>
                  <a:lnTo>
                    <a:pt x="4630" y="22528"/>
                  </a:lnTo>
                  <a:lnTo>
                    <a:pt x="5150" y="21692"/>
                  </a:lnTo>
                  <a:lnTo>
                    <a:pt x="5249" y="21534"/>
                  </a:lnTo>
                  <a:lnTo>
                    <a:pt x="6022" y="20290"/>
                  </a:lnTo>
                  <a:lnTo>
                    <a:pt x="6967" y="18769"/>
                  </a:lnTo>
                  <a:lnTo>
                    <a:pt x="7104" y="18549"/>
                  </a:lnTo>
                  <a:lnTo>
                    <a:pt x="7301" y="18231"/>
                  </a:lnTo>
                  <a:lnTo>
                    <a:pt x="7980" y="17140"/>
                  </a:lnTo>
                  <a:lnTo>
                    <a:pt x="8606" y="16132"/>
                  </a:lnTo>
                  <a:lnTo>
                    <a:pt x="11211" y="11942"/>
                  </a:lnTo>
                  <a:lnTo>
                    <a:pt x="11433" y="11585"/>
                  </a:lnTo>
                  <a:lnTo>
                    <a:pt x="12431" y="9980"/>
                  </a:lnTo>
                  <a:lnTo>
                    <a:pt x="12661" y="9610"/>
                  </a:lnTo>
                  <a:lnTo>
                    <a:pt x="13806" y="7767"/>
                  </a:lnTo>
                  <a:lnTo>
                    <a:pt x="14843" y="6099"/>
                  </a:lnTo>
                  <a:lnTo>
                    <a:pt x="16204" y="3959"/>
                  </a:lnTo>
                  <a:lnTo>
                    <a:pt x="16541" y="3429"/>
                  </a:lnTo>
                  <a:lnTo>
                    <a:pt x="17295" y="2243"/>
                  </a:lnTo>
                  <a:lnTo>
                    <a:pt x="17382" y="2106"/>
                  </a:lnTo>
                  <a:lnTo>
                    <a:pt x="17526" y="1879"/>
                  </a:lnTo>
                  <a:lnTo>
                    <a:pt x="21786" y="4519"/>
                  </a:lnTo>
                  <a:lnTo>
                    <a:pt x="23188" y="5389"/>
                  </a:lnTo>
                  <a:lnTo>
                    <a:pt x="23482" y="5571"/>
                  </a:lnTo>
                  <a:lnTo>
                    <a:pt x="26616" y="7514"/>
                  </a:lnTo>
                  <a:lnTo>
                    <a:pt x="34611" y="12470"/>
                  </a:lnTo>
                  <a:lnTo>
                    <a:pt x="35158" y="12685"/>
                  </a:lnTo>
                  <a:lnTo>
                    <a:pt x="38200" y="8353"/>
                  </a:lnTo>
                  <a:lnTo>
                    <a:pt x="38575" y="7819"/>
                  </a:lnTo>
                  <a:lnTo>
                    <a:pt x="39087" y="7086"/>
                  </a:lnTo>
                  <a:lnTo>
                    <a:pt x="41357" y="3664"/>
                  </a:lnTo>
                  <a:lnTo>
                    <a:pt x="41976" y="2730"/>
                  </a:lnTo>
                  <a:lnTo>
                    <a:pt x="43686" y="152"/>
                  </a:lnTo>
                  <a:lnTo>
                    <a:pt x="43787" y="0"/>
                  </a:lnTo>
                  <a:lnTo>
                    <a:pt x="50635" y="4519"/>
                  </a:lnTo>
                  <a:lnTo>
                    <a:pt x="50936" y="4718"/>
                  </a:lnTo>
                  <a:lnTo>
                    <a:pt x="51705" y="5226"/>
                  </a:lnTo>
                  <a:lnTo>
                    <a:pt x="51949" y="5385"/>
                  </a:lnTo>
                  <a:lnTo>
                    <a:pt x="52323" y="5625"/>
                  </a:lnTo>
                  <a:lnTo>
                    <a:pt x="52891" y="5988"/>
                  </a:lnTo>
                  <a:lnTo>
                    <a:pt x="58355" y="9483"/>
                  </a:lnTo>
                  <a:lnTo>
                    <a:pt x="61029" y="1119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69" name="pg268"/>
            <p:cNvSpPr/>
            <p:nvPr/>
          </p:nvSpPr>
          <p:spPr>
            <a:xfrm>
              <a:off x="3817877" y="2525351"/>
              <a:ext cx="84580" cy="60462"/>
            </a:xfrm>
            <a:custGeom>
              <a:avLst/>
              <a:pathLst>
                <a:path w="84580" h="60462">
                  <a:moveTo>
                    <a:pt x="80859" y="19321"/>
                  </a:moveTo>
                  <a:lnTo>
                    <a:pt x="79714" y="21163"/>
                  </a:lnTo>
                  <a:lnTo>
                    <a:pt x="79413" y="21647"/>
                  </a:lnTo>
                  <a:lnTo>
                    <a:pt x="78486" y="23138"/>
                  </a:lnTo>
                  <a:lnTo>
                    <a:pt x="78236" y="23541"/>
                  </a:lnTo>
                  <a:lnTo>
                    <a:pt x="75660" y="27685"/>
                  </a:lnTo>
                  <a:lnTo>
                    <a:pt x="75033" y="28693"/>
                  </a:lnTo>
                  <a:lnTo>
                    <a:pt x="74355" y="29784"/>
                  </a:lnTo>
                  <a:lnTo>
                    <a:pt x="74157" y="30102"/>
                  </a:lnTo>
                  <a:lnTo>
                    <a:pt x="74021" y="30322"/>
                  </a:lnTo>
                  <a:lnTo>
                    <a:pt x="73075" y="31843"/>
                  </a:lnTo>
                  <a:lnTo>
                    <a:pt x="72302" y="33087"/>
                  </a:lnTo>
                  <a:lnTo>
                    <a:pt x="72193" y="33261"/>
                  </a:lnTo>
                  <a:lnTo>
                    <a:pt x="71684" y="34081"/>
                  </a:lnTo>
                  <a:lnTo>
                    <a:pt x="71444" y="34467"/>
                  </a:lnTo>
                  <a:lnTo>
                    <a:pt x="71182" y="34889"/>
                  </a:lnTo>
                  <a:lnTo>
                    <a:pt x="70125" y="36589"/>
                  </a:lnTo>
                  <a:lnTo>
                    <a:pt x="69784" y="37138"/>
                  </a:lnTo>
                  <a:lnTo>
                    <a:pt x="69596" y="37440"/>
                  </a:lnTo>
                  <a:lnTo>
                    <a:pt x="68852" y="38636"/>
                  </a:lnTo>
                  <a:lnTo>
                    <a:pt x="67469" y="40716"/>
                  </a:lnTo>
                  <a:lnTo>
                    <a:pt x="67349" y="40897"/>
                  </a:lnTo>
                  <a:lnTo>
                    <a:pt x="67146" y="41202"/>
                  </a:lnTo>
                  <a:lnTo>
                    <a:pt x="67053" y="41354"/>
                  </a:lnTo>
                  <a:lnTo>
                    <a:pt x="66691" y="41947"/>
                  </a:lnTo>
                  <a:lnTo>
                    <a:pt x="65810" y="43328"/>
                  </a:lnTo>
                  <a:lnTo>
                    <a:pt x="63977" y="46203"/>
                  </a:lnTo>
                  <a:lnTo>
                    <a:pt x="60699" y="51343"/>
                  </a:lnTo>
                  <a:lnTo>
                    <a:pt x="60437" y="51747"/>
                  </a:lnTo>
                  <a:lnTo>
                    <a:pt x="59322" y="53471"/>
                  </a:lnTo>
                  <a:lnTo>
                    <a:pt x="60781" y="54567"/>
                  </a:lnTo>
                  <a:lnTo>
                    <a:pt x="59658" y="56357"/>
                  </a:lnTo>
                  <a:lnTo>
                    <a:pt x="57269" y="60161"/>
                  </a:lnTo>
                  <a:lnTo>
                    <a:pt x="57063" y="60462"/>
                  </a:lnTo>
                  <a:lnTo>
                    <a:pt x="51428" y="57176"/>
                  </a:lnTo>
                  <a:lnTo>
                    <a:pt x="51285" y="57087"/>
                  </a:lnTo>
                  <a:lnTo>
                    <a:pt x="49481" y="55960"/>
                  </a:lnTo>
                  <a:lnTo>
                    <a:pt x="49159" y="55759"/>
                  </a:lnTo>
                  <a:lnTo>
                    <a:pt x="48506" y="55351"/>
                  </a:lnTo>
                  <a:lnTo>
                    <a:pt x="48230" y="55179"/>
                  </a:lnTo>
                  <a:lnTo>
                    <a:pt x="47026" y="54426"/>
                  </a:lnTo>
                  <a:lnTo>
                    <a:pt x="46868" y="54328"/>
                  </a:lnTo>
                  <a:lnTo>
                    <a:pt x="45297" y="53347"/>
                  </a:lnTo>
                  <a:lnTo>
                    <a:pt x="41238" y="50661"/>
                  </a:lnTo>
                  <a:lnTo>
                    <a:pt x="37602" y="48374"/>
                  </a:lnTo>
                  <a:lnTo>
                    <a:pt x="32926" y="45381"/>
                  </a:lnTo>
                  <a:lnTo>
                    <a:pt x="32761" y="45275"/>
                  </a:lnTo>
                  <a:lnTo>
                    <a:pt x="32629" y="45191"/>
                  </a:lnTo>
                  <a:lnTo>
                    <a:pt x="32761" y="44992"/>
                  </a:lnTo>
                  <a:lnTo>
                    <a:pt x="32885" y="44804"/>
                  </a:lnTo>
                  <a:lnTo>
                    <a:pt x="34968" y="41356"/>
                  </a:lnTo>
                  <a:lnTo>
                    <a:pt x="37188" y="37656"/>
                  </a:lnTo>
                  <a:lnTo>
                    <a:pt x="32289" y="34692"/>
                  </a:lnTo>
                  <a:lnTo>
                    <a:pt x="24520" y="29992"/>
                  </a:lnTo>
                  <a:lnTo>
                    <a:pt x="23908" y="29621"/>
                  </a:lnTo>
                  <a:lnTo>
                    <a:pt x="20118" y="27256"/>
                  </a:lnTo>
                  <a:lnTo>
                    <a:pt x="18486" y="26237"/>
                  </a:lnTo>
                  <a:lnTo>
                    <a:pt x="17725" y="25762"/>
                  </a:lnTo>
                  <a:lnTo>
                    <a:pt x="17420" y="25566"/>
                  </a:lnTo>
                  <a:lnTo>
                    <a:pt x="15748" y="24487"/>
                  </a:lnTo>
                  <a:lnTo>
                    <a:pt x="15391" y="24256"/>
                  </a:lnTo>
                  <a:lnTo>
                    <a:pt x="15344" y="24026"/>
                  </a:lnTo>
                  <a:lnTo>
                    <a:pt x="14216" y="23531"/>
                  </a:lnTo>
                  <a:lnTo>
                    <a:pt x="13931" y="23406"/>
                  </a:lnTo>
                  <a:lnTo>
                    <a:pt x="12744" y="22886"/>
                  </a:lnTo>
                  <a:lnTo>
                    <a:pt x="12117" y="22611"/>
                  </a:lnTo>
                  <a:lnTo>
                    <a:pt x="10737" y="22005"/>
                  </a:lnTo>
                  <a:lnTo>
                    <a:pt x="7771" y="21250"/>
                  </a:lnTo>
                  <a:lnTo>
                    <a:pt x="7542" y="21192"/>
                  </a:lnTo>
                  <a:lnTo>
                    <a:pt x="7306" y="21132"/>
                  </a:lnTo>
                  <a:lnTo>
                    <a:pt x="5699" y="20859"/>
                  </a:lnTo>
                  <a:lnTo>
                    <a:pt x="4912" y="20877"/>
                  </a:lnTo>
                  <a:lnTo>
                    <a:pt x="3215" y="21087"/>
                  </a:lnTo>
                  <a:lnTo>
                    <a:pt x="2459" y="20022"/>
                  </a:lnTo>
                  <a:lnTo>
                    <a:pt x="1285" y="18369"/>
                  </a:lnTo>
                  <a:lnTo>
                    <a:pt x="0" y="16014"/>
                  </a:lnTo>
                  <a:lnTo>
                    <a:pt x="211" y="12959"/>
                  </a:lnTo>
                  <a:lnTo>
                    <a:pt x="598" y="11289"/>
                  </a:lnTo>
                  <a:lnTo>
                    <a:pt x="2917" y="9812"/>
                  </a:lnTo>
                  <a:lnTo>
                    <a:pt x="3234" y="9610"/>
                  </a:lnTo>
                  <a:lnTo>
                    <a:pt x="3878" y="8256"/>
                  </a:lnTo>
                  <a:lnTo>
                    <a:pt x="5472" y="8986"/>
                  </a:lnTo>
                  <a:lnTo>
                    <a:pt x="6779" y="9585"/>
                  </a:lnTo>
                  <a:lnTo>
                    <a:pt x="6932" y="9655"/>
                  </a:lnTo>
                  <a:lnTo>
                    <a:pt x="7292" y="9820"/>
                  </a:lnTo>
                  <a:lnTo>
                    <a:pt x="7661" y="9850"/>
                  </a:lnTo>
                  <a:lnTo>
                    <a:pt x="8205" y="9900"/>
                  </a:lnTo>
                  <a:lnTo>
                    <a:pt x="8348" y="9975"/>
                  </a:lnTo>
                  <a:lnTo>
                    <a:pt x="8559" y="10086"/>
                  </a:lnTo>
                  <a:lnTo>
                    <a:pt x="8855" y="10243"/>
                  </a:lnTo>
                  <a:lnTo>
                    <a:pt x="9174" y="10411"/>
                  </a:lnTo>
                  <a:lnTo>
                    <a:pt x="9649" y="10694"/>
                  </a:lnTo>
                  <a:lnTo>
                    <a:pt x="12053" y="10789"/>
                  </a:lnTo>
                  <a:lnTo>
                    <a:pt x="14884" y="11577"/>
                  </a:lnTo>
                  <a:lnTo>
                    <a:pt x="14880" y="11729"/>
                  </a:lnTo>
                  <a:lnTo>
                    <a:pt x="14951" y="12852"/>
                  </a:lnTo>
                  <a:lnTo>
                    <a:pt x="15657" y="12475"/>
                  </a:lnTo>
                  <a:lnTo>
                    <a:pt x="16689" y="11924"/>
                  </a:lnTo>
                  <a:lnTo>
                    <a:pt x="17679" y="11395"/>
                  </a:lnTo>
                  <a:lnTo>
                    <a:pt x="17841" y="11243"/>
                  </a:lnTo>
                  <a:lnTo>
                    <a:pt x="18396" y="10733"/>
                  </a:lnTo>
                  <a:lnTo>
                    <a:pt x="20276" y="10183"/>
                  </a:lnTo>
                  <a:lnTo>
                    <a:pt x="20438" y="10137"/>
                  </a:lnTo>
                  <a:lnTo>
                    <a:pt x="22224" y="9761"/>
                  </a:lnTo>
                  <a:lnTo>
                    <a:pt x="23945" y="9398"/>
                  </a:lnTo>
                  <a:lnTo>
                    <a:pt x="24493" y="9283"/>
                  </a:lnTo>
                  <a:lnTo>
                    <a:pt x="25947" y="8970"/>
                  </a:lnTo>
                  <a:lnTo>
                    <a:pt x="27007" y="7921"/>
                  </a:lnTo>
                  <a:lnTo>
                    <a:pt x="30437" y="9764"/>
                  </a:lnTo>
                  <a:lnTo>
                    <a:pt x="30603" y="9853"/>
                  </a:lnTo>
                  <a:lnTo>
                    <a:pt x="33467" y="11474"/>
                  </a:lnTo>
                  <a:lnTo>
                    <a:pt x="33698" y="11605"/>
                  </a:lnTo>
                  <a:lnTo>
                    <a:pt x="34247" y="11915"/>
                  </a:lnTo>
                  <a:lnTo>
                    <a:pt x="35132" y="12416"/>
                  </a:lnTo>
                  <a:lnTo>
                    <a:pt x="35409" y="11970"/>
                  </a:lnTo>
                  <a:lnTo>
                    <a:pt x="37556" y="13035"/>
                  </a:lnTo>
                  <a:lnTo>
                    <a:pt x="38343" y="13471"/>
                  </a:lnTo>
                  <a:lnTo>
                    <a:pt x="40402" y="14614"/>
                  </a:lnTo>
                  <a:lnTo>
                    <a:pt x="41613" y="15323"/>
                  </a:lnTo>
                  <a:lnTo>
                    <a:pt x="43124" y="16208"/>
                  </a:lnTo>
                  <a:lnTo>
                    <a:pt x="44123" y="16793"/>
                  </a:lnTo>
                  <a:lnTo>
                    <a:pt x="44866" y="17229"/>
                  </a:lnTo>
                  <a:lnTo>
                    <a:pt x="48619" y="19427"/>
                  </a:lnTo>
                  <a:lnTo>
                    <a:pt x="48920" y="19604"/>
                  </a:lnTo>
                  <a:lnTo>
                    <a:pt x="49087" y="19343"/>
                  </a:lnTo>
                  <a:lnTo>
                    <a:pt x="51791" y="15115"/>
                  </a:lnTo>
                  <a:lnTo>
                    <a:pt x="53591" y="12301"/>
                  </a:lnTo>
                  <a:lnTo>
                    <a:pt x="55654" y="8981"/>
                  </a:lnTo>
                  <a:lnTo>
                    <a:pt x="57267" y="6387"/>
                  </a:lnTo>
                  <a:lnTo>
                    <a:pt x="57818" y="5635"/>
                  </a:lnTo>
                  <a:lnTo>
                    <a:pt x="58299" y="4980"/>
                  </a:lnTo>
                  <a:lnTo>
                    <a:pt x="59211" y="3737"/>
                  </a:lnTo>
                  <a:lnTo>
                    <a:pt x="59339" y="3562"/>
                  </a:lnTo>
                  <a:lnTo>
                    <a:pt x="61012" y="1664"/>
                  </a:lnTo>
                  <a:lnTo>
                    <a:pt x="61714" y="1016"/>
                  </a:lnTo>
                  <a:lnTo>
                    <a:pt x="62674" y="130"/>
                  </a:lnTo>
                  <a:lnTo>
                    <a:pt x="62815" y="0"/>
                  </a:lnTo>
                  <a:lnTo>
                    <a:pt x="63063" y="152"/>
                  </a:lnTo>
                  <a:lnTo>
                    <a:pt x="63807" y="609"/>
                  </a:lnTo>
                  <a:lnTo>
                    <a:pt x="66927" y="2526"/>
                  </a:lnTo>
                  <a:lnTo>
                    <a:pt x="70312" y="4606"/>
                  </a:lnTo>
                  <a:lnTo>
                    <a:pt x="70920" y="4980"/>
                  </a:lnTo>
                  <a:lnTo>
                    <a:pt x="73951" y="6843"/>
                  </a:lnTo>
                  <a:lnTo>
                    <a:pt x="77110" y="8801"/>
                  </a:lnTo>
                  <a:lnTo>
                    <a:pt x="77452" y="9013"/>
                  </a:lnTo>
                  <a:lnTo>
                    <a:pt x="77965" y="9332"/>
                  </a:lnTo>
                  <a:lnTo>
                    <a:pt x="81037" y="11236"/>
                  </a:lnTo>
                  <a:lnTo>
                    <a:pt x="81383" y="11450"/>
                  </a:lnTo>
                  <a:lnTo>
                    <a:pt x="84580" y="13432"/>
                  </a:lnTo>
                  <a:lnTo>
                    <a:pt x="84435" y="13659"/>
                  </a:lnTo>
                  <a:lnTo>
                    <a:pt x="84348" y="13796"/>
                  </a:lnTo>
                  <a:lnTo>
                    <a:pt x="83594" y="14982"/>
                  </a:lnTo>
                  <a:lnTo>
                    <a:pt x="83257" y="15512"/>
                  </a:lnTo>
                  <a:lnTo>
                    <a:pt x="81873" y="1769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0" name="pg269"/>
            <p:cNvSpPr/>
            <p:nvPr/>
          </p:nvSpPr>
          <p:spPr>
            <a:xfrm>
              <a:off x="3779054" y="2540925"/>
              <a:ext cx="95899" cy="78415"/>
            </a:xfrm>
            <a:custGeom>
              <a:avLst/>
              <a:pathLst>
                <a:path w="95899" h="78415">
                  <a:moveTo>
                    <a:pt x="41283" y="4449"/>
                  </a:moveTo>
                  <a:lnTo>
                    <a:pt x="42039" y="5513"/>
                  </a:lnTo>
                  <a:lnTo>
                    <a:pt x="43736" y="5304"/>
                  </a:lnTo>
                  <a:lnTo>
                    <a:pt x="44523" y="5286"/>
                  </a:lnTo>
                  <a:lnTo>
                    <a:pt x="46130" y="5558"/>
                  </a:lnTo>
                  <a:lnTo>
                    <a:pt x="46366" y="5618"/>
                  </a:lnTo>
                  <a:lnTo>
                    <a:pt x="46595" y="5677"/>
                  </a:lnTo>
                  <a:lnTo>
                    <a:pt x="49561" y="6432"/>
                  </a:lnTo>
                  <a:lnTo>
                    <a:pt x="50941" y="7037"/>
                  </a:lnTo>
                  <a:lnTo>
                    <a:pt x="51681" y="7362"/>
                  </a:lnTo>
                  <a:lnTo>
                    <a:pt x="52754" y="7832"/>
                  </a:lnTo>
                  <a:lnTo>
                    <a:pt x="53040" y="7958"/>
                  </a:lnTo>
                  <a:lnTo>
                    <a:pt x="54168" y="8452"/>
                  </a:lnTo>
                  <a:lnTo>
                    <a:pt x="54215" y="8682"/>
                  </a:lnTo>
                  <a:lnTo>
                    <a:pt x="54572" y="8913"/>
                  </a:lnTo>
                  <a:lnTo>
                    <a:pt x="56244" y="9992"/>
                  </a:lnTo>
                  <a:lnTo>
                    <a:pt x="56548" y="10189"/>
                  </a:lnTo>
                  <a:lnTo>
                    <a:pt x="57341" y="10684"/>
                  </a:lnTo>
                  <a:lnTo>
                    <a:pt x="58941" y="11682"/>
                  </a:lnTo>
                  <a:lnTo>
                    <a:pt x="62732" y="14048"/>
                  </a:lnTo>
                  <a:lnTo>
                    <a:pt x="63344" y="14418"/>
                  </a:lnTo>
                  <a:lnTo>
                    <a:pt x="71113" y="19118"/>
                  </a:lnTo>
                  <a:lnTo>
                    <a:pt x="76023" y="22089"/>
                  </a:lnTo>
                  <a:lnTo>
                    <a:pt x="73791" y="25783"/>
                  </a:lnTo>
                  <a:lnTo>
                    <a:pt x="71708" y="29230"/>
                  </a:lnTo>
                  <a:lnTo>
                    <a:pt x="71584" y="29418"/>
                  </a:lnTo>
                  <a:lnTo>
                    <a:pt x="71453" y="29617"/>
                  </a:lnTo>
                  <a:lnTo>
                    <a:pt x="71584" y="29702"/>
                  </a:lnTo>
                  <a:lnTo>
                    <a:pt x="71750" y="29808"/>
                  </a:lnTo>
                  <a:lnTo>
                    <a:pt x="76425" y="32801"/>
                  </a:lnTo>
                  <a:lnTo>
                    <a:pt x="80068" y="35092"/>
                  </a:lnTo>
                  <a:lnTo>
                    <a:pt x="84207" y="37827"/>
                  </a:lnTo>
                  <a:lnTo>
                    <a:pt x="85691" y="38754"/>
                  </a:lnTo>
                  <a:lnTo>
                    <a:pt x="85849" y="38853"/>
                  </a:lnTo>
                  <a:lnTo>
                    <a:pt x="87120" y="39646"/>
                  </a:lnTo>
                  <a:lnTo>
                    <a:pt x="87329" y="39777"/>
                  </a:lnTo>
                  <a:lnTo>
                    <a:pt x="88034" y="40217"/>
                  </a:lnTo>
                  <a:lnTo>
                    <a:pt x="88304" y="40386"/>
                  </a:lnTo>
                  <a:lnTo>
                    <a:pt x="90108" y="41513"/>
                  </a:lnTo>
                  <a:lnTo>
                    <a:pt x="90251" y="41602"/>
                  </a:lnTo>
                  <a:lnTo>
                    <a:pt x="95899" y="44896"/>
                  </a:lnTo>
                  <a:lnTo>
                    <a:pt x="93924" y="48038"/>
                  </a:lnTo>
                  <a:lnTo>
                    <a:pt x="93559" y="48592"/>
                  </a:lnTo>
                  <a:lnTo>
                    <a:pt x="91277" y="52057"/>
                  </a:lnTo>
                  <a:lnTo>
                    <a:pt x="87611" y="57623"/>
                  </a:lnTo>
                  <a:lnTo>
                    <a:pt x="87453" y="57863"/>
                  </a:lnTo>
                  <a:lnTo>
                    <a:pt x="84308" y="62981"/>
                  </a:lnTo>
                  <a:lnTo>
                    <a:pt x="81901" y="66898"/>
                  </a:lnTo>
                  <a:lnTo>
                    <a:pt x="81758" y="67131"/>
                  </a:lnTo>
                  <a:lnTo>
                    <a:pt x="81639" y="67322"/>
                  </a:lnTo>
                  <a:lnTo>
                    <a:pt x="79406" y="70883"/>
                  </a:lnTo>
                  <a:lnTo>
                    <a:pt x="78547" y="72197"/>
                  </a:lnTo>
                  <a:lnTo>
                    <a:pt x="74562" y="78415"/>
                  </a:lnTo>
                  <a:lnTo>
                    <a:pt x="74407" y="78319"/>
                  </a:lnTo>
                  <a:lnTo>
                    <a:pt x="70786" y="76095"/>
                  </a:lnTo>
                  <a:lnTo>
                    <a:pt x="70173" y="75719"/>
                  </a:lnTo>
                  <a:lnTo>
                    <a:pt x="69773" y="75473"/>
                  </a:lnTo>
                  <a:lnTo>
                    <a:pt x="70260" y="74694"/>
                  </a:lnTo>
                  <a:lnTo>
                    <a:pt x="71329" y="72985"/>
                  </a:lnTo>
                  <a:lnTo>
                    <a:pt x="70835" y="72675"/>
                  </a:lnTo>
                  <a:lnTo>
                    <a:pt x="69322" y="71726"/>
                  </a:lnTo>
                  <a:lnTo>
                    <a:pt x="68992" y="71519"/>
                  </a:lnTo>
                  <a:lnTo>
                    <a:pt x="67007" y="70274"/>
                  </a:lnTo>
                  <a:lnTo>
                    <a:pt x="66848" y="70174"/>
                  </a:lnTo>
                  <a:lnTo>
                    <a:pt x="66059" y="69679"/>
                  </a:lnTo>
                  <a:lnTo>
                    <a:pt x="65045" y="69044"/>
                  </a:lnTo>
                  <a:lnTo>
                    <a:pt x="64695" y="68846"/>
                  </a:lnTo>
                  <a:lnTo>
                    <a:pt x="64050" y="68482"/>
                  </a:lnTo>
                  <a:lnTo>
                    <a:pt x="63260" y="68035"/>
                  </a:lnTo>
                  <a:lnTo>
                    <a:pt x="63045" y="67914"/>
                  </a:lnTo>
                  <a:lnTo>
                    <a:pt x="61648" y="67125"/>
                  </a:lnTo>
                  <a:lnTo>
                    <a:pt x="61008" y="66763"/>
                  </a:lnTo>
                  <a:lnTo>
                    <a:pt x="60058" y="66227"/>
                  </a:lnTo>
                  <a:lnTo>
                    <a:pt x="60292" y="65809"/>
                  </a:lnTo>
                  <a:lnTo>
                    <a:pt x="60435" y="65551"/>
                  </a:lnTo>
                  <a:lnTo>
                    <a:pt x="58925" y="64669"/>
                  </a:lnTo>
                  <a:lnTo>
                    <a:pt x="57836" y="64033"/>
                  </a:lnTo>
                  <a:lnTo>
                    <a:pt x="57496" y="63790"/>
                  </a:lnTo>
                  <a:lnTo>
                    <a:pt x="57288" y="63642"/>
                  </a:lnTo>
                  <a:lnTo>
                    <a:pt x="56987" y="63427"/>
                  </a:lnTo>
                  <a:lnTo>
                    <a:pt x="56725" y="63239"/>
                  </a:lnTo>
                  <a:lnTo>
                    <a:pt x="55753" y="62648"/>
                  </a:lnTo>
                  <a:lnTo>
                    <a:pt x="54180" y="61691"/>
                  </a:lnTo>
                  <a:lnTo>
                    <a:pt x="53563" y="61315"/>
                  </a:lnTo>
                  <a:lnTo>
                    <a:pt x="53145" y="61061"/>
                  </a:lnTo>
                  <a:lnTo>
                    <a:pt x="52044" y="60370"/>
                  </a:lnTo>
                  <a:lnTo>
                    <a:pt x="51760" y="60192"/>
                  </a:lnTo>
                  <a:lnTo>
                    <a:pt x="51622" y="60106"/>
                  </a:lnTo>
                  <a:lnTo>
                    <a:pt x="50395" y="62103"/>
                  </a:lnTo>
                  <a:lnTo>
                    <a:pt x="50045" y="62405"/>
                  </a:lnTo>
                  <a:lnTo>
                    <a:pt x="49679" y="62183"/>
                  </a:lnTo>
                  <a:lnTo>
                    <a:pt x="49512" y="62081"/>
                  </a:lnTo>
                  <a:lnTo>
                    <a:pt x="49198" y="61890"/>
                  </a:lnTo>
                  <a:lnTo>
                    <a:pt x="48485" y="61457"/>
                  </a:lnTo>
                  <a:lnTo>
                    <a:pt x="48089" y="61216"/>
                  </a:lnTo>
                  <a:lnTo>
                    <a:pt x="47678" y="60966"/>
                  </a:lnTo>
                  <a:lnTo>
                    <a:pt x="47335" y="60758"/>
                  </a:lnTo>
                  <a:lnTo>
                    <a:pt x="46039" y="59970"/>
                  </a:lnTo>
                  <a:lnTo>
                    <a:pt x="45132" y="59418"/>
                  </a:lnTo>
                  <a:lnTo>
                    <a:pt x="44912" y="59285"/>
                  </a:lnTo>
                  <a:lnTo>
                    <a:pt x="44653" y="59128"/>
                  </a:lnTo>
                  <a:lnTo>
                    <a:pt x="43081" y="58172"/>
                  </a:lnTo>
                  <a:lnTo>
                    <a:pt x="39336" y="55895"/>
                  </a:lnTo>
                  <a:lnTo>
                    <a:pt x="39004" y="55693"/>
                  </a:lnTo>
                  <a:lnTo>
                    <a:pt x="38817" y="55580"/>
                  </a:lnTo>
                  <a:lnTo>
                    <a:pt x="37054" y="54508"/>
                  </a:lnTo>
                  <a:lnTo>
                    <a:pt x="36667" y="54273"/>
                  </a:lnTo>
                  <a:lnTo>
                    <a:pt x="36312" y="54057"/>
                  </a:lnTo>
                  <a:lnTo>
                    <a:pt x="35717" y="53695"/>
                  </a:lnTo>
                  <a:lnTo>
                    <a:pt x="34705" y="53080"/>
                  </a:lnTo>
                  <a:lnTo>
                    <a:pt x="34038" y="52674"/>
                  </a:lnTo>
                  <a:lnTo>
                    <a:pt x="33803" y="52532"/>
                  </a:lnTo>
                  <a:lnTo>
                    <a:pt x="31521" y="51308"/>
                  </a:lnTo>
                  <a:lnTo>
                    <a:pt x="30884" y="50732"/>
                  </a:lnTo>
                  <a:lnTo>
                    <a:pt x="30557" y="50437"/>
                  </a:lnTo>
                  <a:lnTo>
                    <a:pt x="29719" y="49861"/>
                  </a:lnTo>
                  <a:lnTo>
                    <a:pt x="29653" y="49701"/>
                  </a:lnTo>
                  <a:lnTo>
                    <a:pt x="28136" y="46029"/>
                  </a:lnTo>
                  <a:lnTo>
                    <a:pt x="27611" y="44757"/>
                  </a:lnTo>
                  <a:lnTo>
                    <a:pt x="26019" y="45357"/>
                  </a:lnTo>
                  <a:lnTo>
                    <a:pt x="23958" y="46232"/>
                  </a:lnTo>
                  <a:lnTo>
                    <a:pt x="23035" y="46337"/>
                  </a:lnTo>
                  <a:lnTo>
                    <a:pt x="22832" y="46086"/>
                  </a:lnTo>
                  <a:lnTo>
                    <a:pt x="21866" y="44888"/>
                  </a:lnTo>
                  <a:lnTo>
                    <a:pt x="21551" y="44499"/>
                  </a:lnTo>
                  <a:lnTo>
                    <a:pt x="20639" y="43367"/>
                  </a:lnTo>
                  <a:lnTo>
                    <a:pt x="20387" y="43055"/>
                  </a:lnTo>
                  <a:lnTo>
                    <a:pt x="19657" y="42136"/>
                  </a:lnTo>
                  <a:lnTo>
                    <a:pt x="19022" y="41337"/>
                  </a:lnTo>
                  <a:lnTo>
                    <a:pt x="18610" y="40912"/>
                  </a:lnTo>
                  <a:lnTo>
                    <a:pt x="16935" y="38746"/>
                  </a:lnTo>
                  <a:lnTo>
                    <a:pt x="16687" y="37379"/>
                  </a:lnTo>
                  <a:lnTo>
                    <a:pt x="16240" y="36808"/>
                  </a:lnTo>
                  <a:lnTo>
                    <a:pt x="16074" y="36549"/>
                  </a:lnTo>
                  <a:lnTo>
                    <a:pt x="15749" y="36045"/>
                  </a:lnTo>
                  <a:lnTo>
                    <a:pt x="15377" y="35466"/>
                  </a:lnTo>
                  <a:lnTo>
                    <a:pt x="15164" y="35135"/>
                  </a:lnTo>
                  <a:lnTo>
                    <a:pt x="14675" y="34375"/>
                  </a:lnTo>
                  <a:lnTo>
                    <a:pt x="14572" y="34246"/>
                  </a:lnTo>
                  <a:lnTo>
                    <a:pt x="14405" y="34034"/>
                  </a:lnTo>
                  <a:lnTo>
                    <a:pt x="13932" y="33441"/>
                  </a:lnTo>
                  <a:lnTo>
                    <a:pt x="12737" y="31857"/>
                  </a:lnTo>
                  <a:lnTo>
                    <a:pt x="11848" y="30785"/>
                  </a:lnTo>
                  <a:lnTo>
                    <a:pt x="11634" y="30526"/>
                  </a:lnTo>
                  <a:lnTo>
                    <a:pt x="11384" y="30225"/>
                  </a:lnTo>
                  <a:lnTo>
                    <a:pt x="10887" y="29627"/>
                  </a:lnTo>
                  <a:lnTo>
                    <a:pt x="9995" y="28487"/>
                  </a:lnTo>
                  <a:lnTo>
                    <a:pt x="8838" y="27169"/>
                  </a:lnTo>
                  <a:lnTo>
                    <a:pt x="8525" y="26609"/>
                  </a:lnTo>
                  <a:lnTo>
                    <a:pt x="8094" y="25838"/>
                  </a:lnTo>
                  <a:lnTo>
                    <a:pt x="7676" y="24295"/>
                  </a:lnTo>
                  <a:lnTo>
                    <a:pt x="7572" y="23912"/>
                  </a:lnTo>
                  <a:lnTo>
                    <a:pt x="7362" y="23271"/>
                  </a:lnTo>
                  <a:lnTo>
                    <a:pt x="7131" y="22567"/>
                  </a:lnTo>
                  <a:lnTo>
                    <a:pt x="7036" y="22275"/>
                  </a:lnTo>
                  <a:lnTo>
                    <a:pt x="6976" y="22103"/>
                  </a:lnTo>
                  <a:lnTo>
                    <a:pt x="6829" y="21681"/>
                  </a:lnTo>
                  <a:lnTo>
                    <a:pt x="2347" y="19193"/>
                  </a:lnTo>
                  <a:lnTo>
                    <a:pt x="1524" y="18243"/>
                  </a:lnTo>
                  <a:lnTo>
                    <a:pt x="0" y="16483"/>
                  </a:lnTo>
                  <a:lnTo>
                    <a:pt x="2640" y="14477"/>
                  </a:lnTo>
                  <a:lnTo>
                    <a:pt x="9871" y="9109"/>
                  </a:lnTo>
                  <a:lnTo>
                    <a:pt x="11863" y="5295"/>
                  </a:lnTo>
                  <a:lnTo>
                    <a:pt x="16204" y="1908"/>
                  </a:lnTo>
                  <a:lnTo>
                    <a:pt x="19574" y="1705"/>
                  </a:lnTo>
                  <a:lnTo>
                    <a:pt x="22550" y="1526"/>
                  </a:lnTo>
                  <a:lnTo>
                    <a:pt x="24251" y="1257"/>
                  </a:lnTo>
                  <a:lnTo>
                    <a:pt x="31543" y="102"/>
                  </a:lnTo>
                  <a:lnTo>
                    <a:pt x="32187" y="0"/>
                  </a:lnTo>
                  <a:lnTo>
                    <a:pt x="38823" y="441"/>
                  </a:lnTo>
                  <a:lnTo>
                    <a:pt x="40108" y="279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1" name="pg270"/>
            <p:cNvSpPr/>
            <p:nvPr/>
          </p:nvSpPr>
          <p:spPr>
            <a:xfrm>
              <a:off x="3847791" y="2566706"/>
              <a:ext cx="99353" cy="95858"/>
            </a:xfrm>
            <a:custGeom>
              <a:avLst/>
              <a:pathLst>
                <a:path w="99353" h="95858">
                  <a:moveTo>
                    <a:pt x="50105" y="17787"/>
                  </a:moveTo>
                  <a:lnTo>
                    <a:pt x="48997" y="19448"/>
                  </a:lnTo>
                  <a:lnTo>
                    <a:pt x="48883" y="19619"/>
                  </a:lnTo>
                  <a:lnTo>
                    <a:pt x="48568" y="20110"/>
                  </a:lnTo>
                  <a:lnTo>
                    <a:pt x="47788" y="21324"/>
                  </a:lnTo>
                  <a:lnTo>
                    <a:pt x="46098" y="23954"/>
                  </a:lnTo>
                  <a:lnTo>
                    <a:pt x="45975" y="24168"/>
                  </a:lnTo>
                  <a:lnTo>
                    <a:pt x="45783" y="24504"/>
                  </a:lnTo>
                  <a:lnTo>
                    <a:pt x="45330" y="25293"/>
                  </a:lnTo>
                  <a:lnTo>
                    <a:pt x="47182" y="26427"/>
                  </a:lnTo>
                  <a:lnTo>
                    <a:pt x="49334" y="27744"/>
                  </a:lnTo>
                  <a:lnTo>
                    <a:pt x="53033" y="30008"/>
                  </a:lnTo>
                  <a:lnTo>
                    <a:pt x="60440" y="34541"/>
                  </a:lnTo>
                  <a:lnTo>
                    <a:pt x="60785" y="34752"/>
                  </a:lnTo>
                  <a:lnTo>
                    <a:pt x="66830" y="38452"/>
                  </a:lnTo>
                  <a:lnTo>
                    <a:pt x="67036" y="38578"/>
                  </a:lnTo>
                  <a:lnTo>
                    <a:pt x="68363" y="36371"/>
                  </a:lnTo>
                  <a:lnTo>
                    <a:pt x="68813" y="35622"/>
                  </a:lnTo>
                  <a:lnTo>
                    <a:pt x="77308" y="22602"/>
                  </a:lnTo>
                  <a:lnTo>
                    <a:pt x="79338" y="19491"/>
                  </a:lnTo>
                  <a:lnTo>
                    <a:pt x="80042" y="18413"/>
                  </a:lnTo>
                  <a:lnTo>
                    <a:pt x="80268" y="18554"/>
                  </a:lnTo>
                  <a:lnTo>
                    <a:pt x="80963" y="18987"/>
                  </a:lnTo>
                  <a:lnTo>
                    <a:pt x="82729" y="20087"/>
                  </a:lnTo>
                  <a:lnTo>
                    <a:pt x="85655" y="21910"/>
                  </a:lnTo>
                  <a:lnTo>
                    <a:pt x="88022" y="23385"/>
                  </a:lnTo>
                  <a:lnTo>
                    <a:pt x="91099" y="25302"/>
                  </a:lnTo>
                  <a:lnTo>
                    <a:pt x="93520" y="27440"/>
                  </a:lnTo>
                  <a:lnTo>
                    <a:pt x="95856" y="29503"/>
                  </a:lnTo>
                  <a:lnTo>
                    <a:pt x="99353" y="32592"/>
                  </a:lnTo>
                  <a:lnTo>
                    <a:pt x="98950" y="33868"/>
                  </a:lnTo>
                  <a:lnTo>
                    <a:pt x="97230" y="39316"/>
                  </a:lnTo>
                  <a:lnTo>
                    <a:pt x="96408" y="41916"/>
                  </a:lnTo>
                  <a:lnTo>
                    <a:pt x="93999" y="50435"/>
                  </a:lnTo>
                  <a:lnTo>
                    <a:pt x="93486" y="52246"/>
                  </a:lnTo>
                  <a:lnTo>
                    <a:pt x="92130" y="57042"/>
                  </a:lnTo>
                  <a:lnTo>
                    <a:pt x="91881" y="58030"/>
                  </a:lnTo>
                  <a:lnTo>
                    <a:pt x="91156" y="60583"/>
                  </a:lnTo>
                  <a:lnTo>
                    <a:pt x="90796" y="61848"/>
                  </a:lnTo>
                  <a:lnTo>
                    <a:pt x="90340" y="63456"/>
                  </a:lnTo>
                  <a:lnTo>
                    <a:pt x="89389" y="66575"/>
                  </a:lnTo>
                  <a:lnTo>
                    <a:pt x="88530" y="69125"/>
                  </a:lnTo>
                  <a:lnTo>
                    <a:pt x="87612" y="72285"/>
                  </a:lnTo>
                  <a:lnTo>
                    <a:pt x="84426" y="83601"/>
                  </a:lnTo>
                  <a:lnTo>
                    <a:pt x="82178" y="91292"/>
                  </a:lnTo>
                  <a:lnTo>
                    <a:pt x="80936" y="95541"/>
                  </a:lnTo>
                  <a:lnTo>
                    <a:pt x="80844" y="95858"/>
                  </a:lnTo>
                  <a:lnTo>
                    <a:pt x="80674" y="95808"/>
                  </a:lnTo>
                  <a:lnTo>
                    <a:pt x="79848" y="95606"/>
                  </a:lnTo>
                  <a:lnTo>
                    <a:pt x="78839" y="95359"/>
                  </a:lnTo>
                  <a:lnTo>
                    <a:pt x="78103" y="95179"/>
                  </a:lnTo>
                  <a:lnTo>
                    <a:pt x="76504" y="94787"/>
                  </a:lnTo>
                  <a:lnTo>
                    <a:pt x="75351" y="94505"/>
                  </a:lnTo>
                  <a:lnTo>
                    <a:pt x="74627" y="94328"/>
                  </a:lnTo>
                  <a:lnTo>
                    <a:pt x="73051" y="93942"/>
                  </a:lnTo>
                  <a:lnTo>
                    <a:pt x="72841" y="93891"/>
                  </a:lnTo>
                  <a:lnTo>
                    <a:pt x="71355" y="93447"/>
                  </a:lnTo>
                  <a:lnTo>
                    <a:pt x="69109" y="92776"/>
                  </a:lnTo>
                  <a:lnTo>
                    <a:pt x="68940" y="92726"/>
                  </a:lnTo>
                  <a:lnTo>
                    <a:pt x="66914" y="92120"/>
                  </a:lnTo>
                  <a:lnTo>
                    <a:pt x="63014" y="90955"/>
                  </a:lnTo>
                  <a:lnTo>
                    <a:pt x="62130" y="90692"/>
                  </a:lnTo>
                  <a:lnTo>
                    <a:pt x="61879" y="90630"/>
                  </a:lnTo>
                  <a:lnTo>
                    <a:pt x="59008" y="89929"/>
                  </a:lnTo>
                  <a:lnTo>
                    <a:pt x="56974" y="89432"/>
                  </a:lnTo>
                  <a:lnTo>
                    <a:pt x="56664" y="89342"/>
                  </a:lnTo>
                  <a:lnTo>
                    <a:pt x="56261" y="89226"/>
                  </a:lnTo>
                  <a:lnTo>
                    <a:pt x="54931" y="88842"/>
                  </a:lnTo>
                  <a:lnTo>
                    <a:pt x="52712" y="88202"/>
                  </a:lnTo>
                  <a:lnTo>
                    <a:pt x="52180" y="88048"/>
                  </a:lnTo>
                  <a:lnTo>
                    <a:pt x="47777" y="86777"/>
                  </a:lnTo>
                  <a:lnTo>
                    <a:pt x="46282" y="86346"/>
                  </a:lnTo>
                  <a:lnTo>
                    <a:pt x="45252" y="86048"/>
                  </a:lnTo>
                  <a:lnTo>
                    <a:pt x="45007" y="85978"/>
                  </a:lnTo>
                  <a:lnTo>
                    <a:pt x="44668" y="85880"/>
                  </a:lnTo>
                  <a:lnTo>
                    <a:pt x="44508" y="85834"/>
                  </a:lnTo>
                  <a:lnTo>
                    <a:pt x="42919" y="85491"/>
                  </a:lnTo>
                  <a:lnTo>
                    <a:pt x="39911" y="84841"/>
                  </a:lnTo>
                  <a:lnTo>
                    <a:pt x="39209" y="84539"/>
                  </a:lnTo>
                  <a:lnTo>
                    <a:pt x="37568" y="83833"/>
                  </a:lnTo>
                  <a:lnTo>
                    <a:pt x="37266" y="83709"/>
                  </a:lnTo>
                  <a:lnTo>
                    <a:pt x="36563" y="83582"/>
                  </a:lnTo>
                  <a:lnTo>
                    <a:pt x="36116" y="83501"/>
                  </a:lnTo>
                  <a:lnTo>
                    <a:pt x="35015" y="83301"/>
                  </a:lnTo>
                  <a:lnTo>
                    <a:pt x="34791" y="83164"/>
                  </a:lnTo>
                  <a:lnTo>
                    <a:pt x="33313" y="82260"/>
                  </a:lnTo>
                  <a:lnTo>
                    <a:pt x="33042" y="82095"/>
                  </a:lnTo>
                  <a:lnTo>
                    <a:pt x="30635" y="80624"/>
                  </a:lnTo>
                  <a:lnTo>
                    <a:pt x="30417" y="80490"/>
                  </a:lnTo>
                  <a:lnTo>
                    <a:pt x="29519" y="79940"/>
                  </a:lnTo>
                  <a:lnTo>
                    <a:pt x="27486" y="78667"/>
                  </a:lnTo>
                  <a:lnTo>
                    <a:pt x="21930" y="75188"/>
                  </a:lnTo>
                  <a:lnTo>
                    <a:pt x="21777" y="75093"/>
                  </a:lnTo>
                  <a:lnTo>
                    <a:pt x="16040" y="71501"/>
                  </a:lnTo>
                  <a:lnTo>
                    <a:pt x="14209" y="70355"/>
                  </a:lnTo>
                  <a:lnTo>
                    <a:pt x="11973" y="68955"/>
                  </a:lnTo>
                  <a:lnTo>
                    <a:pt x="10620" y="68108"/>
                  </a:lnTo>
                  <a:lnTo>
                    <a:pt x="1243" y="62237"/>
                  </a:lnTo>
                  <a:lnTo>
                    <a:pt x="759" y="61968"/>
                  </a:lnTo>
                  <a:lnTo>
                    <a:pt x="383" y="61759"/>
                  </a:lnTo>
                  <a:lnTo>
                    <a:pt x="0" y="61546"/>
                  </a:lnTo>
                  <a:lnTo>
                    <a:pt x="398" y="61064"/>
                  </a:lnTo>
                  <a:lnTo>
                    <a:pt x="723" y="60539"/>
                  </a:lnTo>
                  <a:lnTo>
                    <a:pt x="2905" y="57009"/>
                  </a:lnTo>
                  <a:lnTo>
                    <a:pt x="3143" y="56624"/>
                  </a:lnTo>
                  <a:lnTo>
                    <a:pt x="4000" y="55237"/>
                  </a:lnTo>
                  <a:lnTo>
                    <a:pt x="5825" y="52633"/>
                  </a:lnTo>
                  <a:lnTo>
                    <a:pt x="9810" y="46416"/>
                  </a:lnTo>
                  <a:lnTo>
                    <a:pt x="10734" y="45002"/>
                  </a:lnTo>
                  <a:lnTo>
                    <a:pt x="12901" y="41540"/>
                  </a:lnTo>
                  <a:lnTo>
                    <a:pt x="13021" y="41350"/>
                  </a:lnTo>
                  <a:lnTo>
                    <a:pt x="13164" y="41117"/>
                  </a:lnTo>
                  <a:lnTo>
                    <a:pt x="15570" y="37200"/>
                  </a:lnTo>
                  <a:lnTo>
                    <a:pt x="18715" y="32082"/>
                  </a:lnTo>
                  <a:lnTo>
                    <a:pt x="18873" y="31842"/>
                  </a:lnTo>
                  <a:lnTo>
                    <a:pt x="22540" y="26276"/>
                  </a:lnTo>
                  <a:lnTo>
                    <a:pt x="24822" y="22811"/>
                  </a:lnTo>
                  <a:lnTo>
                    <a:pt x="25238" y="22179"/>
                  </a:lnTo>
                  <a:lnTo>
                    <a:pt x="27162" y="19114"/>
                  </a:lnTo>
                  <a:lnTo>
                    <a:pt x="27358" y="18808"/>
                  </a:lnTo>
                  <a:lnTo>
                    <a:pt x="29744" y="15002"/>
                  </a:lnTo>
                  <a:lnTo>
                    <a:pt x="30949" y="13086"/>
                  </a:lnTo>
                  <a:lnTo>
                    <a:pt x="29408" y="12116"/>
                  </a:lnTo>
                  <a:lnTo>
                    <a:pt x="30523" y="10392"/>
                  </a:lnTo>
                  <a:lnTo>
                    <a:pt x="30785" y="9988"/>
                  </a:lnTo>
                  <a:lnTo>
                    <a:pt x="34063" y="4848"/>
                  </a:lnTo>
                  <a:lnTo>
                    <a:pt x="35896" y="1973"/>
                  </a:lnTo>
                  <a:lnTo>
                    <a:pt x="36777" y="592"/>
                  </a:lnTo>
                  <a:lnTo>
                    <a:pt x="37139" y="0"/>
                  </a:lnTo>
                  <a:lnTo>
                    <a:pt x="37927" y="462"/>
                  </a:lnTo>
                  <a:lnTo>
                    <a:pt x="40810" y="2156"/>
                  </a:lnTo>
                  <a:lnTo>
                    <a:pt x="40285" y="2942"/>
                  </a:lnTo>
                  <a:lnTo>
                    <a:pt x="42305" y="4166"/>
                  </a:lnTo>
                  <a:lnTo>
                    <a:pt x="41066" y="6422"/>
                  </a:lnTo>
                  <a:lnTo>
                    <a:pt x="41264" y="6540"/>
                  </a:lnTo>
                  <a:lnTo>
                    <a:pt x="47530" y="10282"/>
                  </a:lnTo>
                  <a:lnTo>
                    <a:pt x="47161" y="10869"/>
                  </a:lnTo>
                  <a:lnTo>
                    <a:pt x="48172" y="11494"/>
                  </a:lnTo>
                  <a:lnTo>
                    <a:pt x="52281" y="14144"/>
                  </a:lnTo>
                  <a:lnTo>
                    <a:pt x="51184" y="16021"/>
                  </a:lnTo>
                  <a:lnTo>
                    <a:pt x="50671" y="1686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2" name="pg271"/>
            <p:cNvSpPr/>
            <p:nvPr/>
          </p:nvSpPr>
          <p:spPr>
            <a:xfrm>
              <a:off x="3928635" y="2599299"/>
              <a:ext cx="133410" cy="108794"/>
            </a:xfrm>
            <a:custGeom>
              <a:avLst/>
              <a:pathLst>
                <a:path w="133410" h="108794">
                  <a:moveTo>
                    <a:pt x="84319" y="56963"/>
                  </a:moveTo>
                  <a:lnTo>
                    <a:pt x="85204" y="57700"/>
                  </a:lnTo>
                  <a:lnTo>
                    <a:pt x="86216" y="56334"/>
                  </a:lnTo>
                  <a:lnTo>
                    <a:pt x="89368" y="52081"/>
                  </a:lnTo>
                  <a:lnTo>
                    <a:pt x="89701" y="51632"/>
                  </a:lnTo>
                  <a:lnTo>
                    <a:pt x="93315" y="46755"/>
                  </a:lnTo>
                  <a:lnTo>
                    <a:pt x="95553" y="43736"/>
                  </a:lnTo>
                  <a:lnTo>
                    <a:pt x="97110" y="41636"/>
                  </a:lnTo>
                  <a:lnTo>
                    <a:pt x="100301" y="37330"/>
                  </a:lnTo>
                  <a:lnTo>
                    <a:pt x="102019" y="38495"/>
                  </a:lnTo>
                  <a:lnTo>
                    <a:pt x="103158" y="39267"/>
                  </a:lnTo>
                  <a:lnTo>
                    <a:pt x="107790" y="42590"/>
                  </a:lnTo>
                  <a:lnTo>
                    <a:pt x="111477" y="45236"/>
                  </a:lnTo>
                  <a:lnTo>
                    <a:pt x="111626" y="45343"/>
                  </a:lnTo>
                  <a:lnTo>
                    <a:pt x="117488" y="49549"/>
                  </a:lnTo>
                  <a:lnTo>
                    <a:pt x="118575" y="50329"/>
                  </a:lnTo>
                  <a:lnTo>
                    <a:pt x="118775" y="50473"/>
                  </a:lnTo>
                  <a:lnTo>
                    <a:pt x="122138" y="52886"/>
                  </a:lnTo>
                  <a:lnTo>
                    <a:pt x="122735" y="53313"/>
                  </a:lnTo>
                  <a:lnTo>
                    <a:pt x="125229" y="55103"/>
                  </a:lnTo>
                  <a:lnTo>
                    <a:pt x="127890" y="57012"/>
                  </a:lnTo>
                  <a:lnTo>
                    <a:pt x="133410" y="60974"/>
                  </a:lnTo>
                  <a:lnTo>
                    <a:pt x="132465" y="62249"/>
                  </a:lnTo>
                  <a:lnTo>
                    <a:pt x="129364" y="66428"/>
                  </a:lnTo>
                  <a:lnTo>
                    <a:pt x="129108" y="66774"/>
                  </a:lnTo>
                  <a:lnTo>
                    <a:pt x="126873" y="69787"/>
                  </a:lnTo>
                  <a:lnTo>
                    <a:pt x="123804" y="73924"/>
                  </a:lnTo>
                  <a:lnTo>
                    <a:pt x="121899" y="76493"/>
                  </a:lnTo>
                  <a:lnTo>
                    <a:pt x="121576" y="76928"/>
                  </a:lnTo>
                  <a:lnTo>
                    <a:pt x="121395" y="77173"/>
                  </a:lnTo>
                  <a:lnTo>
                    <a:pt x="119127" y="80230"/>
                  </a:lnTo>
                  <a:lnTo>
                    <a:pt x="118845" y="80524"/>
                  </a:lnTo>
                  <a:lnTo>
                    <a:pt x="118129" y="81267"/>
                  </a:lnTo>
                  <a:lnTo>
                    <a:pt x="117370" y="81684"/>
                  </a:lnTo>
                  <a:lnTo>
                    <a:pt x="117054" y="81858"/>
                  </a:lnTo>
                  <a:lnTo>
                    <a:pt x="116586" y="82115"/>
                  </a:lnTo>
                  <a:lnTo>
                    <a:pt x="115392" y="82770"/>
                  </a:lnTo>
                  <a:lnTo>
                    <a:pt x="109080" y="85336"/>
                  </a:lnTo>
                  <a:lnTo>
                    <a:pt x="105341" y="86855"/>
                  </a:lnTo>
                  <a:lnTo>
                    <a:pt x="105054" y="86978"/>
                  </a:lnTo>
                  <a:lnTo>
                    <a:pt x="105954" y="88850"/>
                  </a:lnTo>
                  <a:lnTo>
                    <a:pt x="107153" y="91343"/>
                  </a:lnTo>
                  <a:lnTo>
                    <a:pt x="107625" y="92723"/>
                  </a:lnTo>
                  <a:lnTo>
                    <a:pt x="107684" y="92894"/>
                  </a:lnTo>
                  <a:lnTo>
                    <a:pt x="107384" y="93010"/>
                  </a:lnTo>
                  <a:lnTo>
                    <a:pt x="95252" y="97676"/>
                  </a:lnTo>
                  <a:lnTo>
                    <a:pt x="94538" y="97950"/>
                  </a:lnTo>
                  <a:lnTo>
                    <a:pt x="93959" y="98231"/>
                  </a:lnTo>
                  <a:lnTo>
                    <a:pt x="93125" y="98635"/>
                  </a:lnTo>
                  <a:lnTo>
                    <a:pt x="89490" y="100488"/>
                  </a:lnTo>
                  <a:lnTo>
                    <a:pt x="88459" y="101096"/>
                  </a:lnTo>
                  <a:lnTo>
                    <a:pt x="87304" y="101776"/>
                  </a:lnTo>
                  <a:lnTo>
                    <a:pt x="85372" y="103001"/>
                  </a:lnTo>
                  <a:lnTo>
                    <a:pt x="79285" y="107029"/>
                  </a:lnTo>
                  <a:lnTo>
                    <a:pt x="76616" y="108794"/>
                  </a:lnTo>
                  <a:lnTo>
                    <a:pt x="74896" y="106010"/>
                  </a:lnTo>
                  <a:lnTo>
                    <a:pt x="72585" y="102692"/>
                  </a:lnTo>
                  <a:lnTo>
                    <a:pt x="70013" y="99785"/>
                  </a:lnTo>
                  <a:lnTo>
                    <a:pt x="66025" y="95536"/>
                  </a:lnTo>
                  <a:lnTo>
                    <a:pt x="62330" y="92201"/>
                  </a:lnTo>
                  <a:lnTo>
                    <a:pt x="61774" y="91700"/>
                  </a:lnTo>
                  <a:lnTo>
                    <a:pt x="61290" y="91263"/>
                  </a:lnTo>
                  <a:lnTo>
                    <a:pt x="60969" y="90973"/>
                  </a:lnTo>
                  <a:lnTo>
                    <a:pt x="59869" y="92345"/>
                  </a:lnTo>
                  <a:lnTo>
                    <a:pt x="57886" y="94588"/>
                  </a:lnTo>
                  <a:lnTo>
                    <a:pt x="54974" y="97883"/>
                  </a:lnTo>
                  <a:lnTo>
                    <a:pt x="54677" y="98270"/>
                  </a:lnTo>
                  <a:lnTo>
                    <a:pt x="52898" y="100091"/>
                  </a:lnTo>
                  <a:lnTo>
                    <a:pt x="52555" y="100442"/>
                  </a:lnTo>
                  <a:lnTo>
                    <a:pt x="52137" y="100043"/>
                  </a:lnTo>
                  <a:lnTo>
                    <a:pt x="51682" y="99609"/>
                  </a:lnTo>
                  <a:lnTo>
                    <a:pt x="50249" y="98243"/>
                  </a:lnTo>
                  <a:lnTo>
                    <a:pt x="50096" y="98097"/>
                  </a:lnTo>
                  <a:lnTo>
                    <a:pt x="49588" y="97612"/>
                  </a:lnTo>
                  <a:lnTo>
                    <a:pt x="47547" y="95475"/>
                  </a:lnTo>
                  <a:lnTo>
                    <a:pt x="46474" y="94351"/>
                  </a:lnTo>
                  <a:lnTo>
                    <a:pt x="45881" y="93761"/>
                  </a:lnTo>
                  <a:lnTo>
                    <a:pt x="45386" y="93269"/>
                  </a:lnTo>
                  <a:lnTo>
                    <a:pt x="42298" y="90197"/>
                  </a:lnTo>
                  <a:lnTo>
                    <a:pt x="42146" y="90046"/>
                  </a:lnTo>
                  <a:lnTo>
                    <a:pt x="39333" y="87248"/>
                  </a:lnTo>
                  <a:lnTo>
                    <a:pt x="38600" y="86519"/>
                  </a:lnTo>
                  <a:lnTo>
                    <a:pt x="38107" y="86028"/>
                  </a:lnTo>
                  <a:lnTo>
                    <a:pt x="30759" y="78892"/>
                  </a:lnTo>
                  <a:lnTo>
                    <a:pt x="26746" y="74995"/>
                  </a:lnTo>
                  <a:lnTo>
                    <a:pt x="26362" y="74622"/>
                  </a:lnTo>
                  <a:lnTo>
                    <a:pt x="25826" y="74009"/>
                  </a:lnTo>
                  <a:lnTo>
                    <a:pt x="25660" y="73820"/>
                  </a:lnTo>
                  <a:lnTo>
                    <a:pt x="25337" y="73444"/>
                  </a:lnTo>
                  <a:lnTo>
                    <a:pt x="24964" y="72990"/>
                  </a:lnTo>
                  <a:lnTo>
                    <a:pt x="24839" y="72837"/>
                  </a:lnTo>
                  <a:lnTo>
                    <a:pt x="21181" y="69871"/>
                  </a:lnTo>
                  <a:lnTo>
                    <a:pt x="20901" y="69755"/>
                  </a:lnTo>
                  <a:lnTo>
                    <a:pt x="19729" y="69270"/>
                  </a:lnTo>
                  <a:lnTo>
                    <a:pt x="18032" y="68531"/>
                  </a:lnTo>
                  <a:lnTo>
                    <a:pt x="13712" y="67166"/>
                  </a:lnTo>
                  <a:lnTo>
                    <a:pt x="9966" y="66124"/>
                  </a:lnTo>
                  <a:lnTo>
                    <a:pt x="6479" y="65154"/>
                  </a:lnTo>
                  <a:lnTo>
                    <a:pt x="5084" y="64766"/>
                  </a:lnTo>
                  <a:lnTo>
                    <a:pt x="4916" y="64719"/>
                  </a:lnTo>
                  <a:lnTo>
                    <a:pt x="2862" y="64112"/>
                  </a:lnTo>
                  <a:lnTo>
                    <a:pt x="2304" y="63947"/>
                  </a:lnTo>
                  <a:lnTo>
                    <a:pt x="2170" y="63907"/>
                  </a:lnTo>
                  <a:lnTo>
                    <a:pt x="731" y="63482"/>
                  </a:lnTo>
                  <a:lnTo>
                    <a:pt x="0" y="63265"/>
                  </a:lnTo>
                  <a:lnTo>
                    <a:pt x="92" y="62948"/>
                  </a:lnTo>
                  <a:lnTo>
                    <a:pt x="1334" y="58700"/>
                  </a:lnTo>
                  <a:lnTo>
                    <a:pt x="3582" y="51009"/>
                  </a:lnTo>
                  <a:lnTo>
                    <a:pt x="6768" y="39692"/>
                  </a:lnTo>
                  <a:lnTo>
                    <a:pt x="7685" y="36532"/>
                  </a:lnTo>
                  <a:lnTo>
                    <a:pt x="8545" y="33982"/>
                  </a:lnTo>
                  <a:lnTo>
                    <a:pt x="9495" y="30864"/>
                  </a:lnTo>
                  <a:lnTo>
                    <a:pt x="9952" y="29255"/>
                  </a:lnTo>
                  <a:lnTo>
                    <a:pt x="10311" y="27991"/>
                  </a:lnTo>
                  <a:lnTo>
                    <a:pt x="11037" y="25438"/>
                  </a:lnTo>
                  <a:lnTo>
                    <a:pt x="11285" y="24450"/>
                  </a:lnTo>
                  <a:lnTo>
                    <a:pt x="12642" y="19653"/>
                  </a:lnTo>
                  <a:lnTo>
                    <a:pt x="13154" y="17842"/>
                  </a:lnTo>
                  <a:lnTo>
                    <a:pt x="15564" y="9323"/>
                  </a:lnTo>
                  <a:lnTo>
                    <a:pt x="16385" y="6723"/>
                  </a:lnTo>
                  <a:lnTo>
                    <a:pt x="18106" y="1276"/>
                  </a:lnTo>
                  <a:lnTo>
                    <a:pt x="18509" y="0"/>
                  </a:lnTo>
                  <a:lnTo>
                    <a:pt x="19193" y="615"/>
                  </a:lnTo>
                  <a:lnTo>
                    <a:pt x="25105" y="5932"/>
                  </a:lnTo>
                  <a:lnTo>
                    <a:pt x="25560" y="6341"/>
                  </a:lnTo>
                  <a:lnTo>
                    <a:pt x="30841" y="11091"/>
                  </a:lnTo>
                  <a:lnTo>
                    <a:pt x="33180" y="13195"/>
                  </a:lnTo>
                  <a:lnTo>
                    <a:pt x="33803" y="13743"/>
                  </a:lnTo>
                  <a:lnTo>
                    <a:pt x="35809" y="15505"/>
                  </a:lnTo>
                  <a:lnTo>
                    <a:pt x="39270" y="18547"/>
                  </a:lnTo>
                  <a:lnTo>
                    <a:pt x="43700" y="22439"/>
                  </a:lnTo>
                  <a:lnTo>
                    <a:pt x="44031" y="22714"/>
                  </a:lnTo>
                  <a:lnTo>
                    <a:pt x="48810" y="26679"/>
                  </a:lnTo>
                  <a:lnTo>
                    <a:pt x="53272" y="30381"/>
                  </a:lnTo>
                  <a:lnTo>
                    <a:pt x="53630" y="30674"/>
                  </a:lnTo>
                  <a:lnTo>
                    <a:pt x="53897" y="30893"/>
                  </a:lnTo>
                  <a:lnTo>
                    <a:pt x="54067" y="31021"/>
                  </a:lnTo>
                  <a:lnTo>
                    <a:pt x="54392" y="31266"/>
                  </a:lnTo>
                  <a:lnTo>
                    <a:pt x="54696" y="31533"/>
                  </a:lnTo>
                  <a:lnTo>
                    <a:pt x="55207" y="31982"/>
                  </a:lnTo>
                  <a:lnTo>
                    <a:pt x="59587" y="35828"/>
                  </a:lnTo>
                  <a:lnTo>
                    <a:pt x="59811" y="36025"/>
                  </a:lnTo>
                  <a:lnTo>
                    <a:pt x="68142" y="43359"/>
                  </a:lnTo>
                  <a:lnTo>
                    <a:pt x="70050" y="45040"/>
                  </a:lnTo>
                  <a:lnTo>
                    <a:pt x="70883" y="45773"/>
                  </a:lnTo>
                  <a:lnTo>
                    <a:pt x="71012" y="45886"/>
                  </a:lnTo>
                  <a:lnTo>
                    <a:pt x="76239" y="50237"/>
                  </a:lnTo>
                  <a:lnTo>
                    <a:pt x="78031" y="51728"/>
                  </a:lnTo>
                  <a:lnTo>
                    <a:pt x="78608" y="52209"/>
                  </a:lnTo>
                  <a:lnTo>
                    <a:pt x="78760" y="52336"/>
                  </a:lnTo>
                  <a:lnTo>
                    <a:pt x="83086" y="55936"/>
                  </a:lnTo>
                  <a:lnTo>
                    <a:pt x="83373" y="56175"/>
                  </a:lnTo>
                  <a:lnTo>
                    <a:pt x="83838" y="565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3" name="pg272"/>
            <p:cNvSpPr/>
            <p:nvPr/>
          </p:nvSpPr>
          <p:spPr>
            <a:xfrm>
              <a:off x="3981191" y="2620844"/>
              <a:ext cx="111781" cy="163299"/>
            </a:xfrm>
            <a:custGeom>
              <a:avLst/>
              <a:pathLst>
                <a:path w="111781" h="163299">
                  <a:moveTo>
                    <a:pt x="92472" y="63791"/>
                  </a:moveTo>
                  <a:lnTo>
                    <a:pt x="92271" y="64079"/>
                  </a:lnTo>
                  <a:lnTo>
                    <a:pt x="91221" y="65577"/>
                  </a:lnTo>
                  <a:lnTo>
                    <a:pt x="90904" y="66023"/>
                  </a:lnTo>
                  <a:lnTo>
                    <a:pt x="90582" y="66477"/>
                  </a:lnTo>
                  <a:lnTo>
                    <a:pt x="90467" y="66635"/>
                  </a:lnTo>
                  <a:lnTo>
                    <a:pt x="88894" y="68809"/>
                  </a:lnTo>
                  <a:lnTo>
                    <a:pt x="88259" y="69724"/>
                  </a:lnTo>
                  <a:lnTo>
                    <a:pt x="87993" y="70107"/>
                  </a:lnTo>
                  <a:lnTo>
                    <a:pt x="87133" y="71346"/>
                  </a:lnTo>
                  <a:lnTo>
                    <a:pt x="85531" y="73455"/>
                  </a:lnTo>
                  <a:lnTo>
                    <a:pt x="85358" y="73681"/>
                  </a:lnTo>
                  <a:lnTo>
                    <a:pt x="82466" y="77210"/>
                  </a:lnTo>
                  <a:lnTo>
                    <a:pt x="82741" y="77433"/>
                  </a:lnTo>
                  <a:lnTo>
                    <a:pt x="82876" y="77541"/>
                  </a:lnTo>
                  <a:lnTo>
                    <a:pt x="86624" y="79986"/>
                  </a:lnTo>
                  <a:lnTo>
                    <a:pt x="87816" y="80763"/>
                  </a:lnTo>
                  <a:lnTo>
                    <a:pt x="87998" y="80869"/>
                  </a:lnTo>
                  <a:lnTo>
                    <a:pt x="88177" y="80972"/>
                  </a:lnTo>
                  <a:lnTo>
                    <a:pt x="89420" y="81690"/>
                  </a:lnTo>
                  <a:lnTo>
                    <a:pt x="90146" y="82110"/>
                  </a:lnTo>
                  <a:lnTo>
                    <a:pt x="90786" y="82480"/>
                  </a:lnTo>
                  <a:lnTo>
                    <a:pt x="91048" y="82612"/>
                  </a:lnTo>
                  <a:lnTo>
                    <a:pt x="91684" y="82935"/>
                  </a:lnTo>
                  <a:lnTo>
                    <a:pt x="92640" y="83270"/>
                  </a:lnTo>
                  <a:lnTo>
                    <a:pt x="92800" y="83326"/>
                  </a:lnTo>
                  <a:lnTo>
                    <a:pt x="93586" y="83601"/>
                  </a:lnTo>
                  <a:lnTo>
                    <a:pt x="93750" y="83658"/>
                  </a:lnTo>
                  <a:lnTo>
                    <a:pt x="95220" y="83816"/>
                  </a:lnTo>
                  <a:lnTo>
                    <a:pt x="95376" y="83824"/>
                  </a:lnTo>
                  <a:lnTo>
                    <a:pt x="96595" y="83886"/>
                  </a:lnTo>
                  <a:lnTo>
                    <a:pt x="97023" y="83909"/>
                  </a:lnTo>
                  <a:lnTo>
                    <a:pt x="96906" y="85413"/>
                  </a:lnTo>
                  <a:lnTo>
                    <a:pt x="96627" y="89029"/>
                  </a:lnTo>
                  <a:lnTo>
                    <a:pt x="96470" y="91058"/>
                  </a:lnTo>
                  <a:lnTo>
                    <a:pt x="96229" y="96077"/>
                  </a:lnTo>
                  <a:lnTo>
                    <a:pt x="95726" y="100653"/>
                  </a:lnTo>
                  <a:lnTo>
                    <a:pt x="95602" y="101776"/>
                  </a:lnTo>
                  <a:lnTo>
                    <a:pt x="95588" y="102169"/>
                  </a:lnTo>
                  <a:lnTo>
                    <a:pt x="95574" y="102543"/>
                  </a:lnTo>
                  <a:lnTo>
                    <a:pt x="95560" y="102947"/>
                  </a:lnTo>
                  <a:lnTo>
                    <a:pt x="95528" y="103819"/>
                  </a:lnTo>
                  <a:lnTo>
                    <a:pt x="95509" y="104359"/>
                  </a:lnTo>
                  <a:lnTo>
                    <a:pt x="95496" y="104727"/>
                  </a:lnTo>
                  <a:lnTo>
                    <a:pt x="95463" y="105646"/>
                  </a:lnTo>
                  <a:lnTo>
                    <a:pt x="95443" y="106201"/>
                  </a:lnTo>
                  <a:lnTo>
                    <a:pt x="95420" y="106527"/>
                  </a:lnTo>
                  <a:lnTo>
                    <a:pt x="95325" y="107870"/>
                  </a:lnTo>
                  <a:lnTo>
                    <a:pt x="95138" y="108445"/>
                  </a:lnTo>
                  <a:lnTo>
                    <a:pt x="94493" y="108367"/>
                  </a:lnTo>
                  <a:lnTo>
                    <a:pt x="93819" y="108287"/>
                  </a:lnTo>
                  <a:lnTo>
                    <a:pt x="93168" y="108211"/>
                  </a:lnTo>
                  <a:lnTo>
                    <a:pt x="89954" y="107836"/>
                  </a:lnTo>
                  <a:lnTo>
                    <a:pt x="89566" y="107791"/>
                  </a:lnTo>
                  <a:lnTo>
                    <a:pt x="89071" y="107796"/>
                  </a:lnTo>
                  <a:lnTo>
                    <a:pt x="88276" y="107803"/>
                  </a:lnTo>
                  <a:lnTo>
                    <a:pt x="84974" y="107303"/>
                  </a:lnTo>
                  <a:lnTo>
                    <a:pt x="83475" y="106704"/>
                  </a:lnTo>
                  <a:lnTo>
                    <a:pt x="82197" y="106193"/>
                  </a:lnTo>
                  <a:lnTo>
                    <a:pt x="80780" y="105263"/>
                  </a:lnTo>
                  <a:lnTo>
                    <a:pt x="80128" y="104835"/>
                  </a:lnTo>
                  <a:lnTo>
                    <a:pt x="77679" y="103228"/>
                  </a:lnTo>
                  <a:lnTo>
                    <a:pt x="77081" y="102849"/>
                  </a:lnTo>
                  <a:lnTo>
                    <a:pt x="76945" y="102763"/>
                  </a:lnTo>
                  <a:lnTo>
                    <a:pt x="76573" y="102527"/>
                  </a:lnTo>
                  <a:lnTo>
                    <a:pt x="76388" y="102409"/>
                  </a:lnTo>
                  <a:lnTo>
                    <a:pt x="75923" y="102114"/>
                  </a:lnTo>
                  <a:lnTo>
                    <a:pt x="75274" y="101703"/>
                  </a:lnTo>
                  <a:lnTo>
                    <a:pt x="75108" y="102041"/>
                  </a:lnTo>
                  <a:lnTo>
                    <a:pt x="73765" y="104771"/>
                  </a:lnTo>
                  <a:lnTo>
                    <a:pt x="70407" y="111100"/>
                  </a:lnTo>
                  <a:lnTo>
                    <a:pt x="68960" y="113828"/>
                  </a:lnTo>
                  <a:lnTo>
                    <a:pt x="68449" y="114790"/>
                  </a:lnTo>
                  <a:lnTo>
                    <a:pt x="68336" y="115002"/>
                  </a:lnTo>
                  <a:lnTo>
                    <a:pt x="68107" y="115435"/>
                  </a:lnTo>
                  <a:lnTo>
                    <a:pt x="67696" y="116242"/>
                  </a:lnTo>
                  <a:lnTo>
                    <a:pt x="67581" y="116468"/>
                  </a:lnTo>
                  <a:lnTo>
                    <a:pt x="67492" y="116643"/>
                  </a:lnTo>
                  <a:lnTo>
                    <a:pt x="67354" y="116904"/>
                  </a:lnTo>
                  <a:lnTo>
                    <a:pt x="67150" y="117291"/>
                  </a:lnTo>
                  <a:lnTo>
                    <a:pt x="63386" y="116984"/>
                  </a:lnTo>
                  <a:lnTo>
                    <a:pt x="63226" y="117004"/>
                  </a:lnTo>
                  <a:lnTo>
                    <a:pt x="62790" y="121954"/>
                  </a:lnTo>
                  <a:lnTo>
                    <a:pt x="62704" y="122941"/>
                  </a:lnTo>
                  <a:lnTo>
                    <a:pt x="62646" y="123597"/>
                  </a:lnTo>
                  <a:lnTo>
                    <a:pt x="62557" y="124605"/>
                  </a:lnTo>
                  <a:lnTo>
                    <a:pt x="62480" y="125482"/>
                  </a:lnTo>
                  <a:lnTo>
                    <a:pt x="62243" y="128173"/>
                  </a:lnTo>
                  <a:lnTo>
                    <a:pt x="62214" y="128512"/>
                  </a:lnTo>
                  <a:lnTo>
                    <a:pt x="61735" y="133950"/>
                  </a:lnTo>
                  <a:lnTo>
                    <a:pt x="61414" y="137597"/>
                  </a:lnTo>
                  <a:lnTo>
                    <a:pt x="61394" y="137827"/>
                  </a:lnTo>
                  <a:lnTo>
                    <a:pt x="61153" y="140567"/>
                  </a:lnTo>
                  <a:lnTo>
                    <a:pt x="61094" y="141238"/>
                  </a:lnTo>
                  <a:lnTo>
                    <a:pt x="60813" y="144436"/>
                  </a:lnTo>
                  <a:lnTo>
                    <a:pt x="60800" y="144580"/>
                  </a:lnTo>
                  <a:lnTo>
                    <a:pt x="60774" y="144873"/>
                  </a:lnTo>
                  <a:lnTo>
                    <a:pt x="60744" y="145219"/>
                  </a:lnTo>
                  <a:lnTo>
                    <a:pt x="60701" y="145705"/>
                  </a:lnTo>
                  <a:lnTo>
                    <a:pt x="60646" y="146327"/>
                  </a:lnTo>
                  <a:lnTo>
                    <a:pt x="60577" y="147111"/>
                  </a:lnTo>
                  <a:lnTo>
                    <a:pt x="60537" y="147564"/>
                  </a:lnTo>
                  <a:lnTo>
                    <a:pt x="60237" y="150973"/>
                  </a:lnTo>
                  <a:lnTo>
                    <a:pt x="60214" y="151236"/>
                  </a:lnTo>
                  <a:lnTo>
                    <a:pt x="60173" y="151710"/>
                  </a:lnTo>
                  <a:lnTo>
                    <a:pt x="59631" y="157871"/>
                  </a:lnTo>
                  <a:lnTo>
                    <a:pt x="59578" y="158472"/>
                  </a:lnTo>
                  <a:lnTo>
                    <a:pt x="59339" y="161189"/>
                  </a:lnTo>
                  <a:lnTo>
                    <a:pt x="59256" y="162134"/>
                  </a:lnTo>
                  <a:lnTo>
                    <a:pt x="59214" y="162602"/>
                  </a:lnTo>
                  <a:lnTo>
                    <a:pt x="59200" y="162763"/>
                  </a:lnTo>
                  <a:lnTo>
                    <a:pt x="59197" y="163143"/>
                  </a:lnTo>
                  <a:lnTo>
                    <a:pt x="59179" y="163299"/>
                  </a:lnTo>
                  <a:lnTo>
                    <a:pt x="58974" y="163288"/>
                  </a:lnTo>
                  <a:lnTo>
                    <a:pt x="58443" y="163259"/>
                  </a:lnTo>
                  <a:lnTo>
                    <a:pt x="58206" y="163236"/>
                  </a:lnTo>
                  <a:lnTo>
                    <a:pt x="57969" y="163213"/>
                  </a:lnTo>
                  <a:lnTo>
                    <a:pt x="57678" y="163184"/>
                  </a:lnTo>
                  <a:lnTo>
                    <a:pt x="56982" y="163117"/>
                  </a:lnTo>
                  <a:lnTo>
                    <a:pt x="56149" y="163036"/>
                  </a:lnTo>
                  <a:lnTo>
                    <a:pt x="54532" y="162612"/>
                  </a:lnTo>
                  <a:lnTo>
                    <a:pt x="53738" y="162403"/>
                  </a:lnTo>
                  <a:lnTo>
                    <a:pt x="52612" y="162108"/>
                  </a:lnTo>
                  <a:lnTo>
                    <a:pt x="49280" y="160759"/>
                  </a:lnTo>
                  <a:lnTo>
                    <a:pt x="48059" y="159995"/>
                  </a:lnTo>
                  <a:lnTo>
                    <a:pt x="47247" y="159487"/>
                  </a:lnTo>
                  <a:lnTo>
                    <a:pt x="45554" y="158202"/>
                  </a:lnTo>
                  <a:lnTo>
                    <a:pt x="44478" y="157386"/>
                  </a:lnTo>
                  <a:lnTo>
                    <a:pt x="43941" y="156979"/>
                  </a:lnTo>
                  <a:lnTo>
                    <a:pt x="43396" y="156380"/>
                  </a:lnTo>
                  <a:lnTo>
                    <a:pt x="42100" y="154958"/>
                  </a:lnTo>
                  <a:lnTo>
                    <a:pt x="41364" y="154150"/>
                  </a:lnTo>
                  <a:lnTo>
                    <a:pt x="41274" y="154010"/>
                  </a:lnTo>
                  <a:lnTo>
                    <a:pt x="41123" y="153775"/>
                  </a:lnTo>
                  <a:lnTo>
                    <a:pt x="40484" y="152783"/>
                  </a:lnTo>
                  <a:lnTo>
                    <a:pt x="39994" y="152022"/>
                  </a:lnTo>
                  <a:lnTo>
                    <a:pt x="38599" y="149240"/>
                  </a:lnTo>
                  <a:lnTo>
                    <a:pt x="38288" y="148620"/>
                  </a:lnTo>
                  <a:lnTo>
                    <a:pt x="37899" y="147747"/>
                  </a:lnTo>
                  <a:lnTo>
                    <a:pt x="37078" y="145907"/>
                  </a:lnTo>
                  <a:lnTo>
                    <a:pt x="34495" y="139826"/>
                  </a:lnTo>
                  <a:lnTo>
                    <a:pt x="34326" y="139427"/>
                  </a:lnTo>
                  <a:lnTo>
                    <a:pt x="30860" y="131270"/>
                  </a:lnTo>
                  <a:lnTo>
                    <a:pt x="30726" y="130954"/>
                  </a:lnTo>
                  <a:lnTo>
                    <a:pt x="30352" y="130354"/>
                  </a:lnTo>
                  <a:lnTo>
                    <a:pt x="30098" y="129703"/>
                  </a:lnTo>
                  <a:lnTo>
                    <a:pt x="30031" y="129532"/>
                  </a:lnTo>
                  <a:lnTo>
                    <a:pt x="29551" y="128303"/>
                  </a:lnTo>
                  <a:lnTo>
                    <a:pt x="29251" y="127536"/>
                  </a:lnTo>
                  <a:lnTo>
                    <a:pt x="28689" y="126099"/>
                  </a:lnTo>
                  <a:lnTo>
                    <a:pt x="28412" y="125477"/>
                  </a:lnTo>
                  <a:lnTo>
                    <a:pt x="28297" y="125217"/>
                  </a:lnTo>
                  <a:lnTo>
                    <a:pt x="27119" y="122565"/>
                  </a:lnTo>
                  <a:lnTo>
                    <a:pt x="25661" y="119284"/>
                  </a:lnTo>
                  <a:lnTo>
                    <a:pt x="25284" y="118402"/>
                  </a:lnTo>
                  <a:lnTo>
                    <a:pt x="24815" y="117307"/>
                  </a:lnTo>
                  <a:lnTo>
                    <a:pt x="21878" y="110443"/>
                  </a:lnTo>
                  <a:lnTo>
                    <a:pt x="20880" y="108148"/>
                  </a:lnTo>
                  <a:lnTo>
                    <a:pt x="20507" y="107291"/>
                  </a:lnTo>
                  <a:lnTo>
                    <a:pt x="19607" y="105223"/>
                  </a:lnTo>
                  <a:lnTo>
                    <a:pt x="19473" y="104978"/>
                  </a:lnTo>
                  <a:lnTo>
                    <a:pt x="19146" y="104381"/>
                  </a:lnTo>
                  <a:lnTo>
                    <a:pt x="18592" y="103367"/>
                  </a:lnTo>
                  <a:lnTo>
                    <a:pt x="18300" y="102833"/>
                  </a:lnTo>
                  <a:lnTo>
                    <a:pt x="18206" y="102665"/>
                  </a:lnTo>
                  <a:lnTo>
                    <a:pt x="18073" y="102427"/>
                  </a:lnTo>
                  <a:lnTo>
                    <a:pt x="17966" y="102235"/>
                  </a:lnTo>
                  <a:lnTo>
                    <a:pt x="16528" y="99661"/>
                  </a:lnTo>
                  <a:lnTo>
                    <a:pt x="16248" y="99160"/>
                  </a:lnTo>
                  <a:lnTo>
                    <a:pt x="14837" y="96917"/>
                  </a:lnTo>
                  <a:lnTo>
                    <a:pt x="14689" y="96681"/>
                  </a:lnTo>
                  <a:lnTo>
                    <a:pt x="14208" y="95918"/>
                  </a:lnTo>
                  <a:lnTo>
                    <a:pt x="11022" y="91865"/>
                  </a:lnTo>
                  <a:lnTo>
                    <a:pt x="9117" y="89443"/>
                  </a:lnTo>
                  <a:lnTo>
                    <a:pt x="8684" y="88893"/>
                  </a:lnTo>
                  <a:lnTo>
                    <a:pt x="6899" y="86622"/>
                  </a:lnTo>
                  <a:lnTo>
                    <a:pt x="5720" y="85123"/>
                  </a:lnTo>
                  <a:lnTo>
                    <a:pt x="5435" y="84797"/>
                  </a:lnTo>
                  <a:lnTo>
                    <a:pt x="4453" y="83675"/>
                  </a:lnTo>
                  <a:lnTo>
                    <a:pt x="3895" y="83038"/>
                  </a:lnTo>
                  <a:lnTo>
                    <a:pt x="3001" y="82017"/>
                  </a:lnTo>
                  <a:lnTo>
                    <a:pt x="1948" y="80895"/>
                  </a:lnTo>
                  <a:lnTo>
                    <a:pt x="1124" y="80017"/>
                  </a:lnTo>
                  <a:lnTo>
                    <a:pt x="682" y="79547"/>
                  </a:lnTo>
                  <a:lnTo>
                    <a:pt x="493" y="79367"/>
                  </a:lnTo>
                  <a:lnTo>
                    <a:pt x="211" y="79098"/>
                  </a:lnTo>
                  <a:lnTo>
                    <a:pt x="0" y="78896"/>
                  </a:lnTo>
                  <a:lnTo>
                    <a:pt x="342" y="78545"/>
                  </a:lnTo>
                  <a:lnTo>
                    <a:pt x="2121" y="76725"/>
                  </a:lnTo>
                  <a:lnTo>
                    <a:pt x="2418" y="76338"/>
                  </a:lnTo>
                  <a:lnTo>
                    <a:pt x="5330" y="73043"/>
                  </a:lnTo>
                  <a:lnTo>
                    <a:pt x="7313" y="70800"/>
                  </a:lnTo>
                  <a:lnTo>
                    <a:pt x="8414" y="69428"/>
                  </a:lnTo>
                  <a:lnTo>
                    <a:pt x="8844" y="69816"/>
                  </a:lnTo>
                  <a:lnTo>
                    <a:pt x="9219" y="70155"/>
                  </a:lnTo>
                  <a:lnTo>
                    <a:pt x="9774" y="70656"/>
                  </a:lnTo>
                  <a:lnTo>
                    <a:pt x="13469" y="73990"/>
                  </a:lnTo>
                  <a:lnTo>
                    <a:pt x="17457" y="78240"/>
                  </a:lnTo>
                  <a:lnTo>
                    <a:pt x="20029" y="81147"/>
                  </a:lnTo>
                  <a:lnTo>
                    <a:pt x="22340" y="84464"/>
                  </a:lnTo>
                  <a:lnTo>
                    <a:pt x="24066" y="87245"/>
                  </a:lnTo>
                  <a:lnTo>
                    <a:pt x="26729" y="85483"/>
                  </a:lnTo>
                  <a:lnTo>
                    <a:pt x="32816" y="81456"/>
                  </a:lnTo>
                  <a:lnTo>
                    <a:pt x="34748" y="80231"/>
                  </a:lnTo>
                  <a:lnTo>
                    <a:pt x="35921" y="79540"/>
                  </a:lnTo>
                  <a:lnTo>
                    <a:pt x="36934" y="78943"/>
                  </a:lnTo>
                  <a:lnTo>
                    <a:pt x="40569" y="77089"/>
                  </a:lnTo>
                  <a:lnTo>
                    <a:pt x="41403" y="76685"/>
                  </a:lnTo>
                  <a:lnTo>
                    <a:pt x="41982" y="76405"/>
                  </a:lnTo>
                  <a:lnTo>
                    <a:pt x="42696" y="76130"/>
                  </a:lnTo>
                  <a:lnTo>
                    <a:pt x="54828" y="71464"/>
                  </a:lnTo>
                  <a:lnTo>
                    <a:pt x="55128" y="71349"/>
                  </a:lnTo>
                  <a:lnTo>
                    <a:pt x="55069" y="71178"/>
                  </a:lnTo>
                  <a:lnTo>
                    <a:pt x="54597" y="69798"/>
                  </a:lnTo>
                  <a:lnTo>
                    <a:pt x="53398" y="67305"/>
                  </a:lnTo>
                  <a:lnTo>
                    <a:pt x="52498" y="65432"/>
                  </a:lnTo>
                  <a:lnTo>
                    <a:pt x="52786" y="65310"/>
                  </a:lnTo>
                  <a:lnTo>
                    <a:pt x="56591" y="63763"/>
                  </a:lnTo>
                  <a:lnTo>
                    <a:pt x="62836" y="61225"/>
                  </a:lnTo>
                  <a:lnTo>
                    <a:pt x="64030" y="60569"/>
                  </a:lnTo>
                  <a:lnTo>
                    <a:pt x="64498" y="60312"/>
                  </a:lnTo>
                  <a:lnTo>
                    <a:pt x="64814" y="60139"/>
                  </a:lnTo>
                  <a:lnTo>
                    <a:pt x="65604" y="59690"/>
                  </a:lnTo>
                  <a:lnTo>
                    <a:pt x="66289" y="58978"/>
                  </a:lnTo>
                  <a:lnTo>
                    <a:pt x="66571" y="58685"/>
                  </a:lnTo>
                  <a:lnTo>
                    <a:pt x="68839" y="55628"/>
                  </a:lnTo>
                  <a:lnTo>
                    <a:pt x="69021" y="55383"/>
                  </a:lnTo>
                  <a:lnTo>
                    <a:pt x="69343" y="54947"/>
                  </a:lnTo>
                  <a:lnTo>
                    <a:pt x="71248" y="52379"/>
                  </a:lnTo>
                  <a:lnTo>
                    <a:pt x="74317" y="48242"/>
                  </a:lnTo>
                  <a:lnTo>
                    <a:pt x="76552" y="45229"/>
                  </a:lnTo>
                  <a:lnTo>
                    <a:pt x="76808" y="44883"/>
                  </a:lnTo>
                  <a:lnTo>
                    <a:pt x="79909" y="40703"/>
                  </a:lnTo>
                  <a:lnTo>
                    <a:pt x="80854" y="39428"/>
                  </a:lnTo>
                  <a:lnTo>
                    <a:pt x="75334" y="35467"/>
                  </a:lnTo>
                  <a:lnTo>
                    <a:pt x="72673" y="33558"/>
                  </a:lnTo>
                  <a:lnTo>
                    <a:pt x="70179" y="31768"/>
                  </a:lnTo>
                  <a:lnTo>
                    <a:pt x="69582" y="31340"/>
                  </a:lnTo>
                  <a:lnTo>
                    <a:pt x="66219" y="28927"/>
                  </a:lnTo>
                  <a:lnTo>
                    <a:pt x="66019" y="28784"/>
                  </a:lnTo>
                  <a:lnTo>
                    <a:pt x="64932" y="28004"/>
                  </a:lnTo>
                  <a:lnTo>
                    <a:pt x="59070" y="23798"/>
                  </a:lnTo>
                  <a:lnTo>
                    <a:pt x="58921" y="23691"/>
                  </a:lnTo>
                  <a:lnTo>
                    <a:pt x="55199" y="21020"/>
                  </a:lnTo>
                  <a:lnTo>
                    <a:pt x="50602" y="17722"/>
                  </a:lnTo>
                  <a:lnTo>
                    <a:pt x="49463" y="16949"/>
                  </a:lnTo>
                  <a:lnTo>
                    <a:pt x="47745" y="15784"/>
                  </a:lnTo>
                  <a:lnTo>
                    <a:pt x="48972" y="14129"/>
                  </a:lnTo>
                  <a:lnTo>
                    <a:pt x="50334" y="12290"/>
                  </a:lnTo>
                  <a:lnTo>
                    <a:pt x="59443" y="0"/>
                  </a:lnTo>
                  <a:lnTo>
                    <a:pt x="60953" y="1073"/>
                  </a:lnTo>
                  <a:lnTo>
                    <a:pt x="61341" y="1349"/>
                  </a:lnTo>
                  <a:lnTo>
                    <a:pt x="61571" y="1512"/>
                  </a:lnTo>
                  <a:lnTo>
                    <a:pt x="66681" y="5146"/>
                  </a:lnTo>
                  <a:lnTo>
                    <a:pt x="66844" y="5261"/>
                  </a:lnTo>
                  <a:lnTo>
                    <a:pt x="66984" y="5360"/>
                  </a:lnTo>
                  <a:lnTo>
                    <a:pt x="70792" y="8068"/>
                  </a:lnTo>
                  <a:lnTo>
                    <a:pt x="70984" y="8205"/>
                  </a:lnTo>
                  <a:lnTo>
                    <a:pt x="76514" y="12137"/>
                  </a:lnTo>
                  <a:lnTo>
                    <a:pt x="81765" y="15870"/>
                  </a:lnTo>
                  <a:lnTo>
                    <a:pt x="86951" y="19556"/>
                  </a:lnTo>
                  <a:lnTo>
                    <a:pt x="92709" y="23524"/>
                  </a:lnTo>
                  <a:lnTo>
                    <a:pt x="92887" y="23647"/>
                  </a:lnTo>
                  <a:lnTo>
                    <a:pt x="92564" y="24071"/>
                  </a:lnTo>
                  <a:lnTo>
                    <a:pt x="94273" y="25368"/>
                  </a:lnTo>
                  <a:lnTo>
                    <a:pt x="98619" y="28928"/>
                  </a:lnTo>
                  <a:lnTo>
                    <a:pt x="98758" y="29042"/>
                  </a:lnTo>
                  <a:lnTo>
                    <a:pt x="104726" y="33847"/>
                  </a:lnTo>
                  <a:lnTo>
                    <a:pt x="106105" y="34958"/>
                  </a:lnTo>
                  <a:lnTo>
                    <a:pt x="107729" y="36319"/>
                  </a:lnTo>
                  <a:lnTo>
                    <a:pt x="111530" y="39505"/>
                  </a:lnTo>
                  <a:lnTo>
                    <a:pt x="111781" y="39716"/>
                  </a:lnTo>
                  <a:lnTo>
                    <a:pt x="111479" y="40056"/>
                  </a:lnTo>
                  <a:lnTo>
                    <a:pt x="111091" y="40493"/>
                  </a:lnTo>
                  <a:lnTo>
                    <a:pt x="109568" y="42211"/>
                  </a:lnTo>
                  <a:lnTo>
                    <a:pt x="109088" y="42751"/>
                  </a:lnTo>
                  <a:lnTo>
                    <a:pt x="108345" y="43589"/>
                  </a:lnTo>
                  <a:lnTo>
                    <a:pt x="107607" y="44460"/>
                  </a:lnTo>
                  <a:lnTo>
                    <a:pt x="106921" y="45271"/>
                  </a:lnTo>
                  <a:lnTo>
                    <a:pt x="106772" y="45446"/>
                  </a:lnTo>
                  <a:lnTo>
                    <a:pt x="105295" y="47118"/>
                  </a:lnTo>
                  <a:lnTo>
                    <a:pt x="104355" y="48181"/>
                  </a:lnTo>
                  <a:lnTo>
                    <a:pt x="102483" y="50381"/>
                  </a:lnTo>
                  <a:lnTo>
                    <a:pt x="99802" y="53533"/>
                  </a:lnTo>
                  <a:lnTo>
                    <a:pt x="99504" y="53890"/>
                  </a:lnTo>
                  <a:lnTo>
                    <a:pt x="98383" y="55235"/>
                  </a:lnTo>
                  <a:lnTo>
                    <a:pt x="98074" y="55607"/>
                  </a:lnTo>
                  <a:lnTo>
                    <a:pt x="95956" y="58334"/>
                  </a:lnTo>
                  <a:lnTo>
                    <a:pt x="95670" y="58763"/>
                  </a:lnTo>
                  <a:lnTo>
                    <a:pt x="95209" y="59453"/>
                  </a:lnTo>
                  <a:lnTo>
                    <a:pt x="95060" y="59676"/>
                  </a:lnTo>
                  <a:lnTo>
                    <a:pt x="94828" y="60071"/>
                  </a:lnTo>
                  <a:lnTo>
                    <a:pt x="94690" y="60308"/>
                  </a:lnTo>
                  <a:lnTo>
                    <a:pt x="94592" y="60475"/>
                  </a:lnTo>
                  <a:lnTo>
                    <a:pt x="94388" y="60823"/>
                  </a:lnTo>
                  <a:lnTo>
                    <a:pt x="94016" y="61460"/>
                  </a:lnTo>
                  <a:lnTo>
                    <a:pt x="93936" y="61595"/>
                  </a:lnTo>
                  <a:lnTo>
                    <a:pt x="92693" y="6346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4" name="pg273"/>
            <p:cNvSpPr/>
            <p:nvPr/>
          </p:nvSpPr>
          <p:spPr>
            <a:xfrm>
              <a:off x="4063657" y="2655989"/>
              <a:ext cx="103463" cy="76168"/>
            </a:xfrm>
            <a:custGeom>
              <a:avLst/>
              <a:pathLst>
                <a:path w="103463" h="76168">
                  <a:moveTo>
                    <a:pt x="33429" y="0"/>
                  </a:moveTo>
                  <a:lnTo>
                    <a:pt x="33780" y="38"/>
                  </a:lnTo>
                  <a:lnTo>
                    <a:pt x="36787" y="369"/>
                  </a:lnTo>
                  <a:lnTo>
                    <a:pt x="38742" y="584"/>
                  </a:lnTo>
                  <a:lnTo>
                    <a:pt x="39988" y="1085"/>
                  </a:lnTo>
                  <a:lnTo>
                    <a:pt x="40332" y="1310"/>
                  </a:lnTo>
                  <a:lnTo>
                    <a:pt x="41535" y="2101"/>
                  </a:lnTo>
                  <a:lnTo>
                    <a:pt x="45712" y="5074"/>
                  </a:lnTo>
                  <a:lnTo>
                    <a:pt x="47515" y="6358"/>
                  </a:lnTo>
                  <a:lnTo>
                    <a:pt x="47907" y="6636"/>
                  </a:lnTo>
                  <a:lnTo>
                    <a:pt x="48347" y="6934"/>
                  </a:lnTo>
                  <a:lnTo>
                    <a:pt x="48895" y="7305"/>
                  </a:lnTo>
                  <a:lnTo>
                    <a:pt x="49210" y="7518"/>
                  </a:lnTo>
                  <a:lnTo>
                    <a:pt x="49598" y="7822"/>
                  </a:lnTo>
                  <a:lnTo>
                    <a:pt x="49835" y="8041"/>
                  </a:lnTo>
                  <a:lnTo>
                    <a:pt x="48730" y="9639"/>
                  </a:lnTo>
                  <a:lnTo>
                    <a:pt x="48519" y="9927"/>
                  </a:lnTo>
                  <a:lnTo>
                    <a:pt x="47857" y="10873"/>
                  </a:lnTo>
                  <a:lnTo>
                    <a:pt x="47572" y="11241"/>
                  </a:lnTo>
                  <a:lnTo>
                    <a:pt x="47267" y="11635"/>
                  </a:lnTo>
                  <a:lnTo>
                    <a:pt x="46966" y="12023"/>
                  </a:lnTo>
                  <a:lnTo>
                    <a:pt x="46840" y="12187"/>
                  </a:lnTo>
                  <a:lnTo>
                    <a:pt x="46668" y="12433"/>
                  </a:lnTo>
                  <a:lnTo>
                    <a:pt x="47296" y="13125"/>
                  </a:lnTo>
                  <a:lnTo>
                    <a:pt x="47767" y="13643"/>
                  </a:lnTo>
                  <a:lnTo>
                    <a:pt x="47957" y="13852"/>
                  </a:lnTo>
                  <a:lnTo>
                    <a:pt x="48166" y="14082"/>
                  </a:lnTo>
                  <a:lnTo>
                    <a:pt x="48852" y="14838"/>
                  </a:lnTo>
                  <a:lnTo>
                    <a:pt x="49837" y="16163"/>
                  </a:lnTo>
                  <a:lnTo>
                    <a:pt x="50070" y="16476"/>
                  </a:lnTo>
                  <a:lnTo>
                    <a:pt x="50491" y="17027"/>
                  </a:lnTo>
                  <a:lnTo>
                    <a:pt x="52239" y="19314"/>
                  </a:lnTo>
                  <a:lnTo>
                    <a:pt x="52070" y="19455"/>
                  </a:lnTo>
                  <a:lnTo>
                    <a:pt x="51886" y="19644"/>
                  </a:lnTo>
                  <a:lnTo>
                    <a:pt x="53716" y="22938"/>
                  </a:lnTo>
                  <a:lnTo>
                    <a:pt x="54340" y="22021"/>
                  </a:lnTo>
                  <a:lnTo>
                    <a:pt x="56057" y="19502"/>
                  </a:lnTo>
                  <a:lnTo>
                    <a:pt x="56789" y="18416"/>
                  </a:lnTo>
                  <a:lnTo>
                    <a:pt x="56969" y="18120"/>
                  </a:lnTo>
                  <a:lnTo>
                    <a:pt x="57487" y="18501"/>
                  </a:lnTo>
                  <a:lnTo>
                    <a:pt x="58586" y="19312"/>
                  </a:lnTo>
                  <a:lnTo>
                    <a:pt x="59328" y="19858"/>
                  </a:lnTo>
                  <a:lnTo>
                    <a:pt x="59857" y="20249"/>
                  </a:lnTo>
                  <a:lnTo>
                    <a:pt x="60250" y="20545"/>
                  </a:lnTo>
                  <a:lnTo>
                    <a:pt x="60768" y="20931"/>
                  </a:lnTo>
                  <a:lnTo>
                    <a:pt x="61467" y="21429"/>
                  </a:lnTo>
                  <a:lnTo>
                    <a:pt x="61807" y="22005"/>
                  </a:lnTo>
                  <a:lnTo>
                    <a:pt x="62074" y="22428"/>
                  </a:lnTo>
                  <a:lnTo>
                    <a:pt x="62661" y="23556"/>
                  </a:lnTo>
                  <a:lnTo>
                    <a:pt x="62758" y="23741"/>
                  </a:lnTo>
                  <a:lnTo>
                    <a:pt x="63176" y="24544"/>
                  </a:lnTo>
                  <a:lnTo>
                    <a:pt x="63745" y="25637"/>
                  </a:lnTo>
                  <a:lnTo>
                    <a:pt x="64120" y="26357"/>
                  </a:lnTo>
                  <a:lnTo>
                    <a:pt x="64245" y="26588"/>
                  </a:lnTo>
                  <a:lnTo>
                    <a:pt x="64367" y="26778"/>
                  </a:lnTo>
                  <a:lnTo>
                    <a:pt x="64641" y="27275"/>
                  </a:lnTo>
                  <a:lnTo>
                    <a:pt x="64816" y="27592"/>
                  </a:lnTo>
                  <a:lnTo>
                    <a:pt x="65197" y="28282"/>
                  </a:lnTo>
                  <a:lnTo>
                    <a:pt x="65286" y="28443"/>
                  </a:lnTo>
                  <a:lnTo>
                    <a:pt x="65360" y="28577"/>
                  </a:lnTo>
                  <a:lnTo>
                    <a:pt x="65467" y="28771"/>
                  </a:lnTo>
                  <a:lnTo>
                    <a:pt x="65635" y="29027"/>
                  </a:lnTo>
                  <a:lnTo>
                    <a:pt x="65790" y="29263"/>
                  </a:lnTo>
                  <a:lnTo>
                    <a:pt x="67685" y="32157"/>
                  </a:lnTo>
                  <a:lnTo>
                    <a:pt x="68122" y="32829"/>
                  </a:lnTo>
                  <a:lnTo>
                    <a:pt x="68508" y="33425"/>
                  </a:lnTo>
                  <a:lnTo>
                    <a:pt x="68855" y="33958"/>
                  </a:lnTo>
                  <a:lnTo>
                    <a:pt x="70159" y="36116"/>
                  </a:lnTo>
                  <a:lnTo>
                    <a:pt x="70302" y="36353"/>
                  </a:lnTo>
                  <a:lnTo>
                    <a:pt x="70380" y="36482"/>
                  </a:lnTo>
                  <a:lnTo>
                    <a:pt x="70586" y="36823"/>
                  </a:lnTo>
                  <a:lnTo>
                    <a:pt x="70855" y="36973"/>
                  </a:lnTo>
                  <a:lnTo>
                    <a:pt x="71733" y="37464"/>
                  </a:lnTo>
                  <a:lnTo>
                    <a:pt x="71969" y="37596"/>
                  </a:lnTo>
                  <a:lnTo>
                    <a:pt x="72632" y="37967"/>
                  </a:lnTo>
                  <a:lnTo>
                    <a:pt x="72828" y="38077"/>
                  </a:lnTo>
                  <a:lnTo>
                    <a:pt x="73806" y="38624"/>
                  </a:lnTo>
                  <a:lnTo>
                    <a:pt x="74813" y="39187"/>
                  </a:lnTo>
                  <a:lnTo>
                    <a:pt x="74982" y="39281"/>
                  </a:lnTo>
                  <a:lnTo>
                    <a:pt x="76243" y="39986"/>
                  </a:lnTo>
                  <a:lnTo>
                    <a:pt x="76503" y="40132"/>
                  </a:lnTo>
                  <a:lnTo>
                    <a:pt x="77400" y="40633"/>
                  </a:lnTo>
                  <a:lnTo>
                    <a:pt x="77761" y="40946"/>
                  </a:lnTo>
                  <a:lnTo>
                    <a:pt x="78335" y="41442"/>
                  </a:lnTo>
                  <a:lnTo>
                    <a:pt x="78766" y="41815"/>
                  </a:lnTo>
                  <a:lnTo>
                    <a:pt x="79589" y="42528"/>
                  </a:lnTo>
                  <a:lnTo>
                    <a:pt x="79974" y="42710"/>
                  </a:lnTo>
                  <a:lnTo>
                    <a:pt x="80364" y="42894"/>
                  </a:lnTo>
                  <a:lnTo>
                    <a:pt x="80507" y="42962"/>
                  </a:lnTo>
                  <a:lnTo>
                    <a:pt x="80855" y="43126"/>
                  </a:lnTo>
                  <a:lnTo>
                    <a:pt x="81208" y="43293"/>
                  </a:lnTo>
                  <a:lnTo>
                    <a:pt x="81780" y="43481"/>
                  </a:lnTo>
                  <a:lnTo>
                    <a:pt x="82093" y="43585"/>
                  </a:lnTo>
                  <a:lnTo>
                    <a:pt x="82984" y="43878"/>
                  </a:lnTo>
                  <a:lnTo>
                    <a:pt x="82339" y="44765"/>
                  </a:lnTo>
                  <a:lnTo>
                    <a:pt x="81172" y="46342"/>
                  </a:lnTo>
                  <a:lnTo>
                    <a:pt x="83984" y="48618"/>
                  </a:lnTo>
                  <a:lnTo>
                    <a:pt x="84380" y="48939"/>
                  </a:lnTo>
                  <a:lnTo>
                    <a:pt x="84593" y="49111"/>
                  </a:lnTo>
                  <a:lnTo>
                    <a:pt x="87668" y="48715"/>
                  </a:lnTo>
                  <a:lnTo>
                    <a:pt x="88035" y="48668"/>
                  </a:lnTo>
                  <a:lnTo>
                    <a:pt x="88698" y="49229"/>
                  </a:lnTo>
                  <a:lnTo>
                    <a:pt x="94125" y="53831"/>
                  </a:lnTo>
                  <a:lnTo>
                    <a:pt x="94456" y="54111"/>
                  </a:lnTo>
                  <a:lnTo>
                    <a:pt x="95776" y="52317"/>
                  </a:lnTo>
                  <a:lnTo>
                    <a:pt x="96738" y="50716"/>
                  </a:lnTo>
                  <a:lnTo>
                    <a:pt x="97459" y="49518"/>
                  </a:lnTo>
                  <a:lnTo>
                    <a:pt x="98329" y="48070"/>
                  </a:lnTo>
                  <a:lnTo>
                    <a:pt x="98624" y="47230"/>
                  </a:lnTo>
                  <a:lnTo>
                    <a:pt x="98901" y="44850"/>
                  </a:lnTo>
                  <a:lnTo>
                    <a:pt x="99354" y="43228"/>
                  </a:lnTo>
                  <a:lnTo>
                    <a:pt x="100083" y="40148"/>
                  </a:lnTo>
                  <a:lnTo>
                    <a:pt x="100697" y="41569"/>
                  </a:lnTo>
                  <a:lnTo>
                    <a:pt x="101029" y="42336"/>
                  </a:lnTo>
                  <a:lnTo>
                    <a:pt x="100493" y="42666"/>
                  </a:lnTo>
                  <a:lnTo>
                    <a:pt x="101245" y="44050"/>
                  </a:lnTo>
                  <a:lnTo>
                    <a:pt x="101394" y="44428"/>
                  </a:lnTo>
                  <a:lnTo>
                    <a:pt x="101997" y="48159"/>
                  </a:lnTo>
                  <a:lnTo>
                    <a:pt x="102431" y="50791"/>
                  </a:lnTo>
                  <a:lnTo>
                    <a:pt x="102494" y="51191"/>
                  </a:lnTo>
                  <a:lnTo>
                    <a:pt x="102497" y="51894"/>
                  </a:lnTo>
                  <a:lnTo>
                    <a:pt x="102073" y="52672"/>
                  </a:lnTo>
                  <a:lnTo>
                    <a:pt x="101012" y="54622"/>
                  </a:lnTo>
                  <a:lnTo>
                    <a:pt x="102229" y="55767"/>
                  </a:lnTo>
                  <a:lnTo>
                    <a:pt x="101621" y="59238"/>
                  </a:lnTo>
                  <a:lnTo>
                    <a:pt x="103463" y="61753"/>
                  </a:lnTo>
                  <a:lnTo>
                    <a:pt x="103190" y="62673"/>
                  </a:lnTo>
                  <a:lnTo>
                    <a:pt x="102662" y="64459"/>
                  </a:lnTo>
                  <a:lnTo>
                    <a:pt x="101230" y="69297"/>
                  </a:lnTo>
                  <a:lnTo>
                    <a:pt x="97261" y="69708"/>
                  </a:lnTo>
                  <a:lnTo>
                    <a:pt x="91434" y="70310"/>
                  </a:lnTo>
                  <a:lnTo>
                    <a:pt x="88071" y="71044"/>
                  </a:lnTo>
                  <a:lnTo>
                    <a:pt x="87656" y="71134"/>
                  </a:lnTo>
                  <a:lnTo>
                    <a:pt x="84650" y="72045"/>
                  </a:lnTo>
                  <a:lnTo>
                    <a:pt x="82253" y="74243"/>
                  </a:lnTo>
                  <a:lnTo>
                    <a:pt x="78297" y="74226"/>
                  </a:lnTo>
                  <a:lnTo>
                    <a:pt x="76967" y="74220"/>
                  </a:lnTo>
                  <a:lnTo>
                    <a:pt x="75793" y="74215"/>
                  </a:lnTo>
                  <a:lnTo>
                    <a:pt x="75543" y="75546"/>
                  </a:lnTo>
                  <a:lnTo>
                    <a:pt x="74318" y="75061"/>
                  </a:lnTo>
                  <a:lnTo>
                    <a:pt x="73982" y="74975"/>
                  </a:lnTo>
                  <a:lnTo>
                    <a:pt x="73685" y="74900"/>
                  </a:lnTo>
                  <a:lnTo>
                    <a:pt x="73111" y="74754"/>
                  </a:lnTo>
                  <a:lnTo>
                    <a:pt x="72023" y="74814"/>
                  </a:lnTo>
                  <a:lnTo>
                    <a:pt x="70816" y="74921"/>
                  </a:lnTo>
                  <a:lnTo>
                    <a:pt x="70355" y="75304"/>
                  </a:lnTo>
                  <a:lnTo>
                    <a:pt x="70037" y="75389"/>
                  </a:lnTo>
                  <a:lnTo>
                    <a:pt x="69399" y="75560"/>
                  </a:lnTo>
                  <a:lnTo>
                    <a:pt x="69187" y="75619"/>
                  </a:lnTo>
                  <a:lnTo>
                    <a:pt x="68193" y="75899"/>
                  </a:lnTo>
                  <a:lnTo>
                    <a:pt x="67658" y="76052"/>
                  </a:lnTo>
                  <a:lnTo>
                    <a:pt x="67255" y="76168"/>
                  </a:lnTo>
                  <a:lnTo>
                    <a:pt x="61808" y="75777"/>
                  </a:lnTo>
                  <a:lnTo>
                    <a:pt x="61497" y="75754"/>
                  </a:lnTo>
                  <a:lnTo>
                    <a:pt x="60949" y="75713"/>
                  </a:lnTo>
                  <a:lnTo>
                    <a:pt x="60623" y="75686"/>
                  </a:lnTo>
                  <a:lnTo>
                    <a:pt x="59110" y="75541"/>
                  </a:lnTo>
                  <a:lnTo>
                    <a:pt x="59465" y="74290"/>
                  </a:lnTo>
                  <a:lnTo>
                    <a:pt x="59672" y="73634"/>
                  </a:lnTo>
                  <a:lnTo>
                    <a:pt x="59799" y="73171"/>
                  </a:lnTo>
                  <a:lnTo>
                    <a:pt x="58586" y="72585"/>
                  </a:lnTo>
                  <a:lnTo>
                    <a:pt x="57558" y="72088"/>
                  </a:lnTo>
                  <a:lnTo>
                    <a:pt x="57669" y="70566"/>
                  </a:lnTo>
                  <a:lnTo>
                    <a:pt x="57710" y="69962"/>
                  </a:lnTo>
                  <a:lnTo>
                    <a:pt x="57663" y="69745"/>
                  </a:lnTo>
                  <a:lnTo>
                    <a:pt x="57311" y="69869"/>
                  </a:lnTo>
                  <a:lnTo>
                    <a:pt x="56444" y="69730"/>
                  </a:lnTo>
                  <a:lnTo>
                    <a:pt x="55182" y="69421"/>
                  </a:lnTo>
                  <a:lnTo>
                    <a:pt x="54667" y="69295"/>
                  </a:lnTo>
                  <a:lnTo>
                    <a:pt x="54244" y="69186"/>
                  </a:lnTo>
                  <a:lnTo>
                    <a:pt x="53823" y="69026"/>
                  </a:lnTo>
                  <a:lnTo>
                    <a:pt x="53642" y="68960"/>
                  </a:lnTo>
                  <a:lnTo>
                    <a:pt x="53405" y="68874"/>
                  </a:lnTo>
                  <a:lnTo>
                    <a:pt x="53405" y="68677"/>
                  </a:lnTo>
                  <a:lnTo>
                    <a:pt x="53405" y="68511"/>
                  </a:lnTo>
                  <a:lnTo>
                    <a:pt x="53405" y="67911"/>
                  </a:lnTo>
                  <a:lnTo>
                    <a:pt x="53563" y="67358"/>
                  </a:lnTo>
                  <a:lnTo>
                    <a:pt x="54454" y="67031"/>
                  </a:lnTo>
                  <a:lnTo>
                    <a:pt x="54783" y="66911"/>
                  </a:lnTo>
                  <a:lnTo>
                    <a:pt x="54942" y="66853"/>
                  </a:lnTo>
                  <a:lnTo>
                    <a:pt x="55311" y="66718"/>
                  </a:lnTo>
                  <a:lnTo>
                    <a:pt x="55481" y="66659"/>
                  </a:lnTo>
                  <a:lnTo>
                    <a:pt x="56188" y="66414"/>
                  </a:lnTo>
                  <a:lnTo>
                    <a:pt x="56689" y="66241"/>
                  </a:lnTo>
                  <a:lnTo>
                    <a:pt x="57756" y="65868"/>
                  </a:lnTo>
                  <a:lnTo>
                    <a:pt x="57962" y="65790"/>
                  </a:lnTo>
                  <a:lnTo>
                    <a:pt x="58126" y="65728"/>
                  </a:lnTo>
                  <a:lnTo>
                    <a:pt x="59311" y="65264"/>
                  </a:lnTo>
                  <a:lnTo>
                    <a:pt x="59708" y="65049"/>
                  </a:lnTo>
                  <a:lnTo>
                    <a:pt x="60289" y="64735"/>
                  </a:lnTo>
                  <a:lnTo>
                    <a:pt x="60428" y="64659"/>
                  </a:lnTo>
                  <a:lnTo>
                    <a:pt x="60839" y="64437"/>
                  </a:lnTo>
                  <a:lnTo>
                    <a:pt x="61709" y="64196"/>
                  </a:lnTo>
                  <a:lnTo>
                    <a:pt x="62301" y="64032"/>
                  </a:lnTo>
                  <a:lnTo>
                    <a:pt x="62501" y="63828"/>
                  </a:lnTo>
                  <a:lnTo>
                    <a:pt x="62473" y="63639"/>
                  </a:lnTo>
                  <a:lnTo>
                    <a:pt x="62442" y="63421"/>
                  </a:lnTo>
                  <a:lnTo>
                    <a:pt x="62421" y="63274"/>
                  </a:lnTo>
                  <a:lnTo>
                    <a:pt x="62324" y="62603"/>
                  </a:lnTo>
                  <a:lnTo>
                    <a:pt x="62280" y="62219"/>
                  </a:lnTo>
                  <a:lnTo>
                    <a:pt x="62198" y="61498"/>
                  </a:lnTo>
                  <a:lnTo>
                    <a:pt x="61923" y="61390"/>
                  </a:lnTo>
                  <a:lnTo>
                    <a:pt x="61762" y="61410"/>
                  </a:lnTo>
                  <a:lnTo>
                    <a:pt x="61323" y="61464"/>
                  </a:lnTo>
                  <a:lnTo>
                    <a:pt x="61021" y="61469"/>
                  </a:lnTo>
                  <a:lnTo>
                    <a:pt x="59959" y="61488"/>
                  </a:lnTo>
                  <a:lnTo>
                    <a:pt x="58523" y="61513"/>
                  </a:lnTo>
                  <a:lnTo>
                    <a:pt x="56314" y="61553"/>
                  </a:lnTo>
                  <a:lnTo>
                    <a:pt x="53901" y="61596"/>
                  </a:lnTo>
                  <a:lnTo>
                    <a:pt x="53552" y="61602"/>
                  </a:lnTo>
                  <a:lnTo>
                    <a:pt x="52121" y="61627"/>
                  </a:lnTo>
                  <a:lnTo>
                    <a:pt x="51864" y="61631"/>
                  </a:lnTo>
                  <a:lnTo>
                    <a:pt x="50710" y="61625"/>
                  </a:lnTo>
                  <a:lnTo>
                    <a:pt x="49103" y="61618"/>
                  </a:lnTo>
                  <a:lnTo>
                    <a:pt x="46523" y="61607"/>
                  </a:lnTo>
                  <a:lnTo>
                    <a:pt x="45704" y="61405"/>
                  </a:lnTo>
                  <a:lnTo>
                    <a:pt x="42834" y="60697"/>
                  </a:lnTo>
                  <a:lnTo>
                    <a:pt x="43324" y="60080"/>
                  </a:lnTo>
                  <a:lnTo>
                    <a:pt x="43512" y="59843"/>
                  </a:lnTo>
                  <a:lnTo>
                    <a:pt x="43980" y="58684"/>
                  </a:lnTo>
                  <a:lnTo>
                    <a:pt x="43339" y="58502"/>
                  </a:lnTo>
                  <a:lnTo>
                    <a:pt x="43010" y="58445"/>
                  </a:lnTo>
                  <a:lnTo>
                    <a:pt x="42601" y="58375"/>
                  </a:lnTo>
                  <a:lnTo>
                    <a:pt x="42456" y="58351"/>
                  </a:lnTo>
                  <a:lnTo>
                    <a:pt x="41895" y="58237"/>
                  </a:lnTo>
                  <a:lnTo>
                    <a:pt x="41046" y="58065"/>
                  </a:lnTo>
                  <a:lnTo>
                    <a:pt x="40835" y="58023"/>
                  </a:lnTo>
                  <a:lnTo>
                    <a:pt x="39763" y="57806"/>
                  </a:lnTo>
                  <a:lnTo>
                    <a:pt x="39409" y="57734"/>
                  </a:lnTo>
                  <a:lnTo>
                    <a:pt x="39037" y="57659"/>
                  </a:lnTo>
                  <a:lnTo>
                    <a:pt x="38651" y="57581"/>
                  </a:lnTo>
                  <a:lnTo>
                    <a:pt x="38373" y="57525"/>
                  </a:lnTo>
                  <a:lnTo>
                    <a:pt x="38052" y="57459"/>
                  </a:lnTo>
                  <a:lnTo>
                    <a:pt x="37728" y="57394"/>
                  </a:lnTo>
                  <a:lnTo>
                    <a:pt x="37438" y="57335"/>
                  </a:lnTo>
                  <a:lnTo>
                    <a:pt x="37098" y="57267"/>
                  </a:lnTo>
                  <a:lnTo>
                    <a:pt x="36839" y="57214"/>
                  </a:lnTo>
                  <a:lnTo>
                    <a:pt x="36529" y="57151"/>
                  </a:lnTo>
                  <a:lnTo>
                    <a:pt x="36239" y="57093"/>
                  </a:lnTo>
                  <a:lnTo>
                    <a:pt x="35955" y="57035"/>
                  </a:lnTo>
                  <a:lnTo>
                    <a:pt x="35756" y="56995"/>
                  </a:lnTo>
                  <a:lnTo>
                    <a:pt x="35320" y="56907"/>
                  </a:lnTo>
                  <a:lnTo>
                    <a:pt x="34227" y="56846"/>
                  </a:lnTo>
                  <a:lnTo>
                    <a:pt x="27942" y="56491"/>
                  </a:lnTo>
                  <a:lnTo>
                    <a:pt x="27247" y="56452"/>
                  </a:lnTo>
                  <a:lnTo>
                    <a:pt x="26955" y="56436"/>
                  </a:lnTo>
                  <a:lnTo>
                    <a:pt x="26287" y="56398"/>
                  </a:lnTo>
                  <a:lnTo>
                    <a:pt x="26411" y="54474"/>
                  </a:lnTo>
                  <a:lnTo>
                    <a:pt x="26817" y="48108"/>
                  </a:lnTo>
                  <a:lnTo>
                    <a:pt x="24996" y="48230"/>
                  </a:lnTo>
                  <a:lnTo>
                    <a:pt x="23443" y="48327"/>
                  </a:lnTo>
                  <a:lnTo>
                    <a:pt x="22539" y="48330"/>
                  </a:lnTo>
                  <a:lnTo>
                    <a:pt x="21412" y="48334"/>
                  </a:lnTo>
                  <a:lnTo>
                    <a:pt x="21078" y="48336"/>
                  </a:lnTo>
                  <a:lnTo>
                    <a:pt x="20134" y="48339"/>
                  </a:lnTo>
                  <a:lnTo>
                    <a:pt x="16881" y="48351"/>
                  </a:lnTo>
                  <a:lnTo>
                    <a:pt x="16454" y="48352"/>
                  </a:lnTo>
                  <a:lnTo>
                    <a:pt x="15399" y="48356"/>
                  </a:lnTo>
                  <a:lnTo>
                    <a:pt x="15038" y="48536"/>
                  </a:lnTo>
                  <a:lnTo>
                    <a:pt x="14468" y="48759"/>
                  </a:lnTo>
                  <a:lnTo>
                    <a:pt x="13850" y="48727"/>
                  </a:lnTo>
                  <a:lnTo>
                    <a:pt x="12910" y="48680"/>
                  </a:lnTo>
                  <a:lnTo>
                    <a:pt x="12754" y="48672"/>
                  </a:lnTo>
                  <a:lnTo>
                    <a:pt x="11284" y="48513"/>
                  </a:lnTo>
                  <a:lnTo>
                    <a:pt x="11119" y="48456"/>
                  </a:lnTo>
                  <a:lnTo>
                    <a:pt x="10333" y="48181"/>
                  </a:lnTo>
                  <a:lnTo>
                    <a:pt x="10173" y="48125"/>
                  </a:lnTo>
                  <a:lnTo>
                    <a:pt x="9218" y="47791"/>
                  </a:lnTo>
                  <a:lnTo>
                    <a:pt x="8582" y="47468"/>
                  </a:lnTo>
                  <a:lnTo>
                    <a:pt x="8320" y="47335"/>
                  </a:lnTo>
                  <a:lnTo>
                    <a:pt x="7680" y="46965"/>
                  </a:lnTo>
                  <a:lnTo>
                    <a:pt x="6953" y="46546"/>
                  </a:lnTo>
                  <a:lnTo>
                    <a:pt x="5710" y="45827"/>
                  </a:lnTo>
                  <a:lnTo>
                    <a:pt x="5532" y="45724"/>
                  </a:lnTo>
                  <a:lnTo>
                    <a:pt x="5349" y="45619"/>
                  </a:lnTo>
                  <a:lnTo>
                    <a:pt x="4157" y="44841"/>
                  </a:lnTo>
                  <a:lnTo>
                    <a:pt x="410" y="42397"/>
                  </a:lnTo>
                  <a:lnTo>
                    <a:pt x="196" y="42224"/>
                  </a:lnTo>
                  <a:lnTo>
                    <a:pt x="0" y="42065"/>
                  </a:lnTo>
                  <a:lnTo>
                    <a:pt x="2906" y="38520"/>
                  </a:lnTo>
                  <a:lnTo>
                    <a:pt x="3065" y="38311"/>
                  </a:lnTo>
                  <a:lnTo>
                    <a:pt x="4667" y="36201"/>
                  </a:lnTo>
                  <a:lnTo>
                    <a:pt x="5527" y="34962"/>
                  </a:lnTo>
                  <a:lnTo>
                    <a:pt x="5792" y="34580"/>
                  </a:lnTo>
                  <a:lnTo>
                    <a:pt x="6428" y="33664"/>
                  </a:lnTo>
                  <a:lnTo>
                    <a:pt x="8001" y="31491"/>
                  </a:lnTo>
                  <a:lnTo>
                    <a:pt x="8116" y="31332"/>
                  </a:lnTo>
                  <a:lnTo>
                    <a:pt x="8438" y="30878"/>
                  </a:lnTo>
                  <a:lnTo>
                    <a:pt x="8755" y="30432"/>
                  </a:lnTo>
                  <a:lnTo>
                    <a:pt x="9792" y="28952"/>
                  </a:lnTo>
                  <a:lnTo>
                    <a:pt x="10006" y="28647"/>
                  </a:lnTo>
                  <a:lnTo>
                    <a:pt x="10227" y="28315"/>
                  </a:lnTo>
                  <a:lnTo>
                    <a:pt x="11470" y="26450"/>
                  </a:lnTo>
                  <a:lnTo>
                    <a:pt x="11549" y="26315"/>
                  </a:lnTo>
                  <a:lnTo>
                    <a:pt x="11922" y="25679"/>
                  </a:lnTo>
                  <a:lnTo>
                    <a:pt x="12126" y="25330"/>
                  </a:lnTo>
                  <a:lnTo>
                    <a:pt x="12225" y="25161"/>
                  </a:lnTo>
                  <a:lnTo>
                    <a:pt x="12362" y="24927"/>
                  </a:lnTo>
                  <a:lnTo>
                    <a:pt x="12594" y="24532"/>
                  </a:lnTo>
                  <a:lnTo>
                    <a:pt x="12742" y="24309"/>
                  </a:lnTo>
                  <a:lnTo>
                    <a:pt x="13203" y="23618"/>
                  </a:lnTo>
                  <a:lnTo>
                    <a:pt x="13490" y="23190"/>
                  </a:lnTo>
                  <a:lnTo>
                    <a:pt x="15607" y="20462"/>
                  </a:lnTo>
                  <a:lnTo>
                    <a:pt x="15983" y="20012"/>
                  </a:lnTo>
                  <a:lnTo>
                    <a:pt x="17038" y="18746"/>
                  </a:lnTo>
                  <a:lnTo>
                    <a:pt x="17336" y="18388"/>
                  </a:lnTo>
                  <a:lnTo>
                    <a:pt x="20017" y="15237"/>
                  </a:lnTo>
                  <a:lnTo>
                    <a:pt x="21889" y="13037"/>
                  </a:lnTo>
                  <a:lnTo>
                    <a:pt x="22828" y="11974"/>
                  </a:lnTo>
                  <a:lnTo>
                    <a:pt x="24306" y="10302"/>
                  </a:lnTo>
                  <a:lnTo>
                    <a:pt x="24455" y="10126"/>
                  </a:lnTo>
                  <a:lnTo>
                    <a:pt x="25141" y="9316"/>
                  </a:lnTo>
                  <a:lnTo>
                    <a:pt x="25879" y="8445"/>
                  </a:lnTo>
                  <a:lnTo>
                    <a:pt x="26678" y="7544"/>
                  </a:lnTo>
                  <a:lnTo>
                    <a:pt x="27102" y="7066"/>
                  </a:lnTo>
                  <a:lnTo>
                    <a:pt x="28625" y="5348"/>
                  </a:lnTo>
                  <a:lnTo>
                    <a:pt x="29013" y="4911"/>
                  </a:lnTo>
                  <a:lnTo>
                    <a:pt x="29430" y="4441"/>
                  </a:lnTo>
                  <a:lnTo>
                    <a:pt x="29896" y="3915"/>
                  </a:lnTo>
                  <a:lnTo>
                    <a:pt x="30288" y="3473"/>
                  </a:lnTo>
                  <a:lnTo>
                    <a:pt x="30688" y="3023"/>
                  </a:lnTo>
                  <a:lnTo>
                    <a:pt x="33214" y="17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5" name="pg274"/>
            <p:cNvSpPr/>
            <p:nvPr/>
          </p:nvSpPr>
          <p:spPr>
            <a:xfrm>
              <a:off x="4040388" y="2704097"/>
              <a:ext cx="99992" cy="91972"/>
            </a:xfrm>
            <a:custGeom>
              <a:avLst/>
              <a:pathLst>
                <a:path w="99992" h="91972">
                  <a:moveTo>
                    <a:pt x="50091" y="0"/>
                  </a:moveTo>
                  <a:lnTo>
                    <a:pt x="49681" y="6365"/>
                  </a:lnTo>
                  <a:lnTo>
                    <a:pt x="49559" y="8290"/>
                  </a:lnTo>
                  <a:lnTo>
                    <a:pt x="50224" y="8327"/>
                  </a:lnTo>
                  <a:lnTo>
                    <a:pt x="50516" y="8344"/>
                  </a:lnTo>
                  <a:lnTo>
                    <a:pt x="51211" y="8383"/>
                  </a:lnTo>
                  <a:lnTo>
                    <a:pt x="57497" y="8737"/>
                  </a:lnTo>
                  <a:lnTo>
                    <a:pt x="58593" y="8799"/>
                  </a:lnTo>
                  <a:lnTo>
                    <a:pt x="59025" y="8886"/>
                  </a:lnTo>
                  <a:lnTo>
                    <a:pt x="59225" y="8927"/>
                  </a:lnTo>
                  <a:lnTo>
                    <a:pt x="59509" y="8984"/>
                  </a:lnTo>
                  <a:lnTo>
                    <a:pt x="59799" y="9043"/>
                  </a:lnTo>
                  <a:lnTo>
                    <a:pt x="60109" y="9106"/>
                  </a:lnTo>
                  <a:lnTo>
                    <a:pt x="60368" y="9158"/>
                  </a:lnTo>
                  <a:lnTo>
                    <a:pt x="60708" y="9227"/>
                  </a:lnTo>
                  <a:lnTo>
                    <a:pt x="61067" y="9299"/>
                  </a:lnTo>
                  <a:lnTo>
                    <a:pt x="61322" y="9351"/>
                  </a:lnTo>
                  <a:lnTo>
                    <a:pt x="61643" y="9416"/>
                  </a:lnTo>
                  <a:lnTo>
                    <a:pt x="61921" y="9472"/>
                  </a:lnTo>
                  <a:lnTo>
                    <a:pt x="62307" y="9550"/>
                  </a:lnTo>
                  <a:lnTo>
                    <a:pt x="62679" y="9626"/>
                  </a:lnTo>
                  <a:lnTo>
                    <a:pt x="63033" y="9697"/>
                  </a:lnTo>
                  <a:lnTo>
                    <a:pt x="64105" y="9914"/>
                  </a:lnTo>
                  <a:lnTo>
                    <a:pt x="64316" y="9957"/>
                  </a:lnTo>
                  <a:lnTo>
                    <a:pt x="65164" y="10129"/>
                  </a:lnTo>
                  <a:lnTo>
                    <a:pt x="65725" y="10242"/>
                  </a:lnTo>
                  <a:lnTo>
                    <a:pt x="65871" y="10267"/>
                  </a:lnTo>
                  <a:lnTo>
                    <a:pt x="66280" y="10337"/>
                  </a:lnTo>
                  <a:lnTo>
                    <a:pt x="66632" y="10397"/>
                  </a:lnTo>
                  <a:lnTo>
                    <a:pt x="67248" y="10585"/>
                  </a:lnTo>
                  <a:lnTo>
                    <a:pt x="66782" y="11735"/>
                  </a:lnTo>
                  <a:lnTo>
                    <a:pt x="66594" y="11971"/>
                  </a:lnTo>
                  <a:lnTo>
                    <a:pt x="66214" y="12616"/>
                  </a:lnTo>
                  <a:lnTo>
                    <a:pt x="68974" y="13296"/>
                  </a:lnTo>
                  <a:lnTo>
                    <a:pt x="69795" y="13498"/>
                  </a:lnTo>
                  <a:lnTo>
                    <a:pt x="72373" y="13510"/>
                  </a:lnTo>
                  <a:lnTo>
                    <a:pt x="73980" y="13517"/>
                  </a:lnTo>
                  <a:lnTo>
                    <a:pt x="75198" y="13522"/>
                  </a:lnTo>
                  <a:lnTo>
                    <a:pt x="75500" y="13517"/>
                  </a:lnTo>
                  <a:lnTo>
                    <a:pt x="76822" y="13493"/>
                  </a:lnTo>
                  <a:lnTo>
                    <a:pt x="77176" y="13487"/>
                  </a:lnTo>
                  <a:lnTo>
                    <a:pt x="79584" y="13444"/>
                  </a:lnTo>
                  <a:lnTo>
                    <a:pt x="81860" y="13404"/>
                  </a:lnTo>
                  <a:lnTo>
                    <a:pt x="83228" y="13380"/>
                  </a:lnTo>
                  <a:lnTo>
                    <a:pt x="84386" y="13359"/>
                  </a:lnTo>
                  <a:lnTo>
                    <a:pt x="84595" y="13355"/>
                  </a:lnTo>
                  <a:lnTo>
                    <a:pt x="85032" y="13301"/>
                  </a:lnTo>
                  <a:lnTo>
                    <a:pt x="85453" y="13259"/>
                  </a:lnTo>
                  <a:lnTo>
                    <a:pt x="85517" y="13821"/>
                  </a:lnTo>
                  <a:lnTo>
                    <a:pt x="85550" y="14111"/>
                  </a:lnTo>
                  <a:lnTo>
                    <a:pt x="85602" y="14546"/>
                  </a:lnTo>
                  <a:lnTo>
                    <a:pt x="85691" y="15165"/>
                  </a:lnTo>
                  <a:lnTo>
                    <a:pt x="85712" y="15313"/>
                  </a:lnTo>
                  <a:lnTo>
                    <a:pt x="85743" y="15531"/>
                  </a:lnTo>
                  <a:lnTo>
                    <a:pt x="85711" y="15885"/>
                  </a:lnTo>
                  <a:lnTo>
                    <a:pt x="85571" y="15924"/>
                  </a:lnTo>
                  <a:lnTo>
                    <a:pt x="84979" y="16088"/>
                  </a:lnTo>
                  <a:lnTo>
                    <a:pt x="84109" y="16328"/>
                  </a:lnTo>
                  <a:lnTo>
                    <a:pt x="83698" y="16551"/>
                  </a:lnTo>
                  <a:lnTo>
                    <a:pt x="83559" y="16626"/>
                  </a:lnTo>
                  <a:lnTo>
                    <a:pt x="82978" y="16941"/>
                  </a:lnTo>
                  <a:lnTo>
                    <a:pt x="82244" y="17298"/>
                  </a:lnTo>
                  <a:lnTo>
                    <a:pt x="81396" y="17619"/>
                  </a:lnTo>
                  <a:lnTo>
                    <a:pt x="81231" y="17681"/>
                  </a:lnTo>
                  <a:lnTo>
                    <a:pt x="80906" y="17804"/>
                  </a:lnTo>
                  <a:lnTo>
                    <a:pt x="79959" y="18132"/>
                  </a:lnTo>
                  <a:lnTo>
                    <a:pt x="79458" y="18306"/>
                  </a:lnTo>
                  <a:lnTo>
                    <a:pt x="78751" y="18551"/>
                  </a:lnTo>
                  <a:lnTo>
                    <a:pt x="78581" y="18609"/>
                  </a:lnTo>
                  <a:lnTo>
                    <a:pt x="78212" y="18744"/>
                  </a:lnTo>
                  <a:lnTo>
                    <a:pt x="78053" y="18803"/>
                  </a:lnTo>
                  <a:lnTo>
                    <a:pt x="77724" y="18923"/>
                  </a:lnTo>
                  <a:lnTo>
                    <a:pt x="76675" y="19307"/>
                  </a:lnTo>
                  <a:lnTo>
                    <a:pt x="76675" y="19802"/>
                  </a:lnTo>
                  <a:lnTo>
                    <a:pt x="76675" y="20436"/>
                  </a:lnTo>
                  <a:lnTo>
                    <a:pt x="76675" y="20584"/>
                  </a:lnTo>
                  <a:lnTo>
                    <a:pt x="76770" y="20800"/>
                  </a:lnTo>
                  <a:lnTo>
                    <a:pt x="76913" y="20852"/>
                  </a:lnTo>
                  <a:lnTo>
                    <a:pt x="77093" y="20917"/>
                  </a:lnTo>
                  <a:lnTo>
                    <a:pt x="77579" y="21099"/>
                  </a:lnTo>
                  <a:lnTo>
                    <a:pt x="77936" y="21187"/>
                  </a:lnTo>
                  <a:lnTo>
                    <a:pt x="78452" y="21313"/>
                  </a:lnTo>
                  <a:lnTo>
                    <a:pt x="79714" y="21621"/>
                  </a:lnTo>
                  <a:lnTo>
                    <a:pt x="80605" y="21755"/>
                  </a:lnTo>
                  <a:lnTo>
                    <a:pt x="80995" y="21641"/>
                  </a:lnTo>
                  <a:lnTo>
                    <a:pt x="80975" y="21933"/>
                  </a:lnTo>
                  <a:lnTo>
                    <a:pt x="80938" y="22457"/>
                  </a:lnTo>
                  <a:lnTo>
                    <a:pt x="80828" y="23979"/>
                  </a:lnTo>
                  <a:lnTo>
                    <a:pt x="81856" y="24476"/>
                  </a:lnTo>
                  <a:lnTo>
                    <a:pt x="83085" y="25071"/>
                  </a:lnTo>
                  <a:lnTo>
                    <a:pt x="82894" y="25677"/>
                  </a:lnTo>
                  <a:lnTo>
                    <a:pt x="82698" y="26312"/>
                  </a:lnTo>
                  <a:lnTo>
                    <a:pt x="82375" y="27449"/>
                  </a:lnTo>
                  <a:lnTo>
                    <a:pt x="84004" y="27586"/>
                  </a:lnTo>
                  <a:lnTo>
                    <a:pt x="84406" y="27620"/>
                  </a:lnTo>
                  <a:lnTo>
                    <a:pt x="84801" y="27648"/>
                  </a:lnTo>
                  <a:lnTo>
                    <a:pt x="85077" y="27668"/>
                  </a:lnTo>
                  <a:lnTo>
                    <a:pt x="90539" y="28056"/>
                  </a:lnTo>
                  <a:lnTo>
                    <a:pt x="90928" y="27944"/>
                  </a:lnTo>
                  <a:lnTo>
                    <a:pt x="91462" y="27790"/>
                  </a:lnTo>
                  <a:lnTo>
                    <a:pt x="92457" y="27510"/>
                  </a:lnTo>
                  <a:lnTo>
                    <a:pt x="92668" y="27451"/>
                  </a:lnTo>
                  <a:lnTo>
                    <a:pt x="93307" y="27280"/>
                  </a:lnTo>
                  <a:lnTo>
                    <a:pt x="93785" y="27062"/>
                  </a:lnTo>
                  <a:lnTo>
                    <a:pt x="94088" y="26811"/>
                  </a:lnTo>
                  <a:lnTo>
                    <a:pt x="95298" y="26705"/>
                  </a:lnTo>
                  <a:lnTo>
                    <a:pt x="96393" y="26648"/>
                  </a:lnTo>
                  <a:lnTo>
                    <a:pt x="96955" y="26791"/>
                  </a:lnTo>
                  <a:lnTo>
                    <a:pt x="97252" y="26867"/>
                  </a:lnTo>
                  <a:lnTo>
                    <a:pt x="97588" y="26953"/>
                  </a:lnTo>
                  <a:lnTo>
                    <a:pt x="98813" y="27438"/>
                  </a:lnTo>
                  <a:lnTo>
                    <a:pt x="98873" y="27975"/>
                  </a:lnTo>
                  <a:lnTo>
                    <a:pt x="98895" y="28285"/>
                  </a:lnTo>
                  <a:lnTo>
                    <a:pt x="98986" y="29358"/>
                  </a:lnTo>
                  <a:lnTo>
                    <a:pt x="99026" y="29820"/>
                  </a:lnTo>
                  <a:lnTo>
                    <a:pt x="99039" y="30632"/>
                  </a:lnTo>
                  <a:lnTo>
                    <a:pt x="99042" y="30823"/>
                  </a:lnTo>
                  <a:lnTo>
                    <a:pt x="99186" y="31751"/>
                  </a:lnTo>
                  <a:lnTo>
                    <a:pt x="99245" y="32161"/>
                  </a:lnTo>
                  <a:lnTo>
                    <a:pt x="99588" y="34531"/>
                  </a:lnTo>
                  <a:lnTo>
                    <a:pt x="99992" y="36337"/>
                  </a:lnTo>
                  <a:lnTo>
                    <a:pt x="98763" y="37435"/>
                  </a:lnTo>
                  <a:lnTo>
                    <a:pt x="97010" y="39000"/>
                  </a:lnTo>
                  <a:lnTo>
                    <a:pt x="96555" y="39392"/>
                  </a:lnTo>
                  <a:lnTo>
                    <a:pt x="95594" y="40073"/>
                  </a:lnTo>
                  <a:lnTo>
                    <a:pt x="95136" y="40390"/>
                  </a:lnTo>
                  <a:lnTo>
                    <a:pt x="94039" y="41062"/>
                  </a:lnTo>
                  <a:lnTo>
                    <a:pt x="93442" y="41431"/>
                  </a:lnTo>
                  <a:lnTo>
                    <a:pt x="93182" y="41622"/>
                  </a:lnTo>
                  <a:lnTo>
                    <a:pt x="92547" y="42088"/>
                  </a:lnTo>
                  <a:lnTo>
                    <a:pt x="91956" y="42522"/>
                  </a:lnTo>
                  <a:lnTo>
                    <a:pt x="91599" y="42783"/>
                  </a:lnTo>
                  <a:lnTo>
                    <a:pt x="91301" y="43006"/>
                  </a:lnTo>
                  <a:lnTo>
                    <a:pt x="90917" y="43286"/>
                  </a:lnTo>
                  <a:lnTo>
                    <a:pt x="90357" y="43694"/>
                  </a:lnTo>
                  <a:lnTo>
                    <a:pt x="89226" y="44518"/>
                  </a:lnTo>
                  <a:lnTo>
                    <a:pt x="88979" y="45358"/>
                  </a:lnTo>
                  <a:lnTo>
                    <a:pt x="88923" y="45663"/>
                  </a:lnTo>
                  <a:lnTo>
                    <a:pt x="89225" y="46151"/>
                  </a:lnTo>
                  <a:lnTo>
                    <a:pt x="89384" y="46408"/>
                  </a:lnTo>
                  <a:lnTo>
                    <a:pt x="89552" y="46679"/>
                  </a:lnTo>
                  <a:lnTo>
                    <a:pt x="89868" y="47189"/>
                  </a:lnTo>
                  <a:lnTo>
                    <a:pt x="90345" y="47699"/>
                  </a:lnTo>
                  <a:lnTo>
                    <a:pt x="89951" y="47963"/>
                  </a:lnTo>
                  <a:lnTo>
                    <a:pt x="89607" y="48193"/>
                  </a:lnTo>
                  <a:lnTo>
                    <a:pt x="89469" y="48285"/>
                  </a:lnTo>
                  <a:lnTo>
                    <a:pt x="89313" y="48390"/>
                  </a:lnTo>
                  <a:lnTo>
                    <a:pt x="88712" y="48787"/>
                  </a:lnTo>
                  <a:lnTo>
                    <a:pt x="88292" y="49054"/>
                  </a:lnTo>
                  <a:lnTo>
                    <a:pt x="87728" y="49411"/>
                  </a:lnTo>
                  <a:lnTo>
                    <a:pt x="87028" y="49854"/>
                  </a:lnTo>
                  <a:lnTo>
                    <a:pt x="86521" y="49470"/>
                  </a:lnTo>
                  <a:lnTo>
                    <a:pt x="86013" y="49088"/>
                  </a:lnTo>
                  <a:lnTo>
                    <a:pt x="84868" y="50015"/>
                  </a:lnTo>
                  <a:lnTo>
                    <a:pt x="84468" y="50339"/>
                  </a:lnTo>
                  <a:lnTo>
                    <a:pt x="83959" y="50752"/>
                  </a:lnTo>
                  <a:lnTo>
                    <a:pt x="83794" y="50886"/>
                  </a:lnTo>
                  <a:lnTo>
                    <a:pt x="83659" y="50996"/>
                  </a:lnTo>
                  <a:lnTo>
                    <a:pt x="83285" y="51299"/>
                  </a:lnTo>
                  <a:lnTo>
                    <a:pt x="82901" y="51610"/>
                  </a:lnTo>
                  <a:lnTo>
                    <a:pt x="81774" y="52565"/>
                  </a:lnTo>
                  <a:lnTo>
                    <a:pt x="81324" y="53072"/>
                  </a:lnTo>
                  <a:lnTo>
                    <a:pt x="80581" y="53908"/>
                  </a:lnTo>
                  <a:lnTo>
                    <a:pt x="79607" y="55002"/>
                  </a:lnTo>
                  <a:lnTo>
                    <a:pt x="78780" y="54544"/>
                  </a:lnTo>
                  <a:lnTo>
                    <a:pt x="78409" y="54531"/>
                  </a:lnTo>
                  <a:lnTo>
                    <a:pt x="78250" y="54525"/>
                  </a:lnTo>
                  <a:lnTo>
                    <a:pt x="77397" y="54495"/>
                  </a:lnTo>
                  <a:lnTo>
                    <a:pt x="77230" y="54489"/>
                  </a:lnTo>
                  <a:lnTo>
                    <a:pt x="76962" y="54479"/>
                  </a:lnTo>
                  <a:lnTo>
                    <a:pt x="76810" y="54474"/>
                  </a:lnTo>
                  <a:lnTo>
                    <a:pt x="76531" y="54453"/>
                  </a:lnTo>
                  <a:lnTo>
                    <a:pt x="76178" y="54426"/>
                  </a:lnTo>
                  <a:lnTo>
                    <a:pt x="75596" y="54381"/>
                  </a:lnTo>
                  <a:lnTo>
                    <a:pt x="75237" y="54354"/>
                  </a:lnTo>
                  <a:lnTo>
                    <a:pt x="72986" y="54182"/>
                  </a:lnTo>
                  <a:lnTo>
                    <a:pt x="72462" y="54142"/>
                  </a:lnTo>
                  <a:lnTo>
                    <a:pt x="71276" y="54201"/>
                  </a:lnTo>
                  <a:lnTo>
                    <a:pt x="71134" y="54533"/>
                  </a:lnTo>
                  <a:lnTo>
                    <a:pt x="71065" y="54691"/>
                  </a:lnTo>
                  <a:lnTo>
                    <a:pt x="70978" y="54895"/>
                  </a:lnTo>
                  <a:lnTo>
                    <a:pt x="70853" y="55186"/>
                  </a:lnTo>
                  <a:lnTo>
                    <a:pt x="70690" y="55565"/>
                  </a:lnTo>
                  <a:lnTo>
                    <a:pt x="70571" y="55842"/>
                  </a:lnTo>
                  <a:lnTo>
                    <a:pt x="70449" y="56124"/>
                  </a:lnTo>
                  <a:lnTo>
                    <a:pt x="70382" y="56281"/>
                  </a:lnTo>
                  <a:lnTo>
                    <a:pt x="70290" y="56496"/>
                  </a:lnTo>
                  <a:lnTo>
                    <a:pt x="69932" y="57327"/>
                  </a:lnTo>
                  <a:lnTo>
                    <a:pt x="69875" y="57459"/>
                  </a:lnTo>
                  <a:lnTo>
                    <a:pt x="67717" y="62419"/>
                  </a:lnTo>
                  <a:lnTo>
                    <a:pt x="66852" y="62061"/>
                  </a:lnTo>
                  <a:lnTo>
                    <a:pt x="62895" y="60423"/>
                  </a:lnTo>
                  <a:lnTo>
                    <a:pt x="62919" y="60265"/>
                  </a:lnTo>
                  <a:lnTo>
                    <a:pt x="63044" y="59417"/>
                  </a:lnTo>
                  <a:lnTo>
                    <a:pt x="63377" y="57155"/>
                  </a:lnTo>
                  <a:lnTo>
                    <a:pt x="63597" y="55665"/>
                  </a:lnTo>
                  <a:lnTo>
                    <a:pt x="64234" y="51341"/>
                  </a:lnTo>
                  <a:lnTo>
                    <a:pt x="64251" y="51203"/>
                  </a:lnTo>
                  <a:lnTo>
                    <a:pt x="62120" y="51022"/>
                  </a:lnTo>
                  <a:lnTo>
                    <a:pt x="61359" y="50958"/>
                  </a:lnTo>
                  <a:lnTo>
                    <a:pt x="59150" y="50770"/>
                  </a:lnTo>
                  <a:lnTo>
                    <a:pt x="58177" y="50688"/>
                  </a:lnTo>
                  <a:lnTo>
                    <a:pt x="58155" y="50957"/>
                  </a:lnTo>
                  <a:lnTo>
                    <a:pt x="58134" y="51212"/>
                  </a:lnTo>
                  <a:lnTo>
                    <a:pt x="58066" y="52047"/>
                  </a:lnTo>
                  <a:lnTo>
                    <a:pt x="57914" y="53909"/>
                  </a:lnTo>
                  <a:lnTo>
                    <a:pt x="57845" y="55102"/>
                  </a:lnTo>
                  <a:lnTo>
                    <a:pt x="57826" y="55419"/>
                  </a:lnTo>
                  <a:lnTo>
                    <a:pt x="57609" y="56698"/>
                  </a:lnTo>
                  <a:lnTo>
                    <a:pt x="57402" y="57865"/>
                  </a:lnTo>
                  <a:lnTo>
                    <a:pt x="57287" y="58231"/>
                  </a:lnTo>
                  <a:lnTo>
                    <a:pt x="56587" y="60466"/>
                  </a:lnTo>
                  <a:lnTo>
                    <a:pt x="55487" y="63241"/>
                  </a:lnTo>
                  <a:lnTo>
                    <a:pt x="55372" y="63486"/>
                  </a:lnTo>
                  <a:lnTo>
                    <a:pt x="55174" y="63909"/>
                  </a:lnTo>
                  <a:lnTo>
                    <a:pt x="55071" y="64128"/>
                  </a:lnTo>
                  <a:lnTo>
                    <a:pt x="54471" y="65691"/>
                  </a:lnTo>
                  <a:lnTo>
                    <a:pt x="54306" y="66122"/>
                  </a:lnTo>
                  <a:lnTo>
                    <a:pt x="54027" y="66849"/>
                  </a:lnTo>
                  <a:lnTo>
                    <a:pt x="53727" y="67599"/>
                  </a:lnTo>
                  <a:lnTo>
                    <a:pt x="53616" y="67877"/>
                  </a:lnTo>
                  <a:lnTo>
                    <a:pt x="53514" y="68133"/>
                  </a:lnTo>
                  <a:lnTo>
                    <a:pt x="53770" y="68142"/>
                  </a:lnTo>
                  <a:lnTo>
                    <a:pt x="59611" y="70841"/>
                  </a:lnTo>
                  <a:lnTo>
                    <a:pt x="60183" y="71133"/>
                  </a:lnTo>
                  <a:lnTo>
                    <a:pt x="59912" y="71721"/>
                  </a:lnTo>
                  <a:lnTo>
                    <a:pt x="59557" y="72494"/>
                  </a:lnTo>
                  <a:lnTo>
                    <a:pt x="59171" y="73333"/>
                  </a:lnTo>
                  <a:lnTo>
                    <a:pt x="58909" y="73902"/>
                  </a:lnTo>
                  <a:lnTo>
                    <a:pt x="58575" y="74627"/>
                  </a:lnTo>
                  <a:lnTo>
                    <a:pt x="57871" y="76156"/>
                  </a:lnTo>
                  <a:lnTo>
                    <a:pt x="57245" y="77516"/>
                  </a:lnTo>
                  <a:lnTo>
                    <a:pt x="57003" y="78042"/>
                  </a:lnTo>
                  <a:lnTo>
                    <a:pt x="55909" y="80415"/>
                  </a:lnTo>
                  <a:lnTo>
                    <a:pt x="52752" y="78785"/>
                  </a:lnTo>
                  <a:lnTo>
                    <a:pt x="48301" y="76561"/>
                  </a:lnTo>
                  <a:lnTo>
                    <a:pt x="48190" y="76757"/>
                  </a:lnTo>
                  <a:lnTo>
                    <a:pt x="48111" y="76896"/>
                  </a:lnTo>
                  <a:lnTo>
                    <a:pt x="46778" y="79247"/>
                  </a:lnTo>
                  <a:lnTo>
                    <a:pt x="46430" y="79861"/>
                  </a:lnTo>
                  <a:lnTo>
                    <a:pt x="46226" y="80202"/>
                  </a:lnTo>
                  <a:lnTo>
                    <a:pt x="46041" y="80511"/>
                  </a:lnTo>
                  <a:lnTo>
                    <a:pt x="45936" y="80687"/>
                  </a:lnTo>
                  <a:lnTo>
                    <a:pt x="45542" y="81360"/>
                  </a:lnTo>
                  <a:lnTo>
                    <a:pt x="45369" y="81705"/>
                  </a:lnTo>
                  <a:lnTo>
                    <a:pt x="45224" y="81994"/>
                  </a:lnTo>
                  <a:lnTo>
                    <a:pt x="45121" y="82200"/>
                  </a:lnTo>
                  <a:lnTo>
                    <a:pt x="44797" y="82790"/>
                  </a:lnTo>
                  <a:lnTo>
                    <a:pt x="43865" y="84489"/>
                  </a:lnTo>
                  <a:lnTo>
                    <a:pt x="43646" y="84888"/>
                  </a:lnTo>
                  <a:lnTo>
                    <a:pt x="42974" y="86113"/>
                  </a:lnTo>
                  <a:lnTo>
                    <a:pt x="42632" y="86737"/>
                  </a:lnTo>
                  <a:lnTo>
                    <a:pt x="42036" y="87822"/>
                  </a:lnTo>
                  <a:lnTo>
                    <a:pt x="41881" y="88105"/>
                  </a:lnTo>
                  <a:lnTo>
                    <a:pt x="40244" y="91089"/>
                  </a:lnTo>
                  <a:lnTo>
                    <a:pt x="39935" y="91652"/>
                  </a:lnTo>
                  <a:lnTo>
                    <a:pt x="39757" y="91972"/>
                  </a:lnTo>
                  <a:lnTo>
                    <a:pt x="38630" y="90981"/>
                  </a:lnTo>
                  <a:lnTo>
                    <a:pt x="38346" y="90746"/>
                  </a:lnTo>
                  <a:lnTo>
                    <a:pt x="38022" y="90478"/>
                  </a:lnTo>
                  <a:lnTo>
                    <a:pt x="37160" y="89763"/>
                  </a:lnTo>
                  <a:lnTo>
                    <a:pt x="36881" y="89523"/>
                  </a:lnTo>
                  <a:lnTo>
                    <a:pt x="36513" y="89207"/>
                  </a:lnTo>
                  <a:lnTo>
                    <a:pt x="34987" y="87898"/>
                  </a:lnTo>
                  <a:lnTo>
                    <a:pt x="33644" y="86745"/>
                  </a:lnTo>
                  <a:lnTo>
                    <a:pt x="33467" y="86593"/>
                  </a:lnTo>
                  <a:lnTo>
                    <a:pt x="31233" y="84759"/>
                  </a:lnTo>
                  <a:lnTo>
                    <a:pt x="30381" y="84059"/>
                  </a:lnTo>
                  <a:lnTo>
                    <a:pt x="29833" y="83663"/>
                  </a:lnTo>
                  <a:lnTo>
                    <a:pt x="29039" y="83089"/>
                  </a:lnTo>
                  <a:lnTo>
                    <a:pt x="28112" y="82692"/>
                  </a:lnTo>
                  <a:lnTo>
                    <a:pt x="27922" y="82611"/>
                  </a:lnTo>
                  <a:lnTo>
                    <a:pt x="27355" y="82512"/>
                  </a:lnTo>
                  <a:lnTo>
                    <a:pt x="26986" y="82447"/>
                  </a:lnTo>
                  <a:lnTo>
                    <a:pt x="26473" y="82384"/>
                  </a:lnTo>
                  <a:lnTo>
                    <a:pt x="26015" y="82326"/>
                  </a:lnTo>
                  <a:lnTo>
                    <a:pt x="25477" y="82259"/>
                  </a:lnTo>
                  <a:lnTo>
                    <a:pt x="25057" y="82207"/>
                  </a:lnTo>
                  <a:lnTo>
                    <a:pt x="24411" y="82127"/>
                  </a:lnTo>
                  <a:lnTo>
                    <a:pt x="24211" y="82102"/>
                  </a:lnTo>
                  <a:lnTo>
                    <a:pt x="23579" y="82053"/>
                  </a:lnTo>
                  <a:lnTo>
                    <a:pt x="22990" y="82007"/>
                  </a:lnTo>
                  <a:lnTo>
                    <a:pt x="22483" y="81935"/>
                  </a:lnTo>
                  <a:lnTo>
                    <a:pt x="21854" y="81846"/>
                  </a:lnTo>
                  <a:lnTo>
                    <a:pt x="21425" y="81801"/>
                  </a:lnTo>
                  <a:lnTo>
                    <a:pt x="20816" y="81738"/>
                  </a:lnTo>
                  <a:lnTo>
                    <a:pt x="19606" y="81612"/>
                  </a:lnTo>
                  <a:lnTo>
                    <a:pt x="19473" y="81604"/>
                  </a:lnTo>
                  <a:lnTo>
                    <a:pt x="19225" y="81589"/>
                  </a:lnTo>
                  <a:lnTo>
                    <a:pt x="18907" y="81570"/>
                  </a:lnTo>
                  <a:lnTo>
                    <a:pt x="18317" y="81532"/>
                  </a:lnTo>
                  <a:lnTo>
                    <a:pt x="17881" y="81493"/>
                  </a:lnTo>
                  <a:lnTo>
                    <a:pt x="17209" y="81432"/>
                  </a:lnTo>
                  <a:lnTo>
                    <a:pt x="16915" y="81405"/>
                  </a:lnTo>
                  <a:lnTo>
                    <a:pt x="16219" y="81343"/>
                  </a:lnTo>
                  <a:lnTo>
                    <a:pt x="16063" y="81329"/>
                  </a:lnTo>
                  <a:lnTo>
                    <a:pt x="15178" y="81249"/>
                  </a:lnTo>
                  <a:lnTo>
                    <a:pt x="14240" y="81164"/>
                  </a:lnTo>
                  <a:lnTo>
                    <a:pt x="13083" y="81059"/>
                  </a:lnTo>
                  <a:lnTo>
                    <a:pt x="11795" y="80943"/>
                  </a:lnTo>
                  <a:lnTo>
                    <a:pt x="10926" y="80865"/>
                  </a:lnTo>
                  <a:lnTo>
                    <a:pt x="10793" y="80853"/>
                  </a:lnTo>
                  <a:lnTo>
                    <a:pt x="10314" y="80809"/>
                  </a:lnTo>
                  <a:lnTo>
                    <a:pt x="8602" y="80655"/>
                  </a:lnTo>
                  <a:lnTo>
                    <a:pt x="8398" y="80636"/>
                  </a:lnTo>
                  <a:lnTo>
                    <a:pt x="7900" y="80591"/>
                  </a:lnTo>
                  <a:lnTo>
                    <a:pt x="6497" y="80487"/>
                  </a:lnTo>
                  <a:lnTo>
                    <a:pt x="4406" y="80331"/>
                  </a:lnTo>
                  <a:lnTo>
                    <a:pt x="3778" y="80284"/>
                  </a:lnTo>
                  <a:lnTo>
                    <a:pt x="3644" y="80274"/>
                  </a:lnTo>
                  <a:lnTo>
                    <a:pt x="2305" y="80174"/>
                  </a:lnTo>
                  <a:lnTo>
                    <a:pt x="1341" y="80121"/>
                  </a:lnTo>
                  <a:lnTo>
                    <a:pt x="722" y="80087"/>
                  </a:lnTo>
                  <a:lnTo>
                    <a:pt x="478" y="80073"/>
                  </a:lnTo>
                  <a:lnTo>
                    <a:pt x="0" y="80047"/>
                  </a:lnTo>
                  <a:lnTo>
                    <a:pt x="1" y="79890"/>
                  </a:lnTo>
                  <a:lnTo>
                    <a:pt x="4" y="79504"/>
                  </a:lnTo>
                  <a:lnTo>
                    <a:pt x="18" y="79349"/>
                  </a:lnTo>
                  <a:lnTo>
                    <a:pt x="59" y="78881"/>
                  </a:lnTo>
                  <a:lnTo>
                    <a:pt x="142" y="77936"/>
                  </a:lnTo>
                  <a:lnTo>
                    <a:pt x="381" y="75219"/>
                  </a:lnTo>
                  <a:lnTo>
                    <a:pt x="434" y="74618"/>
                  </a:lnTo>
                  <a:lnTo>
                    <a:pt x="976" y="68457"/>
                  </a:lnTo>
                  <a:lnTo>
                    <a:pt x="1018" y="67983"/>
                  </a:lnTo>
                  <a:lnTo>
                    <a:pt x="1041" y="67720"/>
                  </a:lnTo>
                  <a:lnTo>
                    <a:pt x="1341" y="64311"/>
                  </a:lnTo>
                  <a:lnTo>
                    <a:pt x="1381" y="63858"/>
                  </a:lnTo>
                  <a:lnTo>
                    <a:pt x="1450" y="63074"/>
                  </a:lnTo>
                  <a:lnTo>
                    <a:pt x="1504" y="62452"/>
                  </a:lnTo>
                  <a:lnTo>
                    <a:pt x="1547" y="61966"/>
                  </a:lnTo>
                  <a:lnTo>
                    <a:pt x="1578" y="61620"/>
                  </a:lnTo>
                  <a:lnTo>
                    <a:pt x="1603" y="61327"/>
                  </a:lnTo>
                  <a:lnTo>
                    <a:pt x="1616" y="61183"/>
                  </a:lnTo>
                  <a:lnTo>
                    <a:pt x="1897" y="57985"/>
                  </a:lnTo>
                  <a:lnTo>
                    <a:pt x="1956" y="57314"/>
                  </a:lnTo>
                  <a:lnTo>
                    <a:pt x="2203" y="54515"/>
                  </a:lnTo>
                  <a:lnTo>
                    <a:pt x="2218" y="54344"/>
                  </a:lnTo>
                  <a:lnTo>
                    <a:pt x="2539" y="50697"/>
                  </a:lnTo>
                  <a:lnTo>
                    <a:pt x="3017" y="45259"/>
                  </a:lnTo>
                  <a:lnTo>
                    <a:pt x="3047" y="44920"/>
                  </a:lnTo>
                  <a:lnTo>
                    <a:pt x="3284" y="42229"/>
                  </a:lnTo>
                  <a:lnTo>
                    <a:pt x="3361" y="41352"/>
                  </a:lnTo>
                  <a:lnTo>
                    <a:pt x="3449" y="40344"/>
                  </a:lnTo>
                  <a:lnTo>
                    <a:pt x="3507" y="39688"/>
                  </a:lnTo>
                  <a:lnTo>
                    <a:pt x="3594" y="38701"/>
                  </a:lnTo>
                  <a:lnTo>
                    <a:pt x="4032" y="33718"/>
                  </a:lnTo>
                  <a:lnTo>
                    <a:pt x="4283" y="33739"/>
                  </a:lnTo>
                  <a:lnTo>
                    <a:pt x="7954" y="34038"/>
                  </a:lnTo>
                  <a:lnTo>
                    <a:pt x="8205" y="33567"/>
                  </a:lnTo>
                  <a:lnTo>
                    <a:pt x="8316" y="33350"/>
                  </a:lnTo>
                  <a:lnTo>
                    <a:pt x="8384" y="33215"/>
                  </a:lnTo>
                  <a:lnTo>
                    <a:pt x="8543" y="32904"/>
                  </a:lnTo>
                  <a:lnTo>
                    <a:pt x="8910" y="32182"/>
                  </a:lnTo>
                  <a:lnTo>
                    <a:pt x="9140" y="31749"/>
                  </a:lnTo>
                  <a:lnTo>
                    <a:pt x="9252" y="31537"/>
                  </a:lnTo>
                  <a:lnTo>
                    <a:pt x="9763" y="30575"/>
                  </a:lnTo>
                  <a:lnTo>
                    <a:pt x="11211" y="27847"/>
                  </a:lnTo>
                  <a:lnTo>
                    <a:pt x="14569" y="21518"/>
                  </a:lnTo>
                  <a:lnTo>
                    <a:pt x="15911" y="18788"/>
                  </a:lnTo>
                  <a:lnTo>
                    <a:pt x="16177" y="18513"/>
                  </a:lnTo>
                  <a:lnTo>
                    <a:pt x="16727" y="18861"/>
                  </a:lnTo>
                  <a:lnTo>
                    <a:pt x="17191" y="19156"/>
                  </a:lnTo>
                  <a:lnTo>
                    <a:pt x="17377" y="19274"/>
                  </a:lnTo>
                  <a:lnTo>
                    <a:pt x="17749" y="19509"/>
                  </a:lnTo>
                  <a:lnTo>
                    <a:pt x="17885" y="19596"/>
                  </a:lnTo>
                  <a:lnTo>
                    <a:pt x="18482" y="19975"/>
                  </a:lnTo>
                  <a:lnTo>
                    <a:pt x="20931" y="21582"/>
                  </a:lnTo>
                  <a:lnTo>
                    <a:pt x="21584" y="22010"/>
                  </a:lnTo>
                  <a:lnTo>
                    <a:pt x="23001" y="22940"/>
                  </a:lnTo>
                  <a:lnTo>
                    <a:pt x="24279" y="23451"/>
                  </a:lnTo>
                  <a:lnTo>
                    <a:pt x="25777" y="24050"/>
                  </a:lnTo>
                  <a:lnTo>
                    <a:pt x="29079" y="24550"/>
                  </a:lnTo>
                  <a:lnTo>
                    <a:pt x="29874" y="24543"/>
                  </a:lnTo>
                  <a:lnTo>
                    <a:pt x="30370" y="24538"/>
                  </a:lnTo>
                  <a:lnTo>
                    <a:pt x="30760" y="24583"/>
                  </a:lnTo>
                  <a:lnTo>
                    <a:pt x="33972" y="24958"/>
                  </a:lnTo>
                  <a:lnTo>
                    <a:pt x="34623" y="25034"/>
                  </a:lnTo>
                  <a:lnTo>
                    <a:pt x="35296" y="25114"/>
                  </a:lnTo>
                  <a:lnTo>
                    <a:pt x="36043" y="25203"/>
                  </a:lnTo>
                  <a:lnTo>
                    <a:pt x="36129" y="24617"/>
                  </a:lnTo>
                  <a:lnTo>
                    <a:pt x="36223" y="23274"/>
                  </a:lnTo>
                  <a:lnTo>
                    <a:pt x="36246" y="22946"/>
                  </a:lnTo>
                  <a:lnTo>
                    <a:pt x="36266" y="22392"/>
                  </a:lnTo>
                  <a:lnTo>
                    <a:pt x="36299" y="21474"/>
                  </a:lnTo>
                  <a:lnTo>
                    <a:pt x="36313" y="21106"/>
                  </a:lnTo>
                  <a:lnTo>
                    <a:pt x="36332" y="20566"/>
                  </a:lnTo>
                  <a:lnTo>
                    <a:pt x="36363" y="19694"/>
                  </a:lnTo>
                  <a:lnTo>
                    <a:pt x="36378" y="19290"/>
                  </a:lnTo>
                  <a:lnTo>
                    <a:pt x="36392" y="18912"/>
                  </a:lnTo>
                  <a:lnTo>
                    <a:pt x="36406" y="18523"/>
                  </a:lnTo>
                  <a:lnTo>
                    <a:pt x="36529" y="17400"/>
                  </a:lnTo>
                  <a:lnTo>
                    <a:pt x="37032" y="12824"/>
                  </a:lnTo>
                  <a:lnTo>
                    <a:pt x="37274" y="7805"/>
                  </a:lnTo>
                  <a:lnTo>
                    <a:pt x="37430" y="5776"/>
                  </a:lnTo>
                  <a:lnTo>
                    <a:pt x="37710" y="2160"/>
                  </a:lnTo>
                  <a:lnTo>
                    <a:pt x="38006" y="578"/>
                  </a:lnTo>
                  <a:lnTo>
                    <a:pt x="38309" y="427"/>
                  </a:lnTo>
                  <a:lnTo>
                    <a:pt x="38841" y="247"/>
                  </a:lnTo>
                  <a:lnTo>
                    <a:pt x="39724" y="244"/>
                  </a:lnTo>
                  <a:lnTo>
                    <a:pt x="40155" y="242"/>
                  </a:lnTo>
                  <a:lnTo>
                    <a:pt x="43403" y="231"/>
                  </a:lnTo>
                  <a:lnTo>
                    <a:pt x="44412" y="227"/>
                  </a:lnTo>
                  <a:lnTo>
                    <a:pt x="44687" y="226"/>
                  </a:lnTo>
                  <a:lnTo>
                    <a:pt x="45814" y="222"/>
                  </a:lnTo>
                  <a:lnTo>
                    <a:pt x="47367" y="182"/>
                  </a:lnTo>
                  <a:lnTo>
                    <a:pt x="48267" y="12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6" name="pg275"/>
            <p:cNvSpPr/>
            <p:nvPr/>
          </p:nvSpPr>
          <p:spPr>
            <a:xfrm>
              <a:off x="4080147" y="2733756"/>
              <a:ext cx="91429" cy="78261"/>
            </a:xfrm>
            <a:custGeom>
              <a:avLst/>
              <a:pathLst>
                <a:path w="91429" h="78261">
                  <a:moveTo>
                    <a:pt x="69441" y="0"/>
                  </a:moveTo>
                  <a:lnTo>
                    <a:pt x="80359" y="7823"/>
                  </a:lnTo>
                  <a:lnTo>
                    <a:pt x="87720" y="2106"/>
                  </a:lnTo>
                  <a:lnTo>
                    <a:pt x="91429" y="4316"/>
                  </a:lnTo>
                  <a:lnTo>
                    <a:pt x="88543" y="7358"/>
                  </a:lnTo>
                  <a:lnTo>
                    <a:pt x="91387" y="10146"/>
                  </a:lnTo>
                  <a:lnTo>
                    <a:pt x="83843" y="17203"/>
                  </a:lnTo>
                  <a:lnTo>
                    <a:pt x="85166" y="19155"/>
                  </a:lnTo>
                  <a:lnTo>
                    <a:pt x="91010" y="21493"/>
                  </a:lnTo>
                  <a:lnTo>
                    <a:pt x="89560" y="23745"/>
                  </a:lnTo>
                  <a:lnTo>
                    <a:pt x="88816" y="23992"/>
                  </a:lnTo>
                  <a:lnTo>
                    <a:pt x="88191" y="24200"/>
                  </a:lnTo>
                  <a:lnTo>
                    <a:pt x="87878" y="24300"/>
                  </a:lnTo>
                  <a:lnTo>
                    <a:pt x="86085" y="24873"/>
                  </a:lnTo>
                  <a:lnTo>
                    <a:pt x="85453" y="25075"/>
                  </a:lnTo>
                  <a:lnTo>
                    <a:pt x="84908" y="25249"/>
                  </a:lnTo>
                  <a:lnTo>
                    <a:pt x="84628" y="25339"/>
                  </a:lnTo>
                  <a:lnTo>
                    <a:pt x="84369" y="25422"/>
                  </a:lnTo>
                  <a:lnTo>
                    <a:pt x="83881" y="25578"/>
                  </a:lnTo>
                  <a:lnTo>
                    <a:pt x="83560" y="25681"/>
                  </a:lnTo>
                  <a:lnTo>
                    <a:pt x="82800" y="26602"/>
                  </a:lnTo>
                  <a:lnTo>
                    <a:pt x="82564" y="26881"/>
                  </a:lnTo>
                  <a:lnTo>
                    <a:pt x="82294" y="27201"/>
                  </a:lnTo>
                  <a:lnTo>
                    <a:pt x="81447" y="28205"/>
                  </a:lnTo>
                  <a:lnTo>
                    <a:pt x="80449" y="29387"/>
                  </a:lnTo>
                  <a:lnTo>
                    <a:pt x="80297" y="29464"/>
                  </a:lnTo>
                  <a:lnTo>
                    <a:pt x="80106" y="29560"/>
                  </a:lnTo>
                  <a:lnTo>
                    <a:pt x="79970" y="29628"/>
                  </a:lnTo>
                  <a:lnTo>
                    <a:pt x="79769" y="29730"/>
                  </a:lnTo>
                  <a:lnTo>
                    <a:pt x="79401" y="29914"/>
                  </a:lnTo>
                  <a:lnTo>
                    <a:pt x="78505" y="30365"/>
                  </a:lnTo>
                  <a:lnTo>
                    <a:pt x="77984" y="30627"/>
                  </a:lnTo>
                  <a:lnTo>
                    <a:pt x="76584" y="31332"/>
                  </a:lnTo>
                  <a:lnTo>
                    <a:pt x="76147" y="31552"/>
                  </a:lnTo>
                  <a:lnTo>
                    <a:pt x="76203" y="32022"/>
                  </a:lnTo>
                  <a:lnTo>
                    <a:pt x="76314" y="32963"/>
                  </a:lnTo>
                  <a:lnTo>
                    <a:pt x="76451" y="33482"/>
                  </a:lnTo>
                  <a:lnTo>
                    <a:pt x="76501" y="33673"/>
                  </a:lnTo>
                  <a:lnTo>
                    <a:pt x="76538" y="33812"/>
                  </a:lnTo>
                  <a:lnTo>
                    <a:pt x="76650" y="34240"/>
                  </a:lnTo>
                  <a:lnTo>
                    <a:pt x="76754" y="34634"/>
                  </a:lnTo>
                  <a:lnTo>
                    <a:pt x="77120" y="36029"/>
                  </a:lnTo>
                  <a:lnTo>
                    <a:pt x="76657" y="36203"/>
                  </a:lnTo>
                  <a:lnTo>
                    <a:pt x="76452" y="36280"/>
                  </a:lnTo>
                  <a:lnTo>
                    <a:pt x="75821" y="36516"/>
                  </a:lnTo>
                  <a:lnTo>
                    <a:pt x="75343" y="36696"/>
                  </a:lnTo>
                  <a:lnTo>
                    <a:pt x="74939" y="36847"/>
                  </a:lnTo>
                  <a:lnTo>
                    <a:pt x="74419" y="37042"/>
                  </a:lnTo>
                  <a:lnTo>
                    <a:pt x="74207" y="37122"/>
                  </a:lnTo>
                  <a:lnTo>
                    <a:pt x="73864" y="37431"/>
                  </a:lnTo>
                  <a:lnTo>
                    <a:pt x="73415" y="37836"/>
                  </a:lnTo>
                  <a:lnTo>
                    <a:pt x="73248" y="37987"/>
                  </a:lnTo>
                  <a:lnTo>
                    <a:pt x="73033" y="38180"/>
                  </a:lnTo>
                  <a:lnTo>
                    <a:pt x="72815" y="38377"/>
                  </a:lnTo>
                  <a:lnTo>
                    <a:pt x="72725" y="38635"/>
                  </a:lnTo>
                  <a:lnTo>
                    <a:pt x="72516" y="39241"/>
                  </a:lnTo>
                  <a:lnTo>
                    <a:pt x="72439" y="39426"/>
                  </a:lnTo>
                  <a:lnTo>
                    <a:pt x="72113" y="40210"/>
                  </a:lnTo>
                  <a:lnTo>
                    <a:pt x="71954" y="40593"/>
                  </a:lnTo>
                  <a:lnTo>
                    <a:pt x="71749" y="41087"/>
                  </a:lnTo>
                  <a:lnTo>
                    <a:pt x="71584" y="41484"/>
                  </a:lnTo>
                  <a:lnTo>
                    <a:pt x="71343" y="42063"/>
                  </a:lnTo>
                  <a:lnTo>
                    <a:pt x="70926" y="42517"/>
                  </a:lnTo>
                  <a:lnTo>
                    <a:pt x="70788" y="42667"/>
                  </a:lnTo>
                  <a:lnTo>
                    <a:pt x="69844" y="43692"/>
                  </a:lnTo>
                  <a:lnTo>
                    <a:pt x="67414" y="46278"/>
                  </a:lnTo>
                  <a:lnTo>
                    <a:pt x="65559" y="47733"/>
                  </a:lnTo>
                  <a:lnTo>
                    <a:pt x="64564" y="48385"/>
                  </a:lnTo>
                  <a:lnTo>
                    <a:pt x="61342" y="50474"/>
                  </a:lnTo>
                  <a:lnTo>
                    <a:pt x="60849" y="50808"/>
                  </a:lnTo>
                  <a:lnTo>
                    <a:pt x="60200" y="51021"/>
                  </a:lnTo>
                  <a:lnTo>
                    <a:pt x="59959" y="51100"/>
                  </a:lnTo>
                  <a:lnTo>
                    <a:pt x="59635" y="51207"/>
                  </a:lnTo>
                  <a:lnTo>
                    <a:pt x="58895" y="51449"/>
                  </a:lnTo>
                  <a:lnTo>
                    <a:pt x="57926" y="51614"/>
                  </a:lnTo>
                  <a:lnTo>
                    <a:pt x="56968" y="51594"/>
                  </a:lnTo>
                  <a:lnTo>
                    <a:pt x="55002" y="51552"/>
                  </a:lnTo>
                  <a:lnTo>
                    <a:pt x="54442" y="51472"/>
                  </a:lnTo>
                  <a:lnTo>
                    <a:pt x="54171" y="51433"/>
                  </a:lnTo>
                  <a:lnTo>
                    <a:pt x="53893" y="51400"/>
                  </a:lnTo>
                  <a:lnTo>
                    <a:pt x="53348" y="51440"/>
                  </a:lnTo>
                  <a:lnTo>
                    <a:pt x="53607" y="51673"/>
                  </a:lnTo>
                  <a:lnTo>
                    <a:pt x="53868" y="51908"/>
                  </a:lnTo>
                  <a:lnTo>
                    <a:pt x="54198" y="52205"/>
                  </a:lnTo>
                  <a:lnTo>
                    <a:pt x="54381" y="52370"/>
                  </a:lnTo>
                  <a:lnTo>
                    <a:pt x="54673" y="52607"/>
                  </a:lnTo>
                  <a:lnTo>
                    <a:pt x="55037" y="52901"/>
                  </a:lnTo>
                  <a:lnTo>
                    <a:pt x="55196" y="53030"/>
                  </a:lnTo>
                  <a:lnTo>
                    <a:pt x="55482" y="53262"/>
                  </a:lnTo>
                  <a:lnTo>
                    <a:pt x="55807" y="53525"/>
                  </a:lnTo>
                  <a:lnTo>
                    <a:pt x="56877" y="54392"/>
                  </a:lnTo>
                  <a:lnTo>
                    <a:pt x="56801" y="55180"/>
                  </a:lnTo>
                  <a:lnTo>
                    <a:pt x="56743" y="55785"/>
                  </a:lnTo>
                  <a:lnTo>
                    <a:pt x="56714" y="56079"/>
                  </a:lnTo>
                  <a:lnTo>
                    <a:pt x="56683" y="56397"/>
                  </a:lnTo>
                  <a:lnTo>
                    <a:pt x="56671" y="56649"/>
                  </a:lnTo>
                  <a:lnTo>
                    <a:pt x="56648" y="57089"/>
                  </a:lnTo>
                  <a:lnTo>
                    <a:pt x="56635" y="57345"/>
                  </a:lnTo>
                  <a:lnTo>
                    <a:pt x="56622" y="57614"/>
                  </a:lnTo>
                  <a:lnTo>
                    <a:pt x="56611" y="57821"/>
                  </a:lnTo>
                  <a:lnTo>
                    <a:pt x="56532" y="59369"/>
                  </a:lnTo>
                  <a:lnTo>
                    <a:pt x="56476" y="60476"/>
                  </a:lnTo>
                  <a:lnTo>
                    <a:pt x="56457" y="60789"/>
                  </a:lnTo>
                  <a:lnTo>
                    <a:pt x="56428" y="61289"/>
                  </a:lnTo>
                  <a:lnTo>
                    <a:pt x="56122" y="66497"/>
                  </a:lnTo>
                  <a:lnTo>
                    <a:pt x="55429" y="78261"/>
                  </a:lnTo>
                  <a:lnTo>
                    <a:pt x="55243" y="78250"/>
                  </a:lnTo>
                  <a:lnTo>
                    <a:pt x="50360" y="77955"/>
                  </a:lnTo>
                  <a:lnTo>
                    <a:pt x="48575" y="77847"/>
                  </a:lnTo>
                  <a:lnTo>
                    <a:pt x="42657" y="77489"/>
                  </a:lnTo>
                  <a:lnTo>
                    <a:pt x="42139" y="77457"/>
                  </a:lnTo>
                  <a:lnTo>
                    <a:pt x="41777" y="77435"/>
                  </a:lnTo>
                  <a:lnTo>
                    <a:pt x="39020" y="76173"/>
                  </a:lnTo>
                  <a:lnTo>
                    <a:pt x="38479" y="75925"/>
                  </a:lnTo>
                  <a:lnTo>
                    <a:pt x="37423" y="75441"/>
                  </a:lnTo>
                  <a:lnTo>
                    <a:pt x="37161" y="75322"/>
                  </a:lnTo>
                  <a:lnTo>
                    <a:pt x="35566" y="74591"/>
                  </a:lnTo>
                  <a:lnTo>
                    <a:pt x="35282" y="74461"/>
                  </a:lnTo>
                  <a:lnTo>
                    <a:pt x="32816" y="73332"/>
                  </a:lnTo>
                  <a:lnTo>
                    <a:pt x="32556" y="73212"/>
                  </a:lnTo>
                  <a:lnTo>
                    <a:pt x="32269" y="73066"/>
                  </a:lnTo>
                  <a:lnTo>
                    <a:pt x="31338" y="72591"/>
                  </a:lnTo>
                  <a:lnTo>
                    <a:pt x="31126" y="72483"/>
                  </a:lnTo>
                  <a:lnTo>
                    <a:pt x="28679" y="71235"/>
                  </a:lnTo>
                  <a:lnTo>
                    <a:pt x="27997" y="70931"/>
                  </a:lnTo>
                  <a:lnTo>
                    <a:pt x="22320" y="68402"/>
                  </a:lnTo>
                  <a:lnTo>
                    <a:pt x="21256" y="67941"/>
                  </a:lnTo>
                  <a:lnTo>
                    <a:pt x="20881" y="67907"/>
                  </a:lnTo>
                  <a:lnTo>
                    <a:pt x="19455" y="67780"/>
                  </a:lnTo>
                  <a:lnTo>
                    <a:pt x="14992" y="67484"/>
                  </a:lnTo>
                  <a:lnTo>
                    <a:pt x="12638" y="67328"/>
                  </a:lnTo>
                  <a:lnTo>
                    <a:pt x="11349" y="67183"/>
                  </a:lnTo>
                  <a:lnTo>
                    <a:pt x="11145" y="67160"/>
                  </a:lnTo>
                  <a:lnTo>
                    <a:pt x="10722" y="67113"/>
                  </a:lnTo>
                  <a:lnTo>
                    <a:pt x="7124" y="65921"/>
                  </a:lnTo>
                  <a:lnTo>
                    <a:pt x="4848" y="65052"/>
                  </a:lnTo>
                  <a:lnTo>
                    <a:pt x="4347" y="64796"/>
                  </a:lnTo>
                  <a:lnTo>
                    <a:pt x="3712" y="64471"/>
                  </a:lnTo>
                  <a:lnTo>
                    <a:pt x="3249" y="64234"/>
                  </a:lnTo>
                  <a:lnTo>
                    <a:pt x="3068" y="64142"/>
                  </a:lnTo>
                  <a:lnTo>
                    <a:pt x="2773" y="63991"/>
                  </a:lnTo>
                  <a:lnTo>
                    <a:pt x="2427" y="63824"/>
                  </a:lnTo>
                  <a:lnTo>
                    <a:pt x="2280" y="63752"/>
                  </a:lnTo>
                  <a:lnTo>
                    <a:pt x="1797" y="63519"/>
                  </a:lnTo>
                  <a:lnTo>
                    <a:pt x="0" y="62314"/>
                  </a:lnTo>
                  <a:lnTo>
                    <a:pt x="176" y="61993"/>
                  </a:lnTo>
                  <a:lnTo>
                    <a:pt x="485" y="61430"/>
                  </a:lnTo>
                  <a:lnTo>
                    <a:pt x="2122" y="58446"/>
                  </a:lnTo>
                  <a:lnTo>
                    <a:pt x="2277" y="58163"/>
                  </a:lnTo>
                  <a:lnTo>
                    <a:pt x="2873" y="57078"/>
                  </a:lnTo>
                  <a:lnTo>
                    <a:pt x="3274" y="56346"/>
                  </a:lnTo>
                  <a:lnTo>
                    <a:pt x="3887" y="55229"/>
                  </a:lnTo>
                  <a:lnTo>
                    <a:pt x="4106" y="54830"/>
                  </a:lnTo>
                  <a:lnTo>
                    <a:pt x="5060" y="53092"/>
                  </a:lnTo>
                  <a:lnTo>
                    <a:pt x="5362" y="52541"/>
                  </a:lnTo>
                  <a:lnTo>
                    <a:pt x="5465" y="52334"/>
                  </a:lnTo>
                  <a:lnTo>
                    <a:pt x="5610" y="52046"/>
                  </a:lnTo>
                  <a:lnTo>
                    <a:pt x="5831" y="51604"/>
                  </a:lnTo>
                  <a:lnTo>
                    <a:pt x="6177" y="51027"/>
                  </a:lnTo>
                  <a:lnTo>
                    <a:pt x="6282" y="50852"/>
                  </a:lnTo>
                  <a:lnTo>
                    <a:pt x="6467" y="50542"/>
                  </a:lnTo>
                  <a:lnTo>
                    <a:pt x="6671" y="50201"/>
                  </a:lnTo>
                  <a:lnTo>
                    <a:pt x="7019" y="49587"/>
                  </a:lnTo>
                  <a:lnTo>
                    <a:pt x="8352" y="47237"/>
                  </a:lnTo>
                  <a:lnTo>
                    <a:pt x="8459" y="47048"/>
                  </a:lnTo>
                  <a:lnTo>
                    <a:pt x="8728" y="46923"/>
                  </a:lnTo>
                  <a:lnTo>
                    <a:pt x="12993" y="49126"/>
                  </a:lnTo>
                  <a:lnTo>
                    <a:pt x="16152" y="50757"/>
                  </a:lnTo>
                  <a:lnTo>
                    <a:pt x="17244" y="48383"/>
                  </a:lnTo>
                  <a:lnTo>
                    <a:pt x="17486" y="47857"/>
                  </a:lnTo>
                  <a:lnTo>
                    <a:pt x="18112" y="46497"/>
                  </a:lnTo>
                  <a:lnTo>
                    <a:pt x="18816" y="44967"/>
                  </a:lnTo>
                  <a:lnTo>
                    <a:pt x="19150" y="44242"/>
                  </a:lnTo>
                  <a:lnTo>
                    <a:pt x="19412" y="43673"/>
                  </a:lnTo>
                  <a:lnTo>
                    <a:pt x="19797" y="42835"/>
                  </a:lnTo>
                  <a:lnTo>
                    <a:pt x="20153" y="42061"/>
                  </a:lnTo>
                  <a:lnTo>
                    <a:pt x="20383" y="41427"/>
                  </a:lnTo>
                  <a:lnTo>
                    <a:pt x="19851" y="41181"/>
                  </a:lnTo>
                  <a:lnTo>
                    <a:pt x="13917" y="38479"/>
                  </a:lnTo>
                  <a:lnTo>
                    <a:pt x="13792" y="38381"/>
                  </a:lnTo>
                  <a:lnTo>
                    <a:pt x="13857" y="38218"/>
                  </a:lnTo>
                  <a:lnTo>
                    <a:pt x="13968" y="37939"/>
                  </a:lnTo>
                  <a:lnTo>
                    <a:pt x="14268" y="37190"/>
                  </a:lnTo>
                  <a:lnTo>
                    <a:pt x="14547" y="36463"/>
                  </a:lnTo>
                  <a:lnTo>
                    <a:pt x="14712" y="36031"/>
                  </a:lnTo>
                  <a:lnTo>
                    <a:pt x="15311" y="34469"/>
                  </a:lnTo>
                  <a:lnTo>
                    <a:pt x="15414" y="34250"/>
                  </a:lnTo>
                  <a:lnTo>
                    <a:pt x="15613" y="33826"/>
                  </a:lnTo>
                  <a:lnTo>
                    <a:pt x="15728" y="33582"/>
                  </a:lnTo>
                  <a:lnTo>
                    <a:pt x="16838" y="30775"/>
                  </a:lnTo>
                  <a:lnTo>
                    <a:pt x="17528" y="28571"/>
                  </a:lnTo>
                  <a:lnTo>
                    <a:pt x="17662" y="28145"/>
                  </a:lnTo>
                  <a:lnTo>
                    <a:pt x="17850" y="27039"/>
                  </a:lnTo>
                  <a:lnTo>
                    <a:pt x="18067" y="25760"/>
                  </a:lnTo>
                  <a:lnTo>
                    <a:pt x="18086" y="25443"/>
                  </a:lnTo>
                  <a:lnTo>
                    <a:pt x="18154" y="24250"/>
                  </a:lnTo>
                  <a:lnTo>
                    <a:pt x="18307" y="22386"/>
                  </a:lnTo>
                  <a:lnTo>
                    <a:pt x="18375" y="21552"/>
                  </a:lnTo>
                  <a:lnTo>
                    <a:pt x="18396" y="21297"/>
                  </a:lnTo>
                  <a:lnTo>
                    <a:pt x="18418" y="21028"/>
                  </a:lnTo>
                  <a:lnTo>
                    <a:pt x="19391" y="21111"/>
                  </a:lnTo>
                  <a:lnTo>
                    <a:pt x="21600" y="21298"/>
                  </a:lnTo>
                  <a:lnTo>
                    <a:pt x="22361" y="21363"/>
                  </a:lnTo>
                  <a:lnTo>
                    <a:pt x="24495" y="21544"/>
                  </a:lnTo>
                  <a:lnTo>
                    <a:pt x="24470" y="21717"/>
                  </a:lnTo>
                  <a:lnTo>
                    <a:pt x="23838" y="26006"/>
                  </a:lnTo>
                  <a:lnTo>
                    <a:pt x="23618" y="27496"/>
                  </a:lnTo>
                  <a:lnTo>
                    <a:pt x="23269" y="29861"/>
                  </a:lnTo>
                  <a:lnTo>
                    <a:pt x="23159" y="30606"/>
                  </a:lnTo>
                  <a:lnTo>
                    <a:pt x="23390" y="30868"/>
                  </a:lnTo>
                  <a:lnTo>
                    <a:pt x="27093" y="32402"/>
                  </a:lnTo>
                  <a:lnTo>
                    <a:pt x="27999" y="32723"/>
                  </a:lnTo>
                  <a:lnTo>
                    <a:pt x="30116" y="27800"/>
                  </a:lnTo>
                  <a:lnTo>
                    <a:pt x="30173" y="27668"/>
                  </a:lnTo>
                  <a:lnTo>
                    <a:pt x="30530" y="26836"/>
                  </a:lnTo>
                  <a:lnTo>
                    <a:pt x="30623" y="26622"/>
                  </a:lnTo>
                  <a:lnTo>
                    <a:pt x="30690" y="26465"/>
                  </a:lnTo>
                  <a:lnTo>
                    <a:pt x="30829" y="26142"/>
                  </a:lnTo>
                  <a:lnTo>
                    <a:pt x="30930" y="25906"/>
                  </a:lnTo>
                  <a:lnTo>
                    <a:pt x="31094" y="25527"/>
                  </a:lnTo>
                  <a:lnTo>
                    <a:pt x="31246" y="25173"/>
                  </a:lnTo>
                  <a:lnTo>
                    <a:pt x="31319" y="25002"/>
                  </a:lnTo>
                  <a:lnTo>
                    <a:pt x="31435" y="24732"/>
                  </a:lnTo>
                  <a:lnTo>
                    <a:pt x="31580" y="24396"/>
                  </a:lnTo>
                  <a:lnTo>
                    <a:pt x="32703" y="24482"/>
                  </a:lnTo>
                  <a:lnTo>
                    <a:pt x="33227" y="24522"/>
                  </a:lnTo>
                  <a:lnTo>
                    <a:pt x="35478" y="24694"/>
                  </a:lnTo>
                  <a:lnTo>
                    <a:pt x="35837" y="24722"/>
                  </a:lnTo>
                  <a:lnTo>
                    <a:pt x="36419" y="24766"/>
                  </a:lnTo>
                  <a:lnTo>
                    <a:pt x="36772" y="24793"/>
                  </a:lnTo>
                  <a:lnTo>
                    <a:pt x="37054" y="24815"/>
                  </a:lnTo>
                  <a:lnTo>
                    <a:pt x="37203" y="24820"/>
                  </a:lnTo>
                  <a:lnTo>
                    <a:pt x="37471" y="24830"/>
                  </a:lnTo>
                  <a:lnTo>
                    <a:pt x="37638" y="24835"/>
                  </a:lnTo>
                  <a:lnTo>
                    <a:pt x="38491" y="24866"/>
                  </a:lnTo>
                  <a:lnTo>
                    <a:pt x="38650" y="24871"/>
                  </a:lnTo>
                  <a:lnTo>
                    <a:pt x="39023" y="24884"/>
                  </a:lnTo>
                  <a:lnTo>
                    <a:pt x="39849" y="25344"/>
                  </a:lnTo>
                  <a:lnTo>
                    <a:pt x="40822" y="24249"/>
                  </a:lnTo>
                  <a:lnTo>
                    <a:pt x="41640" y="23328"/>
                  </a:lnTo>
                  <a:lnTo>
                    <a:pt x="42759" y="22261"/>
                  </a:lnTo>
                  <a:lnTo>
                    <a:pt x="43209" y="21896"/>
                  </a:lnTo>
                  <a:lnTo>
                    <a:pt x="43625" y="21559"/>
                  </a:lnTo>
                  <a:lnTo>
                    <a:pt x="43899" y="21337"/>
                  </a:lnTo>
                  <a:lnTo>
                    <a:pt x="44035" y="21227"/>
                  </a:lnTo>
                  <a:lnTo>
                    <a:pt x="44501" y="20849"/>
                  </a:lnTo>
                  <a:lnTo>
                    <a:pt x="44709" y="20680"/>
                  </a:lnTo>
                  <a:lnTo>
                    <a:pt x="45308" y="20195"/>
                  </a:lnTo>
                  <a:lnTo>
                    <a:pt x="46381" y="19522"/>
                  </a:lnTo>
                  <a:lnTo>
                    <a:pt x="46762" y="19811"/>
                  </a:lnTo>
                  <a:lnTo>
                    <a:pt x="47270" y="20195"/>
                  </a:lnTo>
                  <a:lnTo>
                    <a:pt x="47969" y="19752"/>
                  </a:lnTo>
                  <a:lnTo>
                    <a:pt x="48607" y="19347"/>
                  </a:lnTo>
                  <a:lnTo>
                    <a:pt x="49094" y="19038"/>
                  </a:lnTo>
                  <a:lnTo>
                    <a:pt x="49554" y="18731"/>
                  </a:lnTo>
                  <a:lnTo>
                    <a:pt x="49710" y="18626"/>
                  </a:lnTo>
                  <a:lnTo>
                    <a:pt x="49848" y="18534"/>
                  </a:lnTo>
                  <a:lnTo>
                    <a:pt x="50191" y="18303"/>
                  </a:lnTo>
                  <a:lnTo>
                    <a:pt x="50494" y="17942"/>
                  </a:lnTo>
                  <a:lnTo>
                    <a:pt x="50109" y="17530"/>
                  </a:lnTo>
                  <a:lnTo>
                    <a:pt x="49761" y="16967"/>
                  </a:lnTo>
                  <a:lnTo>
                    <a:pt x="49625" y="16748"/>
                  </a:lnTo>
                  <a:lnTo>
                    <a:pt x="49466" y="16491"/>
                  </a:lnTo>
                  <a:lnTo>
                    <a:pt x="49164" y="16003"/>
                  </a:lnTo>
                  <a:lnTo>
                    <a:pt x="49220" y="15698"/>
                  </a:lnTo>
                  <a:lnTo>
                    <a:pt x="49467" y="14858"/>
                  </a:lnTo>
                  <a:lnTo>
                    <a:pt x="50598" y="14035"/>
                  </a:lnTo>
                  <a:lnTo>
                    <a:pt x="51158" y="13627"/>
                  </a:lnTo>
                  <a:lnTo>
                    <a:pt x="51592" y="13309"/>
                  </a:lnTo>
                  <a:lnTo>
                    <a:pt x="51840" y="13124"/>
                  </a:lnTo>
                  <a:lnTo>
                    <a:pt x="52196" y="12862"/>
                  </a:lnTo>
                  <a:lnTo>
                    <a:pt x="52788" y="12428"/>
                  </a:lnTo>
                  <a:lnTo>
                    <a:pt x="53524" y="11889"/>
                  </a:lnTo>
                  <a:lnTo>
                    <a:pt x="53683" y="11772"/>
                  </a:lnTo>
                  <a:lnTo>
                    <a:pt x="54280" y="11402"/>
                  </a:lnTo>
                  <a:lnTo>
                    <a:pt x="55377" y="10731"/>
                  </a:lnTo>
                  <a:lnTo>
                    <a:pt x="55835" y="10413"/>
                  </a:lnTo>
                  <a:lnTo>
                    <a:pt x="56870" y="9681"/>
                  </a:lnTo>
                  <a:lnTo>
                    <a:pt x="57251" y="9340"/>
                  </a:lnTo>
                  <a:lnTo>
                    <a:pt x="59004" y="7775"/>
                  </a:lnTo>
                  <a:lnTo>
                    <a:pt x="60302" y="6612"/>
                  </a:lnTo>
                  <a:lnTo>
                    <a:pt x="62870" y="47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7" name="pg276"/>
            <p:cNvSpPr/>
            <p:nvPr/>
          </p:nvSpPr>
          <p:spPr>
            <a:xfrm>
              <a:off x="4133430" y="2740320"/>
              <a:ext cx="184677" cy="78975"/>
            </a:xfrm>
            <a:custGeom>
              <a:avLst/>
              <a:pathLst>
                <a:path w="184677" h="78975">
                  <a:moveTo>
                    <a:pt x="91104" y="3981"/>
                  </a:moveTo>
                  <a:lnTo>
                    <a:pt x="91465" y="8958"/>
                  </a:lnTo>
                  <a:lnTo>
                    <a:pt x="94833" y="12442"/>
                  </a:lnTo>
                  <a:lnTo>
                    <a:pt x="86723" y="19694"/>
                  </a:lnTo>
                  <a:lnTo>
                    <a:pt x="83526" y="21698"/>
                  </a:lnTo>
                  <a:lnTo>
                    <a:pt x="89394" y="21364"/>
                  </a:lnTo>
                  <a:lnTo>
                    <a:pt x="106581" y="17169"/>
                  </a:lnTo>
                  <a:lnTo>
                    <a:pt x="110636" y="25160"/>
                  </a:lnTo>
                  <a:lnTo>
                    <a:pt x="102346" y="29276"/>
                  </a:lnTo>
                  <a:lnTo>
                    <a:pt x="90606" y="30300"/>
                  </a:lnTo>
                  <a:lnTo>
                    <a:pt x="84003" y="30477"/>
                  </a:lnTo>
                  <a:lnTo>
                    <a:pt x="84962" y="33368"/>
                  </a:lnTo>
                  <a:lnTo>
                    <a:pt x="88727" y="37211"/>
                  </a:lnTo>
                  <a:lnTo>
                    <a:pt x="87752" y="37468"/>
                  </a:lnTo>
                  <a:lnTo>
                    <a:pt x="84171" y="38410"/>
                  </a:lnTo>
                  <a:lnTo>
                    <a:pt x="81773" y="39704"/>
                  </a:lnTo>
                  <a:lnTo>
                    <a:pt x="81335" y="39941"/>
                  </a:lnTo>
                  <a:lnTo>
                    <a:pt x="82535" y="41714"/>
                  </a:lnTo>
                  <a:lnTo>
                    <a:pt x="84311" y="43118"/>
                  </a:lnTo>
                  <a:lnTo>
                    <a:pt x="86122" y="48264"/>
                  </a:lnTo>
                  <a:lnTo>
                    <a:pt x="85883" y="51004"/>
                  </a:lnTo>
                  <a:lnTo>
                    <a:pt x="93644" y="48417"/>
                  </a:lnTo>
                  <a:lnTo>
                    <a:pt x="100401" y="43239"/>
                  </a:lnTo>
                  <a:lnTo>
                    <a:pt x="99386" y="37880"/>
                  </a:lnTo>
                  <a:lnTo>
                    <a:pt x="115926" y="36164"/>
                  </a:lnTo>
                  <a:lnTo>
                    <a:pt x="118469" y="35900"/>
                  </a:lnTo>
                  <a:lnTo>
                    <a:pt x="118834" y="33927"/>
                  </a:lnTo>
                  <a:lnTo>
                    <a:pt x="127724" y="33819"/>
                  </a:lnTo>
                  <a:lnTo>
                    <a:pt x="131164" y="35288"/>
                  </a:lnTo>
                  <a:lnTo>
                    <a:pt x="132778" y="29702"/>
                  </a:lnTo>
                  <a:lnTo>
                    <a:pt x="137212" y="31075"/>
                  </a:lnTo>
                  <a:lnTo>
                    <a:pt x="134181" y="38433"/>
                  </a:lnTo>
                  <a:lnTo>
                    <a:pt x="135565" y="39319"/>
                  </a:lnTo>
                  <a:lnTo>
                    <a:pt x="138292" y="37731"/>
                  </a:lnTo>
                  <a:lnTo>
                    <a:pt x="143031" y="36224"/>
                  </a:lnTo>
                  <a:lnTo>
                    <a:pt x="145161" y="33943"/>
                  </a:lnTo>
                  <a:lnTo>
                    <a:pt x="146132" y="33122"/>
                  </a:lnTo>
                  <a:lnTo>
                    <a:pt x="146908" y="34392"/>
                  </a:lnTo>
                  <a:lnTo>
                    <a:pt x="147087" y="34685"/>
                  </a:lnTo>
                  <a:lnTo>
                    <a:pt x="147707" y="35699"/>
                  </a:lnTo>
                  <a:lnTo>
                    <a:pt x="146306" y="39396"/>
                  </a:lnTo>
                  <a:lnTo>
                    <a:pt x="143159" y="41475"/>
                  </a:lnTo>
                  <a:lnTo>
                    <a:pt x="145149" y="42478"/>
                  </a:lnTo>
                  <a:lnTo>
                    <a:pt x="147208" y="43548"/>
                  </a:lnTo>
                  <a:lnTo>
                    <a:pt x="154019" y="46719"/>
                  </a:lnTo>
                  <a:lnTo>
                    <a:pt x="156039" y="40262"/>
                  </a:lnTo>
                  <a:lnTo>
                    <a:pt x="162811" y="42173"/>
                  </a:lnTo>
                  <a:lnTo>
                    <a:pt x="162137" y="47585"/>
                  </a:lnTo>
                  <a:lnTo>
                    <a:pt x="166426" y="49025"/>
                  </a:lnTo>
                  <a:lnTo>
                    <a:pt x="168225" y="46814"/>
                  </a:lnTo>
                  <a:lnTo>
                    <a:pt x="175189" y="48759"/>
                  </a:lnTo>
                  <a:lnTo>
                    <a:pt x="176121" y="49738"/>
                  </a:lnTo>
                  <a:lnTo>
                    <a:pt x="177992" y="51706"/>
                  </a:lnTo>
                  <a:lnTo>
                    <a:pt x="184677" y="53593"/>
                  </a:lnTo>
                  <a:lnTo>
                    <a:pt x="183769" y="57978"/>
                  </a:lnTo>
                  <a:lnTo>
                    <a:pt x="183604" y="58777"/>
                  </a:lnTo>
                  <a:lnTo>
                    <a:pt x="181717" y="58314"/>
                  </a:lnTo>
                  <a:lnTo>
                    <a:pt x="176326" y="57789"/>
                  </a:lnTo>
                  <a:lnTo>
                    <a:pt x="172366" y="57360"/>
                  </a:lnTo>
                  <a:lnTo>
                    <a:pt x="170457" y="57789"/>
                  </a:lnTo>
                  <a:lnTo>
                    <a:pt x="165946" y="58471"/>
                  </a:lnTo>
                  <a:lnTo>
                    <a:pt x="164536" y="58959"/>
                  </a:lnTo>
                  <a:lnTo>
                    <a:pt x="163767" y="66476"/>
                  </a:lnTo>
                  <a:lnTo>
                    <a:pt x="141676" y="67307"/>
                  </a:lnTo>
                  <a:lnTo>
                    <a:pt x="135502" y="68861"/>
                  </a:lnTo>
                  <a:lnTo>
                    <a:pt x="127482" y="70879"/>
                  </a:lnTo>
                  <a:lnTo>
                    <a:pt x="119630" y="69409"/>
                  </a:lnTo>
                  <a:lnTo>
                    <a:pt x="108075" y="67246"/>
                  </a:lnTo>
                  <a:lnTo>
                    <a:pt x="106638" y="66505"/>
                  </a:lnTo>
                  <a:lnTo>
                    <a:pt x="105098" y="65710"/>
                  </a:lnTo>
                  <a:lnTo>
                    <a:pt x="103992" y="65140"/>
                  </a:lnTo>
                  <a:lnTo>
                    <a:pt x="102976" y="64616"/>
                  </a:lnTo>
                  <a:lnTo>
                    <a:pt x="101685" y="63770"/>
                  </a:lnTo>
                  <a:lnTo>
                    <a:pt x="101197" y="64215"/>
                  </a:lnTo>
                  <a:lnTo>
                    <a:pt x="101052" y="64347"/>
                  </a:lnTo>
                  <a:lnTo>
                    <a:pt x="100235" y="65092"/>
                  </a:lnTo>
                  <a:lnTo>
                    <a:pt x="98801" y="66399"/>
                  </a:lnTo>
                  <a:lnTo>
                    <a:pt x="98297" y="66859"/>
                  </a:lnTo>
                  <a:lnTo>
                    <a:pt x="97852" y="67245"/>
                  </a:lnTo>
                  <a:lnTo>
                    <a:pt x="97717" y="67337"/>
                  </a:lnTo>
                  <a:lnTo>
                    <a:pt x="97166" y="67715"/>
                  </a:lnTo>
                  <a:lnTo>
                    <a:pt x="96196" y="68382"/>
                  </a:lnTo>
                  <a:lnTo>
                    <a:pt x="95471" y="68883"/>
                  </a:lnTo>
                  <a:lnTo>
                    <a:pt x="95002" y="69224"/>
                  </a:lnTo>
                  <a:lnTo>
                    <a:pt x="94184" y="69820"/>
                  </a:lnTo>
                  <a:lnTo>
                    <a:pt x="93039" y="70653"/>
                  </a:lnTo>
                  <a:lnTo>
                    <a:pt x="91940" y="71453"/>
                  </a:lnTo>
                  <a:lnTo>
                    <a:pt x="91127" y="72044"/>
                  </a:lnTo>
                  <a:lnTo>
                    <a:pt x="90334" y="72621"/>
                  </a:lnTo>
                  <a:lnTo>
                    <a:pt x="89050" y="73556"/>
                  </a:lnTo>
                  <a:lnTo>
                    <a:pt x="88710" y="73803"/>
                  </a:lnTo>
                  <a:lnTo>
                    <a:pt x="88488" y="73965"/>
                  </a:lnTo>
                  <a:lnTo>
                    <a:pt x="87489" y="74692"/>
                  </a:lnTo>
                  <a:lnTo>
                    <a:pt x="87087" y="76034"/>
                  </a:lnTo>
                  <a:lnTo>
                    <a:pt x="86972" y="76421"/>
                  </a:lnTo>
                  <a:lnTo>
                    <a:pt x="86857" y="76678"/>
                  </a:lnTo>
                  <a:lnTo>
                    <a:pt x="83275" y="78858"/>
                  </a:lnTo>
                  <a:lnTo>
                    <a:pt x="83008" y="78975"/>
                  </a:lnTo>
                  <a:lnTo>
                    <a:pt x="82736" y="78785"/>
                  </a:lnTo>
                  <a:lnTo>
                    <a:pt x="81967" y="78552"/>
                  </a:lnTo>
                  <a:lnTo>
                    <a:pt x="81376" y="78374"/>
                  </a:lnTo>
                  <a:lnTo>
                    <a:pt x="79697" y="78111"/>
                  </a:lnTo>
                  <a:lnTo>
                    <a:pt x="79084" y="78015"/>
                  </a:lnTo>
                  <a:lnTo>
                    <a:pt x="67913" y="76450"/>
                  </a:lnTo>
                  <a:lnTo>
                    <a:pt x="67567" y="76398"/>
                  </a:lnTo>
                  <a:lnTo>
                    <a:pt x="67198" y="76342"/>
                  </a:lnTo>
                  <a:lnTo>
                    <a:pt x="66638" y="76258"/>
                  </a:lnTo>
                  <a:lnTo>
                    <a:pt x="63710" y="75817"/>
                  </a:lnTo>
                  <a:lnTo>
                    <a:pt x="62647" y="75657"/>
                  </a:lnTo>
                  <a:lnTo>
                    <a:pt x="55801" y="74673"/>
                  </a:lnTo>
                  <a:lnTo>
                    <a:pt x="55418" y="74618"/>
                  </a:lnTo>
                  <a:lnTo>
                    <a:pt x="55210" y="74589"/>
                  </a:lnTo>
                  <a:lnTo>
                    <a:pt x="54532" y="74491"/>
                  </a:lnTo>
                  <a:lnTo>
                    <a:pt x="48284" y="73549"/>
                  </a:lnTo>
                  <a:lnTo>
                    <a:pt x="45684" y="73350"/>
                  </a:lnTo>
                  <a:lnTo>
                    <a:pt x="44789" y="73239"/>
                  </a:lnTo>
                  <a:lnTo>
                    <a:pt x="44343" y="73183"/>
                  </a:lnTo>
                  <a:lnTo>
                    <a:pt x="44052" y="73147"/>
                  </a:lnTo>
                  <a:lnTo>
                    <a:pt x="43898" y="73147"/>
                  </a:lnTo>
                  <a:lnTo>
                    <a:pt x="43602" y="73145"/>
                  </a:lnTo>
                  <a:lnTo>
                    <a:pt x="43447" y="73144"/>
                  </a:lnTo>
                  <a:lnTo>
                    <a:pt x="43244" y="73143"/>
                  </a:lnTo>
                  <a:lnTo>
                    <a:pt x="43034" y="73142"/>
                  </a:lnTo>
                  <a:lnTo>
                    <a:pt x="42889" y="73141"/>
                  </a:lnTo>
                  <a:lnTo>
                    <a:pt x="42574" y="73139"/>
                  </a:lnTo>
                  <a:lnTo>
                    <a:pt x="42338" y="73138"/>
                  </a:lnTo>
                  <a:lnTo>
                    <a:pt x="41872" y="73135"/>
                  </a:lnTo>
                  <a:lnTo>
                    <a:pt x="41681" y="73125"/>
                  </a:lnTo>
                  <a:lnTo>
                    <a:pt x="41200" y="73100"/>
                  </a:lnTo>
                  <a:lnTo>
                    <a:pt x="39815" y="73029"/>
                  </a:lnTo>
                  <a:lnTo>
                    <a:pt x="39516" y="73013"/>
                  </a:lnTo>
                  <a:lnTo>
                    <a:pt x="36614" y="72864"/>
                  </a:lnTo>
                  <a:lnTo>
                    <a:pt x="32618" y="72658"/>
                  </a:lnTo>
                  <a:lnTo>
                    <a:pt x="31993" y="72634"/>
                  </a:lnTo>
                  <a:lnTo>
                    <a:pt x="31524" y="72616"/>
                  </a:lnTo>
                  <a:lnTo>
                    <a:pt x="25699" y="72395"/>
                  </a:lnTo>
                  <a:lnTo>
                    <a:pt x="23708" y="72320"/>
                  </a:lnTo>
                  <a:lnTo>
                    <a:pt x="23378" y="72307"/>
                  </a:lnTo>
                  <a:lnTo>
                    <a:pt x="23242" y="72302"/>
                  </a:lnTo>
                  <a:lnTo>
                    <a:pt x="22857" y="72288"/>
                  </a:lnTo>
                  <a:lnTo>
                    <a:pt x="22280" y="72266"/>
                  </a:lnTo>
                  <a:lnTo>
                    <a:pt x="21962" y="72254"/>
                  </a:lnTo>
                  <a:lnTo>
                    <a:pt x="21440" y="72234"/>
                  </a:lnTo>
                  <a:lnTo>
                    <a:pt x="20780" y="72209"/>
                  </a:lnTo>
                  <a:lnTo>
                    <a:pt x="20554" y="72200"/>
                  </a:lnTo>
                  <a:lnTo>
                    <a:pt x="20402" y="72195"/>
                  </a:lnTo>
                  <a:lnTo>
                    <a:pt x="19950" y="72178"/>
                  </a:lnTo>
                  <a:lnTo>
                    <a:pt x="19439" y="72158"/>
                  </a:lnTo>
                  <a:lnTo>
                    <a:pt x="18750" y="72132"/>
                  </a:lnTo>
                  <a:lnTo>
                    <a:pt x="18407" y="72119"/>
                  </a:lnTo>
                  <a:lnTo>
                    <a:pt x="17856" y="72098"/>
                  </a:lnTo>
                  <a:lnTo>
                    <a:pt x="13901" y="72027"/>
                  </a:lnTo>
                  <a:lnTo>
                    <a:pt x="13617" y="72012"/>
                  </a:lnTo>
                  <a:lnTo>
                    <a:pt x="12004" y="71925"/>
                  </a:lnTo>
                  <a:lnTo>
                    <a:pt x="8713" y="71791"/>
                  </a:lnTo>
                  <a:lnTo>
                    <a:pt x="8211" y="71776"/>
                  </a:lnTo>
                  <a:lnTo>
                    <a:pt x="7904" y="71792"/>
                  </a:lnTo>
                  <a:lnTo>
                    <a:pt x="7719" y="71801"/>
                  </a:lnTo>
                  <a:lnTo>
                    <a:pt x="6773" y="71849"/>
                  </a:lnTo>
                  <a:lnTo>
                    <a:pt x="6598" y="71858"/>
                  </a:lnTo>
                  <a:lnTo>
                    <a:pt x="5493" y="71821"/>
                  </a:lnTo>
                  <a:lnTo>
                    <a:pt x="5346" y="71816"/>
                  </a:lnTo>
                  <a:lnTo>
                    <a:pt x="4497" y="71788"/>
                  </a:lnTo>
                  <a:lnTo>
                    <a:pt x="3809" y="71765"/>
                  </a:lnTo>
                  <a:lnTo>
                    <a:pt x="3175" y="71743"/>
                  </a:lnTo>
                  <a:lnTo>
                    <a:pt x="2742" y="71729"/>
                  </a:lnTo>
                  <a:lnTo>
                    <a:pt x="2539" y="71722"/>
                  </a:lnTo>
                  <a:lnTo>
                    <a:pt x="2146" y="71698"/>
                  </a:lnTo>
                  <a:lnTo>
                    <a:pt x="2838" y="59934"/>
                  </a:lnTo>
                  <a:lnTo>
                    <a:pt x="3144" y="54726"/>
                  </a:lnTo>
                  <a:lnTo>
                    <a:pt x="3174" y="54225"/>
                  </a:lnTo>
                  <a:lnTo>
                    <a:pt x="3192" y="53912"/>
                  </a:lnTo>
                  <a:lnTo>
                    <a:pt x="3249" y="52806"/>
                  </a:lnTo>
                  <a:lnTo>
                    <a:pt x="3328" y="51258"/>
                  </a:lnTo>
                  <a:lnTo>
                    <a:pt x="3338" y="51050"/>
                  </a:lnTo>
                  <a:lnTo>
                    <a:pt x="3352" y="50782"/>
                  </a:lnTo>
                  <a:lnTo>
                    <a:pt x="3368" y="50465"/>
                  </a:lnTo>
                  <a:lnTo>
                    <a:pt x="3387" y="50086"/>
                  </a:lnTo>
                  <a:lnTo>
                    <a:pt x="3400" y="49834"/>
                  </a:lnTo>
                  <a:lnTo>
                    <a:pt x="3431" y="49515"/>
                  </a:lnTo>
                  <a:lnTo>
                    <a:pt x="3462" y="49194"/>
                  </a:lnTo>
                  <a:lnTo>
                    <a:pt x="3518" y="48617"/>
                  </a:lnTo>
                  <a:lnTo>
                    <a:pt x="3594" y="47829"/>
                  </a:lnTo>
                  <a:lnTo>
                    <a:pt x="2462" y="46912"/>
                  </a:lnTo>
                  <a:lnTo>
                    <a:pt x="2199" y="46699"/>
                  </a:lnTo>
                  <a:lnTo>
                    <a:pt x="1913" y="46467"/>
                  </a:lnTo>
                  <a:lnTo>
                    <a:pt x="1629" y="46237"/>
                  </a:lnTo>
                  <a:lnTo>
                    <a:pt x="1390" y="46044"/>
                  </a:lnTo>
                  <a:lnTo>
                    <a:pt x="1097" y="45807"/>
                  </a:lnTo>
                  <a:lnTo>
                    <a:pt x="914" y="45642"/>
                  </a:lnTo>
                  <a:lnTo>
                    <a:pt x="585" y="45345"/>
                  </a:lnTo>
                  <a:lnTo>
                    <a:pt x="324" y="45110"/>
                  </a:lnTo>
                  <a:lnTo>
                    <a:pt x="0" y="44818"/>
                  </a:lnTo>
                  <a:lnTo>
                    <a:pt x="661" y="44838"/>
                  </a:lnTo>
                  <a:lnTo>
                    <a:pt x="887" y="44870"/>
                  </a:lnTo>
                  <a:lnTo>
                    <a:pt x="1159" y="44909"/>
                  </a:lnTo>
                  <a:lnTo>
                    <a:pt x="1743" y="44992"/>
                  </a:lnTo>
                  <a:lnTo>
                    <a:pt x="3799" y="45033"/>
                  </a:lnTo>
                  <a:lnTo>
                    <a:pt x="4642" y="45050"/>
                  </a:lnTo>
                  <a:lnTo>
                    <a:pt x="5612" y="44886"/>
                  </a:lnTo>
                  <a:lnTo>
                    <a:pt x="6351" y="44643"/>
                  </a:lnTo>
                  <a:lnTo>
                    <a:pt x="6675" y="44537"/>
                  </a:lnTo>
                  <a:lnTo>
                    <a:pt x="6916" y="44458"/>
                  </a:lnTo>
                  <a:lnTo>
                    <a:pt x="7565" y="44245"/>
                  </a:lnTo>
                  <a:lnTo>
                    <a:pt x="8191" y="43846"/>
                  </a:lnTo>
                  <a:lnTo>
                    <a:pt x="11280" y="41822"/>
                  </a:lnTo>
                  <a:lnTo>
                    <a:pt x="12275" y="41170"/>
                  </a:lnTo>
                  <a:lnTo>
                    <a:pt x="14137" y="39710"/>
                  </a:lnTo>
                  <a:lnTo>
                    <a:pt x="16561" y="37129"/>
                  </a:lnTo>
                  <a:lnTo>
                    <a:pt x="17504" y="36103"/>
                  </a:lnTo>
                  <a:lnTo>
                    <a:pt x="17675" y="35918"/>
                  </a:lnTo>
                  <a:lnTo>
                    <a:pt x="18107" y="35386"/>
                  </a:lnTo>
                  <a:lnTo>
                    <a:pt x="18300" y="34921"/>
                  </a:lnTo>
                  <a:lnTo>
                    <a:pt x="18465" y="34524"/>
                  </a:lnTo>
                  <a:lnTo>
                    <a:pt x="18670" y="34030"/>
                  </a:lnTo>
                  <a:lnTo>
                    <a:pt x="18830" y="33646"/>
                  </a:lnTo>
                  <a:lnTo>
                    <a:pt x="19155" y="32862"/>
                  </a:lnTo>
                  <a:lnTo>
                    <a:pt x="19232" y="32677"/>
                  </a:lnTo>
                  <a:lnTo>
                    <a:pt x="19450" y="32048"/>
                  </a:lnTo>
                  <a:lnTo>
                    <a:pt x="19531" y="31814"/>
                  </a:lnTo>
                  <a:lnTo>
                    <a:pt x="19803" y="31569"/>
                  </a:lnTo>
                  <a:lnTo>
                    <a:pt x="19995" y="31395"/>
                  </a:lnTo>
                  <a:lnTo>
                    <a:pt x="20131" y="31273"/>
                  </a:lnTo>
                  <a:lnTo>
                    <a:pt x="20581" y="30867"/>
                  </a:lnTo>
                  <a:lnTo>
                    <a:pt x="20923" y="30559"/>
                  </a:lnTo>
                  <a:lnTo>
                    <a:pt x="21216" y="30449"/>
                  </a:lnTo>
                  <a:lnTo>
                    <a:pt x="21655" y="30284"/>
                  </a:lnTo>
                  <a:lnTo>
                    <a:pt x="22060" y="30132"/>
                  </a:lnTo>
                  <a:lnTo>
                    <a:pt x="22537" y="29953"/>
                  </a:lnTo>
                  <a:lnTo>
                    <a:pt x="23169" y="29716"/>
                  </a:lnTo>
                  <a:lnTo>
                    <a:pt x="23528" y="29581"/>
                  </a:lnTo>
                  <a:lnTo>
                    <a:pt x="23837" y="29465"/>
                  </a:lnTo>
                  <a:lnTo>
                    <a:pt x="23458" y="28023"/>
                  </a:lnTo>
                  <a:lnTo>
                    <a:pt x="23367" y="27677"/>
                  </a:lnTo>
                  <a:lnTo>
                    <a:pt x="23254" y="27249"/>
                  </a:lnTo>
                  <a:lnTo>
                    <a:pt x="23217" y="27109"/>
                  </a:lnTo>
                  <a:lnTo>
                    <a:pt x="23167" y="26918"/>
                  </a:lnTo>
                  <a:lnTo>
                    <a:pt x="23031" y="26400"/>
                  </a:lnTo>
                  <a:lnTo>
                    <a:pt x="22919" y="25458"/>
                  </a:lnTo>
                  <a:lnTo>
                    <a:pt x="22863" y="24988"/>
                  </a:lnTo>
                  <a:lnTo>
                    <a:pt x="23301" y="24768"/>
                  </a:lnTo>
                  <a:lnTo>
                    <a:pt x="24716" y="24056"/>
                  </a:lnTo>
                  <a:lnTo>
                    <a:pt x="25221" y="23802"/>
                  </a:lnTo>
                  <a:lnTo>
                    <a:pt x="26186" y="23317"/>
                  </a:lnTo>
                  <a:lnTo>
                    <a:pt x="26485" y="23166"/>
                  </a:lnTo>
                  <a:lnTo>
                    <a:pt x="26687" y="23065"/>
                  </a:lnTo>
                  <a:lnTo>
                    <a:pt x="26822" y="22997"/>
                  </a:lnTo>
                  <a:lnTo>
                    <a:pt x="27014" y="22900"/>
                  </a:lnTo>
                  <a:lnTo>
                    <a:pt x="27166" y="22824"/>
                  </a:lnTo>
                  <a:lnTo>
                    <a:pt x="28163" y="21642"/>
                  </a:lnTo>
                  <a:lnTo>
                    <a:pt x="29113" y="20517"/>
                  </a:lnTo>
                  <a:lnTo>
                    <a:pt x="29281" y="20318"/>
                  </a:lnTo>
                  <a:lnTo>
                    <a:pt x="29516" y="20039"/>
                  </a:lnTo>
                  <a:lnTo>
                    <a:pt x="30277" y="19118"/>
                  </a:lnTo>
                  <a:lnTo>
                    <a:pt x="30598" y="19014"/>
                  </a:lnTo>
                  <a:lnTo>
                    <a:pt x="31189" y="18825"/>
                  </a:lnTo>
                  <a:lnTo>
                    <a:pt x="31344" y="18776"/>
                  </a:lnTo>
                  <a:lnTo>
                    <a:pt x="31625" y="18686"/>
                  </a:lnTo>
                  <a:lnTo>
                    <a:pt x="32170" y="18512"/>
                  </a:lnTo>
                  <a:lnTo>
                    <a:pt x="32801" y="18310"/>
                  </a:lnTo>
                  <a:lnTo>
                    <a:pt x="34594" y="17737"/>
                  </a:lnTo>
                  <a:lnTo>
                    <a:pt x="35016" y="17601"/>
                  </a:lnTo>
                  <a:lnTo>
                    <a:pt x="35532" y="17429"/>
                  </a:lnTo>
                  <a:lnTo>
                    <a:pt x="36278" y="17181"/>
                  </a:lnTo>
                  <a:lnTo>
                    <a:pt x="42146" y="17015"/>
                  </a:lnTo>
                  <a:lnTo>
                    <a:pt x="43430" y="26080"/>
                  </a:lnTo>
                  <a:lnTo>
                    <a:pt x="46657" y="24645"/>
                  </a:lnTo>
                  <a:lnTo>
                    <a:pt x="48710" y="27888"/>
                  </a:lnTo>
                  <a:lnTo>
                    <a:pt x="54343" y="25707"/>
                  </a:lnTo>
                  <a:lnTo>
                    <a:pt x="53033" y="21130"/>
                  </a:lnTo>
                  <a:lnTo>
                    <a:pt x="59652" y="19546"/>
                  </a:lnTo>
                  <a:lnTo>
                    <a:pt x="59175" y="14357"/>
                  </a:lnTo>
                  <a:lnTo>
                    <a:pt x="60367" y="9824"/>
                  </a:lnTo>
                  <a:lnTo>
                    <a:pt x="62950" y="5356"/>
                  </a:lnTo>
                  <a:lnTo>
                    <a:pt x="67484" y="7579"/>
                  </a:lnTo>
                  <a:lnTo>
                    <a:pt x="65109" y="14452"/>
                  </a:lnTo>
                  <a:lnTo>
                    <a:pt x="64823" y="16313"/>
                  </a:lnTo>
                  <a:lnTo>
                    <a:pt x="67399" y="15168"/>
                  </a:lnTo>
                  <a:lnTo>
                    <a:pt x="67804" y="17899"/>
                  </a:lnTo>
                  <a:lnTo>
                    <a:pt x="71169" y="16218"/>
                  </a:lnTo>
                  <a:lnTo>
                    <a:pt x="73240" y="13299"/>
                  </a:lnTo>
                  <a:lnTo>
                    <a:pt x="75081" y="14023"/>
                  </a:lnTo>
                  <a:lnTo>
                    <a:pt x="78175" y="13037"/>
                  </a:lnTo>
                  <a:lnTo>
                    <a:pt x="79377" y="9541"/>
                  </a:lnTo>
                  <a:lnTo>
                    <a:pt x="78488" y="7530"/>
                  </a:lnTo>
                  <a:lnTo>
                    <a:pt x="75154" y="7040"/>
                  </a:lnTo>
                  <a:lnTo>
                    <a:pt x="72598" y="7475"/>
                  </a:lnTo>
                  <a:lnTo>
                    <a:pt x="70751" y="2806"/>
                  </a:lnTo>
                  <a:lnTo>
                    <a:pt x="76449" y="0"/>
                  </a:lnTo>
                  <a:lnTo>
                    <a:pt x="89747" y="83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8" name="pg277"/>
            <p:cNvSpPr/>
            <p:nvPr/>
          </p:nvSpPr>
          <p:spPr>
            <a:xfrm>
              <a:off x="4216569" y="2804090"/>
              <a:ext cx="134952" cy="127285"/>
            </a:xfrm>
            <a:custGeom>
              <a:avLst/>
              <a:pathLst>
                <a:path w="134952" h="127285">
                  <a:moveTo>
                    <a:pt x="38262" y="17789"/>
                  </a:moveTo>
                  <a:lnTo>
                    <a:pt x="42023" y="18422"/>
                  </a:lnTo>
                  <a:lnTo>
                    <a:pt x="44850" y="17788"/>
                  </a:lnTo>
                  <a:lnTo>
                    <a:pt x="55222" y="20595"/>
                  </a:lnTo>
                  <a:lnTo>
                    <a:pt x="59894" y="29639"/>
                  </a:lnTo>
                  <a:lnTo>
                    <a:pt x="60820" y="35431"/>
                  </a:lnTo>
                  <a:lnTo>
                    <a:pt x="60884" y="35829"/>
                  </a:lnTo>
                  <a:lnTo>
                    <a:pt x="61611" y="40376"/>
                  </a:lnTo>
                  <a:lnTo>
                    <a:pt x="73798" y="39201"/>
                  </a:lnTo>
                  <a:lnTo>
                    <a:pt x="79469" y="38653"/>
                  </a:lnTo>
                  <a:lnTo>
                    <a:pt x="82273" y="38383"/>
                  </a:lnTo>
                  <a:lnTo>
                    <a:pt x="91077" y="48587"/>
                  </a:lnTo>
                  <a:lnTo>
                    <a:pt x="101463" y="57855"/>
                  </a:lnTo>
                  <a:lnTo>
                    <a:pt x="100957" y="63259"/>
                  </a:lnTo>
                  <a:lnTo>
                    <a:pt x="99927" y="65904"/>
                  </a:lnTo>
                  <a:lnTo>
                    <a:pt x="94743" y="63061"/>
                  </a:lnTo>
                  <a:lnTo>
                    <a:pt x="87228" y="57813"/>
                  </a:lnTo>
                  <a:lnTo>
                    <a:pt x="79714" y="55666"/>
                  </a:lnTo>
                  <a:lnTo>
                    <a:pt x="74466" y="53042"/>
                  </a:lnTo>
                  <a:lnTo>
                    <a:pt x="71006" y="51730"/>
                  </a:lnTo>
                  <a:lnTo>
                    <a:pt x="70768" y="49225"/>
                  </a:lnTo>
                  <a:lnTo>
                    <a:pt x="69814" y="47436"/>
                  </a:lnTo>
                  <a:lnTo>
                    <a:pt x="68382" y="45647"/>
                  </a:lnTo>
                  <a:lnTo>
                    <a:pt x="64208" y="46482"/>
                  </a:lnTo>
                  <a:lnTo>
                    <a:pt x="60749" y="46124"/>
                  </a:lnTo>
                  <a:lnTo>
                    <a:pt x="60152" y="44454"/>
                  </a:lnTo>
                  <a:lnTo>
                    <a:pt x="57289" y="39086"/>
                  </a:lnTo>
                  <a:lnTo>
                    <a:pt x="51803" y="38251"/>
                  </a:lnTo>
                  <a:lnTo>
                    <a:pt x="51445" y="41949"/>
                  </a:lnTo>
                  <a:lnTo>
                    <a:pt x="47628" y="41949"/>
                  </a:lnTo>
                  <a:lnTo>
                    <a:pt x="47604" y="45694"/>
                  </a:lnTo>
                  <a:lnTo>
                    <a:pt x="39159" y="48199"/>
                  </a:lnTo>
                  <a:lnTo>
                    <a:pt x="42308" y="52708"/>
                  </a:lnTo>
                  <a:lnTo>
                    <a:pt x="43239" y="56143"/>
                  </a:lnTo>
                  <a:lnTo>
                    <a:pt x="43239" y="59006"/>
                  </a:lnTo>
                  <a:lnTo>
                    <a:pt x="45672" y="59578"/>
                  </a:lnTo>
                  <a:lnTo>
                    <a:pt x="47533" y="59936"/>
                  </a:lnTo>
                  <a:lnTo>
                    <a:pt x="49465" y="59507"/>
                  </a:lnTo>
                  <a:lnTo>
                    <a:pt x="53258" y="62513"/>
                  </a:lnTo>
                  <a:lnTo>
                    <a:pt x="48821" y="65805"/>
                  </a:lnTo>
                  <a:lnTo>
                    <a:pt x="47676" y="66663"/>
                  </a:lnTo>
                  <a:lnTo>
                    <a:pt x="48034" y="69097"/>
                  </a:lnTo>
                  <a:lnTo>
                    <a:pt x="42809" y="72246"/>
                  </a:lnTo>
                  <a:lnTo>
                    <a:pt x="47533" y="71816"/>
                  </a:lnTo>
                  <a:lnTo>
                    <a:pt x="54975" y="71101"/>
                  </a:lnTo>
                  <a:lnTo>
                    <a:pt x="61703" y="74536"/>
                  </a:lnTo>
                  <a:lnTo>
                    <a:pt x="68287" y="78615"/>
                  </a:lnTo>
                  <a:lnTo>
                    <a:pt x="70434" y="81907"/>
                  </a:lnTo>
                  <a:lnTo>
                    <a:pt x="72223" y="83410"/>
                  </a:lnTo>
                  <a:lnTo>
                    <a:pt x="81527" y="85342"/>
                  </a:lnTo>
                  <a:lnTo>
                    <a:pt x="91252" y="84516"/>
                  </a:lnTo>
                  <a:lnTo>
                    <a:pt x="95469" y="79736"/>
                  </a:lnTo>
                  <a:lnTo>
                    <a:pt x="101309" y="83951"/>
                  </a:lnTo>
                  <a:lnTo>
                    <a:pt x="101732" y="84257"/>
                  </a:lnTo>
                  <a:lnTo>
                    <a:pt x="100309" y="86417"/>
                  </a:lnTo>
                  <a:lnTo>
                    <a:pt x="104229" y="86806"/>
                  </a:lnTo>
                  <a:lnTo>
                    <a:pt x="109048" y="86901"/>
                  </a:lnTo>
                  <a:lnTo>
                    <a:pt x="114246" y="86388"/>
                  </a:lnTo>
                  <a:lnTo>
                    <a:pt x="116491" y="86090"/>
                  </a:lnTo>
                  <a:lnTo>
                    <a:pt x="118910" y="82318"/>
                  </a:lnTo>
                  <a:lnTo>
                    <a:pt x="125857" y="83019"/>
                  </a:lnTo>
                  <a:lnTo>
                    <a:pt x="133536" y="82050"/>
                  </a:lnTo>
                  <a:lnTo>
                    <a:pt x="134952" y="90250"/>
                  </a:lnTo>
                  <a:lnTo>
                    <a:pt x="123364" y="93197"/>
                  </a:lnTo>
                  <a:lnTo>
                    <a:pt x="125706" y="102252"/>
                  </a:lnTo>
                  <a:lnTo>
                    <a:pt x="125235" y="102689"/>
                  </a:lnTo>
                  <a:lnTo>
                    <a:pt x="112483" y="103505"/>
                  </a:lnTo>
                  <a:lnTo>
                    <a:pt x="112674" y="106892"/>
                  </a:lnTo>
                  <a:lnTo>
                    <a:pt x="118999" y="109260"/>
                  </a:lnTo>
                  <a:lnTo>
                    <a:pt x="117584" y="114462"/>
                  </a:lnTo>
                  <a:lnTo>
                    <a:pt x="117203" y="115864"/>
                  </a:lnTo>
                  <a:lnTo>
                    <a:pt x="116464" y="118579"/>
                  </a:lnTo>
                  <a:lnTo>
                    <a:pt x="113631" y="118728"/>
                  </a:lnTo>
                  <a:lnTo>
                    <a:pt x="109683" y="118045"/>
                  </a:lnTo>
                  <a:lnTo>
                    <a:pt x="95666" y="109616"/>
                  </a:lnTo>
                  <a:lnTo>
                    <a:pt x="92718" y="110293"/>
                  </a:lnTo>
                  <a:lnTo>
                    <a:pt x="86394" y="119432"/>
                  </a:lnTo>
                  <a:lnTo>
                    <a:pt x="89030" y="122008"/>
                  </a:lnTo>
                  <a:lnTo>
                    <a:pt x="90783" y="127231"/>
                  </a:lnTo>
                  <a:lnTo>
                    <a:pt x="87901" y="127285"/>
                  </a:lnTo>
                  <a:lnTo>
                    <a:pt x="86576" y="125357"/>
                  </a:lnTo>
                  <a:lnTo>
                    <a:pt x="83000" y="123303"/>
                  </a:lnTo>
                  <a:lnTo>
                    <a:pt x="81948" y="126108"/>
                  </a:lnTo>
                  <a:lnTo>
                    <a:pt x="81010" y="125709"/>
                  </a:lnTo>
                  <a:lnTo>
                    <a:pt x="77448" y="124195"/>
                  </a:lnTo>
                  <a:lnTo>
                    <a:pt x="79084" y="117351"/>
                  </a:lnTo>
                  <a:lnTo>
                    <a:pt x="79414" y="115970"/>
                  </a:lnTo>
                  <a:lnTo>
                    <a:pt x="79435" y="114412"/>
                  </a:lnTo>
                  <a:lnTo>
                    <a:pt x="79515" y="108801"/>
                  </a:lnTo>
                  <a:lnTo>
                    <a:pt x="65726" y="104841"/>
                  </a:lnTo>
                  <a:lnTo>
                    <a:pt x="58760" y="104984"/>
                  </a:lnTo>
                  <a:lnTo>
                    <a:pt x="58472" y="106325"/>
                  </a:lnTo>
                  <a:lnTo>
                    <a:pt x="60254" y="110155"/>
                  </a:lnTo>
                  <a:lnTo>
                    <a:pt x="60526" y="113095"/>
                  </a:lnTo>
                  <a:lnTo>
                    <a:pt x="60096" y="117627"/>
                  </a:lnTo>
                  <a:lnTo>
                    <a:pt x="58856" y="118200"/>
                  </a:lnTo>
                  <a:lnTo>
                    <a:pt x="56756" y="117627"/>
                  </a:lnTo>
                  <a:lnTo>
                    <a:pt x="55230" y="116959"/>
                  </a:lnTo>
                  <a:lnTo>
                    <a:pt x="53607" y="116101"/>
                  </a:lnTo>
                  <a:lnTo>
                    <a:pt x="52892" y="115910"/>
                  </a:lnTo>
                  <a:lnTo>
                    <a:pt x="51647" y="115739"/>
                  </a:lnTo>
                  <a:lnTo>
                    <a:pt x="50602" y="115480"/>
                  </a:lnTo>
                  <a:lnTo>
                    <a:pt x="49769" y="115588"/>
                  </a:lnTo>
                  <a:lnTo>
                    <a:pt x="48025" y="115814"/>
                  </a:lnTo>
                  <a:lnTo>
                    <a:pt x="46451" y="115814"/>
                  </a:lnTo>
                  <a:lnTo>
                    <a:pt x="45640" y="115194"/>
                  </a:lnTo>
                  <a:lnTo>
                    <a:pt x="45115" y="114431"/>
                  </a:lnTo>
                  <a:lnTo>
                    <a:pt x="44876" y="113810"/>
                  </a:lnTo>
                  <a:lnTo>
                    <a:pt x="44065" y="113190"/>
                  </a:lnTo>
                  <a:lnTo>
                    <a:pt x="42682" y="112856"/>
                  </a:lnTo>
                  <a:lnTo>
                    <a:pt x="41012" y="112236"/>
                  </a:lnTo>
                  <a:lnTo>
                    <a:pt x="39342" y="111473"/>
                  </a:lnTo>
                  <a:lnTo>
                    <a:pt x="40153" y="110089"/>
                  </a:lnTo>
                  <a:lnTo>
                    <a:pt x="40773" y="109803"/>
                  </a:lnTo>
                  <a:lnTo>
                    <a:pt x="42109" y="109803"/>
                  </a:lnTo>
                  <a:lnTo>
                    <a:pt x="41059" y="109039"/>
                  </a:lnTo>
                  <a:lnTo>
                    <a:pt x="39199" y="107799"/>
                  </a:lnTo>
                  <a:lnTo>
                    <a:pt x="38066" y="105449"/>
                  </a:lnTo>
                  <a:lnTo>
                    <a:pt x="37774" y="99047"/>
                  </a:lnTo>
                  <a:lnTo>
                    <a:pt x="34684" y="99703"/>
                  </a:lnTo>
                  <a:lnTo>
                    <a:pt x="32720" y="96282"/>
                  </a:lnTo>
                  <a:lnTo>
                    <a:pt x="36094" y="94375"/>
                  </a:lnTo>
                  <a:lnTo>
                    <a:pt x="34694" y="90484"/>
                  </a:lnTo>
                  <a:lnTo>
                    <a:pt x="29391" y="93680"/>
                  </a:lnTo>
                  <a:lnTo>
                    <a:pt x="24322" y="98749"/>
                  </a:lnTo>
                  <a:lnTo>
                    <a:pt x="20147" y="96736"/>
                  </a:lnTo>
                  <a:lnTo>
                    <a:pt x="17070" y="89629"/>
                  </a:lnTo>
                  <a:lnTo>
                    <a:pt x="15031" y="81504"/>
                  </a:lnTo>
                  <a:lnTo>
                    <a:pt x="14312" y="79814"/>
                  </a:lnTo>
                  <a:lnTo>
                    <a:pt x="13986" y="78959"/>
                  </a:lnTo>
                  <a:lnTo>
                    <a:pt x="13257" y="77045"/>
                  </a:lnTo>
                  <a:lnTo>
                    <a:pt x="12272" y="75338"/>
                  </a:lnTo>
                  <a:lnTo>
                    <a:pt x="12057" y="74965"/>
                  </a:lnTo>
                  <a:lnTo>
                    <a:pt x="11414" y="73975"/>
                  </a:lnTo>
                  <a:lnTo>
                    <a:pt x="11016" y="73339"/>
                  </a:lnTo>
                  <a:lnTo>
                    <a:pt x="10255" y="72120"/>
                  </a:lnTo>
                  <a:lnTo>
                    <a:pt x="9290" y="70576"/>
                  </a:lnTo>
                  <a:lnTo>
                    <a:pt x="7540" y="65505"/>
                  </a:lnTo>
                  <a:lnTo>
                    <a:pt x="4595" y="62300"/>
                  </a:lnTo>
                  <a:lnTo>
                    <a:pt x="4222" y="61663"/>
                  </a:lnTo>
                  <a:lnTo>
                    <a:pt x="4566" y="61437"/>
                  </a:lnTo>
                  <a:lnTo>
                    <a:pt x="8382" y="58878"/>
                  </a:lnTo>
                  <a:lnTo>
                    <a:pt x="9555" y="58114"/>
                  </a:lnTo>
                  <a:lnTo>
                    <a:pt x="13547" y="55515"/>
                  </a:lnTo>
                  <a:lnTo>
                    <a:pt x="14925" y="54746"/>
                  </a:lnTo>
                  <a:lnTo>
                    <a:pt x="16470" y="54224"/>
                  </a:lnTo>
                  <a:lnTo>
                    <a:pt x="16255" y="53803"/>
                  </a:lnTo>
                  <a:lnTo>
                    <a:pt x="16064" y="53446"/>
                  </a:lnTo>
                  <a:lnTo>
                    <a:pt x="15595" y="52571"/>
                  </a:lnTo>
                  <a:lnTo>
                    <a:pt x="14933" y="50978"/>
                  </a:lnTo>
                  <a:lnTo>
                    <a:pt x="14655" y="50309"/>
                  </a:lnTo>
                  <a:lnTo>
                    <a:pt x="13627" y="47854"/>
                  </a:lnTo>
                  <a:lnTo>
                    <a:pt x="12066" y="49388"/>
                  </a:lnTo>
                  <a:lnTo>
                    <a:pt x="12520" y="50069"/>
                  </a:lnTo>
                  <a:lnTo>
                    <a:pt x="12503" y="50516"/>
                  </a:lnTo>
                  <a:lnTo>
                    <a:pt x="12990" y="51255"/>
                  </a:lnTo>
                  <a:lnTo>
                    <a:pt x="9718" y="53618"/>
                  </a:lnTo>
                  <a:lnTo>
                    <a:pt x="8916" y="54171"/>
                  </a:lnTo>
                  <a:lnTo>
                    <a:pt x="8300" y="54595"/>
                  </a:lnTo>
                  <a:lnTo>
                    <a:pt x="6498" y="55837"/>
                  </a:lnTo>
                  <a:lnTo>
                    <a:pt x="5805" y="56379"/>
                  </a:lnTo>
                  <a:lnTo>
                    <a:pt x="4593" y="55169"/>
                  </a:lnTo>
                  <a:lnTo>
                    <a:pt x="3439" y="53772"/>
                  </a:lnTo>
                  <a:lnTo>
                    <a:pt x="6921" y="51759"/>
                  </a:lnTo>
                  <a:lnTo>
                    <a:pt x="6493" y="51113"/>
                  </a:lnTo>
                  <a:lnTo>
                    <a:pt x="7775" y="50228"/>
                  </a:lnTo>
                  <a:lnTo>
                    <a:pt x="8310" y="49858"/>
                  </a:lnTo>
                  <a:lnTo>
                    <a:pt x="9115" y="49302"/>
                  </a:lnTo>
                  <a:lnTo>
                    <a:pt x="9667" y="48921"/>
                  </a:lnTo>
                  <a:lnTo>
                    <a:pt x="10277" y="48500"/>
                  </a:lnTo>
                  <a:lnTo>
                    <a:pt x="10834" y="48115"/>
                  </a:lnTo>
                  <a:lnTo>
                    <a:pt x="10171" y="47313"/>
                  </a:lnTo>
                  <a:lnTo>
                    <a:pt x="9945" y="47044"/>
                  </a:lnTo>
                  <a:lnTo>
                    <a:pt x="9343" y="46365"/>
                  </a:lnTo>
                  <a:lnTo>
                    <a:pt x="9061" y="46046"/>
                  </a:lnTo>
                  <a:lnTo>
                    <a:pt x="8907" y="45872"/>
                  </a:lnTo>
                  <a:lnTo>
                    <a:pt x="8627" y="45556"/>
                  </a:lnTo>
                  <a:lnTo>
                    <a:pt x="11515" y="43561"/>
                  </a:lnTo>
                  <a:lnTo>
                    <a:pt x="11725" y="43415"/>
                  </a:lnTo>
                  <a:lnTo>
                    <a:pt x="16075" y="41165"/>
                  </a:lnTo>
                  <a:lnTo>
                    <a:pt x="11165" y="32308"/>
                  </a:lnTo>
                  <a:lnTo>
                    <a:pt x="9642" y="29456"/>
                  </a:lnTo>
                  <a:lnTo>
                    <a:pt x="8802" y="27884"/>
                  </a:lnTo>
                  <a:lnTo>
                    <a:pt x="8658" y="27613"/>
                  </a:lnTo>
                  <a:lnTo>
                    <a:pt x="8479" y="27294"/>
                  </a:lnTo>
                  <a:lnTo>
                    <a:pt x="8052" y="26675"/>
                  </a:lnTo>
                  <a:lnTo>
                    <a:pt x="7044" y="25214"/>
                  </a:lnTo>
                  <a:lnTo>
                    <a:pt x="6307" y="24147"/>
                  </a:lnTo>
                  <a:lnTo>
                    <a:pt x="4441" y="21552"/>
                  </a:lnTo>
                  <a:lnTo>
                    <a:pt x="4066" y="21031"/>
                  </a:lnTo>
                  <a:lnTo>
                    <a:pt x="3094" y="19679"/>
                  </a:lnTo>
                  <a:lnTo>
                    <a:pt x="2515" y="18884"/>
                  </a:lnTo>
                  <a:lnTo>
                    <a:pt x="1837" y="17954"/>
                  </a:lnTo>
                  <a:lnTo>
                    <a:pt x="1477" y="17461"/>
                  </a:lnTo>
                  <a:lnTo>
                    <a:pt x="1256" y="17158"/>
                  </a:lnTo>
                  <a:lnTo>
                    <a:pt x="1091" y="16931"/>
                  </a:lnTo>
                  <a:lnTo>
                    <a:pt x="902" y="16671"/>
                  </a:lnTo>
                  <a:lnTo>
                    <a:pt x="176" y="15625"/>
                  </a:lnTo>
                  <a:lnTo>
                    <a:pt x="96" y="15495"/>
                  </a:lnTo>
                  <a:lnTo>
                    <a:pt x="0" y="15194"/>
                  </a:lnTo>
                  <a:lnTo>
                    <a:pt x="136" y="15087"/>
                  </a:lnTo>
                  <a:lnTo>
                    <a:pt x="3787" y="12803"/>
                  </a:lnTo>
                  <a:lnTo>
                    <a:pt x="3833" y="12650"/>
                  </a:lnTo>
                  <a:lnTo>
                    <a:pt x="3948" y="12263"/>
                  </a:lnTo>
                  <a:lnTo>
                    <a:pt x="4350" y="10921"/>
                  </a:lnTo>
                  <a:lnTo>
                    <a:pt x="5349" y="10194"/>
                  </a:lnTo>
                  <a:lnTo>
                    <a:pt x="5572" y="10032"/>
                  </a:lnTo>
                  <a:lnTo>
                    <a:pt x="5911" y="9785"/>
                  </a:lnTo>
                  <a:lnTo>
                    <a:pt x="7195" y="8851"/>
                  </a:lnTo>
                  <a:lnTo>
                    <a:pt x="7989" y="8273"/>
                  </a:lnTo>
                  <a:lnTo>
                    <a:pt x="8801" y="7682"/>
                  </a:lnTo>
                  <a:lnTo>
                    <a:pt x="9900" y="6882"/>
                  </a:lnTo>
                  <a:lnTo>
                    <a:pt x="11045" y="6050"/>
                  </a:lnTo>
                  <a:lnTo>
                    <a:pt x="11864" y="5454"/>
                  </a:lnTo>
                  <a:lnTo>
                    <a:pt x="12412" y="5055"/>
                  </a:lnTo>
                  <a:lnTo>
                    <a:pt x="13194" y="4517"/>
                  </a:lnTo>
                  <a:lnTo>
                    <a:pt x="14233" y="3803"/>
                  </a:lnTo>
                  <a:lnTo>
                    <a:pt x="14578" y="3567"/>
                  </a:lnTo>
                  <a:lnTo>
                    <a:pt x="14802" y="3413"/>
                  </a:lnTo>
                  <a:lnTo>
                    <a:pt x="15158" y="3088"/>
                  </a:lnTo>
                  <a:lnTo>
                    <a:pt x="15663" y="2628"/>
                  </a:lnTo>
                  <a:lnTo>
                    <a:pt x="17096" y="1321"/>
                  </a:lnTo>
                  <a:lnTo>
                    <a:pt x="17914" y="576"/>
                  </a:lnTo>
                  <a:lnTo>
                    <a:pt x="18058" y="444"/>
                  </a:lnTo>
                  <a:lnTo>
                    <a:pt x="18546" y="0"/>
                  </a:lnTo>
                  <a:lnTo>
                    <a:pt x="19837" y="845"/>
                  </a:lnTo>
                  <a:lnTo>
                    <a:pt x="20854" y="1370"/>
                  </a:lnTo>
                  <a:lnTo>
                    <a:pt x="21959" y="1940"/>
                  </a:lnTo>
                  <a:lnTo>
                    <a:pt x="23499" y="2734"/>
                  </a:lnTo>
                  <a:lnTo>
                    <a:pt x="24937" y="3475"/>
                  </a:lnTo>
                  <a:lnTo>
                    <a:pt x="36492" y="5639"/>
                  </a:lnTo>
                  <a:lnTo>
                    <a:pt x="36448" y="8228"/>
                  </a:lnTo>
                  <a:lnTo>
                    <a:pt x="34077" y="8675"/>
                  </a:lnTo>
                  <a:lnTo>
                    <a:pt x="31483" y="10644"/>
                  </a:lnTo>
                  <a:lnTo>
                    <a:pt x="29515" y="12746"/>
                  </a:lnTo>
                  <a:lnTo>
                    <a:pt x="29866" y="13429"/>
                  </a:lnTo>
                  <a:lnTo>
                    <a:pt x="32460" y="14973"/>
                  </a:lnTo>
                  <a:lnTo>
                    <a:pt x="35744" y="17397"/>
                  </a:lnTo>
                  <a:lnTo>
                    <a:pt x="36517" y="1749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79" name="pg278"/>
            <p:cNvSpPr/>
            <p:nvPr/>
          </p:nvSpPr>
          <p:spPr>
            <a:xfrm>
              <a:off x="4136746" y="2812502"/>
              <a:ext cx="96893" cy="83454"/>
            </a:xfrm>
            <a:custGeom>
              <a:avLst/>
              <a:pathLst>
                <a:path w="96893" h="83454">
                  <a:moveTo>
                    <a:pt x="46258" y="32450"/>
                  </a:moveTo>
                  <a:lnTo>
                    <a:pt x="46043" y="32279"/>
                  </a:lnTo>
                  <a:lnTo>
                    <a:pt x="42964" y="35309"/>
                  </a:lnTo>
                  <a:lnTo>
                    <a:pt x="41489" y="36761"/>
                  </a:lnTo>
                  <a:lnTo>
                    <a:pt x="40487" y="33111"/>
                  </a:lnTo>
                  <a:lnTo>
                    <a:pt x="40443" y="32558"/>
                  </a:lnTo>
                  <a:lnTo>
                    <a:pt x="40415" y="32205"/>
                  </a:lnTo>
                  <a:lnTo>
                    <a:pt x="40419" y="32050"/>
                  </a:lnTo>
                  <a:lnTo>
                    <a:pt x="40430" y="31563"/>
                  </a:lnTo>
                  <a:lnTo>
                    <a:pt x="40446" y="31197"/>
                  </a:lnTo>
                  <a:lnTo>
                    <a:pt x="40543" y="29994"/>
                  </a:lnTo>
                  <a:lnTo>
                    <a:pt x="40673" y="28398"/>
                  </a:lnTo>
                  <a:lnTo>
                    <a:pt x="40497" y="28325"/>
                  </a:lnTo>
                  <a:lnTo>
                    <a:pt x="39821" y="28181"/>
                  </a:lnTo>
                  <a:lnTo>
                    <a:pt x="35572" y="28015"/>
                  </a:lnTo>
                  <a:lnTo>
                    <a:pt x="34939" y="29414"/>
                  </a:lnTo>
                  <a:lnTo>
                    <a:pt x="34693" y="29955"/>
                  </a:lnTo>
                  <a:lnTo>
                    <a:pt x="34617" y="30123"/>
                  </a:lnTo>
                  <a:lnTo>
                    <a:pt x="34081" y="31399"/>
                  </a:lnTo>
                  <a:lnTo>
                    <a:pt x="33073" y="32815"/>
                  </a:lnTo>
                  <a:lnTo>
                    <a:pt x="35550" y="35148"/>
                  </a:lnTo>
                  <a:lnTo>
                    <a:pt x="35564" y="35289"/>
                  </a:lnTo>
                  <a:lnTo>
                    <a:pt x="35622" y="35905"/>
                  </a:lnTo>
                  <a:lnTo>
                    <a:pt x="32754" y="39022"/>
                  </a:lnTo>
                  <a:lnTo>
                    <a:pt x="30983" y="37904"/>
                  </a:lnTo>
                  <a:lnTo>
                    <a:pt x="30476" y="38410"/>
                  </a:lnTo>
                  <a:lnTo>
                    <a:pt x="29790" y="37933"/>
                  </a:lnTo>
                  <a:lnTo>
                    <a:pt x="29293" y="38643"/>
                  </a:lnTo>
                  <a:lnTo>
                    <a:pt x="28329" y="40021"/>
                  </a:lnTo>
                  <a:lnTo>
                    <a:pt x="27428" y="39418"/>
                  </a:lnTo>
                  <a:lnTo>
                    <a:pt x="26114" y="38637"/>
                  </a:lnTo>
                  <a:lnTo>
                    <a:pt x="25849" y="38465"/>
                  </a:lnTo>
                  <a:lnTo>
                    <a:pt x="25201" y="38072"/>
                  </a:lnTo>
                  <a:lnTo>
                    <a:pt x="24564" y="38932"/>
                  </a:lnTo>
                  <a:lnTo>
                    <a:pt x="23746" y="39789"/>
                  </a:lnTo>
                  <a:lnTo>
                    <a:pt x="22314" y="40983"/>
                  </a:lnTo>
                  <a:lnTo>
                    <a:pt x="20400" y="42895"/>
                  </a:lnTo>
                  <a:lnTo>
                    <a:pt x="19373" y="43852"/>
                  </a:lnTo>
                  <a:lnTo>
                    <a:pt x="19216" y="43998"/>
                  </a:lnTo>
                  <a:lnTo>
                    <a:pt x="18929" y="44219"/>
                  </a:lnTo>
                  <a:lnTo>
                    <a:pt x="18721" y="44379"/>
                  </a:lnTo>
                  <a:lnTo>
                    <a:pt x="17176" y="46088"/>
                  </a:lnTo>
                  <a:lnTo>
                    <a:pt x="15554" y="47646"/>
                  </a:lnTo>
                  <a:lnTo>
                    <a:pt x="15237" y="47351"/>
                  </a:lnTo>
                  <a:lnTo>
                    <a:pt x="14692" y="46845"/>
                  </a:lnTo>
                  <a:lnTo>
                    <a:pt x="11241" y="44151"/>
                  </a:lnTo>
                  <a:lnTo>
                    <a:pt x="10618" y="43638"/>
                  </a:lnTo>
                  <a:lnTo>
                    <a:pt x="2697" y="36572"/>
                  </a:lnTo>
                  <a:lnTo>
                    <a:pt x="2168" y="36243"/>
                  </a:lnTo>
                  <a:lnTo>
                    <a:pt x="1537" y="35928"/>
                  </a:lnTo>
                  <a:lnTo>
                    <a:pt x="1323" y="35821"/>
                  </a:lnTo>
                  <a:lnTo>
                    <a:pt x="1108" y="35714"/>
                  </a:lnTo>
                  <a:lnTo>
                    <a:pt x="0" y="35275"/>
                  </a:lnTo>
                  <a:lnTo>
                    <a:pt x="315" y="34658"/>
                  </a:lnTo>
                  <a:lnTo>
                    <a:pt x="883" y="33853"/>
                  </a:lnTo>
                  <a:lnTo>
                    <a:pt x="2313" y="31825"/>
                  </a:lnTo>
                  <a:lnTo>
                    <a:pt x="2415" y="31679"/>
                  </a:lnTo>
                  <a:lnTo>
                    <a:pt x="3059" y="30751"/>
                  </a:lnTo>
                  <a:lnTo>
                    <a:pt x="3181" y="30591"/>
                  </a:lnTo>
                  <a:lnTo>
                    <a:pt x="3730" y="29872"/>
                  </a:lnTo>
                  <a:lnTo>
                    <a:pt x="4171" y="28643"/>
                  </a:lnTo>
                  <a:lnTo>
                    <a:pt x="5138" y="26956"/>
                  </a:lnTo>
                  <a:lnTo>
                    <a:pt x="6223" y="25063"/>
                  </a:lnTo>
                  <a:lnTo>
                    <a:pt x="7164" y="23760"/>
                  </a:lnTo>
                  <a:lnTo>
                    <a:pt x="7109" y="23380"/>
                  </a:lnTo>
                  <a:lnTo>
                    <a:pt x="7030" y="22561"/>
                  </a:lnTo>
                  <a:lnTo>
                    <a:pt x="7013" y="22392"/>
                  </a:lnTo>
                  <a:lnTo>
                    <a:pt x="6949" y="21736"/>
                  </a:lnTo>
                  <a:lnTo>
                    <a:pt x="6867" y="21125"/>
                  </a:lnTo>
                  <a:lnTo>
                    <a:pt x="6402" y="20424"/>
                  </a:lnTo>
                  <a:lnTo>
                    <a:pt x="5413" y="19358"/>
                  </a:lnTo>
                  <a:lnTo>
                    <a:pt x="4690" y="18628"/>
                  </a:lnTo>
                  <a:lnTo>
                    <a:pt x="4477" y="18187"/>
                  </a:lnTo>
                  <a:lnTo>
                    <a:pt x="4231" y="17678"/>
                  </a:lnTo>
                  <a:lnTo>
                    <a:pt x="4545" y="17188"/>
                  </a:lnTo>
                  <a:lnTo>
                    <a:pt x="4663" y="17005"/>
                  </a:lnTo>
                  <a:lnTo>
                    <a:pt x="5542" y="15652"/>
                  </a:lnTo>
                  <a:lnTo>
                    <a:pt x="5761" y="15315"/>
                  </a:lnTo>
                  <a:lnTo>
                    <a:pt x="6020" y="14917"/>
                  </a:lnTo>
                  <a:lnTo>
                    <a:pt x="7655" y="12102"/>
                  </a:lnTo>
                  <a:lnTo>
                    <a:pt x="10226" y="13626"/>
                  </a:lnTo>
                  <a:lnTo>
                    <a:pt x="11367" y="14698"/>
                  </a:lnTo>
                  <a:lnTo>
                    <a:pt x="12045" y="15464"/>
                  </a:lnTo>
                  <a:lnTo>
                    <a:pt x="13433" y="17028"/>
                  </a:lnTo>
                  <a:lnTo>
                    <a:pt x="14384" y="13742"/>
                  </a:lnTo>
                  <a:lnTo>
                    <a:pt x="14657" y="12795"/>
                  </a:lnTo>
                  <a:lnTo>
                    <a:pt x="14702" y="12641"/>
                  </a:lnTo>
                  <a:lnTo>
                    <a:pt x="14916" y="11931"/>
                  </a:lnTo>
                  <a:lnTo>
                    <a:pt x="15037" y="11567"/>
                  </a:lnTo>
                  <a:lnTo>
                    <a:pt x="15171" y="11162"/>
                  </a:lnTo>
                  <a:lnTo>
                    <a:pt x="15364" y="10909"/>
                  </a:lnTo>
                  <a:lnTo>
                    <a:pt x="15941" y="10152"/>
                  </a:lnTo>
                  <a:lnTo>
                    <a:pt x="15961" y="10006"/>
                  </a:lnTo>
                  <a:lnTo>
                    <a:pt x="16066" y="9256"/>
                  </a:lnTo>
                  <a:lnTo>
                    <a:pt x="16166" y="8538"/>
                  </a:lnTo>
                  <a:lnTo>
                    <a:pt x="16301" y="7570"/>
                  </a:lnTo>
                  <a:lnTo>
                    <a:pt x="16355" y="7185"/>
                  </a:lnTo>
                  <a:lnTo>
                    <a:pt x="16407" y="6680"/>
                  </a:lnTo>
                  <a:lnTo>
                    <a:pt x="16487" y="5891"/>
                  </a:lnTo>
                  <a:lnTo>
                    <a:pt x="16539" y="5385"/>
                  </a:lnTo>
                  <a:lnTo>
                    <a:pt x="16553" y="5242"/>
                  </a:lnTo>
                  <a:lnTo>
                    <a:pt x="16737" y="0"/>
                  </a:lnTo>
                  <a:lnTo>
                    <a:pt x="17086" y="13"/>
                  </a:lnTo>
                  <a:lnTo>
                    <a:pt x="17238" y="18"/>
                  </a:lnTo>
                  <a:lnTo>
                    <a:pt x="17464" y="27"/>
                  </a:lnTo>
                  <a:lnTo>
                    <a:pt x="18124" y="52"/>
                  </a:lnTo>
                  <a:lnTo>
                    <a:pt x="18646" y="72"/>
                  </a:lnTo>
                  <a:lnTo>
                    <a:pt x="18964" y="84"/>
                  </a:lnTo>
                  <a:lnTo>
                    <a:pt x="19541" y="106"/>
                  </a:lnTo>
                  <a:lnTo>
                    <a:pt x="19926" y="120"/>
                  </a:lnTo>
                  <a:lnTo>
                    <a:pt x="20062" y="126"/>
                  </a:lnTo>
                  <a:lnTo>
                    <a:pt x="20493" y="142"/>
                  </a:lnTo>
                  <a:lnTo>
                    <a:pt x="22383" y="214"/>
                  </a:lnTo>
                  <a:lnTo>
                    <a:pt x="28208" y="434"/>
                  </a:lnTo>
                  <a:lnTo>
                    <a:pt x="28677" y="452"/>
                  </a:lnTo>
                  <a:lnTo>
                    <a:pt x="29302" y="476"/>
                  </a:lnTo>
                  <a:lnTo>
                    <a:pt x="33298" y="682"/>
                  </a:lnTo>
                  <a:lnTo>
                    <a:pt x="36200" y="832"/>
                  </a:lnTo>
                  <a:lnTo>
                    <a:pt x="36499" y="847"/>
                  </a:lnTo>
                  <a:lnTo>
                    <a:pt x="37968" y="923"/>
                  </a:lnTo>
                  <a:lnTo>
                    <a:pt x="38365" y="943"/>
                  </a:lnTo>
                  <a:lnTo>
                    <a:pt x="38556" y="953"/>
                  </a:lnTo>
                  <a:lnTo>
                    <a:pt x="39022" y="956"/>
                  </a:lnTo>
                  <a:lnTo>
                    <a:pt x="39299" y="957"/>
                  </a:lnTo>
                  <a:lnTo>
                    <a:pt x="39573" y="959"/>
                  </a:lnTo>
                  <a:lnTo>
                    <a:pt x="39718" y="960"/>
                  </a:lnTo>
                  <a:lnTo>
                    <a:pt x="39928" y="961"/>
                  </a:lnTo>
                  <a:lnTo>
                    <a:pt x="40131" y="962"/>
                  </a:lnTo>
                  <a:lnTo>
                    <a:pt x="40286" y="963"/>
                  </a:lnTo>
                  <a:lnTo>
                    <a:pt x="40581" y="965"/>
                  </a:lnTo>
                  <a:lnTo>
                    <a:pt x="40736" y="966"/>
                  </a:lnTo>
                  <a:lnTo>
                    <a:pt x="41027" y="1002"/>
                  </a:lnTo>
                  <a:lnTo>
                    <a:pt x="41473" y="1057"/>
                  </a:lnTo>
                  <a:lnTo>
                    <a:pt x="42368" y="1168"/>
                  </a:lnTo>
                  <a:lnTo>
                    <a:pt x="44968" y="1367"/>
                  </a:lnTo>
                  <a:lnTo>
                    <a:pt x="51216" y="2309"/>
                  </a:lnTo>
                  <a:lnTo>
                    <a:pt x="51894" y="2407"/>
                  </a:lnTo>
                  <a:lnTo>
                    <a:pt x="52102" y="2437"/>
                  </a:lnTo>
                  <a:lnTo>
                    <a:pt x="52485" y="2492"/>
                  </a:lnTo>
                  <a:lnTo>
                    <a:pt x="59331" y="3475"/>
                  </a:lnTo>
                  <a:lnTo>
                    <a:pt x="60394" y="3635"/>
                  </a:lnTo>
                  <a:lnTo>
                    <a:pt x="63322" y="4076"/>
                  </a:lnTo>
                  <a:lnTo>
                    <a:pt x="63882" y="4160"/>
                  </a:lnTo>
                  <a:lnTo>
                    <a:pt x="64250" y="4216"/>
                  </a:lnTo>
                  <a:lnTo>
                    <a:pt x="64597" y="4268"/>
                  </a:lnTo>
                  <a:lnTo>
                    <a:pt x="75768" y="5834"/>
                  </a:lnTo>
                  <a:lnTo>
                    <a:pt x="76381" y="5929"/>
                  </a:lnTo>
                  <a:lnTo>
                    <a:pt x="78068" y="6193"/>
                  </a:lnTo>
                  <a:lnTo>
                    <a:pt x="78703" y="6386"/>
                  </a:lnTo>
                  <a:lnTo>
                    <a:pt x="79481" y="6622"/>
                  </a:lnTo>
                  <a:lnTo>
                    <a:pt x="79808" y="6901"/>
                  </a:lnTo>
                  <a:lnTo>
                    <a:pt x="79919" y="7083"/>
                  </a:lnTo>
                  <a:lnTo>
                    <a:pt x="80104" y="7385"/>
                  </a:lnTo>
                  <a:lnTo>
                    <a:pt x="80724" y="8260"/>
                  </a:lnTo>
                  <a:lnTo>
                    <a:pt x="80914" y="8519"/>
                  </a:lnTo>
                  <a:lnTo>
                    <a:pt x="81079" y="8746"/>
                  </a:lnTo>
                  <a:lnTo>
                    <a:pt x="81300" y="9050"/>
                  </a:lnTo>
                  <a:lnTo>
                    <a:pt x="81660" y="9543"/>
                  </a:lnTo>
                  <a:lnTo>
                    <a:pt x="82347" y="10485"/>
                  </a:lnTo>
                  <a:lnTo>
                    <a:pt x="82917" y="11267"/>
                  </a:lnTo>
                  <a:lnTo>
                    <a:pt x="83889" y="12619"/>
                  </a:lnTo>
                  <a:lnTo>
                    <a:pt x="84264" y="13140"/>
                  </a:lnTo>
                  <a:lnTo>
                    <a:pt x="86130" y="15735"/>
                  </a:lnTo>
                  <a:lnTo>
                    <a:pt x="86867" y="16803"/>
                  </a:lnTo>
                  <a:lnTo>
                    <a:pt x="87874" y="18263"/>
                  </a:lnTo>
                  <a:lnTo>
                    <a:pt x="88379" y="19013"/>
                  </a:lnTo>
                  <a:lnTo>
                    <a:pt x="88480" y="19202"/>
                  </a:lnTo>
                  <a:lnTo>
                    <a:pt x="88625" y="19472"/>
                  </a:lnTo>
                  <a:lnTo>
                    <a:pt x="89530" y="21167"/>
                  </a:lnTo>
                  <a:lnTo>
                    <a:pt x="90988" y="23896"/>
                  </a:lnTo>
                  <a:lnTo>
                    <a:pt x="95898" y="32754"/>
                  </a:lnTo>
                  <a:lnTo>
                    <a:pt x="91548" y="35004"/>
                  </a:lnTo>
                  <a:lnTo>
                    <a:pt x="91338" y="35149"/>
                  </a:lnTo>
                  <a:lnTo>
                    <a:pt x="88450" y="37145"/>
                  </a:lnTo>
                  <a:lnTo>
                    <a:pt x="88767" y="37503"/>
                  </a:lnTo>
                  <a:lnTo>
                    <a:pt x="88943" y="37701"/>
                  </a:lnTo>
                  <a:lnTo>
                    <a:pt x="89411" y="38231"/>
                  </a:lnTo>
                  <a:lnTo>
                    <a:pt x="89860" y="38741"/>
                  </a:lnTo>
                  <a:lnTo>
                    <a:pt x="89994" y="38902"/>
                  </a:lnTo>
                  <a:lnTo>
                    <a:pt x="90657" y="39703"/>
                  </a:lnTo>
                  <a:lnTo>
                    <a:pt x="90085" y="40098"/>
                  </a:lnTo>
                  <a:lnTo>
                    <a:pt x="89460" y="40530"/>
                  </a:lnTo>
                  <a:lnTo>
                    <a:pt x="88893" y="40922"/>
                  </a:lnTo>
                  <a:lnTo>
                    <a:pt x="88068" y="41492"/>
                  </a:lnTo>
                  <a:lnTo>
                    <a:pt x="87519" y="41871"/>
                  </a:lnTo>
                  <a:lnTo>
                    <a:pt x="86316" y="42702"/>
                  </a:lnTo>
                  <a:lnTo>
                    <a:pt x="86744" y="43348"/>
                  </a:lnTo>
                  <a:lnTo>
                    <a:pt x="83277" y="45379"/>
                  </a:lnTo>
                  <a:lnTo>
                    <a:pt x="84454" y="46796"/>
                  </a:lnTo>
                  <a:lnTo>
                    <a:pt x="85627" y="47968"/>
                  </a:lnTo>
                  <a:lnTo>
                    <a:pt x="86321" y="47426"/>
                  </a:lnTo>
                  <a:lnTo>
                    <a:pt x="88123" y="46184"/>
                  </a:lnTo>
                  <a:lnTo>
                    <a:pt x="88739" y="45760"/>
                  </a:lnTo>
                  <a:lnTo>
                    <a:pt x="89541" y="45207"/>
                  </a:lnTo>
                  <a:lnTo>
                    <a:pt x="92812" y="42844"/>
                  </a:lnTo>
                  <a:lnTo>
                    <a:pt x="92325" y="42104"/>
                  </a:lnTo>
                  <a:lnTo>
                    <a:pt x="92343" y="41657"/>
                  </a:lnTo>
                  <a:lnTo>
                    <a:pt x="91849" y="40933"/>
                  </a:lnTo>
                  <a:lnTo>
                    <a:pt x="93456" y="39440"/>
                  </a:lnTo>
                  <a:lnTo>
                    <a:pt x="94478" y="41897"/>
                  </a:lnTo>
                  <a:lnTo>
                    <a:pt x="94756" y="42567"/>
                  </a:lnTo>
                  <a:lnTo>
                    <a:pt x="95418" y="44160"/>
                  </a:lnTo>
                  <a:lnTo>
                    <a:pt x="95887" y="45035"/>
                  </a:lnTo>
                  <a:lnTo>
                    <a:pt x="96078" y="45392"/>
                  </a:lnTo>
                  <a:lnTo>
                    <a:pt x="96293" y="45813"/>
                  </a:lnTo>
                  <a:lnTo>
                    <a:pt x="94748" y="46334"/>
                  </a:lnTo>
                  <a:lnTo>
                    <a:pt x="93370" y="47104"/>
                  </a:lnTo>
                  <a:lnTo>
                    <a:pt x="89378" y="49703"/>
                  </a:lnTo>
                  <a:lnTo>
                    <a:pt x="88205" y="50467"/>
                  </a:lnTo>
                  <a:lnTo>
                    <a:pt x="84388" y="53026"/>
                  </a:lnTo>
                  <a:lnTo>
                    <a:pt x="84044" y="53252"/>
                  </a:lnTo>
                  <a:lnTo>
                    <a:pt x="84418" y="53889"/>
                  </a:lnTo>
                  <a:lnTo>
                    <a:pt x="87363" y="57094"/>
                  </a:lnTo>
                  <a:lnTo>
                    <a:pt x="89113" y="62165"/>
                  </a:lnTo>
                  <a:lnTo>
                    <a:pt x="90078" y="63709"/>
                  </a:lnTo>
                  <a:lnTo>
                    <a:pt x="90839" y="64927"/>
                  </a:lnTo>
                  <a:lnTo>
                    <a:pt x="91237" y="65564"/>
                  </a:lnTo>
                  <a:lnTo>
                    <a:pt x="91879" y="66553"/>
                  </a:lnTo>
                  <a:lnTo>
                    <a:pt x="92095" y="66927"/>
                  </a:lnTo>
                  <a:lnTo>
                    <a:pt x="93080" y="68633"/>
                  </a:lnTo>
                  <a:lnTo>
                    <a:pt x="93809" y="70547"/>
                  </a:lnTo>
                  <a:lnTo>
                    <a:pt x="94135" y="71403"/>
                  </a:lnTo>
                  <a:lnTo>
                    <a:pt x="94853" y="73093"/>
                  </a:lnTo>
                  <a:lnTo>
                    <a:pt x="96893" y="81217"/>
                  </a:lnTo>
                  <a:lnTo>
                    <a:pt x="90631" y="83454"/>
                  </a:lnTo>
                  <a:lnTo>
                    <a:pt x="85264" y="79476"/>
                  </a:lnTo>
                  <a:lnTo>
                    <a:pt x="83261" y="83082"/>
                  </a:lnTo>
                  <a:lnTo>
                    <a:pt x="80791" y="82160"/>
                  </a:lnTo>
                  <a:lnTo>
                    <a:pt x="79956" y="81087"/>
                  </a:lnTo>
                  <a:lnTo>
                    <a:pt x="75245" y="79834"/>
                  </a:lnTo>
                  <a:lnTo>
                    <a:pt x="72561" y="78045"/>
                  </a:lnTo>
                  <a:lnTo>
                    <a:pt x="70623" y="79461"/>
                  </a:lnTo>
                  <a:lnTo>
                    <a:pt x="64755" y="76495"/>
                  </a:lnTo>
                  <a:lnTo>
                    <a:pt x="62953" y="73927"/>
                  </a:lnTo>
                  <a:lnTo>
                    <a:pt x="67372" y="66296"/>
                  </a:lnTo>
                  <a:lnTo>
                    <a:pt x="69997" y="58126"/>
                  </a:lnTo>
                  <a:lnTo>
                    <a:pt x="68625" y="56813"/>
                  </a:lnTo>
                  <a:lnTo>
                    <a:pt x="62381" y="62452"/>
                  </a:lnTo>
                  <a:lnTo>
                    <a:pt x="59171" y="58554"/>
                  </a:lnTo>
                  <a:lnTo>
                    <a:pt x="63495" y="53634"/>
                  </a:lnTo>
                  <a:lnTo>
                    <a:pt x="65731" y="47819"/>
                  </a:lnTo>
                  <a:lnTo>
                    <a:pt x="61875" y="39248"/>
                  </a:lnTo>
                  <a:lnTo>
                    <a:pt x="59676" y="39087"/>
                  </a:lnTo>
                  <a:lnTo>
                    <a:pt x="59189" y="40097"/>
                  </a:lnTo>
                  <a:lnTo>
                    <a:pt x="54989" y="38466"/>
                  </a:lnTo>
                  <a:lnTo>
                    <a:pt x="55372" y="37449"/>
                  </a:lnTo>
                  <a:lnTo>
                    <a:pt x="53466" y="36624"/>
                  </a:lnTo>
                  <a:lnTo>
                    <a:pt x="52486" y="36186"/>
                  </a:lnTo>
                  <a:lnTo>
                    <a:pt x="52663" y="34872"/>
                  </a:lnTo>
                  <a:lnTo>
                    <a:pt x="51004" y="34314"/>
                  </a:lnTo>
                  <a:lnTo>
                    <a:pt x="50746" y="34227"/>
                  </a:lnTo>
                  <a:lnTo>
                    <a:pt x="49520" y="33813"/>
                  </a:lnTo>
                  <a:lnTo>
                    <a:pt x="48872" y="33595"/>
                  </a:lnTo>
                  <a:lnTo>
                    <a:pt x="46479" y="3258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0" name="pg279"/>
            <p:cNvSpPr/>
            <p:nvPr/>
          </p:nvSpPr>
          <p:spPr>
            <a:xfrm>
              <a:off x="4125373" y="2840517"/>
              <a:ext cx="68709" cy="58197"/>
            </a:xfrm>
            <a:custGeom>
              <a:avLst/>
              <a:pathLst>
                <a:path w="68709" h="58197">
                  <a:moveTo>
                    <a:pt x="51860" y="5096"/>
                  </a:moveTo>
                  <a:lnTo>
                    <a:pt x="52862" y="8746"/>
                  </a:lnTo>
                  <a:lnTo>
                    <a:pt x="54338" y="7294"/>
                  </a:lnTo>
                  <a:lnTo>
                    <a:pt x="57416" y="4264"/>
                  </a:lnTo>
                  <a:lnTo>
                    <a:pt x="57724" y="4492"/>
                  </a:lnTo>
                  <a:lnTo>
                    <a:pt x="58109" y="4682"/>
                  </a:lnTo>
                  <a:lnTo>
                    <a:pt x="60246" y="5579"/>
                  </a:lnTo>
                  <a:lnTo>
                    <a:pt x="60894" y="5798"/>
                  </a:lnTo>
                  <a:lnTo>
                    <a:pt x="62120" y="6212"/>
                  </a:lnTo>
                  <a:lnTo>
                    <a:pt x="62427" y="6315"/>
                  </a:lnTo>
                  <a:lnTo>
                    <a:pt x="64131" y="6889"/>
                  </a:lnTo>
                  <a:lnTo>
                    <a:pt x="63860" y="8171"/>
                  </a:lnTo>
                  <a:lnTo>
                    <a:pt x="64840" y="8609"/>
                  </a:lnTo>
                  <a:lnTo>
                    <a:pt x="62673" y="13343"/>
                  </a:lnTo>
                  <a:lnTo>
                    <a:pt x="60765" y="16468"/>
                  </a:lnTo>
                  <a:lnTo>
                    <a:pt x="68709" y="22026"/>
                  </a:lnTo>
                  <a:lnTo>
                    <a:pt x="62972" y="31282"/>
                  </a:lnTo>
                  <a:lnTo>
                    <a:pt x="56173" y="35845"/>
                  </a:lnTo>
                  <a:lnTo>
                    <a:pt x="42486" y="25646"/>
                  </a:lnTo>
                  <a:lnTo>
                    <a:pt x="42128" y="18579"/>
                  </a:lnTo>
                  <a:lnTo>
                    <a:pt x="42038" y="18042"/>
                  </a:lnTo>
                  <a:lnTo>
                    <a:pt x="39176" y="19295"/>
                  </a:lnTo>
                  <a:lnTo>
                    <a:pt x="39414" y="22068"/>
                  </a:lnTo>
                  <a:lnTo>
                    <a:pt x="38699" y="24543"/>
                  </a:lnTo>
                  <a:lnTo>
                    <a:pt x="38132" y="28837"/>
                  </a:lnTo>
                  <a:lnTo>
                    <a:pt x="36223" y="31103"/>
                  </a:lnTo>
                  <a:lnTo>
                    <a:pt x="36581" y="36471"/>
                  </a:lnTo>
                  <a:lnTo>
                    <a:pt x="38162" y="40228"/>
                  </a:lnTo>
                  <a:lnTo>
                    <a:pt x="37118" y="44224"/>
                  </a:lnTo>
                  <a:lnTo>
                    <a:pt x="33927" y="48160"/>
                  </a:lnTo>
                  <a:lnTo>
                    <a:pt x="26711" y="53945"/>
                  </a:lnTo>
                  <a:lnTo>
                    <a:pt x="23180" y="55752"/>
                  </a:lnTo>
                  <a:lnTo>
                    <a:pt x="21630" y="58197"/>
                  </a:lnTo>
                  <a:lnTo>
                    <a:pt x="16680" y="53367"/>
                  </a:lnTo>
                  <a:lnTo>
                    <a:pt x="13817" y="50862"/>
                  </a:lnTo>
                  <a:lnTo>
                    <a:pt x="8629" y="52233"/>
                  </a:lnTo>
                  <a:lnTo>
                    <a:pt x="7734" y="47522"/>
                  </a:lnTo>
                  <a:lnTo>
                    <a:pt x="10835" y="45196"/>
                  </a:lnTo>
                  <a:lnTo>
                    <a:pt x="9881" y="42691"/>
                  </a:lnTo>
                  <a:lnTo>
                    <a:pt x="7495" y="44540"/>
                  </a:lnTo>
                  <a:lnTo>
                    <a:pt x="3559" y="40186"/>
                  </a:lnTo>
                  <a:lnTo>
                    <a:pt x="5766" y="38278"/>
                  </a:lnTo>
                  <a:lnTo>
                    <a:pt x="3501" y="35435"/>
                  </a:lnTo>
                  <a:lnTo>
                    <a:pt x="6375" y="33053"/>
                  </a:lnTo>
                  <a:lnTo>
                    <a:pt x="4513" y="29272"/>
                  </a:lnTo>
                  <a:lnTo>
                    <a:pt x="2724" y="22712"/>
                  </a:lnTo>
                  <a:lnTo>
                    <a:pt x="577" y="21519"/>
                  </a:lnTo>
                  <a:lnTo>
                    <a:pt x="0" y="18631"/>
                  </a:lnTo>
                  <a:lnTo>
                    <a:pt x="2083" y="17670"/>
                  </a:lnTo>
                  <a:lnTo>
                    <a:pt x="2309" y="16562"/>
                  </a:lnTo>
                  <a:lnTo>
                    <a:pt x="2513" y="15559"/>
                  </a:lnTo>
                  <a:lnTo>
                    <a:pt x="4087" y="15237"/>
                  </a:lnTo>
                  <a:lnTo>
                    <a:pt x="4428" y="14906"/>
                  </a:lnTo>
                  <a:lnTo>
                    <a:pt x="7666" y="11766"/>
                  </a:lnTo>
                  <a:lnTo>
                    <a:pt x="7630" y="10513"/>
                  </a:lnTo>
                  <a:lnTo>
                    <a:pt x="7535" y="9032"/>
                  </a:lnTo>
                  <a:lnTo>
                    <a:pt x="10384" y="8499"/>
                  </a:lnTo>
                  <a:lnTo>
                    <a:pt x="10931" y="7921"/>
                  </a:lnTo>
                  <a:lnTo>
                    <a:pt x="11373" y="7260"/>
                  </a:lnTo>
                  <a:lnTo>
                    <a:pt x="12549" y="7732"/>
                  </a:lnTo>
                  <a:lnTo>
                    <a:pt x="12697" y="7806"/>
                  </a:lnTo>
                  <a:lnTo>
                    <a:pt x="12910" y="7912"/>
                  </a:lnTo>
                  <a:lnTo>
                    <a:pt x="13552" y="8234"/>
                  </a:lnTo>
                  <a:lnTo>
                    <a:pt x="14071" y="8557"/>
                  </a:lnTo>
                  <a:lnTo>
                    <a:pt x="21992" y="15623"/>
                  </a:lnTo>
                  <a:lnTo>
                    <a:pt x="22615" y="16136"/>
                  </a:lnTo>
                  <a:lnTo>
                    <a:pt x="26066" y="18830"/>
                  </a:lnTo>
                  <a:lnTo>
                    <a:pt x="26611" y="19336"/>
                  </a:lnTo>
                  <a:lnTo>
                    <a:pt x="26984" y="19690"/>
                  </a:lnTo>
                  <a:lnTo>
                    <a:pt x="28550" y="18072"/>
                  </a:lnTo>
                  <a:lnTo>
                    <a:pt x="30094" y="16364"/>
                  </a:lnTo>
                  <a:lnTo>
                    <a:pt x="30302" y="16204"/>
                  </a:lnTo>
                  <a:lnTo>
                    <a:pt x="30590" y="15983"/>
                  </a:lnTo>
                  <a:lnTo>
                    <a:pt x="30746" y="15837"/>
                  </a:lnTo>
                  <a:lnTo>
                    <a:pt x="31773" y="14880"/>
                  </a:lnTo>
                  <a:lnTo>
                    <a:pt x="33687" y="12968"/>
                  </a:lnTo>
                  <a:lnTo>
                    <a:pt x="35120" y="11774"/>
                  </a:lnTo>
                  <a:lnTo>
                    <a:pt x="35937" y="10916"/>
                  </a:lnTo>
                  <a:lnTo>
                    <a:pt x="36575" y="10056"/>
                  </a:lnTo>
                  <a:lnTo>
                    <a:pt x="37222" y="10450"/>
                  </a:lnTo>
                  <a:lnTo>
                    <a:pt x="37487" y="10622"/>
                  </a:lnTo>
                  <a:lnTo>
                    <a:pt x="38802" y="11403"/>
                  </a:lnTo>
                  <a:lnTo>
                    <a:pt x="39702" y="12005"/>
                  </a:lnTo>
                  <a:lnTo>
                    <a:pt x="40667" y="10627"/>
                  </a:lnTo>
                  <a:lnTo>
                    <a:pt x="41164" y="9918"/>
                  </a:lnTo>
                  <a:lnTo>
                    <a:pt x="41849" y="10395"/>
                  </a:lnTo>
                  <a:lnTo>
                    <a:pt x="42356" y="9888"/>
                  </a:lnTo>
                  <a:lnTo>
                    <a:pt x="44128" y="11007"/>
                  </a:lnTo>
                  <a:lnTo>
                    <a:pt x="46996" y="7890"/>
                  </a:lnTo>
                  <a:lnTo>
                    <a:pt x="46937" y="7274"/>
                  </a:lnTo>
                  <a:lnTo>
                    <a:pt x="46924" y="7133"/>
                  </a:lnTo>
                  <a:lnTo>
                    <a:pt x="44447" y="4799"/>
                  </a:lnTo>
                  <a:lnTo>
                    <a:pt x="45454" y="3384"/>
                  </a:lnTo>
                  <a:lnTo>
                    <a:pt x="45991" y="2108"/>
                  </a:lnTo>
                  <a:lnTo>
                    <a:pt x="46067" y="1940"/>
                  </a:lnTo>
                  <a:lnTo>
                    <a:pt x="46312" y="1399"/>
                  </a:lnTo>
                  <a:lnTo>
                    <a:pt x="46946" y="0"/>
                  </a:lnTo>
                  <a:lnTo>
                    <a:pt x="51195" y="165"/>
                  </a:lnTo>
                  <a:lnTo>
                    <a:pt x="51871" y="310"/>
                  </a:lnTo>
                  <a:lnTo>
                    <a:pt x="52047" y="382"/>
                  </a:lnTo>
                  <a:lnTo>
                    <a:pt x="51917" y="1979"/>
                  </a:lnTo>
                  <a:lnTo>
                    <a:pt x="51813" y="3189"/>
                  </a:lnTo>
                  <a:lnTo>
                    <a:pt x="51804" y="3547"/>
                  </a:lnTo>
                  <a:lnTo>
                    <a:pt x="51793" y="4034"/>
                  </a:lnTo>
                  <a:lnTo>
                    <a:pt x="51789" y="4190"/>
                  </a:lnTo>
                  <a:lnTo>
                    <a:pt x="51817" y="454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1" name="pg280"/>
            <p:cNvSpPr/>
            <p:nvPr/>
          </p:nvSpPr>
          <p:spPr>
            <a:xfrm>
              <a:off x="3962892" y="2746975"/>
              <a:ext cx="190489" cy="203282"/>
            </a:xfrm>
            <a:custGeom>
              <a:avLst/>
              <a:pathLst>
                <a:path w="190489" h="203282">
                  <a:moveTo>
                    <a:pt x="176032" y="65166"/>
                  </a:moveTo>
                  <a:lnTo>
                    <a:pt x="177136" y="65203"/>
                  </a:lnTo>
                  <a:lnTo>
                    <a:pt x="177312" y="65194"/>
                  </a:lnTo>
                  <a:lnTo>
                    <a:pt x="178258" y="65146"/>
                  </a:lnTo>
                  <a:lnTo>
                    <a:pt x="178443" y="65137"/>
                  </a:lnTo>
                  <a:lnTo>
                    <a:pt x="178804" y="65118"/>
                  </a:lnTo>
                  <a:lnTo>
                    <a:pt x="179251" y="65136"/>
                  </a:lnTo>
                  <a:lnTo>
                    <a:pt x="182543" y="65270"/>
                  </a:lnTo>
                  <a:lnTo>
                    <a:pt x="184156" y="65357"/>
                  </a:lnTo>
                  <a:lnTo>
                    <a:pt x="184440" y="65372"/>
                  </a:lnTo>
                  <a:lnTo>
                    <a:pt x="188395" y="65443"/>
                  </a:lnTo>
                  <a:lnTo>
                    <a:pt x="188946" y="65464"/>
                  </a:lnTo>
                  <a:lnTo>
                    <a:pt x="189288" y="65477"/>
                  </a:lnTo>
                  <a:lnTo>
                    <a:pt x="190234" y="65513"/>
                  </a:lnTo>
                  <a:lnTo>
                    <a:pt x="190489" y="65523"/>
                  </a:lnTo>
                  <a:lnTo>
                    <a:pt x="190408" y="70769"/>
                  </a:lnTo>
                  <a:lnTo>
                    <a:pt x="190394" y="70912"/>
                  </a:lnTo>
                  <a:lnTo>
                    <a:pt x="190321" y="71627"/>
                  </a:lnTo>
                  <a:lnTo>
                    <a:pt x="190261" y="72207"/>
                  </a:lnTo>
                  <a:lnTo>
                    <a:pt x="190210" y="72712"/>
                  </a:lnTo>
                  <a:lnTo>
                    <a:pt x="190156" y="73097"/>
                  </a:lnTo>
                  <a:lnTo>
                    <a:pt x="190021" y="74065"/>
                  </a:lnTo>
                  <a:lnTo>
                    <a:pt x="189921" y="74783"/>
                  </a:lnTo>
                  <a:lnTo>
                    <a:pt x="189816" y="75533"/>
                  </a:lnTo>
                  <a:lnTo>
                    <a:pt x="189728" y="75768"/>
                  </a:lnTo>
                  <a:lnTo>
                    <a:pt x="189219" y="76436"/>
                  </a:lnTo>
                  <a:lnTo>
                    <a:pt x="189026" y="76689"/>
                  </a:lnTo>
                  <a:lnTo>
                    <a:pt x="188892" y="77094"/>
                  </a:lnTo>
                  <a:lnTo>
                    <a:pt x="188699" y="77675"/>
                  </a:lnTo>
                  <a:lnTo>
                    <a:pt x="188557" y="78168"/>
                  </a:lnTo>
                  <a:lnTo>
                    <a:pt x="188512" y="78322"/>
                  </a:lnTo>
                  <a:lnTo>
                    <a:pt x="188238" y="79269"/>
                  </a:lnTo>
                  <a:lnTo>
                    <a:pt x="187288" y="82555"/>
                  </a:lnTo>
                  <a:lnTo>
                    <a:pt x="185900" y="80991"/>
                  </a:lnTo>
                  <a:lnTo>
                    <a:pt x="185221" y="80225"/>
                  </a:lnTo>
                  <a:lnTo>
                    <a:pt x="184080" y="79153"/>
                  </a:lnTo>
                  <a:lnTo>
                    <a:pt x="181509" y="77629"/>
                  </a:lnTo>
                  <a:lnTo>
                    <a:pt x="179874" y="80444"/>
                  </a:lnTo>
                  <a:lnTo>
                    <a:pt x="179616" y="80842"/>
                  </a:lnTo>
                  <a:lnTo>
                    <a:pt x="179397" y="81179"/>
                  </a:lnTo>
                  <a:lnTo>
                    <a:pt x="178518" y="82532"/>
                  </a:lnTo>
                  <a:lnTo>
                    <a:pt x="178400" y="82715"/>
                  </a:lnTo>
                  <a:lnTo>
                    <a:pt x="178085" y="83205"/>
                  </a:lnTo>
                  <a:lnTo>
                    <a:pt x="178332" y="83714"/>
                  </a:lnTo>
                  <a:lnTo>
                    <a:pt x="178545" y="84155"/>
                  </a:lnTo>
                  <a:lnTo>
                    <a:pt x="179268" y="84885"/>
                  </a:lnTo>
                  <a:lnTo>
                    <a:pt x="180257" y="85951"/>
                  </a:lnTo>
                  <a:lnTo>
                    <a:pt x="180722" y="86652"/>
                  </a:lnTo>
                  <a:lnTo>
                    <a:pt x="180804" y="87263"/>
                  </a:lnTo>
                  <a:lnTo>
                    <a:pt x="180868" y="87919"/>
                  </a:lnTo>
                  <a:lnTo>
                    <a:pt x="180884" y="88088"/>
                  </a:lnTo>
                  <a:lnTo>
                    <a:pt x="180964" y="88907"/>
                  </a:lnTo>
                  <a:lnTo>
                    <a:pt x="180901" y="89500"/>
                  </a:lnTo>
                  <a:lnTo>
                    <a:pt x="180078" y="90591"/>
                  </a:lnTo>
                  <a:lnTo>
                    <a:pt x="178982" y="92502"/>
                  </a:lnTo>
                  <a:lnTo>
                    <a:pt x="178025" y="94170"/>
                  </a:lnTo>
                  <a:lnTo>
                    <a:pt x="177584" y="95399"/>
                  </a:lnTo>
                  <a:lnTo>
                    <a:pt x="177036" y="96118"/>
                  </a:lnTo>
                  <a:lnTo>
                    <a:pt x="176913" y="96279"/>
                  </a:lnTo>
                  <a:lnTo>
                    <a:pt x="176270" y="97206"/>
                  </a:lnTo>
                  <a:lnTo>
                    <a:pt x="176168" y="97352"/>
                  </a:lnTo>
                  <a:lnTo>
                    <a:pt x="174738" y="99380"/>
                  </a:lnTo>
                  <a:lnTo>
                    <a:pt x="174170" y="100185"/>
                  </a:lnTo>
                  <a:lnTo>
                    <a:pt x="173780" y="100914"/>
                  </a:lnTo>
                  <a:lnTo>
                    <a:pt x="173412" y="101464"/>
                  </a:lnTo>
                  <a:lnTo>
                    <a:pt x="172865" y="102041"/>
                  </a:lnTo>
                  <a:lnTo>
                    <a:pt x="170005" y="102576"/>
                  </a:lnTo>
                  <a:lnTo>
                    <a:pt x="167642" y="103018"/>
                  </a:lnTo>
                  <a:lnTo>
                    <a:pt x="167606" y="99618"/>
                  </a:lnTo>
                  <a:lnTo>
                    <a:pt x="165208" y="100227"/>
                  </a:lnTo>
                  <a:lnTo>
                    <a:pt x="162024" y="103519"/>
                  </a:lnTo>
                  <a:lnTo>
                    <a:pt x="158399" y="107234"/>
                  </a:lnTo>
                  <a:lnTo>
                    <a:pt x="154197" y="102969"/>
                  </a:lnTo>
                  <a:lnTo>
                    <a:pt x="153390" y="103547"/>
                  </a:lnTo>
                  <a:lnTo>
                    <a:pt x="153093" y="103760"/>
                  </a:lnTo>
                  <a:lnTo>
                    <a:pt x="151923" y="104597"/>
                  </a:lnTo>
                  <a:lnTo>
                    <a:pt x="149020" y="100249"/>
                  </a:lnTo>
                  <a:lnTo>
                    <a:pt x="148521" y="99501"/>
                  </a:lnTo>
                  <a:lnTo>
                    <a:pt x="146368" y="96275"/>
                  </a:lnTo>
                  <a:lnTo>
                    <a:pt x="145120" y="94405"/>
                  </a:lnTo>
                  <a:lnTo>
                    <a:pt x="144526" y="94227"/>
                  </a:lnTo>
                  <a:lnTo>
                    <a:pt x="142273" y="93552"/>
                  </a:lnTo>
                  <a:lnTo>
                    <a:pt x="138442" y="92405"/>
                  </a:lnTo>
                  <a:lnTo>
                    <a:pt x="137982" y="92224"/>
                  </a:lnTo>
                  <a:lnTo>
                    <a:pt x="136090" y="91482"/>
                  </a:lnTo>
                  <a:lnTo>
                    <a:pt x="135918" y="91471"/>
                  </a:lnTo>
                  <a:lnTo>
                    <a:pt x="132512" y="91244"/>
                  </a:lnTo>
                  <a:lnTo>
                    <a:pt x="130961" y="98758"/>
                  </a:lnTo>
                  <a:lnTo>
                    <a:pt x="138595" y="108897"/>
                  </a:lnTo>
                  <a:lnTo>
                    <a:pt x="150957" y="111225"/>
                  </a:lnTo>
                  <a:lnTo>
                    <a:pt x="153492" y="119873"/>
                  </a:lnTo>
                  <a:lnTo>
                    <a:pt x="132320" y="122855"/>
                  </a:lnTo>
                  <a:lnTo>
                    <a:pt x="133022" y="111060"/>
                  </a:lnTo>
                  <a:lnTo>
                    <a:pt x="131260" y="106774"/>
                  </a:lnTo>
                  <a:lnTo>
                    <a:pt x="129911" y="105186"/>
                  </a:lnTo>
                  <a:lnTo>
                    <a:pt x="123506" y="97888"/>
                  </a:lnTo>
                  <a:lnTo>
                    <a:pt x="124226" y="106986"/>
                  </a:lnTo>
                  <a:lnTo>
                    <a:pt x="117598" y="114222"/>
                  </a:lnTo>
                  <a:lnTo>
                    <a:pt x="119391" y="126848"/>
                  </a:lnTo>
                  <a:lnTo>
                    <a:pt x="126262" y="128566"/>
                  </a:lnTo>
                  <a:lnTo>
                    <a:pt x="126262" y="132287"/>
                  </a:lnTo>
                  <a:lnTo>
                    <a:pt x="130842" y="134578"/>
                  </a:lnTo>
                  <a:lnTo>
                    <a:pt x="131987" y="143881"/>
                  </a:lnTo>
                  <a:lnTo>
                    <a:pt x="134420" y="150179"/>
                  </a:lnTo>
                  <a:lnTo>
                    <a:pt x="135995" y="155046"/>
                  </a:lnTo>
                  <a:lnTo>
                    <a:pt x="134079" y="158421"/>
                  </a:lnTo>
                  <a:lnTo>
                    <a:pt x="139001" y="166783"/>
                  </a:lnTo>
                  <a:lnTo>
                    <a:pt x="143867" y="168500"/>
                  </a:lnTo>
                  <a:lnTo>
                    <a:pt x="149736" y="169502"/>
                  </a:lnTo>
                  <a:lnTo>
                    <a:pt x="152312" y="172794"/>
                  </a:lnTo>
                  <a:lnTo>
                    <a:pt x="153887" y="177661"/>
                  </a:lnTo>
                  <a:lnTo>
                    <a:pt x="152598" y="182241"/>
                  </a:lnTo>
                  <a:lnTo>
                    <a:pt x="157751" y="186249"/>
                  </a:lnTo>
                  <a:lnTo>
                    <a:pt x="157751" y="188682"/>
                  </a:lnTo>
                  <a:lnTo>
                    <a:pt x="164765" y="192547"/>
                  </a:lnTo>
                  <a:lnTo>
                    <a:pt x="162045" y="198415"/>
                  </a:lnTo>
                  <a:lnTo>
                    <a:pt x="148448" y="191115"/>
                  </a:lnTo>
                  <a:lnTo>
                    <a:pt x="141291" y="203282"/>
                  </a:lnTo>
                  <a:lnTo>
                    <a:pt x="132560" y="198845"/>
                  </a:lnTo>
                  <a:lnTo>
                    <a:pt x="134277" y="194121"/>
                  </a:lnTo>
                  <a:lnTo>
                    <a:pt x="136138" y="189970"/>
                  </a:lnTo>
                  <a:lnTo>
                    <a:pt x="138571" y="185676"/>
                  </a:lnTo>
                  <a:lnTo>
                    <a:pt x="140146" y="182671"/>
                  </a:lnTo>
                  <a:lnTo>
                    <a:pt x="138571" y="180953"/>
                  </a:lnTo>
                  <a:lnTo>
                    <a:pt x="134707" y="180953"/>
                  </a:lnTo>
                  <a:lnTo>
                    <a:pt x="130985" y="180810"/>
                  </a:lnTo>
                  <a:lnTo>
                    <a:pt x="125689" y="179235"/>
                  </a:lnTo>
                  <a:lnTo>
                    <a:pt x="121109" y="176516"/>
                  </a:lnTo>
                  <a:lnTo>
                    <a:pt x="116386" y="173510"/>
                  </a:lnTo>
                  <a:lnTo>
                    <a:pt x="111948" y="169216"/>
                  </a:lnTo>
                  <a:lnTo>
                    <a:pt x="108799" y="161773"/>
                  </a:lnTo>
                  <a:lnTo>
                    <a:pt x="107225" y="157908"/>
                  </a:lnTo>
                  <a:lnTo>
                    <a:pt x="105221" y="154616"/>
                  </a:lnTo>
                  <a:lnTo>
                    <a:pt x="104792" y="150179"/>
                  </a:lnTo>
                  <a:lnTo>
                    <a:pt x="103647" y="147317"/>
                  </a:lnTo>
                  <a:lnTo>
                    <a:pt x="101500" y="143595"/>
                  </a:lnTo>
                  <a:lnTo>
                    <a:pt x="102215" y="139301"/>
                  </a:lnTo>
                  <a:lnTo>
                    <a:pt x="102358" y="135150"/>
                  </a:lnTo>
                  <a:lnTo>
                    <a:pt x="99925" y="129139"/>
                  </a:lnTo>
                  <a:lnTo>
                    <a:pt x="103579" y="114578"/>
                  </a:lnTo>
                  <a:lnTo>
                    <a:pt x="95080" y="106974"/>
                  </a:lnTo>
                  <a:lnTo>
                    <a:pt x="87507" y="107754"/>
                  </a:lnTo>
                  <a:lnTo>
                    <a:pt x="84227" y="109901"/>
                  </a:lnTo>
                  <a:lnTo>
                    <a:pt x="86493" y="118489"/>
                  </a:lnTo>
                  <a:lnTo>
                    <a:pt x="85300" y="121590"/>
                  </a:lnTo>
                  <a:lnTo>
                    <a:pt x="85634" y="125465"/>
                  </a:lnTo>
                  <a:lnTo>
                    <a:pt x="87233" y="124843"/>
                  </a:lnTo>
                  <a:lnTo>
                    <a:pt x="89872" y="128511"/>
                  </a:lnTo>
                  <a:lnTo>
                    <a:pt x="82492" y="132671"/>
                  </a:lnTo>
                  <a:lnTo>
                    <a:pt x="82209" y="131829"/>
                  </a:lnTo>
                  <a:lnTo>
                    <a:pt x="78800" y="122842"/>
                  </a:lnTo>
                  <a:lnTo>
                    <a:pt x="79719" y="120888"/>
                  </a:lnTo>
                  <a:lnTo>
                    <a:pt x="77500" y="120788"/>
                  </a:lnTo>
                  <a:lnTo>
                    <a:pt x="76318" y="119305"/>
                  </a:lnTo>
                  <a:lnTo>
                    <a:pt x="75945" y="118836"/>
                  </a:lnTo>
                  <a:lnTo>
                    <a:pt x="75288" y="117229"/>
                  </a:lnTo>
                  <a:lnTo>
                    <a:pt x="74943" y="116384"/>
                  </a:lnTo>
                  <a:lnTo>
                    <a:pt x="73688" y="112197"/>
                  </a:lnTo>
                  <a:lnTo>
                    <a:pt x="73364" y="112042"/>
                  </a:lnTo>
                  <a:lnTo>
                    <a:pt x="71580" y="111153"/>
                  </a:lnTo>
                  <a:lnTo>
                    <a:pt x="71059" y="110371"/>
                  </a:lnTo>
                  <a:lnTo>
                    <a:pt x="70019" y="109695"/>
                  </a:lnTo>
                  <a:lnTo>
                    <a:pt x="63274" y="102985"/>
                  </a:lnTo>
                  <a:lnTo>
                    <a:pt x="60996" y="101624"/>
                  </a:lnTo>
                  <a:lnTo>
                    <a:pt x="58778" y="100199"/>
                  </a:lnTo>
                  <a:lnTo>
                    <a:pt x="58643" y="100291"/>
                  </a:lnTo>
                  <a:lnTo>
                    <a:pt x="55615" y="98247"/>
                  </a:lnTo>
                  <a:lnTo>
                    <a:pt x="55065" y="97876"/>
                  </a:lnTo>
                  <a:lnTo>
                    <a:pt x="54302" y="97351"/>
                  </a:lnTo>
                  <a:lnTo>
                    <a:pt x="53840" y="97019"/>
                  </a:lnTo>
                  <a:lnTo>
                    <a:pt x="53970" y="96796"/>
                  </a:lnTo>
                  <a:lnTo>
                    <a:pt x="54049" y="96555"/>
                  </a:lnTo>
                  <a:lnTo>
                    <a:pt x="54350" y="95639"/>
                  </a:lnTo>
                  <a:lnTo>
                    <a:pt x="54452" y="95328"/>
                  </a:lnTo>
                  <a:lnTo>
                    <a:pt x="54810" y="94785"/>
                  </a:lnTo>
                  <a:lnTo>
                    <a:pt x="56969" y="91902"/>
                  </a:lnTo>
                  <a:lnTo>
                    <a:pt x="55753" y="91084"/>
                  </a:lnTo>
                  <a:lnTo>
                    <a:pt x="45163" y="83958"/>
                  </a:lnTo>
                  <a:lnTo>
                    <a:pt x="38017" y="79149"/>
                  </a:lnTo>
                  <a:lnTo>
                    <a:pt x="28352" y="72646"/>
                  </a:lnTo>
                  <a:lnTo>
                    <a:pt x="27975" y="72392"/>
                  </a:lnTo>
                  <a:lnTo>
                    <a:pt x="27107" y="71808"/>
                  </a:lnTo>
                  <a:lnTo>
                    <a:pt x="21022" y="67713"/>
                  </a:lnTo>
                  <a:lnTo>
                    <a:pt x="17706" y="65481"/>
                  </a:lnTo>
                  <a:lnTo>
                    <a:pt x="13954" y="62957"/>
                  </a:lnTo>
                  <a:lnTo>
                    <a:pt x="12719" y="62126"/>
                  </a:lnTo>
                  <a:lnTo>
                    <a:pt x="9367" y="59870"/>
                  </a:lnTo>
                  <a:lnTo>
                    <a:pt x="1299" y="54441"/>
                  </a:lnTo>
                  <a:lnTo>
                    <a:pt x="0" y="53490"/>
                  </a:lnTo>
                  <a:lnTo>
                    <a:pt x="456" y="52836"/>
                  </a:lnTo>
                  <a:lnTo>
                    <a:pt x="560" y="52687"/>
                  </a:lnTo>
                  <a:lnTo>
                    <a:pt x="942" y="52140"/>
                  </a:lnTo>
                  <a:lnTo>
                    <a:pt x="1070" y="51956"/>
                  </a:lnTo>
                  <a:lnTo>
                    <a:pt x="1297" y="51631"/>
                  </a:lnTo>
                  <a:lnTo>
                    <a:pt x="2076" y="50515"/>
                  </a:lnTo>
                  <a:lnTo>
                    <a:pt x="3077" y="49081"/>
                  </a:lnTo>
                  <a:lnTo>
                    <a:pt x="3402" y="48616"/>
                  </a:lnTo>
                  <a:lnTo>
                    <a:pt x="4995" y="46333"/>
                  </a:lnTo>
                  <a:lnTo>
                    <a:pt x="5935" y="44986"/>
                  </a:lnTo>
                  <a:lnTo>
                    <a:pt x="6419" y="44293"/>
                  </a:lnTo>
                  <a:lnTo>
                    <a:pt x="8160" y="41798"/>
                  </a:lnTo>
                  <a:lnTo>
                    <a:pt x="9450" y="39951"/>
                  </a:lnTo>
                  <a:lnTo>
                    <a:pt x="9696" y="39598"/>
                  </a:lnTo>
                  <a:lnTo>
                    <a:pt x="9905" y="39324"/>
                  </a:lnTo>
                  <a:lnTo>
                    <a:pt x="11399" y="37364"/>
                  </a:lnTo>
                  <a:lnTo>
                    <a:pt x="11963" y="36626"/>
                  </a:lnTo>
                  <a:lnTo>
                    <a:pt x="12294" y="36152"/>
                  </a:lnTo>
                  <a:lnTo>
                    <a:pt x="13665" y="34192"/>
                  </a:lnTo>
                  <a:lnTo>
                    <a:pt x="14100" y="33570"/>
                  </a:lnTo>
                  <a:lnTo>
                    <a:pt x="14731" y="32668"/>
                  </a:lnTo>
                  <a:lnTo>
                    <a:pt x="15808" y="31078"/>
                  </a:lnTo>
                  <a:lnTo>
                    <a:pt x="16197" y="30503"/>
                  </a:lnTo>
                  <a:lnTo>
                    <a:pt x="16749" y="29688"/>
                  </a:lnTo>
                  <a:lnTo>
                    <a:pt x="17738" y="28229"/>
                  </a:lnTo>
                  <a:lnTo>
                    <a:pt x="18793" y="26672"/>
                  </a:lnTo>
                  <a:lnTo>
                    <a:pt x="19208" y="26059"/>
                  </a:lnTo>
                  <a:lnTo>
                    <a:pt x="19575" y="25591"/>
                  </a:lnTo>
                  <a:lnTo>
                    <a:pt x="21232" y="23477"/>
                  </a:lnTo>
                  <a:lnTo>
                    <a:pt x="22431" y="21839"/>
                  </a:lnTo>
                  <a:lnTo>
                    <a:pt x="22864" y="21249"/>
                  </a:lnTo>
                  <a:lnTo>
                    <a:pt x="23187" y="20807"/>
                  </a:lnTo>
                  <a:lnTo>
                    <a:pt x="23363" y="20567"/>
                  </a:lnTo>
                  <a:lnTo>
                    <a:pt x="24053" y="19716"/>
                  </a:lnTo>
                  <a:lnTo>
                    <a:pt x="24625" y="19012"/>
                  </a:lnTo>
                  <a:lnTo>
                    <a:pt x="25606" y="17803"/>
                  </a:lnTo>
                  <a:lnTo>
                    <a:pt x="29232" y="13124"/>
                  </a:lnTo>
                  <a:lnTo>
                    <a:pt x="29885" y="12423"/>
                  </a:lnTo>
                  <a:lnTo>
                    <a:pt x="30306" y="11971"/>
                  </a:lnTo>
                  <a:lnTo>
                    <a:pt x="30440" y="11839"/>
                  </a:lnTo>
                  <a:lnTo>
                    <a:pt x="30613" y="11670"/>
                  </a:lnTo>
                  <a:lnTo>
                    <a:pt x="31662" y="10639"/>
                  </a:lnTo>
                  <a:lnTo>
                    <a:pt x="32599" y="9720"/>
                  </a:lnTo>
                  <a:lnTo>
                    <a:pt x="32803" y="9519"/>
                  </a:lnTo>
                  <a:lnTo>
                    <a:pt x="38176" y="4443"/>
                  </a:lnTo>
                  <a:lnTo>
                    <a:pt x="39366" y="3726"/>
                  </a:lnTo>
                  <a:lnTo>
                    <a:pt x="40403" y="3101"/>
                  </a:lnTo>
                  <a:lnTo>
                    <a:pt x="41018" y="2741"/>
                  </a:lnTo>
                  <a:lnTo>
                    <a:pt x="41540" y="2502"/>
                  </a:lnTo>
                  <a:lnTo>
                    <a:pt x="43159" y="1760"/>
                  </a:lnTo>
                  <a:lnTo>
                    <a:pt x="43403" y="1648"/>
                  </a:lnTo>
                  <a:lnTo>
                    <a:pt x="47002" y="0"/>
                  </a:lnTo>
                  <a:lnTo>
                    <a:pt x="47551" y="1405"/>
                  </a:lnTo>
                  <a:lnTo>
                    <a:pt x="47850" y="2172"/>
                  </a:lnTo>
                  <a:lnTo>
                    <a:pt x="48331" y="3402"/>
                  </a:lnTo>
                  <a:lnTo>
                    <a:pt x="48397" y="3573"/>
                  </a:lnTo>
                  <a:lnTo>
                    <a:pt x="48651" y="4224"/>
                  </a:lnTo>
                  <a:lnTo>
                    <a:pt x="49026" y="4823"/>
                  </a:lnTo>
                  <a:lnTo>
                    <a:pt x="49160" y="5139"/>
                  </a:lnTo>
                  <a:lnTo>
                    <a:pt x="52625" y="13297"/>
                  </a:lnTo>
                  <a:lnTo>
                    <a:pt x="52795" y="13696"/>
                  </a:lnTo>
                  <a:lnTo>
                    <a:pt x="55378" y="19776"/>
                  </a:lnTo>
                  <a:lnTo>
                    <a:pt x="56198" y="21616"/>
                  </a:lnTo>
                  <a:lnTo>
                    <a:pt x="56587" y="22490"/>
                  </a:lnTo>
                  <a:lnTo>
                    <a:pt x="56898" y="23109"/>
                  </a:lnTo>
                  <a:lnTo>
                    <a:pt x="58293" y="25891"/>
                  </a:lnTo>
                  <a:lnTo>
                    <a:pt x="58783" y="26652"/>
                  </a:lnTo>
                  <a:lnTo>
                    <a:pt x="59422" y="27644"/>
                  </a:lnTo>
                  <a:lnTo>
                    <a:pt x="59574" y="27880"/>
                  </a:lnTo>
                  <a:lnTo>
                    <a:pt x="59664" y="28019"/>
                  </a:lnTo>
                  <a:lnTo>
                    <a:pt x="60400" y="28827"/>
                  </a:lnTo>
                  <a:lnTo>
                    <a:pt x="61811" y="30376"/>
                  </a:lnTo>
                  <a:lnTo>
                    <a:pt x="62241" y="30848"/>
                  </a:lnTo>
                  <a:lnTo>
                    <a:pt x="62777" y="31255"/>
                  </a:lnTo>
                  <a:lnTo>
                    <a:pt x="63853" y="32071"/>
                  </a:lnTo>
                  <a:lnTo>
                    <a:pt x="65547" y="33356"/>
                  </a:lnTo>
                  <a:lnTo>
                    <a:pt x="66359" y="33864"/>
                  </a:lnTo>
                  <a:lnTo>
                    <a:pt x="67580" y="34629"/>
                  </a:lnTo>
                  <a:lnTo>
                    <a:pt x="70911" y="35977"/>
                  </a:lnTo>
                  <a:lnTo>
                    <a:pt x="72037" y="36273"/>
                  </a:lnTo>
                  <a:lnTo>
                    <a:pt x="72832" y="36481"/>
                  </a:lnTo>
                  <a:lnTo>
                    <a:pt x="74448" y="36905"/>
                  </a:lnTo>
                  <a:lnTo>
                    <a:pt x="75281" y="36986"/>
                  </a:lnTo>
                  <a:lnTo>
                    <a:pt x="75977" y="37054"/>
                  </a:lnTo>
                  <a:lnTo>
                    <a:pt x="76269" y="37082"/>
                  </a:lnTo>
                  <a:lnTo>
                    <a:pt x="76505" y="37105"/>
                  </a:lnTo>
                  <a:lnTo>
                    <a:pt x="76743" y="37128"/>
                  </a:lnTo>
                  <a:lnTo>
                    <a:pt x="77273" y="37157"/>
                  </a:lnTo>
                  <a:lnTo>
                    <a:pt x="77496" y="37170"/>
                  </a:lnTo>
                  <a:lnTo>
                    <a:pt x="77974" y="37196"/>
                  </a:lnTo>
                  <a:lnTo>
                    <a:pt x="78218" y="37209"/>
                  </a:lnTo>
                  <a:lnTo>
                    <a:pt x="78837" y="37243"/>
                  </a:lnTo>
                  <a:lnTo>
                    <a:pt x="79801" y="37296"/>
                  </a:lnTo>
                  <a:lnTo>
                    <a:pt x="81140" y="37396"/>
                  </a:lnTo>
                  <a:lnTo>
                    <a:pt x="81274" y="37406"/>
                  </a:lnTo>
                  <a:lnTo>
                    <a:pt x="81902" y="37453"/>
                  </a:lnTo>
                  <a:lnTo>
                    <a:pt x="83993" y="37609"/>
                  </a:lnTo>
                  <a:lnTo>
                    <a:pt x="85396" y="37714"/>
                  </a:lnTo>
                  <a:lnTo>
                    <a:pt x="85894" y="37759"/>
                  </a:lnTo>
                  <a:lnTo>
                    <a:pt x="86098" y="37777"/>
                  </a:lnTo>
                  <a:lnTo>
                    <a:pt x="87810" y="37932"/>
                  </a:lnTo>
                  <a:lnTo>
                    <a:pt x="88289" y="37975"/>
                  </a:lnTo>
                  <a:lnTo>
                    <a:pt x="88422" y="37987"/>
                  </a:lnTo>
                  <a:lnTo>
                    <a:pt x="89291" y="38065"/>
                  </a:lnTo>
                  <a:lnTo>
                    <a:pt x="90579" y="38182"/>
                  </a:lnTo>
                  <a:lnTo>
                    <a:pt x="91736" y="38286"/>
                  </a:lnTo>
                  <a:lnTo>
                    <a:pt x="92674" y="38371"/>
                  </a:lnTo>
                  <a:lnTo>
                    <a:pt x="93559" y="38451"/>
                  </a:lnTo>
                  <a:lnTo>
                    <a:pt x="93805" y="38473"/>
                  </a:lnTo>
                  <a:lnTo>
                    <a:pt x="94411" y="38528"/>
                  </a:lnTo>
                  <a:lnTo>
                    <a:pt x="94748" y="38558"/>
                  </a:lnTo>
                  <a:lnTo>
                    <a:pt x="95377" y="38615"/>
                  </a:lnTo>
                  <a:lnTo>
                    <a:pt x="95929" y="38665"/>
                  </a:lnTo>
                  <a:lnTo>
                    <a:pt x="96403" y="38693"/>
                  </a:lnTo>
                  <a:lnTo>
                    <a:pt x="96765" y="38714"/>
                  </a:lnTo>
                  <a:lnTo>
                    <a:pt x="96969" y="38726"/>
                  </a:lnTo>
                  <a:lnTo>
                    <a:pt x="97102" y="38734"/>
                  </a:lnTo>
                  <a:lnTo>
                    <a:pt x="98312" y="38860"/>
                  </a:lnTo>
                  <a:lnTo>
                    <a:pt x="98921" y="38923"/>
                  </a:lnTo>
                  <a:lnTo>
                    <a:pt x="99424" y="38979"/>
                  </a:lnTo>
                  <a:lnTo>
                    <a:pt x="99979" y="39058"/>
                  </a:lnTo>
                  <a:lnTo>
                    <a:pt x="100486" y="39130"/>
                  </a:lnTo>
                  <a:lnTo>
                    <a:pt x="101105" y="39178"/>
                  </a:lnTo>
                  <a:lnTo>
                    <a:pt x="101707" y="39224"/>
                  </a:lnTo>
                  <a:lnTo>
                    <a:pt x="101907" y="39249"/>
                  </a:lnTo>
                  <a:lnTo>
                    <a:pt x="102553" y="39329"/>
                  </a:lnTo>
                  <a:lnTo>
                    <a:pt x="102973" y="39382"/>
                  </a:lnTo>
                  <a:lnTo>
                    <a:pt x="103511" y="39449"/>
                  </a:lnTo>
                  <a:lnTo>
                    <a:pt x="103969" y="39506"/>
                  </a:lnTo>
                  <a:lnTo>
                    <a:pt x="104482" y="39570"/>
                  </a:lnTo>
                  <a:lnTo>
                    <a:pt x="104851" y="39634"/>
                  </a:lnTo>
                  <a:lnTo>
                    <a:pt x="105418" y="39733"/>
                  </a:lnTo>
                  <a:lnTo>
                    <a:pt x="105608" y="39814"/>
                  </a:lnTo>
                  <a:lnTo>
                    <a:pt x="106535" y="40212"/>
                  </a:lnTo>
                  <a:lnTo>
                    <a:pt x="107430" y="40858"/>
                  </a:lnTo>
                  <a:lnTo>
                    <a:pt x="107876" y="41181"/>
                  </a:lnTo>
                  <a:lnTo>
                    <a:pt x="108729" y="41881"/>
                  </a:lnTo>
                  <a:lnTo>
                    <a:pt x="110963" y="43716"/>
                  </a:lnTo>
                  <a:lnTo>
                    <a:pt x="111140" y="43868"/>
                  </a:lnTo>
                  <a:lnTo>
                    <a:pt x="112605" y="45125"/>
                  </a:lnTo>
                  <a:lnTo>
                    <a:pt x="114009" y="46330"/>
                  </a:lnTo>
                  <a:lnTo>
                    <a:pt x="114377" y="46646"/>
                  </a:lnTo>
                  <a:lnTo>
                    <a:pt x="114698" y="46921"/>
                  </a:lnTo>
                  <a:lnTo>
                    <a:pt x="115635" y="47697"/>
                  </a:lnTo>
                  <a:lnTo>
                    <a:pt x="115961" y="47967"/>
                  </a:lnTo>
                  <a:lnTo>
                    <a:pt x="116126" y="48103"/>
                  </a:lnTo>
                  <a:lnTo>
                    <a:pt x="117255" y="49096"/>
                  </a:lnTo>
                  <a:lnTo>
                    <a:pt x="119063" y="50306"/>
                  </a:lnTo>
                  <a:lnTo>
                    <a:pt x="119535" y="50534"/>
                  </a:lnTo>
                  <a:lnTo>
                    <a:pt x="119682" y="50605"/>
                  </a:lnTo>
                  <a:lnTo>
                    <a:pt x="120028" y="50773"/>
                  </a:lnTo>
                  <a:lnTo>
                    <a:pt x="120323" y="50924"/>
                  </a:lnTo>
                  <a:lnTo>
                    <a:pt x="120504" y="51016"/>
                  </a:lnTo>
                  <a:lnTo>
                    <a:pt x="120967" y="51253"/>
                  </a:lnTo>
                  <a:lnTo>
                    <a:pt x="121602" y="51578"/>
                  </a:lnTo>
                  <a:lnTo>
                    <a:pt x="122209" y="51888"/>
                  </a:lnTo>
                  <a:lnTo>
                    <a:pt x="124379" y="52703"/>
                  </a:lnTo>
                  <a:lnTo>
                    <a:pt x="127977" y="53895"/>
                  </a:lnTo>
                  <a:lnTo>
                    <a:pt x="128400" y="53942"/>
                  </a:lnTo>
                  <a:lnTo>
                    <a:pt x="128604" y="53965"/>
                  </a:lnTo>
                  <a:lnTo>
                    <a:pt x="129894" y="54109"/>
                  </a:lnTo>
                  <a:lnTo>
                    <a:pt x="132247" y="54265"/>
                  </a:lnTo>
                  <a:lnTo>
                    <a:pt x="136710" y="54561"/>
                  </a:lnTo>
                  <a:lnTo>
                    <a:pt x="138136" y="54689"/>
                  </a:lnTo>
                  <a:lnTo>
                    <a:pt x="138548" y="54726"/>
                  </a:lnTo>
                  <a:lnTo>
                    <a:pt x="139576" y="55184"/>
                  </a:lnTo>
                  <a:lnTo>
                    <a:pt x="145253" y="57713"/>
                  </a:lnTo>
                  <a:lnTo>
                    <a:pt x="145935" y="58017"/>
                  </a:lnTo>
                  <a:lnTo>
                    <a:pt x="148381" y="59265"/>
                  </a:lnTo>
                  <a:lnTo>
                    <a:pt x="148593" y="59373"/>
                  </a:lnTo>
                  <a:lnTo>
                    <a:pt x="149524" y="59848"/>
                  </a:lnTo>
                  <a:lnTo>
                    <a:pt x="149811" y="59994"/>
                  </a:lnTo>
                  <a:lnTo>
                    <a:pt x="150071" y="60114"/>
                  </a:lnTo>
                  <a:lnTo>
                    <a:pt x="152538" y="61243"/>
                  </a:lnTo>
                  <a:lnTo>
                    <a:pt x="152821" y="61373"/>
                  </a:lnTo>
                  <a:lnTo>
                    <a:pt x="154416" y="62103"/>
                  </a:lnTo>
                  <a:lnTo>
                    <a:pt x="154678" y="62223"/>
                  </a:lnTo>
                  <a:lnTo>
                    <a:pt x="155734" y="62707"/>
                  </a:lnTo>
                  <a:lnTo>
                    <a:pt x="156275" y="62954"/>
                  </a:lnTo>
                  <a:lnTo>
                    <a:pt x="159032" y="64217"/>
                  </a:lnTo>
                  <a:lnTo>
                    <a:pt x="159394" y="64239"/>
                  </a:lnTo>
                  <a:lnTo>
                    <a:pt x="159912" y="64271"/>
                  </a:lnTo>
                  <a:lnTo>
                    <a:pt x="165830" y="64628"/>
                  </a:lnTo>
                  <a:lnTo>
                    <a:pt x="167615" y="64736"/>
                  </a:lnTo>
                  <a:lnTo>
                    <a:pt x="172499" y="65032"/>
                  </a:lnTo>
                  <a:lnTo>
                    <a:pt x="172685" y="65043"/>
                  </a:lnTo>
                  <a:lnTo>
                    <a:pt x="173136" y="65069"/>
                  </a:lnTo>
                  <a:lnTo>
                    <a:pt x="173280" y="65074"/>
                  </a:lnTo>
                  <a:lnTo>
                    <a:pt x="173714" y="65089"/>
                  </a:lnTo>
                  <a:lnTo>
                    <a:pt x="174347" y="65110"/>
                  </a:lnTo>
                  <a:lnTo>
                    <a:pt x="175036" y="65133"/>
                  </a:lnTo>
                  <a:lnTo>
                    <a:pt x="175884" y="6516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2" name="pg281"/>
            <p:cNvSpPr/>
            <p:nvPr/>
          </p:nvSpPr>
          <p:spPr>
            <a:xfrm>
              <a:off x="3910120" y="2672832"/>
              <a:ext cx="99774" cy="127685"/>
            </a:xfrm>
            <a:custGeom>
              <a:avLst/>
              <a:pathLst>
                <a:path w="99774" h="127685">
                  <a:moveTo>
                    <a:pt x="92949" y="58455"/>
                  </a:moveTo>
                  <a:lnTo>
                    <a:pt x="95886" y="65319"/>
                  </a:lnTo>
                  <a:lnTo>
                    <a:pt x="96355" y="66414"/>
                  </a:lnTo>
                  <a:lnTo>
                    <a:pt x="96732" y="67296"/>
                  </a:lnTo>
                  <a:lnTo>
                    <a:pt x="98194" y="70586"/>
                  </a:lnTo>
                  <a:lnTo>
                    <a:pt x="99368" y="73229"/>
                  </a:lnTo>
                  <a:lnTo>
                    <a:pt x="99530" y="73593"/>
                  </a:lnTo>
                  <a:lnTo>
                    <a:pt x="99774" y="74142"/>
                  </a:lnTo>
                  <a:lnTo>
                    <a:pt x="96175" y="75791"/>
                  </a:lnTo>
                  <a:lnTo>
                    <a:pt x="95931" y="75903"/>
                  </a:lnTo>
                  <a:lnTo>
                    <a:pt x="94312" y="76644"/>
                  </a:lnTo>
                  <a:lnTo>
                    <a:pt x="93720" y="76915"/>
                  </a:lnTo>
                  <a:lnTo>
                    <a:pt x="93175" y="77244"/>
                  </a:lnTo>
                  <a:lnTo>
                    <a:pt x="92138" y="77868"/>
                  </a:lnTo>
                  <a:lnTo>
                    <a:pt x="90947" y="78585"/>
                  </a:lnTo>
                  <a:lnTo>
                    <a:pt x="85575" y="83662"/>
                  </a:lnTo>
                  <a:lnTo>
                    <a:pt x="85370" y="83862"/>
                  </a:lnTo>
                  <a:lnTo>
                    <a:pt x="84434" y="84782"/>
                  </a:lnTo>
                  <a:lnTo>
                    <a:pt x="83385" y="85812"/>
                  </a:lnTo>
                  <a:lnTo>
                    <a:pt x="83212" y="85982"/>
                  </a:lnTo>
                  <a:lnTo>
                    <a:pt x="82885" y="86320"/>
                  </a:lnTo>
                  <a:lnTo>
                    <a:pt x="82656" y="86566"/>
                  </a:lnTo>
                  <a:lnTo>
                    <a:pt x="81774" y="87512"/>
                  </a:lnTo>
                  <a:lnTo>
                    <a:pt x="78378" y="91945"/>
                  </a:lnTo>
                  <a:lnTo>
                    <a:pt x="77396" y="93154"/>
                  </a:lnTo>
                  <a:lnTo>
                    <a:pt x="76825" y="93859"/>
                  </a:lnTo>
                  <a:lnTo>
                    <a:pt x="76135" y="94709"/>
                  </a:lnTo>
                  <a:lnTo>
                    <a:pt x="75958" y="94950"/>
                  </a:lnTo>
                  <a:lnTo>
                    <a:pt x="75635" y="95391"/>
                  </a:lnTo>
                  <a:lnTo>
                    <a:pt x="75203" y="95982"/>
                  </a:lnTo>
                  <a:lnTo>
                    <a:pt x="74004" y="97620"/>
                  </a:lnTo>
                  <a:lnTo>
                    <a:pt x="72347" y="99733"/>
                  </a:lnTo>
                  <a:lnTo>
                    <a:pt x="71980" y="100201"/>
                  </a:lnTo>
                  <a:lnTo>
                    <a:pt x="71564" y="100815"/>
                  </a:lnTo>
                  <a:lnTo>
                    <a:pt x="70509" y="102372"/>
                  </a:lnTo>
                  <a:lnTo>
                    <a:pt x="69521" y="103831"/>
                  </a:lnTo>
                  <a:lnTo>
                    <a:pt x="68969" y="104645"/>
                  </a:lnTo>
                  <a:lnTo>
                    <a:pt x="68579" y="105221"/>
                  </a:lnTo>
                  <a:lnTo>
                    <a:pt x="67502" y="106811"/>
                  </a:lnTo>
                  <a:lnTo>
                    <a:pt x="66872" y="107712"/>
                  </a:lnTo>
                  <a:lnTo>
                    <a:pt x="66361" y="108443"/>
                  </a:lnTo>
                  <a:lnTo>
                    <a:pt x="65066" y="110295"/>
                  </a:lnTo>
                  <a:lnTo>
                    <a:pt x="64735" y="110768"/>
                  </a:lnTo>
                  <a:lnTo>
                    <a:pt x="64136" y="111553"/>
                  </a:lnTo>
                  <a:lnTo>
                    <a:pt x="62676" y="113467"/>
                  </a:lnTo>
                  <a:lnTo>
                    <a:pt x="62467" y="113740"/>
                  </a:lnTo>
                  <a:lnTo>
                    <a:pt x="62221" y="114094"/>
                  </a:lnTo>
                  <a:lnTo>
                    <a:pt x="60932" y="115941"/>
                  </a:lnTo>
                  <a:lnTo>
                    <a:pt x="59190" y="118435"/>
                  </a:lnTo>
                  <a:lnTo>
                    <a:pt x="58707" y="119128"/>
                  </a:lnTo>
                  <a:lnTo>
                    <a:pt x="57767" y="120475"/>
                  </a:lnTo>
                  <a:lnTo>
                    <a:pt x="56173" y="122758"/>
                  </a:lnTo>
                  <a:lnTo>
                    <a:pt x="55849" y="123223"/>
                  </a:lnTo>
                  <a:lnTo>
                    <a:pt x="54848" y="124657"/>
                  </a:lnTo>
                  <a:lnTo>
                    <a:pt x="54069" y="125774"/>
                  </a:lnTo>
                  <a:lnTo>
                    <a:pt x="53842" y="126099"/>
                  </a:lnTo>
                  <a:lnTo>
                    <a:pt x="53714" y="126282"/>
                  </a:lnTo>
                  <a:lnTo>
                    <a:pt x="53332" y="126830"/>
                  </a:lnTo>
                  <a:lnTo>
                    <a:pt x="53228" y="126979"/>
                  </a:lnTo>
                  <a:lnTo>
                    <a:pt x="52735" y="127685"/>
                  </a:lnTo>
                  <a:lnTo>
                    <a:pt x="52460" y="127493"/>
                  </a:lnTo>
                  <a:lnTo>
                    <a:pt x="51902" y="127082"/>
                  </a:lnTo>
                  <a:lnTo>
                    <a:pt x="46773" y="123304"/>
                  </a:lnTo>
                  <a:lnTo>
                    <a:pt x="45670" y="122492"/>
                  </a:lnTo>
                  <a:lnTo>
                    <a:pt x="44647" y="121564"/>
                  </a:lnTo>
                  <a:lnTo>
                    <a:pt x="42828" y="119915"/>
                  </a:lnTo>
                  <a:lnTo>
                    <a:pt x="42479" y="119599"/>
                  </a:lnTo>
                  <a:lnTo>
                    <a:pt x="40976" y="117935"/>
                  </a:lnTo>
                  <a:lnTo>
                    <a:pt x="39503" y="116304"/>
                  </a:lnTo>
                  <a:lnTo>
                    <a:pt x="39209" y="115978"/>
                  </a:lnTo>
                  <a:lnTo>
                    <a:pt x="39063" y="115777"/>
                  </a:lnTo>
                  <a:lnTo>
                    <a:pt x="35706" y="111145"/>
                  </a:lnTo>
                  <a:lnTo>
                    <a:pt x="35434" y="110770"/>
                  </a:lnTo>
                  <a:lnTo>
                    <a:pt x="32206" y="106316"/>
                  </a:lnTo>
                  <a:lnTo>
                    <a:pt x="31804" y="105762"/>
                  </a:lnTo>
                  <a:lnTo>
                    <a:pt x="28407" y="100901"/>
                  </a:lnTo>
                  <a:lnTo>
                    <a:pt x="33507" y="97199"/>
                  </a:lnTo>
                  <a:lnTo>
                    <a:pt x="38399" y="93648"/>
                  </a:lnTo>
                  <a:lnTo>
                    <a:pt x="44808" y="88996"/>
                  </a:lnTo>
                  <a:lnTo>
                    <a:pt x="45029" y="88836"/>
                  </a:lnTo>
                  <a:lnTo>
                    <a:pt x="44907" y="88669"/>
                  </a:lnTo>
                  <a:lnTo>
                    <a:pt x="37325" y="78353"/>
                  </a:lnTo>
                  <a:lnTo>
                    <a:pt x="30435" y="68979"/>
                  </a:lnTo>
                  <a:lnTo>
                    <a:pt x="28266" y="66029"/>
                  </a:lnTo>
                  <a:lnTo>
                    <a:pt x="26908" y="64181"/>
                  </a:lnTo>
                  <a:lnTo>
                    <a:pt x="24674" y="61142"/>
                  </a:lnTo>
                  <a:lnTo>
                    <a:pt x="21289" y="63290"/>
                  </a:lnTo>
                  <a:lnTo>
                    <a:pt x="21114" y="63416"/>
                  </a:lnTo>
                  <a:lnTo>
                    <a:pt x="20925" y="63551"/>
                  </a:lnTo>
                  <a:lnTo>
                    <a:pt x="20789" y="63649"/>
                  </a:lnTo>
                  <a:lnTo>
                    <a:pt x="20625" y="63767"/>
                  </a:lnTo>
                  <a:lnTo>
                    <a:pt x="20371" y="63949"/>
                  </a:lnTo>
                  <a:lnTo>
                    <a:pt x="20087" y="64153"/>
                  </a:lnTo>
                  <a:lnTo>
                    <a:pt x="19883" y="64300"/>
                  </a:lnTo>
                  <a:lnTo>
                    <a:pt x="19650" y="64467"/>
                  </a:lnTo>
                  <a:lnTo>
                    <a:pt x="19162" y="64817"/>
                  </a:lnTo>
                  <a:lnTo>
                    <a:pt x="18696" y="65152"/>
                  </a:lnTo>
                  <a:lnTo>
                    <a:pt x="18459" y="65322"/>
                  </a:lnTo>
                  <a:lnTo>
                    <a:pt x="18306" y="65432"/>
                  </a:lnTo>
                  <a:lnTo>
                    <a:pt x="17893" y="65729"/>
                  </a:lnTo>
                  <a:lnTo>
                    <a:pt x="17073" y="66317"/>
                  </a:lnTo>
                  <a:lnTo>
                    <a:pt x="16427" y="66781"/>
                  </a:lnTo>
                  <a:lnTo>
                    <a:pt x="16231" y="66922"/>
                  </a:lnTo>
                  <a:lnTo>
                    <a:pt x="15632" y="67352"/>
                  </a:lnTo>
                  <a:lnTo>
                    <a:pt x="15221" y="67647"/>
                  </a:lnTo>
                  <a:lnTo>
                    <a:pt x="15021" y="67790"/>
                  </a:lnTo>
                  <a:lnTo>
                    <a:pt x="14868" y="67900"/>
                  </a:lnTo>
                  <a:lnTo>
                    <a:pt x="14271" y="68329"/>
                  </a:lnTo>
                  <a:lnTo>
                    <a:pt x="13505" y="68879"/>
                  </a:lnTo>
                  <a:lnTo>
                    <a:pt x="13236" y="69072"/>
                  </a:lnTo>
                  <a:lnTo>
                    <a:pt x="13024" y="69224"/>
                  </a:lnTo>
                  <a:lnTo>
                    <a:pt x="12734" y="69433"/>
                  </a:lnTo>
                  <a:lnTo>
                    <a:pt x="12331" y="69721"/>
                  </a:lnTo>
                  <a:lnTo>
                    <a:pt x="12032" y="69937"/>
                  </a:lnTo>
                  <a:lnTo>
                    <a:pt x="11770" y="70125"/>
                  </a:lnTo>
                  <a:lnTo>
                    <a:pt x="11635" y="70222"/>
                  </a:lnTo>
                  <a:lnTo>
                    <a:pt x="11306" y="70457"/>
                  </a:lnTo>
                  <a:lnTo>
                    <a:pt x="10991" y="70684"/>
                  </a:lnTo>
                  <a:lnTo>
                    <a:pt x="10723" y="70876"/>
                  </a:lnTo>
                  <a:lnTo>
                    <a:pt x="10286" y="71060"/>
                  </a:lnTo>
                  <a:lnTo>
                    <a:pt x="8457" y="68842"/>
                  </a:lnTo>
                  <a:lnTo>
                    <a:pt x="6870" y="66916"/>
                  </a:lnTo>
                  <a:lnTo>
                    <a:pt x="6318" y="66247"/>
                  </a:lnTo>
                  <a:lnTo>
                    <a:pt x="5998" y="65859"/>
                  </a:lnTo>
                  <a:lnTo>
                    <a:pt x="5578" y="65350"/>
                  </a:lnTo>
                  <a:lnTo>
                    <a:pt x="5083" y="64749"/>
                  </a:lnTo>
                  <a:lnTo>
                    <a:pt x="4752" y="64348"/>
                  </a:lnTo>
                  <a:lnTo>
                    <a:pt x="4353" y="63850"/>
                  </a:lnTo>
                  <a:lnTo>
                    <a:pt x="3963" y="63364"/>
                  </a:lnTo>
                  <a:lnTo>
                    <a:pt x="0" y="58424"/>
                  </a:lnTo>
                  <a:lnTo>
                    <a:pt x="1327" y="57309"/>
                  </a:lnTo>
                  <a:lnTo>
                    <a:pt x="1487" y="57174"/>
                  </a:lnTo>
                  <a:lnTo>
                    <a:pt x="2403" y="56405"/>
                  </a:lnTo>
                  <a:lnTo>
                    <a:pt x="2950" y="55945"/>
                  </a:lnTo>
                  <a:lnTo>
                    <a:pt x="8315" y="51599"/>
                  </a:lnTo>
                  <a:lnTo>
                    <a:pt x="12328" y="48348"/>
                  </a:lnTo>
                  <a:lnTo>
                    <a:pt x="12485" y="48208"/>
                  </a:lnTo>
                  <a:lnTo>
                    <a:pt x="16455" y="44663"/>
                  </a:lnTo>
                  <a:lnTo>
                    <a:pt x="16984" y="44160"/>
                  </a:lnTo>
                  <a:lnTo>
                    <a:pt x="17141" y="43983"/>
                  </a:lnTo>
                  <a:lnTo>
                    <a:pt x="17839" y="43196"/>
                  </a:lnTo>
                  <a:lnTo>
                    <a:pt x="17954" y="43067"/>
                  </a:lnTo>
                  <a:lnTo>
                    <a:pt x="19018" y="41968"/>
                  </a:lnTo>
                  <a:lnTo>
                    <a:pt x="19588" y="41170"/>
                  </a:lnTo>
                  <a:lnTo>
                    <a:pt x="21980" y="37824"/>
                  </a:lnTo>
                  <a:lnTo>
                    <a:pt x="22508" y="37084"/>
                  </a:lnTo>
                  <a:lnTo>
                    <a:pt x="23134" y="36155"/>
                  </a:lnTo>
                  <a:lnTo>
                    <a:pt x="24413" y="34258"/>
                  </a:lnTo>
                  <a:lnTo>
                    <a:pt x="25196" y="33095"/>
                  </a:lnTo>
                  <a:lnTo>
                    <a:pt x="25876" y="31988"/>
                  </a:lnTo>
                  <a:lnTo>
                    <a:pt x="26230" y="31412"/>
                  </a:lnTo>
                  <a:lnTo>
                    <a:pt x="27578" y="29218"/>
                  </a:lnTo>
                  <a:lnTo>
                    <a:pt x="27704" y="29002"/>
                  </a:lnTo>
                  <a:lnTo>
                    <a:pt x="29130" y="26542"/>
                  </a:lnTo>
                  <a:lnTo>
                    <a:pt x="29211" y="26401"/>
                  </a:lnTo>
                  <a:lnTo>
                    <a:pt x="31361" y="22694"/>
                  </a:lnTo>
                  <a:lnTo>
                    <a:pt x="31981" y="21624"/>
                  </a:lnTo>
                  <a:lnTo>
                    <a:pt x="32357" y="20975"/>
                  </a:lnTo>
                  <a:lnTo>
                    <a:pt x="32848" y="20129"/>
                  </a:lnTo>
                  <a:lnTo>
                    <a:pt x="33604" y="18825"/>
                  </a:lnTo>
                  <a:lnTo>
                    <a:pt x="35522" y="15452"/>
                  </a:lnTo>
                  <a:lnTo>
                    <a:pt x="39780" y="7963"/>
                  </a:lnTo>
                  <a:lnTo>
                    <a:pt x="41344" y="4958"/>
                  </a:lnTo>
                  <a:lnTo>
                    <a:pt x="41849" y="3988"/>
                  </a:lnTo>
                  <a:lnTo>
                    <a:pt x="41936" y="3821"/>
                  </a:lnTo>
                  <a:lnTo>
                    <a:pt x="42278" y="3164"/>
                  </a:lnTo>
                  <a:lnTo>
                    <a:pt x="42765" y="2228"/>
                  </a:lnTo>
                  <a:lnTo>
                    <a:pt x="42861" y="2044"/>
                  </a:lnTo>
                  <a:lnTo>
                    <a:pt x="43155" y="1478"/>
                  </a:lnTo>
                  <a:lnTo>
                    <a:pt x="43663" y="503"/>
                  </a:lnTo>
                  <a:lnTo>
                    <a:pt x="43925" y="0"/>
                  </a:lnTo>
                  <a:lnTo>
                    <a:pt x="44176" y="286"/>
                  </a:lnTo>
                  <a:lnTo>
                    <a:pt x="44342" y="476"/>
                  </a:lnTo>
                  <a:lnTo>
                    <a:pt x="44877" y="1088"/>
                  </a:lnTo>
                  <a:lnTo>
                    <a:pt x="45262" y="1461"/>
                  </a:lnTo>
                  <a:lnTo>
                    <a:pt x="49356" y="5438"/>
                  </a:lnTo>
                  <a:lnTo>
                    <a:pt x="56622" y="12495"/>
                  </a:lnTo>
                  <a:lnTo>
                    <a:pt x="57116" y="12986"/>
                  </a:lnTo>
                  <a:lnTo>
                    <a:pt x="57848" y="13714"/>
                  </a:lnTo>
                  <a:lnTo>
                    <a:pt x="60661" y="16513"/>
                  </a:lnTo>
                  <a:lnTo>
                    <a:pt x="60813" y="16663"/>
                  </a:lnTo>
                  <a:lnTo>
                    <a:pt x="63901" y="19735"/>
                  </a:lnTo>
                  <a:lnTo>
                    <a:pt x="64396" y="20227"/>
                  </a:lnTo>
                  <a:lnTo>
                    <a:pt x="64989" y="20817"/>
                  </a:lnTo>
                  <a:lnTo>
                    <a:pt x="66063" y="21942"/>
                  </a:lnTo>
                  <a:lnTo>
                    <a:pt x="68103" y="24079"/>
                  </a:lnTo>
                  <a:lnTo>
                    <a:pt x="68612" y="24564"/>
                  </a:lnTo>
                  <a:lnTo>
                    <a:pt x="68765" y="24710"/>
                  </a:lnTo>
                  <a:lnTo>
                    <a:pt x="70198" y="26076"/>
                  </a:lnTo>
                  <a:lnTo>
                    <a:pt x="70653" y="26510"/>
                  </a:lnTo>
                  <a:lnTo>
                    <a:pt x="71071" y="26908"/>
                  </a:lnTo>
                  <a:lnTo>
                    <a:pt x="71282" y="27110"/>
                  </a:lnTo>
                  <a:lnTo>
                    <a:pt x="71564" y="27379"/>
                  </a:lnTo>
                  <a:lnTo>
                    <a:pt x="71753" y="27559"/>
                  </a:lnTo>
                  <a:lnTo>
                    <a:pt x="72195" y="28029"/>
                  </a:lnTo>
                  <a:lnTo>
                    <a:pt x="73019" y="28907"/>
                  </a:lnTo>
                  <a:lnTo>
                    <a:pt x="74072" y="30028"/>
                  </a:lnTo>
                  <a:lnTo>
                    <a:pt x="74966" y="31049"/>
                  </a:lnTo>
                  <a:lnTo>
                    <a:pt x="75524" y="31687"/>
                  </a:lnTo>
                  <a:lnTo>
                    <a:pt x="76506" y="32809"/>
                  </a:lnTo>
                  <a:lnTo>
                    <a:pt x="76792" y="33135"/>
                  </a:lnTo>
                  <a:lnTo>
                    <a:pt x="77970" y="34634"/>
                  </a:lnTo>
                  <a:lnTo>
                    <a:pt x="79756" y="36905"/>
                  </a:lnTo>
                  <a:lnTo>
                    <a:pt x="80188" y="37455"/>
                  </a:lnTo>
                  <a:lnTo>
                    <a:pt x="82093" y="39877"/>
                  </a:lnTo>
                  <a:lnTo>
                    <a:pt x="85279" y="43930"/>
                  </a:lnTo>
                  <a:lnTo>
                    <a:pt x="85760" y="44693"/>
                  </a:lnTo>
                  <a:lnTo>
                    <a:pt x="85908" y="44929"/>
                  </a:lnTo>
                  <a:lnTo>
                    <a:pt x="87319" y="47171"/>
                  </a:lnTo>
                  <a:lnTo>
                    <a:pt x="87599" y="47672"/>
                  </a:lnTo>
                  <a:lnTo>
                    <a:pt x="89037" y="50248"/>
                  </a:lnTo>
                  <a:lnTo>
                    <a:pt x="89144" y="50439"/>
                  </a:lnTo>
                  <a:lnTo>
                    <a:pt x="89277" y="50676"/>
                  </a:lnTo>
                  <a:lnTo>
                    <a:pt x="89371" y="50845"/>
                  </a:lnTo>
                  <a:lnTo>
                    <a:pt x="89663" y="51379"/>
                  </a:lnTo>
                  <a:lnTo>
                    <a:pt x="90218" y="52392"/>
                  </a:lnTo>
                  <a:lnTo>
                    <a:pt x="90545" y="52990"/>
                  </a:lnTo>
                  <a:lnTo>
                    <a:pt x="90679" y="53235"/>
                  </a:lnTo>
                  <a:lnTo>
                    <a:pt x="91578" y="55303"/>
                  </a:lnTo>
                  <a:lnTo>
                    <a:pt x="91951" y="5616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3" name="pg282"/>
            <p:cNvSpPr/>
            <p:nvPr/>
          </p:nvSpPr>
          <p:spPr>
            <a:xfrm>
              <a:off x="3830862" y="2650420"/>
              <a:ext cx="123183" cy="123460"/>
            </a:xfrm>
            <a:custGeom>
              <a:avLst/>
              <a:pathLst>
                <a:path w="123183" h="123460">
                  <a:moveTo>
                    <a:pt x="59197" y="122724"/>
                  </a:moveTo>
                  <a:lnTo>
                    <a:pt x="58546" y="123460"/>
                  </a:lnTo>
                  <a:lnTo>
                    <a:pt x="44898" y="114073"/>
                  </a:lnTo>
                  <a:lnTo>
                    <a:pt x="28669" y="102911"/>
                  </a:lnTo>
                  <a:lnTo>
                    <a:pt x="27092" y="101826"/>
                  </a:lnTo>
                  <a:lnTo>
                    <a:pt x="25878" y="100991"/>
                  </a:lnTo>
                  <a:lnTo>
                    <a:pt x="20793" y="97494"/>
                  </a:lnTo>
                  <a:lnTo>
                    <a:pt x="17824" y="95452"/>
                  </a:lnTo>
                  <a:lnTo>
                    <a:pt x="15548" y="93887"/>
                  </a:lnTo>
                  <a:lnTo>
                    <a:pt x="10925" y="90707"/>
                  </a:lnTo>
                  <a:lnTo>
                    <a:pt x="10772" y="90601"/>
                  </a:lnTo>
                  <a:lnTo>
                    <a:pt x="10102" y="90141"/>
                  </a:lnTo>
                  <a:lnTo>
                    <a:pt x="8387" y="88962"/>
                  </a:lnTo>
                  <a:lnTo>
                    <a:pt x="7981" y="88682"/>
                  </a:lnTo>
                  <a:lnTo>
                    <a:pt x="5402" y="86908"/>
                  </a:lnTo>
                  <a:lnTo>
                    <a:pt x="4115" y="86023"/>
                  </a:lnTo>
                  <a:lnTo>
                    <a:pt x="3494" y="85596"/>
                  </a:lnTo>
                  <a:lnTo>
                    <a:pt x="2601" y="84982"/>
                  </a:lnTo>
                  <a:lnTo>
                    <a:pt x="1228" y="84037"/>
                  </a:lnTo>
                  <a:lnTo>
                    <a:pt x="0" y="83040"/>
                  </a:lnTo>
                  <a:lnTo>
                    <a:pt x="3343" y="77826"/>
                  </a:lnTo>
                  <a:lnTo>
                    <a:pt x="4740" y="75709"/>
                  </a:lnTo>
                  <a:lnTo>
                    <a:pt x="4851" y="75541"/>
                  </a:lnTo>
                  <a:lnTo>
                    <a:pt x="6956" y="72351"/>
                  </a:lnTo>
                  <a:lnTo>
                    <a:pt x="9555" y="68412"/>
                  </a:lnTo>
                  <a:lnTo>
                    <a:pt x="9804" y="68034"/>
                  </a:lnTo>
                  <a:lnTo>
                    <a:pt x="10096" y="67592"/>
                  </a:lnTo>
                  <a:lnTo>
                    <a:pt x="10308" y="67226"/>
                  </a:lnTo>
                  <a:lnTo>
                    <a:pt x="10577" y="66761"/>
                  </a:lnTo>
                  <a:lnTo>
                    <a:pt x="10829" y="66327"/>
                  </a:lnTo>
                  <a:lnTo>
                    <a:pt x="11187" y="65707"/>
                  </a:lnTo>
                  <a:lnTo>
                    <a:pt x="11592" y="65009"/>
                  </a:lnTo>
                  <a:lnTo>
                    <a:pt x="11901" y="64474"/>
                  </a:lnTo>
                  <a:lnTo>
                    <a:pt x="12790" y="62939"/>
                  </a:lnTo>
                  <a:lnTo>
                    <a:pt x="13206" y="62220"/>
                  </a:lnTo>
                  <a:lnTo>
                    <a:pt x="13413" y="61960"/>
                  </a:lnTo>
                  <a:lnTo>
                    <a:pt x="14344" y="60783"/>
                  </a:lnTo>
                  <a:lnTo>
                    <a:pt x="14604" y="60455"/>
                  </a:lnTo>
                  <a:lnTo>
                    <a:pt x="14728" y="60298"/>
                  </a:lnTo>
                  <a:lnTo>
                    <a:pt x="15017" y="59932"/>
                  </a:lnTo>
                  <a:lnTo>
                    <a:pt x="15687" y="58787"/>
                  </a:lnTo>
                  <a:lnTo>
                    <a:pt x="16725" y="57010"/>
                  </a:lnTo>
                  <a:lnTo>
                    <a:pt x="17075" y="56411"/>
                  </a:lnTo>
                  <a:lnTo>
                    <a:pt x="17257" y="56099"/>
                  </a:lnTo>
                  <a:lnTo>
                    <a:pt x="18233" y="54576"/>
                  </a:lnTo>
                  <a:lnTo>
                    <a:pt x="18520" y="54126"/>
                  </a:lnTo>
                  <a:lnTo>
                    <a:pt x="18763" y="53747"/>
                  </a:lnTo>
                  <a:lnTo>
                    <a:pt x="19076" y="53258"/>
                  </a:lnTo>
                  <a:lnTo>
                    <a:pt x="19817" y="52102"/>
                  </a:lnTo>
                  <a:lnTo>
                    <a:pt x="19855" y="51974"/>
                  </a:lnTo>
                  <a:lnTo>
                    <a:pt x="20139" y="51047"/>
                  </a:lnTo>
                  <a:lnTo>
                    <a:pt x="20344" y="50376"/>
                  </a:lnTo>
                  <a:lnTo>
                    <a:pt x="20345" y="50111"/>
                  </a:lnTo>
                  <a:lnTo>
                    <a:pt x="20668" y="49588"/>
                  </a:lnTo>
                  <a:lnTo>
                    <a:pt x="20753" y="49450"/>
                  </a:lnTo>
                  <a:lnTo>
                    <a:pt x="21822" y="47718"/>
                  </a:lnTo>
                  <a:lnTo>
                    <a:pt x="21906" y="47582"/>
                  </a:lnTo>
                  <a:lnTo>
                    <a:pt x="23031" y="45757"/>
                  </a:lnTo>
                  <a:lnTo>
                    <a:pt x="23138" y="45584"/>
                  </a:lnTo>
                  <a:lnTo>
                    <a:pt x="23450" y="45078"/>
                  </a:lnTo>
                  <a:lnTo>
                    <a:pt x="23726" y="44632"/>
                  </a:lnTo>
                  <a:lnTo>
                    <a:pt x="24081" y="44057"/>
                  </a:lnTo>
                  <a:lnTo>
                    <a:pt x="24347" y="43626"/>
                  </a:lnTo>
                  <a:lnTo>
                    <a:pt x="24566" y="43270"/>
                  </a:lnTo>
                  <a:lnTo>
                    <a:pt x="24774" y="42950"/>
                  </a:lnTo>
                  <a:lnTo>
                    <a:pt x="24871" y="42802"/>
                  </a:lnTo>
                  <a:lnTo>
                    <a:pt x="25436" y="41934"/>
                  </a:lnTo>
                  <a:lnTo>
                    <a:pt x="25879" y="41255"/>
                  </a:lnTo>
                  <a:lnTo>
                    <a:pt x="26647" y="39980"/>
                  </a:lnTo>
                  <a:lnTo>
                    <a:pt x="26987" y="39416"/>
                  </a:lnTo>
                  <a:lnTo>
                    <a:pt x="28867" y="36298"/>
                  </a:lnTo>
                  <a:lnTo>
                    <a:pt x="30858" y="32995"/>
                  </a:lnTo>
                  <a:lnTo>
                    <a:pt x="31788" y="31452"/>
                  </a:lnTo>
                  <a:lnTo>
                    <a:pt x="32256" y="30741"/>
                  </a:lnTo>
                  <a:lnTo>
                    <a:pt x="32532" y="30323"/>
                  </a:lnTo>
                  <a:lnTo>
                    <a:pt x="32650" y="30144"/>
                  </a:lnTo>
                  <a:lnTo>
                    <a:pt x="32837" y="29860"/>
                  </a:lnTo>
                  <a:lnTo>
                    <a:pt x="33534" y="28801"/>
                  </a:lnTo>
                  <a:lnTo>
                    <a:pt x="34142" y="27878"/>
                  </a:lnTo>
                  <a:lnTo>
                    <a:pt x="35120" y="26394"/>
                  </a:lnTo>
                  <a:lnTo>
                    <a:pt x="35206" y="26264"/>
                  </a:lnTo>
                  <a:lnTo>
                    <a:pt x="35881" y="25239"/>
                  </a:lnTo>
                  <a:lnTo>
                    <a:pt x="37120" y="23358"/>
                  </a:lnTo>
                  <a:lnTo>
                    <a:pt x="37465" y="22834"/>
                  </a:lnTo>
                  <a:lnTo>
                    <a:pt x="38384" y="21439"/>
                  </a:lnTo>
                  <a:lnTo>
                    <a:pt x="39566" y="19645"/>
                  </a:lnTo>
                  <a:lnTo>
                    <a:pt x="40752" y="17845"/>
                  </a:lnTo>
                  <a:lnTo>
                    <a:pt x="40995" y="17477"/>
                  </a:lnTo>
                  <a:lnTo>
                    <a:pt x="42661" y="15157"/>
                  </a:lnTo>
                  <a:lnTo>
                    <a:pt x="42867" y="14871"/>
                  </a:lnTo>
                  <a:lnTo>
                    <a:pt x="44469" y="12641"/>
                  </a:lnTo>
                  <a:lnTo>
                    <a:pt x="45058" y="11822"/>
                  </a:lnTo>
                  <a:lnTo>
                    <a:pt x="45753" y="10855"/>
                  </a:lnTo>
                  <a:lnTo>
                    <a:pt x="47668" y="8190"/>
                  </a:lnTo>
                  <a:lnTo>
                    <a:pt x="47977" y="7759"/>
                  </a:lnTo>
                  <a:lnTo>
                    <a:pt x="50056" y="4964"/>
                  </a:lnTo>
                  <a:lnTo>
                    <a:pt x="50553" y="4294"/>
                  </a:lnTo>
                  <a:lnTo>
                    <a:pt x="51227" y="3387"/>
                  </a:lnTo>
                  <a:lnTo>
                    <a:pt x="51597" y="2890"/>
                  </a:lnTo>
                  <a:lnTo>
                    <a:pt x="52347" y="2063"/>
                  </a:lnTo>
                  <a:lnTo>
                    <a:pt x="53021" y="1321"/>
                  </a:lnTo>
                  <a:lnTo>
                    <a:pt x="54220" y="0"/>
                  </a:lnTo>
                  <a:lnTo>
                    <a:pt x="54497" y="119"/>
                  </a:lnTo>
                  <a:lnTo>
                    <a:pt x="56139" y="825"/>
                  </a:lnTo>
                  <a:lnTo>
                    <a:pt x="56840" y="1127"/>
                  </a:lnTo>
                  <a:lnTo>
                    <a:pt x="59848" y="1777"/>
                  </a:lnTo>
                  <a:lnTo>
                    <a:pt x="61445" y="2122"/>
                  </a:lnTo>
                  <a:lnTo>
                    <a:pt x="61597" y="2166"/>
                  </a:lnTo>
                  <a:lnTo>
                    <a:pt x="61936" y="2264"/>
                  </a:lnTo>
                  <a:lnTo>
                    <a:pt x="62181" y="2334"/>
                  </a:lnTo>
                  <a:lnTo>
                    <a:pt x="63212" y="2632"/>
                  </a:lnTo>
                  <a:lnTo>
                    <a:pt x="64707" y="3063"/>
                  </a:lnTo>
                  <a:lnTo>
                    <a:pt x="69109" y="4334"/>
                  </a:lnTo>
                  <a:lnTo>
                    <a:pt x="69642" y="4488"/>
                  </a:lnTo>
                  <a:lnTo>
                    <a:pt x="71861" y="5128"/>
                  </a:lnTo>
                  <a:lnTo>
                    <a:pt x="73190" y="5512"/>
                  </a:lnTo>
                  <a:lnTo>
                    <a:pt x="73593" y="5628"/>
                  </a:lnTo>
                  <a:lnTo>
                    <a:pt x="73904" y="5718"/>
                  </a:lnTo>
                  <a:lnTo>
                    <a:pt x="75937" y="6214"/>
                  </a:lnTo>
                  <a:lnTo>
                    <a:pt x="78809" y="6916"/>
                  </a:lnTo>
                  <a:lnTo>
                    <a:pt x="79060" y="6977"/>
                  </a:lnTo>
                  <a:lnTo>
                    <a:pt x="79943" y="7241"/>
                  </a:lnTo>
                  <a:lnTo>
                    <a:pt x="83843" y="8406"/>
                  </a:lnTo>
                  <a:lnTo>
                    <a:pt x="85869" y="9011"/>
                  </a:lnTo>
                  <a:lnTo>
                    <a:pt x="86039" y="9062"/>
                  </a:lnTo>
                  <a:lnTo>
                    <a:pt x="88286" y="9733"/>
                  </a:lnTo>
                  <a:lnTo>
                    <a:pt x="89771" y="10177"/>
                  </a:lnTo>
                  <a:lnTo>
                    <a:pt x="89981" y="10228"/>
                  </a:lnTo>
                  <a:lnTo>
                    <a:pt x="91608" y="10626"/>
                  </a:lnTo>
                  <a:lnTo>
                    <a:pt x="92280" y="10791"/>
                  </a:lnTo>
                  <a:lnTo>
                    <a:pt x="93433" y="11073"/>
                  </a:lnTo>
                  <a:lnTo>
                    <a:pt x="95032" y="11464"/>
                  </a:lnTo>
                  <a:lnTo>
                    <a:pt x="95768" y="11645"/>
                  </a:lnTo>
                  <a:lnTo>
                    <a:pt x="96777" y="11892"/>
                  </a:lnTo>
                  <a:lnTo>
                    <a:pt x="97604" y="12094"/>
                  </a:lnTo>
                  <a:lnTo>
                    <a:pt x="97854" y="12168"/>
                  </a:lnTo>
                  <a:lnTo>
                    <a:pt x="98615" y="12393"/>
                  </a:lnTo>
                  <a:lnTo>
                    <a:pt x="99944" y="12786"/>
                  </a:lnTo>
                  <a:lnTo>
                    <a:pt x="100077" y="12825"/>
                  </a:lnTo>
                  <a:lnTo>
                    <a:pt x="100640" y="12992"/>
                  </a:lnTo>
                  <a:lnTo>
                    <a:pt x="102689" y="13598"/>
                  </a:lnTo>
                  <a:lnTo>
                    <a:pt x="102857" y="13645"/>
                  </a:lnTo>
                  <a:lnTo>
                    <a:pt x="104253" y="14033"/>
                  </a:lnTo>
                  <a:lnTo>
                    <a:pt x="107740" y="15002"/>
                  </a:lnTo>
                  <a:lnTo>
                    <a:pt x="111485" y="16044"/>
                  </a:lnTo>
                  <a:lnTo>
                    <a:pt x="115805" y="17410"/>
                  </a:lnTo>
                  <a:lnTo>
                    <a:pt x="117503" y="18149"/>
                  </a:lnTo>
                  <a:lnTo>
                    <a:pt x="118675" y="18634"/>
                  </a:lnTo>
                  <a:lnTo>
                    <a:pt x="118954" y="18749"/>
                  </a:lnTo>
                  <a:lnTo>
                    <a:pt x="122613" y="21716"/>
                  </a:lnTo>
                  <a:lnTo>
                    <a:pt x="122737" y="21868"/>
                  </a:lnTo>
                  <a:lnTo>
                    <a:pt x="123183" y="22411"/>
                  </a:lnTo>
                  <a:lnTo>
                    <a:pt x="122921" y="22915"/>
                  </a:lnTo>
                  <a:lnTo>
                    <a:pt x="122326" y="24057"/>
                  </a:lnTo>
                  <a:lnTo>
                    <a:pt x="122119" y="24456"/>
                  </a:lnTo>
                  <a:lnTo>
                    <a:pt x="122023" y="24640"/>
                  </a:lnTo>
                  <a:lnTo>
                    <a:pt x="121536" y="25576"/>
                  </a:lnTo>
                  <a:lnTo>
                    <a:pt x="121194" y="26233"/>
                  </a:lnTo>
                  <a:lnTo>
                    <a:pt x="121107" y="26400"/>
                  </a:lnTo>
                  <a:lnTo>
                    <a:pt x="120602" y="27370"/>
                  </a:lnTo>
                  <a:lnTo>
                    <a:pt x="119039" y="30375"/>
                  </a:lnTo>
                  <a:lnTo>
                    <a:pt x="114780" y="37864"/>
                  </a:lnTo>
                  <a:lnTo>
                    <a:pt x="112862" y="41237"/>
                  </a:lnTo>
                  <a:lnTo>
                    <a:pt x="112106" y="42541"/>
                  </a:lnTo>
                  <a:lnTo>
                    <a:pt x="111616" y="43387"/>
                  </a:lnTo>
                  <a:lnTo>
                    <a:pt x="111239" y="44036"/>
                  </a:lnTo>
                  <a:lnTo>
                    <a:pt x="110619" y="45106"/>
                  </a:lnTo>
                  <a:lnTo>
                    <a:pt x="108470" y="48813"/>
                  </a:lnTo>
                  <a:lnTo>
                    <a:pt x="108388" y="48954"/>
                  </a:lnTo>
                  <a:lnTo>
                    <a:pt x="106962" y="51414"/>
                  </a:lnTo>
                  <a:lnTo>
                    <a:pt x="106837" y="51630"/>
                  </a:lnTo>
                  <a:lnTo>
                    <a:pt x="105488" y="53824"/>
                  </a:lnTo>
                  <a:lnTo>
                    <a:pt x="105134" y="54400"/>
                  </a:lnTo>
                  <a:lnTo>
                    <a:pt x="104455" y="55507"/>
                  </a:lnTo>
                  <a:lnTo>
                    <a:pt x="103671" y="56670"/>
                  </a:lnTo>
                  <a:lnTo>
                    <a:pt x="102393" y="58566"/>
                  </a:lnTo>
                  <a:lnTo>
                    <a:pt x="101766" y="59496"/>
                  </a:lnTo>
                  <a:lnTo>
                    <a:pt x="101238" y="60236"/>
                  </a:lnTo>
                  <a:lnTo>
                    <a:pt x="98847" y="63581"/>
                  </a:lnTo>
                  <a:lnTo>
                    <a:pt x="98210" y="64448"/>
                  </a:lnTo>
                  <a:lnTo>
                    <a:pt x="97212" y="65479"/>
                  </a:lnTo>
                  <a:lnTo>
                    <a:pt x="97098" y="65608"/>
                  </a:lnTo>
                  <a:lnTo>
                    <a:pt x="96399" y="66395"/>
                  </a:lnTo>
                  <a:lnTo>
                    <a:pt x="96242" y="66572"/>
                  </a:lnTo>
                  <a:lnTo>
                    <a:pt x="95639" y="67146"/>
                  </a:lnTo>
                  <a:lnTo>
                    <a:pt x="91744" y="70620"/>
                  </a:lnTo>
                  <a:lnTo>
                    <a:pt x="91586" y="70760"/>
                  </a:lnTo>
                  <a:lnTo>
                    <a:pt x="87573" y="74011"/>
                  </a:lnTo>
                  <a:lnTo>
                    <a:pt x="82208" y="78357"/>
                  </a:lnTo>
                  <a:lnTo>
                    <a:pt x="81661" y="78817"/>
                  </a:lnTo>
                  <a:lnTo>
                    <a:pt x="80746" y="79586"/>
                  </a:lnTo>
                  <a:lnTo>
                    <a:pt x="80585" y="79721"/>
                  </a:lnTo>
                  <a:lnTo>
                    <a:pt x="79258" y="80836"/>
                  </a:lnTo>
                  <a:lnTo>
                    <a:pt x="83221" y="85776"/>
                  </a:lnTo>
                  <a:lnTo>
                    <a:pt x="83612" y="86262"/>
                  </a:lnTo>
                  <a:lnTo>
                    <a:pt x="84010" y="86759"/>
                  </a:lnTo>
                  <a:lnTo>
                    <a:pt x="84341" y="87160"/>
                  </a:lnTo>
                  <a:lnTo>
                    <a:pt x="84836" y="87761"/>
                  </a:lnTo>
                  <a:lnTo>
                    <a:pt x="85257" y="88271"/>
                  </a:lnTo>
                  <a:lnTo>
                    <a:pt x="85576" y="88659"/>
                  </a:lnTo>
                  <a:lnTo>
                    <a:pt x="86128" y="89328"/>
                  </a:lnTo>
                  <a:lnTo>
                    <a:pt x="87716" y="91254"/>
                  </a:lnTo>
                  <a:lnTo>
                    <a:pt x="89611" y="93554"/>
                  </a:lnTo>
                  <a:lnTo>
                    <a:pt x="88791" y="94143"/>
                  </a:lnTo>
                  <a:lnTo>
                    <a:pt x="87374" y="95160"/>
                  </a:lnTo>
                  <a:lnTo>
                    <a:pt x="87213" y="95276"/>
                  </a:lnTo>
                  <a:lnTo>
                    <a:pt x="86569" y="95738"/>
                  </a:lnTo>
                  <a:lnTo>
                    <a:pt x="85240" y="96692"/>
                  </a:lnTo>
                  <a:lnTo>
                    <a:pt x="84586" y="97161"/>
                  </a:lnTo>
                  <a:lnTo>
                    <a:pt x="83768" y="97749"/>
                  </a:lnTo>
                  <a:lnTo>
                    <a:pt x="83461" y="97970"/>
                  </a:lnTo>
                  <a:lnTo>
                    <a:pt x="83059" y="98258"/>
                  </a:lnTo>
                  <a:lnTo>
                    <a:pt x="82857" y="98414"/>
                  </a:lnTo>
                  <a:lnTo>
                    <a:pt x="82380" y="98782"/>
                  </a:lnTo>
                  <a:lnTo>
                    <a:pt x="81485" y="99472"/>
                  </a:lnTo>
                  <a:lnTo>
                    <a:pt x="81121" y="99753"/>
                  </a:lnTo>
                  <a:lnTo>
                    <a:pt x="80410" y="100301"/>
                  </a:lnTo>
                  <a:lnTo>
                    <a:pt x="80217" y="100450"/>
                  </a:lnTo>
                  <a:lnTo>
                    <a:pt x="79090" y="101319"/>
                  </a:lnTo>
                  <a:lnTo>
                    <a:pt x="78771" y="101566"/>
                  </a:lnTo>
                  <a:lnTo>
                    <a:pt x="78323" y="101911"/>
                  </a:lnTo>
                  <a:lnTo>
                    <a:pt x="78075" y="102103"/>
                  </a:lnTo>
                  <a:lnTo>
                    <a:pt x="77196" y="102781"/>
                  </a:lnTo>
                  <a:lnTo>
                    <a:pt x="76942" y="102976"/>
                  </a:lnTo>
                  <a:lnTo>
                    <a:pt x="76535" y="103290"/>
                  </a:lnTo>
                  <a:lnTo>
                    <a:pt x="75929" y="103757"/>
                  </a:lnTo>
                  <a:lnTo>
                    <a:pt x="74823" y="104611"/>
                  </a:lnTo>
                  <a:lnTo>
                    <a:pt x="74441" y="104905"/>
                  </a:lnTo>
                  <a:lnTo>
                    <a:pt x="73950" y="105284"/>
                  </a:lnTo>
                  <a:lnTo>
                    <a:pt x="73482" y="105645"/>
                  </a:lnTo>
                  <a:lnTo>
                    <a:pt x="73263" y="105814"/>
                  </a:lnTo>
                  <a:lnTo>
                    <a:pt x="72712" y="106239"/>
                  </a:lnTo>
                  <a:lnTo>
                    <a:pt x="71928" y="106844"/>
                  </a:lnTo>
                  <a:lnTo>
                    <a:pt x="71646" y="107061"/>
                  </a:lnTo>
                  <a:lnTo>
                    <a:pt x="71087" y="107492"/>
                  </a:lnTo>
                  <a:lnTo>
                    <a:pt x="70651" y="107851"/>
                  </a:lnTo>
                  <a:lnTo>
                    <a:pt x="70151" y="108351"/>
                  </a:lnTo>
                  <a:lnTo>
                    <a:pt x="69955" y="108547"/>
                  </a:lnTo>
                  <a:lnTo>
                    <a:pt x="69568" y="108934"/>
                  </a:lnTo>
                  <a:lnTo>
                    <a:pt x="69161" y="109341"/>
                  </a:lnTo>
                  <a:lnTo>
                    <a:pt x="68983" y="109519"/>
                  </a:lnTo>
                  <a:lnTo>
                    <a:pt x="68710" y="109792"/>
                  </a:lnTo>
                  <a:lnTo>
                    <a:pt x="68107" y="110395"/>
                  </a:lnTo>
                  <a:lnTo>
                    <a:pt x="67673" y="110829"/>
                  </a:lnTo>
                  <a:lnTo>
                    <a:pt x="67219" y="111283"/>
                  </a:lnTo>
                  <a:lnTo>
                    <a:pt x="62149" y="118514"/>
                  </a:lnTo>
                  <a:lnTo>
                    <a:pt x="61132" y="119964"/>
                  </a:lnTo>
                  <a:lnTo>
                    <a:pt x="60807" y="120427"/>
                  </a:lnTo>
                  <a:lnTo>
                    <a:pt x="59912" y="12170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4" name="pg283"/>
            <p:cNvSpPr/>
            <p:nvPr/>
          </p:nvSpPr>
          <p:spPr>
            <a:xfrm>
              <a:off x="3795409" y="2601031"/>
              <a:ext cx="89665" cy="99500"/>
            </a:xfrm>
            <a:custGeom>
              <a:avLst/>
              <a:pathLst>
                <a:path w="89665" h="99500">
                  <a:moveTo>
                    <a:pt x="62100" y="89369"/>
                  </a:moveTo>
                  <a:lnTo>
                    <a:pt x="61332" y="90645"/>
                  </a:lnTo>
                  <a:lnTo>
                    <a:pt x="60889" y="91323"/>
                  </a:lnTo>
                  <a:lnTo>
                    <a:pt x="60324" y="92192"/>
                  </a:lnTo>
                  <a:lnTo>
                    <a:pt x="60117" y="92509"/>
                  </a:lnTo>
                  <a:lnTo>
                    <a:pt x="60019" y="92660"/>
                  </a:lnTo>
                  <a:lnTo>
                    <a:pt x="59800" y="93015"/>
                  </a:lnTo>
                  <a:lnTo>
                    <a:pt x="59534" y="93446"/>
                  </a:lnTo>
                  <a:lnTo>
                    <a:pt x="59179" y="94021"/>
                  </a:lnTo>
                  <a:lnTo>
                    <a:pt x="58903" y="94468"/>
                  </a:lnTo>
                  <a:lnTo>
                    <a:pt x="58591" y="94974"/>
                  </a:lnTo>
                  <a:lnTo>
                    <a:pt x="58484" y="95147"/>
                  </a:lnTo>
                  <a:lnTo>
                    <a:pt x="57359" y="96971"/>
                  </a:lnTo>
                  <a:lnTo>
                    <a:pt x="57275" y="97107"/>
                  </a:lnTo>
                  <a:lnTo>
                    <a:pt x="56206" y="98840"/>
                  </a:lnTo>
                  <a:lnTo>
                    <a:pt x="56085" y="99035"/>
                  </a:lnTo>
                  <a:lnTo>
                    <a:pt x="55798" y="99500"/>
                  </a:lnTo>
                  <a:lnTo>
                    <a:pt x="55186" y="99089"/>
                  </a:lnTo>
                  <a:lnTo>
                    <a:pt x="50826" y="96165"/>
                  </a:lnTo>
                  <a:lnTo>
                    <a:pt x="43248" y="91362"/>
                  </a:lnTo>
                  <a:lnTo>
                    <a:pt x="43096" y="91265"/>
                  </a:lnTo>
                  <a:lnTo>
                    <a:pt x="40137" y="89379"/>
                  </a:lnTo>
                  <a:lnTo>
                    <a:pt x="39118" y="88726"/>
                  </a:lnTo>
                  <a:lnTo>
                    <a:pt x="38578" y="88379"/>
                  </a:lnTo>
                  <a:lnTo>
                    <a:pt x="38186" y="88120"/>
                  </a:lnTo>
                  <a:lnTo>
                    <a:pt x="37141" y="87430"/>
                  </a:lnTo>
                  <a:lnTo>
                    <a:pt x="36571" y="87053"/>
                  </a:lnTo>
                  <a:lnTo>
                    <a:pt x="35161" y="86121"/>
                  </a:lnTo>
                  <a:lnTo>
                    <a:pt x="33165" y="84457"/>
                  </a:lnTo>
                  <a:lnTo>
                    <a:pt x="32104" y="83572"/>
                  </a:lnTo>
                  <a:lnTo>
                    <a:pt x="31398" y="82983"/>
                  </a:lnTo>
                  <a:lnTo>
                    <a:pt x="30977" y="82631"/>
                  </a:lnTo>
                  <a:lnTo>
                    <a:pt x="30744" y="82437"/>
                  </a:lnTo>
                  <a:lnTo>
                    <a:pt x="29867" y="81705"/>
                  </a:lnTo>
                  <a:lnTo>
                    <a:pt x="28597" y="80647"/>
                  </a:lnTo>
                  <a:lnTo>
                    <a:pt x="27542" y="79767"/>
                  </a:lnTo>
                  <a:lnTo>
                    <a:pt x="27264" y="79535"/>
                  </a:lnTo>
                  <a:lnTo>
                    <a:pt x="26168" y="78620"/>
                  </a:lnTo>
                  <a:lnTo>
                    <a:pt x="25862" y="78366"/>
                  </a:lnTo>
                  <a:lnTo>
                    <a:pt x="23178" y="76127"/>
                  </a:lnTo>
                  <a:lnTo>
                    <a:pt x="21705" y="74899"/>
                  </a:lnTo>
                  <a:lnTo>
                    <a:pt x="20536" y="73909"/>
                  </a:lnTo>
                  <a:lnTo>
                    <a:pt x="20838" y="73471"/>
                  </a:lnTo>
                  <a:lnTo>
                    <a:pt x="22530" y="71014"/>
                  </a:lnTo>
                  <a:lnTo>
                    <a:pt x="23094" y="70195"/>
                  </a:lnTo>
                  <a:lnTo>
                    <a:pt x="22755" y="69956"/>
                  </a:lnTo>
                  <a:lnTo>
                    <a:pt x="22330" y="69655"/>
                  </a:lnTo>
                  <a:lnTo>
                    <a:pt x="21908" y="69357"/>
                  </a:lnTo>
                  <a:lnTo>
                    <a:pt x="21399" y="68998"/>
                  </a:lnTo>
                  <a:lnTo>
                    <a:pt x="20707" y="68510"/>
                  </a:lnTo>
                  <a:lnTo>
                    <a:pt x="20217" y="68164"/>
                  </a:lnTo>
                  <a:lnTo>
                    <a:pt x="18440" y="66909"/>
                  </a:lnTo>
                  <a:lnTo>
                    <a:pt x="18139" y="66697"/>
                  </a:lnTo>
                  <a:lnTo>
                    <a:pt x="17426" y="66308"/>
                  </a:lnTo>
                  <a:lnTo>
                    <a:pt x="16234" y="65658"/>
                  </a:lnTo>
                  <a:lnTo>
                    <a:pt x="15867" y="65458"/>
                  </a:lnTo>
                  <a:lnTo>
                    <a:pt x="15440" y="65225"/>
                  </a:lnTo>
                  <a:lnTo>
                    <a:pt x="14609" y="64773"/>
                  </a:lnTo>
                  <a:lnTo>
                    <a:pt x="13853" y="64300"/>
                  </a:lnTo>
                  <a:lnTo>
                    <a:pt x="13596" y="64138"/>
                  </a:lnTo>
                  <a:lnTo>
                    <a:pt x="13075" y="63813"/>
                  </a:lnTo>
                  <a:lnTo>
                    <a:pt x="11614" y="62899"/>
                  </a:lnTo>
                  <a:lnTo>
                    <a:pt x="11182" y="62629"/>
                  </a:lnTo>
                  <a:lnTo>
                    <a:pt x="10759" y="62364"/>
                  </a:lnTo>
                  <a:lnTo>
                    <a:pt x="10091" y="61946"/>
                  </a:lnTo>
                  <a:lnTo>
                    <a:pt x="8867" y="61180"/>
                  </a:lnTo>
                  <a:lnTo>
                    <a:pt x="6840" y="59912"/>
                  </a:lnTo>
                  <a:lnTo>
                    <a:pt x="3354" y="57731"/>
                  </a:lnTo>
                  <a:lnTo>
                    <a:pt x="2104" y="56949"/>
                  </a:lnTo>
                  <a:lnTo>
                    <a:pt x="1441" y="56534"/>
                  </a:lnTo>
                  <a:lnTo>
                    <a:pt x="770" y="56115"/>
                  </a:lnTo>
                  <a:lnTo>
                    <a:pt x="0" y="55632"/>
                  </a:lnTo>
                  <a:lnTo>
                    <a:pt x="224" y="55258"/>
                  </a:lnTo>
                  <a:lnTo>
                    <a:pt x="1073" y="53841"/>
                  </a:lnTo>
                  <a:lnTo>
                    <a:pt x="1180" y="53663"/>
                  </a:lnTo>
                  <a:lnTo>
                    <a:pt x="1827" y="52581"/>
                  </a:lnTo>
                  <a:lnTo>
                    <a:pt x="3679" y="49712"/>
                  </a:lnTo>
                  <a:lnTo>
                    <a:pt x="3844" y="49456"/>
                  </a:lnTo>
                  <a:lnTo>
                    <a:pt x="6274" y="45691"/>
                  </a:lnTo>
                  <a:lnTo>
                    <a:pt x="8249" y="42630"/>
                  </a:lnTo>
                  <a:lnTo>
                    <a:pt x="8540" y="42179"/>
                  </a:lnTo>
                  <a:lnTo>
                    <a:pt x="12453" y="36115"/>
                  </a:lnTo>
                  <a:lnTo>
                    <a:pt x="12540" y="35975"/>
                  </a:lnTo>
                  <a:lnTo>
                    <a:pt x="13561" y="34331"/>
                  </a:lnTo>
                  <a:lnTo>
                    <a:pt x="13778" y="33982"/>
                  </a:lnTo>
                  <a:lnTo>
                    <a:pt x="14627" y="32865"/>
                  </a:lnTo>
                  <a:lnTo>
                    <a:pt x="14876" y="32536"/>
                  </a:lnTo>
                  <a:lnTo>
                    <a:pt x="15066" y="32286"/>
                  </a:lnTo>
                  <a:lnTo>
                    <a:pt x="15295" y="31946"/>
                  </a:lnTo>
                  <a:lnTo>
                    <a:pt x="15676" y="31377"/>
                  </a:lnTo>
                  <a:lnTo>
                    <a:pt x="15892" y="31055"/>
                  </a:lnTo>
                  <a:lnTo>
                    <a:pt x="16266" y="30498"/>
                  </a:lnTo>
                  <a:lnTo>
                    <a:pt x="17611" y="28491"/>
                  </a:lnTo>
                  <a:lnTo>
                    <a:pt x="18307" y="27327"/>
                  </a:lnTo>
                  <a:lnTo>
                    <a:pt x="18488" y="27026"/>
                  </a:lnTo>
                  <a:lnTo>
                    <a:pt x="20746" y="23362"/>
                  </a:lnTo>
                  <a:lnTo>
                    <a:pt x="21775" y="21691"/>
                  </a:lnTo>
                  <a:lnTo>
                    <a:pt x="21870" y="21540"/>
                  </a:lnTo>
                  <a:lnTo>
                    <a:pt x="21986" y="21356"/>
                  </a:lnTo>
                  <a:lnTo>
                    <a:pt x="24905" y="16704"/>
                  </a:lnTo>
                  <a:lnTo>
                    <a:pt x="25612" y="15578"/>
                  </a:lnTo>
                  <a:lnTo>
                    <a:pt x="26921" y="13491"/>
                  </a:lnTo>
                  <a:lnTo>
                    <a:pt x="27429" y="12683"/>
                  </a:lnTo>
                  <a:lnTo>
                    <a:pt x="27839" y="12028"/>
                  </a:lnTo>
                  <a:lnTo>
                    <a:pt x="28142" y="11547"/>
                  </a:lnTo>
                  <a:lnTo>
                    <a:pt x="28645" y="10744"/>
                  </a:lnTo>
                  <a:lnTo>
                    <a:pt x="30376" y="7987"/>
                  </a:lnTo>
                  <a:lnTo>
                    <a:pt x="30962" y="7054"/>
                  </a:lnTo>
                  <a:lnTo>
                    <a:pt x="31076" y="6859"/>
                  </a:lnTo>
                  <a:lnTo>
                    <a:pt x="31407" y="6299"/>
                  </a:lnTo>
                  <a:lnTo>
                    <a:pt x="31611" y="5953"/>
                  </a:lnTo>
                  <a:lnTo>
                    <a:pt x="32962" y="3753"/>
                  </a:lnTo>
                  <a:lnTo>
                    <a:pt x="33291" y="3218"/>
                  </a:lnTo>
                  <a:lnTo>
                    <a:pt x="33836" y="2330"/>
                  </a:lnTo>
                  <a:lnTo>
                    <a:pt x="34040" y="1997"/>
                  </a:lnTo>
                  <a:lnTo>
                    <a:pt x="35267" y="0"/>
                  </a:lnTo>
                  <a:lnTo>
                    <a:pt x="35405" y="86"/>
                  </a:lnTo>
                  <a:lnTo>
                    <a:pt x="35689" y="264"/>
                  </a:lnTo>
                  <a:lnTo>
                    <a:pt x="36790" y="955"/>
                  </a:lnTo>
                  <a:lnTo>
                    <a:pt x="37208" y="1209"/>
                  </a:lnTo>
                  <a:lnTo>
                    <a:pt x="37825" y="1584"/>
                  </a:lnTo>
                  <a:lnTo>
                    <a:pt x="39398" y="2542"/>
                  </a:lnTo>
                  <a:lnTo>
                    <a:pt x="40370" y="3133"/>
                  </a:lnTo>
                  <a:lnTo>
                    <a:pt x="40632" y="3321"/>
                  </a:lnTo>
                  <a:lnTo>
                    <a:pt x="40933" y="3535"/>
                  </a:lnTo>
                  <a:lnTo>
                    <a:pt x="41141" y="3684"/>
                  </a:lnTo>
                  <a:lnTo>
                    <a:pt x="41481" y="3927"/>
                  </a:lnTo>
                  <a:lnTo>
                    <a:pt x="42570" y="4563"/>
                  </a:lnTo>
                  <a:lnTo>
                    <a:pt x="44053" y="5494"/>
                  </a:lnTo>
                  <a:lnTo>
                    <a:pt x="43937" y="5703"/>
                  </a:lnTo>
                  <a:lnTo>
                    <a:pt x="43703" y="6121"/>
                  </a:lnTo>
                  <a:lnTo>
                    <a:pt x="44653" y="6657"/>
                  </a:lnTo>
                  <a:lnTo>
                    <a:pt x="45293" y="7018"/>
                  </a:lnTo>
                  <a:lnTo>
                    <a:pt x="46735" y="7833"/>
                  </a:lnTo>
                  <a:lnTo>
                    <a:pt x="46905" y="7929"/>
                  </a:lnTo>
                  <a:lnTo>
                    <a:pt x="47695" y="8376"/>
                  </a:lnTo>
                  <a:lnTo>
                    <a:pt x="48340" y="8740"/>
                  </a:lnTo>
                  <a:lnTo>
                    <a:pt x="48690" y="8938"/>
                  </a:lnTo>
                  <a:lnTo>
                    <a:pt x="49704" y="9573"/>
                  </a:lnTo>
                  <a:lnTo>
                    <a:pt x="50493" y="10068"/>
                  </a:lnTo>
                  <a:lnTo>
                    <a:pt x="50652" y="10168"/>
                  </a:lnTo>
                  <a:lnTo>
                    <a:pt x="52637" y="11413"/>
                  </a:lnTo>
                  <a:lnTo>
                    <a:pt x="53044" y="11668"/>
                  </a:lnTo>
                  <a:lnTo>
                    <a:pt x="54480" y="12569"/>
                  </a:lnTo>
                  <a:lnTo>
                    <a:pt x="54956" y="12907"/>
                  </a:lnTo>
                  <a:lnTo>
                    <a:pt x="53905" y="14588"/>
                  </a:lnTo>
                  <a:lnTo>
                    <a:pt x="53418" y="15367"/>
                  </a:lnTo>
                  <a:lnTo>
                    <a:pt x="53818" y="15613"/>
                  </a:lnTo>
                  <a:lnTo>
                    <a:pt x="54431" y="15989"/>
                  </a:lnTo>
                  <a:lnTo>
                    <a:pt x="58052" y="18213"/>
                  </a:lnTo>
                  <a:lnTo>
                    <a:pt x="58130" y="18419"/>
                  </a:lnTo>
                  <a:lnTo>
                    <a:pt x="56383" y="20913"/>
                  </a:lnTo>
                  <a:lnTo>
                    <a:pt x="55479" y="22374"/>
                  </a:lnTo>
                  <a:lnTo>
                    <a:pt x="55288" y="22684"/>
                  </a:lnTo>
                  <a:lnTo>
                    <a:pt x="53105" y="26214"/>
                  </a:lnTo>
                  <a:lnTo>
                    <a:pt x="52712" y="26822"/>
                  </a:lnTo>
                  <a:lnTo>
                    <a:pt x="52382" y="27221"/>
                  </a:lnTo>
                  <a:lnTo>
                    <a:pt x="52766" y="27434"/>
                  </a:lnTo>
                  <a:lnTo>
                    <a:pt x="53183" y="27666"/>
                  </a:lnTo>
                  <a:lnTo>
                    <a:pt x="53625" y="27912"/>
                  </a:lnTo>
                  <a:lnTo>
                    <a:pt x="63003" y="33783"/>
                  </a:lnTo>
                  <a:lnTo>
                    <a:pt x="64356" y="34630"/>
                  </a:lnTo>
                  <a:lnTo>
                    <a:pt x="66591" y="36030"/>
                  </a:lnTo>
                  <a:lnTo>
                    <a:pt x="68477" y="37210"/>
                  </a:lnTo>
                  <a:lnTo>
                    <a:pt x="74160" y="40768"/>
                  </a:lnTo>
                  <a:lnTo>
                    <a:pt x="74312" y="40863"/>
                  </a:lnTo>
                  <a:lnTo>
                    <a:pt x="79869" y="44342"/>
                  </a:lnTo>
                  <a:lnTo>
                    <a:pt x="82025" y="45692"/>
                  </a:lnTo>
                  <a:lnTo>
                    <a:pt x="82799" y="46165"/>
                  </a:lnTo>
                  <a:lnTo>
                    <a:pt x="83017" y="46299"/>
                  </a:lnTo>
                  <a:lnTo>
                    <a:pt x="85424" y="47770"/>
                  </a:lnTo>
                  <a:lnTo>
                    <a:pt x="85695" y="47936"/>
                  </a:lnTo>
                  <a:lnTo>
                    <a:pt x="87173" y="48839"/>
                  </a:lnTo>
                  <a:lnTo>
                    <a:pt x="87397" y="48976"/>
                  </a:lnTo>
                  <a:lnTo>
                    <a:pt x="88499" y="49176"/>
                  </a:lnTo>
                  <a:lnTo>
                    <a:pt x="88946" y="49257"/>
                  </a:lnTo>
                  <a:lnTo>
                    <a:pt x="89665" y="49397"/>
                  </a:lnTo>
                  <a:lnTo>
                    <a:pt x="88387" y="50806"/>
                  </a:lnTo>
                  <a:lnTo>
                    <a:pt x="87801" y="51452"/>
                  </a:lnTo>
                  <a:lnTo>
                    <a:pt x="87050" y="52279"/>
                  </a:lnTo>
                  <a:lnTo>
                    <a:pt x="86680" y="52776"/>
                  </a:lnTo>
                  <a:lnTo>
                    <a:pt x="85960" y="53746"/>
                  </a:lnTo>
                  <a:lnTo>
                    <a:pt x="85507" y="54354"/>
                  </a:lnTo>
                  <a:lnTo>
                    <a:pt x="83430" y="57149"/>
                  </a:lnTo>
                  <a:lnTo>
                    <a:pt x="83121" y="57579"/>
                  </a:lnTo>
                  <a:lnTo>
                    <a:pt x="81206" y="60244"/>
                  </a:lnTo>
                  <a:lnTo>
                    <a:pt x="80511" y="61211"/>
                  </a:lnTo>
                  <a:lnTo>
                    <a:pt x="79923" y="62030"/>
                  </a:lnTo>
                  <a:lnTo>
                    <a:pt x="78320" y="64261"/>
                  </a:lnTo>
                  <a:lnTo>
                    <a:pt x="78114" y="64547"/>
                  </a:lnTo>
                  <a:lnTo>
                    <a:pt x="76448" y="66866"/>
                  </a:lnTo>
                  <a:lnTo>
                    <a:pt x="76205" y="67235"/>
                  </a:lnTo>
                  <a:lnTo>
                    <a:pt x="75019" y="69035"/>
                  </a:lnTo>
                  <a:lnTo>
                    <a:pt x="73837" y="70828"/>
                  </a:lnTo>
                  <a:lnTo>
                    <a:pt x="72918" y="72223"/>
                  </a:lnTo>
                  <a:lnTo>
                    <a:pt x="72574" y="72747"/>
                  </a:lnTo>
                  <a:lnTo>
                    <a:pt x="71334" y="74628"/>
                  </a:lnTo>
                  <a:lnTo>
                    <a:pt x="70659" y="75654"/>
                  </a:lnTo>
                  <a:lnTo>
                    <a:pt x="70573" y="75783"/>
                  </a:lnTo>
                  <a:lnTo>
                    <a:pt x="69570" y="77306"/>
                  </a:lnTo>
                  <a:lnTo>
                    <a:pt x="68988" y="78190"/>
                  </a:lnTo>
                  <a:lnTo>
                    <a:pt x="68290" y="79250"/>
                  </a:lnTo>
                  <a:lnTo>
                    <a:pt x="68103" y="79534"/>
                  </a:lnTo>
                  <a:lnTo>
                    <a:pt x="67985" y="79712"/>
                  </a:lnTo>
                  <a:lnTo>
                    <a:pt x="67709" y="80131"/>
                  </a:lnTo>
                  <a:lnTo>
                    <a:pt x="67241" y="80842"/>
                  </a:lnTo>
                  <a:lnTo>
                    <a:pt x="66311" y="82384"/>
                  </a:lnTo>
                  <a:lnTo>
                    <a:pt x="64320" y="85688"/>
                  </a:lnTo>
                  <a:lnTo>
                    <a:pt x="62440" y="8880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5" name="pg284"/>
            <p:cNvSpPr/>
            <p:nvPr/>
          </p:nvSpPr>
          <p:spPr>
            <a:xfrm>
              <a:off x="3744058" y="2560118"/>
              <a:ext cx="85161" cy="61448"/>
            </a:xfrm>
            <a:custGeom>
              <a:avLst/>
              <a:pathLst>
                <a:path w="85161" h="61448">
                  <a:moveTo>
                    <a:pt x="58203" y="27358"/>
                  </a:moveTo>
                  <a:lnTo>
                    <a:pt x="58998" y="27021"/>
                  </a:lnTo>
                  <a:lnTo>
                    <a:pt x="61015" y="26164"/>
                  </a:lnTo>
                  <a:lnTo>
                    <a:pt x="62606" y="25564"/>
                  </a:lnTo>
                  <a:lnTo>
                    <a:pt x="63132" y="26835"/>
                  </a:lnTo>
                  <a:lnTo>
                    <a:pt x="64649" y="30508"/>
                  </a:lnTo>
                  <a:lnTo>
                    <a:pt x="64765" y="30790"/>
                  </a:lnTo>
                  <a:lnTo>
                    <a:pt x="65553" y="31244"/>
                  </a:lnTo>
                  <a:lnTo>
                    <a:pt x="65879" y="31539"/>
                  </a:lnTo>
                  <a:lnTo>
                    <a:pt x="66687" y="32269"/>
                  </a:lnTo>
                  <a:lnTo>
                    <a:pt x="68840" y="33364"/>
                  </a:lnTo>
                  <a:lnTo>
                    <a:pt x="69033" y="33481"/>
                  </a:lnTo>
                  <a:lnTo>
                    <a:pt x="69700" y="33887"/>
                  </a:lnTo>
                  <a:lnTo>
                    <a:pt x="70713" y="34502"/>
                  </a:lnTo>
                  <a:lnTo>
                    <a:pt x="71307" y="34864"/>
                  </a:lnTo>
                  <a:lnTo>
                    <a:pt x="71662" y="35079"/>
                  </a:lnTo>
                  <a:lnTo>
                    <a:pt x="72049" y="35315"/>
                  </a:lnTo>
                  <a:lnTo>
                    <a:pt x="73812" y="36386"/>
                  </a:lnTo>
                  <a:lnTo>
                    <a:pt x="73999" y="36500"/>
                  </a:lnTo>
                  <a:lnTo>
                    <a:pt x="74332" y="36702"/>
                  </a:lnTo>
                  <a:lnTo>
                    <a:pt x="78077" y="38979"/>
                  </a:lnTo>
                  <a:lnTo>
                    <a:pt x="79649" y="39934"/>
                  </a:lnTo>
                  <a:lnTo>
                    <a:pt x="79907" y="40092"/>
                  </a:lnTo>
                  <a:lnTo>
                    <a:pt x="80181" y="40258"/>
                  </a:lnTo>
                  <a:lnTo>
                    <a:pt x="81034" y="40777"/>
                  </a:lnTo>
                  <a:lnTo>
                    <a:pt x="82330" y="41564"/>
                  </a:lnTo>
                  <a:lnTo>
                    <a:pt x="82673" y="41773"/>
                  </a:lnTo>
                  <a:lnTo>
                    <a:pt x="83085" y="42023"/>
                  </a:lnTo>
                  <a:lnTo>
                    <a:pt x="83481" y="42264"/>
                  </a:lnTo>
                  <a:lnTo>
                    <a:pt x="84279" y="42749"/>
                  </a:lnTo>
                  <a:lnTo>
                    <a:pt x="84507" y="42888"/>
                  </a:lnTo>
                  <a:lnTo>
                    <a:pt x="84675" y="42990"/>
                  </a:lnTo>
                  <a:lnTo>
                    <a:pt x="85161" y="43285"/>
                  </a:lnTo>
                  <a:lnTo>
                    <a:pt x="84641" y="44131"/>
                  </a:lnTo>
                  <a:lnTo>
                    <a:pt x="84313" y="44666"/>
                  </a:lnTo>
                  <a:lnTo>
                    <a:pt x="82961" y="46867"/>
                  </a:lnTo>
                  <a:lnTo>
                    <a:pt x="82757" y="47212"/>
                  </a:lnTo>
                  <a:lnTo>
                    <a:pt x="82427" y="47772"/>
                  </a:lnTo>
                  <a:lnTo>
                    <a:pt x="82312" y="47967"/>
                  </a:lnTo>
                  <a:lnTo>
                    <a:pt x="81726" y="48900"/>
                  </a:lnTo>
                  <a:lnTo>
                    <a:pt x="79996" y="51657"/>
                  </a:lnTo>
                  <a:lnTo>
                    <a:pt x="79492" y="52460"/>
                  </a:lnTo>
                  <a:lnTo>
                    <a:pt x="79146" y="52249"/>
                  </a:lnTo>
                  <a:lnTo>
                    <a:pt x="74937" y="49679"/>
                  </a:lnTo>
                  <a:lnTo>
                    <a:pt x="74240" y="49254"/>
                  </a:lnTo>
                  <a:lnTo>
                    <a:pt x="70712" y="47100"/>
                  </a:lnTo>
                  <a:lnTo>
                    <a:pt x="69860" y="46580"/>
                  </a:lnTo>
                  <a:lnTo>
                    <a:pt x="67095" y="44892"/>
                  </a:lnTo>
                  <a:lnTo>
                    <a:pt x="66104" y="44288"/>
                  </a:lnTo>
                  <a:lnTo>
                    <a:pt x="62959" y="42367"/>
                  </a:lnTo>
                  <a:lnTo>
                    <a:pt x="61658" y="41573"/>
                  </a:lnTo>
                  <a:lnTo>
                    <a:pt x="60827" y="41015"/>
                  </a:lnTo>
                  <a:lnTo>
                    <a:pt x="59566" y="42972"/>
                  </a:lnTo>
                  <a:lnTo>
                    <a:pt x="54487" y="50850"/>
                  </a:lnTo>
                  <a:lnTo>
                    <a:pt x="54065" y="51505"/>
                  </a:lnTo>
                  <a:lnTo>
                    <a:pt x="53878" y="51794"/>
                  </a:lnTo>
                  <a:lnTo>
                    <a:pt x="53209" y="52833"/>
                  </a:lnTo>
                  <a:lnTo>
                    <a:pt x="52840" y="53404"/>
                  </a:lnTo>
                  <a:lnTo>
                    <a:pt x="52659" y="53686"/>
                  </a:lnTo>
                  <a:lnTo>
                    <a:pt x="51835" y="54963"/>
                  </a:lnTo>
                  <a:lnTo>
                    <a:pt x="51608" y="55316"/>
                  </a:lnTo>
                  <a:lnTo>
                    <a:pt x="50987" y="56278"/>
                  </a:lnTo>
                  <a:lnTo>
                    <a:pt x="49199" y="59052"/>
                  </a:lnTo>
                  <a:lnTo>
                    <a:pt x="47858" y="61132"/>
                  </a:lnTo>
                  <a:lnTo>
                    <a:pt x="47653" y="61448"/>
                  </a:lnTo>
                  <a:lnTo>
                    <a:pt x="47404" y="61303"/>
                  </a:lnTo>
                  <a:lnTo>
                    <a:pt x="43462" y="59005"/>
                  </a:lnTo>
                  <a:lnTo>
                    <a:pt x="41298" y="57445"/>
                  </a:lnTo>
                  <a:lnTo>
                    <a:pt x="39678" y="56278"/>
                  </a:lnTo>
                  <a:lnTo>
                    <a:pt x="39060" y="55833"/>
                  </a:lnTo>
                  <a:lnTo>
                    <a:pt x="38458" y="55399"/>
                  </a:lnTo>
                  <a:lnTo>
                    <a:pt x="37402" y="54712"/>
                  </a:lnTo>
                  <a:lnTo>
                    <a:pt x="37165" y="54558"/>
                  </a:lnTo>
                  <a:lnTo>
                    <a:pt x="35351" y="53377"/>
                  </a:lnTo>
                  <a:lnTo>
                    <a:pt x="34060" y="52536"/>
                  </a:lnTo>
                  <a:lnTo>
                    <a:pt x="33229" y="52027"/>
                  </a:lnTo>
                  <a:lnTo>
                    <a:pt x="31958" y="51248"/>
                  </a:lnTo>
                  <a:lnTo>
                    <a:pt x="31689" y="51083"/>
                  </a:lnTo>
                  <a:lnTo>
                    <a:pt x="29547" y="49770"/>
                  </a:lnTo>
                  <a:lnTo>
                    <a:pt x="27779" y="48687"/>
                  </a:lnTo>
                  <a:lnTo>
                    <a:pt x="27589" y="48570"/>
                  </a:lnTo>
                  <a:lnTo>
                    <a:pt x="23949" y="46362"/>
                  </a:lnTo>
                  <a:lnTo>
                    <a:pt x="23667" y="46190"/>
                  </a:lnTo>
                  <a:lnTo>
                    <a:pt x="21288" y="44747"/>
                  </a:lnTo>
                  <a:lnTo>
                    <a:pt x="20084" y="44017"/>
                  </a:lnTo>
                  <a:lnTo>
                    <a:pt x="19887" y="43897"/>
                  </a:lnTo>
                  <a:lnTo>
                    <a:pt x="19677" y="43770"/>
                  </a:lnTo>
                  <a:lnTo>
                    <a:pt x="19102" y="43522"/>
                  </a:lnTo>
                  <a:lnTo>
                    <a:pt x="18954" y="43499"/>
                  </a:lnTo>
                  <a:lnTo>
                    <a:pt x="17074" y="43216"/>
                  </a:lnTo>
                  <a:lnTo>
                    <a:pt x="17083" y="43081"/>
                  </a:lnTo>
                  <a:lnTo>
                    <a:pt x="17378" y="40389"/>
                  </a:lnTo>
                  <a:lnTo>
                    <a:pt x="17783" y="40414"/>
                  </a:lnTo>
                  <a:lnTo>
                    <a:pt x="18827" y="40479"/>
                  </a:lnTo>
                  <a:lnTo>
                    <a:pt x="20346" y="40755"/>
                  </a:lnTo>
                  <a:lnTo>
                    <a:pt x="20473" y="40450"/>
                  </a:lnTo>
                  <a:lnTo>
                    <a:pt x="21306" y="38452"/>
                  </a:lnTo>
                  <a:lnTo>
                    <a:pt x="21459" y="38085"/>
                  </a:lnTo>
                  <a:lnTo>
                    <a:pt x="21855" y="37234"/>
                  </a:lnTo>
                  <a:lnTo>
                    <a:pt x="23126" y="34741"/>
                  </a:lnTo>
                  <a:lnTo>
                    <a:pt x="22720" y="34042"/>
                  </a:lnTo>
                  <a:lnTo>
                    <a:pt x="22274" y="33799"/>
                  </a:lnTo>
                  <a:lnTo>
                    <a:pt x="21915" y="33603"/>
                  </a:lnTo>
                  <a:lnTo>
                    <a:pt x="20625" y="33246"/>
                  </a:lnTo>
                  <a:lnTo>
                    <a:pt x="20498" y="33238"/>
                  </a:lnTo>
                  <a:lnTo>
                    <a:pt x="20346" y="33227"/>
                  </a:lnTo>
                  <a:lnTo>
                    <a:pt x="19268" y="33394"/>
                  </a:lnTo>
                  <a:lnTo>
                    <a:pt x="19211" y="32964"/>
                  </a:lnTo>
                  <a:lnTo>
                    <a:pt x="18985" y="31251"/>
                  </a:lnTo>
                  <a:lnTo>
                    <a:pt x="19542" y="30560"/>
                  </a:lnTo>
                  <a:lnTo>
                    <a:pt x="19961" y="29986"/>
                  </a:lnTo>
                  <a:lnTo>
                    <a:pt x="19784" y="29871"/>
                  </a:lnTo>
                  <a:lnTo>
                    <a:pt x="19338" y="29615"/>
                  </a:lnTo>
                  <a:lnTo>
                    <a:pt x="18875" y="29379"/>
                  </a:lnTo>
                  <a:lnTo>
                    <a:pt x="18103" y="28996"/>
                  </a:lnTo>
                  <a:lnTo>
                    <a:pt x="17447" y="29558"/>
                  </a:lnTo>
                  <a:lnTo>
                    <a:pt x="16552" y="29866"/>
                  </a:lnTo>
                  <a:lnTo>
                    <a:pt x="15826" y="33284"/>
                  </a:lnTo>
                  <a:lnTo>
                    <a:pt x="15627" y="33102"/>
                  </a:lnTo>
                  <a:lnTo>
                    <a:pt x="14639" y="32816"/>
                  </a:lnTo>
                  <a:lnTo>
                    <a:pt x="14107" y="32713"/>
                  </a:lnTo>
                  <a:lnTo>
                    <a:pt x="13724" y="32713"/>
                  </a:lnTo>
                  <a:lnTo>
                    <a:pt x="12327" y="32746"/>
                  </a:lnTo>
                  <a:lnTo>
                    <a:pt x="10721" y="33155"/>
                  </a:lnTo>
                  <a:lnTo>
                    <a:pt x="10401" y="33302"/>
                  </a:lnTo>
                  <a:lnTo>
                    <a:pt x="9519" y="33708"/>
                  </a:lnTo>
                  <a:lnTo>
                    <a:pt x="9232" y="33840"/>
                  </a:lnTo>
                  <a:lnTo>
                    <a:pt x="7989" y="33894"/>
                  </a:lnTo>
                  <a:lnTo>
                    <a:pt x="6666" y="33975"/>
                  </a:lnTo>
                  <a:lnTo>
                    <a:pt x="6244" y="34001"/>
                  </a:lnTo>
                  <a:lnTo>
                    <a:pt x="4484" y="34543"/>
                  </a:lnTo>
                  <a:lnTo>
                    <a:pt x="3134" y="34353"/>
                  </a:lnTo>
                  <a:lnTo>
                    <a:pt x="2812" y="34442"/>
                  </a:lnTo>
                  <a:lnTo>
                    <a:pt x="2668" y="34481"/>
                  </a:lnTo>
                  <a:lnTo>
                    <a:pt x="1776" y="34725"/>
                  </a:lnTo>
                  <a:lnTo>
                    <a:pt x="0" y="34762"/>
                  </a:lnTo>
                  <a:lnTo>
                    <a:pt x="165" y="34479"/>
                  </a:lnTo>
                  <a:lnTo>
                    <a:pt x="711" y="33545"/>
                  </a:lnTo>
                  <a:lnTo>
                    <a:pt x="1099" y="32374"/>
                  </a:lnTo>
                  <a:lnTo>
                    <a:pt x="1777" y="31651"/>
                  </a:lnTo>
                  <a:lnTo>
                    <a:pt x="3509" y="28063"/>
                  </a:lnTo>
                  <a:lnTo>
                    <a:pt x="9455" y="21325"/>
                  </a:lnTo>
                  <a:lnTo>
                    <a:pt x="12433" y="16498"/>
                  </a:lnTo>
                  <a:lnTo>
                    <a:pt x="13578" y="11176"/>
                  </a:lnTo>
                  <a:lnTo>
                    <a:pt x="22614" y="6435"/>
                  </a:lnTo>
                  <a:lnTo>
                    <a:pt x="32991" y="352"/>
                  </a:lnTo>
                  <a:lnTo>
                    <a:pt x="37343" y="0"/>
                  </a:lnTo>
                  <a:lnTo>
                    <a:pt x="41825" y="2488"/>
                  </a:lnTo>
                  <a:lnTo>
                    <a:pt x="41972" y="2910"/>
                  </a:lnTo>
                  <a:lnTo>
                    <a:pt x="42031" y="3082"/>
                  </a:lnTo>
                  <a:lnTo>
                    <a:pt x="42127" y="3373"/>
                  </a:lnTo>
                  <a:lnTo>
                    <a:pt x="42358" y="4078"/>
                  </a:lnTo>
                  <a:lnTo>
                    <a:pt x="42568" y="4719"/>
                  </a:lnTo>
                  <a:lnTo>
                    <a:pt x="42671" y="5102"/>
                  </a:lnTo>
                  <a:lnTo>
                    <a:pt x="43089" y="6645"/>
                  </a:lnTo>
                  <a:lnTo>
                    <a:pt x="43591" y="7542"/>
                  </a:lnTo>
                  <a:lnTo>
                    <a:pt x="43833" y="7975"/>
                  </a:lnTo>
                  <a:lnTo>
                    <a:pt x="44990" y="9294"/>
                  </a:lnTo>
                  <a:lnTo>
                    <a:pt x="45883" y="10434"/>
                  </a:lnTo>
                  <a:lnTo>
                    <a:pt x="46379" y="11032"/>
                  </a:lnTo>
                  <a:lnTo>
                    <a:pt x="46629" y="11333"/>
                  </a:lnTo>
                  <a:lnTo>
                    <a:pt x="46844" y="11592"/>
                  </a:lnTo>
                  <a:lnTo>
                    <a:pt x="47733" y="12663"/>
                  </a:lnTo>
                  <a:lnTo>
                    <a:pt x="48928" y="14248"/>
                  </a:lnTo>
                  <a:lnTo>
                    <a:pt x="49400" y="14841"/>
                  </a:lnTo>
                  <a:lnTo>
                    <a:pt x="49568" y="15053"/>
                  </a:lnTo>
                  <a:lnTo>
                    <a:pt x="49670" y="15182"/>
                  </a:lnTo>
                  <a:lnTo>
                    <a:pt x="50159" y="15942"/>
                  </a:lnTo>
                  <a:lnTo>
                    <a:pt x="50389" y="16300"/>
                  </a:lnTo>
                  <a:lnTo>
                    <a:pt x="50745" y="16852"/>
                  </a:lnTo>
                  <a:lnTo>
                    <a:pt x="51069" y="17356"/>
                  </a:lnTo>
                  <a:lnTo>
                    <a:pt x="51236" y="17615"/>
                  </a:lnTo>
                  <a:lnTo>
                    <a:pt x="51682" y="18186"/>
                  </a:lnTo>
                  <a:lnTo>
                    <a:pt x="51931" y="19553"/>
                  </a:lnTo>
                  <a:lnTo>
                    <a:pt x="53851" y="21938"/>
                  </a:lnTo>
                  <a:lnTo>
                    <a:pt x="54018" y="22144"/>
                  </a:lnTo>
                  <a:lnTo>
                    <a:pt x="54653" y="22943"/>
                  </a:lnTo>
                  <a:lnTo>
                    <a:pt x="55382" y="23862"/>
                  </a:lnTo>
                  <a:lnTo>
                    <a:pt x="55634" y="24174"/>
                  </a:lnTo>
                  <a:lnTo>
                    <a:pt x="56547" y="25305"/>
                  </a:lnTo>
                  <a:lnTo>
                    <a:pt x="56861" y="25695"/>
                  </a:lnTo>
                  <a:lnTo>
                    <a:pt x="57828" y="2689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6" name="pg285"/>
            <p:cNvSpPr/>
            <p:nvPr/>
          </p:nvSpPr>
          <p:spPr>
            <a:xfrm>
              <a:off x="3608011" y="2545573"/>
              <a:ext cx="183699" cy="105262"/>
            </a:xfrm>
            <a:custGeom>
              <a:avLst/>
              <a:pathLst>
                <a:path w="183699" h="105262">
                  <a:moveTo>
                    <a:pt x="24064" y="0"/>
                  </a:moveTo>
                  <a:lnTo>
                    <a:pt x="25913" y="1580"/>
                  </a:lnTo>
                  <a:lnTo>
                    <a:pt x="25257" y="5218"/>
                  </a:lnTo>
                  <a:lnTo>
                    <a:pt x="30582" y="15336"/>
                  </a:lnTo>
                  <a:lnTo>
                    <a:pt x="32506" y="16722"/>
                  </a:lnTo>
                  <a:lnTo>
                    <a:pt x="33624" y="20614"/>
                  </a:lnTo>
                  <a:lnTo>
                    <a:pt x="32864" y="22045"/>
                  </a:lnTo>
                  <a:lnTo>
                    <a:pt x="34296" y="24809"/>
                  </a:lnTo>
                  <a:lnTo>
                    <a:pt x="52557" y="31269"/>
                  </a:lnTo>
                  <a:lnTo>
                    <a:pt x="60190" y="31651"/>
                  </a:lnTo>
                  <a:lnTo>
                    <a:pt x="68301" y="33750"/>
                  </a:lnTo>
                  <a:lnTo>
                    <a:pt x="69542" y="31841"/>
                  </a:lnTo>
                  <a:lnTo>
                    <a:pt x="66584" y="26307"/>
                  </a:lnTo>
                  <a:lnTo>
                    <a:pt x="68376" y="15939"/>
                  </a:lnTo>
                  <a:lnTo>
                    <a:pt x="69970" y="14898"/>
                  </a:lnTo>
                  <a:lnTo>
                    <a:pt x="71748" y="15551"/>
                  </a:lnTo>
                  <a:lnTo>
                    <a:pt x="73263" y="19150"/>
                  </a:lnTo>
                  <a:lnTo>
                    <a:pt x="72882" y="25162"/>
                  </a:lnTo>
                  <a:lnTo>
                    <a:pt x="77557" y="30124"/>
                  </a:lnTo>
                  <a:lnTo>
                    <a:pt x="83664" y="30028"/>
                  </a:lnTo>
                  <a:lnTo>
                    <a:pt x="88913" y="33177"/>
                  </a:lnTo>
                  <a:lnTo>
                    <a:pt x="103417" y="28597"/>
                  </a:lnTo>
                  <a:lnTo>
                    <a:pt x="106680" y="21696"/>
                  </a:lnTo>
                  <a:lnTo>
                    <a:pt x="112610" y="23806"/>
                  </a:lnTo>
                  <a:lnTo>
                    <a:pt x="109619" y="29360"/>
                  </a:lnTo>
                  <a:lnTo>
                    <a:pt x="113341" y="29933"/>
                  </a:lnTo>
                  <a:lnTo>
                    <a:pt x="114009" y="26689"/>
                  </a:lnTo>
                  <a:lnTo>
                    <a:pt x="120879" y="23540"/>
                  </a:lnTo>
                  <a:lnTo>
                    <a:pt x="122501" y="24494"/>
                  </a:lnTo>
                  <a:lnTo>
                    <a:pt x="124643" y="21583"/>
                  </a:lnTo>
                  <a:lnTo>
                    <a:pt x="126139" y="21753"/>
                  </a:lnTo>
                  <a:lnTo>
                    <a:pt x="127834" y="22040"/>
                  </a:lnTo>
                  <a:lnTo>
                    <a:pt x="127368" y="23731"/>
                  </a:lnTo>
                  <a:lnTo>
                    <a:pt x="129276" y="25257"/>
                  </a:lnTo>
                  <a:lnTo>
                    <a:pt x="131662" y="24780"/>
                  </a:lnTo>
                  <a:lnTo>
                    <a:pt x="132270" y="24635"/>
                  </a:lnTo>
                  <a:lnTo>
                    <a:pt x="133714" y="26782"/>
                  </a:lnTo>
                  <a:lnTo>
                    <a:pt x="133475" y="27547"/>
                  </a:lnTo>
                  <a:lnTo>
                    <a:pt x="132330" y="29360"/>
                  </a:lnTo>
                  <a:lnTo>
                    <a:pt x="134047" y="37853"/>
                  </a:lnTo>
                  <a:lnTo>
                    <a:pt x="135765" y="39284"/>
                  </a:lnTo>
                  <a:lnTo>
                    <a:pt x="140441" y="33654"/>
                  </a:lnTo>
                  <a:lnTo>
                    <a:pt x="142158" y="29265"/>
                  </a:lnTo>
                  <a:lnTo>
                    <a:pt x="148480" y="31042"/>
                  </a:lnTo>
                  <a:lnTo>
                    <a:pt x="145502" y="35870"/>
                  </a:lnTo>
                  <a:lnTo>
                    <a:pt x="139556" y="42607"/>
                  </a:lnTo>
                  <a:lnTo>
                    <a:pt x="137824" y="46195"/>
                  </a:lnTo>
                  <a:lnTo>
                    <a:pt x="137146" y="46919"/>
                  </a:lnTo>
                  <a:lnTo>
                    <a:pt x="136758" y="48089"/>
                  </a:lnTo>
                  <a:lnTo>
                    <a:pt x="136212" y="49024"/>
                  </a:lnTo>
                  <a:lnTo>
                    <a:pt x="136046" y="49306"/>
                  </a:lnTo>
                  <a:lnTo>
                    <a:pt x="137823" y="49270"/>
                  </a:lnTo>
                  <a:lnTo>
                    <a:pt x="138715" y="49025"/>
                  </a:lnTo>
                  <a:lnTo>
                    <a:pt x="138859" y="48986"/>
                  </a:lnTo>
                  <a:lnTo>
                    <a:pt x="139181" y="48898"/>
                  </a:lnTo>
                  <a:lnTo>
                    <a:pt x="140530" y="49088"/>
                  </a:lnTo>
                  <a:lnTo>
                    <a:pt x="142411" y="48538"/>
                  </a:lnTo>
                  <a:lnTo>
                    <a:pt x="142713" y="48519"/>
                  </a:lnTo>
                  <a:lnTo>
                    <a:pt x="144036" y="48438"/>
                  </a:lnTo>
                  <a:lnTo>
                    <a:pt x="145279" y="48384"/>
                  </a:lnTo>
                  <a:lnTo>
                    <a:pt x="145566" y="48252"/>
                  </a:lnTo>
                  <a:lnTo>
                    <a:pt x="146448" y="47846"/>
                  </a:lnTo>
                  <a:lnTo>
                    <a:pt x="146768" y="47699"/>
                  </a:lnTo>
                  <a:lnTo>
                    <a:pt x="148494" y="47260"/>
                  </a:lnTo>
                  <a:lnTo>
                    <a:pt x="149836" y="47258"/>
                  </a:lnTo>
                  <a:lnTo>
                    <a:pt x="150154" y="47257"/>
                  </a:lnTo>
                  <a:lnTo>
                    <a:pt x="150686" y="47360"/>
                  </a:lnTo>
                  <a:lnTo>
                    <a:pt x="151674" y="47646"/>
                  </a:lnTo>
                  <a:lnTo>
                    <a:pt x="151873" y="47828"/>
                  </a:lnTo>
                  <a:lnTo>
                    <a:pt x="152599" y="44411"/>
                  </a:lnTo>
                  <a:lnTo>
                    <a:pt x="153494" y="44102"/>
                  </a:lnTo>
                  <a:lnTo>
                    <a:pt x="154150" y="43541"/>
                  </a:lnTo>
                  <a:lnTo>
                    <a:pt x="154922" y="43923"/>
                  </a:lnTo>
                  <a:lnTo>
                    <a:pt x="155385" y="44160"/>
                  </a:lnTo>
                  <a:lnTo>
                    <a:pt x="155830" y="44415"/>
                  </a:lnTo>
                  <a:lnTo>
                    <a:pt x="155985" y="44614"/>
                  </a:lnTo>
                  <a:lnTo>
                    <a:pt x="155589" y="45105"/>
                  </a:lnTo>
                  <a:lnTo>
                    <a:pt x="155031" y="45796"/>
                  </a:lnTo>
                  <a:lnTo>
                    <a:pt x="155258" y="47508"/>
                  </a:lnTo>
                  <a:lnTo>
                    <a:pt x="155351" y="48035"/>
                  </a:lnTo>
                  <a:lnTo>
                    <a:pt x="156393" y="47771"/>
                  </a:lnTo>
                  <a:lnTo>
                    <a:pt x="156545" y="47782"/>
                  </a:lnTo>
                  <a:lnTo>
                    <a:pt x="156672" y="47791"/>
                  </a:lnTo>
                  <a:lnTo>
                    <a:pt x="157962" y="48148"/>
                  </a:lnTo>
                  <a:lnTo>
                    <a:pt x="158321" y="48343"/>
                  </a:lnTo>
                  <a:lnTo>
                    <a:pt x="158767" y="48586"/>
                  </a:lnTo>
                  <a:lnTo>
                    <a:pt x="159169" y="49293"/>
                  </a:lnTo>
                  <a:lnTo>
                    <a:pt x="157902" y="51778"/>
                  </a:lnTo>
                  <a:lnTo>
                    <a:pt x="157474" y="52706"/>
                  </a:lnTo>
                  <a:lnTo>
                    <a:pt x="157353" y="52996"/>
                  </a:lnTo>
                  <a:lnTo>
                    <a:pt x="156520" y="54994"/>
                  </a:lnTo>
                  <a:lnTo>
                    <a:pt x="156393" y="55299"/>
                  </a:lnTo>
                  <a:lnTo>
                    <a:pt x="154874" y="55023"/>
                  </a:lnTo>
                  <a:lnTo>
                    <a:pt x="153830" y="54958"/>
                  </a:lnTo>
                  <a:lnTo>
                    <a:pt x="153299" y="54942"/>
                  </a:lnTo>
                  <a:lnTo>
                    <a:pt x="153130" y="57625"/>
                  </a:lnTo>
                  <a:lnTo>
                    <a:pt x="153121" y="57760"/>
                  </a:lnTo>
                  <a:lnTo>
                    <a:pt x="155001" y="58044"/>
                  </a:lnTo>
                  <a:lnTo>
                    <a:pt x="155267" y="58134"/>
                  </a:lnTo>
                  <a:lnTo>
                    <a:pt x="155724" y="58314"/>
                  </a:lnTo>
                  <a:lnTo>
                    <a:pt x="155934" y="58441"/>
                  </a:lnTo>
                  <a:lnTo>
                    <a:pt x="156131" y="58561"/>
                  </a:lnTo>
                  <a:lnTo>
                    <a:pt x="157335" y="59291"/>
                  </a:lnTo>
                  <a:lnTo>
                    <a:pt x="159714" y="60735"/>
                  </a:lnTo>
                  <a:lnTo>
                    <a:pt x="159996" y="60906"/>
                  </a:lnTo>
                  <a:lnTo>
                    <a:pt x="163636" y="63115"/>
                  </a:lnTo>
                  <a:lnTo>
                    <a:pt x="163826" y="63231"/>
                  </a:lnTo>
                  <a:lnTo>
                    <a:pt x="165593" y="64315"/>
                  </a:lnTo>
                  <a:lnTo>
                    <a:pt x="167736" y="65628"/>
                  </a:lnTo>
                  <a:lnTo>
                    <a:pt x="168005" y="65792"/>
                  </a:lnTo>
                  <a:lnTo>
                    <a:pt x="169276" y="66572"/>
                  </a:lnTo>
                  <a:lnTo>
                    <a:pt x="170107" y="67081"/>
                  </a:lnTo>
                  <a:lnTo>
                    <a:pt x="171398" y="67921"/>
                  </a:lnTo>
                  <a:lnTo>
                    <a:pt x="173212" y="69102"/>
                  </a:lnTo>
                  <a:lnTo>
                    <a:pt x="173449" y="69256"/>
                  </a:lnTo>
                  <a:lnTo>
                    <a:pt x="174505" y="69943"/>
                  </a:lnTo>
                  <a:lnTo>
                    <a:pt x="175107" y="70377"/>
                  </a:lnTo>
                  <a:lnTo>
                    <a:pt x="175725" y="70823"/>
                  </a:lnTo>
                  <a:lnTo>
                    <a:pt x="177459" y="72072"/>
                  </a:lnTo>
                  <a:lnTo>
                    <a:pt x="179589" y="73596"/>
                  </a:lnTo>
                  <a:lnTo>
                    <a:pt x="183451" y="75848"/>
                  </a:lnTo>
                  <a:lnTo>
                    <a:pt x="183699" y="75993"/>
                  </a:lnTo>
                  <a:lnTo>
                    <a:pt x="183562" y="76204"/>
                  </a:lnTo>
                  <a:lnTo>
                    <a:pt x="181428" y="79489"/>
                  </a:lnTo>
                  <a:lnTo>
                    <a:pt x="181335" y="79633"/>
                  </a:lnTo>
                  <a:lnTo>
                    <a:pt x="181250" y="79763"/>
                  </a:lnTo>
                  <a:lnTo>
                    <a:pt x="181142" y="79931"/>
                  </a:lnTo>
                  <a:lnTo>
                    <a:pt x="180922" y="80269"/>
                  </a:lnTo>
                  <a:lnTo>
                    <a:pt x="179322" y="82731"/>
                  </a:lnTo>
                  <a:lnTo>
                    <a:pt x="179085" y="83097"/>
                  </a:lnTo>
                  <a:lnTo>
                    <a:pt x="178767" y="83587"/>
                  </a:lnTo>
                  <a:lnTo>
                    <a:pt x="177583" y="85410"/>
                  </a:lnTo>
                  <a:lnTo>
                    <a:pt x="177386" y="85712"/>
                  </a:lnTo>
                  <a:lnTo>
                    <a:pt x="177175" y="86036"/>
                  </a:lnTo>
                  <a:lnTo>
                    <a:pt x="176481" y="87106"/>
                  </a:lnTo>
                  <a:lnTo>
                    <a:pt x="176246" y="87468"/>
                  </a:lnTo>
                  <a:lnTo>
                    <a:pt x="174274" y="90504"/>
                  </a:lnTo>
                  <a:lnTo>
                    <a:pt x="172560" y="93143"/>
                  </a:lnTo>
                  <a:lnTo>
                    <a:pt x="171488" y="94792"/>
                  </a:lnTo>
                  <a:lnTo>
                    <a:pt x="171321" y="95049"/>
                  </a:lnTo>
                  <a:lnTo>
                    <a:pt x="169626" y="94022"/>
                  </a:lnTo>
                  <a:lnTo>
                    <a:pt x="168720" y="93472"/>
                  </a:lnTo>
                  <a:lnTo>
                    <a:pt x="166502" y="96865"/>
                  </a:lnTo>
                  <a:lnTo>
                    <a:pt x="166296" y="97181"/>
                  </a:lnTo>
                  <a:lnTo>
                    <a:pt x="166805" y="97476"/>
                  </a:lnTo>
                  <a:lnTo>
                    <a:pt x="166243" y="98082"/>
                  </a:lnTo>
                  <a:lnTo>
                    <a:pt x="165591" y="98433"/>
                  </a:lnTo>
                  <a:lnTo>
                    <a:pt x="162364" y="100170"/>
                  </a:lnTo>
                  <a:lnTo>
                    <a:pt x="162225" y="100245"/>
                  </a:lnTo>
                  <a:lnTo>
                    <a:pt x="154710" y="104289"/>
                  </a:lnTo>
                  <a:lnTo>
                    <a:pt x="154639" y="103301"/>
                  </a:lnTo>
                  <a:lnTo>
                    <a:pt x="151894" y="103409"/>
                  </a:lnTo>
                  <a:lnTo>
                    <a:pt x="148902" y="103602"/>
                  </a:lnTo>
                  <a:lnTo>
                    <a:pt x="147427" y="105262"/>
                  </a:lnTo>
                  <a:lnTo>
                    <a:pt x="145369" y="104221"/>
                  </a:lnTo>
                  <a:lnTo>
                    <a:pt x="144782" y="103924"/>
                  </a:lnTo>
                  <a:lnTo>
                    <a:pt x="144623" y="103774"/>
                  </a:lnTo>
                  <a:lnTo>
                    <a:pt x="144212" y="103391"/>
                  </a:lnTo>
                  <a:lnTo>
                    <a:pt x="143414" y="102555"/>
                  </a:lnTo>
                  <a:lnTo>
                    <a:pt x="141040" y="103149"/>
                  </a:lnTo>
                  <a:lnTo>
                    <a:pt x="140891" y="103187"/>
                  </a:lnTo>
                  <a:lnTo>
                    <a:pt x="140229" y="103352"/>
                  </a:lnTo>
                  <a:lnTo>
                    <a:pt x="140076" y="103391"/>
                  </a:lnTo>
                  <a:lnTo>
                    <a:pt x="139437" y="103551"/>
                  </a:lnTo>
                  <a:lnTo>
                    <a:pt x="138953" y="103657"/>
                  </a:lnTo>
                  <a:lnTo>
                    <a:pt x="137690" y="103933"/>
                  </a:lnTo>
                  <a:lnTo>
                    <a:pt x="137765" y="104319"/>
                  </a:lnTo>
                  <a:lnTo>
                    <a:pt x="134849" y="104783"/>
                  </a:lnTo>
                  <a:lnTo>
                    <a:pt x="134054" y="104650"/>
                  </a:lnTo>
                  <a:lnTo>
                    <a:pt x="132370" y="103792"/>
                  </a:lnTo>
                  <a:lnTo>
                    <a:pt x="127559" y="91385"/>
                  </a:lnTo>
                  <a:lnTo>
                    <a:pt x="129753" y="87759"/>
                  </a:lnTo>
                  <a:lnTo>
                    <a:pt x="127463" y="84133"/>
                  </a:lnTo>
                  <a:lnTo>
                    <a:pt x="123074" y="88141"/>
                  </a:lnTo>
                  <a:lnTo>
                    <a:pt x="121547" y="92148"/>
                  </a:lnTo>
                  <a:lnTo>
                    <a:pt x="117921" y="92435"/>
                  </a:lnTo>
                  <a:lnTo>
                    <a:pt x="116043" y="93115"/>
                  </a:lnTo>
                  <a:lnTo>
                    <a:pt x="113217" y="91113"/>
                  </a:lnTo>
                  <a:lnTo>
                    <a:pt x="112291" y="85469"/>
                  </a:lnTo>
                  <a:lnTo>
                    <a:pt x="117158" y="79553"/>
                  </a:lnTo>
                  <a:lnTo>
                    <a:pt x="114200" y="77167"/>
                  </a:lnTo>
                  <a:lnTo>
                    <a:pt x="115249" y="75640"/>
                  </a:lnTo>
                  <a:lnTo>
                    <a:pt x="105802" y="73159"/>
                  </a:lnTo>
                  <a:lnTo>
                    <a:pt x="101413" y="67816"/>
                  </a:lnTo>
                  <a:lnTo>
                    <a:pt x="106566" y="64571"/>
                  </a:lnTo>
                  <a:lnTo>
                    <a:pt x="103035" y="61232"/>
                  </a:lnTo>
                  <a:lnTo>
                    <a:pt x="100077" y="63426"/>
                  </a:lnTo>
                  <a:lnTo>
                    <a:pt x="95115" y="61041"/>
                  </a:lnTo>
                  <a:lnTo>
                    <a:pt x="92252" y="67052"/>
                  </a:lnTo>
                  <a:lnTo>
                    <a:pt x="88531" y="67434"/>
                  </a:lnTo>
                  <a:lnTo>
                    <a:pt x="88531" y="61995"/>
                  </a:lnTo>
                  <a:lnTo>
                    <a:pt x="85954" y="62854"/>
                  </a:lnTo>
                  <a:lnTo>
                    <a:pt x="81660" y="63999"/>
                  </a:lnTo>
                  <a:lnTo>
                    <a:pt x="79845" y="67629"/>
                  </a:lnTo>
                  <a:lnTo>
                    <a:pt x="74571" y="63918"/>
                  </a:lnTo>
                  <a:lnTo>
                    <a:pt x="73883" y="63047"/>
                  </a:lnTo>
                  <a:lnTo>
                    <a:pt x="75649" y="59705"/>
                  </a:lnTo>
                  <a:lnTo>
                    <a:pt x="74313" y="57319"/>
                  </a:lnTo>
                  <a:lnTo>
                    <a:pt x="78225" y="54361"/>
                  </a:lnTo>
                  <a:lnTo>
                    <a:pt x="71450" y="50640"/>
                  </a:lnTo>
                  <a:lnTo>
                    <a:pt x="75363" y="45010"/>
                  </a:lnTo>
                  <a:lnTo>
                    <a:pt x="74599" y="43006"/>
                  </a:lnTo>
                  <a:lnTo>
                    <a:pt x="70591" y="43006"/>
                  </a:lnTo>
                  <a:lnTo>
                    <a:pt x="65916" y="42815"/>
                  </a:lnTo>
                  <a:lnTo>
                    <a:pt x="61526" y="40811"/>
                  </a:lnTo>
                  <a:lnTo>
                    <a:pt x="58055" y="43001"/>
                  </a:lnTo>
                  <a:lnTo>
                    <a:pt x="57336" y="42090"/>
                  </a:lnTo>
                  <a:lnTo>
                    <a:pt x="33409" y="36845"/>
                  </a:lnTo>
                  <a:lnTo>
                    <a:pt x="31859" y="35192"/>
                  </a:lnTo>
                  <a:lnTo>
                    <a:pt x="31000" y="34030"/>
                  </a:lnTo>
                  <a:lnTo>
                    <a:pt x="30374" y="31865"/>
                  </a:lnTo>
                  <a:lnTo>
                    <a:pt x="29551" y="31578"/>
                  </a:lnTo>
                  <a:lnTo>
                    <a:pt x="29443" y="31006"/>
                  </a:lnTo>
                  <a:lnTo>
                    <a:pt x="29604" y="28984"/>
                  </a:lnTo>
                  <a:lnTo>
                    <a:pt x="25668" y="28054"/>
                  </a:lnTo>
                  <a:lnTo>
                    <a:pt x="21821" y="27535"/>
                  </a:lnTo>
                  <a:lnTo>
                    <a:pt x="18225" y="28000"/>
                  </a:lnTo>
                  <a:lnTo>
                    <a:pt x="15058" y="28913"/>
                  </a:lnTo>
                  <a:lnTo>
                    <a:pt x="14665" y="29449"/>
                  </a:lnTo>
                  <a:lnTo>
                    <a:pt x="14897" y="30684"/>
                  </a:lnTo>
                  <a:lnTo>
                    <a:pt x="14772" y="31077"/>
                  </a:lnTo>
                  <a:lnTo>
                    <a:pt x="14522" y="31238"/>
                  </a:lnTo>
                  <a:lnTo>
                    <a:pt x="13555" y="31739"/>
                  </a:lnTo>
                  <a:lnTo>
                    <a:pt x="13126" y="32276"/>
                  </a:lnTo>
                  <a:lnTo>
                    <a:pt x="12911" y="33028"/>
                  </a:lnTo>
                  <a:lnTo>
                    <a:pt x="12464" y="33517"/>
                  </a:lnTo>
                  <a:lnTo>
                    <a:pt x="11331" y="33874"/>
                  </a:lnTo>
                  <a:lnTo>
                    <a:pt x="10854" y="35634"/>
                  </a:lnTo>
                  <a:lnTo>
                    <a:pt x="8737" y="35783"/>
                  </a:lnTo>
                  <a:lnTo>
                    <a:pt x="7156" y="35306"/>
                  </a:lnTo>
                  <a:lnTo>
                    <a:pt x="5963" y="34441"/>
                  </a:lnTo>
                  <a:lnTo>
                    <a:pt x="4622" y="34709"/>
                  </a:lnTo>
                  <a:lnTo>
                    <a:pt x="3727" y="35485"/>
                  </a:lnTo>
                  <a:lnTo>
                    <a:pt x="2564" y="37572"/>
                  </a:lnTo>
                  <a:lnTo>
                    <a:pt x="536" y="37453"/>
                  </a:lnTo>
                  <a:lnTo>
                    <a:pt x="894" y="34501"/>
                  </a:lnTo>
                  <a:lnTo>
                    <a:pt x="0" y="33010"/>
                  </a:lnTo>
                  <a:lnTo>
                    <a:pt x="238" y="30893"/>
                  </a:lnTo>
                  <a:lnTo>
                    <a:pt x="1461" y="28507"/>
                  </a:lnTo>
                  <a:lnTo>
                    <a:pt x="3608" y="27076"/>
                  </a:lnTo>
                  <a:lnTo>
                    <a:pt x="6828" y="26330"/>
                  </a:lnTo>
                  <a:lnTo>
                    <a:pt x="10138" y="25525"/>
                  </a:lnTo>
                  <a:lnTo>
                    <a:pt x="12792" y="22901"/>
                  </a:lnTo>
                  <a:lnTo>
                    <a:pt x="16788" y="21768"/>
                  </a:lnTo>
                  <a:lnTo>
                    <a:pt x="19710" y="23646"/>
                  </a:lnTo>
                  <a:lnTo>
                    <a:pt x="21499" y="23915"/>
                  </a:lnTo>
                  <a:lnTo>
                    <a:pt x="24660" y="24929"/>
                  </a:lnTo>
                  <a:lnTo>
                    <a:pt x="30117" y="26121"/>
                  </a:lnTo>
                  <a:lnTo>
                    <a:pt x="30991" y="25830"/>
                  </a:lnTo>
                  <a:lnTo>
                    <a:pt x="28626" y="22245"/>
                  </a:lnTo>
                  <a:lnTo>
                    <a:pt x="26927" y="22692"/>
                  </a:lnTo>
                  <a:lnTo>
                    <a:pt x="25853" y="22394"/>
                  </a:lnTo>
                  <a:lnTo>
                    <a:pt x="24064" y="19114"/>
                  </a:lnTo>
                  <a:lnTo>
                    <a:pt x="21678" y="13418"/>
                  </a:lnTo>
                  <a:lnTo>
                    <a:pt x="18010" y="7753"/>
                  </a:lnTo>
                  <a:lnTo>
                    <a:pt x="14671" y="2117"/>
                  </a:lnTo>
                  <a:lnTo>
                    <a:pt x="16072" y="984"/>
                  </a:lnTo>
                  <a:lnTo>
                    <a:pt x="18547" y="805"/>
                  </a:lnTo>
                  <a:lnTo>
                    <a:pt x="19531" y="387"/>
                  </a:lnTo>
                  <a:lnTo>
                    <a:pt x="20605" y="357"/>
                  </a:lnTo>
                  <a:lnTo>
                    <a:pt x="22006" y="83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7" name="pg286"/>
            <p:cNvSpPr/>
            <p:nvPr/>
          </p:nvSpPr>
          <p:spPr>
            <a:xfrm>
              <a:off x="3725132" y="2601133"/>
              <a:ext cx="98385" cy="85772"/>
            </a:xfrm>
            <a:custGeom>
              <a:avLst/>
              <a:pathLst>
                <a:path w="98385" h="85772">
                  <a:moveTo>
                    <a:pt x="82730" y="36013"/>
                  </a:moveTo>
                  <a:lnTo>
                    <a:pt x="78817" y="42076"/>
                  </a:lnTo>
                  <a:lnTo>
                    <a:pt x="78526" y="42527"/>
                  </a:lnTo>
                  <a:lnTo>
                    <a:pt x="76550" y="45589"/>
                  </a:lnTo>
                  <a:lnTo>
                    <a:pt x="74121" y="49353"/>
                  </a:lnTo>
                  <a:lnTo>
                    <a:pt x="73956" y="49609"/>
                  </a:lnTo>
                  <a:lnTo>
                    <a:pt x="72104" y="52479"/>
                  </a:lnTo>
                  <a:lnTo>
                    <a:pt x="71456" y="53560"/>
                  </a:lnTo>
                  <a:lnTo>
                    <a:pt x="71345" y="53746"/>
                  </a:lnTo>
                  <a:lnTo>
                    <a:pt x="70500" y="55156"/>
                  </a:lnTo>
                  <a:lnTo>
                    <a:pt x="70276" y="55530"/>
                  </a:lnTo>
                  <a:lnTo>
                    <a:pt x="69570" y="56672"/>
                  </a:lnTo>
                  <a:lnTo>
                    <a:pt x="67312" y="60323"/>
                  </a:lnTo>
                  <a:lnTo>
                    <a:pt x="64295" y="58589"/>
                  </a:lnTo>
                  <a:lnTo>
                    <a:pt x="62585" y="57608"/>
                  </a:lnTo>
                  <a:lnTo>
                    <a:pt x="62404" y="57504"/>
                  </a:lnTo>
                  <a:lnTo>
                    <a:pt x="60062" y="57098"/>
                  </a:lnTo>
                  <a:lnTo>
                    <a:pt x="57372" y="56951"/>
                  </a:lnTo>
                  <a:lnTo>
                    <a:pt x="56062" y="56879"/>
                  </a:lnTo>
                  <a:lnTo>
                    <a:pt x="56352" y="58803"/>
                  </a:lnTo>
                  <a:lnTo>
                    <a:pt x="56187" y="59092"/>
                  </a:lnTo>
                  <a:lnTo>
                    <a:pt x="55548" y="60033"/>
                  </a:lnTo>
                  <a:lnTo>
                    <a:pt x="54961" y="60898"/>
                  </a:lnTo>
                  <a:lnTo>
                    <a:pt x="54589" y="61445"/>
                  </a:lnTo>
                  <a:lnTo>
                    <a:pt x="53003" y="63874"/>
                  </a:lnTo>
                  <a:lnTo>
                    <a:pt x="52747" y="64071"/>
                  </a:lnTo>
                  <a:lnTo>
                    <a:pt x="51711" y="64867"/>
                  </a:lnTo>
                  <a:lnTo>
                    <a:pt x="50398" y="65875"/>
                  </a:lnTo>
                  <a:lnTo>
                    <a:pt x="50182" y="66039"/>
                  </a:lnTo>
                  <a:lnTo>
                    <a:pt x="49283" y="66707"/>
                  </a:lnTo>
                  <a:lnTo>
                    <a:pt x="49014" y="66907"/>
                  </a:lnTo>
                  <a:lnTo>
                    <a:pt x="48829" y="67044"/>
                  </a:lnTo>
                  <a:lnTo>
                    <a:pt x="47830" y="65962"/>
                  </a:lnTo>
                  <a:lnTo>
                    <a:pt x="47693" y="65814"/>
                  </a:lnTo>
                  <a:lnTo>
                    <a:pt x="46854" y="67343"/>
                  </a:lnTo>
                  <a:lnTo>
                    <a:pt x="45687" y="69643"/>
                  </a:lnTo>
                  <a:lnTo>
                    <a:pt x="46494" y="70034"/>
                  </a:lnTo>
                  <a:lnTo>
                    <a:pt x="47262" y="70406"/>
                  </a:lnTo>
                  <a:lnTo>
                    <a:pt x="46666" y="70518"/>
                  </a:lnTo>
                  <a:lnTo>
                    <a:pt x="47104" y="71757"/>
                  </a:lnTo>
                  <a:lnTo>
                    <a:pt x="47113" y="75283"/>
                  </a:lnTo>
                  <a:lnTo>
                    <a:pt x="47070" y="75787"/>
                  </a:lnTo>
                  <a:lnTo>
                    <a:pt x="49956" y="75922"/>
                  </a:lnTo>
                  <a:lnTo>
                    <a:pt x="50015" y="77573"/>
                  </a:lnTo>
                  <a:lnTo>
                    <a:pt x="49469" y="78096"/>
                  </a:lnTo>
                  <a:lnTo>
                    <a:pt x="49092" y="77616"/>
                  </a:lnTo>
                  <a:lnTo>
                    <a:pt x="48204" y="79178"/>
                  </a:lnTo>
                  <a:lnTo>
                    <a:pt x="48150" y="79313"/>
                  </a:lnTo>
                  <a:lnTo>
                    <a:pt x="47886" y="79968"/>
                  </a:lnTo>
                  <a:lnTo>
                    <a:pt x="47453" y="81040"/>
                  </a:lnTo>
                  <a:lnTo>
                    <a:pt x="47115" y="81881"/>
                  </a:lnTo>
                  <a:lnTo>
                    <a:pt x="44192" y="85772"/>
                  </a:lnTo>
                  <a:lnTo>
                    <a:pt x="43130" y="84980"/>
                  </a:lnTo>
                  <a:lnTo>
                    <a:pt x="42146" y="84246"/>
                  </a:lnTo>
                  <a:lnTo>
                    <a:pt x="41050" y="83428"/>
                  </a:lnTo>
                  <a:lnTo>
                    <a:pt x="40752" y="83226"/>
                  </a:lnTo>
                  <a:lnTo>
                    <a:pt x="40355" y="83044"/>
                  </a:lnTo>
                  <a:lnTo>
                    <a:pt x="38959" y="82402"/>
                  </a:lnTo>
                  <a:lnTo>
                    <a:pt x="38759" y="82401"/>
                  </a:lnTo>
                  <a:lnTo>
                    <a:pt x="37319" y="82387"/>
                  </a:lnTo>
                  <a:lnTo>
                    <a:pt x="35485" y="82283"/>
                  </a:lnTo>
                  <a:lnTo>
                    <a:pt x="34730" y="82053"/>
                  </a:lnTo>
                  <a:lnTo>
                    <a:pt x="34582" y="81724"/>
                  </a:lnTo>
                  <a:lnTo>
                    <a:pt x="34432" y="81570"/>
                  </a:lnTo>
                  <a:lnTo>
                    <a:pt x="33576" y="80690"/>
                  </a:lnTo>
                  <a:lnTo>
                    <a:pt x="32876" y="79971"/>
                  </a:lnTo>
                  <a:lnTo>
                    <a:pt x="30889" y="77929"/>
                  </a:lnTo>
                  <a:lnTo>
                    <a:pt x="29789" y="76799"/>
                  </a:lnTo>
                  <a:lnTo>
                    <a:pt x="29059" y="76049"/>
                  </a:lnTo>
                  <a:lnTo>
                    <a:pt x="28642" y="75736"/>
                  </a:lnTo>
                  <a:lnTo>
                    <a:pt x="28150" y="75542"/>
                  </a:lnTo>
                  <a:lnTo>
                    <a:pt x="27121" y="75199"/>
                  </a:lnTo>
                  <a:lnTo>
                    <a:pt x="23909" y="74237"/>
                  </a:lnTo>
                  <a:lnTo>
                    <a:pt x="23631" y="75615"/>
                  </a:lnTo>
                  <a:lnTo>
                    <a:pt x="19682" y="74892"/>
                  </a:lnTo>
                  <a:lnTo>
                    <a:pt x="16038" y="73459"/>
                  </a:lnTo>
                  <a:lnTo>
                    <a:pt x="13751" y="72271"/>
                  </a:lnTo>
                  <a:lnTo>
                    <a:pt x="10873" y="70616"/>
                  </a:lnTo>
                  <a:lnTo>
                    <a:pt x="9412" y="69348"/>
                  </a:lnTo>
                  <a:lnTo>
                    <a:pt x="8696" y="69020"/>
                  </a:lnTo>
                  <a:lnTo>
                    <a:pt x="7101" y="68558"/>
                  </a:lnTo>
                  <a:lnTo>
                    <a:pt x="5953" y="68364"/>
                  </a:lnTo>
                  <a:lnTo>
                    <a:pt x="4027" y="68493"/>
                  </a:lnTo>
                  <a:lnTo>
                    <a:pt x="2980" y="69393"/>
                  </a:lnTo>
                  <a:lnTo>
                    <a:pt x="1826" y="69505"/>
                  </a:lnTo>
                  <a:lnTo>
                    <a:pt x="1523" y="69535"/>
                  </a:lnTo>
                  <a:lnTo>
                    <a:pt x="522" y="69564"/>
                  </a:lnTo>
                  <a:lnTo>
                    <a:pt x="0" y="69579"/>
                  </a:lnTo>
                  <a:lnTo>
                    <a:pt x="0" y="68601"/>
                  </a:lnTo>
                  <a:lnTo>
                    <a:pt x="429" y="67575"/>
                  </a:lnTo>
                  <a:lnTo>
                    <a:pt x="4989" y="67409"/>
                  </a:lnTo>
                  <a:lnTo>
                    <a:pt x="5371" y="65977"/>
                  </a:lnTo>
                  <a:lnTo>
                    <a:pt x="8806" y="66168"/>
                  </a:lnTo>
                  <a:lnTo>
                    <a:pt x="14436" y="68697"/>
                  </a:lnTo>
                  <a:lnTo>
                    <a:pt x="20257" y="69747"/>
                  </a:lnTo>
                  <a:lnTo>
                    <a:pt x="20638" y="66788"/>
                  </a:lnTo>
                  <a:lnTo>
                    <a:pt x="17919" y="65023"/>
                  </a:lnTo>
                  <a:lnTo>
                    <a:pt x="17346" y="65500"/>
                  </a:lnTo>
                  <a:lnTo>
                    <a:pt x="12050" y="64928"/>
                  </a:lnTo>
                  <a:lnTo>
                    <a:pt x="7756" y="63306"/>
                  </a:lnTo>
                  <a:lnTo>
                    <a:pt x="11478" y="56483"/>
                  </a:lnTo>
                  <a:lnTo>
                    <a:pt x="9617" y="53477"/>
                  </a:lnTo>
                  <a:lnTo>
                    <a:pt x="10142" y="51473"/>
                  </a:lnTo>
                  <a:lnTo>
                    <a:pt x="8024" y="50238"/>
                  </a:lnTo>
                  <a:lnTo>
                    <a:pt x="8170" y="49879"/>
                  </a:lnTo>
                  <a:lnTo>
                    <a:pt x="10780" y="45954"/>
                  </a:lnTo>
                  <a:lnTo>
                    <a:pt x="15249" y="48232"/>
                  </a:lnTo>
                  <a:lnTo>
                    <a:pt x="16934" y="49090"/>
                  </a:lnTo>
                  <a:lnTo>
                    <a:pt x="17729" y="49223"/>
                  </a:lnTo>
                  <a:lnTo>
                    <a:pt x="20644" y="48759"/>
                  </a:lnTo>
                  <a:lnTo>
                    <a:pt x="20647" y="48356"/>
                  </a:lnTo>
                  <a:lnTo>
                    <a:pt x="21832" y="48097"/>
                  </a:lnTo>
                  <a:lnTo>
                    <a:pt x="22316" y="47991"/>
                  </a:lnTo>
                  <a:lnTo>
                    <a:pt x="22955" y="47831"/>
                  </a:lnTo>
                  <a:lnTo>
                    <a:pt x="23108" y="47792"/>
                  </a:lnTo>
                  <a:lnTo>
                    <a:pt x="23770" y="47627"/>
                  </a:lnTo>
                  <a:lnTo>
                    <a:pt x="23919" y="47589"/>
                  </a:lnTo>
                  <a:lnTo>
                    <a:pt x="26305" y="47096"/>
                  </a:lnTo>
                  <a:lnTo>
                    <a:pt x="27091" y="47831"/>
                  </a:lnTo>
                  <a:lnTo>
                    <a:pt x="27502" y="48214"/>
                  </a:lnTo>
                  <a:lnTo>
                    <a:pt x="27662" y="48364"/>
                  </a:lnTo>
                  <a:lnTo>
                    <a:pt x="28249" y="48661"/>
                  </a:lnTo>
                  <a:lnTo>
                    <a:pt x="30310" y="49698"/>
                  </a:lnTo>
                  <a:lnTo>
                    <a:pt x="31782" y="48042"/>
                  </a:lnTo>
                  <a:lnTo>
                    <a:pt x="34774" y="47849"/>
                  </a:lnTo>
                  <a:lnTo>
                    <a:pt x="37518" y="47741"/>
                  </a:lnTo>
                  <a:lnTo>
                    <a:pt x="37589" y="48729"/>
                  </a:lnTo>
                  <a:lnTo>
                    <a:pt x="45104" y="44685"/>
                  </a:lnTo>
                  <a:lnTo>
                    <a:pt x="45243" y="44610"/>
                  </a:lnTo>
                  <a:lnTo>
                    <a:pt x="48470" y="42873"/>
                  </a:lnTo>
                  <a:lnTo>
                    <a:pt x="49123" y="42522"/>
                  </a:lnTo>
                  <a:lnTo>
                    <a:pt x="49585" y="41859"/>
                  </a:lnTo>
                  <a:lnTo>
                    <a:pt x="49175" y="41621"/>
                  </a:lnTo>
                  <a:lnTo>
                    <a:pt x="49382" y="41305"/>
                  </a:lnTo>
                  <a:lnTo>
                    <a:pt x="51648" y="37942"/>
                  </a:lnTo>
                  <a:lnTo>
                    <a:pt x="52568" y="38499"/>
                  </a:lnTo>
                  <a:lnTo>
                    <a:pt x="54201" y="39489"/>
                  </a:lnTo>
                  <a:lnTo>
                    <a:pt x="54368" y="39232"/>
                  </a:lnTo>
                  <a:lnTo>
                    <a:pt x="55439" y="37583"/>
                  </a:lnTo>
                  <a:lnTo>
                    <a:pt x="57153" y="34944"/>
                  </a:lnTo>
                  <a:lnTo>
                    <a:pt x="59125" y="31908"/>
                  </a:lnTo>
                  <a:lnTo>
                    <a:pt x="59360" y="31546"/>
                  </a:lnTo>
                  <a:lnTo>
                    <a:pt x="60055" y="30476"/>
                  </a:lnTo>
                  <a:lnTo>
                    <a:pt x="60266" y="30152"/>
                  </a:lnTo>
                  <a:lnTo>
                    <a:pt x="60462" y="29850"/>
                  </a:lnTo>
                  <a:lnTo>
                    <a:pt x="61646" y="28027"/>
                  </a:lnTo>
                  <a:lnTo>
                    <a:pt x="61964" y="27537"/>
                  </a:lnTo>
                  <a:lnTo>
                    <a:pt x="62202" y="27171"/>
                  </a:lnTo>
                  <a:lnTo>
                    <a:pt x="63801" y="24708"/>
                  </a:lnTo>
                  <a:lnTo>
                    <a:pt x="64021" y="24371"/>
                  </a:lnTo>
                  <a:lnTo>
                    <a:pt x="64130" y="24203"/>
                  </a:lnTo>
                  <a:lnTo>
                    <a:pt x="64214" y="24073"/>
                  </a:lnTo>
                  <a:lnTo>
                    <a:pt x="64313" y="23921"/>
                  </a:lnTo>
                  <a:lnTo>
                    <a:pt x="66441" y="20644"/>
                  </a:lnTo>
                  <a:lnTo>
                    <a:pt x="66620" y="20370"/>
                  </a:lnTo>
                  <a:lnTo>
                    <a:pt x="66784" y="20116"/>
                  </a:lnTo>
                  <a:lnTo>
                    <a:pt x="68176" y="17957"/>
                  </a:lnTo>
                  <a:lnTo>
                    <a:pt x="69913" y="15263"/>
                  </a:lnTo>
                  <a:lnTo>
                    <a:pt x="70592" y="14210"/>
                  </a:lnTo>
                  <a:lnTo>
                    <a:pt x="70761" y="13948"/>
                  </a:lnTo>
                  <a:lnTo>
                    <a:pt x="71585" y="12670"/>
                  </a:lnTo>
                  <a:lnTo>
                    <a:pt x="71767" y="12388"/>
                  </a:lnTo>
                  <a:lnTo>
                    <a:pt x="72135" y="11817"/>
                  </a:lnTo>
                  <a:lnTo>
                    <a:pt x="72805" y="10778"/>
                  </a:lnTo>
                  <a:lnTo>
                    <a:pt x="72991" y="10489"/>
                  </a:lnTo>
                  <a:lnTo>
                    <a:pt x="73413" y="9835"/>
                  </a:lnTo>
                  <a:lnTo>
                    <a:pt x="78492" y="1956"/>
                  </a:lnTo>
                  <a:lnTo>
                    <a:pt x="79754" y="0"/>
                  </a:lnTo>
                  <a:lnTo>
                    <a:pt x="80585" y="558"/>
                  </a:lnTo>
                  <a:lnTo>
                    <a:pt x="81885" y="1352"/>
                  </a:lnTo>
                  <a:lnTo>
                    <a:pt x="85030" y="3272"/>
                  </a:lnTo>
                  <a:lnTo>
                    <a:pt x="86021" y="3876"/>
                  </a:lnTo>
                  <a:lnTo>
                    <a:pt x="88786" y="5565"/>
                  </a:lnTo>
                  <a:lnTo>
                    <a:pt x="89638" y="6085"/>
                  </a:lnTo>
                  <a:lnTo>
                    <a:pt x="93166" y="8239"/>
                  </a:lnTo>
                  <a:lnTo>
                    <a:pt x="93863" y="8664"/>
                  </a:lnTo>
                  <a:lnTo>
                    <a:pt x="98072" y="11233"/>
                  </a:lnTo>
                  <a:lnTo>
                    <a:pt x="98385" y="11498"/>
                  </a:lnTo>
                  <a:lnTo>
                    <a:pt x="98116" y="11926"/>
                  </a:lnTo>
                  <a:lnTo>
                    <a:pt x="97705" y="12581"/>
                  </a:lnTo>
                  <a:lnTo>
                    <a:pt x="97198" y="13389"/>
                  </a:lnTo>
                  <a:lnTo>
                    <a:pt x="95889" y="15475"/>
                  </a:lnTo>
                  <a:lnTo>
                    <a:pt x="95182" y="16601"/>
                  </a:lnTo>
                  <a:lnTo>
                    <a:pt x="92254" y="21267"/>
                  </a:lnTo>
                  <a:lnTo>
                    <a:pt x="92147" y="21437"/>
                  </a:lnTo>
                  <a:lnTo>
                    <a:pt x="92052" y="21588"/>
                  </a:lnTo>
                  <a:lnTo>
                    <a:pt x="91022" y="23259"/>
                  </a:lnTo>
                  <a:lnTo>
                    <a:pt x="88764" y="26923"/>
                  </a:lnTo>
                  <a:lnTo>
                    <a:pt x="88584" y="27224"/>
                  </a:lnTo>
                  <a:lnTo>
                    <a:pt x="87888" y="28389"/>
                  </a:lnTo>
                  <a:lnTo>
                    <a:pt x="86542" y="30395"/>
                  </a:lnTo>
                  <a:lnTo>
                    <a:pt x="86169" y="30952"/>
                  </a:lnTo>
                  <a:lnTo>
                    <a:pt x="85953" y="31274"/>
                  </a:lnTo>
                  <a:lnTo>
                    <a:pt x="85571" y="31843"/>
                  </a:lnTo>
                  <a:lnTo>
                    <a:pt x="85343" y="32183"/>
                  </a:lnTo>
                  <a:lnTo>
                    <a:pt x="85153" y="32434"/>
                  </a:lnTo>
                  <a:lnTo>
                    <a:pt x="84903" y="32762"/>
                  </a:lnTo>
                  <a:lnTo>
                    <a:pt x="84055" y="33879"/>
                  </a:lnTo>
                  <a:lnTo>
                    <a:pt x="83838" y="34229"/>
                  </a:lnTo>
                  <a:lnTo>
                    <a:pt x="82817" y="3587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8" name="pg287"/>
            <p:cNvSpPr/>
            <p:nvPr/>
          </p:nvSpPr>
          <p:spPr>
            <a:xfrm>
              <a:off x="3755582" y="2656664"/>
              <a:ext cx="95623" cy="109283"/>
            </a:xfrm>
            <a:custGeom>
              <a:avLst/>
              <a:pathLst>
                <a:path w="95623" h="109283">
                  <a:moveTo>
                    <a:pt x="46666" y="4279"/>
                  </a:moveTo>
                  <a:lnTo>
                    <a:pt x="48791" y="5609"/>
                  </a:lnTo>
                  <a:lnTo>
                    <a:pt x="49917" y="6313"/>
                  </a:lnTo>
                  <a:lnTo>
                    <a:pt x="50585" y="6731"/>
                  </a:lnTo>
                  <a:lnTo>
                    <a:pt x="51009" y="6996"/>
                  </a:lnTo>
                  <a:lnTo>
                    <a:pt x="51440" y="7266"/>
                  </a:lnTo>
                  <a:lnTo>
                    <a:pt x="52901" y="8180"/>
                  </a:lnTo>
                  <a:lnTo>
                    <a:pt x="53422" y="8506"/>
                  </a:lnTo>
                  <a:lnTo>
                    <a:pt x="53679" y="8667"/>
                  </a:lnTo>
                  <a:lnTo>
                    <a:pt x="54436" y="9140"/>
                  </a:lnTo>
                  <a:lnTo>
                    <a:pt x="55266" y="9592"/>
                  </a:lnTo>
                  <a:lnTo>
                    <a:pt x="55693" y="9825"/>
                  </a:lnTo>
                  <a:lnTo>
                    <a:pt x="56060" y="10025"/>
                  </a:lnTo>
                  <a:lnTo>
                    <a:pt x="57252" y="10675"/>
                  </a:lnTo>
                  <a:lnTo>
                    <a:pt x="57966" y="11064"/>
                  </a:lnTo>
                  <a:lnTo>
                    <a:pt x="58267" y="11276"/>
                  </a:lnTo>
                  <a:lnTo>
                    <a:pt x="60044" y="12531"/>
                  </a:lnTo>
                  <a:lnTo>
                    <a:pt x="60534" y="12877"/>
                  </a:lnTo>
                  <a:lnTo>
                    <a:pt x="61225" y="13365"/>
                  </a:lnTo>
                  <a:lnTo>
                    <a:pt x="61734" y="13724"/>
                  </a:lnTo>
                  <a:lnTo>
                    <a:pt x="62156" y="14022"/>
                  </a:lnTo>
                  <a:lnTo>
                    <a:pt x="62582" y="14323"/>
                  </a:lnTo>
                  <a:lnTo>
                    <a:pt x="62921" y="14562"/>
                  </a:lnTo>
                  <a:lnTo>
                    <a:pt x="62356" y="15381"/>
                  </a:lnTo>
                  <a:lnTo>
                    <a:pt x="60665" y="17838"/>
                  </a:lnTo>
                  <a:lnTo>
                    <a:pt x="60356" y="18286"/>
                  </a:lnTo>
                  <a:lnTo>
                    <a:pt x="61531" y="19266"/>
                  </a:lnTo>
                  <a:lnTo>
                    <a:pt x="63005" y="20494"/>
                  </a:lnTo>
                  <a:lnTo>
                    <a:pt x="65688" y="22733"/>
                  </a:lnTo>
                  <a:lnTo>
                    <a:pt x="65994" y="22987"/>
                  </a:lnTo>
                  <a:lnTo>
                    <a:pt x="67090" y="23902"/>
                  </a:lnTo>
                  <a:lnTo>
                    <a:pt x="67368" y="24134"/>
                  </a:lnTo>
                  <a:lnTo>
                    <a:pt x="68424" y="25014"/>
                  </a:lnTo>
                  <a:lnTo>
                    <a:pt x="69693" y="26073"/>
                  </a:lnTo>
                  <a:lnTo>
                    <a:pt x="70570" y="26804"/>
                  </a:lnTo>
                  <a:lnTo>
                    <a:pt x="70803" y="26999"/>
                  </a:lnTo>
                  <a:lnTo>
                    <a:pt x="71225" y="27350"/>
                  </a:lnTo>
                  <a:lnTo>
                    <a:pt x="71930" y="27939"/>
                  </a:lnTo>
                  <a:lnTo>
                    <a:pt x="72992" y="28824"/>
                  </a:lnTo>
                  <a:lnTo>
                    <a:pt x="74987" y="30488"/>
                  </a:lnTo>
                  <a:lnTo>
                    <a:pt x="76398" y="31420"/>
                  </a:lnTo>
                  <a:lnTo>
                    <a:pt x="76967" y="31797"/>
                  </a:lnTo>
                  <a:lnTo>
                    <a:pt x="78012" y="32487"/>
                  </a:lnTo>
                  <a:lnTo>
                    <a:pt x="78502" y="32809"/>
                  </a:lnTo>
                  <a:lnTo>
                    <a:pt x="78945" y="33093"/>
                  </a:lnTo>
                  <a:lnTo>
                    <a:pt x="79969" y="33738"/>
                  </a:lnTo>
                  <a:lnTo>
                    <a:pt x="82923" y="35632"/>
                  </a:lnTo>
                  <a:lnTo>
                    <a:pt x="83074" y="35730"/>
                  </a:lnTo>
                  <a:lnTo>
                    <a:pt x="90652" y="40532"/>
                  </a:lnTo>
                  <a:lnTo>
                    <a:pt x="95012" y="43456"/>
                  </a:lnTo>
                  <a:lnTo>
                    <a:pt x="95621" y="43956"/>
                  </a:lnTo>
                  <a:lnTo>
                    <a:pt x="95623" y="44133"/>
                  </a:lnTo>
                  <a:lnTo>
                    <a:pt x="95418" y="44803"/>
                  </a:lnTo>
                  <a:lnTo>
                    <a:pt x="95135" y="45731"/>
                  </a:lnTo>
                  <a:lnTo>
                    <a:pt x="95096" y="45858"/>
                  </a:lnTo>
                  <a:lnTo>
                    <a:pt x="94356" y="47014"/>
                  </a:lnTo>
                  <a:lnTo>
                    <a:pt x="94042" y="47504"/>
                  </a:lnTo>
                  <a:lnTo>
                    <a:pt x="93800" y="47883"/>
                  </a:lnTo>
                  <a:lnTo>
                    <a:pt x="93512" y="48332"/>
                  </a:lnTo>
                  <a:lnTo>
                    <a:pt x="92537" y="49855"/>
                  </a:lnTo>
                  <a:lnTo>
                    <a:pt x="92354" y="50167"/>
                  </a:lnTo>
                  <a:lnTo>
                    <a:pt x="92004" y="50766"/>
                  </a:lnTo>
                  <a:lnTo>
                    <a:pt x="90966" y="52543"/>
                  </a:lnTo>
                  <a:lnTo>
                    <a:pt x="90297" y="53689"/>
                  </a:lnTo>
                  <a:lnTo>
                    <a:pt x="90008" y="54054"/>
                  </a:lnTo>
                  <a:lnTo>
                    <a:pt x="89884" y="54211"/>
                  </a:lnTo>
                  <a:lnTo>
                    <a:pt x="89623" y="54539"/>
                  </a:lnTo>
                  <a:lnTo>
                    <a:pt x="88692" y="55716"/>
                  </a:lnTo>
                  <a:lnTo>
                    <a:pt x="88486" y="55977"/>
                  </a:lnTo>
                  <a:lnTo>
                    <a:pt x="88069" y="56696"/>
                  </a:lnTo>
                  <a:lnTo>
                    <a:pt x="87181" y="58230"/>
                  </a:lnTo>
                  <a:lnTo>
                    <a:pt x="86871" y="58766"/>
                  </a:lnTo>
                  <a:lnTo>
                    <a:pt x="86467" y="59464"/>
                  </a:lnTo>
                  <a:lnTo>
                    <a:pt x="86108" y="60083"/>
                  </a:lnTo>
                  <a:lnTo>
                    <a:pt x="85856" y="60518"/>
                  </a:lnTo>
                  <a:lnTo>
                    <a:pt x="85587" y="60982"/>
                  </a:lnTo>
                  <a:lnTo>
                    <a:pt x="85375" y="61349"/>
                  </a:lnTo>
                  <a:lnTo>
                    <a:pt x="85084" y="61791"/>
                  </a:lnTo>
                  <a:lnTo>
                    <a:pt x="84829" y="62177"/>
                  </a:lnTo>
                  <a:lnTo>
                    <a:pt x="82172" y="66204"/>
                  </a:lnTo>
                  <a:lnTo>
                    <a:pt x="80130" y="69297"/>
                  </a:lnTo>
                  <a:lnTo>
                    <a:pt x="80020" y="69465"/>
                  </a:lnTo>
                  <a:lnTo>
                    <a:pt x="78622" y="71583"/>
                  </a:lnTo>
                  <a:lnTo>
                    <a:pt x="75211" y="76902"/>
                  </a:lnTo>
                  <a:lnTo>
                    <a:pt x="73979" y="78861"/>
                  </a:lnTo>
                  <a:lnTo>
                    <a:pt x="72759" y="80799"/>
                  </a:lnTo>
                  <a:lnTo>
                    <a:pt x="72324" y="81489"/>
                  </a:lnTo>
                  <a:lnTo>
                    <a:pt x="71991" y="82019"/>
                  </a:lnTo>
                  <a:lnTo>
                    <a:pt x="71747" y="82358"/>
                  </a:lnTo>
                  <a:lnTo>
                    <a:pt x="71363" y="82892"/>
                  </a:lnTo>
                  <a:lnTo>
                    <a:pt x="70767" y="83718"/>
                  </a:lnTo>
                  <a:lnTo>
                    <a:pt x="70646" y="83908"/>
                  </a:lnTo>
                  <a:lnTo>
                    <a:pt x="61023" y="98963"/>
                  </a:lnTo>
                  <a:lnTo>
                    <a:pt x="59551" y="101011"/>
                  </a:lnTo>
                  <a:lnTo>
                    <a:pt x="59333" y="101314"/>
                  </a:lnTo>
                  <a:lnTo>
                    <a:pt x="59135" y="101589"/>
                  </a:lnTo>
                  <a:lnTo>
                    <a:pt x="59022" y="101747"/>
                  </a:lnTo>
                  <a:lnTo>
                    <a:pt x="54278" y="109283"/>
                  </a:lnTo>
                  <a:lnTo>
                    <a:pt x="54094" y="109177"/>
                  </a:lnTo>
                  <a:lnTo>
                    <a:pt x="53957" y="109099"/>
                  </a:lnTo>
                  <a:lnTo>
                    <a:pt x="49602" y="106597"/>
                  </a:lnTo>
                  <a:lnTo>
                    <a:pt x="47517" y="104987"/>
                  </a:lnTo>
                  <a:lnTo>
                    <a:pt x="43653" y="103234"/>
                  </a:lnTo>
                  <a:lnTo>
                    <a:pt x="42606" y="103073"/>
                  </a:lnTo>
                  <a:lnTo>
                    <a:pt x="41291" y="103073"/>
                  </a:lnTo>
                  <a:lnTo>
                    <a:pt x="39064" y="102921"/>
                  </a:lnTo>
                  <a:lnTo>
                    <a:pt x="34634" y="99681"/>
                  </a:lnTo>
                  <a:lnTo>
                    <a:pt x="36338" y="95698"/>
                  </a:lnTo>
                  <a:lnTo>
                    <a:pt x="37949" y="91930"/>
                  </a:lnTo>
                  <a:lnTo>
                    <a:pt x="38142" y="91478"/>
                  </a:lnTo>
                  <a:lnTo>
                    <a:pt x="38209" y="91320"/>
                  </a:lnTo>
                  <a:lnTo>
                    <a:pt x="39256" y="88871"/>
                  </a:lnTo>
                  <a:lnTo>
                    <a:pt x="41331" y="87624"/>
                  </a:lnTo>
                  <a:lnTo>
                    <a:pt x="44970" y="81655"/>
                  </a:lnTo>
                  <a:lnTo>
                    <a:pt x="44268" y="81220"/>
                  </a:lnTo>
                  <a:lnTo>
                    <a:pt x="44140" y="81141"/>
                  </a:lnTo>
                  <a:lnTo>
                    <a:pt x="40747" y="79038"/>
                  </a:lnTo>
                  <a:lnTo>
                    <a:pt x="32557" y="73962"/>
                  </a:lnTo>
                  <a:lnTo>
                    <a:pt x="32074" y="73663"/>
                  </a:lnTo>
                  <a:lnTo>
                    <a:pt x="26951" y="70488"/>
                  </a:lnTo>
                  <a:lnTo>
                    <a:pt x="26601" y="70271"/>
                  </a:lnTo>
                  <a:lnTo>
                    <a:pt x="25881" y="69824"/>
                  </a:lnTo>
                  <a:lnTo>
                    <a:pt x="20763" y="66652"/>
                  </a:lnTo>
                  <a:lnTo>
                    <a:pt x="18902" y="69511"/>
                  </a:lnTo>
                  <a:lnTo>
                    <a:pt x="18465" y="70128"/>
                  </a:lnTo>
                  <a:lnTo>
                    <a:pt x="18244" y="69979"/>
                  </a:lnTo>
                  <a:lnTo>
                    <a:pt x="12956" y="66416"/>
                  </a:lnTo>
                  <a:lnTo>
                    <a:pt x="12331" y="65995"/>
                  </a:lnTo>
                  <a:lnTo>
                    <a:pt x="12121" y="65775"/>
                  </a:lnTo>
                  <a:lnTo>
                    <a:pt x="11981" y="65630"/>
                  </a:lnTo>
                  <a:lnTo>
                    <a:pt x="11420" y="64516"/>
                  </a:lnTo>
                  <a:lnTo>
                    <a:pt x="10893" y="63402"/>
                  </a:lnTo>
                  <a:lnTo>
                    <a:pt x="10600" y="62781"/>
                  </a:lnTo>
                  <a:lnTo>
                    <a:pt x="10091" y="61704"/>
                  </a:lnTo>
                  <a:lnTo>
                    <a:pt x="8683" y="58722"/>
                  </a:lnTo>
                  <a:lnTo>
                    <a:pt x="7918" y="57101"/>
                  </a:lnTo>
                  <a:lnTo>
                    <a:pt x="8230" y="56565"/>
                  </a:lnTo>
                  <a:lnTo>
                    <a:pt x="8809" y="55573"/>
                  </a:lnTo>
                  <a:lnTo>
                    <a:pt x="9163" y="54967"/>
                  </a:lnTo>
                  <a:lnTo>
                    <a:pt x="10025" y="53488"/>
                  </a:lnTo>
                  <a:lnTo>
                    <a:pt x="7436" y="51849"/>
                  </a:lnTo>
                  <a:lnTo>
                    <a:pt x="6236" y="51196"/>
                  </a:lnTo>
                  <a:lnTo>
                    <a:pt x="4923" y="50482"/>
                  </a:lnTo>
                  <a:lnTo>
                    <a:pt x="6802" y="47457"/>
                  </a:lnTo>
                  <a:lnTo>
                    <a:pt x="8398" y="44889"/>
                  </a:lnTo>
                  <a:lnTo>
                    <a:pt x="9957" y="42422"/>
                  </a:lnTo>
                  <a:lnTo>
                    <a:pt x="10188" y="42055"/>
                  </a:lnTo>
                  <a:lnTo>
                    <a:pt x="10893" y="40939"/>
                  </a:lnTo>
                  <a:lnTo>
                    <a:pt x="11721" y="39629"/>
                  </a:lnTo>
                  <a:lnTo>
                    <a:pt x="8296" y="37647"/>
                  </a:lnTo>
                  <a:lnTo>
                    <a:pt x="7239" y="36999"/>
                  </a:lnTo>
                  <a:lnTo>
                    <a:pt x="3047" y="34429"/>
                  </a:lnTo>
                  <a:lnTo>
                    <a:pt x="2769" y="34214"/>
                  </a:lnTo>
                  <a:lnTo>
                    <a:pt x="2139" y="33726"/>
                  </a:lnTo>
                  <a:lnTo>
                    <a:pt x="1043" y="32879"/>
                  </a:lnTo>
                  <a:lnTo>
                    <a:pt x="0" y="31737"/>
                  </a:lnTo>
                  <a:lnTo>
                    <a:pt x="3126" y="27929"/>
                  </a:lnTo>
                  <a:lnTo>
                    <a:pt x="4349" y="26544"/>
                  </a:lnTo>
                  <a:lnTo>
                    <a:pt x="5034" y="26753"/>
                  </a:lnTo>
                  <a:lnTo>
                    <a:pt x="6868" y="26857"/>
                  </a:lnTo>
                  <a:lnTo>
                    <a:pt x="8308" y="26870"/>
                  </a:lnTo>
                  <a:lnTo>
                    <a:pt x="8508" y="26872"/>
                  </a:lnTo>
                  <a:lnTo>
                    <a:pt x="9904" y="27513"/>
                  </a:lnTo>
                  <a:lnTo>
                    <a:pt x="10302" y="27696"/>
                  </a:lnTo>
                  <a:lnTo>
                    <a:pt x="10599" y="27898"/>
                  </a:lnTo>
                  <a:lnTo>
                    <a:pt x="11696" y="28716"/>
                  </a:lnTo>
                  <a:lnTo>
                    <a:pt x="12680" y="29450"/>
                  </a:lnTo>
                  <a:lnTo>
                    <a:pt x="13825" y="30299"/>
                  </a:lnTo>
                  <a:lnTo>
                    <a:pt x="16664" y="26350"/>
                  </a:lnTo>
                  <a:lnTo>
                    <a:pt x="17003" y="25510"/>
                  </a:lnTo>
                  <a:lnTo>
                    <a:pt x="17435" y="24437"/>
                  </a:lnTo>
                  <a:lnTo>
                    <a:pt x="17699" y="23782"/>
                  </a:lnTo>
                  <a:lnTo>
                    <a:pt x="17754" y="23648"/>
                  </a:lnTo>
                  <a:lnTo>
                    <a:pt x="18642" y="22086"/>
                  </a:lnTo>
                  <a:lnTo>
                    <a:pt x="19070" y="22631"/>
                  </a:lnTo>
                  <a:lnTo>
                    <a:pt x="19564" y="22043"/>
                  </a:lnTo>
                  <a:lnTo>
                    <a:pt x="19435" y="20388"/>
                  </a:lnTo>
                  <a:lnTo>
                    <a:pt x="16620" y="20256"/>
                  </a:lnTo>
                  <a:lnTo>
                    <a:pt x="16662" y="19753"/>
                  </a:lnTo>
                  <a:lnTo>
                    <a:pt x="16653" y="16226"/>
                  </a:lnTo>
                  <a:lnTo>
                    <a:pt x="16215" y="14988"/>
                  </a:lnTo>
                  <a:lnTo>
                    <a:pt x="16800" y="14870"/>
                  </a:lnTo>
                  <a:lnTo>
                    <a:pt x="16044" y="14503"/>
                  </a:lnTo>
                  <a:lnTo>
                    <a:pt x="15247" y="14040"/>
                  </a:lnTo>
                  <a:lnTo>
                    <a:pt x="16404" y="11813"/>
                  </a:lnTo>
                  <a:lnTo>
                    <a:pt x="17243" y="10283"/>
                  </a:lnTo>
                  <a:lnTo>
                    <a:pt x="17380" y="10432"/>
                  </a:lnTo>
                  <a:lnTo>
                    <a:pt x="18410" y="11490"/>
                  </a:lnTo>
                  <a:lnTo>
                    <a:pt x="18593" y="11354"/>
                  </a:lnTo>
                  <a:lnTo>
                    <a:pt x="18847" y="11165"/>
                  </a:lnTo>
                  <a:lnTo>
                    <a:pt x="19804" y="10454"/>
                  </a:lnTo>
                  <a:lnTo>
                    <a:pt x="19947" y="10344"/>
                  </a:lnTo>
                  <a:lnTo>
                    <a:pt x="21357" y="9262"/>
                  </a:lnTo>
                  <a:lnTo>
                    <a:pt x="22318" y="8524"/>
                  </a:lnTo>
                  <a:lnTo>
                    <a:pt x="22582" y="8321"/>
                  </a:lnTo>
                  <a:lnTo>
                    <a:pt x="24139" y="5915"/>
                  </a:lnTo>
                  <a:lnTo>
                    <a:pt x="24510" y="5368"/>
                  </a:lnTo>
                  <a:lnTo>
                    <a:pt x="25098" y="4503"/>
                  </a:lnTo>
                  <a:lnTo>
                    <a:pt x="25767" y="3517"/>
                  </a:lnTo>
                  <a:lnTo>
                    <a:pt x="25901" y="3266"/>
                  </a:lnTo>
                  <a:lnTo>
                    <a:pt x="25612" y="1348"/>
                  </a:lnTo>
                  <a:lnTo>
                    <a:pt x="26922" y="1420"/>
                  </a:lnTo>
                  <a:lnTo>
                    <a:pt x="29611" y="1568"/>
                  </a:lnTo>
                  <a:lnTo>
                    <a:pt x="31954" y="1974"/>
                  </a:lnTo>
                  <a:lnTo>
                    <a:pt x="32135" y="2078"/>
                  </a:lnTo>
                  <a:lnTo>
                    <a:pt x="33845" y="3058"/>
                  </a:lnTo>
                  <a:lnTo>
                    <a:pt x="36862" y="4792"/>
                  </a:lnTo>
                  <a:lnTo>
                    <a:pt x="39120" y="1141"/>
                  </a:lnTo>
                  <a:lnTo>
                    <a:pt x="39826" y="0"/>
                  </a:lnTo>
                  <a:lnTo>
                    <a:pt x="40597" y="482"/>
                  </a:lnTo>
                  <a:lnTo>
                    <a:pt x="41268" y="902"/>
                  </a:lnTo>
                  <a:lnTo>
                    <a:pt x="41930" y="1316"/>
                  </a:lnTo>
                  <a:lnTo>
                    <a:pt x="43180" y="209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89" name="pg288"/>
            <p:cNvSpPr/>
            <p:nvPr/>
          </p:nvSpPr>
          <p:spPr>
            <a:xfrm>
              <a:off x="3687626" y="2669498"/>
              <a:ext cx="122234" cy="139587"/>
            </a:xfrm>
            <a:custGeom>
              <a:avLst/>
              <a:pathLst>
                <a:path w="122234" h="139587">
                  <a:moveTo>
                    <a:pt x="57188" y="6527"/>
                  </a:moveTo>
                  <a:lnTo>
                    <a:pt x="61137" y="7250"/>
                  </a:lnTo>
                  <a:lnTo>
                    <a:pt x="61415" y="5872"/>
                  </a:lnTo>
                  <a:lnTo>
                    <a:pt x="64627" y="6835"/>
                  </a:lnTo>
                  <a:lnTo>
                    <a:pt x="65656" y="7177"/>
                  </a:lnTo>
                  <a:lnTo>
                    <a:pt x="66148" y="7371"/>
                  </a:lnTo>
                  <a:lnTo>
                    <a:pt x="66565" y="7684"/>
                  </a:lnTo>
                  <a:lnTo>
                    <a:pt x="67295" y="8434"/>
                  </a:lnTo>
                  <a:lnTo>
                    <a:pt x="68395" y="9565"/>
                  </a:lnTo>
                  <a:lnTo>
                    <a:pt x="70382" y="11607"/>
                  </a:lnTo>
                  <a:lnTo>
                    <a:pt x="71082" y="12325"/>
                  </a:lnTo>
                  <a:lnTo>
                    <a:pt x="71938" y="13205"/>
                  </a:lnTo>
                  <a:lnTo>
                    <a:pt x="72088" y="13359"/>
                  </a:lnTo>
                  <a:lnTo>
                    <a:pt x="72236" y="13689"/>
                  </a:lnTo>
                  <a:lnTo>
                    <a:pt x="70966" y="15236"/>
                  </a:lnTo>
                  <a:lnTo>
                    <a:pt x="67956" y="18902"/>
                  </a:lnTo>
                  <a:lnTo>
                    <a:pt x="68999" y="20044"/>
                  </a:lnTo>
                  <a:lnTo>
                    <a:pt x="70095" y="20892"/>
                  </a:lnTo>
                  <a:lnTo>
                    <a:pt x="70725" y="21380"/>
                  </a:lnTo>
                  <a:lnTo>
                    <a:pt x="71003" y="21595"/>
                  </a:lnTo>
                  <a:lnTo>
                    <a:pt x="75196" y="24164"/>
                  </a:lnTo>
                  <a:lnTo>
                    <a:pt x="76252" y="24812"/>
                  </a:lnTo>
                  <a:lnTo>
                    <a:pt x="79677" y="26795"/>
                  </a:lnTo>
                  <a:lnTo>
                    <a:pt x="78850" y="28104"/>
                  </a:lnTo>
                  <a:lnTo>
                    <a:pt x="78145" y="29220"/>
                  </a:lnTo>
                  <a:lnTo>
                    <a:pt x="77913" y="29587"/>
                  </a:lnTo>
                  <a:lnTo>
                    <a:pt x="76354" y="32054"/>
                  </a:lnTo>
                  <a:lnTo>
                    <a:pt x="74758" y="34623"/>
                  </a:lnTo>
                  <a:lnTo>
                    <a:pt x="72988" y="37707"/>
                  </a:lnTo>
                  <a:lnTo>
                    <a:pt x="74192" y="38362"/>
                  </a:lnTo>
                  <a:lnTo>
                    <a:pt x="75392" y="39014"/>
                  </a:lnTo>
                  <a:lnTo>
                    <a:pt x="77982" y="40654"/>
                  </a:lnTo>
                  <a:lnTo>
                    <a:pt x="77119" y="42132"/>
                  </a:lnTo>
                  <a:lnTo>
                    <a:pt x="76765" y="42738"/>
                  </a:lnTo>
                  <a:lnTo>
                    <a:pt x="76162" y="43772"/>
                  </a:lnTo>
                  <a:lnTo>
                    <a:pt x="75888" y="44297"/>
                  </a:lnTo>
                  <a:lnTo>
                    <a:pt x="76639" y="45887"/>
                  </a:lnTo>
                  <a:lnTo>
                    <a:pt x="78047" y="48869"/>
                  </a:lnTo>
                  <a:lnTo>
                    <a:pt x="78610" y="50060"/>
                  </a:lnTo>
                  <a:lnTo>
                    <a:pt x="78850" y="50568"/>
                  </a:lnTo>
                  <a:lnTo>
                    <a:pt x="79376" y="51682"/>
                  </a:lnTo>
                  <a:lnTo>
                    <a:pt x="79938" y="52796"/>
                  </a:lnTo>
                  <a:lnTo>
                    <a:pt x="80077" y="52941"/>
                  </a:lnTo>
                  <a:lnTo>
                    <a:pt x="80288" y="53161"/>
                  </a:lnTo>
                  <a:lnTo>
                    <a:pt x="80912" y="53582"/>
                  </a:lnTo>
                  <a:lnTo>
                    <a:pt x="86200" y="57145"/>
                  </a:lnTo>
                  <a:lnTo>
                    <a:pt x="86421" y="57294"/>
                  </a:lnTo>
                  <a:lnTo>
                    <a:pt x="86858" y="56676"/>
                  </a:lnTo>
                  <a:lnTo>
                    <a:pt x="88719" y="53818"/>
                  </a:lnTo>
                  <a:lnTo>
                    <a:pt x="93910" y="57035"/>
                  </a:lnTo>
                  <a:lnTo>
                    <a:pt x="94557" y="57436"/>
                  </a:lnTo>
                  <a:lnTo>
                    <a:pt x="94907" y="57653"/>
                  </a:lnTo>
                  <a:lnTo>
                    <a:pt x="100031" y="60828"/>
                  </a:lnTo>
                  <a:lnTo>
                    <a:pt x="100513" y="61127"/>
                  </a:lnTo>
                  <a:lnTo>
                    <a:pt x="108703" y="66203"/>
                  </a:lnTo>
                  <a:lnTo>
                    <a:pt x="112096" y="68306"/>
                  </a:lnTo>
                  <a:lnTo>
                    <a:pt x="112224" y="68385"/>
                  </a:lnTo>
                  <a:lnTo>
                    <a:pt x="112926" y="68821"/>
                  </a:lnTo>
                  <a:lnTo>
                    <a:pt x="109287" y="74790"/>
                  </a:lnTo>
                  <a:lnTo>
                    <a:pt x="107213" y="76037"/>
                  </a:lnTo>
                  <a:lnTo>
                    <a:pt x="106165" y="78486"/>
                  </a:lnTo>
                  <a:lnTo>
                    <a:pt x="106098" y="78643"/>
                  </a:lnTo>
                  <a:lnTo>
                    <a:pt x="105905" y="79095"/>
                  </a:lnTo>
                  <a:lnTo>
                    <a:pt x="104294" y="82863"/>
                  </a:lnTo>
                  <a:lnTo>
                    <a:pt x="102591" y="86847"/>
                  </a:lnTo>
                  <a:lnTo>
                    <a:pt x="107020" y="90086"/>
                  </a:lnTo>
                  <a:lnTo>
                    <a:pt x="109247" y="90238"/>
                  </a:lnTo>
                  <a:lnTo>
                    <a:pt x="110562" y="90238"/>
                  </a:lnTo>
                  <a:lnTo>
                    <a:pt x="111609" y="90399"/>
                  </a:lnTo>
                  <a:lnTo>
                    <a:pt x="115474" y="92153"/>
                  </a:lnTo>
                  <a:lnTo>
                    <a:pt x="117558" y="93763"/>
                  </a:lnTo>
                  <a:lnTo>
                    <a:pt x="121913" y="96264"/>
                  </a:lnTo>
                  <a:lnTo>
                    <a:pt x="122050" y="96343"/>
                  </a:lnTo>
                  <a:lnTo>
                    <a:pt x="122234" y="96449"/>
                  </a:lnTo>
                  <a:lnTo>
                    <a:pt x="120199" y="99681"/>
                  </a:lnTo>
                  <a:lnTo>
                    <a:pt x="113920" y="109546"/>
                  </a:lnTo>
                  <a:lnTo>
                    <a:pt x="112886" y="111170"/>
                  </a:lnTo>
                  <a:lnTo>
                    <a:pt x="112558" y="111685"/>
                  </a:lnTo>
                  <a:lnTo>
                    <a:pt x="108087" y="118709"/>
                  </a:lnTo>
                  <a:lnTo>
                    <a:pt x="103419" y="126043"/>
                  </a:lnTo>
                  <a:lnTo>
                    <a:pt x="100249" y="131042"/>
                  </a:lnTo>
                  <a:lnTo>
                    <a:pt x="95829" y="138012"/>
                  </a:lnTo>
                  <a:lnTo>
                    <a:pt x="95346" y="138773"/>
                  </a:lnTo>
                  <a:lnTo>
                    <a:pt x="94839" y="139587"/>
                  </a:lnTo>
                  <a:lnTo>
                    <a:pt x="94463" y="139349"/>
                  </a:lnTo>
                  <a:lnTo>
                    <a:pt x="83488" y="132417"/>
                  </a:lnTo>
                  <a:lnTo>
                    <a:pt x="77705" y="128764"/>
                  </a:lnTo>
                  <a:lnTo>
                    <a:pt x="73773" y="126281"/>
                  </a:lnTo>
                  <a:lnTo>
                    <a:pt x="73016" y="125802"/>
                  </a:lnTo>
                  <a:lnTo>
                    <a:pt x="72580" y="125534"/>
                  </a:lnTo>
                  <a:lnTo>
                    <a:pt x="71701" y="124993"/>
                  </a:lnTo>
                  <a:lnTo>
                    <a:pt x="70087" y="123999"/>
                  </a:lnTo>
                  <a:lnTo>
                    <a:pt x="68241" y="122863"/>
                  </a:lnTo>
                  <a:lnTo>
                    <a:pt x="66557" y="121827"/>
                  </a:lnTo>
                  <a:lnTo>
                    <a:pt x="66266" y="121647"/>
                  </a:lnTo>
                  <a:lnTo>
                    <a:pt x="65714" y="121307"/>
                  </a:lnTo>
                  <a:lnTo>
                    <a:pt x="63023" y="119617"/>
                  </a:lnTo>
                  <a:lnTo>
                    <a:pt x="62719" y="119425"/>
                  </a:lnTo>
                  <a:lnTo>
                    <a:pt x="62045" y="119002"/>
                  </a:lnTo>
                  <a:lnTo>
                    <a:pt x="59818" y="117602"/>
                  </a:lnTo>
                  <a:lnTo>
                    <a:pt x="59627" y="117482"/>
                  </a:lnTo>
                  <a:lnTo>
                    <a:pt x="59055" y="117150"/>
                  </a:lnTo>
                  <a:lnTo>
                    <a:pt x="54596" y="114560"/>
                  </a:lnTo>
                  <a:lnTo>
                    <a:pt x="53910" y="114161"/>
                  </a:lnTo>
                  <a:lnTo>
                    <a:pt x="51158" y="112562"/>
                  </a:lnTo>
                  <a:lnTo>
                    <a:pt x="50689" y="112272"/>
                  </a:lnTo>
                  <a:lnTo>
                    <a:pt x="50354" y="112064"/>
                  </a:lnTo>
                  <a:lnTo>
                    <a:pt x="45639" y="109148"/>
                  </a:lnTo>
                  <a:lnTo>
                    <a:pt x="44230" y="108276"/>
                  </a:lnTo>
                  <a:lnTo>
                    <a:pt x="44097" y="108194"/>
                  </a:lnTo>
                  <a:lnTo>
                    <a:pt x="36796" y="103677"/>
                  </a:lnTo>
                  <a:lnTo>
                    <a:pt x="32305" y="100899"/>
                  </a:lnTo>
                  <a:lnTo>
                    <a:pt x="29947" y="99440"/>
                  </a:lnTo>
                  <a:lnTo>
                    <a:pt x="27629" y="97940"/>
                  </a:lnTo>
                  <a:lnTo>
                    <a:pt x="27017" y="97544"/>
                  </a:lnTo>
                  <a:lnTo>
                    <a:pt x="28585" y="95219"/>
                  </a:lnTo>
                  <a:lnTo>
                    <a:pt x="29678" y="93598"/>
                  </a:lnTo>
                  <a:lnTo>
                    <a:pt x="30509" y="92366"/>
                  </a:lnTo>
                  <a:lnTo>
                    <a:pt x="31525" y="90860"/>
                  </a:lnTo>
                  <a:lnTo>
                    <a:pt x="31732" y="90553"/>
                  </a:lnTo>
                  <a:lnTo>
                    <a:pt x="32202" y="89855"/>
                  </a:lnTo>
                  <a:lnTo>
                    <a:pt x="28108" y="87046"/>
                  </a:lnTo>
                  <a:lnTo>
                    <a:pt x="27691" y="86761"/>
                  </a:lnTo>
                  <a:lnTo>
                    <a:pt x="27457" y="86600"/>
                  </a:lnTo>
                  <a:lnTo>
                    <a:pt x="27296" y="86510"/>
                  </a:lnTo>
                  <a:lnTo>
                    <a:pt x="30382" y="81222"/>
                  </a:lnTo>
                  <a:lnTo>
                    <a:pt x="30606" y="80839"/>
                  </a:lnTo>
                  <a:lnTo>
                    <a:pt x="31443" y="79558"/>
                  </a:lnTo>
                  <a:lnTo>
                    <a:pt x="32861" y="77391"/>
                  </a:lnTo>
                  <a:lnTo>
                    <a:pt x="35090" y="73984"/>
                  </a:lnTo>
                  <a:lnTo>
                    <a:pt x="34337" y="73529"/>
                  </a:lnTo>
                  <a:lnTo>
                    <a:pt x="33647" y="73111"/>
                  </a:lnTo>
                  <a:lnTo>
                    <a:pt x="34189" y="72920"/>
                  </a:lnTo>
                  <a:lnTo>
                    <a:pt x="32818" y="70281"/>
                  </a:lnTo>
                  <a:lnTo>
                    <a:pt x="32502" y="69672"/>
                  </a:lnTo>
                  <a:lnTo>
                    <a:pt x="32291" y="69267"/>
                  </a:lnTo>
                  <a:lnTo>
                    <a:pt x="31718" y="68164"/>
                  </a:lnTo>
                  <a:lnTo>
                    <a:pt x="31111" y="66996"/>
                  </a:lnTo>
                  <a:lnTo>
                    <a:pt x="30457" y="65736"/>
                  </a:lnTo>
                  <a:lnTo>
                    <a:pt x="31100" y="65291"/>
                  </a:lnTo>
                  <a:lnTo>
                    <a:pt x="31915" y="64728"/>
                  </a:lnTo>
                  <a:lnTo>
                    <a:pt x="32211" y="64523"/>
                  </a:lnTo>
                  <a:lnTo>
                    <a:pt x="32516" y="64313"/>
                  </a:lnTo>
                  <a:lnTo>
                    <a:pt x="32661" y="64212"/>
                  </a:lnTo>
                  <a:lnTo>
                    <a:pt x="33014" y="63968"/>
                  </a:lnTo>
                  <a:lnTo>
                    <a:pt x="33188" y="63861"/>
                  </a:lnTo>
                  <a:lnTo>
                    <a:pt x="34394" y="63117"/>
                  </a:lnTo>
                  <a:lnTo>
                    <a:pt x="34538" y="63372"/>
                  </a:lnTo>
                  <a:lnTo>
                    <a:pt x="35913" y="65795"/>
                  </a:lnTo>
                  <a:lnTo>
                    <a:pt x="35995" y="65939"/>
                  </a:lnTo>
                  <a:lnTo>
                    <a:pt x="36375" y="66610"/>
                  </a:lnTo>
                  <a:lnTo>
                    <a:pt x="37935" y="65703"/>
                  </a:lnTo>
                  <a:lnTo>
                    <a:pt x="38144" y="65584"/>
                  </a:lnTo>
                  <a:lnTo>
                    <a:pt x="38001" y="65344"/>
                  </a:lnTo>
                  <a:lnTo>
                    <a:pt x="37297" y="64161"/>
                  </a:lnTo>
                  <a:lnTo>
                    <a:pt x="37000" y="63661"/>
                  </a:lnTo>
                  <a:lnTo>
                    <a:pt x="37495" y="63027"/>
                  </a:lnTo>
                  <a:lnTo>
                    <a:pt x="37812" y="62485"/>
                  </a:lnTo>
                  <a:lnTo>
                    <a:pt x="37941" y="62265"/>
                  </a:lnTo>
                  <a:lnTo>
                    <a:pt x="38263" y="61715"/>
                  </a:lnTo>
                  <a:lnTo>
                    <a:pt x="38757" y="61046"/>
                  </a:lnTo>
                  <a:lnTo>
                    <a:pt x="39231" y="60403"/>
                  </a:lnTo>
                  <a:lnTo>
                    <a:pt x="39706" y="59760"/>
                  </a:lnTo>
                  <a:lnTo>
                    <a:pt x="39850" y="59565"/>
                  </a:lnTo>
                  <a:lnTo>
                    <a:pt x="39964" y="59410"/>
                  </a:lnTo>
                  <a:lnTo>
                    <a:pt x="38686" y="58836"/>
                  </a:lnTo>
                  <a:lnTo>
                    <a:pt x="36868" y="58438"/>
                  </a:lnTo>
                  <a:lnTo>
                    <a:pt x="36068" y="58050"/>
                  </a:lnTo>
                  <a:lnTo>
                    <a:pt x="35651" y="57937"/>
                  </a:lnTo>
                  <a:lnTo>
                    <a:pt x="33320" y="57497"/>
                  </a:lnTo>
                  <a:lnTo>
                    <a:pt x="32989" y="57435"/>
                  </a:lnTo>
                  <a:lnTo>
                    <a:pt x="33290" y="56992"/>
                  </a:lnTo>
                  <a:lnTo>
                    <a:pt x="33595" y="56542"/>
                  </a:lnTo>
                  <a:lnTo>
                    <a:pt x="33794" y="56250"/>
                  </a:lnTo>
                  <a:lnTo>
                    <a:pt x="34293" y="55515"/>
                  </a:lnTo>
                  <a:lnTo>
                    <a:pt x="34406" y="55348"/>
                  </a:lnTo>
                  <a:lnTo>
                    <a:pt x="34526" y="55172"/>
                  </a:lnTo>
                  <a:lnTo>
                    <a:pt x="35008" y="54462"/>
                  </a:lnTo>
                  <a:lnTo>
                    <a:pt x="34979" y="54114"/>
                  </a:lnTo>
                  <a:lnTo>
                    <a:pt x="34967" y="53970"/>
                  </a:lnTo>
                  <a:lnTo>
                    <a:pt x="34938" y="53623"/>
                  </a:lnTo>
                  <a:lnTo>
                    <a:pt x="35544" y="51455"/>
                  </a:lnTo>
                  <a:lnTo>
                    <a:pt x="35961" y="49966"/>
                  </a:lnTo>
                  <a:lnTo>
                    <a:pt x="36116" y="49412"/>
                  </a:lnTo>
                  <a:lnTo>
                    <a:pt x="36176" y="49196"/>
                  </a:lnTo>
                  <a:lnTo>
                    <a:pt x="36225" y="49022"/>
                  </a:lnTo>
                  <a:lnTo>
                    <a:pt x="36347" y="48071"/>
                  </a:lnTo>
                  <a:lnTo>
                    <a:pt x="36429" y="47439"/>
                  </a:lnTo>
                  <a:lnTo>
                    <a:pt x="36159" y="46122"/>
                  </a:lnTo>
                  <a:lnTo>
                    <a:pt x="36540" y="45937"/>
                  </a:lnTo>
                  <a:lnTo>
                    <a:pt x="38397" y="45102"/>
                  </a:lnTo>
                  <a:lnTo>
                    <a:pt x="38670" y="44980"/>
                  </a:lnTo>
                  <a:lnTo>
                    <a:pt x="39056" y="44806"/>
                  </a:lnTo>
                  <a:lnTo>
                    <a:pt x="39360" y="44670"/>
                  </a:lnTo>
                  <a:lnTo>
                    <a:pt x="39657" y="43909"/>
                  </a:lnTo>
                  <a:lnTo>
                    <a:pt x="39570" y="43704"/>
                  </a:lnTo>
                  <a:lnTo>
                    <a:pt x="40164" y="43494"/>
                  </a:lnTo>
                  <a:lnTo>
                    <a:pt x="40938" y="43221"/>
                  </a:lnTo>
                  <a:lnTo>
                    <a:pt x="43468" y="42113"/>
                  </a:lnTo>
                  <a:lnTo>
                    <a:pt x="43800" y="41935"/>
                  </a:lnTo>
                  <a:lnTo>
                    <a:pt x="44560" y="41528"/>
                  </a:lnTo>
                  <a:lnTo>
                    <a:pt x="46278" y="40634"/>
                  </a:lnTo>
                  <a:lnTo>
                    <a:pt x="46691" y="40579"/>
                  </a:lnTo>
                  <a:lnTo>
                    <a:pt x="47217" y="40508"/>
                  </a:lnTo>
                  <a:lnTo>
                    <a:pt x="47960" y="40598"/>
                  </a:lnTo>
                  <a:lnTo>
                    <a:pt x="49242" y="40439"/>
                  </a:lnTo>
                  <a:lnTo>
                    <a:pt x="49512" y="40208"/>
                  </a:lnTo>
                  <a:lnTo>
                    <a:pt x="49660" y="40082"/>
                  </a:lnTo>
                  <a:lnTo>
                    <a:pt x="50085" y="39720"/>
                  </a:lnTo>
                  <a:lnTo>
                    <a:pt x="50321" y="39518"/>
                  </a:lnTo>
                  <a:lnTo>
                    <a:pt x="50521" y="39302"/>
                  </a:lnTo>
                  <a:lnTo>
                    <a:pt x="50609" y="38760"/>
                  </a:lnTo>
                  <a:lnTo>
                    <a:pt x="50238" y="38251"/>
                  </a:lnTo>
                  <a:lnTo>
                    <a:pt x="50132" y="38104"/>
                  </a:lnTo>
                  <a:lnTo>
                    <a:pt x="49824" y="37912"/>
                  </a:lnTo>
                  <a:lnTo>
                    <a:pt x="49288" y="37643"/>
                  </a:lnTo>
                  <a:lnTo>
                    <a:pt x="48385" y="37624"/>
                  </a:lnTo>
                  <a:lnTo>
                    <a:pt x="47806" y="37732"/>
                  </a:lnTo>
                  <a:lnTo>
                    <a:pt x="44061" y="37610"/>
                  </a:lnTo>
                  <a:lnTo>
                    <a:pt x="43220" y="37583"/>
                  </a:lnTo>
                  <a:lnTo>
                    <a:pt x="42603" y="37563"/>
                  </a:lnTo>
                  <a:lnTo>
                    <a:pt x="42375" y="37556"/>
                  </a:lnTo>
                  <a:lnTo>
                    <a:pt x="41927" y="37017"/>
                  </a:lnTo>
                  <a:lnTo>
                    <a:pt x="40704" y="35545"/>
                  </a:lnTo>
                  <a:lnTo>
                    <a:pt x="40397" y="35175"/>
                  </a:lnTo>
                  <a:lnTo>
                    <a:pt x="39990" y="35045"/>
                  </a:lnTo>
                  <a:lnTo>
                    <a:pt x="39813" y="35003"/>
                  </a:lnTo>
                  <a:lnTo>
                    <a:pt x="39107" y="34838"/>
                  </a:lnTo>
                  <a:lnTo>
                    <a:pt x="37963" y="34571"/>
                  </a:lnTo>
                  <a:lnTo>
                    <a:pt x="37517" y="34466"/>
                  </a:lnTo>
                  <a:lnTo>
                    <a:pt x="37387" y="34428"/>
                  </a:lnTo>
                  <a:lnTo>
                    <a:pt x="36210" y="34085"/>
                  </a:lnTo>
                  <a:lnTo>
                    <a:pt x="34283" y="33524"/>
                  </a:lnTo>
                  <a:lnTo>
                    <a:pt x="34058" y="33308"/>
                  </a:lnTo>
                  <a:lnTo>
                    <a:pt x="33352" y="32629"/>
                  </a:lnTo>
                  <a:lnTo>
                    <a:pt x="32730" y="32188"/>
                  </a:lnTo>
                  <a:lnTo>
                    <a:pt x="32485" y="32015"/>
                  </a:lnTo>
                  <a:lnTo>
                    <a:pt x="32187" y="31931"/>
                  </a:lnTo>
                  <a:lnTo>
                    <a:pt x="31750" y="31807"/>
                  </a:lnTo>
                  <a:lnTo>
                    <a:pt x="30713" y="31490"/>
                  </a:lnTo>
                  <a:lnTo>
                    <a:pt x="28729" y="30123"/>
                  </a:lnTo>
                  <a:lnTo>
                    <a:pt x="27310" y="29467"/>
                  </a:lnTo>
                  <a:lnTo>
                    <a:pt x="27154" y="29697"/>
                  </a:lnTo>
                  <a:lnTo>
                    <a:pt x="26445" y="30748"/>
                  </a:lnTo>
                  <a:lnTo>
                    <a:pt x="23416" y="28788"/>
                  </a:lnTo>
                  <a:lnTo>
                    <a:pt x="23507" y="28163"/>
                  </a:lnTo>
                  <a:lnTo>
                    <a:pt x="21160" y="26585"/>
                  </a:lnTo>
                  <a:lnTo>
                    <a:pt x="20704" y="27074"/>
                  </a:lnTo>
                  <a:lnTo>
                    <a:pt x="20153" y="26559"/>
                  </a:lnTo>
                  <a:lnTo>
                    <a:pt x="18970" y="25900"/>
                  </a:lnTo>
                  <a:lnTo>
                    <a:pt x="17519" y="25442"/>
                  </a:lnTo>
                  <a:lnTo>
                    <a:pt x="10361" y="25000"/>
                  </a:lnTo>
                  <a:lnTo>
                    <a:pt x="9507" y="24947"/>
                  </a:lnTo>
                  <a:lnTo>
                    <a:pt x="9315" y="24935"/>
                  </a:lnTo>
                  <a:lnTo>
                    <a:pt x="5156" y="23264"/>
                  </a:lnTo>
                  <a:lnTo>
                    <a:pt x="724" y="21484"/>
                  </a:lnTo>
                  <a:lnTo>
                    <a:pt x="4" y="21194"/>
                  </a:lnTo>
                  <a:lnTo>
                    <a:pt x="3" y="20779"/>
                  </a:lnTo>
                  <a:lnTo>
                    <a:pt x="3" y="20622"/>
                  </a:lnTo>
                  <a:lnTo>
                    <a:pt x="0" y="19159"/>
                  </a:lnTo>
                  <a:lnTo>
                    <a:pt x="99" y="19022"/>
                  </a:lnTo>
                  <a:lnTo>
                    <a:pt x="294" y="18754"/>
                  </a:lnTo>
                  <a:lnTo>
                    <a:pt x="1676" y="16874"/>
                  </a:lnTo>
                  <a:lnTo>
                    <a:pt x="1824" y="16704"/>
                  </a:lnTo>
                  <a:lnTo>
                    <a:pt x="4529" y="17772"/>
                  </a:lnTo>
                  <a:lnTo>
                    <a:pt x="10445" y="20108"/>
                  </a:lnTo>
                  <a:lnTo>
                    <a:pt x="10718" y="20216"/>
                  </a:lnTo>
                  <a:lnTo>
                    <a:pt x="11462" y="19853"/>
                  </a:lnTo>
                  <a:lnTo>
                    <a:pt x="18220" y="20236"/>
                  </a:lnTo>
                  <a:lnTo>
                    <a:pt x="21966" y="20448"/>
                  </a:lnTo>
                  <a:lnTo>
                    <a:pt x="22533" y="17716"/>
                  </a:lnTo>
                  <a:lnTo>
                    <a:pt x="22921" y="15848"/>
                  </a:lnTo>
                  <a:lnTo>
                    <a:pt x="24174" y="16057"/>
                  </a:lnTo>
                  <a:lnTo>
                    <a:pt x="23831" y="18018"/>
                  </a:lnTo>
                  <a:lnTo>
                    <a:pt x="23368" y="20664"/>
                  </a:lnTo>
                  <a:lnTo>
                    <a:pt x="27915" y="21135"/>
                  </a:lnTo>
                  <a:lnTo>
                    <a:pt x="28375" y="21183"/>
                  </a:lnTo>
                  <a:lnTo>
                    <a:pt x="28691" y="21215"/>
                  </a:lnTo>
                  <a:lnTo>
                    <a:pt x="30381" y="21495"/>
                  </a:lnTo>
                  <a:lnTo>
                    <a:pt x="30586" y="21525"/>
                  </a:lnTo>
                  <a:lnTo>
                    <a:pt x="30805" y="21520"/>
                  </a:lnTo>
                  <a:lnTo>
                    <a:pt x="31718" y="21496"/>
                  </a:lnTo>
                  <a:lnTo>
                    <a:pt x="34503" y="21678"/>
                  </a:lnTo>
                  <a:lnTo>
                    <a:pt x="37708" y="21888"/>
                  </a:lnTo>
                  <a:lnTo>
                    <a:pt x="37914" y="21899"/>
                  </a:lnTo>
                  <a:lnTo>
                    <a:pt x="39147" y="21927"/>
                  </a:lnTo>
                  <a:lnTo>
                    <a:pt x="41032" y="21969"/>
                  </a:lnTo>
                  <a:lnTo>
                    <a:pt x="44288" y="22042"/>
                  </a:lnTo>
                  <a:lnTo>
                    <a:pt x="47069" y="22131"/>
                  </a:lnTo>
                  <a:lnTo>
                    <a:pt x="47508" y="22285"/>
                  </a:lnTo>
                  <a:lnTo>
                    <a:pt x="48035" y="22471"/>
                  </a:lnTo>
                  <a:lnTo>
                    <a:pt x="49475" y="22838"/>
                  </a:lnTo>
                  <a:lnTo>
                    <a:pt x="50541" y="22305"/>
                  </a:lnTo>
                  <a:lnTo>
                    <a:pt x="51282" y="21934"/>
                  </a:lnTo>
                  <a:lnTo>
                    <a:pt x="53570" y="20493"/>
                  </a:lnTo>
                  <a:lnTo>
                    <a:pt x="54208" y="20091"/>
                  </a:lnTo>
                  <a:lnTo>
                    <a:pt x="55072" y="13325"/>
                  </a:lnTo>
                  <a:lnTo>
                    <a:pt x="54919" y="12467"/>
                  </a:lnTo>
                  <a:lnTo>
                    <a:pt x="52474" y="10331"/>
                  </a:lnTo>
                  <a:lnTo>
                    <a:pt x="52053" y="9065"/>
                  </a:lnTo>
                  <a:lnTo>
                    <a:pt x="39028" y="1170"/>
                  </a:lnTo>
                  <a:lnTo>
                    <a:pt x="39331" y="1141"/>
                  </a:lnTo>
                  <a:lnTo>
                    <a:pt x="40486" y="1029"/>
                  </a:lnTo>
                  <a:lnTo>
                    <a:pt x="41532" y="129"/>
                  </a:lnTo>
                  <a:lnTo>
                    <a:pt x="43459" y="0"/>
                  </a:lnTo>
                  <a:lnTo>
                    <a:pt x="44607" y="193"/>
                  </a:lnTo>
                  <a:lnTo>
                    <a:pt x="46202" y="656"/>
                  </a:lnTo>
                  <a:lnTo>
                    <a:pt x="46918" y="984"/>
                  </a:lnTo>
                  <a:lnTo>
                    <a:pt x="48379" y="2251"/>
                  </a:lnTo>
                  <a:lnTo>
                    <a:pt x="51256" y="3906"/>
                  </a:lnTo>
                  <a:lnTo>
                    <a:pt x="53552" y="509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0" name="pg289"/>
            <p:cNvSpPr/>
            <p:nvPr/>
          </p:nvSpPr>
          <p:spPr>
            <a:xfrm>
              <a:off x="3618142" y="2674853"/>
              <a:ext cx="109448" cy="103883"/>
            </a:xfrm>
            <a:custGeom>
              <a:avLst/>
              <a:pathLst>
                <a:path w="109448" h="103883">
                  <a:moveTo>
                    <a:pt x="11013" y="11807"/>
                  </a:moveTo>
                  <a:lnTo>
                    <a:pt x="14640" y="13430"/>
                  </a:lnTo>
                  <a:lnTo>
                    <a:pt x="19987" y="10760"/>
                  </a:lnTo>
                  <a:lnTo>
                    <a:pt x="21538" y="12072"/>
                  </a:lnTo>
                  <a:lnTo>
                    <a:pt x="16707" y="17738"/>
                  </a:lnTo>
                  <a:lnTo>
                    <a:pt x="20643" y="21912"/>
                  </a:lnTo>
                  <a:lnTo>
                    <a:pt x="26010" y="21853"/>
                  </a:lnTo>
                  <a:lnTo>
                    <a:pt x="26309" y="16843"/>
                  </a:lnTo>
                  <a:lnTo>
                    <a:pt x="26545" y="16868"/>
                  </a:lnTo>
                  <a:lnTo>
                    <a:pt x="28038" y="17022"/>
                  </a:lnTo>
                  <a:lnTo>
                    <a:pt x="31226" y="18132"/>
                  </a:lnTo>
                  <a:lnTo>
                    <a:pt x="32861" y="18701"/>
                  </a:lnTo>
                  <a:lnTo>
                    <a:pt x="34517" y="19277"/>
                  </a:lnTo>
                  <a:lnTo>
                    <a:pt x="34852" y="19394"/>
                  </a:lnTo>
                  <a:lnTo>
                    <a:pt x="35167" y="19504"/>
                  </a:lnTo>
                  <a:lnTo>
                    <a:pt x="36089" y="19825"/>
                  </a:lnTo>
                  <a:lnTo>
                    <a:pt x="35296" y="22291"/>
                  </a:lnTo>
                  <a:lnTo>
                    <a:pt x="34420" y="25014"/>
                  </a:lnTo>
                  <a:lnTo>
                    <a:pt x="35542" y="25453"/>
                  </a:lnTo>
                  <a:lnTo>
                    <a:pt x="35831" y="25453"/>
                  </a:lnTo>
                  <a:lnTo>
                    <a:pt x="37163" y="22151"/>
                  </a:lnTo>
                  <a:lnTo>
                    <a:pt x="45751" y="19944"/>
                  </a:lnTo>
                  <a:lnTo>
                    <a:pt x="49329" y="21316"/>
                  </a:lnTo>
                  <a:lnTo>
                    <a:pt x="52669" y="25073"/>
                  </a:lnTo>
                  <a:lnTo>
                    <a:pt x="53623" y="28711"/>
                  </a:lnTo>
                  <a:lnTo>
                    <a:pt x="56367" y="27280"/>
                  </a:lnTo>
                  <a:lnTo>
                    <a:pt x="59647" y="28771"/>
                  </a:lnTo>
                  <a:lnTo>
                    <a:pt x="61615" y="31634"/>
                  </a:lnTo>
                  <a:lnTo>
                    <a:pt x="63404" y="32051"/>
                  </a:lnTo>
                  <a:lnTo>
                    <a:pt x="63234" y="32750"/>
                  </a:lnTo>
                  <a:lnTo>
                    <a:pt x="62390" y="36226"/>
                  </a:lnTo>
                  <a:lnTo>
                    <a:pt x="64835" y="36285"/>
                  </a:lnTo>
                  <a:lnTo>
                    <a:pt x="65074" y="34914"/>
                  </a:lnTo>
                  <a:lnTo>
                    <a:pt x="65612" y="34782"/>
                  </a:lnTo>
                  <a:lnTo>
                    <a:pt x="68235" y="34138"/>
                  </a:lnTo>
                  <a:lnTo>
                    <a:pt x="68774" y="34281"/>
                  </a:lnTo>
                  <a:lnTo>
                    <a:pt x="70263" y="34675"/>
                  </a:lnTo>
                  <a:lnTo>
                    <a:pt x="71188" y="32979"/>
                  </a:lnTo>
                  <a:lnTo>
                    <a:pt x="71694" y="32051"/>
                  </a:lnTo>
                  <a:lnTo>
                    <a:pt x="75272" y="33781"/>
                  </a:lnTo>
                  <a:lnTo>
                    <a:pt x="74887" y="34357"/>
                  </a:lnTo>
                  <a:lnTo>
                    <a:pt x="74105" y="35528"/>
                  </a:lnTo>
                  <a:lnTo>
                    <a:pt x="77413" y="37043"/>
                  </a:lnTo>
                  <a:lnTo>
                    <a:pt x="78835" y="37694"/>
                  </a:lnTo>
                  <a:lnTo>
                    <a:pt x="80006" y="38231"/>
                  </a:lnTo>
                  <a:lnTo>
                    <a:pt x="81956" y="39202"/>
                  </a:lnTo>
                  <a:lnTo>
                    <a:pt x="82311" y="39379"/>
                  </a:lnTo>
                  <a:lnTo>
                    <a:pt x="79628" y="44774"/>
                  </a:lnTo>
                  <a:lnTo>
                    <a:pt x="79912" y="44917"/>
                  </a:lnTo>
                  <a:lnTo>
                    <a:pt x="79858" y="45106"/>
                  </a:lnTo>
                  <a:lnTo>
                    <a:pt x="79420" y="46633"/>
                  </a:lnTo>
                  <a:lnTo>
                    <a:pt x="79308" y="47026"/>
                  </a:lnTo>
                  <a:lnTo>
                    <a:pt x="79200" y="47232"/>
                  </a:lnTo>
                  <a:lnTo>
                    <a:pt x="79062" y="47496"/>
                  </a:lnTo>
                  <a:lnTo>
                    <a:pt x="78841" y="47739"/>
                  </a:lnTo>
                  <a:lnTo>
                    <a:pt x="77765" y="49257"/>
                  </a:lnTo>
                  <a:lnTo>
                    <a:pt x="77920" y="49387"/>
                  </a:lnTo>
                  <a:lnTo>
                    <a:pt x="78299" y="49705"/>
                  </a:lnTo>
                  <a:lnTo>
                    <a:pt x="80650" y="51177"/>
                  </a:lnTo>
                  <a:lnTo>
                    <a:pt x="81456" y="50182"/>
                  </a:lnTo>
                  <a:lnTo>
                    <a:pt x="81709" y="49791"/>
                  </a:lnTo>
                  <a:lnTo>
                    <a:pt x="82490" y="48865"/>
                  </a:lnTo>
                  <a:lnTo>
                    <a:pt x="82766" y="49060"/>
                  </a:lnTo>
                  <a:lnTo>
                    <a:pt x="83103" y="49297"/>
                  </a:lnTo>
                  <a:lnTo>
                    <a:pt x="83334" y="49659"/>
                  </a:lnTo>
                  <a:lnTo>
                    <a:pt x="84804" y="51966"/>
                  </a:lnTo>
                  <a:lnTo>
                    <a:pt x="84942" y="52183"/>
                  </a:lnTo>
                  <a:lnTo>
                    <a:pt x="85190" y="51860"/>
                  </a:lnTo>
                  <a:lnTo>
                    <a:pt x="85692" y="51208"/>
                  </a:lnTo>
                  <a:lnTo>
                    <a:pt x="86205" y="50372"/>
                  </a:lnTo>
                  <a:lnTo>
                    <a:pt x="86343" y="50149"/>
                  </a:lnTo>
                  <a:lnTo>
                    <a:pt x="86440" y="49949"/>
                  </a:lnTo>
                  <a:lnTo>
                    <a:pt x="86855" y="49092"/>
                  </a:lnTo>
                  <a:lnTo>
                    <a:pt x="87123" y="48539"/>
                  </a:lnTo>
                  <a:lnTo>
                    <a:pt x="87661" y="47584"/>
                  </a:lnTo>
                  <a:lnTo>
                    <a:pt x="87936" y="47094"/>
                  </a:lnTo>
                  <a:lnTo>
                    <a:pt x="88433" y="46213"/>
                  </a:lnTo>
                  <a:lnTo>
                    <a:pt x="88588" y="45968"/>
                  </a:lnTo>
                  <a:lnTo>
                    <a:pt x="89301" y="44846"/>
                  </a:lnTo>
                  <a:lnTo>
                    <a:pt x="89331" y="44074"/>
                  </a:lnTo>
                  <a:lnTo>
                    <a:pt x="89338" y="43895"/>
                  </a:lnTo>
                  <a:lnTo>
                    <a:pt x="89416" y="42067"/>
                  </a:lnTo>
                  <a:lnTo>
                    <a:pt x="89506" y="41672"/>
                  </a:lnTo>
                  <a:lnTo>
                    <a:pt x="89610" y="41216"/>
                  </a:lnTo>
                  <a:lnTo>
                    <a:pt x="89670" y="40953"/>
                  </a:lnTo>
                  <a:lnTo>
                    <a:pt x="91658" y="42332"/>
                  </a:lnTo>
                  <a:lnTo>
                    <a:pt x="92233" y="42731"/>
                  </a:lnTo>
                  <a:lnTo>
                    <a:pt x="93141" y="43320"/>
                  </a:lnTo>
                  <a:lnTo>
                    <a:pt x="93612" y="43609"/>
                  </a:lnTo>
                  <a:lnTo>
                    <a:pt x="93853" y="43262"/>
                  </a:lnTo>
                  <a:lnTo>
                    <a:pt x="94081" y="42935"/>
                  </a:lnTo>
                  <a:lnTo>
                    <a:pt x="94870" y="41800"/>
                  </a:lnTo>
                  <a:lnTo>
                    <a:pt x="95824" y="40428"/>
                  </a:lnTo>
                  <a:lnTo>
                    <a:pt x="96168" y="40040"/>
                  </a:lnTo>
                  <a:lnTo>
                    <a:pt x="96922" y="39192"/>
                  </a:lnTo>
                  <a:lnTo>
                    <a:pt x="97493" y="38750"/>
                  </a:lnTo>
                  <a:lnTo>
                    <a:pt x="97812" y="38982"/>
                  </a:lnTo>
                  <a:lnTo>
                    <a:pt x="99056" y="39884"/>
                  </a:lnTo>
                  <a:lnTo>
                    <a:pt x="99642" y="40086"/>
                  </a:lnTo>
                  <a:lnTo>
                    <a:pt x="100645" y="40431"/>
                  </a:lnTo>
                  <a:lnTo>
                    <a:pt x="100899" y="40518"/>
                  </a:lnTo>
                  <a:lnTo>
                    <a:pt x="101235" y="40600"/>
                  </a:lnTo>
                  <a:lnTo>
                    <a:pt x="102155" y="40825"/>
                  </a:lnTo>
                  <a:lnTo>
                    <a:pt x="103011" y="41034"/>
                  </a:lnTo>
                  <a:lnTo>
                    <a:pt x="104382" y="41426"/>
                  </a:lnTo>
                  <a:lnTo>
                    <a:pt x="104762" y="41534"/>
                  </a:lnTo>
                  <a:lnTo>
                    <a:pt x="105503" y="40859"/>
                  </a:lnTo>
                  <a:lnTo>
                    <a:pt x="105904" y="42155"/>
                  </a:lnTo>
                  <a:lnTo>
                    <a:pt x="105831" y="42716"/>
                  </a:lnTo>
                  <a:lnTo>
                    <a:pt x="105709" y="43667"/>
                  </a:lnTo>
                  <a:lnTo>
                    <a:pt x="105660" y="43841"/>
                  </a:lnTo>
                  <a:lnTo>
                    <a:pt x="105600" y="44057"/>
                  </a:lnTo>
                  <a:lnTo>
                    <a:pt x="105433" y="44653"/>
                  </a:lnTo>
                  <a:lnTo>
                    <a:pt x="105028" y="46100"/>
                  </a:lnTo>
                  <a:lnTo>
                    <a:pt x="104422" y="48268"/>
                  </a:lnTo>
                  <a:lnTo>
                    <a:pt x="104451" y="48615"/>
                  </a:lnTo>
                  <a:lnTo>
                    <a:pt x="104463" y="48759"/>
                  </a:lnTo>
                  <a:lnTo>
                    <a:pt x="104492" y="49107"/>
                  </a:lnTo>
                  <a:lnTo>
                    <a:pt x="104010" y="49817"/>
                  </a:lnTo>
                  <a:lnTo>
                    <a:pt x="103890" y="49993"/>
                  </a:lnTo>
                  <a:lnTo>
                    <a:pt x="103777" y="50160"/>
                  </a:lnTo>
                  <a:lnTo>
                    <a:pt x="103278" y="50895"/>
                  </a:lnTo>
                  <a:lnTo>
                    <a:pt x="103079" y="51187"/>
                  </a:lnTo>
                  <a:lnTo>
                    <a:pt x="102724" y="51710"/>
                  </a:lnTo>
                  <a:lnTo>
                    <a:pt x="102473" y="52080"/>
                  </a:lnTo>
                  <a:lnTo>
                    <a:pt x="102804" y="52142"/>
                  </a:lnTo>
                  <a:lnTo>
                    <a:pt x="105135" y="52582"/>
                  </a:lnTo>
                  <a:lnTo>
                    <a:pt x="105553" y="52696"/>
                  </a:lnTo>
                  <a:lnTo>
                    <a:pt x="106352" y="53083"/>
                  </a:lnTo>
                  <a:lnTo>
                    <a:pt x="108170" y="53481"/>
                  </a:lnTo>
                  <a:lnTo>
                    <a:pt x="109448" y="54055"/>
                  </a:lnTo>
                  <a:lnTo>
                    <a:pt x="109334" y="54210"/>
                  </a:lnTo>
                  <a:lnTo>
                    <a:pt x="109190" y="54405"/>
                  </a:lnTo>
                  <a:lnTo>
                    <a:pt x="108715" y="55048"/>
                  </a:lnTo>
                  <a:lnTo>
                    <a:pt x="108241" y="55691"/>
                  </a:lnTo>
                  <a:lnTo>
                    <a:pt x="107747" y="56360"/>
                  </a:lnTo>
                  <a:lnTo>
                    <a:pt x="107425" y="56910"/>
                  </a:lnTo>
                  <a:lnTo>
                    <a:pt x="107296" y="57130"/>
                  </a:lnTo>
                  <a:lnTo>
                    <a:pt x="106979" y="57672"/>
                  </a:lnTo>
                  <a:lnTo>
                    <a:pt x="106529" y="58383"/>
                  </a:lnTo>
                  <a:lnTo>
                    <a:pt x="106781" y="58806"/>
                  </a:lnTo>
                  <a:lnTo>
                    <a:pt x="107485" y="59989"/>
                  </a:lnTo>
                  <a:lnTo>
                    <a:pt x="107628" y="60229"/>
                  </a:lnTo>
                  <a:lnTo>
                    <a:pt x="107419" y="60348"/>
                  </a:lnTo>
                  <a:lnTo>
                    <a:pt x="105859" y="61255"/>
                  </a:lnTo>
                  <a:lnTo>
                    <a:pt x="105479" y="60584"/>
                  </a:lnTo>
                  <a:lnTo>
                    <a:pt x="105397" y="60440"/>
                  </a:lnTo>
                  <a:lnTo>
                    <a:pt x="104022" y="58017"/>
                  </a:lnTo>
                  <a:lnTo>
                    <a:pt x="103878" y="57762"/>
                  </a:lnTo>
                  <a:lnTo>
                    <a:pt x="102672" y="58506"/>
                  </a:lnTo>
                  <a:lnTo>
                    <a:pt x="102498" y="58613"/>
                  </a:lnTo>
                  <a:lnTo>
                    <a:pt x="102145" y="58857"/>
                  </a:lnTo>
                  <a:lnTo>
                    <a:pt x="102000" y="58958"/>
                  </a:lnTo>
                  <a:lnTo>
                    <a:pt x="101695" y="59168"/>
                  </a:lnTo>
                  <a:lnTo>
                    <a:pt x="101399" y="59373"/>
                  </a:lnTo>
                  <a:lnTo>
                    <a:pt x="100584" y="59937"/>
                  </a:lnTo>
                  <a:lnTo>
                    <a:pt x="99941" y="60381"/>
                  </a:lnTo>
                  <a:lnTo>
                    <a:pt x="100655" y="61756"/>
                  </a:lnTo>
                  <a:lnTo>
                    <a:pt x="101202" y="62809"/>
                  </a:lnTo>
                  <a:lnTo>
                    <a:pt x="101775" y="63912"/>
                  </a:lnTo>
                  <a:lnTo>
                    <a:pt x="101986" y="64317"/>
                  </a:lnTo>
                  <a:lnTo>
                    <a:pt x="102302" y="64926"/>
                  </a:lnTo>
                  <a:lnTo>
                    <a:pt x="103673" y="67565"/>
                  </a:lnTo>
                  <a:lnTo>
                    <a:pt x="103253" y="67830"/>
                  </a:lnTo>
                  <a:lnTo>
                    <a:pt x="103821" y="68174"/>
                  </a:lnTo>
                  <a:lnTo>
                    <a:pt x="104574" y="68629"/>
                  </a:lnTo>
                  <a:lnTo>
                    <a:pt x="102345" y="72037"/>
                  </a:lnTo>
                  <a:lnTo>
                    <a:pt x="100927" y="74204"/>
                  </a:lnTo>
                  <a:lnTo>
                    <a:pt x="100090" y="75484"/>
                  </a:lnTo>
                  <a:lnTo>
                    <a:pt x="99866" y="75867"/>
                  </a:lnTo>
                  <a:lnTo>
                    <a:pt x="96780" y="81155"/>
                  </a:lnTo>
                  <a:lnTo>
                    <a:pt x="96941" y="81245"/>
                  </a:lnTo>
                  <a:lnTo>
                    <a:pt x="97175" y="81406"/>
                  </a:lnTo>
                  <a:lnTo>
                    <a:pt x="97592" y="81691"/>
                  </a:lnTo>
                  <a:lnTo>
                    <a:pt x="101686" y="84500"/>
                  </a:lnTo>
                  <a:lnTo>
                    <a:pt x="101216" y="85198"/>
                  </a:lnTo>
                  <a:lnTo>
                    <a:pt x="101009" y="85505"/>
                  </a:lnTo>
                  <a:lnTo>
                    <a:pt x="99993" y="87011"/>
                  </a:lnTo>
                  <a:lnTo>
                    <a:pt x="99162" y="88243"/>
                  </a:lnTo>
                  <a:lnTo>
                    <a:pt x="98069" y="89864"/>
                  </a:lnTo>
                  <a:lnTo>
                    <a:pt x="96501" y="92189"/>
                  </a:lnTo>
                  <a:lnTo>
                    <a:pt x="97113" y="92585"/>
                  </a:lnTo>
                  <a:lnTo>
                    <a:pt x="99465" y="94106"/>
                  </a:lnTo>
                  <a:lnTo>
                    <a:pt x="94645" y="101547"/>
                  </a:lnTo>
                  <a:lnTo>
                    <a:pt x="93132" y="103883"/>
                  </a:lnTo>
                  <a:lnTo>
                    <a:pt x="85797" y="99020"/>
                  </a:lnTo>
                  <a:lnTo>
                    <a:pt x="83816" y="97706"/>
                  </a:lnTo>
                  <a:lnTo>
                    <a:pt x="83206" y="97302"/>
                  </a:lnTo>
                  <a:lnTo>
                    <a:pt x="80972" y="95826"/>
                  </a:lnTo>
                  <a:lnTo>
                    <a:pt x="78109" y="94088"/>
                  </a:lnTo>
                  <a:lnTo>
                    <a:pt x="77191" y="93531"/>
                  </a:lnTo>
                  <a:lnTo>
                    <a:pt x="76003" y="92810"/>
                  </a:lnTo>
                  <a:lnTo>
                    <a:pt x="75658" y="92600"/>
                  </a:lnTo>
                  <a:lnTo>
                    <a:pt x="73486" y="91282"/>
                  </a:lnTo>
                  <a:lnTo>
                    <a:pt x="72100" y="90442"/>
                  </a:lnTo>
                  <a:lnTo>
                    <a:pt x="71351" y="89987"/>
                  </a:lnTo>
                  <a:lnTo>
                    <a:pt x="70853" y="89693"/>
                  </a:lnTo>
                  <a:lnTo>
                    <a:pt x="69951" y="89162"/>
                  </a:lnTo>
                  <a:lnTo>
                    <a:pt x="66380" y="87060"/>
                  </a:lnTo>
                  <a:lnTo>
                    <a:pt x="65756" y="86691"/>
                  </a:lnTo>
                  <a:lnTo>
                    <a:pt x="63678" y="85429"/>
                  </a:lnTo>
                  <a:lnTo>
                    <a:pt x="60732" y="83640"/>
                  </a:lnTo>
                  <a:lnTo>
                    <a:pt x="55815" y="80652"/>
                  </a:lnTo>
                  <a:lnTo>
                    <a:pt x="54345" y="79760"/>
                  </a:lnTo>
                  <a:lnTo>
                    <a:pt x="52434" y="80455"/>
                  </a:lnTo>
                  <a:lnTo>
                    <a:pt x="45318" y="83032"/>
                  </a:lnTo>
                  <a:lnTo>
                    <a:pt x="45194" y="82694"/>
                  </a:lnTo>
                  <a:lnTo>
                    <a:pt x="43431" y="77877"/>
                  </a:lnTo>
                  <a:lnTo>
                    <a:pt x="41184" y="78665"/>
                  </a:lnTo>
                  <a:lnTo>
                    <a:pt x="40729" y="78824"/>
                  </a:lnTo>
                  <a:lnTo>
                    <a:pt x="40256" y="79008"/>
                  </a:lnTo>
                  <a:lnTo>
                    <a:pt x="39889" y="79151"/>
                  </a:lnTo>
                  <a:lnTo>
                    <a:pt x="37935" y="79599"/>
                  </a:lnTo>
                  <a:lnTo>
                    <a:pt x="36928" y="79830"/>
                  </a:lnTo>
                  <a:lnTo>
                    <a:pt x="35592" y="80136"/>
                  </a:lnTo>
                  <a:lnTo>
                    <a:pt x="29353" y="81930"/>
                  </a:lnTo>
                  <a:lnTo>
                    <a:pt x="26557" y="82734"/>
                  </a:lnTo>
                  <a:lnTo>
                    <a:pt x="26333" y="82798"/>
                  </a:lnTo>
                  <a:lnTo>
                    <a:pt x="26025" y="82200"/>
                  </a:lnTo>
                  <a:lnTo>
                    <a:pt x="25321" y="80831"/>
                  </a:lnTo>
                  <a:lnTo>
                    <a:pt x="24956" y="80123"/>
                  </a:lnTo>
                  <a:lnTo>
                    <a:pt x="24802" y="79823"/>
                  </a:lnTo>
                  <a:lnTo>
                    <a:pt x="24579" y="79390"/>
                  </a:lnTo>
                  <a:lnTo>
                    <a:pt x="24448" y="79261"/>
                  </a:lnTo>
                  <a:lnTo>
                    <a:pt x="23058" y="77899"/>
                  </a:lnTo>
                  <a:lnTo>
                    <a:pt x="22779" y="77601"/>
                  </a:lnTo>
                  <a:lnTo>
                    <a:pt x="22440" y="77240"/>
                  </a:lnTo>
                  <a:lnTo>
                    <a:pt x="22279" y="77069"/>
                  </a:lnTo>
                  <a:lnTo>
                    <a:pt x="21209" y="75931"/>
                  </a:lnTo>
                  <a:lnTo>
                    <a:pt x="19865" y="74463"/>
                  </a:lnTo>
                  <a:lnTo>
                    <a:pt x="18600" y="73083"/>
                  </a:lnTo>
                  <a:lnTo>
                    <a:pt x="18280" y="72439"/>
                  </a:lnTo>
                  <a:lnTo>
                    <a:pt x="18044" y="71964"/>
                  </a:lnTo>
                  <a:lnTo>
                    <a:pt x="17176" y="70218"/>
                  </a:lnTo>
                  <a:lnTo>
                    <a:pt x="24520" y="65747"/>
                  </a:lnTo>
                  <a:lnTo>
                    <a:pt x="37640" y="66821"/>
                  </a:lnTo>
                  <a:lnTo>
                    <a:pt x="43723" y="63004"/>
                  </a:lnTo>
                  <a:lnTo>
                    <a:pt x="38594" y="58471"/>
                  </a:lnTo>
                  <a:lnTo>
                    <a:pt x="43485" y="54535"/>
                  </a:lnTo>
                  <a:lnTo>
                    <a:pt x="40503" y="52030"/>
                  </a:lnTo>
                  <a:lnTo>
                    <a:pt x="40741" y="49406"/>
                  </a:lnTo>
                  <a:lnTo>
                    <a:pt x="35374" y="46066"/>
                  </a:lnTo>
                  <a:lnTo>
                    <a:pt x="32630" y="46305"/>
                  </a:lnTo>
                  <a:lnTo>
                    <a:pt x="23565" y="43919"/>
                  </a:lnTo>
                  <a:lnTo>
                    <a:pt x="23804" y="28652"/>
                  </a:lnTo>
                  <a:lnTo>
                    <a:pt x="16886" y="25312"/>
                  </a:lnTo>
                  <a:lnTo>
                    <a:pt x="8775" y="18513"/>
                  </a:lnTo>
                  <a:lnTo>
                    <a:pt x="0" y="15152"/>
                  </a:lnTo>
                  <a:lnTo>
                    <a:pt x="1321" y="12845"/>
                  </a:lnTo>
                  <a:lnTo>
                    <a:pt x="14019" y="0"/>
                  </a:lnTo>
                  <a:lnTo>
                    <a:pt x="15069" y="742"/>
                  </a:lnTo>
                  <a:lnTo>
                    <a:pt x="15284" y="893"/>
                  </a:lnTo>
                  <a:lnTo>
                    <a:pt x="18644" y="3268"/>
                  </a:lnTo>
                  <a:lnTo>
                    <a:pt x="19323" y="374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1" name="pg290"/>
            <p:cNvSpPr/>
            <p:nvPr/>
          </p:nvSpPr>
          <p:spPr>
            <a:xfrm>
              <a:off x="3531407" y="2708022"/>
              <a:ext cx="251059" cy="129828"/>
            </a:xfrm>
            <a:custGeom>
              <a:avLst/>
              <a:pathLst>
                <a:path w="251059" h="129828">
                  <a:moveTo>
                    <a:pt x="47908" y="2267"/>
                  </a:moveTo>
                  <a:lnTo>
                    <a:pt x="48307" y="5128"/>
                  </a:lnTo>
                  <a:lnTo>
                    <a:pt x="68764" y="2360"/>
                  </a:lnTo>
                  <a:lnTo>
                    <a:pt x="76903" y="4309"/>
                  </a:lnTo>
                  <a:lnTo>
                    <a:pt x="80861" y="10740"/>
                  </a:lnTo>
                  <a:lnTo>
                    <a:pt x="61158" y="13374"/>
                  </a:lnTo>
                  <a:lnTo>
                    <a:pt x="56745" y="16476"/>
                  </a:lnTo>
                  <a:lnTo>
                    <a:pt x="55791" y="18503"/>
                  </a:lnTo>
                  <a:lnTo>
                    <a:pt x="58892" y="23394"/>
                  </a:lnTo>
                  <a:lnTo>
                    <a:pt x="58534" y="26376"/>
                  </a:lnTo>
                  <a:lnTo>
                    <a:pt x="55671" y="26853"/>
                  </a:lnTo>
                  <a:lnTo>
                    <a:pt x="52451" y="24825"/>
                  </a:lnTo>
                  <a:lnTo>
                    <a:pt x="48753" y="26137"/>
                  </a:lnTo>
                  <a:lnTo>
                    <a:pt x="46248" y="30908"/>
                  </a:lnTo>
                  <a:lnTo>
                    <a:pt x="51497" y="37349"/>
                  </a:lnTo>
                  <a:lnTo>
                    <a:pt x="57460" y="33294"/>
                  </a:lnTo>
                  <a:lnTo>
                    <a:pt x="62470" y="34606"/>
                  </a:lnTo>
                  <a:lnTo>
                    <a:pt x="69150" y="29238"/>
                  </a:lnTo>
                  <a:lnTo>
                    <a:pt x="72728" y="29835"/>
                  </a:lnTo>
                  <a:lnTo>
                    <a:pt x="77261" y="34844"/>
                  </a:lnTo>
                  <a:lnTo>
                    <a:pt x="79169" y="37946"/>
                  </a:lnTo>
                  <a:lnTo>
                    <a:pt x="83105" y="36514"/>
                  </a:lnTo>
                  <a:lnTo>
                    <a:pt x="92409" y="37469"/>
                  </a:lnTo>
                  <a:lnTo>
                    <a:pt x="94675" y="36395"/>
                  </a:lnTo>
                  <a:lnTo>
                    <a:pt x="92886" y="33771"/>
                  </a:lnTo>
                  <a:lnTo>
                    <a:pt x="98761" y="31170"/>
                  </a:lnTo>
                  <a:lnTo>
                    <a:pt x="103912" y="37049"/>
                  </a:lnTo>
                  <a:lnTo>
                    <a:pt x="104780" y="38795"/>
                  </a:lnTo>
                  <a:lnTo>
                    <a:pt x="105016" y="39270"/>
                  </a:lnTo>
                  <a:lnTo>
                    <a:pt x="105336" y="39914"/>
                  </a:lnTo>
                  <a:lnTo>
                    <a:pt x="106601" y="41294"/>
                  </a:lnTo>
                  <a:lnTo>
                    <a:pt x="107945" y="42762"/>
                  </a:lnTo>
                  <a:lnTo>
                    <a:pt x="109015" y="43900"/>
                  </a:lnTo>
                  <a:lnTo>
                    <a:pt x="109175" y="44071"/>
                  </a:lnTo>
                  <a:lnTo>
                    <a:pt x="109514" y="44432"/>
                  </a:lnTo>
                  <a:lnTo>
                    <a:pt x="109794" y="44730"/>
                  </a:lnTo>
                  <a:lnTo>
                    <a:pt x="111184" y="46092"/>
                  </a:lnTo>
                  <a:lnTo>
                    <a:pt x="111315" y="46221"/>
                  </a:lnTo>
                  <a:lnTo>
                    <a:pt x="111537" y="46654"/>
                  </a:lnTo>
                  <a:lnTo>
                    <a:pt x="111692" y="46954"/>
                  </a:lnTo>
                  <a:lnTo>
                    <a:pt x="112056" y="47662"/>
                  </a:lnTo>
                  <a:lnTo>
                    <a:pt x="112761" y="49031"/>
                  </a:lnTo>
                  <a:lnTo>
                    <a:pt x="113068" y="49629"/>
                  </a:lnTo>
                  <a:lnTo>
                    <a:pt x="113292" y="49565"/>
                  </a:lnTo>
                  <a:lnTo>
                    <a:pt x="116088" y="48761"/>
                  </a:lnTo>
                  <a:lnTo>
                    <a:pt x="122327" y="46967"/>
                  </a:lnTo>
                  <a:lnTo>
                    <a:pt x="123664" y="46661"/>
                  </a:lnTo>
                  <a:lnTo>
                    <a:pt x="124671" y="46430"/>
                  </a:lnTo>
                  <a:lnTo>
                    <a:pt x="126624" y="45981"/>
                  </a:lnTo>
                  <a:lnTo>
                    <a:pt x="126992" y="45839"/>
                  </a:lnTo>
                  <a:lnTo>
                    <a:pt x="127464" y="45655"/>
                  </a:lnTo>
                  <a:lnTo>
                    <a:pt x="127920" y="45496"/>
                  </a:lnTo>
                  <a:lnTo>
                    <a:pt x="130167" y="44708"/>
                  </a:lnTo>
                  <a:lnTo>
                    <a:pt x="131960" y="49609"/>
                  </a:lnTo>
                  <a:lnTo>
                    <a:pt x="132057" y="49873"/>
                  </a:lnTo>
                  <a:lnTo>
                    <a:pt x="139169" y="47286"/>
                  </a:lnTo>
                  <a:lnTo>
                    <a:pt x="141081" y="46591"/>
                  </a:lnTo>
                  <a:lnTo>
                    <a:pt x="142550" y="47483"/>
                  </a:lnTo>
                  <a:lnTo>
                    <a:pt x="147467" y="50470"/>
                  </a:lnTo>
                  <a:lnTo>
                    <a:pt x="150413" y="52260"/>
                  </a:lnTo>
                  <a:lnTo>
                    <a:pt x="152635" y="53608"/>
                  </a:lnTo>
                  <a:lnTo>
                    <a:pt x="153115" y="53890"/>
                  </a:lnTo>
                  <a:lnTo>
                    <a:pt x="156686" y="55993"/>
                  </a:lnTo>
                  <a:lnTo>
                    <a:pt x="157588" y="56524"/>
                  </a:lnTo>
                  <a:lnTo>
                    <a:pt x="158086" y="56818"/>
                  </a:lnTo>
                  <a:lnTo>
                    <a:pt x="158836" y="57273"/>
                  </a:lnTo>
                  <a:lnTo>
                    <a:pt x="160348" y="58190"/>
                  </a:lnTo>
                  <a:lnTo>
                    <a:pt x="162393" y="59431"/>
                  </a:lnTo>
                  <a:lnTo>
                    <a:pt x="162739" y="59641"/>
                  </a:lnTo>
                  <a:lnTo>
                    <a:pt x="163967" y="60387"/>
                  </a:lnTo>
                  <a:lnTo>
                    <a:pt x="164844" y="60919"/>
                  </a:lnTo>
                  <a:lnTo>
                    <a:pt x="167796" y="62710"/>
                  </a:lnTo>
                  <a:lnTo>
                    <a:pt x="169942" y="64133"/>
                  </a:lnTo>
                  <a:lnTo>
                    <a:pt x="170551" y="64537"/>
                  </a:lnTo>
                  <a:lnTo>
                    <a:pt x="172532" y="65851"/>
                  </a:lnTo>
                  <a:lnTo>
                    <a:pt x="179867" y="70714"/>
                  </a:lnTo>
                  <a:lnTo>
                    <a:pt x="181380" y="68377"/>
                  </a:lnTo>
                  <a:lnTo>
                    <a:pt x="186201" y="60937"/>
                  </a:lnTo>
                  <a:lnTo>
                    <a:pt x="188624" y="62436"/>
                  </a:lnTo>
                  <a:lnTo>
                    <a:pt x="193016" y="65153"/>
                  </a:lnTo>
                  <a:lnTo>
                    <a:pt x="200316" y="69670"/>
                  </a:lnTo>
                  <a:lnTo>
                    <a:pt x="200449" y="69752"/>
                  </a:lnTo>
                  <a:lnTo>
                    <a:pt x="201858" y="70624"/>
                  </a:lnTo>
                  <a:lnTo>
                    <a:pt x="206647" y="73586"/>
                  </a:lnTo>
                  <a:lnTo>
                    <a:pt x="206909" y="73748"/>
                  </a:lnTo>
                  <a:lnTo>
                    <a:pt x="207468" y="74091"/>
                  </a:lnTo>
                  <a:lnTo>
                    <a:pt x="210130" y="75637"/>
                  </a:lnTo>
                  <a:lnTo>
                    <a:pt x="210815" y="76036"/>
                  </a:lnTo>
                  <a:lnTo>
                    <a:pt x="215275" y="78626"/>
                  </a:lnTo>
                  <a:lnTo>
                    <a:pt x="215846" y="78958"/>
                  </a:lnTo>
                  <a:lnTo>
                    <a:pt x="216037" y="79078"/>
                  </a:lnTo>
                  <a:lnTo>
                    <a:pt x="218265" y="80478"/>
                  </a:lnTo>
                  <a:lnTo>
                    <a:pt x="218938" y="80901"/>
                  </a:lnTo>
                  <a:lnTo>
                    <a:pt x="219243" y="81093"/>
                  </a:lnTo>
                  <a:lnTo>
                    <a:pt x="221934" y="82783"/>
                  </a:lnTo>
                  <a:lnTo>
                    <a:pt x="222485" y="83123"/>
                  </a:lnTo>
                  <a:lnTo>
                    <a:pt x="222777" y="83303"/>
                  </a:lnTo>
                  <a:lnTo>
                    <a:pt x="224460" y="84339"/>
                  </a:lnTo>
                  <a:lnTo>
                    <a:pt x="226307" y="85475"/>
                  </a:lnTo>
                  <a:lnTo>
                    <a:pt x="227921" y="86469"/>
                  </a:lnTo>
                  <a:lnTo>
                    <a:pt x="228799" y="87010"/>
                  </a:lnTo>
                  <a:lnTo>
                    <a:pt x="229235" y="87278"/>
                  </a:lnTo>
                  <a:lnTo>
                    <a:pt x="229993" y="87757"/>
                  </a:lnTo>
                  <a:lnTo>
                    <a:pt x="233924" y="90240"/>
                  </a:lnTo>
                  <a:lnTo>
                    <a:pt x="239781" y="93939"/>
                  </a:lnTo>
                  <a:lnTo>
                    <a:pt x="250682" y="100825"/>
                  </a:lnTo>
                  <a:lnTo>
                    <a:pt x="251059" y="101063"/>
                  </a:lnTo>
                  <a:lnTo>
                    <a:pt x="250797" y="101483"/>
                  </a:lnTo>
                  <a:lnTo>
                    <a:pt x="247424" y="106896"/>
                  </a:lnTo>
                  <a:lnTo>
                    <a:pt x="245001" y="110916"/>
                  </a:lnTo>
                  <a:lnTo>
                    <a:pt x="243672" y="113121"/>
                  </a:lnTo>
                  <a:lnTo>
                    <a:pt x="241788" y="116246"/>
                  </a:lnTo>
                  <a:lnTo>
                    <a:pt x="241627" y="116512"/>
                  </a:lnTo>
                  <a:lnTo>
                    <a:pt x="241882" y="119456"/>
                  </a:lnTo>
                  <a:lnTo>
                    <a:pt x="241561" y="119966"/>
                  </a:lnTo>
                  <a:lnTo>
                    <a:pt x="238528" y="124790"/>
                  </a:lnTo>
                  <a:lnTo>
                    <a:pt x="235528" y="129561"/>
                  </a:lnTo>
                  <a:lnTo>
                    <a:pt x="235344" y="129828"/>
                  </a:lnTo>
                  <a:lnTo>
                    <a:pt x="234694" y="129569"/>
                  </a:lnTo>
                  <a:lnTo>
                    <a:pt x="233437" y="129069"/>
                  </a:lnTo>
                  <a:lnTo>
                    <a:pt x="226393" y="126266"/>
                  </a:lnTo>
                  <a:lnTo>
                    <a:pt x="222603" y="124759"/>
                  </a:lnTo>
                  <a:lnTo>
                    <a:pt x="222309" y="124642"/>
                  </a:lnTo>
                  <a:lnTo>
                    <a:pt x="219797" y="123642"/>
                  </a:lnTo>
                  <a:lnTo>
                    <a:pt x="217940" y="122904"/>
                  </a:lnTo>
                  <a:lnTo>
                    <a:pt x="213002" y="120939"/>
                  </a:lnTo>
                  <a:lnTo>
                    <a:pt x="212494" y="120737"/>
                  </a:lnTo>
                  <a:lnTo>
                    <a:pt x="212275" y="120649"/>
                  </a:lnTo>
                  <a:lnTo>
                    <a:pt x="206426" y="118288"/>
                  </a:lnTo>
                  <a:lnTo>
                    <a:pt x="197125" y="114534"/>
                  </a:lnTo>
                  <a:lnTo>
                    <a:pt x="194314" y="112400"/>
                  </a:lnTo>
                  <a:lnTo>
                    <a:pt x="192541" y="111052"/>
                  </a:lnTo>
                  <a:lnTo>
                    <a:pt x="191329" y="110132"/>
                  </a:lnTo>
                  <a:lnTo>
                    <a:pt x="185681" y="105842"/>
                  </a:lnTo>
                  <a:lnTo>
                    <a:pt x="184815" y="105184"/>
                  </a:lnTo>
                  <a:lnTo>
                    <a:pt x="184276" y="104770"/>
                  </a:lnTo>
                  <a:lnTo>
                    <a:pt x="180209" y="101490"/>
                  </a:lnTo>
                  <a:lnTo>
                    <a:pt x="179076" y="100576"/>
                  </a:lnTo>
                  <a:lnTo>
                    <a:pt x="175679" y="97835"/>
                  </a:lnTo>
                  <a:lnTo>
                    <a:pt x="175524" y="97719"/>
                  </a:lnTo>
                  <a:lnTo>
                    <a:pt x="175652" y="97554"/>
                  </a:lnTo>
                  <a:lnTo>
                    <a:pt x="177303" y="95441"/>
                  </a:lnTo>
                  <a:lnTo>
                    <a:pt x="179095" y="93146"/>
                  </a:lnTo>
                  <a:lnTo>
                    <a:pt x="179305" y="92878"/>
                  </a:lnTo>
                  <a:lnTo>
                    <a:pt x="179544" y="92541"/>
                  </a:lnTo>
                  <a:lnTo>
                    <a:pt x="176527" y="90149"/>
                  </a:lnTo>
                  <a:lnTo>
                    <a:pt x="176009" y="87974"/>
                  </a:lnTo>
                  <a:lnTo>
                    <a:pt x="175340" y="85405"/>
                  </a:lnTo>
                  <a:lnTo>
                    <a:pt x="174844" y="85546"/>
                  </a:lnTo>
                  <a:lnTo>
                    <a:pt x="174343" y="85564"/>
                  </a:lnTo>
                  <a:lnTo>
                    <a:pt x="173997" y="85407"/>
                  </a:lnTo>
                  <a:lnTo>
                    <a:pt x="173771" y="85305"/>
                  </a:lnTo>
                  <a:lnTo>
                    <a:pt x="173296" y="85009"/>
                  </a:lnTo>
                  <a:lnTo>
                    <a:pt x="172527" y="84383"/>
                  </a:lnTo>
                  <a:lnTo>
                    <a:pt x="171731" y="83453"/>
                  </a:lnTo>
                  <a:lnTo>
                    <a:pt x="170463" y="81713"/>
                  </a:lnTo>
                  <a:lnTo>
                    <a:pt x="170307" y="82275"/>
                  </a:lnTo>
                  <a:lnTo>
                    <a:pt x="170217" y="82602"/>
                  </a:lnTo>
                  <a:lnTo>
                    <a:pt x="168023" y="82745"/>
                  </a:lnTo>
                  <a:lnTo>
                    <a:pt x="167709" y="82765"/>
                  </a:lnTo>
                  <a:lnTo>
                    <a:pt x="166699" y="82680"/>
                  </a:lnTo>
                  <a:lnTo>
                    <a:pt x="166074" y="82628"/>
                  </a:lnTo>
                  <a:lnTo>
                    <a:pt x="164641" y="82015"/>
                  </a:lnTo>
                  <a:lnTo>
                    <a:pt x="164261" y="81853"/>
                  </a:lnTo>
                  <a:lnTo>
                    <a:pt x="164100" y="80642"/>
                  </a:lnTo>
                  <a:lnTo>
                    <a:pt x="163489" y="80408"/>
                  </a:lnTo>
                  <a:lnTo>
                    <a:pt x="163337" y="80350"/>
                  </a:lnTo>
                  <a:lnTo>
                    <a:pt x="163320" y="79640"/>
                  </a:lnTo>
                  <a:lnTo>
                    <a:pt x="161665" y="79555"/>
                  </a:lnTo>
                  <a:lnTo>
                    <a:pt x="161599" y="79762"/>
                  </a:lnTo>
                  <a:lnTo>
                    <a:pt x="161468" y="80173"/>
                  </a:lnTo>
                  <a:lnTo>
                    <a:pt x="161349" y="80547"/>
                  </a:lnTo>
                  <a:lnTo>
                    <a:pt x="159173" y="80749"/>
                  </a:lnTo>
                  <a:lnTo>
                    <a:pt x="159220" y="81646"/>
                  </a:lnTo>
                  <a:lnTo>
                    <a:pt x="157338" y="81880"/>
                  </a:lnTo>
                  <a:lnTo>
                    <a:pt x="157026" y="81880"/>
                  </a:lnTo>
                  <a:lnTo>
                    <a:pt x="156476" y="81862"/>
                  </a:lnTo>
                  <a:lnTo>
                    <a:pt x="155943" y="81737"/>
                  </a:lnTo>
                  <a:lnTo>
                    <a:pt x="155284" y="81060"/>
                  </a:lnTo>
                  <a:lnTo>
                    <a:pt x="154940" y="80965"/>
                  </a:lnTo>
                  <a:lnTo>
                    <a:pt x="154380" y="80809"/>
                  </a:lnTo>
                  <a:lnTo>
                    <a:pt x="153593" y="80207"/>
                  </a:lnTo>
                  <a:lnTo>
                    <a:pt x="152859" y="79646"/>
                  </a:lnTo>
                  <a:lnTo>
                    <a:pt x="152041" y="79105"/>
                  </a:lnTo>
                  <a:lnTo>
                    <a:pt x="151816" y="78956"/>
                  </a:lnTo>
                  <a:lnTo>
                    <a:pt x="150774" y="78704"/>
                  </a:lnTo>
                  <a:lnTo>
                    <a:pt x="150524" y="78608"/>
                  </a:lnTo>
                  <a:lnTo>
                    <a:pt x="150116" y="78450"/>
                  </a:lnTo>
                  <a:lnTo>
                    <a:pt x="149542" y="78229"/>
                  </a:lnTo>
                  <a:lnTo>
                    <a:pt x="147896" y="77593"/>
                  </a:lnTo>
                  <a:lnTo>
                    <a:pt x="147762" y="77541"/>
                  </a:lnTo>
                  <a:lnTo>
                    <a:pt x="147734" y="77359"/>
                  </a:lnTo>
                  <a:lnTo>
                    <a:pt x="147568" y="76311"/>
                  </a:lnTo>
                  <a:lnTo>
                    <a:pt x="147787" y="75870"/>
                  </a:lnTo>
                  <a:lnTo>
                    <a:pt x="148351" y="74738"/>
                  </a:lnTo>
                  <a:lnTo>
                    <a:pt x="148538" y="74448"/>
                  </a:lnTo>
                  <a:lnTo>
                    <a:pt x="146965" y="75259"/>
                  </a:lnTo>
                  <a:lnTo>
                    <a:pt x="145892" y="75812"/>
                  </a:lnTo>
                  <a:lnTo>
                    <a:pt x="145170" y="76184"/>
                  </a:lnTo>
                  <a:lnTo>
                    <a:pt x="144808" y="76371"/>
                  </a:lnTo>
                  <a:lnTo>
                    <a:pt x="144070" y="76542"/>
                  </a:lnTo>
                  <a:lnTo>
                    <a:pt x="142767" y="76589"/>
                  </a:lnTo>
                  <a:lnTo>
                    <a:pt x="142226" y="76608"/>
                  </a:lnTo>
                  <a:lnTo>
                    <a:pt x="141391" y="76465"/>
                  </a:lnTo>
                  <a:lnTo>
                    <a:pt x="139117" y="74431"/>
                  </a:lnTo>
                  <a:lnTo>
                    <a:pt x="138988" y="74316"/>
                  </a:lnTo>
                  <a:lnTo>
                    <a:pt x="138744" y="73931"/>
                  </a:lnTo>
                  <a:lnTo>
                    <a:pt x="137060" y="74340"/>
                  </a:lnTo>
                  <a:lnTo>
                    <a:pt x="136931" y="73906"/>
                  </a:lnTo>
                  <a:lnTo>
                    <a:pt x="136834" y="73578"/>
                  </a:lnTo>
                  <a:lnTo>
                    <a:pt x="136243" y="73347"/>
                  </a:lnTo>
                  <a:lnTo>
                    <a:pt x="134817" y="72790"/>
                  </a:lnTo>
                  <a:lnTo>
                    <a:pt x="132194" y="71765"/>
                  </a:lnTo>
                  <a:lnTo>
                    <a:pt x="131944" y="71265"/>
                  </a:lnTo>
                  <a:lnTo>
                    <a:pt x="131910" y="70708"/>
                  </a:lnTo>
                  <a:lnTo>
                    <a:pt x="131832" y="70416"/>
                  </a:lnTo>
                  <a:lnTo>
                    <a:pt x="131367" y="70235"/>
                  </a:lnTo>
                  <a:lnTo>
                    <a:pt x="130279" y="69813"/>
                  </a:lnTo>
                  <a:lnTo>
                    <a:pt x="129804" y="69629"/>
                  </a:lnTo>
                  <a:lnTo>
                    <a:pt x="129632" y="70024"/>
                  </a:lnTo>
                  <a:lnTo>
                    <a:pt x="129552" y="70172"/>
                  </a:lnTo>
                  <a:lnTo>
                    <a:pt x="129295" y="70071"/>
                  </a:lnTo>
                  <a:lnTo>
                    <a:pt x="127187" y="69246"/>
                  </a:lnTo>
                  <a:lnTo>
                    <a:pt x="126252" y="68879"/>
                  </a:lnTo>
                  <a:lnTo>
                    <a:pt x="123061" y="67634"/>
                  </a:lnTo>
                  <a:lnTo>
                    <a:pt x="122864" y="67552"/>
                  </a:lnTo>
                  <a:lnTo>
                    <a:pt x="122457" y="67357"/>
                  </a:lnTo>
                  <a:lnTo>
                    <a:pt x="120052" y="66201"/>
                  </a:lnTo>
                  <a:lnTo>
                    <a:pt x="118960" y="65677"/>
                  </a:lnTo>
                  <a:lnTo>
                    <a:pt x="116773" y="66108"/>
                  </a:lnTo>
                  <a:lnTo>
                    <a:pt x="115152" y="66428"/>
                  </a:lnTo>
                  <a:lnTo>
                    <a:pt x="114779" y="66444"/>
                  </a:lnTo>
                  <a:lnTo>
                    <a:pt x="113900" y="66482"/>
                  </a:lnTo>
                  <a:lnTo>
                    <a:pt x="113518" y="66400"/>
                  </a:lnTo>
                  <a:lnTo>
                    <a:pt x="113149" y="66321"/>
                  </a:lnTo>
                  <a:lnTo>
                    <a:pt x="112165" y="65820"/>
                  </a:lnTo>
                  <a:lnTo>
                    <a:pt x="111757" y="65573"/>
                  </a:lnTo>
                  <a:lnTo>
                    <a:pt x="111488" y="65411"/>
                  </a:lnTo>
                  <a:lnTo>
                    <a:pt x="111361" y="65260"/>
                  </a:lnTo>
                  <a:lnTo>
                    <a:pt x="110881" y="64689"/>
                  </a:lnTo>
                  <a:lnTo>
                    <a:pt x="110644" y="64406"/>
                  </a:lnTo>
                  <a:lnTo>
                    <a:pt x="106489" y="66024"/>
                  </a:lnTo>
                  <a:lnTo>
                    <a:pt x="106278" y="66106"/>
                  </a:lnTo>
                  <a:lnTo>
                    <a:pt x="104351" y="66769"/>
                  </a:lnTo>
                  <a:lnTo>
                    <a:pt x="102282" y="67482"/>
                  </a:lnTo>
                  <a:lnTo>
                    <a:pt x="101903" y="67537"/>
                  </a:lnTo>
                  <a:lnTo>
                    <a:pt x="99614" y="66746"/>
                  </a:lnTo>
                  <a:lnTo>
                    <a:pt x="99474" y="66698"/>
                  </a:lnTo>
                  <a:lnTo>
                    <a:pt x="99344" y="66653"/>
                  </a:lnTo>
                  <a:lnTo>
                    <a:pt x="99007" y="66537"/>
                  </a:lnTo>
                  <a:lnTo>
                    <a:pt x="98604" y="66398"/>
                  </a:lnTo>
                  <a:lnTo>
                    <a:pt x="98373" y="66318"/>
                  </a:lnTo>
                  <a:lnTo>
                    <a:pt x="97787" y="66123"/>
                  </a:lnTo>
                  <a:lnTo>
                    <a:pt x="97243" y="66023"/>
                  </a:lnTo>
                  <a:lnTo>
                    <a:pt x="96722" y="65927"/>
                  </a:lnTo>
                  <a:lnTo>
                    <a:pt x="96402" y="65868"/>
                  </a:lnTo>
                  <a:lnTo>
                    <a:pt x="95841" y="65991"/>
                  </a:lnTo>
                  <a:lnTo>
                    <a:pt x="95700" y="66169"/>
                  </a:lnTo>
                  <a:lnTo>
                    <a:pt x="95054" y="66983"/>
                  </a:lnTo>
                  <a:lnTo>
                    <a:pt x="95308" y="67279"/>
                  </a:lnTo>
                  <a:lnTo>
                    <a:pt x="96128" y="68236"/>
                  </a:lnTo>
                  <a:lnTo>
                    <a:pt x="95734" y="68915"/>
                  </a:lnTo>
                  <a:lnTo>
                    <a:pt x="94588" y="69417"/>
                  </a:lnTo>
                  <a:lnTo>
                    <a:pt x="94229" y="69391"/>
                  </a:lnTo>
                  <a:lnTo>
                    <a:pt x="92953" y="69299"/>
                  </a:lnTo>
                  <a:lnTo>
                    <a:pt x="91708" y="69342"/>
                  </a:lnTo>
                  <a:lnTo>
                    <a:pt x="91272" y="69566"/>
                  </a:lnTo>
                  <a:lnTo>
                    <a:pt x="90810" y="71241"/>
                  </a:lnTo>
                  <a:lnTo>
                    <a:pt x="90110" y="71338"/>
                  </a:lnTo>
                  <a:lnTo>
                    <a:pt x="89769" y="71385"/>
                  </a:lnTo>
                  <a:lnTo>
                    <a:pt x="88099" y="71958"/>
                  </a:lnTo>
                  <a:lnTo>
                    <a:pt x="84831" y="71600"/>
                  </a:lnTo>
                  <a:lnTo>
                    <a:pt x="84196" y="71408"/>
                  </a:lnTo>
                  <a:lnTo>
                    <a:pt x="83798" y="71288"/>
                  </a:lnTo>
                  <a:lnTo>
                    <a:pt x="83564" y="71217"/>
                  </a:lnTo>
                  <a:lnTo>
                    <a:pt x="82031" y="68266"/>
                  </a:lnTo>
                  <a:lnTo>
                    <a:pt x="81777" y="67827"/>
                  </a:lnTo>
                  <a:lnTo>
                    <a:pt x="80912" y="67258"/>
                  </a:lnTo>
                  <a:lnTo>
                    <a:pt x="79337" y="68457"/>
                  </a:lnTo>
                  <a:lnTo>
                    <a:pt x="79035" y="68687"/>
                  </a:lnTo>
                  <a:lnTo>
                    <a:pt x="78034" y="69113"/>
                  </a:lnTo>
                  <a:lnTo>
                    <a:pt x="77634" y="69284"/>
                  </a:lnTo>
                  <a:lnTo>
                    <a:pt x="76271" y="68572"/>
                  </a:lnTo>
                  <a:lnTo>
                    <a:pt x="74308" y="67546"/>
                  </a:lnTo>
                  <a:lnTo>
                    <a:pt x="65204" y="62790"/>
                  </a:lnTo>
                  <a:lnTo>
                    <a:pt x="52347" y="56074"/>
                  </a:lnTo>
                  <a:lnTo>
                    <a:pt x="47740" y="61661"/>
                  </a:lnTo>
                  <a:lnTo>
                    <a:pt x="47050" y="62499"/>
                  </a:lnTo>
                  <a:lnTo>
                    <a:pt x="42802" y="67651"/>
                  </a:lnTo>
                  <a:lnTo>
                    <a:pt x="39361" y="64529"/>
                  </a:lnTo>
                  <a:lnTo>
                    <a:pt x="41150" y="56299"/>
                  </a:lnTo>
                  <a:lnTo>
                    <a:pt x="32443" y="49977"/>
                  </a:lnTo>
                  <a:lnTo>
                    <a:pt x="33397" y="45325"/>
                  </a:lnTo>
                  <a:lnTo>
                    <a:pt x="29580" y="44848"/>
                  </a:lnTo>
                  <a:lnTo>
                    <a:pt x="9815" y="34692"/>
                  </a:lnTo>
                  <a:lnTo>
                    <a:pt x="7991" y="33755"/>
                  </a:lnTo>
                  <a:lnTo>
                    <a:pt x="0" y="16698"/>
                  </a:lnTo>
                  <a:lnTo>
                    <a:pt x="1881" y="13500"/>
                  </a:lnTo>
                  <a:lnTo>
                    <a:pt x="3578" y="10615"/>
                  </a:lnTo>
                  <a:lnTo>
                    <a:pt x="18249" y="8945"/>
                  </a:lnTo>
                  <a:lnTo>
                    <a:pt x="19442" y="16221"/>
                  </a:lnTo>
                  <a:lnTo>
                    <a:pt x="31250" y="21708"/>
                  </a:lnTo>
                  <a:lnTo>
                    <a:pt x="36499" y="19203"/>
                  </a:lnTo>
                  <a:lnTo>
                    <a:pt x="37095" y="7156"/>
                  </a:lnTo>
                  <a:lnTo>
                    <a:pt x="43140" y="3034"/>
                  </a:lnTo>
                  <a:lnTo>
                    <a:pt x="47591"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2" name="pg291"/>
            <p:cNvSpPr/>
            <p:nvPr/>
          </p:nvSpPr>
          <p:spPr>
            <a:xfrm>
              <a:off x="3579148" y="2764096"/>
              <a:ext cx="187517" cy="94647"/>
            </a:xfrm>
            <a:custGeom>
              <a:avLst/>
              <a:pathLst>
                <a:path w="187517" h="94647">
                  <a:moveTo>
                    <a:pt x="28531" y="12498"/>
                  </a:moveTo>
                  <a:lnTo>
                    <a:pt x="29893" y="13210"/>
                  </a:lnTo>
                  <a:lnTo>
                    <a:pt x="30293" y="13039"/>
                  </a:lnTo>
                  <a:lnTo>
                    <a:pt x="31295" y="12613"/>
                  </a:lnTo>
                  <a:lnTo>
                    <a:pt x="31657" y="12337"/>
                  </a:lnTo>
                  <a:lnTo>
                    <a:pt x="33171" y="11183"/>
                  </a:lnTo>
                  <a:lnTo>
                    <a:pt x="34077" y="11779"/>
                  </a:lnTo>
                  <a:lnTo>
                    <a:pt x="34337" y="12280"/>
                  </a:lnTo>
                  <a:lnTo>
                    <a:pt x="35823" y="15143"/>
                  </a:lnTo>
                  <a:lnTo>
                    <a:pt x="36057" y="15214"/>
                  </a:lnTo>
                  <a:lnTo>
                    <a:pt x="36455" y="15334"/>
                  </a:lnTo>
                  <a:lnTo>
                    <a:pt x="37090" y="15526"/>
                  </a:lnTo>
                  <a:lnTo>
                    <a:pt x="40358" y="15883"/>
                  </a:lnTo>
                  <a:lnTo>
                    <a:pt x="42028" y="15311"/>
                  </a:lnTo>
                  <a:lnTo>
                    <a:pt x="42468" y="15250"/>
                  </a:lnTo>
                  <a:lnTo>
                    <a:pt x="43069" y="15167"/>
                  </a:lnTo>
                  <a:lnTo>
                    <a:pt x="43531" y="13492"/>
                  </a:lnTo>
                  <a:lnTo>
                    <a:pt x="43967" y="13268"/>
                  </a:lnTo>
                  <a:lnTo>
                    <a:pt x="45212" y="13225"/>
                  </a:lnTo>
                  <a:lnTo>
                    <a:pt x="46488" y="13317"/>
                  </a:lnTo>
                  <a:lnTo>
                    <a:pt x="46847" y="13342"/>
                  </a:lnTo>
                  <a:lnTo>
                    <a:pt x="47994" y="12841"/>
                  </a:lnTo>
                  <a:lnTo>
                    <a:pt x="48387" y="12161"/>
                  </a:lnTo>
                  <a:lnTo>
                    <a:pt x="47567" y="11204"/>
                  </a:lnTo>
                  <a:lnTo>
                    <a:pt x="47314" y="10909"/>
                  </a:lnTo>
                  <a:lnTo>
                    <a:pt x="47960" y="10095"/>
                  </a:lnTo>
                  <a:lnTo>
                    <a:pt x="48447" y="9755"/>
                  </a:lnTo>
                  <a:lnTo>
                    <a:pt x="48781" y="9816"/>
                  </a:lnTo>
                  <a:lnTo>
                    <a:pt x="49085" y="9872"/>
                  </a:lnTo>
                  <a:lnTo>
                    <a:pt x="49502" y="9949"/>
                  </a:lnTo>
                  <a:lnTo>
                    <a:pt x="50215" y="10100"/>
                  </a:lnTo>
                  <a:lnTo>
                    <a:pt x="50633" y="10244"/>
                  </a:lnTo>
                  <a:lnTo>
                    <a:pt x="50863" y="10324"/>
                  </a:lnTo>
                  <a:lnTo>
                    <a:pt x="51267" y="10463"/>
                  </a:lnTo>
                  <a:lnTo>
                    <a:pt x="51603" y="10579"/>
                  </a:lnTo>
                  <a:lnTo>
                    <a:pt x="51733" y="10624"/>
                  </a:lnTo>
                  <a:lnTo>
                    <a:pt x="51873" y="10672"/>
                  </a:lnTo>
                  <a:lnTo>
                    <a:pt x="54272" y="11500"/>
                  </a:lnTo>
                  <a:lnTo>
                    <a:pt x="54541" y="11408"/>
                  </a:lnTo>
                  <a:lnTo>
                    <a:pt x="56610" y="10695"/>
                  </a:lnTo>
                  <a:lnTo>
                    <a:pt x="58537" y="10032"/>
                  </a:lnTo>
                  <a:lnTo>
                    <a:pt x="58749" y="9949"/>
                  </a:lnTo>
                  <a:lnTo>
                    <a:pt x="62903" y="8332"/>
                  </a:lnTo>
                  <a:lnTo>
                    <a:pt x="63140" y="8614"/>
                  </a:lnTo>
                  <a:lnTo>
                    <a:pt x="63620" y="9186"/>
                  </a:lnTo>
                  <a:lnTo>
                    <a:pt x="63748" y="9337"/>
                  </a:lnTo>
                  <a:lnTo>
                    <a:pt x="64097" y="9548"/>
                  </a:lnTo>
                  <a:lnTo>
                    <a:pt x="64424" y="9745"/>
                  </a:lnTo>
                  <a:lnTo>
                    <a:pt x="65408" y="10246"/>
                  </a:lnTo>
                  <a:lnTo>
                    <a:pt x="65784" y="10327"/>
                  </a:lnTo>
                  <a:lnTo>
                    <a:pt x="66159" y="10407"/>
                  </a:lnTo>
                  <a:lnTo>
                    <a:pt x="67038" y="10370"/>
                  </a:lnTo>
                  <a:lnTo>
                    <a:pt x="67412" y="10354"/>
                  </a:lnTo>
                  <a:lnTo>
                    <a:pt x="69032" y="10034"/>
                  </a:lnTo>
                  <a:lnTo>
                    <a:pt x="71219" y="9603"/>
                  </a:lnTo>
                  <a:lnTo>
                    <a:pt x="72311" y="10127"/>
                  </a:lnTo>
                  <a:lnTo>
                    <a:pt x="74716" y="11283"/>
                  </a:lnTo>
                  <a:lnTo>
                    <a:pt x="75123" y="11478"/>
                  </a:lnTo>
                  <a:lnTo>
                    <a:pt x="75321" y="11556"/>
                  </a:lnTo>
                  <a:lnTo>
                    <a:pt x="78511" y="12805"/>
                  </a:lnTo>
                  <a:lnTo>
                    <a:pt x="79474" y="13182"/>
                  </a:lnTo>
                  <a:lnTo>
                    <a:pt x="81554" y="13997"/>
                  </a:lnTo>
                  <a:lnTo>
                    <a:pt x="81825" y="14103"/>
                  </a:lnTo>
                  <a:lnTo>
                    <a:pt x="81891" y="13950"/>
                  </a:lnTo>
                  <a:lnTo>
                    <a:pt x="82063" y="13554"/>
                  </a:lnTo>
                  <a:lnTo>
                    <a:pt x="82538" y="13739"/>
                  </a:lnTo>
                  <a:lnTo>
                    <a:pt x="83626" y="14161"/>
                  </a:lnTo>
                  <a:lnTo>
                    <a:pt x="84091" y="14342"/>
                  </a:lnTo>
                  <a:lnTo>
                    <a:pt x="84169" y="14634"/>
                  </a:lnTo>
                  <a:lnTo>
                    <a:pt x="84203" y="15191"/>
                  </a:lnTo>
                  <a:lnTo>
                    <a:pt x="84541" y="15725"/>
                  </a:lnTo>
                  <a:lnTo>
                    <a:pt x="87076" y="16716"/>
                  </a:lnTo>
                  <a:lnTo>
                    <a:pt x="88502" y="17273"/>
                  </a:lnTo>
                  <a:lnTo>
                    <a:pt x="89094" y="17504"/>
                  </a:lnTo>
                  <a:lnTo>
                    <a:pt x="89191" y="17832"/>
                  </a:lnTo>
                  <a:lnTo>
                    <a:pt x="89319" y="18265"/>
                  </a:lnTo>
                  <a:lnTo>
                    <a:pt x="91004" y="17857"/>
                  </a:lnTo>
                  <a:lnTo>
                    <a:pt x="91247" y="18242"/>
                  </a:lnTo>
                  <a:lnTo>
                    <a:pt x="91376" y="18357"/>
                  </a:lnTo>
                  <a:lnTo>
                    <a:pt x="93650" y="20391"/>
                  </a:lnTo>
                  <a:lnTo>
                    <a:pt x="94485" y="20534"/>
                  </a:lnTo>
                  <a:lnTo>
                    <a:pt x="95026" y="20514"/>
                  </a:lnTo>
                  <a:lnTo>
                    <a:pt x="96329" y="20468"/>
                  </a:lnTo>
                  <a:lnTo>
                    <a:pt x="97067" y="20297"/>
                  </a:lnTo>
                  <a:lnTo>
                    <a:pt x="97429" y="20110"/>
                  </a:lnTo>
                  <a:lnTo>
                    <a:pt x="98151" y="19738"/>
                  </a:lnTo>
                  <a:lnTo>
                    <a:pt x="99224" y="19185"/>
                  </a:lnTo>
                  <a:lnTo>
                    <a:pt x="100797" y="18374"/>
                  </a:lnTo>
                  <a:lnTo>
                    <a:pt x="100610" y="18664"/>
                  </a:lnTo>
                  <a:lnTo>
                    <a:pt x="100047" y="19796"/>
                  </a:lnTo>
                  <a:lnTo>
                    <a:pt x="99827" y="20237"/>
                  </a:lnTo>
                  <a:lnTo>
                    <a:pt x="99993" y="21285"/>
                  </a:lnTo>
                  <a:lnTo>
                    <a:pt x="100022" y="21467"/>
                  </a:lnTo>
                  <a:lnTo>
                    <a:pt x="100156" y="21519"/>
                  </a:lnTo>
                  <a:lnTo>
                    <a:pt x="101802" y="22154"/>
                  </a:lnTo>
                  <a:lnTo>
                    <a:pt x="102441" y="22401"/>
                  </a:lnTo>
                  <a:lnTo>
                    <a:pt x="102784" y="22534"/>
                  </a:lnTo>
                  <a:lnTo>
                    <a:pt x="103033" y="22630"/>
                  </a:lnTo>
                  <a:lnTo>
                    <a:pt x="104075" y="22882"/>
                  </a:lnTo>
                  <a:lnTo>
                    <a:pt x="104300" y="23031"/>
                  </a:lnTo>
                  <a:lnTo>
                    <a:pt x="105119" y="23572"/>
                  </a:lnTo>
                  <a:lnTo>
                    <a:pt x="105852" y="24133"/>
                  </a:lnTo>
                  <a:lnTo>
                    <a:pt x="106639" y="24735"/>
                  </a:lnTo>
                  <a:lnTo>
                    <a:pt x="107199" y="24891"/>
                  </a:lnTo>
                  <a:lnTo>
                    <a:pt x="107543" y="24986"/>
                  </a:lnTo>
                  <a:lnTo>
                    <a:pt x="108202" y="25663"/>
                  </a:lnTo>
                  <a:lnTo>
                    <a:pt x="108810" y="25806"/>
                  </a:lnTo>
                  <a:lnTo>
                    <a:pt x="109285" y="25806"/>
                  </a:lnTo>
                  <a:lnTo>
                    <a:pt x="109597" y="25806"/>
                  </a:lnTo>
                  <a:lnTo>
                    <a:pt x="111479" y="25572"/>
                  </a:lnTo>
                  <a:lnTo>
                    <a:pt x="111433" y="24675"/>
                  </a:lnTo>
                  <a:lnTo>
                    <a:pt x="113608" y="24473"/>
                  </a:lnTo>
                  <a:lnTo>
                    <a:pt x="113727" y="24099"/>
                  </a:lnTo>
                  <a:lnTo>
                    <a:pt x="113880" y="23618"/>
                  </a:lnTo>
                  <a:lnTo>
                    <a:pt x="113924" y="23481"/>
                  </a:lnTo>
                  <a:lnTo>
                    <a:pt x="115579" y="23566"/>
                  </a:lnTo>
                  <a:lnTo>
                    <a:pt x="115604" y="24278"/>
                  </a:lnTo>
                  <a:lnTo>
                    <a:pt x="115748" y="24334"/>
                  </a:lnTo>
                  <a:lnTo>
                    <a:pt x="116360" y="24568"/>
                  </a:lnTo>
                  <a:lnTo>
                    <a:pt x="116521" y="25779"/>
                  </a:lnTo>
                  <a:lnTo>
                    <a:pt x="116900" y="25941"/>
                  </a:lnTo>
                  <a:lnTo>
                    <a:pt x="118334" y="26554"/>
                  </a:lnTo>
                  <a:lnTo>
                    <a:pt x="118958" y="26606"/>
                  </a:lnTo>
                  <a:lnTo>
                    <a:pt x="119968" y="26691"/>
                  </a:lnTo>
                  <a:lnTo>
                    <a:pt x="120282" y="26671"/>
                  </a:lnTo>
                  <a:lnTo>
                    <a:pt x="122476" y="26528"/>
                  </a:lnTo>
                  <a:lnTo>
                    <a:pt x="122567" y="26201"/>
                  </a:lnTo>
                  <a:lnTo>
                    <a:pt x="122722" y="25639"/>
                  </a:lnTo>
                  <a:lnTo>
                    <a:pt x="123990" y="27379"/>
                  </a:lnTo>
                  <a:lnTo>
                    <a:pt x="124786" y="28309"/>
                  </a:lnTo>
                  <a:lnTo>
                    <a:pt x="125556" y="28935"/>
                  </a:lnTo>
                  <a:lnTo>
                    <a:pt x="126030" y="29230"/>
                  </a:lnTo>
                  <a:lnTo>
                    <a:pt x="126256" y="29333"/>
                  </a:lnTo>
                  <a:lnTo>
                    <a:pt x="126602" y="29490"/>
                  </a:lnTo>
                  <a:lnTo>
                    <a:pt x="127103" y="29472"/>
                  </a:lnTo>
                  <a:lnTo>
                    <a:pt x="127664" y="29237"/>
                  </a:lnTo>
                  <a:lnTo>
                    <a:pt x="128268" y="31900"/>
                  </a:lnTo>
                  <a:lnTo>
                    <a:pt x="128786" y="34075"/>
                  </a:lnTo>
                  <a:lnTo>
                    <a:pt x="131803" y="36467"/>
                  </a:lnTo>
                  <a:lnTo>
                    <a:pt x="131564" y="36804"/>
                  </a:lnTo>
                  <a:lnTo>
                    <a:pt x="131354" y="37072"/>
                  </a:lnTo>
                  <a:lnTo>
                    <a:pt x="129562" y="39367"/>
                  </a:lnTo>
                  <a:lnTo>
                    <a:pt x="127912" y="41480"/>
                  </a:lnTo>
                  <a:lnTo>
                    <a:pt x="127783" y="41645"/>
                  </a:lnTo>
                  <a:lnTo>
                    <a:pt x="127938" y="41761"/>
                  </a:lnTo>
                  <a:lnTo>
                    <a:pt x="131335" y="44502"/>
                  </a:lnTo>
                  <a:lnTo>
                    <a:pt x="132533" y="45468"/>
                  </a:lnTo>
                  <a:lnTo>
                    <a:pt x="136633" y="48775"/>
                  </a:lnTo>
                  <a:lnTo>
                    <a:pt x="137075" y="49110"/>
                  </a:lnTo>
                  <a:lnTo>
                    <a:pt x="137940" y="49767"/>
                  </a:lnTo>
                  <a:lnTo>
                    <a:pt x="143589" y="54058"/>
                  </a:lnTo>
                  <a:lnTo>
                    <a:pt x="144800" y="54978"/>
                  </a:lnTo>
                  <a:lnTo>
                    <a:pt x="146574" y="56325"/>
                  </a:lnTo>
                  <a:lnTo>
                    <a:pt x="149384" y="58460"/>
                  </a:lnTo>
                  <a:lnTo>
                    <a:pt x="158685" y="62214"/>
                  </a:lnTo>
                  <a:lnTo>
                    <a:pt x="164535" y="64575"/>
                  </a:lnTo>
                  <a:lnTo>
                    <a:pt x="164753" y="64663"/>
                  </a:lnTo>
                  <a:lnTo>
                    <a:pt x="165261" y="64865"/>
                  </a:lnTo>
                  <a:lnTo>
                    <a:pt x="170199" y="66830"/>
                  </a:lnTo>
                  <a:lnTo>
                    <a:pt x="172056" y="67568"/>
                  </a:lnTo>
                  <a:lnTo>
                    <a:pt x="174569" y="68568"/>
                  </a:lnTo>
                  <a:lnTo>
                    <a:pt x="174862" y="68684"/>
                  </a:lnTo>
                  <a:lnTo>
                    <a:pt x="178652" y="70192"/>
                  </a:lnTo>
                  <a:lnTo>
                    <a:pt x="185696" y="72995"/>
                  </a:lnTo>
                  <a:lnTo>
                    <a:pt x="186953" y="73495"/>
                  </a:lnTo>
                  <a:lnTo>
                    <a:pt x="187517" y="73877"/>
                  </a:lnTo>
                  <a:lnTo>
                    <a:pt x="187310" y="74177"/>
                  </a:lnTo>
                  <a:lnTo>
                    <a:pt x="185960" y="76128"/>
                  </a:lnTo>
                  <a:lnTo>
                    <a:pt x="185252" y="77152"/>
                  </a:lnTo>
                  <a:lnTo>
                    <a:pt x="184822" y="77773"/>
                  </a:lnTo>
                  <a:lnTo>
                    <a:pt x="184373" y="78423"/>
                  </a:lnTo>
                  <a:lnTo>
                    <a:pt x="183977" y="78995"/>
                  </a:lnTo>
                  <a:lnTo>
                    <a:pt x="183757" y="79314"/>
                  </a:lnTo>
                  <a:lnTo>
                    <a:pt x="180588" y="83894"/>
                  </a:lnTo>
                  <a:lnTo>
                    <a:pt x="180411" y="84150"/>
                  </a:lnTo>
                  <a:lnTo>
                    <a:pt x="180068" y="84646"/>
                  </a:lnTo>
                  <a:lnTo>
                    <a:pt x="179935" y="84838"/>
                  </a:lnTo>
                  <a:lnTo>
                    <a:pt x="179548" y="85250"/>
                  </a:lnTo>
                  <a:lnTo>
                    <a:pt x="179084" y="85744"/>
                  </a:lnTo>
                  <a:lnTo>
                    <a:pt x="178086" y="86806"/>
                  </a:lnTo>
                  <a:lnTo>
                    <a:pt x="176571" y="87948"/>
                  </a:lnTo>
                  <a:lnTo>
                    <a:pt x="174828" y="89262"/>
                  </a:lnTo>
                  <a:lnTo>
                    <a:pt x="174210" y="89728"/>
                  </a:lnTo>
                  <a:lnTo>
                    <a:pt x="173921" y="89920"/>
                  </a:lnTo>
                  <a:lnTo>
                    <a:pt x="173244" y="90368"/>
                  </a:lnTo>
                  <a:lnTo>
                    <a:pt x="172909" y="90590"/>
                  </a:lnTo>
                  <a:lnTo>
                    <a:pt x="170218" y="92371"/>
                  </a:lnTo>
                  <a:lnTo>
                    <a:pt x="168289" y="93649"/>
                  </a:lnTo>
                  <a:lnTo>
                    <a:pt x="167677" y="94372"/>
                  </a:lnTo>
                  <a:lnTo>
                    <a:pt x="167444" y="94647"/>
                  </a:lnTo>
                  <a:lnTo>
                    <a:pt x="166152" y="93605"/>
                  </a:lnTo>
                  <a:lnTo>
                    <a:pt x="165069" y="92732"/>
                  </a:lnTo>
                  <a:lnTo>
                    <a:pt x="164708" y="92441"/>
                  </a:lnTo>
                  <a:lnTo>
                    <a:pt x="164561" y="92323"/>
                  </a:lnTo>
                  <a:lnTo>
                    <a:pt x="163229" y="91737"/>
                  </a:lnTo>
                  <a:lnTo>
                    <a:pt x="162038" y="91213"/>
                  </a:lnTo>
                  <a:lnTo>
                    <a:pt x="160455" y="90545"/>
                  </a:lnTo>
                  <a:lnTo>
                    <a:pt x="159509" y="90202"/>
                  </a:lnTo>
                  <a:lnTo>
                    <a:pt x="155923" y="88900"/>
                  </a:lnTo>
                  <a:lnTo>
                    <a:pt x="155247" y="88617"/>
                  </a:lnTo>
                  <a:lnTo>
                    <a:pt x="153988" y="88092"/>
                  </a:lnTo>
                  <a:lnTo>
                    <a:pt x="153361" y="87848"/>
                  </a:lnTo>
                  <a:lnTo>
                    <a:pt x="152568" y="87538"/>
                  </a:lnTo>
                  <a:lnTo>
                    <a:pt x="152206" y="87397"/>
                  </a:lnTo>
                  <a:lnTo>
                    <a:pt x="150902" y="86888"/>
                  </a:lnTo>
                  <a:lnTo>
                    <a:pt x="150484" y="86725"/>
                  </a:lnTo>
                  <a:lnTo>
                    <a:pt x="149621" y="86388"/>
                  </a:lnTo>
                  <a:lnTo>
                    <a:pt x="149410" y="86306"/>
                  </a:lnTo>
                  <a:lnTo>
                    <a:pt x="148781" y="86061"/>
                  </a:lnTo>
                  <a:lnTo>
                    <a:pt x="148263" y="85859"/>
                  </a:lnTo>
                  <a:lnTo>
                    <a:pt x="148040" y="85772"/>
                  </a:lnTo>
                  <a:lnTo>
                    <a:pt x="147005" y="85368"/>
                  </a:lnTo>
                  <a:lnTo>
                    <a:pt x="146838" y="85302"/>
                  </a:lnTo>
                  <a:lnTo>
                    <a:pt x="145846" y="84916"/>
                  </a:lnTo>
                  <a:lnTo>
                    <a:pt x="144680" y="84461"/>
                  </a:lnTo>
                  <a:lnTo>
                    <a:pt x="144301" y="84337"/>
                  </a:lnTo>
                  <a:lnTo>
                    <a:pt x="143938" y="84218"/>
                  </a:lnTo>
                  <a:lnTo>
                    <a:pt x="143216" y="84026"/>
                  </a:lnTo>
                  <a:lnTo>
                    <a:pt x="142858" y="83932"/>
                  </a:lnTo>
                  <a:lnTo>
                    <a:pt x="141892" y="83896"/>
                  </a:lnTo>
                  <a:lnTo>
                    <a:pt x="139904" y="84389"/>
                  </a:lnTo>
                  <a:lnTo>
                    <a:pt x="139495" y="84490"/>
                  </a:lnTo>
                  <a:lnTo>
                    <a:pt x="138296" y="84788"/>
                  </a:lnTo>
                  <a:lnTo>
                    <a:pt x="138011" y="84858"/>
                  </a:lnTo>
                  <a:lnTo>
                    <a:pt x="135789" y="85409"/>
                  </a:lnTo>
                  <a:lnTo>
                    <a:pt x="135183" y="85560"/>
                  </a:lnTo>
                  <a:lnTo>
                    <a:pt x="135031" y="85635"/>
                  </a:lnTo>
                  <a:lnTo>
                    <a:pt x="133780" y="86289"/>
                  </a:lnTo>
                  <a:lnTo>
                    <a:pt x="132358" y="88102"/>
                  </a:lnTo>
                  <a:lnTo>
                    <a:pt x="130742" y="90162"/>
                  </a:lnTo>
                  <a:lnTo>
                    <a:pt x="130201" y="90852"/>
                  </a:lnTo>
                  <a:lnTo>
                    <a:pt x="129233" y="92028"/>
                  </a:lnTo>
                  <a:lnTo>
                    <a:pt x="128875" y="92125"/>
                  </a:lnTo>
                  <a:lnTo>
                    <a:pt x="127557" y="92483"/>
                  </a:lnTo>
                  <a:lnTo>
                    <a:pt x="125716" y="92983"/>
                  </a:lnTo>
                  <a:lnTo>
                    <a:pt x="122831" y="92968"/>
                  </a:lnTo>
                  <a:lnTo>
                    <a:pt x="122500" y="93040"/>
                  </a:lnTo>
                  <a:lnTo>
                    <a:pt x="122343" y="92483"/>
                  </a:lnTo>
                  <a:lnTo>
                    <a:pt x="121978" y="91188"/>
                  </a:lnTo>
                  <a:lnTo>
                    <a:pt x="122894" y="90916"/>
                  </a:lnTo>
                  <a:lnTo>
                    <a:pt x="123350" y="90780"/>
                  </a:lnTo>
                  <a:lnTo>
                    <a:pt x="124513" y="90041"/>
                  </a:lnTo>
                  <a:lnTo>
                    <a:pt x="125773" y="89240"/>
                  </a:lnTo>
                  <a:lnTo>
                    <a:pt x="125897" y="89026"/>
                  </a:lnTo>
                  <a:lnTo>
                    <a:pt x="126077" y="88715"/>
                  </a:lnTo>
                  <a:lnTo>
                    <a:pt x="126736" y="87577"/>
                  </a:lnTo>
                  <a:lnTo>
                    <a:pt x="126906" y="87284"/>
                  </a:lnTo>
                  <a:lnTo>
                    <a:pt x="127968" y="86556"/>
                  </a:lnTo>
                  <a:lnTo>
                    <a:pt x="128328" y="86361"/>
                  </a:lnTo>
                  <a:lnTo>
                    <a:pt x="128920" y="86040"/>
                  </a:lnTo>
                  <a:lnTo>
                    <a:pt x="129399" y="85781"/>
                  </a:lnTo>
                  <a:lnTo>
                    <a:pt x="130072" y="85088"/>
                  </a:lnTo>
                  <a:lnTo>
                    <a:pt x="130325" y="84828"/>
                  </a:lnTo>
                  <a:lnTo>
                    <a:pt x="130345" y="84667"/>
                  </a:lnTo>
                  <a:lnTo>
                    <a:pt x="130374" y="84438"/>
                  </a:lnTo>
                  <a:lnTo>
                    <a:pt x="130412" y="83898"/>
                  </a:lnTo>
                  <a:lnTo>
                    <a:pt x="127596" y="82076"/>
                  </a:lnTo>
                  <a:lnTo>
                    <a:pt x="126559" y="81405"/>
                  </a:lnTo>
                  <a:lnTo>
                    <a:pt x="125333" y="80612"/>
                  </a:lnTo>
                  <a:lnTo>
                    <a:pt x="124460" y="80047"/>
                  </a:lnTo>
                  <a:lnTo>
                    <a:pt x="124304" y="79822"/>
                  </a:lnTo>
                  <a:lnTo>
                    <a:pt x="124103" y="79534"/>
                  </a:lnTo>
                  <a:lnTo>
                    <a:pt x="123349" y="79206"/>
                  </a:lnTo>
                  <a:lnTo>
                    <a:pt x="122749" y="79092"/>
                  </a:lnTo>
                  <a:lnTo>
                    <a:pt x="121490" y="78855"/>
                  </a:lnTo>
                  <a:lnTo>
                    <a:pt x="120490" y="78767"/>
                  </a:lnTo>
                  <a:lnTo>
                    <a:pt x="120225" y="78743"/>
                  </a:lnTo>
                  <a:lnTo>
                    <a:pt x="119302" y="80758"/>
                  </a:lnTo>
                  <a:lnTo>
                    <a:pt x="117617" y="79631"/>
                  </a:lnTo>
                  <a:lnTo>
                    <a:pt x="117429" y="79505"/>
                  </a:lnTo>
                  <a:lnTo>
                    <a:pt x="117283" y="79407"/>
                  </a:lnTo>
                  <a:lnTo>
                    <a:pt x="116915" y="79161"/>
                  </a:lnTo>
                  <a:lnTo>
                    <a:pt x="116573" y="78949"/>
                  </a:lnTo>
                  <a:lnTo>
                    <a:pt x="115132" y="78058"/>
                  </a:lnTo>
                  <a:lnTo>
                    <a:pt x="114339" y="78177"/>
                  </a:lnTo>
                  <a:lnTo>
                    <a:pt x="113318" y="77903"/>
                  </a:lnTo>
                  <a:lnTo>
                    <a:pt x="112895" y="77789"/>
                  </a:lnTo>
                  <a:lnTo>
                    <a:pt x="111721" y="77553"/>
                  </a:lnTo>
                  <a:lnTo>
                    <a:pt x="111174" y="77442"/>
                  </a:lnTo>
                  <a:lnTo>
                    <a:pt x="110367" y="77280"/>
                  </a:lnTo>
                  <a:lnTo>
                    <a:pt x="109848" y="77175"/>
                  </a:lnTo>
                  <a:lnTo>
                    <a:pt x="108947" y="76986"/>
                  </a:lnTo>
                  <a:lnTo>
                    <a:pt x="108641" y="76921"/>
                  </a:lnTo>
                  <a:lnTo>
                    <a:pt x="108428" y="76877"/>
                  </a:lnTo>
                  <a:lnTo>
                    <a:pt x="106526" y="76698"/>
                  </a:lnTo>
                  <a:lnTo>
                    <a:pt x="106091" y="76710"/>
                  </a:lnTo>
                  <a:lnTo>
                    <a:pt x="105806" y="76718"/>
                  </a:lnTo>
                  <a:lnTo>
                    <a:pt x="103205" y="76791"/>
                  </a:lnTo>
                  <a:lnTo>
                    <a:pt x="102334" y="78736"/>
                  </a:lnTo>
                  <a:lnTo>
                    <a:pt x="102011" y="78726"/>
                  </a:lnTo>
                  <a:lnTo>
                    <a:pt x="101342" y="78705"/>
                  </a:lnTo>
                  <a:lnTo>
                    <a:pt x="100931" y="78692"/>
                  </a:lnTo>
                  <a:lnTo>
                    <a:pt x="89551" y="78331"/>
                  </a:lnTo>
                  <a:lnTo>
                    <a:pt x="89304" y="73810"/>
                  </a:lnTo>
                  <a:lnTo>
                    <a:pt x="97463" y="68275"/>
                  </a:lnTo>
                  <a:lnTo>
                    <a:pt x="96938" y="67035"/>
                  </a:lnTo>
                  <a:lnTo>
                    <a:pt x="90211" y="66462"/>
                  </a:lnTo>
                  <a:lnTo>
                    <a:pt x="81718" y="70470"/>
                  </a:lnTo>
                  <a:lnTo>
                    <a:pt x="80382" y="67369"/>
                  </a:lnTo>
                  <a:lnTo>
                    <a:pt x="73369" y="64554"/>
                  </a:lnTo>
                  <a:lnTo>
                    <a:pt x="67119" y="67369"/>
                  </a:lnTo>
                  <a:lnTo>
                    <a:pt x="64685" y="70518"/>
                  </a:lnTo>
                  <a:lnTo>
                    <a:pt x="61012" y="68371"/>
                  </a:lnTo>
                  <a:lnTo>
                    <a:pt x="60678" y="66080"/>
                  </a:lnTo>
                  <a:lnTo>
                    <a:pt x="56050" y="66414"/>
                  </a:lnTo>
                  <a:lnTo>
                    <a:pt x="55525" y="64267"/>
                  </a:lnTo>
                  <a:lnTo>
                    <a:pt x="41068" y="67273"/>
                  </a:lnTo>
                  <a:lnTo>
                    <a:pt x="40305" y="65031"/>
                  </a:lnTo>
                  <a:lnTo>
                    <a:pt x="39889" y="63975"/>
                  </a:lnTo>
                  <a:lnTo>
                    <a:pt x="53990" y="56919"/>
                  </a:lnTo>
                  <a:lnTo>
                    <a:pt x="54809" y="53389"/>
                  </a:lnTo>
                  <a:lnTo>
                    <a:pt x="55907" y="52244"/>
                  </a:lnTo>
                  <a:lnTo>
                    <a:pt x="52519" y="47473"/>
                  </a:lnTo>
                  <a:lnTo>
                    <a:pt x="53855" y="46328"/>
                  </a:lnTo>
                  <a:lnTo>
                    <a:pt x="47796" y="44801"/>
                  </a:lnTo>
                  <a:lnTo>
                    <a:pt x="44647" y="42273"/>
                  </a:lnTo>
                  <a:lnTo>
                    <a:pt x="42452" y="42607"/>
                  </a:lnTo>
                  <a:lnTo>
                    <a:pt x="33148" y="40364"/>
                  </a:lnTo>
                  <a:lnTo>
                    <a:pt x="29045" y="41414"/>
                  </a:lnTo>
                  <a:lnTo>
                    <a:pt x="24560" y="47473"/>
                  </a:lnTo>
                  <a:lnTo>
                    <a:pt x="12141" y="44557"/>
                  </a:lnTo>
                  <a:lnTo>
                    <a:pt x="9944" y="42540"/>
                  </a:lnTo>
                  <a:lnTo>
                    <a:pt x="9412" y="42052"/>
                  </a:lnTo>
                  <a:lnTo>
                    <a:pt x="11625" y="39937"/>
                  </a:lnTo>
                  <a:lnTo>
                    <a:pt x="9225" y="35036"/>
                  </a:lnTo>
                  <a:lnTo>
                    <a:pt x="6397" y="29260"/>
                  </a:lnTo>
                  <a:lnTo>
                    <a:pt x="11947" y="27653"/>
                  </a:lnTo>
                  <a:lnTo>
                    <a:pt x="13203" y="27279"/>
                  </a:lnTo>
                  <a:lnTo>
                    <a:pt x="14608" y="29805"/>
                  </a:lnTo>
                  <a:lnTo>
                    <a:pt x="15859" y="29180"/>
                  </a:lnTo>
                  <a:lnTo>
                    <a:pt x="17863" y="26221"/>
                  </a:lnTo>
                  <a:lnTo>
                    <a:pt x="19199" y="26603"/>
                  </a:lnTo>
                  <a:lnTo>
                    <a:pt x="20821" y="23550"/>
                  </a:lnTo>
                  <a:lnTo>
                    <a:pt x="14443" y="22827"/>
                  </a:lnTo>
                  <a:lnTo>
                    <a:pt x="10176" y="22344"/>
                  </a:lnTo>
                  <a:lnTo>
                    <a:pt x="10129" y="21763"/>
                  </a:lnTo>
                  <a:lnTo>
                    <a:pt x="11194" y="17615"/>
                  </a:lnTo>
                  <a:lnTo>
                    <a:pt x="4107" y="10000"/>
                  </a:lnTo>
                  <a:lnTo>
                    <a:pt x="0" y="5587"/>
                  </a:lnTo>
                  <a:lnTo>
                    <a:pt x="4606" y="0"/>
                  </a:lnTo>
                  <a:lnTo>
                    <a:pt x="17463" y="6716"/>
                  </a:lnTo>
                  <a:lnTo>
                    <a:pt x="26568" y="1147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3" name="pg292"/>
            <p:cNvSpPr/>
            <p:nvPr/>
          </p:nvSpPr>
          <p:spPr>
            <a:xfrm>
              <a:off x="3644730" y="2840795"/>
              <a:ext cx="101861" cy="52486"/>
            </a:xfrm>
            <a:custGeom>
              <a:avLst/>
              <a:pathLst>
                <a:path w="101861" h="52486">
                  <a:moveTo>
                    <a:pt x="47735" y="1204"/>
                  </a:moveTo>
                  <a:lnTo>
                    <a:pt x="48756" y="1479"/>
                  </a:lnTo>
                  <a:lnTo>
                    <a:pt x="49549" y="1359"/>
                  </a:lnTo>
                  <a:lnTo>
                    <a:pt x="50990" y="2251"/>
                  </a:lnTo>
                  <a:lnTo>
                    <a:pt x="51332" y="2463"/>
                  </a:lnTo>
                  <a:lnTo>
                    <a:pt x="51700" y="2709"/>
                  </a:lnTo>
                  <a:lnTo>
                    <a:pt x="51846" y="2807"/>
                  </a:lnTo>
                  <a:lnTo>
                    <a:pt x="52034" y="2932"/>
                  </a:lnTo>
                  <a:lnTo>
                    <a:pt x="53720" y="4060"/>
                  </a:lnTo>
                  <a:lnTo>
                    <a:pt x="54642" y="2045"/>
                  </a:lnTo>
                  <a:lnTo>
                    <a:pt x="54908" y="2068"/>
                  </a:lnTo>
                  <a:lnTo>
                    <a:pt x="55908" y="2156"/>
                  </a:lnTo>
                  <a:lnTo>
                    <a:pt x="57166" y="2394"/>
                  </a:lnTo>
                  <a:lnTo>
                    <a:pt x="57864" y="2526"/>
                  </a:lnTo>
                  <a:lnTo>
                    <a:pt x="58520" y="2836"/>
                  </a:lnTo>
                  <a:lnTo>
                    <a:pt x="58721" y="3124"/>
                  </a:lnTo>
                  <a:lnTo>
                    <a:pt x="58878" y="3349"/>
                  </a:lnTo>
                  <a:lnTo>
                    <a:pt x="59751" y="3914"/>
                  </a:lnTo>
                  <a:lnTo>
                    <a:pt x="60976" y="4706"/>
                  </a:lnTo>
                  <a:lnTo>
                    <a:pt x="62013" y="5377"/>
                  </a:lnTo>
                  <a:lnTo>
                    <a:pt x="64830" y="7200"/>
                  </a:lnTo>
                  <a:lnTo>
                    <a:pt x="64792" y="7739"/>
                  </a:lnTo>
                  <a:lnTo>
                    <a:pt x="64763" y="7969"/>
                  </a:lnTo>
                  <a:lnTo>
                    <a:pt x="64742" y="8130"/>
                  </a:lnTo>
                  <a:lnTo>
                    <a:pt x="64490" y="8390"/>
                  </a:lnTo>
                  <a:lnTo>
                    <a:pt x="63817" y="9082"/>
                  </a:lnTo>
                  <a:lnTo>
                    <a:pt x="63337" y="9342"/>
                  </a:lnTo>
                  <a:lnTo>
                    <a:pt x="62745" y="9662"/>
                  </a:lnTo>
                  <a:lnTo>
                    <a:pt x="62385" y="9858"/>
                  </a:lnTo>
                  <a:lnTo>
                    <a:pt x="61324" y="10585"/>
                  </a:lnTo>
                  <a:lnTo>
                    <a:pt x="61153" y="10879"/>
                  </a:lnTo>
                  <a:lnTo>
                    <a:pt x="60471" y="12057"/>
                  </a:lnTo>
                  <a:lnTo>
                    <a:pt x="60315" y="12327"/>
                  </a:lnTo>
                  <a:lnTo>
                    <a:pt x="60191" y="12541"/>
                  </a:lnTo>
                  <a:lnTo>
                    <a:pt x="58930" y="13343"/>
                  </a:lnTo>
                  <a:lnTo>
                    <a:pt x="57767" y="14082"/>
                  </a:lnTo>
                  <a:lnTo>
                    <a:pt x="57312" y="14217"/>
                  </a:lnTo>
                  <a:lnTo>
                    <a:pt x="56396" y="14490"/>
                  </a:lnTo>
                  <a:lnTo>
                    <a:pt x="56761" y="15784"/>
                  </a:lnTo>
                  <a:lnTo>
                    <a:pt x="56918" y="16341"/>
                  </a:lnTo>
                  <a:lnTo>
                    <a:pt x="57248" y="16269"/>
                  </a:lnTo>
                  <a:lnTo>
                    <a:pt x="60133" y="16284"/>
                  </a:lnTo>
                  <a:lnTo>
                    <a:pt x="61974" y="15784"/>
                  </a:lnTo>
                  <a:lnTo>
                    <a:pt x="63292" y="15426"/>
                  </a:lnTo>
                  <a:lnTo>
                    <a:pt x="63650" y="15329"/>
                  </a:lnTo>
                  <a:lnTo>
                    <a:pt x="64619" y="14153"/>
                  </a:lnTo>
                  <a:lnTo>
                    <a:pt x="65159" y="13464"/>
                  </a:lnTo>
                  <a:lnTo>
                    <a:pt x="66775" y="11404"/>
                  </a:lnTo>
                  <a:lnTo>
                    <a:pt x="68245" y="9529"/>
                  </a:lnTo>
                  <a:lnTo>
                    <a:pt x="69448" y="8936"/>
                  </a:lnTo>
                  <a:lnTo>
                    <a:pt x="69600" y="8861"/>
                  </a:lnTo>
                  <a:lnTo>
                    <a:pt x="70206" y="8711"/>
                  </a:lnTo>
                  <a:lnTo>
                    <a:pt x="72428" y="8160"/>
                  </a:lnTo>
                  <a:lnTo>
                    <a:pt x="72713" y="8089"/>
                  </a:lnTo>
                  <a:lnTo>
                    <a:pt x="73913" y="7792"/>
                  </a:lnTo>
                  <a:lnTo>
                    <a:pt x="74321" y="7690"/>
                  </a:lnTo>
                  <a:lnTo>
                    <a:pt x="76309" y="7197"/>
                  </a:lnTo>
                  <a:lnTo>
                    <a:pt x="77276" y="7233"/>
                  </a:lnTo>
                  <a:lnTo>
                    <a:pt x="77633" y="7328"/>
                  </a:lnTo>
                  <a:lnTo>
                    <a:pt x="78356" y="7520"/>
                  </a:lnTo>
                  <a:lnTo>
                    <a:pt x="78718" y="7638"/>
                  </a:lnTo>
                  <a:lnTo>
                    <a:pt x="79098" y="7762"/>
                  </a:lnTo>
                  <a:lnTo>
                    <a:pt x="80264" y="8217"/>
                  </a:lnTo>
                  <a:lnTo>
                    <a:pt x="81291" y="8618"/>
                  </a:lnTo>
                  <a:lnTo>
                    <a:pt x="81422" y="8669"/>
                  </a:lnTo>
                  <a:lnTo>
                    <a:pt x="82458" y="9073"/>
                  </a:lnTo>
                  <a:lnTo>
                    <a:pt x="82693" y="9165"/>
                  </a:lnTo>
                  <a:lnTo>
                    <a:pt x="83199" y="9362"/>
                  </a:lnTo>
                  <a:lnTo>
                    <a:pt x="83827" y="9607"/>
                  </a:lnTo>
                  <a:lnTo>
                    <a:pt x="84039" y="9690"/>
                  </a:lnTo>
                  <a:lnTo>
                    <a:pt x="84901" y="10026"/>
                  </a:lnTo>
                  <a:lnTo>
                    <a:pt x="85319" y="10190"/>
                  </a:lnTo>
                  <a:lnTo>
                    <a:pt x="86623" y="10698"/>
                  </a:lnTo>
                  <a:lnTo>
                    <a:pt x="86986" y="10840"/>
                  </a:lnTo>
                  <a:lnTo>
                    <a:pt x="87779" y="11149"/>
                  </a:lnTo>
                  <a:lnTo>
                    <a:pt x="88533" y="11443"/>
                  </a:lnTo>
                  <a:lnTo>
                    <a:pt x="89664" y="11918"/>
                  </a:lnTo>
                  <a:lnTo>
                    <a:pt x="90340" y="12202"/>
                  </a:lnTo>
                  <a:lnTo>
                    <a:pt x="93926" y="13503"/>
                  </a:lnTo>
                  <a:lnTo>
                    <a:pt x="94873" y="13847"/>
                  </a:lnTo>
                  <a:lnTo>
                    <a:pt x="96456" y="14515"/>
                  </a:lnTo>
                  <a:lnTo>
                    <a:pt x="97647" y="15039"/>
                  </a:lnTo>
                  <a:lnTo>
                    <a:pt x="98978" y="15624"/>
                  </a:lnTo>
                  <a:lnTo>
                    <a:pt x="99125" y="15743"/>
                  </a:lnTo>
                  <a:lnTo>
                    <a:pt x="99486" y="16034"/>
                  </a:lnTo>
                  <a:lnTo>
                    <a:pt x="100569" y="16907"/>
                  </a:lnTo>
                  <a:lnTo>
                    <a:pt x="101861" y="17948"/>
                  </a:lnTo>
                  <a:lnTo>
                    <a:pt x="101725" y="18110"/>
                  </a:lnTo>
                  <a:lnTo>
                    <a:pt x="101434" y="18520"/>
                  </a:lnTo>
                  <a:lnTo>
                    <a:pt x="100700" y="19556"/>
                  </a:lnTo>
                  <a:lnTo>
                    <a:pt x="100298" y="20123"/>
                  </a:lnTo>
                  <a:lnTo>
                    <a:pt x="99731" y="21912"/>
                  </a:lnTo>
                  <a:lnTo>
                    <a:pt x="99040" y="24715"/>
                  </a:lnTo>
                  <a:lnTo>
                    <a:pt x="98299" y="27721"/>
                  </a:lnTo>
                  <a:lnTo>
                    <a:pt x="97811" y="29702"/>
                  </a:lnTo>
                  <a:lnTo>
                    <a:pt x="97624" y="30459"/>
                  </a:lnTo>
                  <a:lnTo>
                    <a:pt x="97305" y="31752"/>
                  </a:lnTo>
                  <a:lnTo>
                    <a:pt x="97133" y="32452"/>
                  </a:lnTo>
                  <a:lnTo>
                    <a:pt x="96541" y="34854"/>
                  </a:lnTo>
                  <a:lnTo>
                    <a:pt x="96498" y="35626"/>
                  </a:lnTo>
                  <a:lnTo>
                    <a:pt x="96457" y="36371"/>
                  </a:lnTo>
                  <a:lnTo>
                    <a:pt x="96441" y="36651"/>
                  </a:lnTo>
                  <a:lnTo>
                    <a:pt x="96423" y="36973"/>
                  </a:lnTo>
                  <a:lnTo>
                    <a:pt x="96462" y="37344"/>
                  </a:lnTo>
                  <a:lnTo>
                    <a:pt x="96725" y="39838"/>
                  </a:lnTo>
                  <a:lnTo>
                    <a:pt x="96973" y="42191"/>
                  </a:lnTo>
                  <a:lnTo>
                    <a:pt x="97026" y="42695"/>
                  </a:lnTo>
                  <a:lnTo>
                    <a:pt x="97068" y="43090"/>
                  </a:lnTo>
                  <a:lnTo>
                    <a:pt x="97145" y="43829"/>
                  </a:lnTo>
                  <a:lnTo>
                    <a:pt x="97215" y="44489"/>
                  </a:lnTo>
                  <a:lnTo>
                    <a:pt x="97529" y="47469"/>
                  </a:lnTo>
                  <a:lnTo>
                    <a:pt x="97605" y="48106"/>
                  </a:lnTo>
                  <a:lnTo>
                    <a:pt x="96939" y="48172"/>
                  </a:lnTo>
                  <a:lnTo>
                    <a:pt x="95493" y="48314"/>
                  </a:lnTo>
                  <a:lnTo>
                    <a:pt x="89443" y="48909"/>
                  </a:lnTo>
                  <a:lnTo>
                    <a:pt x="89131" y="48940"/>
                  </a:lnTo>
                  <a:lnTo>
                    <a:pt x="83130" y="49478"/>
                  </a:lnTo>
                  <a:lnTo>
                    <a:pt x="82682" y="44831"/>
                  </a:lnTo>
                  <a:lnTo>
                    <a:pt x="82575" y="43723"/>
                  </a:lnTo>
                  <a:lnTo>
                    <a:pt x="81923" y="37831"/>
                  </a:lnTo>
                  <a:lnTo>
                    <a:pt x="80395" y="39097"/>
                  </a:lnTo>
                  <a:lnTo>
                    <a:pt x="79314" y="39993"/>
                  </a:lnTo>
                  <a:lnTo>
                    <a:pt x="78463" y="41136"/>
                  </a:lnTo>
                  <a:lnTo>
                    <a:pt x="78233" y="41446"/>
                  </a:lnTo>
                  <a:lnTo>
                    <a:pt x="77264" y="44056"/>
                  </a:lnTo>
                  <a:lnTo>
                    <a:pt x="76940" y="47490"/>
                  </a:lnTo>
                  <a:lnTo>
                    <a:pt x="76757" y="47476"/>
                  </a:lnTo>
                  <a:lnTo>
                    <a:pt x="69086" y="46898"/>
                  </a:lnTo>
                  <a:lnTo>
                    <a:pt x="63027" y="46441"/>
                  </a:lnTo>
                  <a:lnTo>
                    <a:pt x="62836" y="46426"/>
                  </a:lnTo>
                  <a:lnTo>
                    <a:pt x="62221" y="46385"/>
                  </a:lnTo>
                  <a:lnTo>
                    <a:pt x="61907" y="46363"/>
                  </a:lnTo>
                  <a:lnTo>
                    <a:pt x="52426" y="45722"/>
                  </a:lnTo>
                  <a:lnTo>
                    <a:pt x="50421" y="45586"/>
                  </a:lnTo>
                  <a:lnTo>
                    <a:pt x="49954" y="45546"/>
                  </a:lnTo>
                  <a:lnTo>
                    <a:pt x="48684" y="45437"/>
                  </a:lnTo>
                  <a:lnTo>
                    <a:pt x="48428" y="45415"/>
                  </a:lnTo>
                  <a:lnTo>
                    <a:pt x="48162" y="45425"/>
                  </a:lnTo>
                  <a:lnTo>
                    <a:pt x="47636" y="43717"/>
                  </a:lnTo>
                  <a:lnTo>
                    <a:pt x="42878" y="43936"/>
                  </a:lnTo>
                  <a:lnTo>
                    <a:pt x="40736" y="44035"/>
                  </a:lnTo>
                  <a:lnTo>
                    <a:pt x="35754" y="44264"/>
                  </a:lnTo>
                  <a:lnTo>
                    <a:pt x="35280" y="44286"/>
                  </a:lnTo>
                  <a:lnTo>
                    <a:pt x="33177" y="44383"/>
                  </a:lnTo>
                  <a:lnTo>
                    <a:pt x="31410" y="44464"/>
                  </a:lnTo>
                  <a:lnTo>
                    <a:pt x="30362" y="44513"/>
                  </a:lnTo>
                  <a:lnTo>
                    <a:pt x="29954" y="44531"/>
                  </a:lnTo>
                  <a:lnTo>
                    <a:pt x="27760" y="44999"/>
                  </a:lnTo>
                  <a:lnTo>
                    <a:pt x="26041" y="45606"/>
                  </a:lnTo>
                  <a:lnTo>
                    <a:pt x="25219" y="45896"/>
                  </a:lnTo>
                  <a:lnTo>
                    <a:pt x="23198" y="46609"/>
                  </a:lnTo>
                  <a:lnTo>
                    <a:pt x="18188" y="47790"/>
                  </a:lnTo>
                  <a:lnTo>
                    <a:pt x="17206" y="48021"/>
                  </a:lnTo>
                  <a:lnTo>
                    <a:pt x="16180" y="48069"/>
                  </a:lnTo>
                  <a:lnTo>
                    <a:pt x="15867" y="48083"/>
                  </a:lnTo>
                  <a:lnTo>
                    <a:pt x="13529" y="48192"/>
                  </a:lnTo>
                  <a:lnTo>
                    <a:pt x="12018" y="48262"/>
                  </a:lnTo>
                  <a:lnTo>
                    <a:pt x="8831" y="48409"/>
                  </a:lnTo>
                  <a:lnTo>
                    <a:pt x="7586" y="48467"/>
                  </a:lnTo>
                  <a:lnTo>
                    <a:pt x="6593" y="48513"/>
                  </a:lnTo>
                  <a:lnTo>
                    <a:pt x="3660" y="48649"/>
                  </a:lnTo>
                  <a:lnTo>
                    <a:pt x="3520" y="48655"/>
                  </a:lnTo>
                  <a:lnTo>
                    <a:pt x="3980" y="52358"/>
                  </a:lnTo>
                  <a:lnTo>
                    <a:pt x="1196" y="52486"/>
                  </a:lnTo>
                  <a:lnTo>
                    <a:pt x="378" y="52451"/>
                  </a:lnTo>
                  <a:lnTo>
                    <a:pt x="194" y="52328"/>
                  </a:lnTo>
                  <a:lnTo>
                    <a:pt x="0" y="50618"/>
                  </a:lnTo>
                  <a:lnTo>
                    <a:pt x="1093" y="48952"/>
                  </a:lnTo>
                  <a:lnTo>
                    <a:pt x="1788" y="47893"/>
                  </a:lnTo>
                  <a:lnTo>
                    <a:pt x="2301" y="47246"/>
                  </a:lnTo>
                  <a:lnTo>
                    <a:pt x="2421" y="47094"/>
                  </a:lnTo>
                  <a:lnTo>
                    <a:pt x="2863" y="46663"/>
                  </a:lnTo>
                  <a:lnTo>
                    <a:pt x="3769" y="45782"/>
                  </a:lnTo>
                  <a:lnTo>
                    <a:pt x="4770" y="45317"/>
                  </a:lnTo>
                  <a:lnTo>
                    <a:pt x="7127" y="44961"/>
                  </a:lnTo>
                  <a:lnTo>
                    <a:pt x="7177" y="42352"/>
                  </a:lnTo>
                  <a:lnTo>
                    <a:pt x="7187" y="42151"/>
                  </a:lnTo>
                  <a:lnTo>
                    <a:pt x="7268" y="40578"/>
                  </a:lnTo>
                  <a:lnTo>
                    <a:pt x="9935" y="35748"/>
                  </a:lnTo>
                  <a:lnTo>
                    <a:pt x="15727" y="34308"/>
                  </a:lnTo>
                  <a:lnTo>
                    <a:pt x="16801" y="35024"/>
                  </a:lnTo>
                  <a:lnTo>
                    <a:pt x="17576" y="34845"/>
                  </a:lnTo>
                  <a:lnTo>
                    <a:pt x="18709" y="30193"/>
                  </a:lnTo>
                  <a:lnTo>
                    <a:pt x="21453" y="29895"/>
                  </a:lnTo>
                  <a:lnTo>
                    <a:pt x="21274" y="28404"/>
                  </a:lnTo>
                  <a:lnTo>
                    <a:pt x="25389" y="28106"/>
                  </a:lnTo>
                  <a:lnTo>
                    <a:pt x="25568" y="27509"/>
                  </a:lnTo>
                  <a:lnTo>
                    <a:pt x="24673" y="26973"/>
                  </a:lnTo>
                  <a:lnTo>
                    <a:pt x="25090" y="25780"/>
                  </a:lnTo>
                  <a:lnTo>
                    <a:pt x="22049" y="24050"/>
                  </a:lnTo>
                  <a:lnTo>
                    <a:pt x="22943" y="21784"/>
                  </a:lnTo>
                  <a:lnTo>
                    <a:pt x="18462" y="20308"/>
                  </a:lnTo>
                  <a:lnTo>
                    <a:pt x="17874" y="20114"/>
                  </a:lnTo>
                  <a:lnTo>
                    <a:pt x="21274" y="13494"/>
                  </a:lnTo>
                  <a:lnTo>
                    <a:pt x="30279" y="7053"/>
                  </a:lnTo>
                  <a:lnTo>
                    <a:pt x="30812" y="7475"/>
                  </a:lnTo>
                  <a:lnTo>
                    <a:pt x="31710" y="8186"/>
                  </a:lnTo>
                  <a:lnTo>
                    <a:pt x="34871" y="7172"/>
                  </a:lnTo>
                  <a:lnTo>
                    <a:pt x="35112" y="4558"/>
                  </a:lnTo>
                  <a:lnTo>
                    <a:pt x="35348" y="1993"/>
                  </a:lnTo>
                  <a:lnTo>
                    <a:pt x="35759" y="2006"/>
                  </a:lnTo>
                  <a:lnTo>
                    <a:pt x="36429" y="2028"/>
                  </a:lnTo>
                  <a:lnTo>
                    <a:pt x="36751" y="2038"/>
                  </a:lnTo>
                  <a:lnTo>
                    <a:pt x="37623" y="93"/>
                  </a:lnTo>
                  <a:lnTo>
                    <a:pt x="40223" y="20"/>
                  </a:lnTo>
                  <a:lnTo>
                    <a:pt x="40508" y="12"/>
                  </a:lnTo>
                  <a:lnTo>
                    <a:pt x="40943" y="0"/>
                  </a:lnTo>
                  <a:lnTo>
                    <a:pt x="42846" y="178"/>
                  </a:lnTo>
                  <a:lnTo>
                    <a:pt x="43058" y="223"/>
                  </a:lnTo>
                  <a:lnTo>
                    <a:pt x="43364" y="287"/>
                  </a:lnTo>
                  <a:lnTo>
                    <a:pt x="44265" y="477"/>
                  </a:lnTo>
                  <a:lnTo>
                    <a:pt x="44785" y="581"/>
                  </a:lnTo>
                  <a:lnTo>
                    <a:pt x="45591" y="744"/>
                  </a:lnTo>
                  <a:lnTo>
                    <a:pt x="46139" y="854"/>
                  </a:lnTo>
                  <a:lnTo>
                    <a:pt x="47437" y="112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4" name="pg293"/>
            <p:cNvSpPr/>
            <p:nvPr/>
          </p:nvSpPr>
          <p:spPr>
            <a:xfrm>
              <a:off x="3601672" y="2872053"/>
              <a:ext cx="145639" cy="66479"/>
            </a:xfrm>
            <a:custGeom>
              <a:avLst/>
              <a:pathLst>
                <a:path w="145639" h="66479">
                  <a:moveTo>
                    <a:pt x="40483" y="0"/>
                  </a:moveTo>
                  <a:lnTo>
                    <a:pt x="41988" y="1865"/>
                  </a:lnTo>
                  <a:lnTo>
                    <a:pt x="43242" y="1096"/>
                  </a:lnTo>
                  <a:lnTo>
                    <a:pt x="44972" y="3840"/>
                  </a:lnTo>
                  <a:lnTo>
                    <a:pt x="46863" y="3021"/>
                  </a:lnTo>
                  <a:lnTo>
                    <a:pt x="49387" y="6622"/>
                  </a:lnTo>
                  <a:lnTo>
                    <a:pt x="50326" y="9320"/>
                  </a:lnTo>
                  <a:lnTo>
                    <a:pt x="50246" y="10892"/>
                  </a:lnTo>
                  <a:lnTo>
                    <a:pt x="50235" y="11093"/>
                  </a:lnTo>
                  <a:lnTo>
                    <a:pt x="50186" y="13703"/>
                  </a:lnTo>
                  <a:lnTo>
                    <a:pt x="47829" y="14058"/>
                  </a:lnTo>
                  <a:lnTo>
                    <a:pt x="46827" y="14523"/>
                  </a:lnTo>
                  <a:lnTo>
                    <a:pt x="45922" y="15405"/>
                  </a:lnTo>
                  <a:lnTo>
                    <a:pt x="45479" y="15836"/>
                  </a:lnTo>
                  <a:lnTo>
                    <a:pt x="45359" y="15987"/>
                  </a:lnTo>
                  <a:lnTo>
                    <a:pt x="44847" y="16635"/>
                  </a:lnTo>
                  <a:lnTo>
                    <a:pt x="44152" y="17693"/>
                  </a:lnTo>
                  <a:lnTo>
                    <a:pt x="43058" y="19360"/>
                  </a:lnTo>
                  <a:lnTo>
                    <a:pt x="43253" y="21069"/>
                  </a:lnTo>
                  <a:lnTo>
                    <a:pt x="43536" y="21261"/>
                  </a:lnTo>
                  <a:lnTo>
                    <a:pt x="44255" y="21228"/>
                  </a:lnTo>
                  <a:lnTo>
                    <a:pt x="47038" y="21099"/>
                  </a:lnTo>
                  <a:lnTo>
                    <a:pt x="46579" y="17397"/>
                  </a:lnTo>
                  <a:lnTo>
                    <a:pt x="46718" y="17390"/>
                  </a:lnTo>
                  <a:lnTo>
                    <a:pt x="49651" y="17254"/>
                  </a:lnTo>
                  <a:lnTo>
                    <a:pt x="50644" y="17208"/>
                  </a:lnTo>
                  <a:lnTo>
                    <a:pt x="51890" y="17151"/>
                  </a:lnTo>
                  <a:lnTo>
                    <a:pt x="55077" y="17003"/>
                  </a:lnTo>
                  <a:lnTo>
                    <a:pt x="56587" y="16933"/>
                  </a:lnTo>
                  <a:lnTo>
                    <a:pt x="58981" y="16822"/>
                  </a:lnTo>
                  <a:lnTo>
                    <a:pt x="59238" y="16810"/>
                  </a:lnTo>
                  <a:lnTo>
                    <a:pt x="60264" y="16763"/>
                  </a:lnTo>
                  <a:lnTo>
                    <a:pt x="61246" y="16531"/>
                  </a:lnTo>
                  <a:lnTo>
                    <a:pt x="66256" y="15351"/>
                  </a:lnTo>
                  <a:lnTo>
                    <a:pt x="68278" y="14637"/>
                  </a:lnTo>
                  <a:lnTo>
                    <a:pt x="69099" y="14347"/>
                  </a:lnTo>
                  <a:lnTo>
                    <a:pt x="70818" y="13740"/>
                  </a:lnTo>
                  <a:lnTo>
                    <a:pt x="73013" y="13273"/>
                  </a:lnTo>
                  <a:lnTo>
                    <a:pt x="73420" y="13254"/>
                  </a:lnTo>
                  <a:lnTo>
                    <a:pt x="74468" y="13206"/>
                  </a:lnTo>
                  <a:lnTo>
                    <a:pt x="76236" y="13124"/>
                  </a:lnTo>
                  <a:lnTo>
                    <a:pt x="78338" y="13027"/>
                  </a:lnTo>
                  <a:lnTo>
                    <a:pt x="78812" y="13006"/>
                  </a:lnTo>
                  <a:lnTo>
                    <a:pt x="83795" y="12776"/>
                  </a:lnTo>
                  <a:lnTo>
                    <a:pt x="85937" y="12677"/>
                  </a:lnTo>
                  <a:lnTo>
                    <a:pt x="90695" y="12458"/>
                  </a:lnTo>
                  <a:lnTo>
                    <a:pt x="91219" y="14133"/>
                  </a:lnTo>
                  <a:lnTo>
                    <a:pt x="91487" y="14156"/>
                  </a:lnTo>
                  <a:lnTo>
                    <a:pt x="91743" y="14178"/>
                  </a:lnTo>
                  <a:lnTo>
                    <a:pt x="93013" y="14287"/>
                  </a:lnTo>
                  <a:lnTo>
                    <a:pt x="93510" y="14330"/>
                  </a:lnTo>
                  <a:lnTo>
                    <a:pt x="95484" y="14464"/>
                  </a:lnTo>
                  <a:lnTo>
                    <a:pt x="104966" y="15105"/>
                  </a:lnTo>
                  <a:lnTo>
                    <a:pt x="105279" y="15126"/>
                  </a:lnTo>
                  <a:lnTo>
                    <a:pt x="105894" y="15168"/>
                  </a:lnTo>
                  <a:lnTo>
                    <a:pt x="106085" y="15182"/>
                  </a:lnTo>
                  <a:lnTo>
                    <a:pt x="112144" y="15639"/>
                  </a:lnTo>
                  <a:lnTo>
                    <a:pt x="119815" y="16218"/>
                  </a:lnTo>
                  <a:lnTo>
                    <a:pt x="119998" y="16231"/>
                  </a:lnTo>
                  <a:lnTo>
                    <a:pt x="120322" y="12797"/>
                  </a:lnTo>
                  <a:lnTo>
                    <a:pt x="121291" y="10188"/>
                  </a:lnTo>
                  <a:lnTo>
                    <a:pt x="121522" y="9878"/>
                  </a:lnTo>
                  <a:lnTo>
                    <a:pt x="122372" y="8734"/>
                  </a:lnTo>
                  <a:lnTo>
                    <a:pt x="123453" y="7838"/>
                  </a:lnTo>
                  <a:lnTo>
                    <a:pt x="125061" y="6516"/>
                  </a:lnTo>
                  <a:lnTo>
                    <a:pt x="125634" y="12464"/>
                  </a:lnTo>
                  <a:lnTo>
                    <a:pt x="125741" y="13572"/>
                  </a:lnTo>
                  <a:lnTo>
                    <a:pt x="126195" y="18272"/>
                  </a:lnTo>
                  <a:lnTo>
                    <a:pt x="132190" y="17682"/>
                  </a:lnTo>
                  <a:lnTo>
                    <a:pt x="132502" y="17651"/>
                  </a:lnTo>
                  <a:lnTo>
                    <a:pt x="138551" y="17055"/>
                  </a:lnTo>
                  <a:lnTo>
                    <a:pt x="139997" y="16913"/>
                  </a:lnTo>
                  <a:lnTo>
                    <a:pt x="140663" y="16848"/>
                  </a:lnTo>
                  <a:lnTo>
                    <a:pt x="142217" y="29872"/>
                  </a:lnTo>
                  <a:lnTo>
                    <a:pt x="142704" y="33956"/>
                  </a:lnTo>
                  <a:lnTo>
                    <a:pt x="143454" y="40251"/>
                  </a:lnTo>
                  <a:lnTo>
                    <a:pt x="143609" y="41545"/>
                  </a:lnTo>
                  <a:lnTo>
                    <a:pt x="143910" y="43888"/>
                  </a:lnTo>
                  <a:lnTo>
                    <a:pt x="144347" y="47276"/>
                  </a:lnTo>
                  <a:lnTo>
                    <a:pt x="144709" y="50089"/>
                  </a:lnTo>
                  <a:lnTo>
                    <a:pt x="145092" y="53063"/>
                  </a:lnTo>
                  <a:lnTo>
                    <a:pt x="145247" y="54085"/>
                  </a:lnTo>
                  <a:lnTo>
                    <a:pt x="145609" y="56467"/>
                  </a:lnTo>
                  <a:lnTo>
                    <a:pt x="145639" y="56820"/>
                  </a:lnTo>
                  <a:lnTo>
                    <a:pt x="144942" y="56938"/>
                  </a:lnTo>
                  <a:lnTo>
                    <a:pt x="144569" y="57001"/>
                  </a:lnTo>
                  <a:lnTo>
                    <a:pt x="143884" y="57117"/>
                  </a:lnTo>
                  <a:lnTo>
                    <a:pt x="143661" y="57154"/>
                  </a:lnTo>
                  <a:lnTo>
                    <a:pt x="143244" y="57225"/>
                  </a:lnTo>
                  <a:lnTo>
                    <a:pt x="137404" y="58212"/>
                  </a:lnTo>
                  <a:lnTo>
                    <a:pt x="136892" y="58298"/>
                  </a:lnTo>
                  <a:lnTo>
                    <a:pt x="131384" y="59372"/>
                  </a:lnTo>
                  <a:lnTo>
                    <a:pt x="130930" y="59461"/>
                  </a:lnTo>
                  <a:lnTo>
                    <a:pt x="130155" y="59612"/>
                  </a:lnTo>
                  <a:lnTo>
                    <a:pt x="129855" y="59670"/>
                  </a:lnTo>
                  <a:lnTo>
                    <a:pt x="125973" y="62104"/>
                  </a:lnTo>
                  <a:lnTo>
                    <a:pt x="125795" y="62263"/>
                  </a:lnTo>
                  <a:lnTo>
                    <a:pt x="125328" y="62683"/>
                  </a:lnTo>
                  <a:lnTo>
                    <a:pt x="122663" y="65075"/>
                  </a:lnTo>
                  <a:lnTo>
                    <a:pt x="122178" y="65511"/>
                  </a:lnTo>
                  <a:lnTo>
                    <a:pt x="121330" y="66272"/>
                  </a:lnTo>
                  <a:lnTo>
                    <a:pt x="121099" y="66479"/>
                  </a:lnTo>
                  <a:lnTo>
                    <a:pt x="120810" y="66378"/>
                  </a:lnTo>
                  <a:lnTo>
                    <a:pt x="120444" y="66250"/>
                  </a:lnTo>
                  <a:lnTo>
                    <a:pt x="120228" y="66175"/>
                  </a:lnTo>
                  <a:lnTo>
                    <a:pt x="119877" y="66053"/>
                  </a:lnTo>
                  <a:lnTo>
                    <a:pt x="119414" y="65977"/>
                  </a:lnTo>
                  <a:lnTo>
                    <a:pt x="115307" y="65310"/>
                  </a:lnTo>
                  <a:lnTo>
                    <a:pt x="114541" y="65186"/>
                  </a:lnTo>
                  <a:lnTo>
                    <a:pt x="114609" y="64547"/>
                  </a:lnTo>
                  <a:lnTo>
                    <a:pt x="111663" y="64204"/>
                  </a:lnTo>
                  <a:lnTo>
                    <a:pt x="110209" y="64034"/>
                  </a:lnTo>
                  <a:lnTo>
                    <a:pt x="109555" y="64300"/>
                  </a:lnTo>
                  <a:lnTo>
                    <a:pt x="109418" y="64287"/>
                  </a:lnTo>
                  <a:lnTo>
                    <a:pt x="105776" y="63946"/>
                  </a:lnTo>
                  <a:lnTo>
                    <a:pt x="104980" y="64099"/>
                  </a:lnTo>
                  <a:lnTo>
                    <a:pt x="104823" y="64129"/>
                  </a:lnTo>
                  <a:lnTo>
                    <a:pt x="104183" y="64252"/>
                  </a:lnTo>
                  <a:lnTo>
                    <a:pt x="103270" y="64428"/>
                  </a:lnTo>
                  <a:lnTo>
                    <a:pt x="103007" y="64478"/>
                  </a:lnTo>
                  <a:lnTo>
                    <a:pt x="102843" y="64216"/>
                  </a:lnTo>
                  <a:lnTo>
                    <a:pt x="102610" y="63847"/>
                  </a:lnTo>
                  <a:lnTo>
                    <a:pt x="102383" y="63485"/>
                  </a:lnTo>
                  <a:lnTo>
                    <a:pt x="102141" y="63102"/>
                  </a:lnTo>
                  <a:lnTo>
                    <a:pt x="101803" y="63135"/>
                  </a:lnTo>
                  <a:lnTo>
                    <a:pt x="101508" y="63163"/>
                  </a:lnTo>
                  <a:lnTo>
                    <a:pt x="100960" y="63216"/>
                  </a:lnTo>
                  <a:lnTo>
                    <a:pt x="100666" y="63245"/>
                  </a:lnTo>
                  <a:lnTo>
                    <a:pt x="100494" y="63262"/>
                  </a:lnTo>
                  <a:lnTo>
                    <a:pt x="100099" y="63365"/>
                  </a:lnTo>
                  <a:lnTo>
                    <a:pt x="98988" y="63656"/>
                  </a:lnTo>
                  <a:lnTo>
                    <a:pt x="98382" y="63683"/>
                  </a:lnTo>
                  <a:lnTo>
                    <a:pt x="97570" y="63803"/>
                  </a:lnTo>
                  <a:lnTo>
                    <a:pt x="96676" y="63933"/>
                  </a:lnTo>
                  <a:lnTo>
                    <a:pt x="96159" y="63988"/>
                  </a:lnTo>
                  <a:lnTo>
                    <a:pt x="94541" y="64159"/>
                  </a:lnTo>
                  <a:lnTo>
                    <a:pt x="94587" y="62964"/>
                  </a:lnTo>
                  <a:lnTo>
                    <a:pt x="93761" y="63005"/>
                  </a:lnTo>
                  <a:lnTo>
                    <a:pt x="92585" y="63064"/>
                  </a:lnTo>
                  <a:lnTo>
                    <a:pt x="91442" y="63121"/>
                  </a:lnTo>
                  <a:lnTo>
                    <a:pt x="88732" y="63256"/>
                  </a:lnTo>
                  <a:lnTo>
                    <a:pt x="88506" y="63267"/>
                  </a:lnTo>
                  <a:lnTo>
                    <a:pt x="85743" y="63405"/>
                  </a:lnTo>
                  <a:lnTo>
                    <a:pt x="82889" y="63373"/>
                  </a:lnTo>
                  <a:lnTo>
                    <a:pt x="81305" y="63789"/>
                  </a:lnTo>
                  <a:lnTo>
                    <a:pt x="81118" y="63838"/>
                  </a:lnTo>
                  <a:lnTo>
                    <a:pt x="79919" y="63537"/>
                  </a:lnTo>
                  <a:lnTo>
                    <a:pt x="79371" y="63266"/>
                  </a:lnTo>
                  <a:lnTo>
                    <a:pt x="78970" y="63068"/>
                  </a:lnTo>
                  <a:lnTo>
                    <a:pt x="78709" y="62961"/>
                  </a:lnTo>
                  <a:lnTo>
                    <a:pt x="77982" y="62663"/>
                  </a:lnTo>
                  <a:lnTo>
                    <a:pt x="76544" y="62073"/>
                  </a:lnTo>
                  <a:lnTo>
                    <a:pt x="76275" y="62074"/>
                  </a:lnTo>
                  <a:lnTo>
                    <a:pt x="73865" y="62077"/>
                  </a:lnTo>
                  <a:lnTo>
                    <a:pt x="73234" y="62064"/>
                  </a:lnTo>
                  <a:lnTo>
                    <a:pt x="72924" y="62057"/>
                  </a:lnTo>
                  <a:lnTo>
                    <a:pt x="70537" y="61880"/>
                  </a:lnTo>
                  <a:lnTo>
                    <a:pt x="70386" y="61878"/>
                  </a:lnTo>
                  <a:lnTo>
                    <a:pt x="67041" y="61837"/>
                  </a:lnTo>
                  <a:lnTo>
                    <a:pt x="65709" y="61897"/>
                  </a:lnTo>
                  <a:lnTo>
                    <a:pt x="64696" y="61683"/>
                  </a:lnTo>
                  <a:lnTo>
                    <a:pt x="64696" y="59012"/>
                  </a:lnTo>
                  <a:lnTo>
                    <a:pt x="61547" y="56973"/>
                  </a:lnTo>
                  <a:lnTo>
                    <a:pt x="61404" y="52393"/>
                  </a:lnTo>
                  <a:lnTo>
                    <a:pt x="60045" y="52332"/>
                  </a:lnTo>
                  <a:lnTo>
                    <a:pt x="48486" y="51820"/>
                  </a:lnTo>
                  <a:lnTo>
                    <a:pt x="48128" y="44878"/>
                  </a:lnTo>
                  <a:lnTo>
                    <a:pt x="51277" y="44341"/>
                  </a:lnTo>
                  <a:lnTo>
                    <a:pt x="51062" y="42946"/>
                  </a:lnTo>
                  <a:lnTo>
                    <a:pt x="46600" y="43342"/>
                  </a:lnTo>
                  <a:lnTo>
                    <a:pt x="46232" y="43375"/>
                  </a:lnTo>
                  <a:lnTo>
                    <a:pt x="36211" y="41491"/>
                  </a:lnTo>
                  <a:lnTo>
                    <a:pt x="31146" y="38771"/>
                  </a:lnTo>
                  <a:lnTo>
                    <a:pt x="33857" y="33373"/>
                  </a:lnTo>
                  <a:lnTo>
                    <a:pt x="32097" y="32747"/>
                  </a:lnTo>
                  <a:lnTo>
                    <a:pt x="27911" y="31495"/>
                  </a:lnTo>
                  <a:lnTo>
                    <a:pt x="24547" y="31924"/>
                  </a:lnTo>
                  <a:lnTo>
                    <a:pt x="20503" y="30350"/>
                  </a:lnTo>
                  <a:lnTo>
                    <a:pt x="18822" y="27165"/>
                  </a:lnTo>
                  <a:lnTo>
                    <a:pt x="18893" y="24231"/>
                  </a:lnTo>
                  <a:lnTo>
                    <a:pt x="23187" y="22907"/>
                  </a:lnTo>
                  <a:lnTo>
                    <a:pt x="23867" y="20474"/>
                  </a:lnTo>
                  <a:lnTo>
                    <a:pt x="23724" y="19937"/>
                  </a:lnTo>
                  <a:lnTo>
                    <a:pt x="13418" y="23587"/>
                  </a:lnTo>
                  <a:lnTo>
                    <a:pt x="12237" y="23086"/>
                  </a:lnTo>
                  <a:lnTo>
                    <a:pt x="8230" y="28239"/>
                  </a:lnTo>
                  <a:lnTo>
                    <a:pt x="3649" y="25376"/>
                  </a:lnTo>
                  <a:lnTo>
                    <a:pt x="4866" y="19722"/>
                  </a:lnTo>
                  <a:lnTo>
                    <a:pt x="8945" y="15893"/>
                  </a:lnTo>
                  <a:lnTo>
                    <a:pt x="14532" y="14608"/>
                  </a:lnTo>
                  <a:lnTo>
                    <a:pt x="14317" y="14084"/>
                  </a:lnTo>
                  <a:lnTo>
                    <a:pt x="10262" y="12557"/>
                  </a:lnTo>
                  <a:lnTo>
                    <a:pt x="9814" y="12310"/>
                  </a:lnTo>
                  <a:lnTo>
                    <a:pt x="660" y="7242"/>
                  </a:lnTo>
                  <a:lnTo>
                    <a:pt x="0" y="6876"/>
                  </a:lnTo>
                  <a:lnTo>
                    <a:pt x="3005" y="2403"/>
                  </a:lnTo>
                  <a:lnTo>
                    <a:pt x="7076" y="4589"/>
                  </a:lnTo>
                  <a:lnTo>
                    <a:pt x="13445" y="8008"/>
                  </a:lnTo>
                  <a:lnTo>
                    <a:pt x="16068" y="9416"/>
                  </a:lnTo>
                  <a:lnTo>
                    <a:pt x="14976" y="4512"/>
                  </a:lnTo>
                  <a:lnTo>
                    <a:pt x="17779" y="3975"/>
                  </a:lnTo>
                  <a:lnTo>
                    <a:pt x="19328" y="10107"/>
                  </a:lnTo>
                  <a:lnTo>
                    <a:pt x="21470" y="10562"/>
                  </a:lnTo>
                  <a:lnTo>
                    <a:pt x="22455" y="10402"/>
                  </a:lnTo>
                  <a:lnTo>
                    <a:pt x="22288" y="6927"/>
                  </a:lnTo>
                  <a:lnTo>
                    <a:pt x="22257" y="6268"/>
                  </a:lnTo>
                  <a:lnTo>
                    <a:pt x="27374" y="6232"/>
                  </a:lnTo>
                  <a:lnTo>
                    <a:pt x="31560" y="6447"/>
                  </a:lnTo>
                  <a:lnTo>
                    <a:pt x="31739" y="6697"/>
                  </a:lnTo>
                  <a:lnTo>
                    <a:pt x="33743" y="6769"/>
                  </a:lnTo>
                  <a:lnTo>
                    <a:pt x="33922" y="8057"/>
                  </a:lnTo>
                  <a:lnTo>
                    <a:pt x="35879" y="8071"/>
                  </a:lnTo>
                  <a:lnTo>
                    <a:pt x="35915" y="4081"/>
                  </a:lnTo>
                  <a:lnTo>
                    <a:pt x="38699" y="2030"/>
                  </a:lnTo>
                  <a:lnTo>
                    <a:pt x="38289" y="1379"/>
                  </a:lnTo>
                  <a:lnTo>
                    <a:pt x="38430" y="129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5" name="pg294"/>
            <p:cNvSpPr/>
            <p:nvPr/>
          </p:nvSpPr>
          <p:spPr>
            <a:xfrm>
              <a:off x="3741154" y="2733567"/>
              <a:ext cx="148344" cy="191549"/>
            </a:xfrm>
            <a:custGeom>
              <a:avLst/>
              <a:pathLst>
                <a:path w="148344" h="191549">
                  <a:moveTo>
                    <a:pt x="106634" y="140500"/>
                  </a:moveTo>
                  <a:lnTo>
                    <a:pt x="104422" y="143690"/>
                  </a:lnTo>
                  <a:lnTo>
                    <a:pt x="103425" y="144852"/>
                  </a:lnTo>
                  <a:lnTo>
                    <a:pt x="103134" y="145192"/>
                  </a:lnTo>
                  <a:lnTo>
                    <a:pt x="102657" y="145749"/>
                  </a:lnTo>
                  <a:lnTo>
                    <a:pt x="101514" y="147081"/>
                  </a:lnTo>
                  <a:lnTo>
                    <a:pt x="98565" y="150133"/>
                  </a:lnTo>
                  <a:lnTo>
                    <a:pt x="97510" y="148972"/>
                  </a:lnTo>
                  <a:lnTo>
                    <a:pt x="97045" y="148459"/>
                  </a:lnTo>
                  <a:lnTo>
                    <a:pt x="95708" y="146988"/>
                  </a:lnTo>
                  <a:lnTo>
                    <a:pt x="95229" y="146460"/>
                  </a:lnTo>
                  <a:lnTo>
                    <a:pt x="91761" y="142642"/>
                  </a:lnTo>
                  <a:lnTo>
                    <a:pt x="79527" y="153731"/>
                  </a:lnTo>
                  <a:lnTo>
                    <a:pt x="73573" y="159127"/>
                  </a:lnTo>
                  <a:lnTo>
                    <a:pt x="73517" y="153154"/>
                  </a:lnTo>
                  <a:lnTo>
                    <a:pt x="71357" y="153222"/>
                  </a:lnTo>
                  <a:lnTo>
                    <a:pt x="70150" y="153260"/>
                  </a:lnTo>
                  <a:lnTo>
                    <a:pt x="69078" y="153294"/>
                  </a:lnTo>
                  <a:lnTo>
                    <a:pt x="67051" y="153358"/>
                  </a:lnTo>
                  <a:lnTo>
                    <a:pt x="66853" y="153364"/>
                  </a:lnTo>
                  <a:lnTo>
                    <a:pt x="66200" y="153385"/>
                  </a:lnTo>
                  <a:lnTo>
                    <a:pt x="64990" y="153423"/>
                  </a:lnTo>
                  <a:lnTo>
                    <a:pt x="64011" y="153454"/>
                  </a:lnTo>
                  <a:lnTo>
                    <a:pt x="62256" y="153509"/>
                  </a:lnTo>
                  <a:lnTo>
                    <a:pt x="60540" y="153473"/>
                  </a:lnTo>
                  <a:lnTo>
                    <a:pt x="60314" y="153468"/>
                  </a:lnTo>
                  <a:lnTo>
                    <a:pt x="59536" y="153452"/>
                  </a:lnTo>
                  <a:lnTo>
                    <a:pt x="58278" y="153426"/>
                  </a:lnTo>
                  <a:lnTo>
                    <a:pt x="57579" y="153411"/>
                  </a:lnTo>
                  <a:lnTo>
                    <a:pt x="56915" y="153397"/>
                  </a:lnTo>
                  <a:lnTo>
                    <a:pt x="56823" y="153842"/>
                  </a:lnTo>
                  <a:lnTo>
                    <a:pt x="55640" y="159559"/>
                  </a:lnTo>
                  <a:lnTo>
                    <a:pt x="55386" y="160787"/>
                  </a:lnTo>
                  <a:lnTo>
                    <a:pt x="53595" y="160383"/>
                  </a:lnTo>
                  <a:lnTo>
                    <a:pt x="52513" y="160139"/>
                  </a:lnTo>
                  <a:lnTo>
                    <a:pt x="51995" y="160022"/>
                  </a:lnTo>
                  <a:lnTo>
                    <a:pt x="51839" y="159987"/>
                  </a:lnTo>
                  <a:lnTo>
                    <a:pt x="48156" y="159157"/>
                  </a:lnTo>
                  <a:lnTo>
                    <a:pt x="47688" y="159051"/>
                  </a:lnTo>
                  <a:lnTo>
                    <a:pt x="47085" y="161995"/>
                  </a:lnTo>
                  <a:lnTo>
                    <a:pt x="46553" y="166134"/>
                  </a:lnTo>
                  <a:lnTo>
                    <a:pt x="46395" y="167402"/>
                  </a:lnTo>
                  <a:lnTo>
                    <a:pt x="46365" y="167885"/>
                  </a:lnTo>
                  <a:lnTo>
                    <a:pt x="46340" y="168305"/>
                  </a:lnTo>
                  <a:lnTo>
                    <a:pt x="46228" y="170121"/>
                  </a:lnTo>
                  <a:lnTo>
                    <a:pt x="46325" y="174946"/>
                  </a:lnTo>
                  <a:lnTo>
                    <a:pt x="46449" y="181126"/>
                  </a:lnTo>
                  <a:lnTo>
                    <a:pt x="46497" y="183510"/>
                  </a:lnTo>
                  <a:lnTo>
                    <a:pt x="46511" y="184182"/>
                  </a:lnTo>
                  <a:lnTo>
                    <a:pt x="45702" y="184327"/>
                  </a:lnTo>
                  <a:lnTo>
                    <a:pt x="45072" y="184441"/>
                  </a:lnTo>
                  <a:lnTo>
                    <a:pt x="40237" y="185312"/>
                  </a:lnTo>
                  <a:lnTo>
                    <a:pt x="34695" y="186310"/>
                  </a:lnTo>
                  <a:lnTo>
                    <a:pt x="28838" y="187365"/>
                  </a:lnTo>
                  <a:lnTo>
                    <a:pt x="22136" y="188572"/>
                  </a:lnTo>
                  <a:lnTo>
                    <a:pt x="13010" y="190216"/>
                  </a:lnTo>
                  <a:lnTo>
                    <a:pt x="7328" y="191240"/>
                  </a:lnTo>
                  <a:lnTo>
                    <a:pt x="5610" y="191549"/>
                  </a:lnTo>
                  <a:lnTo>
                    <a:pt x="5227" y="188576"/>
                  </a:lnTo>
                  <a:lnTo>
                    <a:pt x="4865" y="185763"/>
                  </a:lnTo>
                  <a:lnTo>
                    <a:pt x="4428" y="182374"/>
                  </a:lnTo>
                  <a:lnTo>
                    <a:pt x="4126" y="180032"/>
                  </a:lnTo>
                  <a:lnTo>
                    <a:pt x="3972" y="178738"/>
                  </a:lnTo>
                  <a:lnTo>
                    <a:pt x="3221" y="172442"/>
                  </a:lnTo>
                  <a:lnTo>
                    <a:pt x="2734" y="168359"/>
                  </a:lnTo>
                  <a:lnTo>
                    <a:pt x="1181" y="155334"/>
                  </a:lnTo>
                  <a:lnTo>
                    <a:pt x="1105" y="154697"/>
                  </a:lnTo>
                  <a:lnTo>
                    <a:pt x="791" y="151717"/>
                  </a:lnTo>
                  <a:lnTo>
                    <a:pt x="722" y="151057"/>
                  </a:lnTo>
                  <a:lnTo>
                    <a:pt x="644" y="150318"/>
                  </a:lnTo>
                  <a:lnTo>
                    <a:pt x="602" y="149923"/>
                  </a:lnTo>
                  <a:lnTo>
                    <a:pt x="549" y="149419"/>
                  </a:lnTo>
                  <a:lnTo>
                    <a:pt x="301" y="147066"/>
                  </a:lnTo>
                  <a:lnTo>
                    <a:pt x="39" y="144572"/>
                  </a:lnTo>
                  <a:lnTo>
                    <a:pt x="0" y="144201"/>
                  </a:lnTo>
                  <a:lnTo>
                    <a:pt x="17" y="143879"/>
                  </a:lnTo>
                  <a:lnTo>
                    <a:pt x="33" y="143600"/>
                  </a:lnTo>
                  <a:lnTo>
                    <a:pt x="74" y="142854"/>
                  </a:lnTo>
                  <a:lnTo>
                    <a:pt x="117" y="142082"/>
                  </a:lnTo>
                  <a:lnTo>
                    <a:pt x="709" y="139680"/>
                  </a:lnTo>
                  <a:lnTo>
                    <a:pt x="882" y="138981"/>
                  </a:lnTo>
                  <a:lnTo>
                    <a:pt x="1201" y="137687"/>
                  </a:lnTo>
                  <a:lnTo>
                    <a:pt x="1387" y="136930"/>
                  </a:lnTo>
                  <a:lnTo>
                    <a:pt x="1876" y="134949"/>
                  </a:lnTo>
                  <a:lnTo>
                    <a:pt x="2617" y="131943"/>
                  </a:lnTo>
                  <a:lnTo>
                    <a:pt x="3308" y="129140"/>
                  </a:lnTo>
                  <a:lnTo>
                    <a:pt x="3874" y="127351"/>
                  </a:lnTo>
                  <a:lnTo>
                    <a:pt x="4276" y="126784"/>
                  </a:lnTo>
                  <a:lnTo>
                    <a:pt x="5010" y="125748"/>
                  </a:lnTo>
                  <a:lnTo>
                    <a:pt x="5301" y="125338"/>
                  </a:lnTo>
                  <a:lnTo>
                    <a:pt x="5437" y="125177"/>
                  </a:lnTo>
                  <a:lnTo>
                    <a:pt x="5670" y="124902"/>
                  </a:lnTo>
                  <a:lnTo>
                    <a:pt x="6282" y="124179"/>
                  </a:lnTo>
                  <a:lnTo>
                    <a:pt x="8212" y="122901"/>
                  </a:lnTo>
                  <a:lnTo>
                    <a:pt x="10902" y="121119"/>
                  </a:lnTo>
                  <a:lnTo>
                    <a:pt x="11237" y="120898"/>
                  </a:lnTo>
                  <a:lnTo>
                    <a:pt x="11914" y="120450"/>
                  </a:lnTo>
                  <a:lnTo>
                    <a:pt x="12203" y="120258"/>
                  </a:lnTo>
                  <a:lnTo>
                    <a:pt x="12822" y="119792"/>
                  </a:lnTo>
                  <a:lnTo>
                    <a:pt x="14565" y="118478"/>
                  </a:lnTo>
                  <a:lnTo>
                    <a:pt x="16080" y="117336"/>
                  </a:lnTo>
                  <a:lnTo>
                    <a:pt x="17077" y="116274"/>
                  </a:lnTo>
                  <a:lnTo>
                    <a:pt x="17541" y="115780"/>
                  </a:lnTo>
                  <a:lnTo>
                    <a:pt x="17929" y="115368"/>
                  </a:lnTo>
                  <a:lnTo>
                    <a:pt x="18061" y="115176"/>
                  </a:lnTo>
                  <a:lnTo>
                    <a:pt x="18405" y="114680"/>
                  </a:lnTo>
                  <a:lnTo>
                    <a:pt x="18581" y="114424"/>
                  </a:lnTo>
                  <a:lnTo>
                    <a:pt x="21827" y="109733"/>
                  </a:lnTo>
                  <a:lnTo>
                    <a:pt x="21971" y="109525"/>
                  </a:lnTo>
                  <a:lnTo>
                    <a:pt x="22367" y="108952"/>
                  </a:lnTo>
                  <a:lnTo>
                    <a:pt x="22816" y="108303"/>
                  </a:lnTo>
                  <a:lnTo>
                    <a:pt x="23246" y="107681"/>
                  </a:lnTo>
                  <a:lnTo>
                    <a:pt x="23986" y="106611"/>
                  </a:lnTo>
                  <a:lnTo>
                    <a:pt x="25303" y="104707"/>
                  </a:lnTo>
                  <a:lnTo>
                    <a:pt x="25597" y="104283"/>
                  </a:lnTo>
                  <a:lnTo>
                    <a:pt x="25781" y="104016"/>
                  </a:lnTo>
                  <a:lnTo>
                    <a:pt x="28781" y="99245"/>
                  </a:lnTo>
                  <a:lnTo>
                    <a:pt x="31814" y="94422"/>
                  </a:lnTo>
                  <a:lnTo>
                    <a:pt x="32134" y="93912"/>
                  </a:lnTo>
                  <a:lnTo>
                    <a:pt x="31880" y="90968"/>
                  </a:lnTo>
                  <a:lnTo>
                    <a:pt x="32040" y="90702"/>
                  </a:lnTo>
                  <a:lnTo>
                    <a:pt x="33924" y="87576"/>
                  </a:lnTo>
                  <a:lnTo>
                    <a:pt x="35253" y="85372"/>
                  </a:lnTo>
                  <a:lnTo>
                    <a:pt x="37706" y="81304"/>
                  </a:lnTo>
                  <a:lnTo>
                    <a:pt x="41049" y="75939"/>
                  </a:lnTo>
                  <a:lnTo>
                    <a:pt x="41311" y="75518"/>
                  </a:lnTo>
                  <a:lnTo>
                    <a:pt x="41824" y="74695"/>
                  </a:lnTo>
                  <a:lnTo>
                    <a:pt x="42301" y="73943"/>
                  </a:lnTo>
                  <a:lnTo>
                    <a:pt x="46782" y="66877"/>
                  </a:lnTo>
                  <a:lnTo>
                    <a:pt x="49891" y="61975"/>
                  </a:lnTo>
                  <a:lnTo>
                    <a:pt x="54560" y="54640"/>
                  </a:lnTo>
                  <a:lnTo>
                    <a:pt x="59030" y="47617"/>
                  </a:lnTo>
                  <a:lnTo>
                    <a:pt x="59358" y="47102"/>
                  </a:lnTo>
                  <a:lnTo>
                    <a:pt x="60392" y="45477"/>
                  </a:lnTo>
                  <a:lnTo>
                    <a:pt x="66671" y="35613"/>
                  </a:lnTo>
                  <a:lnTo>
                    <a:pt x="68706" y="32380"/>
                  </a:lnTo>
                  <a:lnTo>
                    <a:pt x="73450" y="24844"/>
                  </a:lnTo>
                  <a:lnTo>
                    <a:pt x="73564" y="24686"/>
                  </a:lnTo>
                  <a:lnTo>
                    <a:pt x="73762" y="24411"/>
                  </a:lnTo>
                  <a:lnTo>
                    <a:pt x="73979" y="24108"/>
                  </a:lnTo>
                  <a:lnTo>
                    <a:pt x="75452" y="22060"/>
                  </a:lnTo>
                  <a:lnTo>
                    <a:pt x="85074" y="7005"/>
                  </a:lnTo>
                  <a:lnTo>
                    <a:pt x="85293" y="6681"/>
                  </a:lnTo>
                  <a:lnTo>
                    <a:pt x="85791" y="5989"/>
                  </a:lnTo>
                  <a:lnTo>
                    <a:pt x="86175" y="5455"/>
                  </a:lnTo>
                  <a:lnTo>
                    <a:pt x="86419" y="5116"/>
                  </a:lnTo>
                  <a:lnTo>
                    <a:pt x="86753" y="4587"/>
                  </a:lnTo>
                  <a:lnTo>
                    <a:pt x="87187" y="3896"/>
                  </a:lnTo>
                  <a:lnTo>
                    <a:pt x="88407" y="1958"/>
                  </a:lnTo>
                  <a:lnTo>
                    <a:pt x="89640" y="0"/>
                  </a:lnTo>
                  <a:lnTo>
                    <a:pt x="90936" y="891"/>
                  </a:lnTo>
                  <a:lnTo>
                    <a:pt x="92309" y="1835"/>
                  </a:lnTo>
                  <a:lnTo>
                    <a:pt x="93201" y="2449"/>
                  </a:lnTo>
                  <a:lnTo>
                    <a:pt x="93823" y="2877"/>
                  </a:lnTo>
                  <a:lnTo>
                    <a:pt x="95110" y="3762"/>
                  </a:lnTo>
                  <a:lnTo>
                    <a:pt x="97689" y="5536"/>
                  </a:lnTo>
                  <a:lnTo>
                    <a:pt x="98095" y="5815"/>
                  </a:lnTo>
                  <a:lnTo>
                    <a:pt x="99810" y="6994"/>
                  </a:lnTo>
                  <a:lnTo>
                    <a:pt x="100479" y="7455"/>
                  </a:lnTo>
                  <a:lnTo>
                    <a:pt x="100632" y="7560"/>
                  </a:lnTo>
                  <a:lnTo>
                    <a:pt x="105256" y="10740"/>
                  </a:lnTo>
                  <a:lnTo>
                    <a:pt x="107531" y="12305"/>
                  </a:lnTo>
                  <a:lnTo>
                    <a:pt x="110501" y="14348"/>
                  </a:lnTo>
                  <a:lnTo>
                    <a:pt x="115586" y="17845"/>
                  </a:lnTo>
                  <a:lnTo>
                    <a:pt x="116800" y="18680"/>
                  </a:lnTo>
                  <a:lnTo>
                    <a:pt x="118377" y="19765"/>
                  </a:lnTo>
                  <a:lnTo>
                    <a:pt x="134606" y="30927"/>
                  </a:lnTo>
                  <a:lnTo>
                    <a:pt x="148344" y="40377"/>
                  </a:lnTo>
                  <a:lnTo>
                    <a:pt x="147596" y="41444"/>
                  </a:lnTo>
                  <a:lnTo>
                    <a:pt x="144564" y="45767"/>
                  </a:lnTo>
                  <a:lnTo>
                    <a:pt x="141841" y="49650"/>
                  </a:lnTo>
                  <a:lnTo>
                    <a:pt x="141761" y="49778"/>
                  </a:lnTo>
                  <a:lnTo>
                    <a:pt x="141087" y="50855"/>
                  </a:lnTo>
                  <a:lnTo>
                    <a:pt x="140453" y="52110"/>
                  </a:lnTo>
                  <a:lnTo>
                    <a:pt x="138671" y="55641"/>
                  </a:lnTo>
                  <a:lnTo>
                    <a:pt x="137726" y="58022"/>
                  </a:lnTo>
                  <a:lnTo>
                    <a:pt x="136833" y="59675"/>
                  </a:lnTo>
                  <a:lnTo>
                    <a:pt x="136684" y="59961"/>
                  </a:lnTo>
                  <a:lnTo>
                    <a:pt x="134011" y="65093"/>
                  </a:lnTo>
                  <a:lnTo>
                    <a:pt x="133256" y="66561"/>
                  </a:lnTo>
                  <a:lnTo>
                    <a:pt x="133173" y="66770"/>
                  </a:lnTo>
                  <a:lnTo>
                    <a:pt x="130671" y="73037"/>
                  </a:lnTo>
                  <a:lnTo>
                    <a:pt x="130217" y="74173"/>
                  </a:lnTo>
                  <a:lnTo>
                    <a:pt x="129797" y="75308"/>
                  </a:lnTo>
                  <a:lnTo>
                    <a:pt x="129338" y="76547"/>
                  </a:lnTo>
                  <a:lnTo>
                    <a:pt x="128145" y="79764"/>
                  </a:lnTo>
                  <a:lnTo>
                    <a:pt x="128040" y="80048"/>
                  </a:lnTo>
                  <a:lnTo>
                    <a:pt x="127841" y="80665"/>
                  </a:lnTo>
                  <a:lnTo>
                    <a:pt x="126302" y="85438"/>
                  </a:lnTo>
                  <a:lnTo>
                    <a:pt x="125615" y="87568"/>
                  </a:lnTo>
                  <a:lnTo>
                    <a:pt x="125162" y="88973"/>
                  </a:lnTo>
                  <a:lnTo>
                    <a:pt x="124780" y="90156"/>
                  </a:lnTo>
                  <a:lnTo>
                    <a:pt x="123817" y="93144"/>
                  </a:lnTo>
                  <a:lnTo>
                    <a:pt x="123072" y="95454"/>
                  </a:lnTo>
                  <a:lnTo>
                    <a:pt x="122352" y="97686"/>
                  </a:lnTo>
                  <a:lnTo>
                    <a:pt x="121538" y="100209"/>
                  </a:lnTo>
                  <a:lnTo>
                    <a:pt x="121085" y="101615"/>
                  </a:lnTo>
                  <a:lnTo>
                    <a:pt x="120950" y="101999"/>
                  </a:lnTo>
                  <a:lnTo>
                    <a:pt x="120888" y="102176"/>
                  </a:lnTo>
                  <a:lnTo>
                    <a:pt x="118357" y="109377"/>
                  </a:lnTo>
                  <a:lnTo>
                    <a:pt x="117764" y="111063"/>
                  </a:lnTo>
                  <a:lnTo>
                    <a:pt x="114627" y="119988"/>
                  </a:lnTo>
                  <a:lnTo>
                    <a:pt x="113069" y="124422"/>
                  </a:lnTo>
                  <a:lnTo>
                    <a:pt x="112772" y="125286"/>
                  </a:lnTo>
                  <a:lnTo>
                    <a:pt x="112581" y="125946"/>
                  </a:lnTo>
                  <a:lnTo>
                    <a:pt x="111713" y="128952"/>
                  </a:lnTo>
                  <a:lnTo>
                    <a:pt x="110314" y="133563"/>
                  </a:lnTo>
                  <a:lnTo>
                    <a:pt x="110146" y="133969"/>
                  </a:lnTo>
                  <a:lnTo>
                    <a:pt x="109379" y="135825"/>
                  </a:lnTo>
                  <a:lnTo>
                    <a:pt x="107627" y="13906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6" name="pg295"/>
            <p:cNvSpPr/>
            <p:nvPr/>
          </p:nvSpPr>
          <p:spPr>
            <a:xfrm>
              <a:off x="3853766" y="2733809"/>
              <a:ext cx="191618" cy="162400"/>
            </a:xfrm>
            <a:custGeom>
              <a:avLst/>
              <a:pathLst>
                <a:path w="191618" h="162400">
                  <a:moveTo>
                    <a:pt x="164741" y="111413"/>
                  </a:moveTo>
                  <a:lnTo>
                    <a:pt x="167769" y="113457"/>
                  </a:lnTo>
                  <a:lnTo>
                    <a:pt x="167904" y="113365"/>
                  </a:lnTo>
                  <a:lnTo>
                    <a:pt x="170122" y="114790"/>
                  </a:lnTo>
                  <a:lnTo>
                    <a:pt x="172400" y="116151"/>
                  </a:lnTo>
                  <a:lnTo>
                    <a:pt x="179145" y="122861"/>
                  </a:lnTo>
                  <a:lnTo>
                    <a:pt x="180185" y="123536"/>
                  </a:lnTo>
                  <a:lnTo>
                    <a:pt x="180746" y="124379"/>
                  </a:lnTo>
                  <a:lnTo>
                    <a:pt x="182490" y="125208"/>
                  </a:lnTo>
                  <a:lnTo>
                    <a:pt x="182814" y="125362"/>
                  </a:lnTo>
                  <a:lnTo>
                    <a:pt x="184069" y="129550"/>
                  </a:lnTo>
                  <a:lnTo>
                    <a:pt x="184414" y="130395"/>
                  </a:lnTo>
                  <a:lnTo>
                    <a:pt x="185116" y="132059"/>
                  </a:lnTo>
                  <a:lnTo>
                    <a:pt x="185444" y="132471"/>
                  </a:lnTo>
                  <a:lnTo>
                    <a:pt x="186626" y="133953"/>
                  </a:lnTo>
                  <a:lnTo>
                    <a:pt x="188845" y="134054"/>
                  </a:lnTo>
                  <a:lnTo>
                    <a:pt x="187926" y="136008"/>
                  </a:lnTo>
                  <a:lnTo>
                    <a:pt x="191334" y="144994"/>
                  </a:lnTo>
                  <a:lnTo>
                    <a:pt x="191618" y="145837"/>
                  </a:lnTo>
                  <a:lnTo>
                    <a:pt x="189743" y="146259"/>
                  </a:lnTo>
                  <a:lnTo>
                    <a:pt x="181669" y="145848"/>
                  </a:lnTo>
                  <a:lnTo>
                    <a:pt x="181217" y="151007"/>
                  </a:lnTo>
                  <a:lnTo>
                    <a:pt x="172324" y="150805"/>
                  </a:lnTo>
                  <a:lnTo>
                    <a:pt x="172608" y="158023"/>
                  </a:lnTo>
                  <a:lnTo>
                    <a:pt x="173215" y="158390"/>
                  </a:lnTo>
                  <a:lnTo>
                    <a:pt x="173197" y="159344"/>
                  </a:lnTo>
                  <a:lnTo>
                    <a:pt x="173152" y="161807"/>
                  </a:lnTo>
                  <a:lnTo>
                    <a:pt x="172770" y="162162"/>
                  </a:lnTo>
                  <a:lnTo>
                    <a:pt x="172036" y="162179"/>
                  </a:lnTo>
                  <a:lnTo>
                    <a:pt x="171477" y="162191"/>
                  </a:lnTo>
                  <a:lnTo>
                    <a:pt x="170832" y="162206"/>
                  </a:lnTo>
                  <a:lnTo>
                    <a:pt x="170223" y="162219"/>
                  </a:lnTo>
                  <a:lnTo>
                    <a:pt x="170073" y="162223"/>
                  </a:lnTo>
                  <a:lnTo>
                    <a:pt x="169166" y="162243"/>
                  </a:lnTo>
                  <a:lnTo>
                    <a:pt x="168919" y="162249"/>
                  </a:lnTo>
                  <a:lnTo>
                    <a:pt x="168475" y="162259"/>
                  </a:lnTo>
                  <a:lnTo>
                    <a:pt x="167783" y="162274"/>
                  </a:lnTo>
                  <a:lnTo>
                    <a:pt x="167627" y="162277"/>
                  </a:lnTo>
                  <a:lnTo>
                    <a:pt x="167489" y="162281"/>
                  </a:lnTo>
                  <a:lnTo>
                    <a:pt x="166577" y="162301"/>
                  </a:lnTo>
                  <a:lnTo>
                    <a:pt x="165996" y="162314"/>
                  </a:lnTo>
                  <a:lnTo>
                    <a:pt x="165761" y="162319"/>
                  </a:lnTo>
                  <a:lnTo>
                    <a:pt x="164929" y="162338"/>
                  </a:lnTo>
                  <a:lnTo>
                    <a:pt x="164268" y="162353"/>
                  </a:lnTo>
                  <a:lnTo>
                    <a:pt x="163979" y="162359"/>
                  </a:lnTo>
                  <a:lnTo>
                    <a:pt x="163388" y="162372"/>
                  </a:lnTo>
                  <a:lnTo>
                    <a:pt x="162959" y="162382"/>
                  </a:lnTo>
                  <a:lnTo>
                    <a:pt x="162500" y="162392"/>
                  </a:lnTo>
                  <a:lnTo>
                    <a:pt x="162139" y="162400"/>
                  </a:lnTo>
                  <a:lnTo>
                    <a:pt x="161712" y="162398"/>
                  </a:lnTo>
                  <a:lnTo>
                    <a:pt x="160144" y="160756"/>
                  </a:lnTo>
                  <a:lnTo>
                    <a:pt x="156703" y="157154"/>
                  </a:lnTo>
                  <a:lnTo>
                    <a:pt x="155914" y="156328"/>
                  </a:lnTo>
                  <a:lnTo>
                    <a:pt x="153819" y="154903"/>
                  </a:lnTo>
                  <a:lnTo>
                    <a:pt x="152045" y="153696"/>
                  </a:lnTo>
                  <a:lnTo>
                    <a:pt x="151835" y="153553"/>
                  </a:lnTo>
                  <a:lnTo>
                    <a:pt x="150807" y="152854"/>
                  </a:lnTo>
                  <a:lnTo>
                    <a:pt x="150600" y="152713"/>
                  </a:lnTo>
                  <a:lnTo>
                    <a:pt x="150375" y="152560"/>
                  </a:lnTo>
                  <a:lnTo>
                    <a:pt x="149968" y="152289"/>
                  </a:lnTo>
                  <a:lnTo>
                    <a:pt x="149609" y="152051"/>
                  </a:lnTo>
                  <a:lnTo>
                    <a:pt x="149411" y="151918"/>
                  </a:lnTo>
                  <a:lnTo>
                    <a:pt x="148963" y="151621"/>
                  </a:lnTo>
                  <a:lnTo>
                    <a:pt x="148718" y="151457"/>
                  </a:lnTo>
                  <a:lnTo>
                    <a:pt x="148576" y="151363"/>
                  </a:lnTo>
                  <a:lnTo>
                    <a:pt x="148236" y="151137"/>
                  </a:lnTo>
                  <a:lnTo>
                    <a:pt x="147989" y="150973"/>
                  </a:lnTo>
                  <a:lnTo>
                    <a:pt x="147765" y="150824"/>
                  </a:lnTo>
                  <a:lnTo>
                    <a:pt x="147421" y="150595"/>
                  </a:lnTo>
                  <a:lnTo>
                    <a:pt x="147166" y="150425"/>
                  </a:lnTo>
                  <a:lnTo>
                    <a:pt x="146858" y="150221"/>
                  </a:lnTo>
                  <a:lnTo>
                    <a:pt x="146710" y="150122"/>
                  </a:lnTo>
                  <a:lnTo>
                    <a:pt x="146521" y="149996"/>
                  </a:lnTo>
                  <a:lnTo>
                    <a:pt x="146332" y="149871"/>
                  </a:lnTo>
                  <a:lnTo>
                    <a:pt x="145492" y="149312"/>
                  </a:lnTo>
                  <a:lnTo>
                    <a:pt x="145284" y="149170"/>
                  </a:lnTo>
                  <a:lnTo>
                    <a:pt x="143120" y="147698"/>
                  </a:lnTo>
                  <a:lnTo>
                    <a:pt x="139856" y="145478"/>
                  </a:lnTo>
                  <a:lnTo>
                    <a:pt x="139420" y="145150"/>
                  </a:lnTo>
                  <a:lnTo>
                    <a:pt x="139612" y="144738"/>
                  </a:lnTo>
                  <a:lnTo>
                    <a:pt x="139781" y="144375"/>
                  </a:lnTo>
                  <a:lnTo>
                    <a:pt x="139914" y="144095"/>
                  </a:lnTo>
                  <a:lnTo>
                    <a:pt x="140045" y="143899"/>
                  </a:lnTo>
                  <a:lnTo>
                    <a:pt x="140144" y="143752"/>
                  </a:lnTo>
                  <a:lnTo>
                    <a:pt x="140478" y="143253"/>
                  </a:lnTo>
                  <a:lnTo>
                    <a:pt x="141520" y="141690"/>
                  </a:lnTo>
                  <a:lnTo>
                    <a:pt x="141362" y="141612"/>
                  </a:lnTo>
                  <a:lnTo>
                    <a:pt x="140749" y="141309"/>
                  </a:lnTo>
                  <a:lnTo>
                    <a:pt x="139660" y="140770"/>
                  </a:lnTo>
                  <a:lnTo>
                    <a:pt x="131145" y="136563"/>
                  </a:lnTo>
                  <a:lnTo>
                    <a:pt x="124920" y="129853"/>
                  </a:lnTo>
                  <a:lnTo>
                    <a:pt x="121185" y="125828"/>
                  </a:lnTo>
                  <a:lnTo>
                    <a:pt x="112632" y="131573"/>
                  </a:lnTo>
                  <a:lnTo>
                    <a:pt x="107081" y="135302"/>
                  </a:lnTo>
                  <a:lnTo>
                    <a:pt x="104830" y="136814"/>
                  </a:lnTo>
                  <a:lnTo>
                    <a:pt x="104408" y="137098"/>
                  </a:lnTo>
                  <a:lnTo>
                    <a:pt x="99813" y="140184"/>
                  </a:lnTo>
                  <a:lnTo>
                    <a:pt x="99523" y="140379"/>
                  </a:lnTo>
                  <a:lnTo>
                    <a:pt x="98848" y="140833"/>
                  </a:lnTo>
                  <a:lnTo>
                    <a:pt x="93885" y="144144"/>
                  </a:lnTo>
                  <a:lnTo>
                    <a:pt x="91180" y="145481"/>
                  </a:lnTo>
                  <a:lnTo>
                    <a:pt x="89589" y="146267"/>
                  </a:lnTo>
                  <a:lnTo>
                    <a:pt x="88380" y="146282"/>
                  </a:lnTo>
                  <a:lnTo>
                    <a:pt x="85896" y="146312"/>
                  </a:lnTo>
                  <a:lnTo>
                    <a:pt x="84407" y="146330"/>
                  </a:lnTo>
                  <a:lnTo>
                    <a:pt x="79435" y="143779"/>
                  </a:lnTo>
                  <a:lnTo>
                    <a:pt x="79297" y="143708"/>
                  </a:lnTo>
                  <a:lnTo>
                    <a:pt x="78383" y="143239"/>
                  </a:lnTo>
                  <a:lnTo>
                    <a:pt x="76895" y="142534"/>
                  </a:lnTo>
                  <a:lnTo>
                    <a:pt x="76391" y="142324"/>
                  </a:lnTo>
                  <a:lnTo>
                    <a:pt x="75798" y="142086"/>
                  </a:lnTo>
                  <a:lnTo>
                    <a:pt x="75132" y="142086"/>
                  </a:lnTo>
                  <a:lnTo>
                    <a:pt x="74702" y="142120"/>
                  </a:lnTo>
                  <a:lnTo>
                    <a:pt x="74343" y="142221"/>
                  </a:lnTo>
                  <a:lnTo>
                    <a:pt x="74034" y="142309"/>
                  </a:lnTo>
                  <a:lnTo>
                    <a:pt x="73660" y="142414"/>
                  </a:lnTo>
                  <a:lnTo>
                    <a:pt x="72221" y="143254"/>
                  </a:lnTo>
                  <a:lnTo>
                    <a:pt x="71764" y="143520"/>
                  </a:lnTo>
                  <a:lnTo>
                    <a:pt x="70721" y="144129"/>
                  </a:lnTo>
                  <a:lnTo>
                    <a:pt x="70081" y="144502"/>
                  </a:lnTo>
                  <a:lnTo>
                    <a:pt x="69187" y="144889"/>
                  </a:lnTo>
                  <a:lnTo>
                    <a:pt x="68052" y="145095"/>
                  </a:lnTo>
                  <a:lnTo>
                    <a:pt x="66667" y="144979"/>
                  </a:lnTo>
                  <a:lnTo>
                    <a:pt x="65816" y="144716"/>
                  </a:lnTo>
                  <a:lnTo>
                    <a:pt x="64748" y="144385"/>
                  </a:lnTo>
                  <a:lnTo>
                    <a:pt x="63927" y="144131"/>
                  </a:lnTo>
                  <a:lnTo>
                    <a:pt x="63765" y="144081"/>
                  </a:lnTo>
                  <a:lnTo>
                    <a:pt x="62751" y="143767"/>
                  </a:lnTo>
                  <a:lnTo>
                    <a:pt x="62488" y="143686"/>
                  </a:lnTo>
                  <a:lnTo>
                    <a:pt x="62223" y="144347"/>
                  </a:lnTo>
                  <a:lnTo>
                    <a:pt x="61684" y="144131"/>
                  </a:lnTo>
                  <a:lnTo>
                    <a:pt x="61549" y="144077"/>
                  </a:lnTo>
                  <a:lnTo>
                    <a:pt x="61261" y="143962"/>
                  </a:lnTo>
                  <a:lnTo>
                    <a:pt x="60775" y="143767"/>
                  </a:lnTo>
                  <a:lnTo>
                    <a:pt x="59589" y="143293"/>
                  </a:lnTo>
                  <a:lnTo>
                    <a:pt x="59362" y="143202"/>
                  </a:lnTo>
                  <a:lnTo>
                    <a:pt x="58628" y="142909"/>
                  </a:lnTo>
                  <a:lnTo>
                    <a:pt x="57250" y="142357"/>
                  </a:lnTo>
                  <a:lnTo>
                    <a:pt x="50762" y="139762"/>
                  </a:lnTo>
                  <a:lnTo>
                    <a:pt x="48175" y="138727"/>
                  </a:lnTo>
                  <a:lnTo>
                    <a:pt x="46145" y="137915"/>
                  </a:lnTo>
                  <a:lnTo>
                    <a:pt x="45218" y="137544"/>
                  </a:lnTo>
                  <a:lnTo>
                    <a:pt x="45021" y="137465"/>
                  </a:lnTo>
                  <a:lnTo>
                    <a:pt x="44600" y="137297"/>
                  </a:lnTo>
                  <a:lnTo>
                    <a:pt x="44171" y="137149"/>
                  </a:lnTo>
                  <a:lnTo>
                    <a:pt x="42934" y="136721"/>
                  </a:lnTo>
                  <a:lnTo>
                    <a:pt x="42486" y="136566"/>
                  </a:lnTo>
                  <a:lnTo>
                    <a:pt x="40984" y="136047"/>
                  </a:lnTo>
                  <a:lnTo>
                    <a:pt x="40525" y="135888"/>
                  </a:lnTo>
                  <a:lnTo>
                    <a:pt x="40108" y="135744"/>
                  </a:lnTo>
                  <a:lnTo>
                    <a:pt x="38573" y="135213"/>
                  </a:lnTo>
                  <a:lnTo>
                    <a:pt x="38305" y="135120"/>
                  </a:lnTo>
                  <a:lnTo>
                    <a:pt x="37953" y="134999"/>
                  </a:lnTo>
                  <a:lnTo>
                    <a:pt x="37444" y="134822"/>
                  </a:lnTo>
                  <a:lnTo>
                    <a:pt x="30863" y="133229"/>
                  </a:lnTo>
                  <a:lnTo>
                    <a:pt x="24275" y="131634"/>
                  </a:lnTo>
                  <a:lnTo>
                    <a:pt x="16732" y="129808"/>
                  </a:lnTo>
                  <a:lnTo>
                    <a:pt x="14407" y="129245"/>
                  </a:lnTo>
                  <a:lnTo>
                    <a:pt x="13797" y="129097"/>
                  </a:lnTo>
                  <a:lnTo>
                    <a:pt x="13477" y="129011"/>
                  </a:lnTo>
                  <a:lnTo>
                    <a:pt x="13234" y="128945"/>
                  </a:lnTo>
                  <a:lnTo>
                    <a:pt x="12246" y="128679"/>
                  </a:lnTo>
                  <a:lnTo>
                    <a:pt x="11997" y="128612"/>
                  </a:lnTo>
                  <a:lnTo>
                    <a:pt x="10541" y="128219"/>
                  </a:lnTo>
                  <a:lnTo>
                    <a:pt x="8886" y="127808"/>
                  </a:lnTo>
                  <a:lnTo>
                    <a:pt x="8194" y="127636"/>
                  </a:lnTo>
                  <a:lnTo>
                    <a:pt x="6276" y="127160"/>
                  </a:lnTo>
                  <a:lnTo>
                    <a:pt x="2220" y="126152"/>
                  </a:lnTo>
                  <a:lnTo>
                    <a:pt x="1500" y="125973"/>
                  </a:lnTo>
                  <a:lnTo>
                    <a:pt x="0" y="125601"/>
                  </a:lnTo>
                  <a:lnTo>
                    <a:pt x="192" y="124933"/>
                  </a:lnTo>
                  <a:lnTo>
                    <a:pt x="457" y="124180"/>
                  </a:lnTo>
                  <a:lnTo>
                    <a:pt x="2049" y="119651"/>
                  </a:lnTo>
                  <a:lnTo>
                    <a:pt x="5157" y="110808"/>
                  </a:lnTo>
                  <a:lnTo>
                    <a:pt x="5749" y="109122"/>
                  </a:lnTo>
                  <a:lnTo>
                    <a:pt x="8280" y="101921"/>
                  </a:lnTo>
                  <a:lnTo>
                    <a:pt x="8405" y="101566"/>
                  </a:lnTo>
                  <a:lnTo>
                    <a:pt x="8475" y="101366"/>
                  </a:lnTo>
                  <a:lnTo>
                    <a:pt x="8926" y="99966"/>
                  </a:lnTo>
                  <a:lnTo>
                    <a:pt x="9740" y="97444"/>
                  </a:lnTo>
                  <a:lnTo>
                    <a:pt x="10460" y="95212"/>
                  </a:lnTo>
                  <a:lnTo>
                    <a:pt x="11205" y="92902"/>
                  </a:lnTo>
                  <a:lnTo>
                    <a:pt x="12168" y="89914"/>
                  </a:lnTo>
                  <a:lnTo>
                    <a:pt x="12550" y="88730"/>
                  </a:lnTo>
                  <a:lnTo>
                    <a:pt x="13003" y="87326"/>
                  </a:lnTo>
                  <a:lnTo>
                    <a:pt x="13690" y="85196"/>
                  </a:lnTo>
                  <a:lnTo>
                    <a:pt x="15234" y="80411"/>
                  </a:lnTo>
                  <a:lnTo>
                    <a:pt x="15433" y="79793"/>
                  </a:lnTo>
                  <a:lnTo>
                    <a:pt x="15538" y="79509"/>
                  </a:lnTo>
                  <a:lnTo>
                    <a:pt x="16733" y="76285"/>
                  </a:lnTo>
                  <a:lnTo>
                    <a:pt x="17190" y="75053"/>
                  </a:lnTo>
                  <a:lnTo>
                    <a:pt x="17605" y="73931"/>
                  </a:lnTo>
                  <a:lnTo>
                    <a:pt x="18059" y="72795"/>
                  </a:lnTo>
                  <a:lnTo>
                    <a:pt x="20561" y="66528"/>
                  </a:lnTo>
                  <a:lnTo>
                    <a:pt x="20677" y="66238"/>
                  </a:lnTo>
                  <a:lnTo>
                    <a:pt x="21399" y="64851"/>
                  </a:lnTo>
                  <a:lnTo>
                    <a:pt x="24072" y="59719"/>
                  </a:lnTo>
                  <a:lnTo>
                    <a:pt x="24232" y="59412"/>
                  </a:lnTo>
                  <a:lnTo>
                    <a:pt x="25114" y="57780"/>
                  </a:lnTo>
                  <a:lnTo>
                    <a:pt x="26059" y="55398"/>
                  </a:lnTo>
                  <a:lnTo>
                    <a:pt x="27841" y="51868"/>
                  </a:lnTo>
                  <a:lnTo>
                    <a:pt x="28475" y="50612"/>
                  </a:lnTo>
                  <a:lnTo>
                    <a:pt x="29150" y="49536"/>
                  </a:lnTo>
                  <a:lnTo>
                    <a:pt x="29230" y="49408"/>
                  </a:lnTo>
                  <a:lnTo>
                    <a:pt x="31952" y="45525"/>
                  </a:lnTo>
                  <a:lnTo>
                    <a:pt x="34984" y="41202"/>
                  </a:lnTo>
                  <a:lnTo>
                    <a:pt x="35733" y="40134"/>
                  </a:lnTo>
                  <a:lnTo>
                    <a:pt x="36293" y="39335"/>
                  </a:lnTo>
                  <a:lnTo>
                    <a:pt x="37007" y="38316"/>
                  </a:lnTo>
                  <a:lnTo>
                    <a:pt x="37903" y="37038"/>
                  </a:lnTo>
                  <a:lnTo>
                    <a:pt x="38227" y="36576"/>
                  </a:lnTo>
                  <a:lnTo>
                    <a:pt x="39244" y="35126"/>
                  </a:lnTo>
                  <a:lnTo>
                    <a:pt x="44349" y="27861"/>
                  </a:lnTo>
                  <a:lnTo>
                    <a:pt x="44769" y="27440"/>
                  </a:lnTo>
                  <a:lnTo>
                    <a:pt x="45203" y="27007"/>
                  </a:lnTo>
                  <a:lnTo>
                    <a:pt x="45806" y="26404"/>
                  </a:lnTo>
                  <a:lnTo>
                    <a:pt x="46079" y="26130"/>
                  </a:lnTo>
                  <a:lnTo>
                    <a:pt x="46311" y="25898"/>
                  </a:lnTo>
                  <a:lnTo>
                    <a:pt x="46664" y="25546"/>
                  </a:lnTo>
                  <a:lnTo>
                    <a:pt x="47051" y="25159"/>
                  </a:lnTo>
                  <a:lnTo>
                    <a:pt x="47365" y="24845"/>
                  </a:lnTo>
                  <a:lnTo>
                    <a:pt x="47848" y="24362"/>
                  </a:lnTo>
                  <a:lnTo>
                    <a:pt x="48183" y="24104"/>
                  </a:lnTo>
                  <a:lnTo>
                    <a:pt x="48741" y="23673"/>
                  </a:lnTo>
                  <a:lnTo>
                    <a:pt x="49024" y="23455"/>
                  </a:lnTo>
                  <a:lnTo>
                    <a:pt x="49851" y="22817"/>
                  </a:lnTo>
                  <a:lnTo>
                    <a:pt x="50359" y="22426"/>
                  </a:lnTo>
                  <a:lnTo>
                    <a:pt x="50652" y="22199"/>
                  </a:lnTo>
                  <a:lnTo>
                    <a:pt x="51046" y="21896"/>
                  </a:lnTo>
                  <a:lnTo>
                    <a:pt x="51537" y="21517"/>
                  </a:lnTo>
                  <a:lnTo>
                    <a:pt x="51918" y="21222"/>
                  </a:lnTo>
                  <a:lnTo>
                    <a:pt x="53053" y="20348"/>
                  </a:lnTo>
                  <a:lnTo>
                    <a:pt x="53631" y="19902"/>
                  </a:lnTo>
                  <a:lnTo>
                    <a:pt x="54038" y="19588"/>
                  </a:lnTo>
                  <a:lnTo>
                    <a:pt x="54292" y="19392"/>
                  </a:lnTo>
                  <a:lnTo>
                    <a:pt x="55171" y="18714"/>
                  </a:lnTo>
                  <a:lnTo>
                    <a:pt x="55419" y="18522"/>
                  </a:lnTo>
                  <a:lnTo>
                    <a:pt x="55867" y="18177"/>
                  </a:lnTo>
                  <a:lnTo>
                    <a:pt x="56186" y="17931"/>
                  </a:lnTo>
                  <a:lnTo>
                    <a:pt x="57313" y="17062"/>
                  </a:lnTo>
                  <a:lnTo>
                    <a:pt x="57506" y="16913"/>
                  </a:lnTo>
                  <a:lnTo>
                    <a:pt x="58217" y="16364"/>
                  </a:lnTo>
                  <a:lnTo>
                    <a:pt x="58581" y="16084"/>
                  </a:lnTo>
                  <a:lnTo>
                    <a:pt x="59476" y="15393"/>
                  </a:lnTo>
                  <a:lnTo>
                    <a:pt x="59953" y="15025"/>
                  </a:lnTo>
                  <a:lnTo>
                    <a:pt x="60155" y="14870"/>
                  </a:lnTo>
                  <a:lnTo>
                    <a:pt x="60557" y="14581"/>
                  </a:lnTo>
                  <a:lnTo>
                    <a:pt x="60864" y="14360"/>
                  </a:lnTo>
                  <a:lnTo>
                    <a:pt x="61682" y="13773"/>
                  </a:lnTo>
                  <a:lnTo>
                    <a:pt x="62347" y="13296"/>
                  </a:lnTo>
                  <a:lnTo>
                    <a:pt x="63665" y="12349"/>
                  </a:lnTo>
                  <a:lnTo>
                    <a:pt x="64316" y="11882"/>
                  </a:lnTo>
                  <a:lnTo>
                    <a:pt x="64470" y="11771"/>
                  </a:lnTo>
                  <a:lnTo>
                    <a:pt x="65970" y="10694"/>
                  </a:lnTo>
                  <a:lnTo>
                    <a:pt x="66707" y="10165"/>
                  </a:lnTo>
                  <a:lnTo>
                    <a:pt x="67078" y="9899"/>
                  </a:lnTo>
                  <a:lnTo>
                    <a:pt x="67350" y="9704"/>
                  </a:lnTo>
                  <a:lnTo>
                    <a:pt x="67660" y="9481"/>
                  </a:lnTo>
                  <a:lnTo>
                    <a:pt x="67989" y="9245"/>
                  </a:lnTo>
                  <a:lnTo>
                    <a:pt x="68132" y="9142"/>
                  </a:lnTo>
                  <a:lnTo>
                    <a:pt x="68472" y="8898"/>
                  </a:lnTo>
                  <a:lnTo>
                    <a:pt x="68685" y="8745"/>
                  </a:lnTo>
                  <a:lnTo>
                    <a:pt x="69088" y="8456"/>
                  </a:lnTo>
                  <a:lnTo>
                    <a:pt x="69378" y="8247"/>
                  </a:lnTo>
                  <a:lnTo>
                    <a:pt x="69590" y="8095"/>
                  </a:lnTo>
                  <a:lnTo>
                    <a:pt x="69865" y="7898"/>
                  </a:lnTo>
                  <a:lnTo>
                    <a:pt x="70625" y="7352"/>
                  </a:lnTo>
                  <a:lnTo>
                    <a:pt x="71222" y="6924"/>
                  </a:lnTo>
                  <a:lnTo>
                    <a:pt x="71375" y="6814"/>
                  </a:lnTo>
                  <a:lnTo>
                    <a:pt x="71575" y="6670"/>
                  </a:lnTo>
                  <a:lnTo>
                    <a:pt x="71986" y="6375"/>
                  </a:lnTo>
                  <a:lnTo>
                    <a:pt x="72585" y="5945"/>
                  </a:lnTo>
                  <a:lnTo>
                    <a:pt x="72781" y="5804"/>
                  </a:lnTo>
                  <a:lnTo>
                    <a:pt x="73486" y="5298"/>
                  </a:lnTo>
                  <a:lnTo>
                    <a:pt x="74462" y="4597"/>
                  </a:lnTo>
                  <a:lnTo>
                    <a:pt x="74660" y="4455"/>
                  </a:lnTo>
                  <a:lnTo>
                    <a:pt x="74899" y="4283"/>
                  </a:lnTo>
                  <a:lnTo>
                    <a:pt x="75319" y="3982"/>
                  </a:lnTo>
                  <a:lnTo>
                    <a:pt x="75842" y="3607"/>
                  </a:lnTo>
                  <a:lnTo>
                    <a:pt x="76054" y="3454"/>
                  </a:lnTo>
                  <a:lnTo>
                    <a:pt x="76237" y="3323"/>
                  </a:lnTo>
                  <a:lnTo>
                    <a:pt x="76465" y="3159"/>
                  </a:lnTo>
                  <a:lnTo>
                    <a:pt x="76801" y="2918"/>
                  </a:lnTo>
                  <a:lnTo>
                    <a:pt x="76980" y="2790"/>
                  </a:lnTo>
                  <a:lnTo>
                    <a:pt x="77143" y="2672"/>
                  </a:lnTo>
                  <a:lnTo>
                    <a:pt x="77279" y="2575"/>
                  </a:lnTo>
                  <a:lnTo>
                    <a:pt x="77468" y="2439"/>
                  </a:lnTo>
                  <a:lnTo>
                    <a:pt x="80906" y="0"/>
                  </a:lnTo>
                  <a:lnTo>
                    <a:pt x="81028" y="165"/>
                  </a:lnTo>
                  <a:lnTo>
                    <a:pt x="83262" y="3204"/>
                  </a:lnTo>
                  <a:lnTo>
                    <a:pt x="84621" y="5053"/>
                  </a:lnTo>
                  <a:lnTo>
                    <a:pt x="86840" y="8072"/>
                  </a:lnTo>
                  <a:lnTo>
                    <a:pt x="93712" y="17421"/>
                  </a:lnTo>
                  <a:lnTo>
                    <a:pt x="101261" y="27692"/>
                  </a:lnTo>
                  <a:lnTo>
                    <a:pt x="101384" y="27859"/>
                  </a:lnTo>
                  <a:lnTo>
                    <a:pt x="101162" y="28020"/>
                  </a:lnTo>
                  <a:lnTo>
                    <a:pt x="94707" y="32705"/>
                  </a:lnTo>
                  <a:lnTo>
                    <a:pt x="89747" y="36305"/>
                  </a:lnTo>
                  <a:lnTo>
                    <a:pt x="84679" y="39984"/>
                  </a:lnTo>
                  <a:lnTo>
                    <a:pt x="88159" y="44786"/>
                  </a:lnTo>
                  <a:lnTo>
                    <a:pt x="88560" y="45339"/>
                  </a:lnTo>
                  <a:lnTo>
                    <a:pt x="91842" y="49867"/>
                  </a:lnTo>
                  <a:lnTo>
                    <a:pt x="92060" y="50169"/>
                  </a:lnTo>
                  <a:lnTo>
                    <a:pt x="95417" y="54800"/>
                  </a:lnTo>
                  <a:lnTo>
                    <a:pt x="95563" y="55002"/>
                  </a:lnTo>
                  <a:lnTo>
                    <a:pt x="95857" y="55327"/>
                  </a:lnTo>
                  <a:lnTo>
                    <a:pt x="97339" y="56968"/>
                  </a:lnTo>
                  <a:lnTo>
                    <a:pt x="98833" y="58622"/>
                  </a:lnTo>
                  <a:lnTo>
                    <a:pt x="99210" y="58964"/>
                  </a:lnTo>
                  <a:lnTo>
                    <a:pt x="101001" y="60588"/>
                  </a:lnTo>
                  <a:lnTo>
                    <a:pt x="102024" y="61515"/>
                  </a:lnTo>
                  <a:lnTo>
                    <a:pt x="103127" y="62328"/>
                  </a:lnTo>
                  <a:lnTo>
                    <a:pt x="108256" y="66106"/>
                  </a:lnTo>
                  <a:lnTo>
                    <a:pt x="108911" y="66588"/>
                  </a:lnTo>
                  <a:lnTo>
                    <a:pt x="109089" y="66708"/>
                  </a:lnTo>
                  <a:lnTo>
                    <a:pt x="110425" y="67607"/>
                  </a:lnTo>
                  <a:lnTo>
                    <a:pt x="118493" y="73036"/>
                  </a:lnTo>
                  <a:lnTo>
                    <a:pt x="121845" y="75292"/>
                  </a:lnTo>
                  <a:lnTo>
                    <a:pt x="123080" y="76123"/>
                  </a:lnTo>
                  <a:lnTo>
                    <a:pt x="126831" y="78647"/>
                  </a:lnTo>
                  <a:lnTo>
                    <a:pt x="130147" y="80878"/>
                  </a:lnTo>
                  <a:lnTo>
                    <a:pt x="136233" y="84974"/>
                  </a:lnTo>
                  <a:lnTo>
                    <a:pt x="137178" y="85609"/>
                  </a:lnTo>
                  <a:lnTo>
                    <a:pt x="137478" y="85811"/>
                  </a:lnTo>
                  <a:lnTo>
                    <a:pt x="147142" y="92315"/>
                  </a:lnTo>
                  <a:lnTo>
                    <a:pt x="154289" y="97124"/>
                  </a:lnTo>
                  <a:lnTo>
                    <a:pt x="164879" y="104250"/>
                  </a:lnTo>
                  <a:lnTo>
                    <a:pt x="166095" y="105068"/>
                  </a:lnTo>
                  <a:lnTo>
                    <a:pt x="163778" y="108178"/>
                  </a:lnTo>
                  <a:lnTo>
                    <a:pt x="163578" y="108494"/>
                  </a:lnTo>
                  <a:lnTo>
                    <a:pt x="163476" y="108805"/>
                  </a:lnTo>
                  <a:lnTo>
                    <a:pt x="163175" y="109721"/>
                  </a:lnTo>
                  <a:lnTo>
                    <a:pt x="163096" y="109962"/>
                  </a:lnTo>
                  <a:lnTo>
                    <a:pt x="162960" y="110195"/>
                  </a:lnTo>
                  <a:lnTo>
                    <a:pt x="163427" y="110516"/>
                  </a:lnTo>
                  <a:lnTo>
                    <a:pt x="164191" y="11104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7" name="pg296"/>
            <p:cNvSpPr/>
            <p:nvPr/>
          </p:nvSpPr>
          <p:spPr>
            <a:xfrm>
              <a:off x="3803717" y="2859436"/>
              <a:ext cx="154507" cy="82443"/>
            </a:xfrm>
            <a:custGeom>
              <a:avLst/>
              <a:pathLst>
                <a:path w="154507" h="82443">
                  <a:moveTo>
                    <a:pt x="112304" y="18732"/>
                  </a:moveTo>
                  <a:lnTo>
                    <a:pt x="112577" y="18071"/>
                  </a:lnTo>
                  <a:lnTo>
                    <a:pt x="112800" y="18140"/>
                  </a:lnTo>
                  <a:lnTo>
                    <a:pt x="113813" y="18453"/>
                  </a:lnTo>
                  <a:lnTo>
                    <a:pt x="113976" y="18504"/>
                  </a:lnTo>
                  <a:lnTo>
                    <a:pt x="114797" y="18758"/>
                  </a:lnTo>
                  <a:lnTo>
                    <a:pt x="115865" y="19088"/>
                  </a:lnTo>
                  <a:lnTo>
                    <a:pt x="116715" y="19351"/>
                  </a:lnTo>
                  <a:lnTo>
                    <a:pt x="118132" y="19471"/>
                  </a:lnTo>
                  <a:lnTo>
                    <a:pt x="119235" y="19262"/>
                  </a:lnTo>
                  <a:lnTo>
                    <a:pt x="120130" y="18874"/>
                  </a:lnTo>
                  <a:lnTo>
                    <a:pt x="120844" y="18458"/>
                  </a:lnTo>
                  <a:lnTo>
                    <a:pt x="121813" y="17892"/>
                  </a:lnTo>
                  <a:lnTo>
                    <a:pt x="122269" y="17626"/>
                  </a:lnTo>
                  <a:lnTo>
                    <a:pt x="123811" y="16758"/>
                  </a:lnTo>
                  <a:lnTo>
                    <a:pt x="124083" y="16681"/>
                  </a:lnTo>
                  <a:lnTo>
                    <a:pt x="124458" y="16576"/>
                  </a:lnTo>
                  <a:lnTo>
                    <a:pt x="124871" y="16459"/>
                  </a:lnTo>
                  <a:lnTo>
                    <a:pt x="125440" y="16459"/>
                  </a:lnTo>
                  <a:lnTo>
                    <a:pt x="126019" y="16521"/>
                  </a:lnTo>
                  <a:lnTo>
                    <a:pt x="126440" y="16696"/>
                  </a:lnTo>
                  <a:lnTo>
                    <a:pt x="126944" y="16906"/>
                  </a:lnTo>
                  <a:lnTo>
                    <a:pt x="128432" y="17612"/>
                  </a:lnTo>
                  <a:lnTo>
                    <a:pt x="129345" y="18080"/>
                  </a:lnTo>
                  <a:lnTo>
                    <a:pt x="129484" y="18152"/>
                  </a:lnTo>
                  <a:lnTo>
                    <a:pt x="134471" y="20703"/>
                  </a:lnTo>
                  <a:lnTo>
                    <a:pt x="135962" y="20684"/>
                  </a:lnTo>
                  <a:lnTo>
                    <a:pt x="138429" y="20654"/>
                  </a:lnTo>
                  <a:lnTo>
                    <a:pt x="139637" y="20640"/>
                  </a:lnTo>
                  <a:lnTo>
                    <a:pt x="141228" y="19853"/>
                  </a:lnTo>
                  <a:lnTo>
                    <a:pt x="144033" y="18544"/>
                  </a:lnTo>
                  <a:lnTo>
                    <a:pt x="143472" y="20417"/>
                  </a:lnTo>
                  <a:lnTo>
                    <a:pt x="143385" y="21716"/>
                  </a:lnTo>
                  <a:lnTo>
                    <a:pt x="143722" y="23566"/>
                  </a:lnTo>
                  <a:lnTo>
                    <a:pt x="144127" y="25787"/>
                  </a:lnTo>
                  <a:lnTo>
                    <a:pt x="144250" y="26463"/>
                  </a:lnTo>
                  <a:lnTo>
                    <a:pt x="144445" y="27537"/>
                  </a:lnTo>
                  <a:lnTo>
                    <a:pt x="144597" y="28368"/>
                  </a:lnTo>
                  <a:lnTo>
                    <a:pt x="148521" y="35066"/>
                  </a:lnTo>
                  <a:lnTo>
                    <a:pt x="148608" y="35215"/>
                  </a:lnTo>
                  <a:lnTo>
                    <a:pt x="148692" y="35359"/>
                  </a:lnTo>
                  <a:lnTo>
                    <a:pt x="149065" y="35996"/>
                  </a:lnTo>
                  <a:lnTo>
                    <a:pt x="154507" y="45418"/>
                  </a:lnTo>
                  <a:lnTo>
                    <a:pt x="154192" y="45581"/>
                  </a:lnTo>
                  <a:lnTo>
                    <a:pt x="153665" y="45854"/>
                  </a:lnTo>
                  <a:lnTo>
                    <a:pt x="148811" y="48368"/>
                  </a:lnTo>
                  <a:lnTo>
                    <a:pt x="148107" y="48733"/>
                  </a:lnTo>
                  <a:lnTo>
                    <a:pt x="143277" y="51759"/>
                  </a:lnTo>
                  <a:lnTo>
                    <a:pt x="139199" y="55088"/>
                  </a:lnTo>
                  <a:lnTo>
                    <a:pt x="137424" y="54381"/>
                  </a:lnTo>
                  <a:lnTo>
                    <a:pt x="126834" y="50160"/>
                  </a:lnTo>
                  <a:lnTo>
                    <a:pt x="126636" y="50082"/>
                  </a:lnTo>
                  <a:lnTo>
                    <a:pt x="125262" y="53638"/>
                  </a:lnTo>
                  <a:lnTo>
                    <a:pt x="124711" y="55064"/>
                  </a:lnTo>
                  <a:lnTo>
                    <a:pt x="124603" y="55343"/>
                  </a:lnTo>
                  <a:lnTo>
                    <a:pt x="124553" y="55474"/>
                  </a:lnTo>
                  <a:lnTo>
                    <a:pt x="124497" y="55617"/>
                  </a:lnTo>
                  <a:lnTo>
                    <a:pt x="123951" y="57032"/>
                  </a:lnTo>
                  <a:lnTo>
                    <a:pt x="122573" y="60596"/>
                  </a:lnTo>
                  <a:lnTo>
                    <a:pt x="122515" y="60748"/>
                  </a:lnTo>
                  <a:lnTo>
                    <a:pt x="122392" y="61067"/>
                  </a:lnTo>
                  <a:lnTo>
                    <a:pt x="120508" y="65942"/>
                  </a:lnTo>
                  <a:lnTo>
                    <a:pt x="120347" y="66360"/>
                  </a:lnTo>
                  <a:lnTo>
                    <a:pt x="120191" y="66761"/>
                  </a:lnTo>
                  <a:lnTo>
                    <a:pt x="119018" y="69797"/>
                  </a:lnTo>
                  <a:lnTo>
                    <a:pt x="118153" y="72035"/>
                  </a:lnTo>
                  <a:lnTo>
                    <a:pt x="112711" y="69795"/>
                  </a:lnTo>
                  <a:lnTo>
                    <a:pt x="112549" y="70226"/>
                  </a:lnTo>
                  <a:lnTo>
                    <a:pt x="110980" y="74401"/>
                  </a:lnTo>
                  <a:lnTo>
                    <a:pt x="110751" y="75011"/>
                  </a:lnTo>
                  <a:lnTo>
                    <a:pt x="110624" y="75349"/>
                  </a:lnTo>
                  <a:lnTo>
                    <a:pt x="110103" y="76733"/>
                  </a:lnTo>
                  <a:lnTo>
                    <a:pt x="108267" y="81618"/>
                  </a:lnTo>
                  <a:lnTo>
                    <a:pt x="107884" y="82443"/>
                  </a:lnTo>
                  <a:lnTo>
                    <a:pt x="104756" y="81196"/>
                  </a:lnTo>
                  <a:lnTo>
                    <a:pt x="102419" y="80266"/>
                  </a:lnTo>
                  <a:lnTo>
                    <a:pt x="101720" y="79987"/>
                  </a:lnTo>
                  <a:lnTo>
                    <a:pt x="98979" y="78895"/>
                  </a:lnTo>
                  <a:lnTo>
                    <a:pt x="98573" y="78733"/>
                  </a:lnTo>
                  <a:lnTo>
                    <a:pt x="94743" y="77208"/>
                  </a:lnTo>
                  <a:lnTo>
                    <a:pt x="94159" y="76975"/>
                  </a:lnTo>
                  <a:lnTo>
                    <a:pt x="92718" y="76401"/>
                  </a:lnTo>
                  <a:lnTo>
                    <a:pt x="90685" y="75591"/>
                  </a:lnTo>
                  <a:lnTo>
                    <a:pt x="90352" y="75458"/>
                  </a:lnTo>
                  <a:lnTo>
                    <a:pt x="89905" y="75280"/>
                  </a:lnTo>
                  <a:lnTo>
                    <a:pt x="89773" y="75227"/>
                  </a:lnTo>
                  <a:lnTo>
                    <a:pt x="78461" y="70688"/>
                  </a:lnTo>
                  <a:lnTo>
                    <a:pt x="73163" y="68562"/>
                  </a:lnTo>
                  <a:lnTo>
                    <a:pt x="71873" y="68044"/>
                  </a:lnTo>
                  <a:lnTo>
                    <a:pt x="71368" y="67842"/>
                  </a:lnTo>
                  <a:lnTo>
                    <a:pt x="71057" y="67717"/>
                  </a:lnTo>
                  <a:lnTo>
                    <a:pt x="69631" y="67144"/>
                  </a:lnTo>
                  <a:lnTo>
                    <a:pt x="65750" y="65587"/>
                  </a:lnTo>
                  <a:lnTo>
                    <a:pt x="64324" y="65015"/>
                  </a:lnTo>
                  <a:lnTo>
                    <a:pt x="62605" y="64394"/>
                  </a:lnTo>
                  <a:lnTo>
                    <a:pt x="60856" y="63762"/>
                  </a:lnTo>
                  <a:lnTo>
                    <a:pt x="59091" y="63323"/>
                  </a:lnTo>
                  <a:lnTo>
                    <a:pt x="57335" y="62886"/>
                  </a:lnTo>
                  <a:lnTo>
                    <a:pt x="56202" y="62788"/>
                  </a:lnTo>
                  <a:lnTo>
                    <a:pt x="53917" y="62591"/>
                  </a:lnTo>
                  <a:lnTo>
                    <a:pt x="49754" y="62628"/>
                  </a:lnTo>
                  <a:lnTo>
                    <a:pt x="46717" y="62655"/>
                  </a:lnTo>
                  <a:lnTo>
                    <a:pt x="41469" y="62702"/>
                  </a:lnTo>
                  <a:lnTo>
                    <a:pt x="40713" y="62709"/>
                  </a:lnTo>
                  <a:lnTo>
                    <a:pt x="40312" y="62749"/>
                  </a:lnTo>
                  <a:lnTo>
                    <a:pt x="38010" y="62980"/>
                  </a:lnTo>
                  <a:lnTo>
                    <a:pt x="37770" y="63004"/>
                  </a:lnTo>
                  <a:lnTo>
                    <a:pt x="35253" y="63257"/>
                  </a:lnTo>
                  <a:lnTo>
                    <a:pt x="34429" y="63340"/>
                  </a:lnTo>
                  <a:lnTo>
                    <a:pt x="33869" y="63462"/>
                  </a:lnTo>
                  <a:lnTo>
                    <a:pt x="32586" y="63741"/>
                  </a:lnTo>
                  <a:lnTo>
                    <a:pt x="31282" y="64025"/>
                  </a:lnTo>
                  <a:lnTo>
                    <a:pt x="29750" y="64359"/>
                  </a:lnTo>
                  <a:lnTo>
                    <a:pt x="29052" y="64511"/>
                  </a:lnTo>
                  <a:lnTo>
                    <a:pt x="28818" y="64562"/>
                  </a:lnTo>
                  <a:lnTo>
                    <a:pt x="28552" y="64620"/>
                  </a:lnTo>
                  <a:lnTo>
                    <a:pt x="28353" y="64664"/>
                  </a:lnTo>
                  <a:lnTo>
                    <a:pt x="27736" y="64794"/>
                  </a:lnTo>
                  <a:lnTo>
                    <a:pt x="27484" y="64847"/>
                  </a:lnTo>
                  <a:lnTo>
                    <a:pt x="27138" y="64919"/>
                  </a:lnTo>
                  <a:lnTo>
                    <a:pt x="24778" y="65415"/>
                  </a:lnTo>
                  <a:lnTo>
                    <a:pt x="24469" y="65480"/>
                  </a:lnTo>
                  <a:lnTo>
                    <a:pt x="23338" y="65710"/>
                  </a:lnTo>
                  <a:lnTo>
                    <a:pt x="23015" y="65737"/>
                  </a:lnTo>
                  <a:lnTo>
                    <a:pt x="22653" y="65767"/>
                  </a:lnTo>
                  <a:lnTo>
                    <a:pt x="19306" y="66040"/>
                  </a:lnTo>
                  <a:lnTo>
                    <a:pt x="18479" y="66108"/>
                  </a:lnTo>
                  <a:lnTo>
                    <a:pt x="13712" y="65853"/>
                  </a:lnTo>
                  <a:lnTo>
                    <a:pt x="13469" y="65840"/>
                  </a:lnTo>
                  <a:lnTo>
                    <a:pt x="8740" y="65174"/>
                  </a:lnTo>
                  <a:lnTo>
                    <a:pt x="8533" y="65130"/>
                  </a:lnTo>
                  <a:lnTo>
                    <a:pt x="8178" y="65054"/>
                  </a:lnTo>
                  <a:lnTo>
                    <a:pt x="7904" y="64967"/>
                  </a:lnTo>
                  <a:lnTo>
                    <a:pt x="3288" y="63506"/>
                  </a:lnTo>
                  <a:lnTo>
                    <a:pt x="2309" y="63196"/>
                  </a:lnTo>
                  <a:lnTo>
                    <a:pt x="2035" y="63110"/>
                  </a:lnTo>
                  <a:lnTo>
                    <a:pt x="0" y="62465"/>
                  </a:lnTo>
                  <a:lnTo>
                    <a:pt x="462" y="61366"/>
                  </a:lnTo>
                  <a:lnTo>
                    <a:pt x="959" y="60183"/>
                  </a:lnTo>
                  <a:lnTo>
                    <a:pt x="1943" y="58305"/>
                  </a:lnTo>
                  <a:lnTo>
                    <a:pt x="2325" y="57737"/>
                  </a:lnTo>
                  <a:lnTo>
                    <a:pt x="3197" y="56441"/>
                  </a:lnTo>
                  <a:lnTo>
                    <a:pt x="3896" y="55193"/>
                  </a:lnTo>
                  <a:lnTo>
                    <a:pt x="3991" y="55024"/>
                  </a:lnTo>
                  <a:lnTo>
                    <a:pt x="4177" y="54690"/>
                  </a:lnTo>
                  <a:lnTo>
                    <a:pt x="4691" y="53773"/>
                  </a:lnTo>
                  <a:lnTo>
                    <a:pt x="7795" y="49163"/>
                  </a:lnTo>
                  <a:lnTo>
                    <a:pt x="11466" y="45736"/>
                  </a:lnTo>
                  <a:lnTo>
                    <a:pt x="11702" y="45516"/>
                  </a:lnTo>
                  <a:lnTo>
                    <a:pt x="13738" y="43617"/>
                  </a:lnTo>
                  <a:lnTo>
                    <a:pt x="14108" y="43271"/>
                  </a:lnTo>
                  <a:lnTo>
                    <a:pt x="14381" y="43017"/>
                  </a:lnTo>
                  <a:lnTo>
                    <a:pt x="18350" y="39575"/>
                  </a:lnTo>
                  <a:lnTo>
                    <a:pt x="18660" y="39305"/>
                  </a:lnTo>
                  <a:lnTo>
                    <a:pt x="19180" y="38854"/>
                  </a:lnTo>
                  <a:lnTo>
                    <a:pt x="23936" y="34729"/>
                  </a:lnTo>
                  <a:lnTo>
                    <a:pt x="24216" y="34486"/>
                  </a:lnTo>
                  <a:lnTo>
                    <a:pt x="24699" y="34068"/>
                  </a:lnTo>
                  <a:lnTo>
                    <a:pt x="27030" y="32045"/>
                  </a:lnTo>
                  <a:lnTo>
                    <a:pt x="28076" y="31138"/>
                  </a:lnTo>
                  <a:lnTo>
                    <a:pt x="32878" y="26973"/>
                  </a:lnTo>
                  <a:lnTo>
                    <a:pt x="33400" y="26520"/>
                  </a:lnTo>
                  <a:lnTo>
                    <a:pt x="36001" y="24263"/>
                  </a:lnTo>
                  <a:lnTo>
                    <a:pt x="38951" y="21212"/>
                  </a:lnTo>
                  <a:lnTo>
                    <a:pt x="40093" y="19879"/>
                  </a:lnTo>
                  <a:lnTo>
                    <a:pt x="40571" y="19322"/>
                  </a:lnTo>
                  <a:lnTo>
                    <a:pt x="40885" y="18956"/>
                  </a:lnTo>
                  <a:lnTo>
                    <a:pt x="41859" y="17820"/>
                  </a:lnTo>
                  <a:lnTo>
                    <a:pt x="44071" y="14630"/>
                  </a:lnTo>
                  <a:lnTo>
                    <a:pt x="45064" y="13198"/>
                  </a:lnTo>
                  <a:lnTo>
                    <a:pt x="46836" y="9908"/>
                  </a:lnTo>
                  <a:lnTo>
                    <a:pt x="47583" y="8100"/>
                  </a:lnTo>
                  <a:lnTo>
                    <a:pt x="47751" y="7693"/>
                  </a:lnTo>
                  <a:lnTo>
                    <a:pt x="49150" y="3082"/>
                  </a:lnTo>
                  <a:lnTo>
                    <a:pt x="50154" y="0"/>
                  </a:lnTo>
                  <a:lnTo>
                    <a:pt x="51621" y="364"/>
                  </a:lnTo>
                  <a:lnTo>
                    <a:pt x="52269" y="525"/>
                  </a:lnTo>
                  <a:lnTo>
                    <a:pt x="56324" y="1532"/>
                  </a:lnTo>
                  <a:lnTo>
                    <a:pt x="58243" y="2009"/>
                  </a:lnTo>
                  <a:lnTo>
                    <a:pt x="58934" y="2181"/>
                  </a:lnTo>
                  <a:lnTo>
                    <a:pt x="60597" y="2594"/>
                  </a:lnTo>
                  <a:lnTo>
                    <a:pt x="62046" y="2984"/>
                  </a:lnTo>
                  <a:lnTo>
                    <a:pt x="62294" y="3051"/>
                  </a:lnTo>
                  <a:lnTo>
                    <a:pt x="63282" y="3318"/>
                  </a:lnTo>
                  <a:lnTo>
                    <a:pt x="63526" y="3383"/>
                  </a:lnTo>
                  <a:lnTo>
                    <a:pt x="63846" y="3470"/>
                  </a:lnTo>
                  <a:lnTo>
                    <a:pt x="64456" y="3617"/>
                  </a:lnTo>
                  <a:lnTo>
                    <a:pt x="66781" y="4180"/>
                  </a:lnTo>
                  <a:lnTo>
                    <a:pt x="74324" y="6007"/>
                  </a:lnTo>
                  <a:lnTo>
                    <a:pt x="80912" y="7602"/>
                  </a:lnTo>
                  <a:lnTo>
                    <a:pt x="87532" y="9209"/>
                  </a:lnTo>
                  <a:lnTo>
                    <a:pt x="88002" y="9371"/>
                  </a:lnTo>
                  <a:lnTo>
                    <a:pt x="88354" y="9493"/>
                  </a:lnTo>
                  <a:lnTo>
                    <a:pt x="88622" y="9585"/>
                  </a:lnTo>
                  <a:lnTo>
                    <a:pt x="90157" y="10116"/>
                  </a:lnTo>
                  <a:lnTo>
                    <a:pt x="90573" y="10260"/>
                  </a:lnTo>
                  <a:lnTo>
                    <a:pt x="91033" y="10419"/>
                  </a:lnTo>
                  <a:lnTo>
                    <a:pt x="92535" y="10939"/>
                  </a:lnTo>
                  <a:lnTo>
                    <a:pt x="93006" y="11102"/>
                  </a:lnTo>
                  <a:lnTo>
                    <a:pt x="94255" y="11534"/>
                  </a:lnTo>
                  <a:lnTo>
                    <a:pt x="94649" y="11670"/>
                  </a:lnTo>
                  <a:lnTo>
                    <a:pt x="95135" y="11864"/>
                  </a:lnTo>
                  <a:lnTo>
                    <a:pt x="95267" y="11917"/>
                  </a:lnTo>
                  <a:lnTo>
                    <a:pt x="96193" y="12288"/>
                  </a:lnTo>
                  <a:lnTo>
                    <a:pt x="98223" y="13100"/>
                  </a:lnTo>
                  <a:lnTo>
                    <a:pt x="100811" y="14135"/>
                  </a:lnTo>
                  <a:lnTo>
                    <a:pt x="107299" y="16730"/>
                  </a:lnTo>
                  <a:lnTo>
                    <a:pt x="108677" y="17281"/>
                  </a:lnTo>
                  <a:lnTo>
                    <a:pt x="109411" y="17575"/>
                  </a:lnTo>
                  <a:lnTo>
                    <a:pt x="109638" y="17666"/>
                  </a:lnTo>
                  <a:lnTo>
                    <a:pt x="110823" y="18140"/>
                  </a:lnTo>
                  <a:lnTo>
                    <a:pt x="111310" y="18335"/>
                  </a:lnTo>
                  <a:lnTo>
                    <a:pt x="111598" y="18450"/>
                  </a:lnTo>
                  <a:lnTo>
                    <a:pt x="111733" y="1850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8" name="pg297"/>
            <p:cNvSpPr/>
            <p:nvPr/>
          </p:nvSpPr>
          <p:spPr>
            <a:xfrm>
              <a:off x="3902697" y="2859664"/>
              <a:ext cx="159049" cy="137355"/>
            </a:xfrm>
            <a:custGeom>
              <a:avLst/>
              <a:pathLst>
                <a:path w="159049" h="137355">
                  <a:moveTo>
                    <a:pt x="112878" y="36552"/>
                  </a:moveTo>
                  <a:lnTo>
                    <a:pt x="113208" y="36544"/>
                  </a:lnTo>
                  <a:lnTo>
                    <a:pt x="113569" y="36536"/>
                  </a:lnTo>
                  <a:lnTo>
                    <a:pt x="114028" y="36526"/>
                  </a:lnTo>
                  <a:lnTo>
                    <a:pt x="114457" y="36517"/>
                  </a:lnTo>
                  <a:lnTo>
                    <a:pt x="115048" y="36503"/>
                  </a:lnTo>
                  <a:lnTo>
                    <a:pt x="115337" y="36497"/>
                  </a:lnTo>
                  <a:lnTo>
                    <a:pt x="116045" y="36481"/>
                  </a:lnTo>
                  <a:lnTo>
                    <a:pt x="116830" y="36463"/>
                  </a:lnTo>
                  <a:lnTo>
                    <a:pt x="117065" y="36458"/>
                  </a:lnTo>
                  <a:lnTo>
                    <a:pt x="117667" y="36445"/>
                  </a:lnTo>
                  <a:lnTo>
                    <a:pt x="118558" y="36425"/>
                  </a:lnTo>
                  <a:lnTo>
                    <a:pt x="118696" y="36422"/>
                  </a:lnTo>
                  <a:lnTo>
                    <a:pt x="118852" y="36418"/>
                  </a:lnTo>
                  <a:lnTo>
                    <a:pt x="119544" y="36403"/>
                  </a:lnTo>
                  <a:lnTo>
                    <a:pt x="119988" y="36393"/>
                  </a:lnTo>
                  <a:lnTo>
                    <a:pt x="120235" y="36387"/>
                  </a:lnTo>
                  <a:lnTo>
                    <a:pt x="121142" y="36367"/>
                  </a:lnTo>
                  <a:lnTo>
                    <a:pt x="121292" y="36364"/>
                  </a:lnTo>
                  <a:lnTo>
                    <a:pt x="121901" y="36350"/>
                  </a:lnTo>
                  <a:lnTo>
                    <a:pt x="122546" y="36336"/>
                  </a:lnTo>
                  <a:lnTo>
                    <a:pt x="123105" y="36323"/>
                  </a:lnTo>
                  <a:lnTo>
                    <a:pt x="123839" y="36307"/>
                  </a:lnTo>
                  <a:lnTo>
                    <a:pt x="124221" y="35951"/>
                  </a:lnTo>
                  <a:lnTo>
                    <a:pt x="124266" y="33489"/>
                  </a:lnTo>
                  <a:lnTo>
                    <a:pt x="127626" y="33431"/>
                  </a:lnTo>
                  <a:lnTo>
                    <a:pt x="130809" y="35495"/>
                  </a:lnTo>
                  <a:lnTo>
                    <a:pt x="130809" y="37928"/>
                  </a:lnTo>
                  <a:lnTo>
                    <a:pt x="127851" y="39502"/>
                  </a:lnTo>
                  <a:lnTo>
                    <a:pt x="128269" y="44476"/>
                  </a:lnTo>
                  <a:lnTo>
                    <a:pt x="128328" y="45180"/>
                  </a:lnTo>
                  <a:lnTo>
                    <a:pt x="125704" y="45609"/>
                  </a:lnTo>
                  <a:lnTo>
                    <a:pt x="121773" y="46038"/>
                  </a:lnTo>
                  <a:lnTo>
                    <a:pt x="113013" y="46993"/>
                  </a:lnTo>
                  <a:lnTo>
                    <a:pt x="106095" y="47566"/>
                  </a:lnTo>
                  <a:lnTo>
                    <a:pt x="105331" y="49903"/>
                  </a:lnTo>
                  <a:lnTo>
                    <a:pt x="115160" y="59112"/>
                  </a:lnTo>
                  <a:lnTo>
                    <a:pt x="117637" y="59728"/>
                  </a:lnTo>
                  <a:lnTo>
                    <a:pt x="120861" y="60529"/>
                  </a:lnTo>
                  <a:lnTo>
                    <a:pt x="127996" y="62302"/>
                  </a:lnTo>
                  <a:lnTo>
                    <a:pt x="130380" y="61211"/>
                  </a:lnTo>
                  <a:lnTo>
                    <a:pt x="131510" y="61398"/>
                  </a:lnTo>
                  <a:lnTo>
                    <a:pt x="132659" y="61587"/>
                  </a:lnTo>
                  <a:lnTo>
                    <a:pt x="136632" y="66261"/>
                  </a:lnTo>
                  <a:lnTo>
                    <a:pt x="159049" y="71517"/>
                  </a:lnTo>
                  <a:lnTo>
                    <a:pt x="158332" y="75998"/>
                  </a:lnTo>
                  <a:lnTo>
                    <a:pt x="157857" y="79317"/>
                  </a:lnTo>
                  <a:lnTo>
                    <a:pt x="131735" y="75381"/>
                  </a:lnTo>
                  <a:lnTo>
                    <a:pt x="128743" y="75626"/>
                  </a:lnTo>
                  <a:lnTo>
                    <a:pt x="129708" y="79437"/>
                  </a:lnTo>
                  <a:lnTo>
                    <a:pt x="140681" y="80630"/>
                  </a:lnTo>
                  <a:lnTo>
                    <a:pt x="147241" y="88860"/>
                  </a:lnTo>
                  <a:lnTo>
                    <a:pt x="154353" y="88541"/>
                  </a:lnTo>
                  <a:lnTo>
                    <a:pt x="155157" y="99176"/>
                  </a:lnTo>
                  <a:lnTo>
                    <a:pt x="149054" y="99849"/>
                  </a:lnTo>
                  <a:lnTo>
                    <a:pt x="145481" y="102337"/>
                  </a:lnTo>
                  <a:lnTo>
                    <a:pt x="141226" y="104067"/>
                  </a:lnTo>
                  <a:lnTo>
                    <a:pt x="136768" y="106469"/>
                  </a:lnTo>
                  <a:lnTo>
                    <a:pt x="135502" y="106458"/>
                  </a:lnTo>
                  <a:lnTo>
                    <a:pt x="133643" y="106442"/>
                  </a:lnTo>
                  <a:lnTo>
                    <a:pt x="132820" y="108450"/>
                  </a:lnTo>
                  <a:lnTo>
                    <a:pt x="131777" y="110687"/>
                  </a:lnTo>
                  <a:lnTo>
                    <a:pt x="125501" y="115677"/>
                  </a:lnTo>
                  <a:lnTo>
                    <a:pt x="124334" y="118922"/>
                  </a:lnTo>
                  <a:lnTo>
                    <a:pt x="130657" y="120839"/>
                  </a:lnTo>
                  <a:lnTo>
                    <a:pt x="136189" y="122516"/>
                  </a:lnTo>
                  <a:lnTo>
                    <a:pt x="140363" y="124603"/>
                  </a:lnTo>
                  <a:lnTo>
                    <a:pt x="140455" y="137355"/>
                  </a:lnTo>
                  <a:lnTo>
                    <a:pt x="135397" y="134977"/>
                  </a:lnTo>
                  <a:lnTo>
                    <a:pt x="131997" y="132472"/>
                  </a:lnTo>
                  <a:lnTo>
                    <a:pt x="128479" y="128118"/>
                  </a:lnTo>
                  <a:lnTo>
                    <a:pt x="126093" y="126508"/>
                  </a:lnTo>
                  <a:lnTo>
                    <a:pt x="122276" y="124421"/>
                  </a:lnTo>
                  <a:lnTo>
                    <a:pt x="118221" y="120783"/>
                  </a:lnTo>
                  <a:lnTo>
                    <a:pt x="115119" y="117980"/>
                  </a:lnTo>
                  <a:lnTo>
                    <a:pt x="111780" y="115892"/>
                  </a:lnTo>
                  <a:lnTo>
                    <a:pt x="110427" y="116625"/>
                  </a:lnTo>
                  <a:lnTo>
                    <a:pt x="109041" y="117375"/>
                  </a:lnTo>
                  <a:lnTo>
                    <a:pt x="108716" y="117342"/>
                  </a:lnTo>
                  <a:lnTo>
                    <a:pt x="106545" y="117119"/>
                  </a:lnTo>
                  <a:lnTo>
                    <a:pt x="105892" y="117044"/>
                  </a:lnTo>
                  <a:lnTo>
                    <a:pt x="105617" y="116237"/>
                  </a:lnTo>
                  <a:lnTo>
                    <a:pt x="105522" y="115956"/>
                  </a:lnTo>
                  <a:lnTo>
                    <a:pt x="105444" y="115682"/>
                  </a:lnTo>
                  <a:lnTo>
                    <a:pt x="104338" y="111798"/>
                  </a:lnTo>
                  <a:lnTo>
                    <a:pt x="102951" y="108026"/>
                  </a:lnTo>
                  <a:lnTo>
                    <a:pt x="102780" y="107567"/>
                  </a:lnTo>
                  <a:lnTo>
                    <a:pt x="101415" y="103907"/>
                  </a:lnTo>
                  <a:lnTo>
                    <a:pt x="101179" y="103205"/>
                  </a:lnTo>
                  <a:lnTo>
                    <a:pt x="100648" y="101632"/>
                  </a:lnTo>
                  <a:lnTo>
                    <a:pt x="99521" y="102433"/>
                  </a:lnTo>
                  <a:lnTo>
                    <a:pt x="96560" y="104541"/>
                  </a:lnTo>
                  <a:lnTo>
                    <a:pt x="96215" y="105668"/>
                  </a:lnTo>
                  <a:lnTo>
                    <a:pt x="95856" y="106840"/>
                  </a:lnTo>
                  <a:lnTo>
                    <a:pt x="95749" y="107189"/>
                  </a:lnTo>
                  <a:lnTo>
                    <a:pt x="93578" y="109479"/>
                  </a:lnTo>
                  <a:lnTo>
                    <a:pt x="93408" y="109500"/>
                  </a:lnTo>
                  <a:lnTo>
                    <a:pt x="88051" y="110153"/>
                  </a:lnTo>
                  <a:lnTo>
                    <a:pt x="87838" y="110179"/>
                  </a:lnTo>
                  <a:lnTo>
                    <a:pt x="87091" y="110270"/>
                  </a:lnTo>
                  <a:lnTo>
                    <a:pt x="85121" y="112253"/>
                  </a:lnTo>
                  <a:lnTo>
                    <a:pt x="83084" y="113430"/>
                  </a:lnTo>
                  <a:lnTo>
                    <a:pt x="81059" y="114600"/>
                  </a:lnTo>
                  <a:lnTo>
                    <a:pt x="80218" y="115003"/>
                  </a:lnTo>
                  <a:lnTo>
                    <a:pt x="79707" y="115247"/>
                  </a:lnTo>
                  <a:lnTo>
                    <a:pt x="78272" y="115935"/>
                  </a:lnTo>
                  <a:lnTo>
                    <a:pt x="77813" y="116155"/>
                  </a:lnTo>
                  <a:lnTo>
                    <a:pt x="77472" y="116313"/>
                  </a:lnTo>
                  <a:lnTo>
                    <a:pt x="73637" y="115720"/>
                  </a:lnTo>
                  <a:lnTo>
                    <a:pt x="72388" y="115527"/>
                  </a:lnTo>
                  <a:lnTo>
                    <a:pt x="70660" y="115261"/>
                  </a:lnTo>
                  <a:lnTo>
                    <a:pt x="68820" y="115080"/>
                  </a:lnTo>
                  <a:lnTo>
                    <a:pt x="68518" y="115051"/>
                  </a:lnTo>
                  <a:lnTo>
                    <a:pt x="67181" y="114919"/>
                  </a:lnTo>
                  <a:lnTo>
                    <a:pt x="66722" y="114874"/>
                  </a:lnTo>
                  <a:lnTo>
                    <a:pt x="63342" y="114542"/>
                  </a:lnTo>
                  <a:lnTo>
                    <a:pt x="63351" y="112762"/>
                  </a:lnTo>
                  <a:lnTo>
                    <a:pt x="61020" y="110452"/>
                  </a:lnTo>
                  <a:lnTo>
                    <a:pt x="60250" y="106586"/>
                  </a:lnTo>
                  <a:lnTo>
                    <a:pt x="59683" y="103743"/>
                  </a:lnTo>
                  <a:lnTo>
                    <a:pt x="58620" y="98405"/>
                  </a:lnTo>
                  <a:lnTo>
                    <a:pt x="56024" y="98635"/>
                  </a:lnTo>
                  <a:lnTo>
                    <a:pt x="55999" y="97906"/>
                  </a:lnTo>
                  <a:lnTo>
                    <a:pt x="55974" y="97147"/>
                  </a:lnTo>
                  <a:lnTo>
                    <a:pt x="55960" y="96734"/>
                  </a:lnTo>
                  <a:lnTo>
                    <a:pt x="55949" y="96421"/>
                  </a:lnTo>
                  <a:lnTo>
                    <a:pt x="54606" y="95968"/>
                  </a:lnTo>
                  <a:lnTo>
                    <a:pt x="54022" y="95771"/>
                  </a:lnTo>
                  <a:lnTo>
                    <a:pt x="53206" y="95496"/>
                  </a:lnTo>
                  <a:lnTo>
                    <a:pt x="53218" y="95258"/>
                  </a:lnTo>
                  <a:lnTo>
                    <a:pt x="53273" y="94158"/>
                  </a:lnTo>
                  <a:lnTo>
                    <a:pt x="53305" y="93521"/>
                  </a:lnTo>
                  <a:lnTo>
                    <a:pt x="49968" y="92521"/>
                  </a:lnTo>
                  <a:lnTo>
                    <a:pt x="49877" y="93332"/>
                  </a:lnTo>
                  <a:lnTo>
                    <a:pt x="49846" y="93609"/>
                  </a:lnTo>
                  <a:lnTo>
                    <a:pt x="49817" y="93872"/>
                  </a:lnTo>
                  <a:lnTo>
                    <a:pt x="49748" y="94489"/>
                  </a:lnTo>
                  <a:lnTo>
                    <a:pt x="49673" y="95154"/>
                  </a:lnTo>
                  <a:lnTo>
                    <a:pt x="49257" y="97134"/>
                  </a:lnTo>
                  <a:lnTo>
                    <a:pt x="49132" y="97734"/>
                  </a:lnTo>
                  <a:lnTo>
                    <a:pt x="48973" y="98725"/>
                  </a:lnTo>
                  <a:lnTo>
                    <a:pt x="48912" y="99108"/>
                  </a:lnTo>
                  <a:lnTo>
                    <a:pt x="48859" y="99438"/>
                  </a:lnTo>
                  <a:lnTo>
                    <a:pt x="48793" y="99854"/>
                  </a:lnTo>
                  <a:lnTo>
                    <a:pt x="48743" y="100164"/>
                  </a:lnTo>
                  <a:lnTo>
                    <a:pt x="48299" y="102946"/>
                  </a:lnTo>
                  <a:lnTo>
                    <a:pt x="48196" y="103596"/>
                  </a:lnTo>
                  <a:lnTo>
                    <a:pt x="48048" y="104524"/>
                  </a:lnTo>
                  <a:lnTo>
                    <a:pt x="47907" y="105403"/>
                  </a:lnTo>
                  <a:lnTo>
                    <a:pt x="47841" y="105816"/>
                  </a:lnTo>
                  <a:lnTo>
                    <a:pt x="47512" y="105746"/>
                  </a:lnTo>
                  <a:lnTo>
                    <a:pt x="46876" y="105632"/>
                  </a:lnTo>
                  <a:lnTo>
                    <a:pt x="45747" y="105431"/>
                  </a:lnTo>
                  <a:lnTo>
                    <a:pt x="45281" y="105348"/>
                  </a:lnTo>
                  <a:lnTo>
                    <a:pt x="44912" y="105282"/>
                  </a:lnTo>
                  <a:lnTo>
                    <a:pt x="43447" y="105021"/>
                  </a:lnTo>
                  <a:lnTo>
                    <a:pt x="41477" y="104806"/>
                  </a:lnTo>
                  <a:lnTo>
                    <a:pt x="40950" y="104822"/>
                  </a:lnTo>
                  <a:lnTo>
                    <a:pt x="40399" y="104840"/>
                  </a:lnTo>
                  <a:lnTo>
                    <a:pt x="40096" y="104849"/>
                  </a:lnTo>
                  <a:lnTo>
                    <a:pt x="39693" y="104327"/>
                  </a:lnTo>
                  <a:lnTo>
                    <a:pt x="39347" y="103415"/>
                  </a:lnTo>
                  <a:lnTo>
                    <a:pt x="39275" y="103226"/>
                  </a:lnTo>
                  <a:lnTo>
                    <a:pt x="39093" y="102744"/>
                  </a:lnTo>
                  <a:lnTo>
                    <a:pt x="36520" y="102513"/>
                  </a:lnTo>
                  <a:lnTo>
                    <a:pt x="36493" y="102809"/>
                  </a:lnTo>
                  <a:lnTo>
                    <a:pt x="36444" y="103356"/>
                  </a:lnTo>
                  <a:lnTo>
                    <a:pt x="36426" y="103550"/>
                  </a:lnTo>
                  <a:lnTo>
                    <a:pt x="36358" y="104301"/>
                  </a:lnTo>
                  <a:lnTo>
                    <a:pt x="36332" y="104583"/>
                  </a:lnTo>
                  <a:lnTo>
                    <a:pt x="36300" y="104941"/>
                  </a:lnTo>
                  <a:lnTo>
                    <a:pt x="27138" y="103182"/>
                  </a:lnTo>
                  <a:lnTo>
                    <a:pt x="26452" y="103051"/>
                  </a:lnTo>
                  <a:lnTo>
                    <a:pt x="26430" y="103783"/>
                  </a:lnTo>
                  <a:lnTo>
                    <a:pt x="26438" y="104006"/>
                  </a:lnTo>
                  <a:lnTo>
                    <a:pt x="26450" y="104319"/>
                  </a:lnTo>
                  <a:lnTo>
                    <a:pt x="26036" y="104328"/>
                  </a:lnTo>
                  <a:lnTo>
                    <a:pt x="19702" y="104470"/>
                  </a:lnTo>
                  <a:lnTo>
                    <a:pt x="19448" y="104476"/>
                  </a:lnTo>
                  <a:lnTo>
                    <a:pt x="19287" y="104480"/>
                  </a:lnTo>
                  <a:lnTo>
                    <a:pt x="15090" y="104574"/>
                  </a:lnTo>
                  <a:lnTo>
                    <a:pt x="12493" y="104632"/>
                  </a:lnTo>
                  <a:lnTo>
                    <a:pt x="7135" y="104752"/>
                  </a:lnTo>
                  <a:lnTo>
                    <a:pt x="6889" y="104757"/>
                  </a:lnTo>
                  <a:lnTo>
                    <a:pt x="6574" y="104765"/>
                  </a:lnTo>
                  <a:lnTo>
                    <a:pt x="6438" y="104768"/>
                  </a:lnTo>
                  <a:lnTo>
                    <a:pt x="1178" y="104885"/>
                  </a:lnTo>
                  <a:lnTo>
                    <a:pt x="876" y="104892"/>
                  </a:lnTo>
                  <a:lnTo>
                    <a:pt x="407" y="90865"/>
                  </a:lnTo>
                  <a:lnTo>
                    <a:pt x="29" y="79540"/>
                  </a:lnTo>
                  <a:lnTo>
                    <a:pt x="0" y="78667"/>
                  </a:lnTo>
                  <a:lnTo>
                    <a:pt x="2741" y="79759"/>
                  </a:lnTo>
                  <a:lnTo>
                    <a:pt x="3439" y="80037"/>
                  </a:lnTo>
                  <a:lnTo>
                    <a:pt x="5776" y="80968"/>
                  </a:lnTo>
                  <a:lnTo>
                    <a:pt x="8976" y="82219"/>
                  </a:lnTo>
                  <a:lnTo>
                    <a:pt x="9288" y="81390"/>
                  </a:lnTo>
                  <a:lnTo>
                    <a:pt x="11124" y="76505"/>
                  </a:lnTo>
                  <a:lnTo>
                    <a:pt x="11644" y="75120"/>
                  </a:lnTo>
                  <a:lnTo>
                    <a:pt x="11771" y="74782"/>
                  </a:lnTo>
                  <a:lnTo>
                    <a:pt x="12001" y="74172"/>
                  </a:lnTo>
                  <a:lnTo>
                    <a:pt x="13570" y="69998"/>
                  </a:lnTo>
                  <a:lnTo>
                    <a:pt x="13732" y="69567"/>
                  </a:lnTo>
                  <a:lnTo>
                    <a:pt x="19180" y="71790"/>
                  </a:lnTo>
                  <a:lnTo>
                    <a:pt x="20039" y="69568"/>
                  </a:lnTo>
                  <a:lnTo>
                    <a:pt x="21212" y="66533"/>
                  </a:lnTo>
                  <a:lnTo>
                    <a:pt x="21367" y="66131"/>
                  </a:lnTo>
                  <a:lnTo>
                    <a:pt x="21528" y="65713"/>
                  </a:lnTo>
                  <a:lnTo>
                    <a:pt x="23444" y="60755"/>
                  </a:lnTo>
                  <a:lnTo>
                    <a:pt x="23535" y="60520"/>
                  </a:lnTo>
                  <a:lnTo>
                    <a:pt x="23623" y="60292"/>
                  </a:lnTo>
                  <a:lnTo>
                    <a:pt x="24971" y="56804"/>
                  </a:lnTo>
                  <a:lnTo>
                    <a:pt x="25518" y="55389"/>
                  </a:lnTo>
                  <a:lnTo>
                    <a:pt x="25573" y="55246"/>
                  </a:lnTo>
                  <a:lnTo>
                    <a:pt x="25624" y="55115"/>
                  </a:lnTo>
                  <a:lnTo>
                    <a:pt x="25732" y="54835"/>
                  </a:lnTo>
                  <a:lnTo>
                    <a:pt x="26283" y="53410"/>
                  </a:lnTo>
                  <a:lnTo>
                    <a:pt x="27697" y="49869"/>
                  </a:lnTo>
                  <a:lnTo>
                    <a:pt x="27854" y="49932"/>
                  </a:lnTo>
                  <a:lnTo>
                    <a:pt x="38445" y="54152"/>
                  </a:lnTo>
                  <a:lnTo>
                    <a:pt x="40282" y="54819"/>
                  </a:lnTo>
                  <a:lnTo>
                    <a:pt x="44298" y="51531"/>
                  </a:lnTo>
                  <a:lnTo>
                    <a:pt x="49127" y="48505"/>
                  </a:lnTo>
                  <a:lnTo>
                    <a:pt x="49850" y="48130"/>
                  </a:lnTo>
                  <a:lnTo>
                    <a:pt x="54685" y="45625"/>
                  </a:lnTo>
                  <a:lnTo>
                    <a:pt x="55212" y="45352"/>
                  </a:lnTo>
                  <a:lnTo>
                    <a:pt x="55554" y="45176"/>
                  </a:lnTo>
                  <a:lnTo>
                    <a:pt x="50086" y="35767"/>
                  </a:lnTo>
                  <a:lnTo>
                    <a:pt x="49713" y="35131"/>
                  </a:lnTo>
                  <a:lnTo>
                    <a:pt x="49628" y="34987"/>
                  </a:lnTo>
                  <a:lnTo>
                    <a:pt x="49541" y="34837"/>
                  </a:lnTo>
                  <a:lnTo>
                    <a:pt x="45617" y="28139"/>
                  </a:lnTo>
                  <a:lnTo>
                    <a:pt x="45466" y="27308"/>
                  </a:lnTo>
                  <a:lnTo>
                    <a:pt x="45270" y="26234"/>
                  </a:lnTo>
                  <a:lnTo>
                    <a:pt x="45147" y="25559"/>
                  </a:lnTo>
                  <a:lnTo>
                    <a:pt x="44743" y="23337"/>
                  </a:lnTo>
                  <a:lnTo>
                    <a:pt x="44403" y="21471"/>
                  </a:lnTo>
                  <a:lnTo>
                    <a:pt x="44492" y="20188"/>
                  </a:lnTo>
                  <a:lnTo>
                    <a:pt x="45081" y="18226"/>
                  </a:lnTo>
                  <a:lnTo>
                    <a:pt x="49917" y="14977"/>
                  </a:lnTo>
                  <a:lnTo>
                    <a:pt x="50592" y="14524"/>
                  </a:lnTo>
                  <a:lnTo>
                    <a:pt x="50882" y="14328"/>
                  </a:lnTo>
                  <a:lnTo>
                    <a:pt x="55477" y="11242"/>
                  </a:lnTo>
                  <a:lnTo>
                    <a:pt x="55945" y="10928"/>
                  </a:lnTo>
                  <a:lnTo>
                    <a:pt x="58150" y="9446"/>
                  </a:lnTo>
                  <a:lnTo>
                    <a:pt x="63701" y="5717"/>
                  </a:lnTo>
                  <a:lnTo>
                    <a:pt x="72280" y="0"/>
                  </a:lnTo>
                  <a:lnTo>
                    <a:pt x="75989" y="3997"/>
                  </a:lnTo>
                  <a:lnTo>
                    <a:pt x="82457" y="10827"/>
                  </a:lnTo>
                  <a:lnTo>
                    <a:pt x="90729" y="14915"/>
                  </a:lnTo>
                  <a:lnTo>
                    <a:pt x="91930" y="15508"/>
                  </a:lnTo>
                  <a:lnTo>
                    <a:pt x="92431" y="15756"/>
                  </a:lnTo>
                  <a:lnTo>
                    <a:pt x="92548" y="15901"/>
                  </a:lnTo>
                  <a:lnTo>
                    <a:pt x="91496" y="17473"/>
                  </a:lnTo>
                  <a:lnTo>
                    <a:pt x="91213" y="17896"/>
                  </a:lnTo>
                  <a:lnTo>
                    <a:pt x="91114" y="18044"/>
                  </a:lnTo>
                  <a:lnTo>
                    <a:pt x="90973" y="18254"/>
                  </a:lnTo>
                  <a:lnTo>
                    <a:pt x="90761" y="18711"/>
                  </a:lnTo>
                  <a:lnTo>
                    <a:pt x="90681" y="18882"/>
                  </a:lnTo>
                  <a:lnTo>
                    <a:pt x="90529" y="19353"/>
                  </a:lnTo>
                  <a:lnTo>
                    <a:pt x="90925" y="19622"/>
                  </a:lnTo>
                  <a:lnTo>
                    <a:pt x="94189" y="21843"/>
                  </a:lnTo>
                  <a:lnTo>
                    <a:pt x="96353" y="23314"/>
                  </a:lnTo>
                  <a:lnTo>
                    <a:pt x="96561" y="23456"/>
                  </a:lnTo>
                  <a:lnTo>
                    <a:pt x="97457" y="24052"/>
                  </a:lnTo>
                  <a:lnTo>
                    <a:pt x="97633" y="24169"/>
                  </a:lnTo>
                  <a:lnTo>
                    <a:pt x="97779" y="24266"/>
                  </a:lnTo>
                  <a:lnTo>
                    <a:pt x="98025" y="24430"/>
                  </a:lnTo>
                  <a:lnTo>
                    <a:pt x="98297" y="24611"/>
                  </a:lnTo>
                  <a:lnTo>
                    <a:pt x="98694" y="24875"/>
                  </a:lnTo>
                  <a:lnTo>
                    <a:pt x="98881" y="25000"/>
                  </a:lnTo>
                  <a:lnTo>
                    <a:pt x="99155" y="25181"/>
                  </a:lnTo>
                  <a:lnTo>
                    <a:pt x="99472" y="25392"/>
                  </a:lnTo>
                  <a:lnTo>
                    <a:pt x="99645" y="25508"/>
                  </a:lnTo>
                  <a:lnTo>
                    <a:pt x="99787" y="25602"/>
                  </a:lnTo>
                  <a:lnTo>
                    <a:pt x="100150" y="25843"/>
                  </a:lnTo>
                  <a:lnTo>
                    <a:pt x="100480" y="26063"/>
                  </a:lnTo>
                  <a:lnTo>
                    <a:pt x="100678" y="26195"/>
                  </a:lnTo>
                  <a:lnTo>
                    <a:pt x="101110" y="26482"/>
                  </a:lnTo>
                  <a:lnTo>
                    <a:pt x="101492" y="26737"/>
                  </a:lnTo>
                  <a:lnTo>
                    <a:pt x="101669" y="26857"/>
                  </a:lnTo>
                  <a:lnTo>
                    <a:pt x="101959" y="27055"/>
                  </a:lnTo>
                  <a:lnTo>
                    <a:pt x="102904" y="27697"/>
                  </a:lnTo>
                  <a:lnTo>
                    <a:pt x="103114" y="27840"/>
                  </a:lnTo>
                  <a:lnTo>
                    <a:pt x="104888" y="29047"/>
                  </a:lnTo>
                  <a:lnTo>
                    <a:pt x="106983" y="30472"/>
                  </a:lnTo>
                  <a:lnTo>
                    <a:pt x="107772" y="31298"/>
                  </a:lnTo>
                  <a:lnTo>
                    <a:pt x="111213" y="3490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299" name="pg298"/>
            <p:cNvSpPr/>
            <p:nvPr/>
          </p:nvSpPr>
          <p:spPr>
            <a:xfrm>
              <a:off x="3929125" y="2952185"/>
              <a:ext cx="87405" cy="55790"/>
            </a:xfrm>
            <a:custGeom>
              <a:avLst/>
              <a:pathLst>
                <a:path w="87405" h="55790">
                  <a:moveTo>
                    <a:pt x="29571" y="5385"/>
                  </a:moveTo>
                  <a:lnTo>
                    <a:pt x="29596" y="6114"/>
                  </a:lnTo>
                  <a:lnTo>
                    <a:pt x="32191" y="5884"/>
                  </a:lnTo>
                  <a:lnTo>
                    <a:pt x="33255" y="11222"/>
                  </a:lnTo>
                  <a:lnTo>
                    <a:pt x="33821" y="14065"/>
                  </a:lnTo>
                  <a:lnTo>
                    <a:pt x="34592" y="17931"/>
                  </a:lnTo>
                  <a:lnTo>
                    <a:pt x="36923" y="20241"/>
                  </a:lnTo>
                  <a:lnTo>
                    <a:pt x="36914" y="22021"/>
                  </a:lnTo>
                  <a:lnTo>
                    <a:pt x="40294" y="22353"/>
                  </a:lnTo>
                  <a:lnTo>
                    <a:pt x="40753" y="22398"/>
                  </a:lnTo>
                  <a:lnTo>
                    <a:pt x="42089" y="22530"/>
                  </a:lnTo>
                  <a:lnTo>
                    <a:pt x="42392" y="22559"/>
                  </a:lnTo>
                  <a:lnTo>
                    <a:pt x="44251" y="22742"/>
                  </a:lnTo>
                  <a:lnTo>
                    <a:pt x="45960" y="23006"/>
                  </a:lnTo>
                  <a:lnTo>
                    <a:pt x="47209" y="23199"/>
                  </a:lnTo>
                  <a:lnTo>
                    <a:pt x="51053" y="23793"/>
                  </a:lnTo>
                  <a:lnTo>
                    <a:pt x="51384" y="23634"/>
                  </a:lnTo>
                  <a:lnTo>
                    <a:pt x="51872" y="23401"/>
                  </a:lnTo>
                  <a:lnTo>
                    <a:pt x="53279" y="22726"/>
                  </a:lnTo>
                  <a:lnTo>
                    <a:pt x="53789" y="22482"/>
                  </a:lnTo>
                  <a:lnTo>
                    <a:pt x="54631" y="22079"/>
                  </a:lnTo>
                  <a:lnTo>
                    <a:pt x="56656" y="20909"/>
                  </a:lnTo>
                  <a:lnTo>
                    <a:pt x="58693" y="19732"/>
                  </a:lnTo>
                  <a:lnTo>
                    <a:pt x="60663" y="17748"/>
                  </a:lnTo>
                  <a:lnTo>
                    <a:pt x="61410" y="17658"/>
                  </a:lnTo>
                  <a:lnTo>
                    <a:pt x="61752" y="17616"/>
                  </a:lnTo>
                  <a:lnTo>
                    <a:pt x="66980" y="16979"/>
                  </a:lnTo>
                  <a:lnTo>
                    <a:pt x="67150" y="16958"/>
                  </a:lnTo>
                  <a:lnTo>
                    <a:pt x="69321" y="14668"/>
                  </a:lnTo>
                  <a:lnTo>
                    <a:pt x="69428" y="14319"/>
                  </a:lnTo>
                  <a:lnTo>
                    <a:pt x="69786" y="13147"/>
                  </a:lnTo>
                  <a:lnTo>
                    <a:pt x="70132" y="12020"/>
                  </a:lnTo>
                  <a:lnTo>
                    <a:pt x="73093" y="9912"/>
                  </a:lnTo>
                  <a:lnTo>
                    <a:pt x="74220" y="9110"/>
                  </a:lnTo>
                  <a:lnTo>
                    <a:pt x="74751" y="10684"/>
                  </a:lnTo>
                  <a:lnTo>
                    <a:pt x="74987" y="11386"/>
                  </a:lnTo>
                  <a:lnTo>
                    <a:pt x="76352" y="15047"/>
                  </a:lnTo>
                  <a:lnTo>
                    <a:pt x="76523" y="15505"/>
                  </a:lnTo>
                  <a:lnTo>
                    <a:pt x="77910" y="19277"/>
                  </a:lnTo>
                  <a:lnTo>
                    <a:pt x="79016" y="23161"/>
                  </a:lnTo>
                  <a:lnTo>
                    <a:pt x="79093" y="23435"/>
                  </a:lnTo>
                  <a:lnTo>
                    <a:pt x="79189" y="23716"/>
                  </a:lnTo>
                  <a:lnTo>
                    <a:pt x="79467" y="24531"/>
                  </a:lnTo>
                  <a:lnTo>
                    <a:pt x="80117" y="24598"/>
                  </a:lnTo>
                  <a:lnTo>
                    <a:pt x="82359" y="24828"/>
                  </a:lnTo>
                  <a:lnTo>
                    <a:pt x="82613" y="24854"/>
                  </a:lnTo>
                  <a:lnTo>
                    <a:pt x="82730" y="25147"/>
                  </a:lnTo>
                  <a:lnTo>
                    <a:pt x="82865" y="25483"/>
                  </a:lnTo>
                  <a:lnTo>
                    <a:pt x="82997" y="25815"/>
                  </a:lnTo>
                  <a:lnTo>
                    <a:pt x="83433" y="26903"/>
                  </a:lnTo>
                  <a:lnTo>
                    <a:pt x="83700" y="27570"/>
                  </a:lnTo>
                  <a:lnTo>
                    <a:pt x="78237" y="29545"/>
                  </a:lnTo>
                  <a:lnTo>
                    <a:pt x="72646" y="31335"/>
                  </a:lnTo>
                  <a:lnTo>
                    <a:pt x="69783" y="32453"/>
                  </a:lnTo>
                  <a:lnTo>
                    <a:pt x="66455" y="36146"/>
                  </a:lnTo>
                  <a:lnTo>
                    <a:pt x="72236" y="40386"/>
                  </a:lnTo>
                  <a:lnTo>
                    <a:pt x="72108" y="44754"/>
                  </a:lnTo>
                  <a:lnTo>
                    <a:pt x="80751" y="46311"/>
                  </a:lnTo>
                  <a:lnTo>
                    <a:pt x="81837" y="43865"/>
                  </a:lnTo>
                  <a:lnTo>
                    <a:pt x="82186" y="43080"/>
                  </a:lnTo>
                  <a:lnTo>
                    <a:pt x="85567" y="43811"/>
                  </a:lnTo>
                  <a:lnTo>
                    <a:pt x="86137" y="45040"/>
                  </a:lnTo>
                  <a:lnTo>
                    <a:pt x="87405" y="47773"/>
                  </a:lnTo>
                  <a:lnTo>
                    <a:pt x="87270" y="47761"/>
                  </a:lnTo>
                  <a:lnTo>
                    <a:pt x="87089" y="47747"/>
                  </a:lnTo>
                  <a:lnTo>
                    <a:pt x="86561" y="47686"/>
                  </a:lnTo>
                  <a:lnTo>
                    <a:pt x="84474" y="47447"/>
                  </a:lnTo>
                  <a:lnTo>
                    <a:pt x="84294" y="47426"/>
                  </a:lnTo>
                  <a:lnTo>
                    <a:pt x="84234" y="47575"/>
                  </a:lnTo>
                  <a:lnTo>
                    <a:pt x="83764" y="48737"/>
                  </a:lnTo>
                  <a:lnTo>
                    <a:pt x="83559" y="49244"/>
                  </a:lnTo>
                  <a:lnTo>
                    <a:pt x="83259" y="49984"/>
                  </a:lnTo>
                  <a:lnTo>
                    <a:pt x="83082" y="50423"/>
                  </a:lnTo>
                  <a:lnTo>
                    <a:pt x="83351" y="50445"/>
                  </a:lnTo>
                  <a:lnTo>
                    <a:pt x="83575" y="50463"/>
                  </a:lnTo>
                  <a:lnTo>
                    <a:pt x="85065" y="50446"/>
                  </a:lnTo>
                  <a:lnTo>
                    <a:pt x="85197" y="51195"/>
                  </a:lnTo>
                  <a:lnTo>
                    <a:pt x="85224" y="51345"/>
                  </a:lnTo>
                  <a:lnTo>
                    <a:pt x="85334" y="51969"/>
                  </a:lnTo>
                  <a:lnTo>
                    <a:pt x="84790" y="52011"/>
                  </a:lnTo>
                  <a:lnTo>
                    <a:pt x="84460" y="52096"/>
                  </a:lnTo>
                  <a:lnTo>
                    <a:pt x="83938" y="52229"/>
                  </a:lnTo>
                  <a:lnTo>
                    <a:pt x="83661" y="52300"/>
                  </a:lnTo>
                  <a:lnTo>
                    <a:pt x="83137" y="52434"/>
                  </a:lnTo>
                  <a:lnTo>
                    <a:pt x="80125" y="53405"/>
                  </a:lnTo>
                  <a:lnTo>
                    <a:pt x="79861" y="52853"/>
                  </a:lnTo>
                  <a:lnTo>
                    <a:pt x="79565" y="52237"/>
                  </a:lnTo>
                  <a:lnTo>
                    <a:pt x="78503" y="51808"/>
                  </a:lnTo>
                  <a:lnTo>
                    <a:pt x="73887" y="51343"/>
                  </a:lnTo>
                  <a:lnTo>
                    <a:pt x="71060" y="51522"/>
                  </a:lnTo>
                  <a:lnTo>
                    <a:pt x="68409" y="52467"/>
                  </a:lnTo>
                  <a:lnTo>
                    <a:pt x="67627" y="50394"/>
                  </a:lnTo>
                  <a:lnTo>
                    <a:pt x="67397" y="49783"/>
                  </a:lnTo>
                  <a:lnTo>
                    <a:pt x="67289" y="49496"/>
                  </a:lnTo>
                  <a:lnTo>
                    <a:pt x="67071" y="48920"/>
                  </a:lnTo>
                  <a:lnTo>
                    <a:pt x="66655" y="49123"/>
                  </a:lnTo>
                  <a:lnTo>
                    <a:pt x="66095" y="49397"/>
                  </a:lnTo>
                  <a:lnTo>
                    <a:pt x="62245" y="51277"/>
                  </a:lnTo>
                  <a:lnTo>
                    <a:pt x="62013" y="51390"/>
                  </a:lnTo>
                  <a:lnTo>
                    <a:pt x="60645" y="52059"/>
                  </a:lnTo>
                  <a:lnTo>
                    <a:pt x="60213" y="52270"/>
                  </a:lnTo>
                  <a:lnTo>
                    <a:pt x="59991" y="52378"/>
                  </a:lnTo>
                  <a:lnTo>
                    <a:pt x="59545" y="52570"/>
                  </a:lnTo>
                  <a:lnTo>
                    <a:pt x="57350" y="53512"/>
                  </a:lnTo>
                  <a:lnTo>
                    <a:pt x="56150" y="54028"/>
                  </a:lnTo>
                  <a:lnTo>
                    <a:pt x="55694" y="54223"/>
                  </a:lnTo>
                  <a:lnTo>
                    <a:pt x="53232" y="55281"/>
                  </a:lnTo>
                  <a:lnTo>
                    <a:pt x="52074" y="55778"/>
                  </a:lnTo>
                  <a:lnTo>
                    <a:pt x="51971" y="55553"/>
                  </a:lnTo>
                  <a:lnTo>
                    <a:pt x="51540" y="54557"/>
                  </a:lnTo>
                  <a:lnTo>
                    <a:pt x="51105" y="53550"/>
                  </a:lnTo>
                  <a:lnTo>
                    <a:pt x="49962" y="50907"/>
                  </a:lnTo>
                  <a:lnTo>
                    <a:pt x="48883" y="48412"/>
                  </a:lnTo>
                  <a:lnTo>
                    <a:pt x="48742" y="48084"/>
                  </a:lnTo>
                  <a:lnTo>
                    <a:pt x="48344" y="47163"/>
                  </a:lnTo>
                  <a:lnTo>
                    <a:pt x="47763" y="45821"/>
                  </a:lnTo>
                  <a:lnTo>
                    <a:pt x="47684" y="45638"/>
                  </a:lnTo>
                  <a:lnTo>
                    <a:pt x="46707" y="43476"/>
                  </a:lnTo>
                  <a:lnTo>
                    <a:pt x="46359" y="42704"/>
                  </a:lnTo>
                  <a:lnTo>
                    <a:pt x="44979" y="39650"/>
                  </a:lnTo>
                  <a:lnTo>
                    <a:pt x="38413" y="41292"/>
                  </a:lnTo>
                  <a:lnTo>
                    <a:pt x="36011" y="41893"/>
                  </a:lnTo>
                  <a:lnTo>
                    <a:pt x="35520" y="42016"/>
                  </a:lnTo>
                  <a:lnTo>
                    <a:pt x="35325" y="42065"/>
                  </a:lnTo>
                  <a:lnTo>
                    <a:pt x="35624" y="42549"/>
                  </a:lnTo>
                  <a:lnTo>
                    <a:pt x="36037" y="43220"/>
                  </a:lnTo>
                  <a:lnTo>
                    <a:pt x="37372" y="45386"/>
                  </a:lnTo>
                  <a:lnTo>
                    <a:pt x="37481" y="45695"/>
                  </a:lnTo>
                  <a:lnTo>
                    <a:pt x="36901" y="46028"/>
                  </a:lnTo>
                  <a:lnTo>
                    <a:pt x="32441" y="48590"/>
                  </a:lnTo>
                  <a:lnTo>
                    <a:pt x="27305" y="51541"/>
                  </a:lnTo>
                  <a:lnTo>
                    <a:pt x="26972" y="51731"/>
                  </a:lnTo>
                  <a:lnTo>
                    <a:pt x="25710" y="52457"/>
                  </a:lnTo>
                  <a:lnTo>
                    <a:pt x="23796" y="53556"/>
                  </a:lnTo>
                  <a:lnTo>
                    <a:pt x="22765" y="54172"/>
                  </a:lnTo>
                  <a:lnTo>
                    <a:pt x="22154" y="54538"/>
                  </a:lnTo>
                  <a:lnTo>
                    <a:pt x="21677" y="54821"/>
                  </a:lnTo>
                  <a:lnTo>
                    <a:pt x="21286" y="55026"/>
                  </a:lnTo>
                  <a:lnTo>
                    <a:pt x="20697" y="55209"/>
                  </a:lnTo>
                  <a:lnTo>
                    <a:pt x="20237" y="55288"/>
                  </a:lnTo>
                  <a:lnTo>
                    <a:pt x="19310" y="55325"/>
                  </a:lnTo>
                  <a:lnTo>
                    <a:pt x="17780" y="55386"/>
                  </a:lnTo>
                  <a:lnTo>
                    <a:pt x="15923" y="55429"/>
                  </a:lnTo>
                  <a:lnTo>
                    <a:pt x="13456" y="55486"/>
                  </a:lnTo>
                  <a:lnTo>
                    <a:pt x="10012" y="55566"/>
                  </a:lnTo>
                  <a:lnTo>
                    <a:pt x="9201" y="55585"/>
                  </a:lnTo>
                  <a:lnTo>
                    <a:pt x="4743" y="55689"/>
                  </a:lnTo>
                  <a:lnTo>
                    <a:pt x="4192" y="55701"/>
                  </a:lnTo>
                  <a:lnTo>
                    <a:pt x="3840" y="55718"/>
                  </a:lnTo>
                  <a:lnTo>
                    <a:pt x="3261" y="55746"/>
                  </a:lnTo>
                  <a:lnTo>
                    <a:pt x="2987" y="55759"/>
                  </a:lnTo>
                  <a:lnTo>
                    <a:pt x="1646" y="55790"/>
                  </a:lnTo>
                  <a:lnTo>
                    <a:pt x="1630" y="55462"/>
                  </a:lnTo>
                  <a:lnTo>
                    <a:pt x="1616" y="55155"/>
                  </a:lnTo>
                  <a:lnTo>
                    <a:pt x="1596" y="54612"/>
                  </a:lnTo>
                  <a:lnTo>
                    <a:pt x="1427" y="50009"/>
                  </a:lnTo>
                  <a:lnTo>
                    <a:pt x="1360" y="48192"/>
                  </a:lnTo>
                  <a:lnTo>
                    <a:pt x="1351" y="47949"/>
                  </a:lnTo>
                  <a:lnTo>
                    <a:pt x="1343" y="47731"/>
                  </a:lnTo>
                  <a:lnTo>
                    <a:pt x="1286" y="46177"/>
                  </a:lnTo>
                  <a:lnTo>
                    <a:pt x="1268" y="45686"/>
                  </a:lnTo>
                  <a:lnTo>
                    <a:pt x="1260" y="45485"/>
                  </a:lnTo>
                  <a:lnTo>
                    <a:pt x="1239" y="44909"/>
                  </a:lnTo>
                  <a:lnTo>
                    <a:pt x="1154" y="42601"/>
                  </a:lnTo>
                  <a:lnTo>
                    <a:pt x="1119" y="41644"/>
                  </a:lnTo>
                  <a:lnTo>
                    <a:pt x="1093" y="40935"/>
                  </a:lnTo>
                  <a:lnTo>
                    <a:pt x="1087" y="40778"/>
                  </a:lnTo>
                  <a:lnTo>
                    <a:pt x="1049" y="39738"/>
                  </a:lnTo>
                  <a:lnTo>
                    <a:pt x="1036" y="39377"/>
                  </a:lnTo>
                  <a:lnTo>
                    <a:pt x="1019" y="38930"/>
                  </a:lnTo>
                  <a:lnTo>
                    <a:pt x="978" y="37797"/>
                  </a:lnTo>
                  <a:lnTo>
                    <a:pt x="972" y="37644"/>
                  </a:lnTo>
                  <a:lnTo>
                    <a:pt x="920" y="36246"/>
                  </a:lnTo>
                  <a:lnTo>
                    <a:pt x="914" y="36060"/>
                  </a:lnTo>
                  <a:lnTo>
                    <a:pt x="880" y="35145"/>
                  </a:lnTo>
                  <a:lnTo>
                    <a:pt x="868" y="34829"/>
                  </a:lnTo>
                  <a:lnTo>
                    <a:pt x="859" y="34570"/>
                  </a:lnTo>
                  <a:lnTo>
                    <a:pt x="848" y="34278"/>
                  </a:lnTo>
                  <a:lnTo>
                    <a:pt x="818" y="33458"/>
                  </a:lnTo>
                  <a:lnTo>
                    <a:pt x="790" y="32695"/>
                  </a:lnTo>
                  <a:lnTo>
                    <a:pt x="623" y="28156"/>
                  </a:lnTo>
                  <a:lnTo>
                    <a:pt x="611" y="27841"/>
                  </a:lnTo>
                  <a:lnTo>
                    <a:pt x="584" y="27107"/>
                  </a:lnTo>
                  <a:lnTo>
                    <a:pt x="546" y="26064"/>
                  </a:lnTo>
                  <a:lnTo>
                    <a:pt x="533" y="25722"/>
                  </a:lnTo>
                  <a:lnTo>
                    <a:pt x="506" y="24972"/>
                  </a:lnTo>
                  <a:lnTo>
                    <a:pt x="442" y="23241"/>
                  </a:lnTo>
                  <a:lnTo>
                    <a:pt x="425" y="22769"/>
                  </a:lnTo>
                  <a:lnTo>
                    <a:pt x="415" y="22497"/>
                  </a:lnTo>
                  <a:lnTo>
                    <a:pt x="375" y="21425"/>
                  </a:lnTo>
                  <a:lnTo>
                    <a:pt x="332" y="20255"/>
                  </a:lnTo>
                  <a:lnTo>
                    <a:pt x="270" y="18550"/>
                  </a:lnTo>
                  <a:lnTo>
                    <a:pt x="264" y="18382"/>
                  </a:lnTo>
                  <a:lnTo>
                    <a:pt x="235" y="17597"/>
                  </a:lnTo>
                  <a:lnTo>
                    <a:pt x="217" y="17117"/>
                  </a:lnTo>
                  <a:lnTo>
                    <a:pt x="176" y="15997"/>
                  </a:lnTo>
                  <a:lnTo>
                    <a:pt x="133" y="14845"/>
                  </a:lnTo>
                  <a:lnTo>
                    <a:pt x="113" y="14289"/>
                  </a:lnTo>
                  <a:lnTo>
                    <a:pt x="49" y="12543"/>
                  </a:lnTo>
                  <a:lnTo>
                    <a:pt x="21" y="11798"/>
                  </a:lnTo>
                  <a:lnTo>
                    <a:pt x="10" y="11485"/>
                  </a:lnTo>
                  <a:lnTo>
                    <a:pt x="0" y="11201"/>
                  </a:lnTo>
                  <a:lnTo>
                    <a:pt x="24" y="10530"/>
                  </a:lnTo>
                  <a:lnTo>
                    <a:pt x="710" y="10661"/>
                  </a:lnTo>
                  <a:lnTo>
                    <a:pt x="9872" y="12420"/>
                  </a:lnTo>
                  <a:lnTo>
                    <a:pt x="9907" y="12025"/>
                  </a:lnTo>
                  <a:lnTo>
                    <a:pt x="9930" y="11780"/>
                  </a:lnTo>
                  <a:lnTo>
                    <a:pt x="9998" y="11029"/>
                  </a:lnTo>
                  <a:lnTo>
                    <a:pt x="10015" y="10835"/>
                  </a:lnTo>
                  <a:lnTo>
                    <a:pt x="10065" y="10288"/>
                  </a:lnTo>
                  <a:lnTo>
                    <a:pt x="10092" y="9992"/>
                  </a:lnTo>
                  <a:lnTo>
                    <a:pt x="12664" y="10223"/>
                  </a:lnTo>
                  <a:lnTo>
                    <a:pt x="12847" y="10705"/>
                  </a:lnTo>
                  <a:lnTo>
                    <a:pt x="12919" y="10894"/>
                  </a:lnTo>
                  <a:lnTo>
                    <a:pt x="13265" y="11806"/>
                  </a:lnTo>
                  <a:lnTo>
                    <a:pt x="13750" y="12326"/>
                  </a:lnTo>
                  <a:lnTo>
                    <a:pt x="13970" y="12319"/>
                  </a:lnTo>
                  <a:lnTo>
                    <a:pt x="14522" y="12301"/>
                  </a:lnTo>
                  <a:lnTo>
                    <a:pt x="15048" y="12285"/>
                  </a:lnTo>
                  <a:lnTo>
                    <a:pt x="17080" y="12510"/>
                  </a:lnTo>
                  <a:lnTo>
                    <a:pt x="18484" y="12761"/>
                  </a:lnTo>
                  <a:lnTo>
                    <a:pt x="18853" y="12827"/>
                  </a:lnTo>
                  <a:lnTo>
                    <a:pt x="19319" y="12910"/>
                  </a:lnTo>
                  <a:lnTo>
                    <a:pt x="20447" y="13111"/>
                  </a:lnTo>
                  <a:lnTo>
                    <a:pt x="21083" y="13225"/>
                  </a:lnTo>
                  <a:lnTo>
                    <a:pt x="21433" y="13171"/>
                  </a:lnTo>
                  <a:lnTo>
                    <a:pt x="21479" y="12882"/>
                  </a:lnTo>
                  <a:lnTo>
                    <a:pt x="21626" y="11959"/>
                  </a:lnTo>
                  <a:lnTo>
                    <a:pt x="21767" y="11075"/>
                  </a:lnTo>
                  <a:lnTo>
                    <a:pt x="21871" y="10425"/>
                  </a:lnTo>
                  <a:lnTo>
                    <a:pt x="22315" y="7643"/>
                  </a:lnTo>
                  <a:lnTo>
                    <a:pt x="22365" y="7333"/>
                  </a:lnTo>
                  <a:lnTo>
                    <a:pt x="22431" y="6917"/>
                  </a:lnTo>
                  <a:lnTo>
                    <a:pt x="22484" y="6587"/>
                  </a:lnTo>
                  <a:lnTo>
                    <a:pt x="22545" y="6204"/>
                  </a:lnTo>
                  <a:lnTo>
                    <a:pt x="22703" y="5213"/>
                  </a:lnTo>
                  <a:lnTo>
                    <a:pt x="22829" y="4613"/>
                  </a:lnTo>
                  <a:lnTo>
                    <a:pt x="23245" y="2633"/>
                  </a:lnTo>
                  <a:lnTo>
                    <a:pt x="23319" y="1968"/>
                  </a:lnTo>
                  <a:lnTo>
                    <a:pt x="23388" y="1351"/>
                  </a:lnTo>
                  <a:lnTo>
                    <a:pt x="23418" y="1088"/>
                  </a:lnTo>
                  <a:lnTo>
                    <a:pt x="23449" y="811"/>
                  </a:lnTo>
                  <a:lnTo>
                    <a:pt x="23540" y="0"/>
                  </a:lnTo>
                  <a:lnTo>
                    <a:pt x="26876" y="1000"/>
                  </a:lnTo>
                  <a:lnTo>
                    <a:pt x="26845" y="1637"/>
                  </a:lnTo>
                  <a:lnTo>
                    <a:pt x="26790" y="2737"/>
                  </a:lnTo>
                  <a:lnTo>
                    <a:pt x="26778" y="2975"/>
                  </a:lnTo>
                  <a:lnTo>
                    <a:pt x="27593" y="3250"/>
                  </a:lnTo>
                  <a:lnTo>
                    <a:pt x="28177" y="3447"/>
                  </a:lnTo>
                  <a:lnTo>
                    <a:pt x="29521" y="3900"/>
                  </a:lnTo>
                  <a:lnTo>
                    <a:pt x="29532" y="4213"/>
                  </a:lnTo>
                  <a:lnTo>
                    <a:pt x="29546" y="462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0" name="pg299"/>
            <p:cNvSpPr/>
            <p:nvPr/>
          </p:nvSpPr>
          <p:spPr>
            <a:xfrm>
              <a:off x="3808892" y="2922028"/>
              <a:ext cx="121593" cy="92353"/>
            </a:xfrm>
            <a:custGeom>
              <a:avLst/>
              <a:pathLst>
                <a:path w="121593" h="92353">
                  <a:moveTo>
                    <a:pt x="94212" y="28502"/>
                  </a:moveTo>
                  <a:lnTo>
                    <a:pt x="94681" y="42529"/>
                  </a:lnTo>
                  <a:lnTo>
                    <a:pt x="94983" y="42522"/>
                  </a:lnTo>
                  <a:lnTo>
                    <a:pt x="100243" y="42404"/>
                  </a:lnTo>
                  <a:lnTo>
                    <a:pt x="100379" y="42401"/>
                  </a:lnTo>
                  <a:lnTo>
                    <a:pt x="100693" y="42394"/>
                  </a:lnTo>
                  <a:lnTo>
                    <a:pt x="100940" y="42389"/>
                  </a:lnTo>
                  <a:lnTo>
                    <a:pt x="106298" y="42269"/>
                  </a:lnTo>
                  <a:lnTo>
                    <a:pt x="108894" y="42211"/>
                  </a:lnTo>
                  <a:lnTo>
                    <a:pt x="113091" y="42117"/>
                  </a:lnTo>
                  <a:lnTo>
                    <a:pt x="113253" y="42113"/>
                  </a:lnTo>
                  <a:lnTo>
                    <a:pt x="113506" y="42107"/>
                  </a:lnTo>
                  <a:lnTo>
                    <a:pt x="119841" y="41965"/>
                  </a:lnTo>
                  <a:lnTo>
                    <a:pt x="120254" y="41956"/>
                  </a:lnTo>
                  <a:lnTo>
                    <a:pt x="120285" y="42786"/>
                  </a:lnTo>
                  <a:lnTo>
                    <a:pt x="120346" y="44447"/>
                  </a:lnTo>
                  <a:lnTo>
                    <a:pt x="120366" y="45003"/>
                  </a:lnTo>
                  <a:lnTo>
                    <a:pt x="120409" y="46155"/>
                  </a:lnTo>
                  <a:lnTo>
                    <a:pt x="120450" y="47274"/>
                  </a:lnTo>
                  <a:lnTo>
                    <a:pt x="120467" y="47755"/>
                  </a:lnTo>
                  <a:lnTo>
                    <a:pt x="120496" y="48540"/>
                  </a:lnTo>
                  <a:lnTo>
                    <a:pt x="120502" y="48708"/>
                  </a:lnTo>
                  <a:lnTo>
                    <a:pt x="120565" y="50413"/>
                  </a:lnTo>
                  <a:lnTo>
                    <a:pt x="120608" y="51583"/>
                  </a:lnTo>
                  <a:lnTo>
                    <a:pt x="120648" y="52655"/>
                  </a:lnTo>
                  <a:lnTo>
                    <a:pt x="120658" y="52927"/>
                  </a:lnTo>
                  <a:lnTo>
                    <a:pt x="120675" y="53399"/>
                  </a:lnTo>
                  <a:lnTo>
                    <a:pt x="120739" y="55130"/>
                  </a:lnTo>
                  <a:lnTo>
                    <a:pt x="120766" y="55880"/>
                  </a:lnTo>
                  <a:lnTo>
                    <a:pt x="120779" y="56221"/>
                  </a:lnTo>
                  <a:lnTo>
                    <a:pt x="120817" y="57265"/>
                  </a:lnTo>
                  <a:lnTo>
                    <a:pt x="120844" y="57999"/>
                  </a:lnTo>
                  <a:lnTo>
                    <a:pt x="120856" y="58314"/>
                  </a:lnTo>
                  <a:lnTo>
                    <a:pt x="121023" y="62853"/>
                  </a:lnTo>
                  <a:lnTo>
                    <a:pt x="121051" y="63616"/>
                  </a:lnTo>
                  <a:lnTo>
                    <a:pt x="121081" y="64436"/>
                  </a:lnTo>
                  <a:lnTo>
                    <a:pt x="121093" y="64766"/>
                  </a:lnTo>
                  <a:lnTo>
                    <a:pt x="121105" y="65084"/>
                  </a:lnTo>
                  <a:lnTo>
                    <a:pt x="121113" y="65303"/>
                  </a:lnTo>
                  <a:lnTo>
                    <a:pt x="121146" y="66218"/>
                  </a:lnTo>
                  <a:lnTo>
                    <a:pt x="121153" y="66404"/>
                  </a:lnTo>
                  <a:lnTo>
                    <a:pt x="121205" y="67802"/>
                  </a:lnTo>
                  <a:lnTo>
                    <a:pt x="121213" y="68031"/>
                  </a:lnTo>
                  <a:lnTo>
                    <a:pt x="121252" y="69088"/>
                  </a:lnTo>
                  <a:lnTo>
                    <a:pt x="121268" y="69535"/>
                  </a:lnTo>
                  <a:lnTo>
                    <a:pt x="121282" y="69896"/>
                  </a:lnTo>
                  <a:lnTo>
                    <a:pt x="121320" y="70935"/>
                  </a:lnTo>
                  <a:lnTo>
                    <a:pt x="121326" y="71093"/>
                  </a:lnTo>
                  <a:lnTo>
                    <a:pt x="121352" y="71802"/>
                  </a:lnTo>
                  <a:lnTo>
                    <a:pt x="121391" y="72862"/>
                  </a:lnTo>
                  <a:lnTo>
                    <a:pt x="121472" y="75067"/>
                  </a:lnTo>
                  <a:lnTo>
                    <a:pt x="121493" y="75643"/>
                  </a:lnTo>
                  <a:lnTo>
                    <a:pt x="121500" y="75844"/>
                  </a:lnTo>
                  <a:lnTo>
                    <a:pt x="121518" y="76335"/>
                  </a:lnTo>
                  <a:lnTo>
                    <a:pt x="121576" y="77889"/>
                  </a:lnTo>
                  <a:lnTo>
                    <a:pt x="121584" y="78107"/>
                  </a:lnTo>
                  <a:lnTo>
                    <a:pt x="121593" y="78371"/>
                  </a:lnTo>
                  <a:lnTo>
                    <a:pt x="120738" y="78403"/>
                  </a:lnTo>
                  <a:lnTo>
                    <a:pt x="120285" y="78419"/>
                  </a:lnTo>
                  <a:lnTo>
                    <a:pt x="119568" y="78446"/>
                  </a:lnTo>
                  <a:lnTo>
                    <a:pt x="119166" y="78461"/>
                  </a:lnTo>
                  <a:lnTo>
                    <a:pt x="114225" y="78644"/>
                  </a:lnTo>
                  <a:lnTo>
                    <a:pt x="103575" y="79038"/>
                  </a:lnTo>
                  <a:lnTo>
                    <a:pt x="103440" y="79043"/>
                  </a:lnTo>
                  <a:lnTo>
                    <a:pt x="102740" y="79069"/>
                  </a:lnTo>
                  <a:lnTo>
                    <a:pt x="99255" y="79198"/>
                  </a:lnTo>
                  <a:lnTo>
                    <a:pt x="98999" y="79207"/>
                  </a:lnTo>
                  <a:lnTo>
                    <a:pt x="96742" y="79291"/>
                  </a:lnTo>
                  <a:lnTo>
                    <a:pt x="96607" y="79296"/>
                  </a:lnTo>
                  <a:lnTo>
                    <a:pt x="96023" y="79317"/>
                  </a:lnTo>
                  <a:lnTo>
                    <a:pt x="94722" y="79365"/>
                  </a:lnTo>
                  <a:lnTo>
                    <a:pt x="83734" y="79772"/>
                  </a:lnTo>
                  <a:lnTo>
                    <a:pt x="82804" y="79807"/>
                  </a:lnTo>
                  <a:lnTo>
                    <a:pt x="77382" y="80007"/>
                  </a:lnTo>
                  <a:lnTo>
                    <a:pt x="71665" y="80219"/>
                  </a:lnTo>
                  <a:lnTo>
                    <a:pt x="71207" y="80236"/>
                  </a:lnTo>
                  <a:lnTo>
                    <a:pt x="67118" y="80387"/>
                  </a:lnTo>
                  <a:lnTo>
                    <a:pt x="65900" y="80432"/>
                  </a:lnTo>
                  <a:lnTo>
                    <a:pt x="64388" y="80488"/>
                  </a:lnTo>
                  <a:lnTo>
                    <a:pt x="64253" y="80509"/>
                  </a:lnTo>
                  <a:lnTo>
                    <a:pt x="63453" y="80630"/>
                  </a:lnTo>
                  <a:lnTo>
                    <a:pt x="63102" y="80683"/>
                  </a:lnTo>
                  <a:lnTo>
                    <a:pt x="57057" y="81601"/>
                  </a:lnTo>
                  <a:lnTo>
                    <a:pt x="52626" y="82274"/>
                  </a:lnTo>
                  <a:lnTo>
                    <a:pt x="52336" y="82319"/>
                  </a:lnTo>
                  <a:lnTo>
                    <a:pt x="51822" y="82417"/>
                  </a:lnTo>
                  <a:lnTo>
                    <a:pt x="51553" y="82469"/>
                  </a:lnTo>
                  <a:lnTo>
                    <a:pt x="48073" y="83137"/>
                  </a:lnTo>
                  <a:lnTo>
                    <a:pt x="47715" y="83205"/>
                  </a:lnTo>
                  <a:lnTo>
                    <a:pt x="47122" y="83319"/>
                  </a:lnTo>
                  <a:lnTo>
                    <a:pt x="45973" y="83540"/>
                  </a:lnTo>
                  <a:lnTo>
                    <a:pt x="41904" y="84321"/>
                  </a:lnTo>
                  <a:lnTo>
                    <a:pt x="41702" y="84359"/>
                  </a:lnTo>
                  <a:lnTo>
                    <a:pt x="41521" y="84394"/>
                  </a:lnTo>
                  <a:lnTo>
                    <a:pt x="35853" y="85482"/>
                  </a:lnTo>
                  <a:lnTo>
                    <a:pt x="35666" y="85518"/>
                  </a:lnTo>
                  <a:lnTo>
                    <a:pt x="34536" y="85789"/>
                  </a:lnTo>
                  <a:lnTo>
                    <a:pt x="30562" y="86742"/>
                  </a:lnTo>
                  <a:lnTo>
                    <a:pt x="30001" y="86877"/>
                  </a:lnTo>
                  <a:lnTo>
                    <a:pt x="28042" y="87347"/>
                  </a:lnTo>
                  <a:lnTo>
                    <a:pt x="24880" y="88105"/>
                  </a:lnTo>
                  <a:lnTo>
                    <a:pt x="24266" y="88253"/>
                  </a:lnTo>
                  <a:lnTo>
                    <a:pt x="18991" y="89518"/>
                  </a:lnTo>
                  <a:lnTo>
                    <a:pt x="18487" y="89639"/>
                  </a:lnTo>
                  <a:lnTo>
                    <a:pt x="18291" y="89694"/>
                  </a:lnTo>
                  <a:lnTo>
                    <a:pt x="17441" y="89932"/>
                  </a:lnTo>
                  <a:lnTo>
                    <a:pt x="16076" y="90314"/>
                  </a:lnTo>
                  <a:lnTo>
                    <a:pt x="14941" y="90631"/>
                  </a:lnTo>
                  <a:lnTo>
                    <a:pt x="11935" y="91473"/>
                  </a:lnTo>
                  <a:lnTo>
                    <a:pt x="8668" y="92353"/>
                  </a:lnTo>
                  <a:lnTo>
                    <a:pt x="8591" y="92069"/>
                  </a:lnTo>
                  <a:lnTo>
                    <a:pt x="8543" y="91894"/>
                  </a:lnTo>
                  <a:lnTo>
                    <a:pt x="8407" y="91436"/>
                  </a:lnTo>
                  <a:lnTo>
                    <a:pt x="8210" y="90772"/>
                  </a:lnTo>
                  <a:lnTo>
                    <a:pt x="6594" y="85337"/>
                  </a:lnTo>
                  <a:lnTo>
                    <a:pt x="6542" y="85161"/>
                  </a:lnTo>
                  <a:lnTo>
                    <a:pt x="6486" y="84971"/>
                  </a:lnTo>
                  <a:lnTo>
                    <a:pt x="6442" y="84823"/>
                  </a:lnTo>
                  <a:lnTo>
                    <a:pt x="5433" y="81428"/>
                  </a:lnTo>
                  <a:lnTo>
                    <a:pt x="4765" y="79182"/>
                  </a:lnTo>
                  <a:lnTo>
                    <a:pt x="3907" y="76297"/>
                  </a:lnTo>
                  <a:lnTo>
                    <a:pt x="3186" y="73868"/>
                  </a:lnTo>
                  <a:lnTo>
                    <a:pt x="3094" y="73559"/>
                  </a:lnTo>
                  <a:lnTo>
                    <a:pt x="2130" y="70315"/>
                  </a:lnTo>
                  <a:lnTo>
                    <a:pt x="1906" y="69562"/>
                  </a:lnTo>
                  <a:lnTo>
                    <a:pt x="1847" y="69364"/>
                  </a:lnTo>
                  <a:lnTo>
                    <a:pt x="1807" y="69231"/>
                  </a:lnTo>
                  <a:lnTo>
                    <a:pt x="1750" y="69038"/>
                  </a:lnTo>
                  <a:lnTo>
                    <a:pt x="1555" y="68382"/>
                  </a:lnTo>
                  <a:lnTo>
                    <a:pt x="479" y="64762"/>
                  </a:lnTo>
                  <a:lnTo>
                    <a:pt x="0" y="63148"/>
                  </a:lnTo>
                  <a:lnTo>
                    <a:pt x="1609" y="62696"/>
                  </a:lnTo>
                  <a:lnTo>
                    <a:pt x="2257" y="62514"/>
                  </a:lnTo>
                  <a:lnTo>
                    <a:pt x="2462" y="62457"/>
                  </a:lnTo>
                  <a:lnTo>
                    <a:pt x="9947" y="60356"/>
                  </a:lnTo>
                  <a:lnTo>
                    <a:pt x="10178" y="60269"/>
                  </a:lnTo>
                  <a:lnTo>
                    <a:pt x="12386" y="59442"/>
                  </a:lnTo>
                  <a:lnTo>
                    <a:pt x="20499" y="55146"/>
                  </a:lnTo>
                  <a:lnTo>
                    <a:pt x="20635" y="55074"/>
                  </a:lnTo>
                  <a:lnTo>
                    <a:pt x="26483" y="51978"/>
                  </a:lnTo>
                  <a:lnTo>
                    <a:pt x="26650" y="51889"/>
                  </a:lnTo>
                  <a:lnTo>
                    <a:pt x="27017" y="51695"/>
                  </a:lnTo>
                  <a:lnTo>
                    <a:pt x="29518" y="50371"/>
                  </a:lnTo>
                  <a:lnTo>
                    <a:pt x="29759" y="50243"/>
                  </a:lnTo>
                  <a:lnTo>
                    <a:pt x="40365" y="44628"/>
                  </a:lnTo>
                  <a:lnTo>
                    <a:pt x="41076" y="44251"/>
                  </a:lnTo>
                  <a:lnTo>
                    <a:pt x="41232" y="44168"/>
                  </a:lnTo>
                  <a:lnTo>
                    <a:pt x="41741" y="43899"/>
                  </a:lnTo>
                  <a:lnTo>
                    <a:pt x="42519" y="43487"/>
                  </a:lnTo>
                  <a:lnTo>
                    <a:pt x="42831" y="43318"/>
                  </a:lnTo>
                  <a:lnTo>
                    <a:pt x="42310" y="42513"/>
                  </a:lnTo>
                  <a:lnTo>
                    <a:pt x="40283" y="38948"/>
                  </a:lnTo>
                  <a:lnTo>
                    <a:pt x="39531" y="37625"/>
                  </a:lnTo>
                  <a:lnTo>
                    <a:pt x="38664" y="36099"/>
                  </a:lnTo>
                  <a:lnTo>
                    <a:pt x="37436" y="33939"/>
                  </a:lnTo>
                  <a:lnTo>
                    <a:pt x="35518" y="30508"/>
                  </a:lnTo>
                  <a:lnTo>
                    <a:pt x="35342" y="30193"/>
                  </a:lnTo>
                  <a:lnTo>
                    <a:pt x="35080" y="29725"/>
                  </a:lnTo>
                  <a:lnTo>
                    <a:pt x="33835" y="27498"/>
                  </a:lnTo>
                  <a:lnTo>
                    <a:pt x="33163" y="26295"/>
                  </a:lnTo>
                  <a:lnTo>
                    <a:pt x="32513" y="25133"/>
                  </a:lnTo>
                  <a:lnTo>
                    <a:pt x="31935" y="24098"/>
                  </a:lnTo>
                  <a:lnTo>
                    <a:pt x="31639" y="23542"/>
                  </a:lnTo>
                  <a:lnTo>
                    <a:pt x="31127" y="22580"/>
                  </a:lnTo>
                  <a:lnTo>
                    <a:pt x="29823" y="20128"/>
                  </a:lnTo>
                  <a:lnTo>
                    <a:pt x="29420" y="19371"/>
                  </a:lnTo>
                  <a:lnTo>
                    <a:pt x="29254" y="19057"/>
                  </a:lnTo>
                  <a:lnTo>
                    <a:pt x="27800" y="16325"/>
                  </a:lnTo>
                  <a:lnTo>
                    <a:pt x="27700" y="16137"/>
                  </a:lnTo>
                  <a:lnTo>
                    <a:pt x="27438" y="15666"/>
                  </a:lnTo>
                  <a:lnTo>
                    <a:pt x="27070" y="15008"/>
                  </a:lnTo>
                  <a:lnTo>
                    <a:pt x="26919" y="14737"/>
                  </a:lnTo>
                  <a:lnTo>
                    <a:pt x="26437" y="13873"/>
                  </a:lnTo>
                  <a:lnTo>
                    <a:pt x="25481" y="12158"/>
                  </a:lnTo>
                  <a:lnTo>
                    <a:pt x="24884" y="10669"/>
                  </a:lnTo>
                  <a:lnTo>
                    <a:pt x="24595" y="9947"/>
                  </a:lnTo>
                  <a:lnTo>
                    <a:pt x="24570" y="9810"/>
                  </a:lnTo>
                  <a:lnTo>
                    <a:pt x="24515" y="9496"/>
                  </a:lnTo>
                  <a:lnTo>
                    <a:pt x="24371" y="8690"/>
                  </a:lnTo>
                  <a:lnTo>
                    <a:pt x="24188" y="7668"/>
                  </a:lnTo>
                  <a:lnTo>
                    <a:pt x="23954" y="6354"/>
                  </a:lnTo>
                  <a:lnTo>
                    <a:pt x="23377" y="2029"/>
                  </a:lnTo>
                  <a:lnTo>
                    <a:pt x="23643" y="1971"/>
                  </a:lnTo>
                  <a:lnTo>
                    <a:pt x="23877" y="1920"/>
                  </a:lnTo>
                  <a:lnTo>
                    <a:pt x="24574" y="1768"/>
                  </a:lnTo>
                  <a:lnTo>
                    <a:pt x="26133" y="1428"/>
                  </a:lnTo>
                  <a:lnTo>
                    <a:pt x="27411" y="1150"/>
                  </a:lnTo>
                  <a:lnTo>
                    <a:pt x="28694" y="870"/>
                  </a:lnTo>
                  <a:lnTo>
                    <a:pt x="29254" y="748"/>
                  </a:lnTo>
                  <a:lnTo>
                    <a:pt x="30078" y="665"/>
                  </a:lnTo>
                  <a:lnTo>
                    <a:pt x="32595" y="413"/>
                  </a:lnTo>
                  <a:lnTo>
                    <a:pt x="32835" y="389"/>
                  </a:lnTo>
                  <a:lnTo>
                    <a:pt x="35136" y="158"/>
                  </a:lnTo>
                  <a:lnTo>
                    <a:pt x="35537" y="117"/>
                  </a:lnTo>
                  <a:lnTo>
                    <a:pt x="36294" y="110"/>
                  </a:lnTo>
                  <a:lnTo>
                    <a:pt x="41542" y="64"/>
                  </a:lnTo>
                  <a:lnTo>
                    <a:pt x="44579" y="36"/>
                  </a:lnTo>
                  <a:lnTo>
                    <a:pt x="48746" y="0"/>
                  </a:lnTo>
                  <a:lnTo>
                    <a:pt x="51027" y="197"/>
                  </a:lnTo>
                  <a:lnTo>
                    <a:pt x="52159" y="295"/>
                  </a:lnTo>
                  <a:lnTo>
                    <a:pt x="53916" y="731"/>
                  </a:lnTo>
                  <a:lnTo>
                    <a:pt x="55681" y="1170"/>
                  </a:lnTo>
                  <a:lnTo>
                    <a:pt x="57430" y="1802"/>
                  </a:lnTo>
                  <a:lnTo>
                    <a:pt x="59149" y="2423"/>
                  </a:lnTo>
                  <a:lnTo>
                    <a:pt x="60574" y="2995"/>
                  </a:lnTo>
                  <a:lnTo>
                    <a:pt x="64455" y="4553"/>
                  </a:lnTo>
                  <a:lnTo>
                    <a:pt x="65882" y="5125"/>
                  </a:lnTo>
                  <a:lnTo>
                    <a:pt x="66193" y="5250"/>
                  </a:lnTo>
                  <a:lnTo>
                    <a:pt x="66698" y="5453"/>
                  </a:lnTo>
                  <a:lnTo>
                    <a:pt x="67988" y="5970"/>
                  </a:lnTo>
                  <a:lnTo>
                    <a:pt x="73286" y="8096"/>
                  </a:lnTo>
                  <a:lnTo>
                    <a:pt x="84597" y="12635"/>
                  </a:lnTo>
                  <a:lnTo>
                    <a:pt x="84730" y="12689"/>
                  </a:lnTo>
                  <a:lnTo>
                    <a:pt x="85177" y="12867"/>
                  </a:lnTo>
                  <a:lnTo>
                    <a:pt x="85510" y="12999"/>
                  </a:lnTo>
                  <a:lnTo>
                    <a:pt x="87543" y="13809"/>
                  </a:lnTo>
                  <a:lnTo>
                    <a:pt x="88984" y="14383"/>
                  </a:lnTo>
                  <a:lnTo>
                    <a:pt x="89568" y="14616"/>
                  </a:lnTo>
                  <a:lnTo>
                    <a:pt x="93398" y="16142"/>
                  </a:lnTo>
                  <a:lnTo>
                    <a:pt x="93804" y="16304"/>
                  </a:lnTo>
                  <a:lnTo>
                    <a:pt x="93833" y="1717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1" name="pg300"/>
            <p:cNvSpPr/>
            <p:nvPr/>
          </p:nvSpPr>
          <p:spPr>
            <a:xfrm>
              <a:off x="3746765" y="2876209"/>
              <a:ext cx="104959" cy="119494"/>
            </a:xfrm>
            <a:custGeom>
              <a:avLst/>
              <a:pathLst>
                <a:path w="104959" h="119494">
                  <a:moveTo>
                    <a:pt x="83983" y="15272"/>
                  </a:moveTo>
                  <a:lnTo>
                    <a:pt x="81651" y="17295"/>
                  </a:lnTo>
                  <a:lnTo>
                    <a:pt x="81168" y="17713"/>
                  </a:lnTo>
                  <a:lnTo>
                    <a:pt x="80889" y="17956"/>
                  </a:lnTo>
                  <a:lnTo>
                    <a:pt x="76132" y="22082"/>
                  </a:lnTo>
                  <a:lnTo>
                    <a:pt x="75613" y="22532"/>
                  </a:lnTo>
                  <a:lnTo>
                    <a:pt x="75302" y="22802"/>
                  </a:lnTo>
                  <a:lnTo>
                    <a:pt x="71320" y="26256"/>
                  </a:lnTo>
                  <a:lnTo>
                    <a:pt x="71060" y="26498"/>
                  </a:lnTo>
                  <a:lnTo>
                    <a:pt x="70690" y="26844"/>
                  </a:lnTo>
                  <a:lnTo>
                    <a:pt x="68654" y="28743"/>
                  </a:lnTo>
                  <a:lnTo>
                    <a:pt x="68419" y="28964"/>
                  </a:lnTo>
                  <a:lnTo>
                    <a:pt x="64747" y="32390"/>
                  </a:lnTo>
                  <a:lnTo>
                    <a:pt x="61643" y="37000"/>
                  </a:lnTo>
                  <a:lnTo>
                    <a:pt x="61130" y="37917"/>
                  </a:lnTo>
                  <a:lnTo>
                    <a:pt x="60943" y="38251"/>
                  </a:lnTo>
                  <a:lnTo>
                    <a:pt x="60848" y="38420"/>
                  </a:lnTo>
                  <a:lnTo>
                    <a:pt x="60150" y="39668"/>
                  </a:lnTo>
                  <a:lnTo>
                    <a:pt x="59277" y="40964"/>
                  </a:lnTo>
                  <a:lnTo>
                    <a:pt x="58895" y="41532"/>
                  </a:lnTo>
                  <a:lnTo>
                    <a:pt x="57911" y="43410"/>
                  </a:lnTo>
                  <a:lnTo>
                    <a:pt x="57414" y="44593"/>
                  </a:lnTo>
                  <a:lnTo>
                    <a:pt x="57001" y="45708"/>
                  </a:lnTo>
                  <a:lnTo>
                    <a:pt x="58988" y="46337"/>
                  </a:lnTo>
                  <a:lnTo>
                    <a:pt x="59261" y="46423"/>
                  </a:lnTo>
                  <a:lnTo>
                    <a:pt x="60240" y="46733"/>
                  </a:lnTo>
                  <a:lnTo>
                    <a:pt x="64856" y="48194"/>
                  </a:lnTo>
                  <a:lnTo>
                    <a:pt x="65131" y="48281"/>
                  </a:lnTo>
                  <a:lnTo>
                    <a:pt x="65486" y="48357"/>
                  </a:lnTo>
                  <a:lnTo>
                    <a:pt x="65692" y="48401"/>
                  </a:lnTo>
                  <a:lnTo>
                    <a:pt x="70421" y="49067"/>
                  </a:lnTo>
                  <a:lnTo>
                    <a:pt x="70664" y="49080"/>
                  </a:lnTo>
                  <a:lnTo>
                    <a:pt x="75449" y="49334"/>
                  </a:lnTo>
                  <a:lnTo>
                    <a:pt x="76259" y="49267"/>
                  </a:lnTo>
                  <a:lnTo>
                    <a:pt x="79605" y="48994"/>
                  </a:lnTo>
                  <a:lnTo>
                    <a:pt x="79967" y="48964"/>
                  </a:lnTo>
                  <a:lnTo>
                    <a:pt x="80351" y="48932"/>
                  </a:lnTo>
                  <a:lnTo>
                    <a:pt x="81422" y="48707"/>
                  </a:lnTo>
                  <a:lnTo>
                    <a:pt x="81731" y="48642"/>
                  </a:lnTo>
                  <a:lnTo>
                    <a:pt x="84091" y="48146"/>
                  </a:lnTo>
                  <a:lnTo>
                    <a:pt x="84436" y="48074"/>
                  </a:lnTo>
                  <a:lnTo>
                    <a:pt x="84688" y="48021"/>
                  </a:lnTo>
                  <a:lnTo>
                    <a:pt x="85342" y="47883"/>
                  </a:lnTo>
                  <a:lnTo>
                    <a:pt x="85505" y="47847"/>
                  </a:lnTo>
                  <a:lnTo>
                    <a:pt x="86082" y="52172"/>
                  </a:lnTo>
                  <a:lnTo>
                    <a:pt x="86316" y="53487"/>
                  </a:lnTo>
                  <a:lnTo>
                    <a:pt x="86498" y="54508"/>
                  </a:lnTo>
                  <a:lnTo>
                    <a:pt x="86642" y="55315"/>
                  </a:lnTo>
                  <a:lnTo>
                    <a:pt x="86698" y="55628"/>
                  </a:lnTo>
                  <a:lnTo>
                    <a:pt x="86723" y="55766"/>
                  </a:lnTo>
                  <a:lnTo>
                    <a:pt x="87012" y="56488"/>
                  </a:lnTo>
                  <a:lnTo>
                    <a:pt x="87608" y="57977"/>
                  </a:lnTo>
                  <a:lnTo>
                    <a:pt x="88565" y="59691"/>
                  </a:lnTo>
                  <a:lnTo>
                    <a:pt x="89047" y="60555"/>
                  </a:lnTo>
                  <a:lnTo>
                    <a:pt x="89198" y="60826"/>
                  </a:lnTo>
                  <a:lnTo>
                    <a:pt x="89566" y="61485"/>
                  </a:lnTo>
                  <a:lnTo>
                    <a:pt x="89828" y="61955"/>
                  </a:lnTo>
                  <a:lnTo>
                    <a:pt x="89928" y="62144"/>
                  </a:lnTo>
                  <a:lnTo>
                    <a:pt x="91381" y="64876"/>
                  </a:lnTo>
                  <a:lnTo>
                    <a:pt x="91548" y="65190"/>
                  </a:lnTo>
                  <a:lnTo>
                    <a:pt x="91951" y="65947"/>
                  </a:lnTo>
                  <a:lnTo>
                    <a:pt x="93255" y="68399"/>
                  </a:lnTo>
                  <a:lnTo>
                    <a:pt x="93767" y="69361"/>
                  </a:lnTo>
                  <a:lnTo>
                    <a:pt x="94062" y="69917"/>
                  </a:lnTo>
                  <a:lnTo>
                    <a:pt x="94641" y="70951"/>
                  </a:lnTo>
                  <a:lnTo>
                    <a:pt x="95291" y="72114"/>
                  </a:lnTo>
                  <a:lnTo>
                    <a:pt x="95963" y="73317"/>
                  </a:lnTo>
                  <a:lnTo>
                    <a:pt x="97208" y="75543"/>
                  </a:lnTo>
                  <a:lnTo>
                    <a:pt x="97470" y="76012"/>
                  </a:lnTo>
                  <a:lnTo>
                    <a:pt x="97646" y="76326"/>
                  </a:lnTo>
                  <a:lnTo>
                    <a:pt x="99564" y="79757"/>
                  </a:lnTo>
                  <a:lnTo>
                    <a:pt x="100792" y="81917"/>
                  </a:lnTo>
                  <a:lnTo>
                    <a:pt x="101659" y="83443"/>
                  </a:lnTo>
                  <a:lnTo>
                    <a:pt x="102411" y="84766"/>
                  </a:lnTo>
                  <a:lnTo>
                    <a:pt x="104438" y="88332"/>
                  </a:lnTo>
                  <a:lnTo>
                    <a:pt x="104959" y="89136"/>
                  </a:lnTo>
                  <a:lnTo>
                    <a:pt x="104628" y="89316"/>
                  </a:lnTo>
                  <a:lnTo>
                    <a:pt x="103869" y="89718"/>
                  </a:lnTo>
                  <a:lnTo>
                    <a:pt x="103360" y="89987"/>
                  </a:lnTo>
                  <a:lnTo>
                    <a:pt x="103204" y="90070"/>
                  </a:lnTo>
                  <a:lnTo>
                    <a:pt x="102493" y="90446"/>
                  </a:lnTo>
                  <a:lnTo>
                    <a:pt x="91887" y="96062"/>
                  </a:lnTo>
                  <a:lnTo>
                    <a:pt x="91646" y="96189"/>
                  </a:lnTo>
                  <a:lnTo>
                    <a:pt x="89145" y="97513"/>
                  </a:lnTo>
                  <a:lnTo>
                    <a:pt x="88778" y="97708"/>
                  </a:lnTo>
                  <a:lnTo>
                    <a:pt x="88611" y="97796"/>
                  </a:lnTo>
                  <a:lnTo>
                    <a:pt x="82762" y="100893"/>
                  </a:lnTo>
                  <a:lnTo>
                    <a:pt x="82626" y="100965"/>
                  </a:lnTo>
                  <a:lnTo>
                    <a:pt x="74514" y="105260"/>
                  </a:lnTo>
                  <a:lnTo>
                    <a:pt x="72249" y="106109"/>
                  </a:lnTo>
                  <a:lnTo>
                    <a:pt x="72075" y="106174"/>
                  </a:lnTo>
                  <a:lnTo>
                    <a:pt x="64589" y="108275"/>
                  </a:lnTo>
                  <a:lnTo>
                    <a:pt x="64385" y="108333"/>
                  </a:lnTo>
                  <a:lnTo>
                    <a:pt x="63737" y="108515"/>
                  </a:lnTo>
                  <a:lnTo>
                    <a:pt x="62127" y="108967"/>
                  </a:lnTo>
                  <a:lnTo>
                    <a:pt x="61976" y="108459"/>
                  </a:lnTo>
                  <a:lnTo>
                    <a:pt x="60193" y="102490"/>
                  </a:lnTo>
                  <a:lnTo>
                    <a:pt x="59656" y="100691"/>
                  </a:lnTo>
                  <a:lnTo>
                    <a:pt x="56958" y="91699"/>
                  </a:lnTo>
                  <a:lnTo>
                    <a:pt x="55386" y="92548"/>
                  </a:lnTo>
                  <a:lnTo>
                    <a:pt x="54975" y="92770"/>
                  </a:lnTo>
                  <a:lnTo>
                    <a:pt x="54593" y="92976"/>
                  </a:lnTo>
                  <a:lnTo>
                    <a:pt x="54435" y="93061"/>
                  </a:lnTo>
                  <a:lnTo>
                    <a:pt x="53925" y="93303"/>
                  </a:lnTo>
                  <a:lnTo>
                    <a:pt x="52992" y="93745"/>
                  </a:lnTo>
                  <a:lnTo>
                    <a:pt x="52203" y="94120"/>
                  </a:lnTo>
                  <a:lnTo>
                    <a:pt x="48897" y="95687"/>
                  </a:lnTo>
                  <a:lnTo>
                    <a:pt x="47550" y="96326"/>
                  </a:lnTo>
                  <a:lnTo>
                    <a:pt x="46868" y="96649"/>
                  </a:lnTo>
                  <a:lnTo>
                    <a:pt x="43957" y="98031"/>
                  </a:lnTo>
                  <a:lnTo>
                    <a:pt x="43547" y="98241"/>
                  </a:lnTo>
                  <a:lnTo>
                    <a:pt x="42505" y="98774"/>
                  </a:lnTo>
                  <a:lnTo>
                    <a:pt x="42046" y="99009"/>
                  </a:lnTo>
                  <a:lnTo>
                    <a:pt x="39667" y="100228"/>
                  </a:lnTo>
                  <a:lnTo>
                    <a:pt x="38813" y="100665"/>
                  </a:lnTo>
                  <a:lnTo>
                    <a:pt x="36259" y="101972"/>
                  </a:lnTo>
                  <a:lnTo>
                    <a:pt x="35572" y="102324"/>
                  </a:lnTo>
                  <a:lnTo>
                    <a:pt x="34971" y="102632"/>
                  </a:lnTo>
                  <a:lnTo>
                    <a:pt x="34371" y="102996"/>
                  </a:lnTo>
                  <a:lnTo>
                    <a:pt x="33177" y="103720"/>
                  </a:lnTo>
                  <a:lnTo>
                    <a:pt x="31285" y="104867"/>
                  </a:lnTo>
                  <a:lnTo>
                    <a:pt x="31139" y="104956"/>
                  </a:lnTo>
                  <a:lnTo>
                    <a:pt x="29092" y="106197"/>
                  </a:lnTo>
                  <a:lnTo>
                    <a:pt x="26390" y="107835"/>
                  </a:lnTo>
                  <a:lnTo>
                    <a:pt x="26149" y="107981"/>
                  </a:lnTo>
                  <a:lnTo>
                    <a:pt x="26000" y="108072"/>
                  </a:lnTo>
                  <a:lnTo>
                    <a:pt x="24041" y="109259"/>
                  </a:lnTo>
                  <a:lnTo>
                    <a:pt x="21134" y="111022"/>
                  </a:lnTo>
                  <a:lnTo>
                    <a:pt x="20249" y="111559"/>
                  </a:lnTo>
                  <a:lnTo>
                    <a:pt x="17083" y="113479"/>
                  </a:lnTo>
                  <a:lnTo>
                    <a:pt x="16430" y="113875"/>
                  </a:lnTo>
                  <a:lnTo>
                    <a:pt x="15889" y="114202"/>
                  </a:lnTo>
                  <a:lnTo>
                    <a:pt x="12812" y="116068"/>
                  </a:lnTo>
                  <a:lnTo>
                    <a:pt x="12626" y="116181"/>
                  </a:lnTo>
                  <a:lnTo>
                    <a:pt x="12205" y="116436"/>
                  </a:lnTo>
                  <a:lnTo>
                    <a:pt x="8638" y="118599"/>
                  </a:lnTo>
                  <a:lnTo>
                    <a:pt x="6439" y="119494"/>
                  </a:lnTo>
                  <a:lnTo>
                    <a:pt x="5499" y="119484"/>
                  </a:lnTo>
                  <a:lnTo>
                    <a:pt x="4483" y="119474"/>
                  </a:lnTo>
                  <a:lnTo>
                    <a:pt x="4040" y="119334"/>
                  </a:lnTo>
                  <a:lnTo>
                    <a:pt x="3817" y="119263"/>
                  </a:lnTo>
                  <a:lnTo>
                    <a:pt x="3076" y="119027"/>
                  </a:lnTo>
                  <a:lnTo>
                    <a:pt x="2787" y="119017"/>
                  </a:lnTo>
                  <a:lnTo>
                    <a:pt x="2535" y="119008"/>
                  </a:lnTo>
                  <a:lnTo>
                    <a:pt x="1696" y="102961"/>
                  </a:lnTo>
                  <a:lnTo>
                    <a:pt x="1374" y="96802"/>
                  </a:lnTo>
                  <a:lnTo>
                    <a:pt x="1346" y="96261"/>
                  </a:lnTo>
                  <a:lnTo>
                    <a:pt x="807" y="84743"/>
                  </a:lnTo>
                  <a:lnTo>
                    <a:pt x="986" y="81701"/>
                  </a:lnTo>
                  <a:lnTo>
                    <a:pt x="1079" y="81359"/>
                  </a:lnTo>
                  <a:lnTo>
                    <a:pt x="1189" y="80957"/>
                  </a:lnTo>
                  <a:lnTo>
                    <a:pt x="1274" y="80645"/>
                  </a:lnTo>
                  <a:lnTo>
                    <a:pt x="2663" y="75542"/>
                  </a:lnTo>
                  <a:lnTo>
                    <a:pt x="2750" y="75220"/>
                  </a:lnTo>
                  <a:lnTo>
                    <a:pt x="2783" y="75023"/>
                  </a:lnTo>
                  <a:lnTo>
                    <a:pt x="2808" y="74873"/>
                  </a:lnTo>
                  <a:lnTo>
                    <a:pt x="3124" y="72977"/>
                  </a:lnTo>
                  <a:lnTo>
                    <a:pt x="3180" y="72641"/>
                  </a:lnTo>
                  <a:lnTo>
                    <a:pt x="3217" y="72423"/>
                  </a:lnTo>
                  <a:lnTo>
                    <a:pt x="3310" y="71866"/>
                  </a:lnTo>
                  <a:lnTo>
                    <a:pt x="3272" y="70114"/>
                  </a:lnTo>
                  <a:lnTo>
                    <a:pt x="1149" y="56396"/>
                  </a:lnTo>
                  <a:lnTo>
                    <a:pt x="1084" y="55979"/>
                  </a:lnTo>
                  <a:lnTo>
                    <a:pt x="781" y="54024"/>
                  </a:lnTo>
                  <a:lnTo>
                    <a:pt x="570" y="52660"/>
                  </a:lnTo>
                  <a:lnTo>
                    <a:pt x="514" y="52296"/>
                  </a:lnTo>
                  <a:lnTo>
                    <a:pt x="155" y="49929"/>
                  </a:lnTo>
                  <a:lnTo>
                    <a:pt x="0" y="48907"/>
                  </a:lnTo>
                  <a:lnTo>
                    <a:pt x="1717" y="48597"/>
                  </a:lnTo>
                  <a:lnTo>
                    <a:pt x="7400" y="47574"/>
                  </a:lnTo>
                  <a:lnTo>
                    <a:pt x="16525" y="45930"/>
                  </a:lnTo>
                  <a:lnTo>
                    <a:pt x="23228" y="44723"/>
                  </a:lnTo>
                  <a:lnTo>
                    <a:pt x="29085" y="43667"/>
                  </a:lnTo>
                  <a:lnTo>
                    <a:pt x="34626" y="42669"/>
                  </a:lnTo>
                  <a:lnTo>
                    <a:pt x="39462" y="41798"/>
                  </a:lnTo>
                  <a:lnTo>
                    <a:pt x="40092" y="41685"/>
                  </a:lnTo>
                  <a:lnTo>
                    <a:pt x="40900" y="41539"/>
                  </a:lnTo>
                  <a:lnTo>
                    <a:pt x="40887" y="40856"/>
                  </a:lnTo>
                  <a:lnTo>
                    <a:pt x="40839" y="38483"/>
                  </a:lnTo>
                  <a:lnTo>
                    <a:pt x="40715" y="32303"/>
                  </a:lnTo>
                  <a:lnTo>
                    <a:pt x="40618" y="27479"/>
                  </a:lnTo>
                  <a:lnTo>
                    <a:pt x="40729" y="25662"/>
                  </a:lnTo>
                  <a:lnTo>
                    <a:pt x="40755" y="25243"/>
                  </a:lnTo>
                  <a:lnTo>
                    <a:pt x="40789" y="24689"/>
                  </a:lnTo>
                  <a:lnTo>
                    <a:pt x="40943" y="23492"/>
                  </a:lnTo>
                  <a:lnTo>
                    <a:pt x="41474" y="19353"/>
                  </a:lnTo>
                  <a:lnTo>
                    <a:pt x="42078" y="16409"/>
                  </a:lnTo>
                  <a:lnTo>
                    <a:pt x="42638" y="16535"/>
                  </a:lnTo>
                  <a:lnTo>
                    <a:pt x="46229" y="17345"/>
                  </a:lnTo>
                  <a:lnTo>
                    <a:pt x="46384" y="17380"/>
                  </a:lnTo>
                  <a:lnTo>
                    <a:pt x="46902" y="17497"/>
                  </a:lnTo>
                  <a:lnTo>
                    <a:pt x="47984" y="17741"/>
                  </a:lnTo>
                  <a:lnTo>
                    <a:pt x="49775" y="18144"/>
                  </a:lnTo>
                  <a:lnTo>
                    <a:pt x="50029" y="16916"/>
                  </a:lnTo>
                  <a:lnTo>
                    <a:pt x="51213" y="11200"/>
                  </a:lnTo>
                  <a:lnTo>
                    <a:pt x="51305" y="10755"/>
                  </a:lnTo>
                  <a:lnTo>
                    <a:pt x="51968" y="10769"/>
                  </a:lnTo>
                  <a:lnTo>
                    <a:pt x="52668" y="10783"/>
                  </a:lnTo>
                  <a:lnTo>
                    <a:pt x="53928" y="10810"/>
                  </a:lnTo>
                  <a:lnTo>
                    <a:pt x="54704" y="10826"/>
                  </a:lnTo>
                  <a:lnTo>
                    <a:pt x="54930" y="10831"/>
                  </a:lnTo>
                  <a:lnTo>
                    <a:pt x="56646" y="10866"/>
                  </a:lnTo>
                  <a:lnTo>
                    <a:pt x="58400" y="10811"/>
                  </a:lnTo>
                  <a:lnTo>
                    <a:pt x="59379" y="10780"/>
                  </a:lnTo>
                  <a:lnTo>
                    <a:pt x="60589" y="10742"/>
                  </a:lnTo>
                  <a:lnTo>
                    <a:pt x="61243" y="10722"/>
                  </a:lnTo>
                  <a:lnTo>
                    <a:pt x="61440" y="10715"/>
                  </a:lnTo>
                  <a:lnTo>
                    <a:pt x="63467" y="10652"/>
                  </a:lnTo>
                  <a:lnTo>
                    <a:pt x="64539" y="10618"/>
                  </a:lnTo>
                  <a:lnTo>
                    <a:pt x="65747" y="10580"/>
                  </a:lnTo>
                  <a:lnTo>
                    <a:pt x="67907" y="10512"/>
                  </a:lnTo>
                  <a:lnTo>
                    <a:pt x="67963" y="16485"/>
                  </a:lnTo>
                  <a:lnTo>
                    <a:pt x="73916" y="11088"/>
                  </a:lnTo>
                  <a:lnTo>
                    <a:pt x="86151" y="0"/>
                  </a:lnTo>
                  <a:lnTo>
                    <a:pt x="89618" y="3818"/>
                  </a:lnTo>
                  <a:lnTo>
                    <a:pt x="90098" y="4345"/>
                  </a:lnTo>
                  <a:lnTo>
                    <a:pt x="91524" y="5916"/>
                  </a:lnTo>
                  <a:lnTo>
                    <a:pt x="91899" y="6329"/>
                  </a:lnTo>
                  <a:lnTo>
                    <a:pt x="92954" y="7491"/>
                  </a:lnTo>
                  <a:lnTo>
                    <a:pt x="90353" y="9747"/>
                  </a:lnTo>
                  <a:lnTo>
                    <a:pt x="89830" y="10200"/>
                  </a:lnTo>
                  <a:lnTo>
                    <a:pt x="85029" y="1436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2" name="pg301"/>
            <p:cNvSpPr/>
            <p:nvPr/>
          </p:nvSpPr>
          <p:spPr>
            <a:xfrm>
              <a:off x="3651033" y="2928870"/>
              <a:ext cx="99041" cy="66347"/>
            </a:xfrm>
            <a:custGeom>
              <a:avLst/>
              <a:pathLst>
                <a:path w="99041" h="66347">
                  <a:moveTo>
                    <a:pt x="96880" y="3735"/>
                  </a:moveTo>
                  <a:lnTo>
                    <a:pt x="99004" y="17455"/>
                  </a:lnTo>
                  <a:lnTo>
                    <a:pt x="99041" y="19205"/>
                  </a:lnTo>
                  <a:lnTo>
                    <a:pt x="98948" y="19763"/>
                  </a:lnTo>
                  <a:lnTo>
                    <a:pt x="98912" y="19980"/>
                  </a:lnTo>
                  <a:lnTo>
                    <a:pt x="98856" y="20317"/>
                  </a:lnTo>
                  <a:lnTo>
                    <a:pt x="98540" y="22212"/>
                  </a:lnTo>
                  <a:lnTo>
                    <a:pt x="98515" y="22363"/>
                  </a:lnTo>
                  <a:lnTo>
                    <a:pt x="98482" y="22560"/>
                  </a:lnTo>
                  <a:lnTo>
                    <a:pt x="98394" y="22882"/>
                  </a:lnTo>
                  <a:lnTo>
                    <a:pt x="97005" y="27985"/>
                  </a:lnTo>
                  <a:lnTo>
                    <a:pt x="96920" y="28296"/>
                  </a:lnTo>
                  <a:lnTo>
                    <a:pt x="96811" y="28698"/>
                  </a:lnTo>
                  <a:lnTo>
                    <a:pt x="96717" y="29043"/>
                  </a:lnTo>
                  <a:lnTo>
                    <a:pt x="96539" y="32084"/>
                  </a:lnTo>
                  <a:lnTo>
                    <a:pt x="97078" y="43603"/>
                  </a:lnTo>
                  <a:lnTo>
                    <a:pt x="97106" y="44142"/>
                  </a:lnTo>
                  <a:lnTo>
                    <a:pt x="97428" y="50303"/>
                  </a:lnTo>
                  <a:lnTo>
                    <a:pt x="98266" y="66347"/>
                  </a:lnTo>
                  <a:lnTo>
                    <a:pt x="97950" y="66336"/>
                  </a:lnTo>
                  <a:lnTo>
                    <a:pt x="97405" y="66317"/>
                  </a:lnTo>
                  <a:lnTo>
                    <a:pt x="97097" y="66306"/>
                  </a:lnTo>
                  <a:lnTo>
                    <a:pt x="95944" y="66265"/>
                  </a:lnTo>
                  <a:lnTo>
                    <a:pt x="95794" y="66259"/>
                  </a:lnTo>
                  <a:lnTo>
                    <a:pt x="95089" y="66234"/>
                  </a:lnTo>
                  <a:lnTo>
                    <a:pt x="95041" y="65649"/>
                  </a:lnTo>
                  <a:lnTo>
                    <a:pt x="94711" y="61672"/>
                  </a:lnTo>
                  <a:lnTo>
                    <a:pt x="94628" y="60676"/>
                  </a:lnTo>
                  <a:lnTo>
                    <a:pt x="94617" y="60542"/>
                  </a:lnTo>
                  <a:lnTo>
                    <a:pt x="94419" y="58140"/>
                  </a:lnTo>
                  <a:lnTo>
                    <a:pt x="93984" y="50513"/>
                  </a:lnTo>
                  <a:lnTo>
                    <a:pt x="93893" y="48917"/>
                  </a:lnTo>
                  <a:lnTo>
                    <a:pt x="93877" y="48596"/>
                  </a:lnTo>
                  <a:lnTo>
                    <a:pt x="93625" y="44385"/>
                  </a:lnTo>
                  <a:lnTo>
                    <a:pt x="85599" y="44867"/>
                  </a:lnTo>
                  <a:lnTo>
                    <a:pt x="79195" y="45251"/>
                  </a:lnTo>
                  <a:lnTo>
                    <a:pt x="68561" y="45714"/>
                  </a:lnTo>
                  <a:lnTo>
                    <a:pt x="67152" y="44940"/>
                  </a:lnTo>
                  <a:lnTo>
                    <a:pt x="66924" y="44814"/>
                  </a:lnTo>
                  <a:lnTo>
                    <a:pt x="66209" y="44422"/>
                  </a:lnTo>
                  <a:lnTo>
                    <a:pt x="65687" y="44135"/>
                  </a:lnTo>
                  <a:lnTo>
                    <a:pt x="62980" y="42648"/>
                  </a:lnTo>
                  <a:lnTo>
                    <a:pt x="62724" y="42507"/>
                  </a:lnTo>
                  <a:lnTo>
                    <a:pt x="58840" y="40374"/>
                  </a:lnTo>
                  <a:lnTo>
                    <a:pt x="54976" y="38251"/>
                  </a:lnTo>
                  <a:lnTo>
                    <a:pt x="54836" y="38174"/>
                  </a:lnTo>
                  <a:lnTo>
                    <a:pt x="52535" y="36910"/>
                  </a:lnTo>
                  <a:lnTo>
                    <a:pt x="51580" y="36672"/>
                  </a:lnTo>
                  <a:lnTo>
                    <a:pt x="47064" y="36871"/>
                  </a:lnTo>
                  <a:lnTo>
                    <a:pt x="47234" y="39386"/>
                  </a:lnTo>
                  <a:lnTo>
                    <a:pt x="42248" y="39718"/>
                  </a:lnTo>
                  <a:lnTo>
                    <a:pt x="37877" y="40010"/>
                  </a:lnTo>
                  <a:lnTo>
                    <a:pt x="37573" y="40070"/>
                  </a:lnTo>
                  <a:lnTo>
                    <a:pt x="36874" y="40805"/>
                  </a:lnTo>
                  <a:lnTo>
                    <a:pt x="36307" y="41402"/>
                  </a:lnTo>
                  <a:lnTo>
                    <a:pt x="35318" y="42441"/>
                  </a:lnTo>
                  <a:lnTo>
                    <a:pt x="34652" y="43143"/>
                  </a:lnTo>
                  <a:lnTo>
                    <a:pt x="34478" y="43326"/>
                  </a:lnTo>
                  <a:lnTo>
                    <a:pt x="34302" y="43510"/>
                  </a:lnTo>
                  <a:lnTo>
                    <a:pt x="34129" y="43693"/>
                  </a:lnTo>
                  <a:lnTo>
                    <a:pt x="33907" y="43759"/>
                  </a:lnTo>
                  <a:lnTo>
                    <a:pt x="33600" y="43851"/>
                  </a:lnTo>
                  <a:lnTo>
                    <a:pt x="31954" y="44345"/>
                  </a:lnTo>
                  <a:lnTo>
                    <a:pt x="30485" y="44786"/>
                  </a:lnTo>
                  <a:lnTo>
                    <a:pt x="29621" y="44923"/>
                  </a:lnTo>
                  <a:lnTo>
                    <a:pt x="29289" y="44975"/>
                  </a:lnTo>
                  <a:lnTo>
                    <a:pt x="27088" y="45324"/>
                  </a:lnTo>
                  <a:lnTo>
                    <a:pt x="26316" y="45446"/>
                  </a:lnTo>
                  <a:lnTo>
                    <a:pt x="25980" y="45499"/>
                  </a:lnTo>
                  <a:lnTo>
                    <a:pt x="24404" y="45748"/>
                  </a:lnTo>
                  <a:lnTo>
                    <a:pt x="24079" y="45799"/>
                  </a:lnTo>
                  <a:lnTo>
                    <a:pt x="22509" y="46048"/>
                  </a:lnTo>
                  <a:lnTo>
                    <a:pt x="21737" y="46170"/>
                  </a:lnTo>
                  <a:lnTo>
                    <a:pt x="21513" y="46170"/>
                  </a:lnTo>
                  <a:lnTo>
                    <a:pt x="21290" y="45848"/>
                  </a:lnTo>
                  <a:lnTo>
                    <a:pt x="20928" y="45326"/>
                  </a:lnTo>
                  <a:lnTo>
                    <a:pt x="20362" y="44509"/>
                  </a:lnTo>
                  <a:lnTo>
                    <a:pt x="19960" y="44488"/>
                  </a:lnTo>
                  <a:lnTo>
                    <a:pt x="19315" y="45011"/>
                  </a:lnTo>
                  <a:lnTo>
                    <a:pt x="19016" y="45189"/>
                  </a:lnTo>
                  <a:lnTo>
                    <a:pt x="18542" y="44701"/>
                  </a:lnTo>
                  <a:lnTo>
                    <a:pt x="18329" y="44483"/>
                  </a:lnTo>
                  <a:lnTo>
                    <a:pt x="18161" y="44310"/>
                  </a:lnTo>
                  <a:lnTo>
                    <a:pt x="17514" y="43645"/>
                  </a:lnTo>
                  <a:lnTo>
                    <a:pt x="16577" y="42860"/>
                  </a:lnTo>
                  <a:lnTo>
                    <a:pt x="16222" y="42563"/>
                  </a:lnTo>
                  <a:lnTo>
                    <a:pt x="15639" y="42210"/>
                  </a:lnTo>
                  <a:lnTo>
                    <a:pt x="15439" y="42147"/>
                  </a:lnTo>
                  <a:lnTo>
                    <a:pt x="15039" y="42023"/>
                  </a:lnTo>
                  <a:lnTo>
                    <a:pt x="14079" y="41723"/>
                  </a:lnTo>
                  <a:lnTo>
                    <a:pt x="13770" y="41627"/>
                  </a:lnTo>
                  <a:lnTo>
                    <a:pt x="13624" y="41581"/>
                  </a:lnTo>
                  <a:lnTo>
                    <a:pt x="13385" y="41633"/>
                  </a:lnTo>
                  <a:lnTo>
                    <a:pt x="13122" y="41691"/>
                  </a:lnTo>
                  <a:lnTo>
                    <a:pt x="13100" y="39316"/>
                  </a:lnTo>
                  <a:lnTo>
                    <a:pt x="14472" y="36692"/>
                  </a:lnTo>
                  <a:lnTo>
                    <a:pt x="11937" y="34545"/>
                  </a:lnTo>
                  <a:lnTo>
                    <a:pt x="13846" y="31414"/>
                  </a:lnTo>
                  <a:lnTo>
                    <a:pt x="12146" y="29863"/>
                  </a:lnTo>
                  <a:lnTo>
                    <a:pt x="10565" y="27209"/>
                  </a:lnTo>
                  <a:lnTo>
                    <a:pt x="7106" y="27955"/>
                  </a:lnTo>
                  <a:lnTo>
                    <a:pt x="2544" y="23720"/>
                  </a:lnTo>
                  <a:lnTo>
                    <a:pt x="3647" y="22289"/>
                  </a:lnTo>
                  <a:lnTo>
                    <a:pt x="0" y="18892"/>
                  </a:lnTo>
                  <a:lnTo>
                    <a:pt x="538" y="16563"/>
                  </a:lnTo>
                  <a:lnTo>
                    <a:pt x="3365" y="13243"/>
                  </a:lnTo>
                  <a:lnTo>
                    <a:pt x="1861" y="6056"/>
                  </a:lnTo>
                  <a:lnTo>
                    <a:pt x="3248" y="5775"/>
                  </a:lnTo>
                  <a:lnTo>
                    <a:pt x="4070" y="5630"/>
                  </a:lnTo>
                  <a:lnTo>
                    <a:pt x="5412" y="5379"/>
                  </a:lnTo>
                  <a:lnTo>
                    <a:pt x="8328" y="4835"/>
                  </a:lnTo>
                  <a:lnTo>
                    <a:pt x="11740" y="4198"/>
                  </a:lnTo>
                  <a:lnTo>
                    <a:pt x="12815" y="4347"/>
                  </a:lnTo>
                  <a:lnTo>
                    <a:pt x="15335" y="4867"/>
                  </a:lnTo>
                  <a:lnTo>
                    <a:pt x="16348" y="5081"/>
                  </a:lnTo>
                  <a:lnTo>
                    <a:pt x="17679" y="5021"/>
                  </a:lnTo>
                  <a:lnTo>
                    <a:pt x="21024" y="5062"/>
                  </a:lnTo>
                  <a:lnTo>
                    <a:pt x="21176" y="5063"/>
                  </a:lnTo>
                  <a:lnTo>
                    <a:pt x="23563" y="5241"/>
                  </a:lnTo>
                  <a:lnTo>
                    <a:pt x="23872" y="5247"/>
                  </a:lnTo>
                  <a:lnTo>
                    <a:pt x="24503" y="5261"/>
                  </a:lnTo>
                  <a:lnTo>
                    <a:pt x="26913" y="5257"/>
                  </a:lnTo>
                  <a:lnTo>
                    <a:pt x="27183" y="5257"/>
                  </a:lnTo>
                  <a:lnTo>
                    <a:pt x="28621" y="5847"/>
                  </a:lnTo>
                  <a:lnTo>
                    <a:pt x="29348" y="6145"/>
                  </a:lnTo>
                  <a:lnTo>
                    <a:pt x="29608" y="6251"/>
                  </a:lnTo>
                  <a:lnTo>
                    <a:pt x="30009" y="6449"/>
                  </a:lnTo>
                  <a:lnTo>
                    <a:pt x="30558" y="6720"/>
                  </a:lnTo>
                  <a:lnTo>
                    <a:pt x="31757" y="7022"/>
                  </a:lnTo>
                  <a:lnTo>
                    <a:pt x="31943" y="6972"/>
                  </a:lnTo>
                  <a:lnTo>
                    <a:pt x="33527" y="6556"/>
                  </a:lnTo>
                  <a:lnTo>
                    <a:pt x="36381" y="6589"/>
                  </a:lnTo>
                  <a:lnTo>
                    <a:pt x="39144" y="6451"/>
                  </a:lnTo>
                  <a:lnTo>
                    <a:pt x="39371" y="6440"/>
                  </a:lnTo>
                  <a:lnTo>
                    <a:pt x="42081" y="6304"/>
                  </a:lnTo>
                  <a:lnTo>
                    <a:pt x="43223" y="6248"/>
                  </a:lnTo>
                  <a:lnTo>
                    <a:pt x="44400" y="6189"/>
                  </a:lnTo>
                  <a:lnTo>
                    <a:pt x="45226" y="6148"/>
                  </a:lnTo>
                  <a:lnTo>
                    <a:pt x="45180" y="7343"/>
                  </a:lnTo>
                  <a:lnTo>
                    <a:pt x="46797" y="7172"/>
                  </a:lnTo>
                  <a:lnTo>
                    <a:pt x="47314" y="7117"/>
                  </a:lnTo>
                  <a:lnTo>
                    <a:pt x="48208" y="6986"/>
                  </a:lnTo>
                  <a:lnTo>
                    <a:pt x="49021" y="6867"/>
                  </a:lnTo>
                  <a:lnTo>
                    <a:pt x="49627" y="6840"/>
                  </a:lnTo>
                  <a:lnTo>
                    <a:pt x="50737" y="6549"/>
                  </a:lnTo>
                  <a:lnTo>
                    <a:pt x="51133" y="6445"/>
                  </a:lnTo>
                  <a:lnTo>
                    <a:pt x="51304" y="6428"/>
                  </a:lnTo>
                  <a:lnTo>
                    <a:pt x="51599" y="6400"/>
                  </a:lnTo>
                  <a:lnTo>
                    <a:pt x="52147" y="6347"/>
                  </a:lnTo>
                  <a:lnTo>
                    <a:pt x="52442" y="6318"/>
                  </a:lnTo>
                  <a:lnTo>
                    <a:pt x="52836" y="6374"/>
                  </a:lnTo>
                  <a:lnTo>
                    <a:pt x="53050" y="6714"/>
                  </a:lnTo>
                  <a:lnTo>
                    <a:pt x="53249" y="7030"/>
                  </a:lnTo>
                  <a:lnTo>
                    <a:pt x="53481" y="7400"/>
                  </a:lnTo>
                  <a:lnTo>
                    <a:pt x="53646" y="7662"/>
                  </a:lnTo>
                  <a:lnTo>
                    <a:pt x="53909" y="7611"/>
                  </a:lnTo>
                  <a:lnTo>
                    <a:pt x="54822" y="7436"/>
                  </a:lnTo>
                  <a:lnTo>
                    <a:pt x="55462" y="7313"/>
                  </a:lnTo>
                  <a:lnTo>
                    <a:pt x="55618" y="7283"/>
                  </a:lnTo>
                  <a:lnTo>
                    <a:pt x="56414" y="7130"/>
                  </a:lnTo>
                  <a:lnTo>
                    <a:pt x="60057" y="7470"/>
                  </a:lnTo>
                  <a:lnTo>
                    <a:pt x="60595" y="7320"/>
                  </a:lnTo>
                  <a:lnTo>
                    <a:pt x="60847" y="7218"/>
                  </a:lnTo>
                  <a:lnTo>
                    <a:pt x="62302" y="7387"/>
                  </a:lnTo>
                  <a:lnTo>
                    <a:pt x="65248" y="7732"/>
                  </a:lnTo>
                  <a:lnTo>
                    <a:pt x="65180" y="8369"/>
                  </a:lnTo>
                  <a:lnTo>
                    <a:pt x="66020" y="8506"/>
                  </a:lnTo>
                  <a:lnTo>
                    <a:pt x="70052" y="9161"/>
                  </a:lnTo>
                  <a:lnTo>
                    <a:pt x="70516" y="9236"/>
                  </a:lnTo>
                  <a:lnTo>
                    <a:pt x="70867" y="9359"/>
                  </a:lnTo>
                  <a:lnTo>
                    <a:pt x="71082" y="9434"/>
                  </a:lnTo>
                  <a:lnTo>
                    <a:pt x="71449" y="9562"/>
                  </a:lnTo>
                  <a:lnTo>
                    <a:pt x="71765" y="9638"/>
                  </a:lnTo>
                  <a:lnTo>
                    <a:pt x="71969" y="9455"/>
                  </a:lnTo>
                  <a:lnTo>
                    <a:pt x="72816" y="8694"/>
                  </a:lnTo>
                  <a:lnTo>
                    <a:pt x="73302" y="8259"/>
                  </a:lnTo>
                  <a:lnTo>
                    <a:pt x="75967" y="5866"/>
                  </a:lnTo>
                  <a:lnTo>
                    <a:pt x="76434" y="5447"/>
                  </a:lnTo>
                  <a:lnTo>
                    <a:pt x="76611" y="5288"/>
                  </a:lnTo>
                  <a:lnTo>
                    <a:pt x="80494" y="2854"/>
                  </a:lnTo>
                  <a:lnTo>
                    <a:pt x="80794" y="2795"/>
                  </a:lnTo>
                  <a:lnTo>
                    <a:pt x="81568" y="2644"/>
                  </a:lnTo>
                  <a:lnTo>
                    <a:pt x="82022" y="2556"/>
                  </a:lnTo>
                  <a:lnTo>
                    <a:pt x="87531" y="1482"/>
                  </a:lnTo>
                  <a:lnTo>
                    <a:pt x="88043" y="1395"/>
                  </a:lnTo>
                  <a:lnTo>
                    <a:pt x="93883" y="408"/>
                  </a:lnTo>
                  <a:lnTo>
                    <a:pt x="94300" y="338"/>
                  </a:lnTo>
                  <a:lnTo>
                    <a:pt x="94522" y="300"/>
                  </a:lnTo>
                  <a:lnTo>
                    <a:pt x="95208" y="184"/>
                  </a:lnTo>
                  <a:lnTo>
                    <a:pt x="95581" y="121"/>
                  </a:lnTo>
                  <a:lnTo>
                    <a:pt x="96302" y="0"/>
                  </a:lnTo>
                  <a:lnTo>
                    <a:pt x="96513" y="1363"/>
                  </a:lnTo>
                  <a:lnTo>
                    <a:pt x="96815" y="331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3" name="pg302"/>
            <p:cNvSpPr/>
            <p:nvPr/>
          </p:nvSpPr>
          <p:spPr>
            <a:xfrm>
              <a:off x="3609446" y="2965542"/>
              <a:ext cx="137530" cy="53388"/>
            </a:xfrm>
            <a:custGeom>
              <a:avLst/>
              <a:pathLst>
                <a:path w="137530" h="53388">
                  <a:moveTo>
                    <a:pt x="108740" y="8268"/>
                  </a:moveTo>
                  <a:lnTo>
                    <a:pt x="110148" y="9041"/>
                  </a:lnTo>
                  <a:lnTo>
                    <a:pt x="120810" y="8577"/>
                  </a:lnTo>
                  <a:lnTo>
                    <a:pt x="127186" y="8195"/>
                  </a:lnTo>
                  <a:lnTo>
                    <a:pt x="135254" y="7713"/>
                  </a:lnTo>
                  <a:lnTo>
                    <a:pt x="135464" y="11926"/>
                  </a:lnTo>
                  <a:lnTo>
                    <a:pt x="135482" y="12269"/>
                  </a:lnTo>
                  <a:lnTo>
                    <a:pt x="135571" y="13843"/>
                  </a:lnTo>
                  <a:lnTo>
                    <a:pt x="136008" y="21505"/>
                  </a:lnTo>
                  <a:lnTo>
                    <a:pt x="136204" y="23870"/>
                  </a:lnTo>
                  <a:lnTo>
                    <a:pt x="136215" y="24003"/>
                  </a:lnTo>
                  <a:lnTo>
                    <a:pt x="136298" y="25000"/>
                  </a:lnTo>
                  <a:lnTo>
                    <a:pt x="136632" y="29025"/>
                  </a:lnTo>
                  <a:lnTo>
                    <a:pt x="136677" y="29562"/>
                  </a:lnTo>
                  <a:lnTo>
                    <a:pt x="137381" y="29587"/>
                  </a:lnTo>
                  <a:lnTo>
                    <a:pt x="137530" y="29595"/>
                  </a:lnTo>
                  <a:lnTo>
                    <a:pt x="137411" y="29888"/>
                  </a:lnTo>
                  <a:lnTo>
                    <a:pt x="137136" y="30565"/>
                  </a:lnTo>
                  <a:lnTo>
                    <a:pt x="136662" y="31732"/>
                  </a:lnTo>
                  <a:lnTo>
                    <a:pt x="135716" y="34058"/>
                  </a:lnTo>
                  <a:lnTo>
                    <a:pt x="135514" y="34556"/>
                  </a:lnTo>
                  <a:lnTo>
                    <a:pt x="135083" y="35614"/>
                  </a:lnTo>
                  <a:lnTo>
                    <a:pt x="134656" y="36666"/>
                  </a:lnTo>
                  <a:lnTo>
                    <a:pt x="134509" y="37028"/>
                  </a:lnTo>
                  <a:lnTo>
                    <a:pt x="134304" y="37532"/>
                  </a:lnTo>
                  <a:lnTo>
                    <a:pt x="132587" y="41743"/>
                  </a:lnTo>
                  <a:lnTo>
                    <a:pt x="132413" y="42150"/>
                  </a:lnTo>
                  <a:lnTo>
                    <a:pt x="131822" y="43527"/>
                  </a:lnTo>
                  <a:lnTo>
                    <a:pt x="130992" y="45462"/>
                  </a:lnTo>
                  <a:lnTo>
                    <a:pt x="130404" y="46833"/>
                  </a:lnTo>
                  <a:lnTo>
                    <a:pt x="129893" y="48026"/>
                  </a:lnTo>
                  <a:lnTo>
                    <a:pt x="129488" y="48969"/>
                  </a:lnTo>
                  <a:lnTo>
                    <a:pt x="129331" y="49335"/>
                  </a:lnTo>
                  <a:lnTo>
                    <a:pt x="128541" y="51178"/>
                  </a:lnTo>
                  <a:lnTo>
                    <a:pt x="128195" y="51984"/>
                  </a:lnTo>
                  <a:lnTo>
                    <a:pt x="127942" y="52573"/>
                  </a:lnTo>
                  <a:lnTo>
                    <a:pt x="127822" y="52853"/>
                  </a:lnTo>
                  <a:lnTo>
                    <a:pt x="127721" y="53090"/>
                  </a:lnTo>
                  <a:lnTo>
                    <a:pt x="127542" y="53388"/>
                  </a:lnTo>
                  <a:lnTo>
                    <a:pt x="127267" y="53275"/>
                  </a:lnTo>
                  <a:lnTo>
                    <a:pt x="126638" y="53017"/>
                  </a:lnTo>
                  <a:lnTo>
                    <a:pt x="126393" y="52916"/>
                  </a:lnTo>
                  <a:lnTo>
                    <a:pt x="121960" y="51096"/>
                  </a:lnTo>
                  <a:lnTo>
                    <a:pt x="119501" y="50086"/>
                  </a:lnTo>
                  <a:lnTo>
                    <a:pt x="118009" y="49474"/>
                  </a:lnTo>
                  <a:lnTo>
                    <a:pt x="117749" y="49367"/>
                  </a:lnTo>
                  <a:lnTo>
                    <a:pt x="113871" y="47775"/>
                  </a:lnTo>
                  <a:lnTo>
                    <a:pt x="113480" y="47614"/>
                  </a:lnTo>
                  <a:lnTo>
                    <a:pt x="113223" y="47509"/>
                  </a:lnTo>
                  <a:lnTo>
                    <a:pt x="112302" y="47130"/>
                  </a:lnTo>
                  <a:lnTo>
                    <a:pt x="108997" y="45773"/>
                  </a:lnTo>
                  <a:lnTo>
                    <a:pt x="107509" y="45163"/>
                  </a:lnTo>
                  <a:lnTo>
                    <a:pt x="106541" y="44503"/>
                  </a:lnTo>
                  <a:lnTo>
                    <a:pt x="106359" y="44379"/>
                  </a:lnTo>
                  <a:lnTo>
                    <a:pt x="106260" y="44227"/>
                  </a:lnTo>
                  <a:lnTo>
                    <a:pt x="106374" y="43953"/>
                  </a:lnTo>
                  <a:lnTo>
                    <a:pt x="106215" y="43585"/>
                  </a:lnTo>
                  <a:lnTo>
                    <a:pt x="105908" y="43114"/>
                  </a:lnTo>
                  <a:lnTo>
                    <a:pt x="105855" y="42489"/>
                  </a:lnTo>
                  <a:lnTo>
                    <a:pt x="105802" y="41857"/>
                  </a:lnTo>
                  <a:lnTo>
                    <a:pt x="105733" y="41040"/>
                  </a:lnTo>
                  <a:lnTo>
                    <a:pt x="105710" y="40769"/>
                  </a:lnTo>
                  <a:lnTo>
                    <a:pt x="95894" y="41657"/>
                  </a:lnTo>
                  <a:lnTo>
                    <a:pt x="94212" y="41757"/>
                  </a:lnTo>
                  <a:lnTo>
                    <a:pt x="90456" y="41980"/>
                  </a:lnTo>
                  <a:lnTo>
                    <a:pt x="90341" y="40104"/>
                  </a:lnTo>
                  <a:lnTo>
                    <a:pt x="90253" y="38681"/>
                  </a:lnTo>
                  <a:lnTo>
                    <a:pt x="90180" y="37499"/>
                  </a:lnTo>
                  <a:lnTo>
                    <a:pt x="90183" y="37328"/>
                  </a:lnTo>
                  <a:lnTo>
                    <a:pt x="90188" y="37002"/>
                  </a:lnTo>
                  <a:lnTo>
                    <a:pt x="90195" y="36828"/>
                  </a:lnTo>
                  <a:lnTo>
                    <a:pt x="90419" y="36826"/>
                  </a:lnTo>
                  <a:lnTo>
                    <a:pt x="92812" y="36796"/>
                  </a:lnTo>
                  <a:lnTo>
                    <a:pt x="92811" y="36333"/>
                  </a:lnTo>
                  <a:lnTo>
                    <a:pt x="92810" y="35785"/>
                  </a:lnTo>
                  <a:lnTo>
                    <a:pt x="92809" y="35259"/>
                  </a:lnTo>
                  <a:lnTo>
                    <a:pt x="92807" y="34569"/>
                  </a:lnTo>
                  <a:lnTo>
                    <a:pt x="92805" y="33735"/>
                  </a:lnTo>
                  <a:lnTo>
                    <a:pt x="92805" y="33525"/>
                  </a:lnTo>
                  <a:lnTo>
                    <a:pt x="92804" y="33143"/>
                  </a:lnTo>
                  <a:lnTo>
                    <a:pt x="93329" y="32958"/>
                  </a:lnTo>
                  <a:lnTo>
                    <a:pt x="93709" y="32589"/>
                  </a:lnTo>
                  <a:lnTo>
                    <a:pt x="93685" y="32401"/>
                  </a:lnTo>
                  <a:lnTo>
                    <a:pt x="93573" y="31502"/>
                  </a:lnTo>
                  <a:lnTo>
                    <a:pt x="93515" y="31010"/>
                  </a:lnTo>
                  <a:lnTo>
                    <a:pt x="93611" y="29913"/>
                  </a:lnTo>
                  <a:lnTo>
                    <a:pt x="93638" y="29606"/>
                  </a:lnTo>
                  <a:lnTo>
                    <a:pt x="93578" y="29467"/>
                  </a:lnTo>
                  <a:lnTo>
                    <a:pt x="92773" y="27612"/>
                  </a:lnTo>
                  <a:lnTo>
                    <a:pt x="92053" y="27329"/>
                  </a:lnTo>
                  <a:lnTo>
                    <a:pt x="90347" y="26656"/>
                  </a:lnTo>
                  <a:lnTo>
                    <a:pt x="90605" y="26169"/>
                  </a:lnTo>
                  <a:lnTo>
                    <a:pt x="90858" y="25689"/>
                  </a:lnTo>
                  <a:lnTo>
                    <a:pt x="91186" y="25027"/>
                  </a:lnTo>
                  <a:lnTo>
                    <a:pt x="89643" y="24325"/>
                  </a:lnTo>
                  <a:lnTo>
                    <a:pt x="89475" y="24248"/>
                  </a:lnTo>
                  <a:lnTo>
                    <a:pt x="89182" y="24187"/>
                  </a:lnTo>
                  <a:lnTo>
                    <a:pt x="87136" y="23757"/>
                  </a:lnTo>
                  <a:lnTo>
                    <a:pt x="86469" y="23617"/>
                  </a:lnTo>
                  <a:lnTo>
                    <a:pt x="86174" y="23555"/>
                  </a:lnTo>
                  <a:lnTo>
                    <a:pt x="85706" y="23457"/>
                  </a:lnTo>
                  <a:lnTo>
                    <a:pt x="85458" y="23642"/>
                  </a:lnTo>
                  <a:lnTo>
                    <a:pt x="85274" y="24658"/>
                  </a:lnTo>
                  <a:lnTo>
                    <a:pt x="85191" y="25114"/>
                  </a:lnTo>
                  <a:lnTo>
                    <a:pt x="84876" y="26857"/>
                  </a:lnTo>
                  <a:lnTo>
                    <a:pt x="84366" y="26725"/>
                  </a:lnTo>
                  <a:lnTo>
                    <a:pt x="84012" y="26633"/>
                  </a:lnTo>
                  <a:lnTo>
                    <a:pt x="83740" y="26563"/>
                  </a:lnTo>
                  <a:lnTo>
                    <a:pt x="83472" y="26493"/>
                  </a:lnTo>
                  <a:lnTo>
                    <a:pt x="82942" y="26356"/>
                  </a:lnTo>
                  <a:lnTo>
                    <a:pt x="82625" y="26274"/>
                  </a:lnTo>
                  <a:lnTo>
                    <a:pt x="81668" y="26049"/>
                  </a:lnTo>
                  <a:lnTo>
                    <a:pt x="80580" y="25793"/>
                  </a:lnTo>
                  <a:lnTo>
                    <a:pt x="79554" y="25769"/>
                  </a:lnTo>
                  <a:lnTo>
                    <a:pt x="77359" y="25644"/>
                  </a:lnTo>
                  <a:lnTo>
                    <a:pt x="77181" y="25571"/>
                  </a:lnTo>
                  <a:lnTo>
                    <a:pt x="77019" y="27175"/>
                  </a:lnTo>
                  <a:lnTo>
                    <a:pt x="76131" y="27546"/>
                  </a:lnTo>
                  <a:lnTo>
                    <a:pt x="74344" y="28292"/>
                  </a:lnTo>
                  <a:lnTo>
                    <a:pt x="73997" y="28437"/>
                  </a:lnTo>
                  <a:lnTo>
                    <a:pt x="73804" y="28497"/>
                  </a:lnTo>
                  <a:lnTo>
                    <a:pt x="73104" y="28715"/>
                  </a:lnTo>
                  <a:lnTo>
                    <a:pt x="70990" y="29373"/>
                  </a:lnTo>
                  <a:lnTo>
                    <a:pt x="70434" y="29737"/>
                  </a:lnTo>
                  <a:lnTo>
                    <a:pt x="69593" y="30287"/>
                  </a:lnTo>
                  <a:lnTo>
                    <a:pt x="68824" y="30790"/>
                  </a:lnTo>
                  <a:lnTo>
                    <a:pt x="68071" y="31283"/>
                  </a:lnTo>
                  <a:lnTo>
                    <a:pt x="66733" y="32157"/>
                  </a:lnTo>
                  <a:lnTo>
                    <a:pt x="66558" y="32272"/>
                  </a:lnTo>
                  <a:lnTo>
                    <a:pt x="65944" y="32673"/>
                  </a:lnTo>
                  <a:lnTo>
                    <a:pt x="65753" y="32799"/>
                  </a:lnTo>
                  <a:lnTo>
                    <a:pt x="65594" y="32800"/>
                  </a:lnTo>
                  <a:lnTo>
                    <a:pt x="64946" y="32804"/>
                  </a:lnTo>
                  <a:lnTo>
                    <a:pt x="63754" y="31709"/>
                  </a:lnTo>
                  <a:lnTo>
                    <a:pt x="59877" y="29383"/>
                  </a:lnTo>
                  <a:lnTo>
                    <a:pt x="58207" y="31888"/>
                  </a:lnTo>
                  <a:lnTo>
                    <a:pt x="51528" y="29204"/>
                  </a:lnTo>
                  <a:lnTo>
                    <a:pt x="30177" y="32127"/>
                  </a:lnTo>
                  <a:lnTo>
                    <a:pt x="28089" y="26163"/>
                  </a:lnTo>
                  <a:lnTo>
                    <a:pt x="32264" y="25566"/>
                  </a:lnTo>
                  <a:lnTo>
                    <a:pt x="32085" y="23002"/>
                  </a:lnTo>
                  <a:lnTo>
                    <a:pt x="27255" y="23300"/>
                  </a:lnTo>
                  <a:lnTo>
                    <a:pt x="13299" y="19245"/>
                  </a:lnTo>
                  <a:lnTo>
                    <a:pt x="13955" y="15666"/>
                  </a:lnTo>
                  <a:lnTo>
                    <a:pt x="0" y="11432"/>
                  </a:lnTo>
                  <a:lnTo>
                    <a:pt x="2634" y="4872"/>
                  </a:lnTo>
                  <a:lnTo>
                    <a:pt x="13120" y="6899"/>
                  </a:lnTo>
                  <a:lnTo>
                    <a:pt x="14730" y="9762"/>
                  </a:lnTo>
                  <a:lnTo>
                    <a:pt x="24571" y="10180"/>
                  </a:lnTo>
                  <a:lnTo>
                    <a:pt x="26062" y="13281"/>
                  </a:lnTo>
                  <a:lnTo>
                    <a:pt x="30356" y="14593"/>
                  </a:lnTo>
                  <a:lnTo>
                    <a:pt x="31191" y="14056"/>
                  </a:lnTo>
                  <a:lnTo>
                    <a:pt x="30535" y="12565"/>
                  </a:lnTo>
                  <a:lnTo>
                    <a:pt x="49977" y="6840"/>
                  </a:lnTo>
                  <a:lnTo>
                    <a:pt x="50693" y="7854"/>
                  </a:lnTo>
                  <a:lnTo>
                    <a:pt x="54510" y="6422"/>
                  </a:lnTo>
                  <a:lnTo>
                    <a:pt x="54797" y="5000"/>
                  </a:lnTo>
                  <a:lnTo>
                    <a:pt x="54974" y="4961"/>
                  </a:lnTo>
                  <a:lnTo>
                    <a:pt x="55211" y="4909"/>
                  </a:lnTo>
                  <a:lnTo>
                    <a:pt x="55357" y="4954"/>
                  </a:lnTo>
                  <a:lnTo>
                    <a:pt x="55666" y="5051"/>
                  </a:lnTo>
                  <a:lnTo>
                    <a:pt x="56626" y="5350"/>
                  </a:lnTo>
                  <a:lnTo>
                    <a:pt x="57026" y="5475"/>
                  </a:lnTo>
                  <a:lnTo>
                    <a:pt x="57226" y="5537"/>
                  </a:lnTo>
                  <a:lnTo>
                    <a:pt x="57809" y="5891"/>
                  </a:lnTo>
                  <a:lnTo>
                    <a:pt x="58165" y="6188"/>
                  </a:lnTo>
                  <a:lnTo>
                    <a:pt x="59164" y="7037"/>
                  </a:lnTo>
                  <a:lnTo>
                    <a:pt x="59748" y="7638"/>
                  </a:lnTo>
                  <a:lnTo>
                    <a:pt x="59921" y="7816"/>
                  </a:lnTo>
                  <a:lnTo>
                    <a:pt x="60129" y="8029"/>
                  </a:lnTo>
                  <a:lnTo>
                    <a:pt x="60639" y="8553"/>
                  </a:lnTo>
                  <a:lnTo>
                    <a:pt x="60942" y="8307"/>
                  </a:lnTo>
                  <a:lnTo>
                    <a:pt x="61795" y="7614"/>
                  </a:lnTo>
                  <a:lnTo>
                    <a:pt x="61949" y="7837"/>
                  </a:lnTo>
                  <a:lnTo>
                    <a:pt x="62556" y="8712"/>
                  </a:lnTo>
                  <a:lnTo>
                    <a:pt x="62877" y="9176"/>
                  </a:lnTo>
                  <a:lnTo>
                    <a:pt x="63122" y="9530"/>
                  </a:lnTo>
                  <a:lnTo>
                    <a:pt x="63324" y="9498"/>
                  </a:lnTo>
                  <a:lnTo>
                    <a:pt x="64096" y="9375"/>
                  </a:lnTo>
                  <a:lnTo>
                    <a:pt x="65666" y="9127"/>
                  </a:lnTo>
                  <a:lnTo>
                    <a:pt x="65991" y="9076"/>
                  </a:lnTo>
                  <a:lnTo>
                    <a:pt x="67568" y="8827"/>
                  </a:lnTo>
                  <a:lnTo>
                    <a:pt x="67903" y="8774"/>
                  </a:lnTo>
                  <a:lnTo>
                    <a:pt x="68675" y="8651"/>
                  </a:lnTo>
                  <a:lnTo>
                    <a:pt x="70877" y="8303"/>
                  </a:lnTo>
                  <a:lnTo>
                    <a:pt x="71208" y="8251"/>
                  </a:lnTo>
                  <a:lnTo>
                    <a:pt x="72072" y="8114"/>
                  </a:lnTo>
                  <a:lnTo>
                    <a:pt x="73541" y="7673"/>
                  </a:lnTo>
                  <a:lnTo>
                    <a:pt x="75188" y="7179"/>
                  </a:lnTo>
                  <a:lnTo>
                    <a:pt x="75494" y="7087"/>
                  </a:lnTo>
                  <a:lnTo>
                    <a:pt x="75716" y="7021"/>
                  </a:lnTo>
                  <a:lnTo>
                    <a:pt x="75889" y="6838"/>
                  </a:lnTo>
                  <a:lnTo>
                    <a:pt x="76065" y="6654"/>
                  </a:lnTo>
                  <a:lnTo>
                    <a:pt x="76239" y="6470"/>
                  </a:lnTo>
                  <a:lnTo>
                    <a:pt x="77024" y="5644"/>
                  </a:lnTo>
                  <a:lnTo>
                    <a:pt x="77894" y="4729"/>
                  </a:lnTo>
                  <a:lnTo>
                    <a:pt x="78461" y="4133"/>
                  </a:lnTo>
                  <a:lnTo>
                    <a:pt x="79160" y="3398"/>
                  </a:lnTo>
                  <a:lnTo>
                    <a:pt x="79481" y="3337"/>
                  </a:lnTo>
                  <a:lnTo>
                    <a:pt x="83835" y="3046"/>
                  </a:lnTo>
                  <a:lnTo>
                    <a:pt x="88918" y="2707"/>
                  </a:lnTo>
                  <a:lnTo>
                    <a:pt x="88678" y="195"/>
                  </a:lnTo>
                  <a:lnTo>
                    <a:pt x="93168" y="0"/>
                  </a:lnTo>
                  <a:lnTo>
                    <a:pt x="94122" y="238"/>
                  </a:lnTo>
                  <a:lnTo>
                    <a:pt x="96423" y="1502"/>
                  </a:lnTo>
                  <a:lnTo>
                    <a:pt x="96563" y="1579"/>
                  </a:lnTo>
                  <a:lnTo>
                    <a:pt x="100519" y="3752"/>
                  </a:lnTo>
                  <a:lnTo>
                    <a:pt x="104390" y="5878"/>
                  </a:lnTo>
                  <a:lnTo>
                    <a:pt x="104661" y="6027"/>
                  </a:lnTo>
                  <a:lnTo>
                    <a:pt x="107274" y="7463"/>
                  </a:lnTo>
                  <a:lnTo>
                    <a:pt x="107797" y="7750"/>
                  </a:lnTo>
                  <a:lnTo>
                    <a:pt x="108575" y="817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4" name="pg303"/>
            <p:cNvSpPr/>
            <p:nvPr/>
          </p:nvSpPr>
          <p:spPr>
            <a:xfrm>
              <a:off x="3665997" y="2988999"/>
              <a:ext cx="96794" cy="71984"/>
            </a:xfrm>
            <a:custGeom>
              <a:avLst/>
              <a:pathLst>
                <a:path w="96794" h="71984">
                  <a:moveTo>
                    <a:pt x="33860" y="3225"/>
                  </a:moveTo>
                  <a:lnTo>
                    <a:pt x="35502" y="3871"/>
                  </a:lnTo>
                  <a:lnTo>
                    <a:pt x="36221" y="4155"/>
                  </a:lnTo>
                  <a:lnTo>
                    <a:pt x="37026" y="6010"/>
                  </a:lnTo>
                  <a:lnTo>
                    <a:pt x="37082" y="6203"/>
                  </a:lnTo>
                  <a:lnTo>
                    <a:pt x="37059" y="6456"/>
                  </a:lnTo>
                  <a:lnTo>
                    <a:pt x="36962" y="7573"/>
                  </a:lnTo>
                  <a:lnTo>
                    <a:pt x="37021" y="8045"/>
                  </a:lnTo>
                  <a:lnTo>
                    <a:pt x="37134" y="8943"/>
                  </a:lnTo>
                  <a:lnTo>
                    <a:pt x="37153" y="9368"/>
                  </a:lnTo>
                  <a:lnTo>
                    <a:pt x="36777" y="9501"/>
                  </a:lnTo>
                  <a:lnTo>
                    <a:pt x="36253" y="9686"/>
                  </a:lnTo>
                  <a:lnTo>
                    <a:pt x="36253" y="10097"/>
                  </a:lnTo>
                  <a:lnTo>
                    <a:pt x="36254" y="10278"/>
                  </a:lnTo>
                  <a:lnTo>
                    <a:pt x="36256" y="11112"/>
                  </a:lnTo>
                  <a:lnTo>
                    <a:pt x="36257" y="11802"/>
                  </a:lnTo>
                  <a:lnTo>
                    <a:pt x="36259" y="12328"/>
                  </a:lnTo>
                  <a:lnTo>
                    <a:pt x="36260" y="12994"/>
                  </a:lnTo>
                  <a:lnTo>
                    <a:pt x="36261" y="13339"/>
                  </a:lnTo>
                  <a:lnTo>
                    <a:pt x="33868" y="13368"/>
                  </a:lnTo>
                  <a:lnTo>
                    <a:pt x="33639" y="13371"/>
                  </a:lnTo>
                  <a:lnTo>
                    <a:pt x="33636" y="13545"/>
                  </a:lnTo>
                  <a:lnTo>
                    <a:pt x="33631" y="13871"/>
                  </a:lnTo>
                  <a:lnTo>
                    <a:pt x="33628" y="14042"/>
                  </a:lnTo>
                  <a:lnTo>
                    <a:pt x="33701" y="15223"/>
                  </a:lnTo>
                  <a:lnTo>
                    <a:pt x="33789" y="16647"/>
                  </a:lnTo>
                  <a:lnTo>
                    <a:pt x="33905" y="18523"/>
                  </a:lnTo>
                  <a:lnTo>
                    <a:pt x="37660" y="18300"/>
                  </a:lnTo>
                  <a:lnTo>
                    <a:pt x="39342" y="18200"/>
                  </a:lnTo>
                  <a:lnTo>
                    <a:pt x="49158" y="17312"/>
                  </a:lnTo>
                  <a:lnTo>
                    <a:pt x="49181" y="17583"/>
                  </a:lnTo>
                  <a:lnTo>
                    <a:pt x="49250" y="18399"/>
                  </a:lnTo>
                  <a:lnTo>
                    <a:pt x="49304" y="19032"/>
                  </a:lnTo>
                  <a:lnTo>
                    <a:pt x="49357" y="19657"/>
                  </a:lnTo>
                  <a:lnTo>
                    <a:pt x="49663" y="20128"/>
                  </a:lnTo>
                  <a:lnTo>
                    <a:pt x="49800" y="20550"/>
                  </a:lnTo>
                  <a:lnTo>
                    <a:pt x="49708" y="20770"/>
                  </a:lnTo>
                  <a:lnTo>
                    <a:pt x="49807" y="20922"/>
                  </a:lnTo>
                  <a:lnTo>
                    <a:pt x="49990" y="21046"/>
                  </a:lnTo>
                  <a:lnTo>
                    <a:pt x="50958" y="21705"/>
                  </a:lnTo>
                  <a:lnTo>
                    <a:pt x="52445" y="22316"/>
                  </a:lnTo>
                  <a:lnTo>
                    <a:pt x="55750" y="23673"/>
                  </a:lnTo>
                  <a:lnTo>
                    <a:pt x="56672" y="24052"/>
                  </a:lnTo>
                  <a:lnTo>
                    <a:pt x="56929" y="24157"/>
                  </a:lnTo>
                  <a:lnTo>
                    <a:pt x="57319" y="24317"/>
                  </a:lnTo>
                  <a:lnTo>
                    <a:pt x="61228" y="25922"/>
                  </a:lnTo>
                  <a:lnTo>
                    <a:pt x="61457" y="26016"/>
                  </a:lnTo>
                  <a:lnTo>
                    <a:pt x="62949" y="26629"/>
                  </a:lnTo>
                  <a:lnTo>
                    <a:pt x="65408" y="27639"/>
                  </a:lnTo>
                  <a:lnTo>
                    <a:pt x="69892" y="29480"/>
                  </a:lnTo>
                  <a:lnTo>
                    <a:pt x="70086" y="29560"/>
                  </a:lnTo>
                  <a:lnTo>
                    <a:pt x="70715" y="29818"/>
                  </a:lnTo>
                  <a:lnTo>
                    <a:pt x="71034" y="29948"/>
                  </a:lnTo>
                  <a:lnTo>
                    <a:pt x="71169" y="29633"/>
                  </a:lnTo>
                  <a:lnTo>
                    <a:pt x="71270" y="29396"/>
                  </a:lnTo>
                  <a:lnTo>
                    <a:pt x="71391" y="29116"/>
                  </a:lnTo>
                  <a:lnTo>
                    <a:pt x="71643" y="28527"/>
                  </a:lnTo>
                  <a:lnTo>
                    <a:pt x="71989" y="27720"/>
                  </a:lnTo>
                  <a:lnTo>
                    <a:pt x="72780" y="25878"/>
                  </a:lnTo>
                  <a:lnTo>
                    <a:pt x="72936" y="25512"/>
                  </a:lnTo>
                  <a:lnTo>
                    <a:pt x="73341" y="24568"/>
                  </a:lnTo>
                  <a:lnTo>
                    <a:pt x="73899" y="23268"/>
                  </a:lnTo>
                  <a:lnTo>
                    <a:pt x="74441" y="22005"/>
                  </a:lnTo>
                  <a:lnTo>
                    <a:pt x="75271" y="20069"/>
                  </a:lnTo>
                  <a:lnTo>
                    <a:pt x="75861" y="18693"/>
                  </a:lnTo>
                  <a:lnTo>
                    <a:pt x="76123" y="18083"/>
                  </a:lnTo>
                  <a:lnTo>
                    <a:pt x="76862" y="18638"/>
                  </a:lnTo>
                  <a:lnTo>
                    <a:pt x="78429" y="19813"/>
                  </a:lnTo>
                  <a:lnTo>
                    <a:pt x="79552" y="20655"/>
                  </a:lnTo>
                  <a:lnTo>
                    <a:pt x="81505" y="24136"/>
                  </a:lnTo>
                  <a:lnTo>
                    <a:pt x="82295" y="25544"/>
                  </a:lnTo>
                  <a:lnTo>
                    <a:pt x="82458" y="25833"/>
                  </a:lnTo>
                  <a:lnTo>
                    <a:pt x="85451" y="31167"/>
                  </a:lnTo>
                  <a:lnTo>
                    <a:pt x="85604" y="31439"/>
                  </a:lnTo>
                  <a:lnTo>
                    <a:pt x="86976" y="33883"/>
                  </a:lnTo>
                  <a:lnTo>
                    <a:pt x="88477" y="36559"/>
                  </a:lnTo>
                  <a:lnTo>
                    <a:pt x="91514" y="42487"/>
                  </a:lnTo>
                  <a:lnTo>
                    <a:pt x="92075" y="43581"/>
                  </a:lnTo>
                  <a:lnTo>
                    <a:pt x="92206" y="43838"/>
                  </a:lnTo>
                  <a:lnTo>
                    <a:pt x="92370" y="44231"/>
                  </a:lnTo>
                  <a:lnTo>
                    <a:pt x="92424" y="44359"/>
                  </a:lnTo>
                  <a:lnTo>
                    <a:pt x="92642" y="44885"/>
                  </a:lnTo>
                  <a:lnTo>
                    <a:pt x="92843" y="45366"/>
                  </a:lnTo>
                  <a:lnTo>
                    <a:pt x="94422" y="49160"/>
                  </a:lnTo>
                  <a:lnTo>
                    <a:pt x="94595" y="49573"/>
                  </a:lnTo>
                  <a:lnTo>
                    <a:pt x="94739" y="49919"/>
                  </a:lnTo>
                  <a:lnTo>
                    <a:pt x="95947" y="52821"/>
                  </a:lnTo>
                  <a:lnTo>
                    <a:pt x="96351" y="53790"/>
                  </a:lnTo>
                  <a:lnTo>
                    <a:pt x="96794" y="54855"/>
                  </a:lnTo>
                  <a:lnTo>
                    <a:pt x="96168" y="55120"/>
                  </a:lnTo>
                  <a:lnTo>
                    <a:pt x="95318" y="55480"/>
                  </a:lnTo>
                  <a:lnTo>
                    <a:pt x="93147" y="56398"/>
                  </a:lnTo>
                  <a:lnTo>
                    <a:pt x="91619" y="57044"/>
                  </a:lnTo>
                  <a:lnTo>
                    <a:pt x="91490" y="57099"/>
                  </a:lnTo>
                  <a:lnTo>
                    <a:pt x="90837" y="57375"/>
                  </a:lnTo>
                  <a:lnTo>
                    <a:pt x="89337" y="58010"/>
                  </a:lnTo>
                  <a:lnTo>
                    <a:pt x="88808" y="58233"/>
                  </a:lnTo>
                  <a:lnTo>
                    <a:pt x="87936" y="58602"/>
                  </a:lnTo>
                  <a:lnTo>
                    <a:pt x="84465" y="60070"/>
                  </a:lnTo>
                  <a:lnTo>
                    <a:pt x="82628" y="60851"/>
                  </a:lnTo>
                  <a:lnTo>
                    <a:pt x="82455" y="60947"/>
                  </a:lnTo>
                  <a:lnTo>
                    <a:pt x="80928" y="61790"/>
                  </a:lnTo>
                  <a:lnTo>
                    <a:pt x="80741" y="61894"/>
                  </a:lnTo>
                  <a:lnTo>
                    <a:pt x="78978" y="63201"/>
                  </a:lnTo>
                  <a:lnTo>
                    <a:pt x="78482" y="63569"/>
                  </a:lnTo>
                  <a:lnTo>
                    <a:pt x="78164" y="63932"/>
                  </a:lnTo>
                  <a:lnTo>
                    <a:pt x="77975" y="63995"/>
                  </a:lnTo>
                  <a:lnTo>
                    <a:pt x="77289" y="64168"/>
                  </a:lnTo>
                  <a:lnTo>
                    <a:pt x="74858" y="63608"/>
                  </a:lnTo>
                  <a:lnTo>
                    <a:pt x="74589" y="63546"/>
                  </a:lnTo>
                  <a:lnTo>
                    <a:pt x="71206" y="62766"/>
                  </a:lnTo>
                  <a:lnTo>
                    <a:pt x="71085" y="63182"/>
                  </a:lnTo>
                  <a:lnTo>
                    <a:pt x="70807" y="64139"/>
                  </a:lnTo>
                  <a:lnTo>
                    <a:pt x="70330" y="65780"/>
                  </a:lnTo>
                  <a:lnTo>
                    <a:pt x="69531" y="68529"/>
                  </a:lnTo>
                  <a:lnTo>
                    <a:pt x="69185" y="69721"/>
                  </a:lnTo>
                  <a:lnTo>
                    <a:pt x="68799" y="71051"/>
                  </a:lnTo>
                  <a:lnTo>
                    <a:pt x="63345" y="71110"/>
                  </a:lnTo>
                  <a:lnTo>
                    <a:pt x="59073" y="71156"/>
                  </a:lnTo>
                  <a:lnTo>
                    <a:pt x="57866" y="71169"/>
                  </a:lnTo>
                  <a:lnTo>
                    <a:pt x="57311" y="71175"/>
                  </a:lnTo>
                  <a:lnTo>
                    <a:pt x="56769" y="71181"/>
                  </a:lnTo>
                  <a:lnTo>
                    <a:pt x="55075" y="71199"/>
                  </a:lnTo>
                  <a:lnTo>
                    <a:pt x="54791" y="71202"/>
                  </a:lnTo>
                  <a:lnTo>
                    <a:pt x="51234" y="71240"/>
                  </a:lnTo>
                  <a:lnTo>
                    <a:pt x="50758" y="71245"/>
                  </a:lnTo>
                  <a:lnTo>
                    <a:pt x="50414" y="71254"/>
                  </a:lnTo>
                  <a:lnTo>
                    <a:pt x="46129" y="71360"/>
                  </a:lnTo>
                  <a:lnTo>
                    <a:pt x="45642" y="71373"/>
                  </a:lnTo>
                  <a:lnTo>
                    <a:pt x="43323" y="71430"/>
                  </a:lnTo>
                  <a:lnTo>
                    <a:pt x="43061" y="71443"/>
                  </a:lnTo>
                  <a:lnTo>
                    <a:pt x="42829" y="71454"/>
                  </a:lnTo>
                  <a:lnTo>
                    <a:pt x="42449" y="71473"/>
                  </a:lnTo>
                  <a:lnTo>
                    <a:pt x="41937" y="71498"/>
                  </a:lnTo>
                  <a:lnTo>
                    <a:pt x="36418" y="71976"/>
                  </a:lnTo>
                  <a:lnTo>
                    <a:pt x="36275" y="71984"/>
                  </a:lnTo>
                  <a:lnTo>
                    <a:pt x="36245" y="71534"/>
                  </a:lnTo>
                  <a:lnTo>
                    <a:pt x="36123" y="69738"/>
                  </a:lnTo>
                  <a:lnTo>
                    <a:pt x="35993" y="67817"/>
                  </a:lnTo>
                  <a:lnTo>
                    <a:pt x="35956" y="67282"/>
                  </a:lnTo>
                  <a:lnTo>
                    <a:pt x="35963" y="66772"/>
                  </a:lnTo>
                  <a:lnTo>
                    <a:pt x="35985" y="65069"/>
                  </a:lnTo>
                  <a:lnTo>
                    <a:pt x="35987" y="64934"/>
                  </a:lnTo>
                  <a:lnTo>
                    <a:pt x="35679" y="63875"/>
                  </a:lnTo>
                  <a:lnTo>
                    <a:pt x="35126" y="63116"/>
                  </a:lnTo>
                  <a:lnTo>
                    <a:pt x="32423" y="59919"/>
                  </a:lnTo>
                  <a:lnTo>
                    <a:pt x="32049" y="59476"/>
                  </a:lnTo>
                  <a:lnTo>
                    <a:pt x="31809" y="59193"/>
                  </a:lnTo>
                  <a:lnTo>
                    <a:pt x="31527" y="58931"/>
                  </a:lnTo>
                  <a:lnTo>
                    <a:pt x="31284" y="59125"/>
                  </a:lnTo>
                  <a:lnTo>
                    <a:pt x="30817" y="59496"/>
                  </a:lnTo>
                  <a:lnTo>
                    <a:pt x="30187" y="59859"/>
                  </a:lnTo>
                  <a:lnTo>
                    <a:pt x="28855" y="58721"/>
                  </a:lnTo>
                  <a:lnTo>
                    <a:pt x="28494" y="58452"/>
                  </a:lnTo>
                  <a:lnTo>
                    <a:pt x="27954" y="58115"/>
                  </a:lnTo>
                  <a:lnTo>
                    <a:pt x="27587" y="57948"/>
                  </a:lnTo>
                  <a:lnTo>
                    <a:pt x="27426" y="57933"/>
                  </a:lnTo>
                  <a:lnTo>
                    <a:pt x="27175" y="57910"/>
                  </a:lnTo>
                  <a:lnTo>
                    <a:pt x="26673" y="57893"/>
                  </a:lnTo>
                  <a:lnTo>
                    <a:pt x="26331" y="57949"/>
                  </a:lnTo>
                  <a:lnTo>
                    <a:pt x="25732" y="58051"/>
                  </a:lnTo>
                  <a:lnTo>
                    <a:pt x="24721" y="58324"/>
                  </a:lnTo>
                  <a:lnTo>
                    <a:pt x="23966" y="58874"/>
                  </a:lnTo>
                  <a:lnTo>
                    <a:pt x="23779" y="59187"/>
                  </a:lnTo>
                  <a:lnTo>
                    <a:pt x="24596" y="60120"/>
                  </a:lnTo>
                  <a:lnTo>
                    <a:pt x="25078" y="60669"/>
                  </a:lnTo>
                  <a:lnTo>
                    <a:pt x="25382" y="61028"/>
                  </a:lnTo>
                  <a:lnTo>
                    <a:pt x="25791" y="61727"/>
                  </a:lnTo>
                  <a:lnTo>
                    <a:pt x="25574" y="62109"/>
                  </a:lnTo>
                  <a:lnTo>
                    <a:pt x="24333" y="62911"/>
                  </a:lnTo>
                  <a:lnTo>
                    <a:pt x="24678" y="63899"/>
                  </a:lnTo>
                  <a:lnTo>
                    <a:pt x="24911" y="64427"/>
                  </a:lnTo>
                  <a:lnTo>
                    <a:pt x="24830" y="65098"/>
                  </a:lnTo>
                  <a:lnTo>
                    <a:pt x="24445" y="65237"/>
                  </a:lnTo>
                  <a:lnTo>
                    <a:pt x="23523" y="65569"/>
                  </a:lnTo>
                  <a:lnTo>
                    <a:pt x="13512" y="60850"/>
                  </a:lnTo>
                  <a:lnTo>
                    <a:pt x="15399" y="57386"/>
                  </a:lnTo>
                  <a:lnTo>
                    <a:pt x="15509" y="57185"/>
                  </a:lnTo>
                  <a:lnTo>
                    <a:pt x="11768" y="54269"/>
                  </a:lnTo>
                  <a:lnTo>
                    <a:pt x="14345" y="51287"/>
                  </a:lnTo>
                  <a:lnTo>
                    <a:pt x="13009" y="46206"/>
                  </a:lnTo>
                  <a:lnTo>
                    <a:pt x="6138" y="41459"/>
                  </a:lnTo>
                  <a:lnTo>
                    <a:pt x="4397" y="37117"/>
                  </a:lnTo>
                  <a:lnTo>
                    <a:pt x="1235" y="38775"/>
                  </a:lnTo>
                  <a:lnTo>
                    <a:pt x="198" y="36640"/>
                  </a:lnTo>
                  <a:lnTo>
                    <a:pt x="920" y="36066"/>
                  </a:lnTo>
                  <a:lnTo>
                    <a:pt x="1367" y="35710"/>
                  </a:lnTo>
                  <a:lnTo>
                    <a:pt x="0" y="32676"/>
                  </a:lnTo>
                  <a:lnTo>
                    <a:pt x="1940" y="31416"/>
                  </a:lnTo>
                  <a:lnTo>
                    <a:pt x="1248" y="30151"/>
                  </a:lnTo>
                  <a:lnTo>
                    <a:pt x="9765" y="24521"/>
                  </a:lnTo>
                  <a:lnTo>
                    <a:pt x="10814" y="26239"/>
                  </a:lnTo>
                  <a:lnTo>
                    <a:pt x="11840" y="24617"/>
                  </a:lnTo>
                  <a:lnTo>
                    <a:pt x="17780" y="21277"/>
                  </a:lnTo>
                  <a:lnTo>
                    <a:pt x="17828" y="19607"/>
                  </a:lnTo>
                  <a:lnTo>
                    <a:pt x="12579" y="19750"/>
                  </a:lnTo>
                  <a:lnTo>
                    <a:pt x="13176" y="16983"/>
                  </a:lnTo>
                  <a:lnTo>
                    <a:pt x="18925" y="16864"/>
                  </a:lnTo>
                  <a:lnTo>
                    <a:pt x="19020" y="14478"/>
                  </a:lnTo>
                  <a:lnTo>
                    <a:pt x="15585" y="13452"/>
                  </a:lnTo>
                  <a:lnTo>
                    <a:pt x="15967" y="10828"/>
                  </a:lnTo>
                  <a:lnTo>
                    <a:pt x="20547" y="11186"/>
                  </a:lnTo>
                  <a:lnTo>
                    <a:pt x="20547" y="9421"/>
                  </a:lnTo>
                  <a:lnTo>
                    <a:pt x="11434" y="10924"/>
                  </a:lnTo>
                  <a:lnTo>
                    <a:pt x="11519" y="7825"/>
                  </a:lnTo>
                  <a:lnTo>
                    <a:pt x="12278" y="7329"/>
                  </a:lnTo>
                  <a:lnTo>
                    <a:pt x="13042" y="6829"/>
                  </a:lnTo>
                  <a:lnTo>
                    <a:pt x="13883" y="6280"/>
                  </a:lnTo>
                  <a:lnTo>
                    <a:pt x="14439" y="5916"/>
                  </a:lnTo>
                  <a:lnTo>
                    <a:pt x="16552" y="5258"/>
                  </a:lnTo>
                  <a:lnTo>
                    <a:pt x="17252" y="5040"/>
                  </a:lnTo>
                  <a:lnTo>
                    <a:pt x="17570" y="4928"/>
                  </a:lnTo>
                  <a:lnTo>
                    <a:pt x="17911" y="4785"/>
                  </a:lnTo>
                  <a:lnTo>
                    <a:pt x="19710" y="4034"/>
                  </a:lnTo>
                  <a:lnTo>
                    <a:pt x="20468" y="3717"/>
                  </a:lnTo>
                  <a:lnTo>
                    <a:pt x="20629" y="2114"/>
                  </a:lnTo>
                  <a:lnTo>
                    <a:pt x="20947" y="2195"/>
                  </a:lnTo>
                  <a:lnTo>
                    <a:pt x="23002" y="2312"/>
                  </a:lnTo>
                  <a:lnTo>
                    <a:pt x="24028" y="2336"/>
                  </a:lnTo>
                  <a:lnTo>
                    <a:pt x="25116" y="2592"/>
                  </a:lnTo>
                  <a:lnTo>
                    <a:pt x="26073" y="2816"/>
                  </a:lnTo>
                  <a:lnTo>
                    <a:pt x="26391" y="2899"/>
                  </a:lnTo>
                  <a:lnTo>
                    <a:pt x="26921" y="3036"/>
                  </a:lnTo>
                  <a:lnTo>
                    <a:pt x="27188" y="3105"/>
                  </a:lnTo>
                  <a:lnTo>
                    <a:pt x="27582" y="3207"/>
                  </a:lnTo>
                  <a:lnTo>
                    <a:pt x="27815" y="3268"/>
                  </a:lnTo>
                  <a:lnTo>
                    <a:pt x="28324" y="3400"/>
                  </a:lnTo>
                  <a:lnTo>
                    <a:pt x="28640" y="1657"/>
                  </a:lnTo>
                  <a:lnTo>
                    <a:pt x="28723" y="1201"/>
                  </a:lnTo>
                  <a:lnTo>
                    <a:pt x="28938" y="12"/>
                  </a:lnTo>
                  <a:lnTo>
                    <a:pt x="29155" y="0"/>
                  </a:lnTo>
                  <a:lnTo>
                    <a:pt x="29725" y="119"/>
                  </a:lnTo>
                  <a:lnTo>
                    <a:pt x="30006" y="178"/>
                  </a:lnTo>
                  <a:lnTo>
                    <a:pt x="30584" y="300"/>
                  </a:lnTo>
                  <a:lnTo>
                    <a:pt x="32630" y="730"/>
                  </a:lnTo>
                  <a:lnTo>
                    <a:pt x="32924" y="791"/>
                  </a:lnTo>
                  <a:lnTo>
                    <a:pt x="33091" y="867"/>
                  </a:lnTo>
                  <a:lnTo>
                    <a:pt x="34611" y="1656"/>
                  </a:lnTo>
                  <a:lnTo>
                    <a:pt x="34307" y="2231"/>
                  </a:lnTo>
                  <a:lnTo>
                    <a:pt x="34053" y="27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5" name="pg304"/>
            <p:cNvSpPr/>
            <p:nvPr/>
          </p:nvSpPr>
          <p:spPr>
            <a:xfrm>
              <a:off x="3657814" y="3043479"/>
              <a:ext cx="128063" cy="77929"/>
            </a:xfrm>
            <a:custGeom>
              <a:avLst/>
              <a:pathLst>
                <a:path w="128063" h="77929">
                  <a:moveTo>
                    <a:pt x="21696" y="6371"/>
                  </a:moveTo>
                  <a:lnTo>
                    <a:pt x="31707" y="11089"/>
                  </a:lnTo>
                  <a:lnTo>
                    <a:pt x="32629" y="10757"/>
                  </a:lnTo>
                  <a:lnTo>
                    <a:pt x="33014" y="10618"/>
                  </a:lnTo>
                  <a:lnTo>
                    <a:pt x="33095" y="9947"/>
                  </a:lnTo>
                  <a:lnTo>
                    <a:pt x="32978" y="9314"/>
                  </a:lnTo>
                  <a:lnTo>
                    <a:pt x="32517" y="8431"/>
                  </a:lnTo>
                  <a:lnTo>
                    <a:pt x="33758" y="7629"/>
                  </a:lnTo>
                  <a:lnTo>
                    <a:pt x="33975" y="7248"/>
                  </a:lnTo>
                  <a:lnTo>
                    <a:pt x="33546" y="6514"/>
                  </a:lnTo>
                  <a:lnTo>
                    <a:pt x="33262" y="6190"/>
                  </a:lnTo>
                  <a:lnTo>
                    <a:pt x="32780" y="5640"/>
                  </a:lnTo>
                  <a:lnTo>
                    <a:pt x="31980" y="4677"/>
                  </a:lnTo>
                  <a:lnTo>
                    <a:pt x="32278" y="4301"/>
                  </a:lnTo>
                  <a:lnTo>
                    <a:pt x="32905" y="3844"/>
                  </a:lnTo>
                  <a:lnTo>
                    <a:pt x="33965" y="3558"/>
                  </a:lnTo>
                  <a:lnTo>
                    <a:pt x="34514" y="3469"/>
                  </a:lnTo>
                  <a:lnTo>
                    <a:pt x="34857" y="3413"/>
                  </a:lnTo>
                  <a:lnTo>
                    <a:pt x="35359" y="3430"/>
                  </a:lnTo>
                  <a:lnTo>
                    <a:pt x="35618" y="3454"/>
                  </a:lnTo>
                  <a:lnTo>
                    <a:pt x="35771" y="3468"/>
                  </a:lnTo>
                  <a:lnTo>
                    <a:pt x="36138" y="3636"/>
                  </a:lnTo>
                  <a:lnTo>
                    <a:pt x="36678" y="3973"/>
                  </a:lnTo>
                  <a:lnTo>
                    <a:pt x="37039" y="4242"/>
                  </a:lnTo>
                  <a:lnTo>
                    <a:pt x="38454" y="5452"/>
                  </a:lnTo>
                  <a:lnTo>
                    <a:pt x="39001" y="5017"/>
                  </a:lnTo>
                  <a:lnTo>
                    <a:pt x="39468" y="4645"/>
                  </a:lnTo>
                  <a:lnTo>
                    <a:pt x="39746" y="4424"/>
                  </a:lnTo>
                  <a:lnTo>
                    <a:pt x="39993" y="4713"/>
                  </a:lnTo>
                  <a:lnTo>
                    <a:pt x="40233" y="4997"/>
                  </a:lnTo>
                  <a:lnTo>
                    <a:pt x="40607" y="5439"/>
                  </a:lnTo>
                  <a:lnTo>
                    <a:pt x="43310" y="8636"/>
                  </a:lnTo>
                  <a:lnTo>
                    <a:pt x="43863" y="9395"/>
                  </a:lnTo>
                  <a:lnTo>
                    <a:pt x="44171" y="10454"/>
                  </a:lnTo>
                  <a:lnTo>
                    <a:pt x="44169" y="10589"/>
                  </a:lnTo>
                  <a:lnTo>
                    <a:pt x="44147" y="12292"/>
                  </a:lnTo>
                  <a:lnTo>
                    <a:pt x="44140" y="12802"/>
                  </a:lnTo>
                  <a:lnTo>
                    <a:pt x="44176" y="13338"/>
                  </a:lnTo>
                  <a:lnTo>
                    <a:pt x="44307" y="15259"/>
                  </a:lnTo>
                  <a:lnTo>
                    <a:pt x="44429" y="17055"/>
                  </a:lnTo>
                  <a:lnTo>
                    <a:pt x="44459" y="17504"/>
                  </a:lnTo>
                  <a:lnTo>
                    <a:pt x="44602" y="17496"/>
                  </a:lnTo>
                  <a:lnTo>
                    <a:pt x="50121" y="17018"/>
                  </a:lnTo>
                  <a:lnTo>
                    <a:pt x="50633" y="16993"/>
                  </a:lnTo>
                  <a:lnTo>
                    <a:pt x="51045" y="16973"/>
                  </a:lnTo>
                  <a:lnTo>
                    <a:pt x="51245" y="16963"/>
                  </a:lnTo>
                  <a:lnTo>
                    <a:pt x="51507" y="16951"/>
                  </a:lnTo>
                  <a:lnTo>
                    <a:pt x="53826" y="16893"/>
                  </a:lnTo>
                  <a:lnTo>
                    <a:pt x="54313" y="16881"/>
                  </a:lnTo>
                  <a:lnTo>
                    <a:pt x="58598" y="16774"/>
                  </a:lnTo>
                  <a:lnTo>
                    <a:pt x="58942" y="16766"/>
                  </a:lnTo>
                  <a:lnTo>
                    <a:pt x="59418" y="16761"/>
                  </a:lnTo>
                  <a:lnTo>
                    <a:pt x="62975" y="16722"/>
                  </a:lnTo>
                  <a:lnTo>
                    <a:pt x="63259" y="16719"/>
                  </a:lnTo>
                  <a:lnTo>
                    <a:pt x="64953" y="16701"/>
                  </a:lnTo>
                  <a:lnTo>
                    <a:pt x="65495" y="16695"/>
                  </a:lnTo>
                  <a:lnTo>
                    <a:pt x="66050" y="16689"/>
                  </a:lnTo>
                  <a:lnTo>
                    <a:pt x="67257" y="16676"/>
                  </a:lnTo>
                  <a:lnTo>
                    <a:pt x="71529" y="16630"/>
                  </a:lnTo>
                  <a:lnTo>
                    <a:pt x="76983" y="16571"/>
                  </a:lnTo>
                  <a:lnTo>
                    <a:pt x="77369" y="15242"/>
                  </a:lnTo>
                  <a:lnTo>
                    <a:pt x="77750" y="13929"/>
                  </a:lnTo>
                  <a:lnTo>
                    <a:pt x="78514" y="11300"/>
                  </a:lnTo>
                  <a:lnTo>
                    <a:pt x="78991" y="9659"/>
                  </a:lnTo>
                  <a:lnTo>
                    <a:pt x="79269" y="8702"/>
                  </a:lnTo>
                  <a:lnTo>
                    <a:pt x="79487" y="8309"/>
                  </a:lnTo>
                  <a:lnTo>
                    <a:pt x="82773" y="9066"/>
                  </a:lnTo>
                  <a:lnTo>
                    <a:pt x="83042" y="9128"/>
                  </a:lnTo>
                  <a:lnTo>
                    <a:pt x="85569" y="9710"/>
                  </a:lnTo>
                  <a:lnTo>
                    <a:pt x="86159" y="9515"/>
                  </a:lnTo>
                  <a:lnTo>
                    <a:pt x="86348" y="9453"/>
                  </a:lnTo>
                  <a:lnTo>
                    <a:pt x="86666" y="9090"/>
                  </a:lnTo>
                  <a:lnTo>
                    <a:pt x="87162" y="8722"/>
                  </a:lnTo>
                  <a:lnTo>
                    <a:pt x="88925" y="7414"/>
                  </a:lnTo>
                  <a:lnTo>
                    <a:pt x="89112" y="7310"/>
                  </a:lnTo>
                  <a:lnTo>
                    <a:pt x="90639" y="6467"/>
                  </a:lnTo>
                  <a:lnTo>
                    <a:pt x="90843" y="6355"/>
                  </a:lnTo>
                  <a:lnTo>
                    <a:pt x="92649" y="5591"/>
                  </a:lnTo>
                  <a:lnTo>
                    <a:pt x="96120" y="4122"/>
                  </a:lnTo>
                  <a:lnTo>
                    <a:pt x="96992" y="3753"/>
                  </a:lnTo>
                  <a:lnTo>
                    <a:pt x="97521" y="3530"/>
                  </a:lnTo>
                  <a:lnTo>
                    <a:pt x="99021" y="2895"/>
                  </a:lnTo>
                  <a:lnTo>
                    <a:pt x="99674" y="2619"/>
                  </a:lnTo>
                  <a:lnTo>
                    <a:pt x="99803" y="2565"/>
                  </a:lnTo>
                  <a:lnTo>
                    <a:pt x="101331" y="1918"/>
                  </a:lnTo>
                  <a:lnTo>
                    <a:pt x="103561" y="975"/>
                  </a:lnTo>
                  <a:lnTo>
                    <a:pt x="104352" y="641"/>
                  </a:lnTo>
                  <a:lnTo>
                    <a:pt x="104978" y="376"/>
                  </a:lnTo>
                  <a:lnTo>
                    <a:pt x="105125" y="729"/>
                  </a:lnTo>
                  <a:lnTo>
                    <a:pt x="105689" y="2082"/>
                  </a:lnTo>
                  <a:lnTo>
                    <a:pt x="105861" y="2497"/>
                  </a:lnTo>
                  <a:lnTo>
                    <a:pt x="107492" y="6412"/>
                  </a:lnTo>
                  <a:lnTo>
                    <a:pt x="107604" y="6681"/>
                  </a:lnTo>
                  <a:lnTo>
                    <a:pt x="109096" y="10264"/>
                  </a:lnTo>
                  <a:lnTo>
                    <a:pt x="109338" y="10846"/>
                  </a:lnTo>
                  <a:lnTo>
                    <a:pt x="111713" y="16550"/>
                  </a:lnTo>
                  <a:lnTo>
                    <a:pt x="111951" y="17120"/>
                  </a:lnTo>
                  <a:lnTo>
                    <a:pt x="112123" y="17533"/>
                  </a:lnTo>
                  <a:lnTo>
                    <a:pt x="113556" y="20976"/>
                  </a:lnTo>
                  <a:lnTo>
                    <a:pt x="113807" y="21578"/>
                  </a:lnTo>
                  <a:lnTo>
                    <a:pt x="114194" y="22507"/>
                  </a:lnTo>
                  <a:lnTo>
                    <a:pt x="114304" y="22771"/>
                  </a:lnTo>
                  <a:lnTo>
                    <a:pt x="114441" y="23101"/>
                  </a:lnTo>
                  <a:lnTo>
                    <a:pt x="116429" y="27875"/>
                  </a:lnTo>
                  <a:lnTo>
                    <a:pt x="116594" y="28271"/>
                  </a:lnTo>
                  <a:lnTo>
                    <a:pt x="118189" y="32101"/>
                  </a:lnTo>
                  <a:lnTo>
                    <a:pt x="118309" y="32388"/>
                  </a:lnTo>
                  <a:lnTo>
                    <a:pt x="119853" y="36098"/>
                  </a:lnTo>
                  <a:lnTo>
                    <a:pt x="119962" y="36358"/>
                  </a:lnTo>
                  <a:lnTo>
                    <a:pt x="120178" y="36877"/>
                  </a:lnTo>
                  <a:lnTo>
                    <a:pt x="120667" y="38052"/>
                  </a:lnTo>
                  <a:lnTo>
                    <a:pt x="120839" y="38435"/>
                  </a:lnTo>
                  <a:lnTo>
                    <a:pt x="121099" y="39012"/>
                  </a:lnTo>
                  <a:lnTo>
                    <a:pt x="121218" y="39277"/>
                  </a:lnTo>
                  <a:lnTo>
                    <a:pt x="121859" y="40701"/>
                  </a:lnTo>
                  <a:lnTo>
                    <a:pt x="122002" y="41020"/>
                  </a:lnTo>
                  <a:lnTo>
                    <a:pt x="122612" y="42377"/>
                  </a:lnTo>
                  <a:lnTo>
                    <a:pt x="123824" y="45071"/>
                  </a:lnTo>
                  <a:lnTo>
                    <a:pt x="123913" y="45268"/>
                  </a:lnTo>
                  <a:lnTo>
                    <a:pt x="125622" y="49070"/>
                  </a:lnTo>
                  <a:lnTo>
                    <a:pt x="125699" y="49241"/>
                  </a:lnTo>
                  <a:lnTo>
                    <a:pt x="127348" y="52907"/>
                  </a:lnTo>
                  <a:lnTo>
                    <a:pt x="127542" y="53339"/>
                  </a:lnTo>
                  <a:lnTo>
                    <a:pt x="127737" y="53771"/>
                  </a:lnTo>
                  <a:lnTo>
                    <a:pt x="127839" y="54141"/>
                  </a:lnTo>
                  <a:lnTo>
                    <a:pt x="128063" y="54953"/>
                  </a:lnTo>
                  <a:lnTo>
                    <a:pt x="125605" y="55762"/>
                  </a:lnTo>
                  <a:lnTo>
                    <a:pt x="120815" y="57338"/>
                  </a:lnTo>
                  <a:lnTo>
                    <a:pt x="109619" y="61022"/>
                  </a:lnTo>
                  <a:lnTo>
                    <a:pt x="103962" y="62884"/>
                  </a:lnTo>
                  <a:lnTo>
                    <a:pt x="103835" y="63028"/>
                  </a:lnTo>
                  <a:lnTo>
                    <a:pt x="102846" y="64152"/>
                  </a:lnTo>
                  <a:lnTo>
                    <a:pt x="101000" y="66217"/>
                  </a:lnTo>
                  <a:lnTo>
                    <a:pt x="100321" y="66336"/>
                  </a:lnTo>
                  <a:lnTo>
                    <a:pt x="97417" y="66847"/>
                  </a:lnTo>
                  <a:lnTo>
                    <a:pt x="96478" y="67837"/>
                  </a:lnTo>
                  <a:lnTo>
                    <a:pt x="95775" y="68291"/>
                  </a:lnTo>
                  <a:lnTo>
                    <a:pt x="94659" y="68538"/>
                  </a:lnTo>
                  <a:lnTo>
                    <a:pt x="93527" y="68291"/>
                  </a:lnTo>
                  <a:lnTo>
                    <a:pt x="93153" y="68210"/>
                  </a:lnTo>
                  <a:lnTo>
                    <a:pt x="92432" y="68190"/>
                  </a:lnTo>
                  <a:lnTo>
                    <a:pt x="92531" y="67597"/>
                  </a:lnTo>
                  <a:lnTo>
                    <a:pt x="92546" y="67063"/>
                  </a:lnTo>
                  <a:lnTo>
                    <a:pt x="92557" y="66655"/>
                  </a:lnTo>
                  <a:lnTo>
                    <a:pt x="92537" y="66508"/>
                  </a:lnTo>
                  <a:lnTo>
                    <a:pt x="92282" y="65912"/>
                  </a:lnTo>
                  <a:lnTo>
                    <a:pt x="92176" y="65664"/>
                  </a:lnTo>
                  <a:lnTo>
                    <a:pt x="92057" y="65516"/>
                  </a:lnTo>
                  <a:lnTo>
                    <a:pt x="91779" y="65170"/>
                  </a:lnTo>
                  <a:lnTo>
                    <a:pt x="91403" y="64841"/>
                  </a:lnTo>
                  <a:lnTo>
                    <a:pt x="91064" y="64544"/>
                  </a:lnTo>
                  <a:lnTo>
                    <a:pt x="88795" y="62830"/>
                  </a:lnTo>
                  <a:lnTo>
                    <a:pt x="84364" y="59480"/>
                  </a:lnTo>
                  <a:lnTo>
                    <a:pt x="80044" y="64740"/>
                  </a:lnTo>
                  <a:lnTo>
                    <a:pt x="79780" y="65061"/>
                  </a:lnTo>
                  <a:lnTo>
                    <a:pt x="77677" y="67622"/>
                  </a:lnTo>
                  <a:lnTo>
                    <a:pt x="72962" y="73363"/>
                  </a:lnTo>
                  <a:lnTo>
                    <a:pt x="72847" y="73503"/>
                  </a:lnTo>
                  <a:lnTo>
                    <a:pt x="69218" y="77929"/>
                  </a:lnTo>
                  <a:lnTo>
                    <a:pt x="64731" y="74426"/>
                  </a:lnTo>
                  <a:lnTo>
                    <a:pt x="57887" y="69079"/>
                  </a:lnTo>
                  <a:lnTo>
                    <a:pt x="57727" y="69236"/>
                  </a:lnTo>
                  <a:lnTo>
                    <a:pt x="54458" y="72448"/>
                  </a:lnTo>
                  <a:lnTo>
                    <a:pt x="53681" y="72802"/>
                  </a:lnTo>
                  <a:lnTo>
                    <a:pt x="53060" y="73084"/>
                  </a:lnTo>
                  <a:lnTo>
                    <a:pt x="52919" y="73121"/>
                  </a:lnTo>
                  <a:lnTo>
                    <a:pt x="52060" y="73343"/>
                  </a:lnTo>
                  <a:lnTo>
                    <a:pt x="51848" y="73398"/>
                  </a:lnTo>
                  <a:lnTo>
                    <a:pt x="46641" y="74748"/>
                  </a:lnTo>
                  <a:lnTo>
                    <a:pt x="46590" y="74556"/>
                  </a:lnTo>
                  <a:lnTo>
                    <a:pt x="46521" y="74298"/>
                  </a:lnTo>
                  <a:lnTo>
                    <a:pt x="46088" y="72679"/>
                  </a:lnTo>
                  <a:lnTo>
                    <a:pt x="45654" y="71057"/>
                  </a:lnTo>
                  <a:lnTo>
                    <a:pt x="45441" y="70261"/>
                  </a:lnTo>
                  <a:lnTo>
                    <a:pt x="44662" y="67348"/>
                  </a:lnTo>
                  <a:lnTo>
                    <a:pt x="44388" y="66322"/>
                  </a:lnTo>
                  <a:lnTo>
                    <a:pt x="43861" y="64354"/>
                  </a:lnTo>
                  <a:lnTo>
                    <a:pt x="43639" y="63523"/>
                  </a:lnTo>
                  <a:lnTo>
                    <a:pt x="43305" y="63250"/>
                  </a:lnTo>
                  <a:lnTo>
                    <a:pt x="37605" y="58592"/>
                  </a:lnTo>
                  <a:lnTo>
                    <a:pt x="33544" y="62380"/>
                  </a:lnTo>
                  <a:lnTo>
                    <a:pt x="38008" y="64929"/>
                  </a:lnTo>
                  <a:lnTo>
                    <a:pt x="36782" y="65277"/>
                  </a:lnTo>
                  <a:lnTo>
                    <a:pt x="32879" y="66610"/>
                  </a:lnTo>
                  <a:lnTo>
                    <a:pt x="29754" y="67900"/>
                  </a:lnTo>
                  <a:lnTo>
                    <a:pt x="28135" y="66982"/>
                  </a:lnTo>
                  <a:lnTo>
                    <a:pt x="23843" y="67668"/>
                  </a:lnTo>
                  <a:lnTo>
                    <a:pt x="20192" y="65675"/>
                  </a:lnTo>
                  <a:lnTo>
                    <a:pt x="19562" y="63118"/>
                  </a:lnTo>
                  <a:lnTo>
                    <a:pt x="16351" y="62676"/>
                  </a:lnTo>
                  <a:lnTo>
                    <a:pt x="16974" y="59902"/>
                  </a:lnTo>
                  <a:lnTo>
                    <a:pt x="13208" y="59824"/>
                  </a:lnTo>
                  <a:lnTo>
                    <a:pt x="13222" y="58765"/>
                  </a:lnTo>
                  <a:lnTo>
                    <a:pt x="12349" y="58793"/>
                  </a:lnTo>
                  <a:lnTo>
                    <a:pt x="12182" y="55832"/>
                  </a:lnTo>
                  <a:lnTo>
                    <a:pt x="17424" y="55599"/>
                  </a:lnTo>
                  <a:lnTo>
                    <a:pt x="17457" y="55112"/>
                  </a:lnTo>
                  <a:lnTo>
                    <a:pt x="17661" y="52113"/>
                  </a:lnTo>
                  <a:lnTo>
                    <a:pt x="20806" y="52039"/>
                  </a:lnTo>
                  <a:lnTo>
                    <a:pt x="20895" y="49856"/>
                  </a:lnTo>
                  <a:lnTo>
                    <a:pt x="24769" y="49918"/>
                  </a:lnTo>
                  <a:lnTo>
                    <a:pt x="23751" y="48194"/>
                  </a:lnTo>
                  <a:lnTo>
                    <a:pt x="23966" y="46309"/>
                  </a:lnTo>
                  <a:lnTo>
                    <a:pt x="25110" y="45471"/>
                  </a:lnTo>
                  <a:lnTo>
                    <a:pt x="24780" y="42093"/>
                  </a:lnTo>
                  <a:lnTo>
                    <a:pt x="23349" y="42129"/>
                  </a:lnTo>
                  <a:lnTo>
                    <a:pt x="23062" y="38730"/>
                  </a:lnTo>
                  <a:lnTo>
                    <a:pt x="22096" y="37692"/>
                  </a:lnTo>
                  <a:lnTo>
                    <a:pt x="21917" y="34221"/>
                  </a:lnTo>
                  <a:lnTo>
                    <a:pt x="22347" y="32933"/>
                  </a:lnTo>
                  <a:lnTo>
                    <a:pt x="22025" y="32289"/>
                  </a:lnTo>
                  <a:lnTo>
                    <a:pt x="21056" y="32783"/>
                  </a:lnTo>
                  <a:lnTo>
                    <a:pt x="20961" y="32570"/>
                  </a:lnTo>
                  <a:lnTo>
                    <a:pt x="19167" y="32317"/>
                  </a:lnTo>
                  <a:lnTo>
                    <a:pt x="17883" y="32449"/>
                  </a:lnTo>
                  <a:lnTo>
                    <a:pt x="13153" y="32682"/>
                  </a:lnTo>
                  <a:lnTo>
                    <a:pt x="12832" y="32936"/>
                  </a:lnTo>
                  <a:lnTo>
                    <a:pt x="9110" y="35888"/>
                  </a:lnTo>
                  <a:lnTo>
                    <a:pt x="9801" y="36771"/>
                  </a:lnTo>
                  <a:lnTo>
                    <a:pt x="6748" y="38202"/>
                  </a:lnTo>
                  <a:lnTo>
                    <a:pt x="5674" y="36914"/>
                  </a:lnTo>
                  <a:lnTo>
                    <a:pt x="4768" y="37368"/>
                  </a:lnTo>
                  <a:lnTo>
                    <a:pt x="2215" y="36055"/>
                  </a:lnTo>
                  <a:lnTo>
                    <a:pt x="795" y="36456"/>
                  </a:lnTo>
                  <a:lnTo>
                    <a:pt x="0" y="36680"/>
                  </a:lnTo>
                  <a:lnTo>
                    <a:pt x="27" y="35440"/>
                  </a:lnTo>
                  <a:lnTo>
                    <a:pt x="38" y="34943"/>
                  </a:lnTo>
                  <a:lnTo>
                    <a:pt x="916" y="33957"/>
                  </a:lnTo>
                  <a:lnTo>
                    <a:pt x="1755" y="33016"/>
                  </a:lnTo>
                  <a:lnTo>
                    <a:pt x="5889" y="30473"/>
                  </a:lnTo>
                  <a:lnTo>
                    <a:pt x="7916" y="29948"/>
                  </a:lnTo>
                  <a:lnTo>
                    <a:pt x="9968" y="28350"/>
                  </a:lnTo>
                  <a:lnTo>
                    <a:pt x="3384" y="24032"/>
                  </a:lnTo>
                  <a:lnTo>
                    <a:pt x="4720" y="22315"/>
                  </a:lnTo>
                  <a:lnTo>
                    <a:pt x="5024" y="22493"/>
                  </a:lnTo>
                  <a:lnTo>
                    <a:pt x="5193" y="22593"/>
                  </a:lnTo>
                  <a:lnTo>
                    <a:pt x="5589" y="22826"/>
                  </a:lnTo>
                  <a:lnTo>
                    <a:pt x="9422" y="24937"/>
                  </a:lnTo>
                  <a:lnTo>
                    <a:pt x="9897" y="24653"/>
                  </a:lnTo>
                  <a:lnTo>
                    <a:pt x="9753" y="23794"/>
                  </a:lnTo>
                  <a:lnTo>
                    <a:pt x="14480" y="15870"/>
                  </a:lnTo>
                  <a:lnTo>
                    <a:pt x="14752" y="15415"/>
                  </a:lnTo>
                  <a:lnTo>
                    <a:pt x="15396" y="9332"/>
                  </a:lnTo>
                  <a:lnTo>
                    <a:pt x="19914" y="5170"/>
                  </a:lnTo>
                  <a:lnTo>
                    <a:pt x="17967" y="3540"/>
                  </a:lnTo>
                  <a:lnTo>
                    <a:pt x="19842" y="0"/>
                  </a:lnTo>
                  <a:lnTo>
                    <a:pt x="23693" y="2705"/>
                  </a:lnTo>
                  <a:lnTo>
                    <a:pt x="23583" y="290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6" name="pg305"/>
            <p:cNvSpPr/>
            <p:nvPr/>
          </p:nvSpPr>
          <p:spPr>
            <a:xfrm>
              <a:off x="3742121" y="2967903"/>
              <a:ext cx="96928" cy="141209"/>
            </a:xfrm>
            <a:custGeom>
              <a:avLst/>
              <a:pathLst>
                <a:path w="96928" h="141209">
                  <a:moveTo>
                    <a:pt x="69891" y="27771"/>
                  </a:moveTo>
                  <a:lnTo>
                    <a:pt x="69957" y="27993"/>
                  </a:lnTo>
                  <a:lnTo>
                    <a:pt x="70679" y="30421"/>
                  </a:lnTo>
                  <a:lnTo>
                    <a:pt x="71537" y="33307"/>
                  </a:lnTo>
                  <a:lnTo>
                    <a:pt x="72204" y="35552"/>
                  </a:lnTo>
                  <a:lnTo>
                    <a:pt x="73218" y="38964"/>
                  </a:lnTo>
                  <a:lnTo>
                    <a:pt x="73257" y="39095"/>
                  </a:lnTo>
                  <a:lnTo>
                    <a:pt x="73314" y="39285"/>
                  </a:lnTo>
                  <a:lnTo>
                    <a:pt x="73366" y="39461"/>
                  </a:lnTo>
                  <a:lnTo>
                    <a:pt x="74981" y="44896"/>
                  </a:lnTo>
                  <a:lnTo>
                    <a:pt x="75179" y="45560"/>
                  </a:lnTo>
                  <a:lnTo>
                    <a:pt x="75315" y="46018"/>
                  </a:lnTo>
                  <a:lnTo>
                    <a:pt x="75362" y="46193"/>
                  </a:lnTo>
                  <a:lnTo>
                    <a:pt x="75448" y="46509"/>
                  </a:lnTo>
                  <a:lnTo>
                    <a:pt x="75513" y="46748"/>
                  </a:lnTo>
                  <a:lnTo>
                    <a:pt x="75640" y="47211"/>
                  </a:lnTo>
                  <a:lnTo>
                    <a:pt x="75737" y="47568"/>
                  </a:lnTo>
                  <a:lnTo>
                    <a:pt x="75843" y="47959"/>
                  </a:lnTo>
                  <a:lnTo>
                    <a:pt x="76075" y="48808"/>
                  </a:lnTo>
                  <a:lnTo>
                    <a:pt x="76351" y="49821"/>
                  </a:lnTo>
                  <a:lnTo>
                    <a:pt x="76568" y="50619"/>
                  </a:lnTo>
                  <a:lnTo>
                    <a:pt x="76818" y="51537"/>
                  </a:lnTo>
                  <a:lnTo>
                    <a:pt x="76867" y="51715"/>
                  </a:lnTo>
                  <a:lnTo>
                    <a:pt x="77082" y="52504"/>
                  </a:lnTo>
                  <a:lnTo>
                    <a:pt x="77308" y="53335"/>
                  </a:lnTo>
                  <a:lnTo>
                    <a:pt x="77396" y="53657"/>
                  </a:lnTo>
                  <a:lnTo>
                    <a:pt x="77504" y="54055"/>
                  </a:lnTo>
                  <a:lnTo>
                    <a:pt x="77645" y="54573"/>
                  </a:lnTo>
                  <a:lnTo>
                    <a:pt x="78434" y="57467"/>
                  </a:lnTo>
                  <a:lnTo>
                    <a:pt x="79163" y="60144"/>
                  </a:lnTo>
                  <a:lnTo>
                    <a:pt x="79637" y="61883"/>
                  </a:lnTo>
                  <a:lnTo>
                    <a:pt x="80474" y="64955"/>
                  </a:lnTo>
                  <a:lnTo>
                    <a:pt x="80551" y="65238"/>
                  </a:lnTo>
                  <a:lnTo>
                    <a:pt x="81069" y="67139"/>
                  </a:lnTo>
                  <a:lnTo>
                    <a:pt x="81944" y="70351"/>
                  </a:lnTo>
                  <a:lnTo>
                    <a:pt x="82687" y="73078"/>
                  </a:lnTo>
                  <a:lnTo>
                    <a:pt x="82873" y="73759"/>
                  </a:lnTo>
                  <a:lnTo>
                    <a:pt x="83798" y="77156"/>
                  </a:lnTo>
                  <a:lnTo>
                    <a:pt x="84117" y="78325"/>
                  </a:lnTo>
                  <a:lnTo>
                    <a:pt x="84167" y="78511"/>
                  </a:lnTo>
                  <a:lnTo>
                    <a:pt x="84218" y="78697"/>
                  </a:lnTo>
                  <a:lnTo>
                    <a:pt x="84357" y="79206"/>
                  </a:lnTo>
                  <a:lnTo>
                    <a:pt x="84445" y="79530"/>
                  </a:lnTo>
                  <a:lnTo>
                    <a:pt x="85274" y="82574"/>
                  </a:lnTo>
                  <a:lnTo>
                    <a:pt x="85436" y="83166"/>
                  </a:lnTo>
                  <a:lnTo>
                    <a:pt x="85488" y="83359"/>
                  </a:lnTo>
                  <a:lnTo>
                    <a:pt x="85837" y="84637"/>
                  </a:lnTo>
                  <a:lnTo>
                    <a:pt x="86841" y="88325"/>
                  </a:lnTo>
                  <a:lnTo>
                    <a:pt x="87020" y="88982"/>
                  </a:lnTo>
                  <a:lnTo>
                    <a:pt x="87826" y="91937"/>
                  </a:lnTo>
                  <a:lnTo>
                    <a:pt x="88591" y="94746"/>
                  </a:lnTo>
                  <a:lnTo>
                    <a:pt x="88733" y="95269"/>
                  </a:lnTo>
                  <a:lnTo>
                    <a:pt x="89580" y="98378"/>
                  </a:lnTo>
                  <a:lnTo>
                    <a:pt x="89751" y="99003"/>
                  </a:lnTo>
                  <a:lnTo>
                    <a:pt x="90030" y="100027"/>
                  </a:lnTo>
                  <a:lnTo>
                    <a:pt x="90164" y="100527"/>
                  </a:lnTo>
                  <a:lnTo>
                    <a:pt x="90462" y="101641"/>
                  </a:lnTo>
                  <a:lnTo>
                    <a:pt x="90523" y="101867"/>
                  </a:lnTo>
                  <a:lnTo>
                    <a:pt x="91651" y="106080"/>
                  </a:lnTo>
                  <a:lnTo>
                    <a:pt x="91763" y="106496"/>
                  </a:lnTo>
                  <a:lnTo>
                    <a:pt x="91807" y="106662"/>
                  </a:lnTo>
                  <a:lnTo>
                    <a:pt x="92183" y="108065"/>
                  </a:lnTo>
                  <a:lnTo>
                    <a:pt x="92429" y="108825"/>
                  </a:lnTo>
                  <a:lnTo>
                    <a:pt x="93190" y="111171"/>
                  </a:lnTo>
                  <a:lnTo>
                    <a:pt x="93239" y="111322"/>
                  </a:lnTo>
                  <a:lnTo>
                    <a:pt x="93901" y="112986"/>
                  </a:lnTo>
                  <a:lnTo>
                    <a:pt x="95271" y="115657"/>
                  </a:lnTo>
                  <a:lnTo>
                    <a:pt x="95542" y="116185"/>
                  </a:lnTo>
                  <a:lnTo>
                    <a:pt x="96645" y="118334"/>
                  </a:lnTo>
                  <a:lnTo>
                    <a:pt x="96928" y="118885"/>
                  </a:lnTo>
                  <a:lnTo>
                    <a:pt x="92349" y="121511"/>
                  </a:lnTo>
                  <a:lnTo>
                    <a:pt x="88675" y="123619"/>
                  </a:lnTo>
                  <a:lnTo>
                    <a:pt x="85398" y="125499"/>
                  </a:lnTo>
                  <a:lnTo>
                    <a:pt x="78569" y="129416"/>
                  </a:lnTo>
                  <a:lnTo>
                    <a:pt x="77463" y="130050"/>
                  </a:lnTo>
                  <a:lnTo>
                    <a:pt x="74290" y="131871"/>
                  </a:lnTo>
                  <a:lnTo>
                    <a:pt x="73211" y="132489"/>
                  </a:lnTo>
                  <a:lnTo>
                    <a:pt x="72716" y="132773"/>
                  </a:lnTo>
                  <a:lnTo>
                    <a:pt x="67433" y="134486"/>
                  </a:lnTo>
                  <a:lnTo>
                    <a:pt x="60903" y="136604"/>
                  </a:lnTo>
                  <a:lnTo>
                    <a:pt x="54282" y="138752"/>
                  </a:lnTo>
                  <a:lnTo>
                    <a:pt x="47396" y="140985"/>
                  </a:lnTo>
                  <a:lnTo>
                    <a:pt x="46704" y="141209"/>
                  </a:lnTo>
                  <a:lnTo>
                    <a:pt x="46603" y="140840"/>
                  </a:lnTo>
                  <a:lnTo>
                    <a:pt x="45597" y="137196"/>
                  </a:lnTo>
                  <a:lnTo>
                    <a:pt x="44109" y="131807"/>
                  </a:lnTo>
                  <a:lnTo>
                    <a:pt x="43756" y="130529"/>
                  </a:lnTo>
                  <a:lnTo>
                    <a:pt x="43532" y="129717"/>
                  </a:lnTo>
                  <a:lnTo>
                    <a:pt x="43429" y="129346"/>
                  </a:lnTo>
                  <a:lnTo>
                    <a:pt x="43235" y="128914"/>
                  </a:lnTo>
                  <a:lnTo>
                    <a:pt x="43041" y="128482"/>
                  </a:lnTo>
                  <a:lnTo>
                    <a:pt x="41392" y="124816"/>
                  </a:lnTo>
                  <a:lnTo>
                    <a:pt x="41315" y="124645"/>
                  </a:lnTo>
                  <a:lnTo>
                    <a:pt x="39606" y="120844"/>
                  </a:lnTo>
                  <a:lnTo>
                    <a:pt x="39517" y="120647"/>
                  </a:lnTo>
                  <a:lnTo>
                    <a:pt x="38305" y="117953"/>
                  </a:lnTo>
                  <a:lnTo>
                    <a:pt x="37695" y="116596"/>
                  </a:lnTo>
                  <a:lnTo>
                    <a:pt x="37551" y="116277"/>
                  </a:lnTo>
                  <a:lnTo>
                    <a:pt x="36911" y="114852"/>
                  </a:lnTo>
                  <a:lnTo>
                    <a:pt x="36792" y="114587"/>
                  </a:lnTo>
                  <a:lnTo>
                    <a:pt x="36532" y="114010"/>
                  </a:lnTo>
                  <a:lnTo>
                    <a:pt x="36360" y="113627"/>
                  </a:lnTo>
                  <a:lnTo>
                    <a:pt x="35871" y="112453"/>
                  </a:lnTo>
                  <a:lnTo>
                    <a:pt x="35655" y="111934"/>
                  </a:lnTo>
                  <a:lnTo>
                    <a:pt x="35546" y="111673"/>
                  </a:lnTo>
                  <a:lnTo>
                    <a:pt x="34001" y="107963"/>
                  </a:lnTo>
                  <a:lnTo>
                    <a:pt x="33882" y="107676"/>
                  </a:lnTo>
                  <a:lnTo>
                    <a:pt x="32287" y="103847"/>
                  </a:lnTo>
                  <a:lnTo>
                    <a:pt x="32122" y="103450"/>
                  </a:lnTo>
                  <a:lnTo>
                    <a:pt x="30134" y="98677"/>
                  </a:lnTo>
                  <a:lnTo>
                    <a:pt x="29997" y="98346"/>
                  </a:lnTo>
                  <a:lnTo>
                    <a:pt x="29887" y="98082"/>
                  </a:lnTo>
                  <a:lnTo>
                    <a:pt x="29500" y="97153"/>
                  </a:lnTo>
                  <a:lnTo>
                    <a:pt x="29249" y="96551"/>
                  </a:lnTo>
                  <a:lnTo>
                    <a:pt x="27815" y="93108"/>
                  </a:lnTo>
                  <a:lnTo>
                    <a:pt x="27644" y="92695"/>
                  </a:lnTo>
                  <a:lnTo>
                    <a:pt x="27406" y="92125"/>
                  </a:lnTo>
                  <a:lnTo>
                    <a:pt x="25031" y="86421"/>
                  </a:lnTo>
                  <a:lnTo>
                    <a:pt x="24789" y="85839"/>
                  </a:lnTo>
                  <a:lnTo>
                    <a:pt x="23296" y="82256"/>
                  </a:lnTo>
                  <a:lnTo>
                    <a:pt x="23184" y="81987"/>
                  </a:lnTo>
                  <a:lnTo>
                    <a:pt x="21554" y="78072"/>
                  </a:lnTo>
                  <a:lnTo>
                    <a:pt x="21382" y="77657"/>
                  </a:lnTo>
                  <a:lnTo>
                    <a:pt x="20818" y="76304"/>
                  </a:lnTo>
                  <a:lnTo>
                    <a:pt x="20671" y="75951"/>
                  </a:lnTo>
                  <a:lnTo>
                    <a:pt x="20228" y="74886"/>
                  </a:lnTo>
                  <a:lnTo>
                    <a:pt x="19824" y="73917"/>
                  </a:lnTo>
                  <a:lnTo>
                    <a:pt x="18615" y="71014"/>
                  </a:lnTo>
                  <a:lnTo>
                    <a:pt x="18471" y="70669"/>
                  </a:lnTo>
                  <a:lnTo>
                    <a:pt x="18299" y="70255"/>
                  </a:lnTo>
                  <a:lnTo>
                    <a:pt x="16720" y="66462"/>
                  </a:lnTo>
                  <a:lnTo>
                    <a:pt x="16519" y="65981"/>
                  </a:lnTo>
                  <a:lnTo>
                    <a:pt x="16300" y="65455"/>
                  </a:lnTo>
                  <a:lnTo>
                    <a:pt x="16247" y="65326"/>
                  </a:lnTo>
                  <a:lnTo>
                    <a:pt x="16083" y="64934"/>
                  </a:lnTo>
                  <a:lnTo>
                    <a:pt x="15951" y="64677"/>
                  </a:lnTo>
                  <a:lnTo>
                    <a:pt x="15391" y="63583"/>
                  </a:lnTo>
                  <a:lnTo>
                    <a:pt x="12354" y="57655"/>
                  </a:lnTo>
                  <a:lnTo>
                    <a:pt x="10852" y="54979"/>
                  </a:lnTo>
                  <a:lnTo>
                    <a:pt x="9481" y="52535"/>
                  </a:lnTo>
                  <a:lnTo>
                    <a:pt x="9328" y="52263"/>
                  </a:lnTo>
                  <a:lnTo>
                    <a:pt x="6334" y="46929"/>
                  </a:lnTo>
                  <a:lnTo>
                    <a:pt x="6172" y="46640"/>
                  </a:lnTo>
                  <a:lnTo>
                    <a:pt x="5382" y="45232"/>
                  </a:lnTo>
                  <a:lnTo>
                    <a:pt x="3428" y="41751"/>
                  </a:lnTo>
                  <a:lnTo>
                    <a:pt x="2306" y="40909"/>
                  </a:lnTo>
                  <a:lnTo>
                    <a:pt x="739" y="39734"/>
                  </a:lnTo>
                  <a:lnTo>
                    <a:pt x="0" y="39179"/>
                  </a:lnTo>
                  <a:lnTo>
                    <a:pt x="1677" y="35053"/>
                  </a:lnTo>
                  <a:lnTo>
                    <a:pt x="1873" y="34570"/>
                  </a:lnTo>
                  <a:lnTo>
                    <a:pt x="1981" y="34305"/>
                  </a:lnTo>
                  <a:lnTo>
                    <a:pt x="2408" y="33253"/>
                  </a:lnTo>
                  <a:lnTo>
                    <a:pt x="2839" y="32195"/>
                  </a:lnTo>
                  <a:lnTo>
                    <a:pt x="3041" y="31696"/>
                  </a:lnTo>
                  <a:lnTo>
                    <a:pt x="3987" y="29370"/>
                  </a:lnTo>
                  <a:lnTo>
                    <a:pt x="4461" y="28204"/>
                  </a:lnTo>
                  <a:lnTo>
                    <a:pt x="4736" y="27526"/>
                  </a:lnTo>
                  <a:lnTo>
                    <a:pt x="4856" y="27231"/>
                  </a:lnTo>
                  <a:lnTo>
                    <a:pt x="6099" y="27275"/>
                  </a:lnTo>
                  <a:lnTo>
                    <a:pt x="6317" y="27283"/>
                  </a:lnTo>
                  <a:lnTo>
                    <a:pt x="6863" y="27302"/>
                  </a:lnTo>
                  <a:lnTo>
                    <a:pt x="7179" y="27313"/>
                  </a:lnTo>
                  <a:lnTo>
                    <a:pt x="7471" y="27324"/>
                  </a:lnTo>
                  <a:lnTo>
                    <a:pt x="7719" y="27333"/>
                  </a:lnTo>
                  <a:lnTo>
                    <a:pt x="8461" y="27568"/>
                  </a:lnTo>
                  <a:lnTo>
                    <a:pt x="8684" y="27639"/>
                  </a:lnTo>
                  <a:lnTo>
                    <a:pt x="9127" y="27780"/>
                  </a:lnTo>
                  <a:lnTo>
                    <a:pt x="10176" y="27790"/>
                  </a:lnTo>
                  <a:lnTo>
                    <a:pt x="11082" y="27800"/>
                  </a:lnTo>
                  <a:lnTo>
                    <a:pt x="13282" y="26905"/>
                  </a:lnTo>
                  <a:lnTo>
                    <a:pt x="16849" y="24742"/>
                  </a:lnTo>
                  <a:lnTo>
                    <a:pt x="17270" y="24487"/>
                  </a:lnTo>
                  <a:lnTo>
                    <a:pt x="17456" y="24374"/>
                  </a:lnTo>
                  <a:lnTo>
                    <a:pt x="20720" y="22395"/>
                  </a:lnTo>
                  <a:lnTo>
                    <a:pt x="21073" y="22180"/>
                  </a:lnTo>
                  <a:lnTo>
                    <a:pt x="21726" y="21784"/>
                  </a:lnTo>
                  <a:lnTo>
                    <a:pt x="24892" y="19865"/>
                  </a:lnTo>
                  <a:lnTo>
                    <a:pt x="25889" y="19260"/>
                  </a:lnTo>
                  <a:lnTo>
                    <a:pt x="28724" y="17541"/>
                  </a:lnTo>
                  <a:lnTo>
                    <a:pt x="30644" y="16377"/>
                  </a:lnTo>
                  <a:lnTo>
                    <a:pt x="30793" y="16287"/>
                  </a:lnTo>
                  <a:lnTo>
                    <a:pt x="31034" y="16141"/>
                  </a:lnTo>
                  <a:lnTo>
                    <a:pt x="33735" y="14503"/>
                  </a:lnTo>
                  <a:lnTo>
                    <a:pt x="35782" y="13261"/>
                  </a:lnTo>
                  <a:lnTo>
                    <a:pt x="35928" y="13173"/>
                  </a:lnTo>
                  <a:lnTo>
                    <a:pt x="37821" y="12025"/>
                  </a:lnTo>
                  <a:lnTo>
                    <a:pt x="39015" y="11302"/>
                  </a:lnTo>
                  <a:lnTo>
                    <a:pt x="39614" y="10938"/>
                  </a:lnTo>
                  <a:lnTo>
                    <a:pt x="40216" y="10630"/>
                  </a:lnTo>
                  <a:lnTo>
                    <a:pt x="40903" y="10278"/>
                  </a:lnTo>
                  <a:lnTo>
                    <a:pt x="43456" y="8971"/>
                  </a:lnTo>
                  <a:lnTo>
                    <a:pt x="44329" y="8524"/>
                  </a:lnTo>
                  <a:lnTo>
                    <a:pt x="46690" y="7315"/>
                  </a:lnTo>
                  <a:lnTo>
                    <a:pt x="47149" y="7080"/>
                  </a:lnTo>
                  <a:lnTo>
                    <a:pt x="48191" y="6546"/>
                  </a:lnTo>
                  <a:lnTo>
                    <a:pt x="48626" y="6323"/>
                  </a:lnTo>
                  <a:lnTo>
                    <a:pt x="51584" y="4921"/>
                  </a:lnTo>
                  <a:lnTo>
                    <a:pt x="52194" y="4632"/>
                  </a:lnTo>
                  <a:lnTo>
                    <a:pt x="53541" y="3993"/>
                  </a:lnTo>
                  <a:lnTo>
                    <a:pt x="56847" y="2425"/>
                  </a:lnTo>
                  <a:lnTo>
                    <a:pt x="57636" y="2051"/>
                  </a:lnTo>
                  <a:lnTo>
                    <a:pt x="58569" y="1609"/>
                  </a:lnTo>
                  <a:lnTo>
                    <a:pt x="59079" y="1367"/>
                  </a:lnTo>
                  <a:lnTo>
                    <a:pt x="59237" y="1282"/>
                  </a:lnTo>
                  <a:lnTo>
                    <a:pt x="59619" y="1075"/>
                  </a:lnTo>
                  <a:lnTo>
                    <a:pt x="60030" y="853"/>
                  </a:lnTo>
                  <a:lnTo>
                    <a:pt x="61612" y="0"/>
                  </a:lnTo>
                  <a:lnTo>
                    <a:pt x="64299" y="8997"/>
                  </a:lnTo>
                  <a:lnTo>
                    <a:pt x="64837" y="10795"/>
                  </a:lnTo>
                  <a:lnTo>
                    <a:pt x="66620" y="16764"/>
                  </a:lnTo>
                  <a:lnTo>
                    <a:pt x="66771" y="17272"/>
                  </a:lnTo>
                  <a:lnTo>
                    <a:pt x="67251" y="18886"/>
                  </a:lnTo>
                  <a:lnTo>
                    <a:pt x="68327" y="22506"/>
                  </a:lnTo>
                  <a:lnTo>
                    <a:pt x="68521" y="23162"/>
                  </a:lnTo>
                  <a:lnTo>
                    <a:pt x="68579" y="23356"/>
                  </a:lnTo>
                  <a:lnTo>
                    <a:pt x="68618" y="23488"/>
                  </a:lnTo>
                  <a:lnTo>
                    <a:pt x="68677" y="23686"/>
                  </a:lnTo>
                  <a:lnTo>
                    <a:pt x="68901" y="2443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7" name="pg306"/>
            <p:cNvSpPr/>
            <p:nvPr/>
          </p:nvSpPr>
          <p:spPr>
            <a:xfrm>
              <a:off x="3817581" y="3000399"/>
              <a:ext cx="120178" cy="74000"/>
            </a:xfrm>
            <a:custGeom>
              <a:avLst/>
              <a:pathLst>
                <a:path w="120178" h="74000">
                  <a:moveTo>
                    <a:pt x="100085" y="56555"/>
                  </a:moveTo>
                  <a:lnTo>
                    <a:pt x="97185" y="57620"/>
                  </a:lnTo>
                  <a:lnTo>
                    <a:pt x="95901" y="58091"/>
                  </a:lnTo>
                  <a:lnTo>
                    <a:pt x="92177" y="60332"/>
                  </a:lnTo>
                  <a:lnTo>
                    <a:pt x="89571" y="61899"/>
                  </a:lnTo>
                  <a:lnTo>
                    <a:pt x="88832" y="62344"/>
                  </a:lnTo>
                  <a:lnTo>
                    <a:pt x="84922" y="64696"/>
                  </a:lnTo>
                  <a:lnTo>
                    <a:pt x="79977" y="67671"/>
                  </a:lnTo>
                  <a:lnTo>
                    <a:pt x="79781" y="67789"/>
                  </a:lnTo>
                  <a:lnTo>
                    <a:pt x="74231" y="71208"/>
                  </a:lnTo>
                  <a:lnTo>
                    <a:pt x="73841" y="70621"/>
                  </a:lnTo>
                  <a:lnTo>
                    <a:pt x="70766" y="65985"/>
                  </a:lnTo>
                  <a:lnTo>
                    <a:pt x="70657" y="65812"/>
                  </a:lnTo>
                  <a:lnTo>
                    <a:pt x="69793" y="64441"/>
                  </a:lnTo>
                  <a:lnTo>
                    <a:pt x="69518" y="64005"/>
                  </a:lnTo>
                  <a:lnTo>
                    <a:pt x="68600" y="62550"/>
                  </a:lnTo>
                  <a:lnTo>
                    <a:pt x="68507" y="62402"/>
                  </a:lnTo>
                  <a:lnTo>
                    <a:pt x="68315" y="62097"/>
                  </a:lnTo>
                  <a:lnTo>
                    <a:pt x="67969" y="61548"/>
                  </a:lnTo>
                  <a:lnTo>
                    <a:pt x="67665" y="61067"/>
                  </a:lnTo>
                  <a:lnTo>
                    <a:pt x="67504" y="60808"/>
                  </a:lnTo>
                  <a:lnTo>
                    <a:pt x="67308" y="60494"/>
                  </a:lnTo>
                  <a:lnTo>
                    <a:pt x="67133" y="60212"/>
                  </a:lnTo>
                  <a:lnTo>
                    <a:pt x="66655" y="59445"/>
                  </a:lnTo>
                  <a:lnTo>
                    <a:pt x="66509" y="59211"/>
                  </a:lnTo>
                  <a:lnTo>
                    <a:pt x="65999" y="58393"/>
                  </a:lnTo>
                  <a:lnTo>
                    <a:pt x="65086" y="56928"/>
                  </a:lnTo>
                  <a:lnTo>
                    <a:pt x="64783" y="57106"/>
                  </a:lnTo>
                  <a:lnTo>
                    <a:pt x="64555" y="57240"/>
                  </a:lnTo>
                  <a:lnTo>
                    <a:pt x="59123" y="60440"/>
                  </a:lnTo>
                  <a:lnTo>
                    <a:pt x="58675" y="60710"/>
                  </a:lnTo>
                  <a:lnTo>
                    <a:pt x="51721" y="64901"/>
                  </a:lnTo>
                  <a:lnTo>
                    <a:pt x="51386" y="64986"/>
                  </a:lnTo>
                  <a:lnTo>
                    <a:pt x="49718" y="65411"/>
                  </a:lnTo>
                  <a:lnTo>
                    <a:pt x="42968" y="67132"/>
                  </a:lnTo>
                  <a:lnTo>
                    <a:pt x="42176" y="67334"/>
                  </a:lnTo>
                  <a:lnTo>
                    <a:pt x="40524" y="67768"/>
                  </a:lnTo>
                  <a:lnTo>
                    <a:pt x="38246" y="68367"/>
                  </a:lnTo>
                  <a:lnTo>
                    <a:pt x="37478" y="68569"/>
                  </a:lnTo>
                  <a:lnTo>
                    <a:pt x="32758" y="69810"/>
                  </a:lnTo>
                  <a:lnTo>
                    <a:pt x="28196" y="71110"/>
                  </a:lnTo>
                  <a:lnTo>
                    <a:pt x="26331" y="71642"/>
                  </a:lnTo>
                  <a:lnTo>
                    <a:pt x="26031" y="71728"/>
                  </a:lnTo>
                  <a:lnTo>
                    <a:pt x="19583" y="73234"/>
                  </a:lnTo>
                  <a:lnTo>
                    <a:pt x="19224" y="73318"/>
                  </a:lnTo>
                  <a:lnTo>
                    <a:pt x="18235" y="73549"/>
                  </a:lnTo>
                  <a:lnTo>
                    <a:pt x="16655" y="73918"/>
                  </a:lnTo>
                  <a:lnTo>
                    <a:pt x="16303" y="74000"/>
                  </a:lnTo>
                  <a:lnTo>
                    <a:pt x="16181" y="73546"/>
                  </a:lnTo>
                  <a:lnTo>
                    <a:pt x="15063" y="69372"/>
                  </a:lnTo>
                  <a:lnTo>
                    <a:pt x="15002" y="69145"/>
                  </a:lnTo>
                  <a:lnTo>
                    <a:pt x="14663" y="67880"/>
                  </a:lnTo>
                  <a:lnTo>
                    <a:pt x="14564" y="67512"/>
                  </a:lnTo>
                  <a:lnTo>
                    <a:pt x="14291" y="66507"/>
                  </a:lnTo>
                  <a:lnTo>
                    <a:pt x="14120" y="65883"/>
                  </a:lnTo>
                  <a:lnTo>
                    <a:pt x="13273" y="62773"/>
                  </a:lnTo>
                  <a:lnTo>
                    <a:pt x="13131" y="62250"/>
                  </a:lnTo>
                  <a:lnTo>
                    <a:pt x="12366" y="59442"/>
                  </a:lnTo>
                  <a:lnTo>
                    <a:pt x="11551" y="56451"/>
                  </a:lnTo>
                  <a:lnTo>
                    <a:pt x="11381" y="55830"/>
                  </a:lnTo>
                  <a:lnTo>
                    <a:pt x="10377" y="52142"/>
                  </a:lnTo>
                  <a:lnTo>
                    <a:pt x="10025" y="50850"/>
                  </a:lnTo>
                  <a:lnTo>
                    <a:pt x="9976" y="50671"/>
                  </a:lnTo>
                  <a:lnTo>
                    <a:pt x="9814" y="50078"/>
                  </a:lnTo>
                  <a:lnTo>
                    <a:pt x="8985" y="47034"/>
                  </a:lnTo>
                  <a:lnTo>
                    <a:pt x="8897" y="46711"/>
                  </a:lnTo>
                  <a:lnTo>
                    <a:pt x="8747" y="46159"/>
                  </a:lnTo>
                  <a:lnTo>
                    <a:pt x="8707" y="46015"/>
                  </a:lnTo>
                  <a:lnTo>
                    <a:pt x="8648" y="45797"/>
                  </a:lnTo>
                  <a:lnTo>
                    <a:pt x="8338" y="44660"/>
                  </a:lnTo>
                  <a:lnTo>
                    <a:pt x="7413" y="41264"/>
                  </a:lnTo>
                  <a:lnTo>
                    <a:pt x="7227" y="40583"/>
                  </a:lnTo>
                  <a:lnTo>
                    <a:pt x="6484" y="37855"/>
                  </a:lnTo>
                  <a:lnTo>
                    <a:pt x="5609" y="34644"/>
                  </a:lnTo>
                  <a:lnTo>
                    <a:pt x="5091" y="32742"/>
                  </a:lnTo>
                  <a:lnTo>
                    <a:pt x="5014" y="32459"/>
                  </a:lnTo>
                  <a:lnTo>
                    <a:pt x="4177" y="29387"/>
                  </a:lnTo>
                  <a:lnTo>
                    <a:pt x="3703" y="27648"/>
                  </a:lnTo>
                  <a:lnTo>
                    <a:pt x="2974" y="24972"/>
                  </a:lnTo>
                  <a:lnTo>
                    <a:pt x="2186" y="22078"/>
                  </a:lnTo>
                  <a:lnTo>
                    <a:pt x="2044" y="21560"/>
                  </a:lnTo>
                  <a:lnTo>
                    <a:pt x="1936" y="21161"/>
                  </a:lnTo>
                  <a:lnTo>
                    <a:pt x="1841" y="20813"/>
                  </a:lnTo>
                  <a:lnTo>
                    <a:pt x="1620" y="20002"/>
                  </a:lnTo>
                  <a:lnTo>
                    <a:pt x="1407" y="19220"/>
                  </a:lnTo>
                  <a:lnTo>
                    <a:pt x="1358" y="19041"/>
                  </a:lnTo>
                  <a:lnTo>
                    <a:pt x="1108" y="18124"/>
                  </a:lnTo>
                  <a:lnTo>
                    <a:pt x="891" y="17326"/>
                  </a:lnTo>
                  <a:lnTo>
                    <a:pt x="615" y="16312"/>
                  </a:lnTo>
                  <a:lnTo>
                    <a:pt x="383" y="15463"/>
                  </a:lnTo>
                  <a:lnTo>
                    <a:pt x="277" y="15073"/>
                  </a:lnTo>
                  <a:lnTo>
                    <a:pt x="180" y="14715"/>
                  </a:lnTo>
                  <a:lnTo>
                    <a:pt x="53" y="14252"/>
                  </a:lnTo>
                  <a:lnTo>
                    <a:pt x="0" y="14010"/>
                  </a:lnTo>
                  <a:lnTo>
                    <a:pt x="3246" y="13101"/>
                  </a:lnTo>
                  <a:lnTo>
                    <a:pt x="6252" y="12260"/>
                  </a:lnTo>
                  <a:lnTo>
                    <a:pt x="7387" y="11942"/>
                  </a:lnTo>
                  <a:lnTo>
                    <a:pt x="8753" y="11560"/>
                  </a:lnTo>
                  <a:lnTo>
                    <a:pt x="9603" y="11322"/>
                  </a:lnTo>
                  <a:lnTo>
                    <a:pt x="9887" y="11246"/>
                  </a:lnTo>
                  <a:lnTo>
                    <a:pt x="10303" y="11147"/>
                  </a:lnTo>
                  <a:lnTo>
                    <a:pt x="15577" y="9881"/>
                  </a:lnTo>
                  <a:lnTo>
                    <a:pt x="16191" y="9734"/>
                  </a:lnTo>
                  <a:lnTo>
                    <a:pt x="19354" y="8975"/>
                  </a:lnTo>
                  <a:lnTo>
                    <a:pt x="21312" y="8506"/>
                  </a:lnTo>
                  <a:lnTo>
                    <a:pt x="21873" y="8371"/>
                  </a:lnTo>
                  <a:lnTo>
                    <a:pt x="25847" y="7418"/>
                  </a:lnTo>
                  <a:lnTo>
                    <a:pt x="26977" y="7147"/>
                  </a:lnTo>
                  <a:lnTo>
                    <a:pt x="27165" y="7111"/>
                  </a:lnTo>
                  <a:lnTo>
                    <a:pt x="32833" y="6023"/>
                  </a:lnTo>
                  <a:lnTo>
                    <a:pt x="33013" y="5988"/>
                  </a:lnTo>
                  <a:lnTo>
                    <a:pt x="33215" y="5949"/>
                  </a:lnTo>
                  <a:lnTo>
                    <a:pt x="37284" y="5168"/>
                  </a:lnTo>
                  <a:lnTo>
                    <a:pt x="38433" y="4948"/>
                  </a:lnTo>
                  <a:lnTo>
                    <a:pt x="39026" y="4834"/>
                  </a:lnTo>
                  <a:lnTo>
                    <a:pt x="39384" y="4765"/>
                  </a:lnTo>
                  <a:lnTo>
                    <a:pt x="42865" y="4097"/>
                  </a:lnTo>
                  <a:lnTo>
                    <a:pt x="43133" y="4046"/>
                  </a:lnTo>
                  <a:lnTo>
                    <a:pt x="43647" y="3947"/>
                  </a:lnTo>
                  <a:lnTo>
                    <a:pt x="43937" y="3903"/>
                  </a:lnTo>
                  <a:lnTo>
                    <a:pt x="48369" y="3230"/>
                  </a:lnTo>
                  <a:lnTo>
                    <a:pt x="54414" y="2312"/>
                  </a:lnTo>
                  <a:lnTo>
                    <a:pt x="54764" y="2259"/>
                  </a:lnTo>
                  <a:lnTo>
                    <a:pt x="55564" y="2137"/>
                  </a:lnTo>
                  <a:lnTo>
                    <a:pt x="55819" y="2112"/>
                  </a:lnTo>
                  <a:lnTo>
                    <a:pt x="57212" y="2061"/>
                  </a:lnTo>
                  <a:lnTo>
                    <a:pt x="58430" y="2016"/>
                  </a:lnTo>
                  <a:lnTo>
                    <a:pt x="62617" y="1861"/>
                  </a:lnTo>
                  <a:lnTo>
                    <a:pt x="62977" y="1847"/>
                  </a:lnTo>
                  <a:lnTo>
                    <a:pt x="68693" y="1636"/>
                  </a:lnTo>
                  <a:lnTo>
                    <a:pt x="74115" y="1435"/>
                  </a:lnTo>
                  <a:lnTo>
                    <a:pt x="75045" y="1401"/>
                  </a:lnTo>
                  <a:lnTo>
                    <a:pt x="86034" y="994"/>
                  </a:lnTo>
                  <a:lnTo>
                    <a:pt x="87456" y="941"/>
                  </a:lnTo>
                  <a:lnTo>
                    <a:pt x="87918" y="924"/>
                  </a:lnTo>
                  <a:lnTo>
                    <a:pt x="88054" y="919"/>
                  </a:lnTo>
                  <a:lnTo>
                    <a:pt x="90311" y="836"/>
                  </a:lnTo>
                  <a:lnTo>
                    <a:pt x="90567" y="826"/>
                  </a:lnTo>
                  <a:lnTo>
                    <a:pt x="94052" y="697"/>
                  </a:lnTo>
                  <a:lnTo>
                    <a:pt x="94752" y="671"/>
                  </a:lnTo>
                  <a:lnTo>
                    <a:pt x="94887" y="666"/>
                  </a:lnTo>
                  <a:lnTo>
                    <a:pt x="105536" y="272"/>
                  </a:lnTo>
                  <a:lnTo>
                    <a:pt x="110478" y="89"/>
                  </a:lnTo>
                  <a:lnTo>
                    <a:pt x="110879" y="74"/>
                  </a:lnTo>
                  <a:lnTo>
                    <a:pt x="111610" y="47"/>
                  </a:lnTo>
                  <a:lnTo>
                    <a:pt x="112049" y="31"/>
                  </a:lnTo>
                  <a:lnTo>
                    <a:pt x="112905" y="0"/>
                  </a:lnTo>
                  <a:lnTo>
                    <a:pt x="112971" y="1799"/>
                  </a:lnTo>
                  <a:lnTo>
                    <a:pt x="113140" y="6399"/>
                  </a:lnTo>
                  <a:lnTo>
                    <a:pt x="113160" y="6941"/>
                  </a:lnTo>
                  <a:lnTo>
                    <a:pt x="113175" y="7248"/>
                  </a:lnTo>
                  <a:lnTo>
                    <a:pt x="113192" y="7610"/>
                  </a:lnTo>
                  <a:lnTo>
                    <a:pt x="113240" y="8612"/>
                  </a:lnTo>
                  <a:lnTo>
                    <a:pt x="114016" y="24841"/>
                  </a:lnTo>
                  <a:lnTo>
                    <a:pt x="114038" y="25303"/>
                  </a:lnTo>
                  <a:lnTo>
                    <a:pt x="114134" y="27304"/>
                  </a:lnTo>
                  <a:lnTo>
                    <a:pt x="114145" y="27530"/>
                  </a:lnTo>
                  <a:lnTo>
                    <a:pt x="114305" y="30875"/>
                  </a:lnTo>
                  <a:lnTo>
                    <a:pt x="114318" y="31150"/>
                  </a:lnTo>
                  <a:lnTo>
                    <a:pt x="114359" y="32009"/>
                  </a:lnTo>
                  <a:lnTo>
                    <a:pt x="114866" y="34156"/>
                  </a:lnTo>
                  <a:lnTo>
                    <a:pt x="115552" y="36214"/>
                  </a:lnTo>
                  <a:lnTo>
                    <a:pt x="117280" y="40791"/>
                  </a:lnTo>
                  <a:lnTo>
                    <a:pt x="117802" y="42174"/>
                  </a:lnTo>
                  <a:lnTo>
                    <a:pt x="118046" y="42823"/>
                  </a:lnTo>
                  <a:lnTo>
                    <a:pt x="118103" y="42973"/>
                  </a:lnTo>
                  <a:lnTo>
                    <a:pt x="118151" y="43100"/>
                  </a:lnTo>
                  <a:lnTo>
                    <a:pt x="118271" y="43444"/>
                  </a:lnTo>
                  <a:lnTo>
                    <a:pt x="118336" y="43633"/>
                  </a:lnTo>
                  <a:lnTo>
                    <a:pt x="118831" y="45052"/>
                  </a:lnTo>
                  <a:lnTo>
                    <a:pt x="119130" y="45911"/>
                  </a:lnTo>
                  <a:lnTo>
                    <a:pt x="119237" y="46217"/>
                  </a:lnTo>
                  <a:lnTo>
                    <a:pt x="119374" y="46611"/>
                  </a:lnTo>
                  <a:lnTo>
                    <a:pt x="119567" y="47164"/>
                  </a:lnTo>
                  <a:lnTo>
                    <a:pt x="119785" y="47790"/>
                  </a:lnTo>
                  <a:lnTo>
                    <a:pt x="120009" y="48434"/>
                  </a:lnTo>
                  <a:lnTo>
                    <a:pt x="120131" y="48784"/>
                  </a:lnTo>
                  <a:lnTo>
                    <a:pt x="120178" y="49182"/>
                  </a:lnTo>
                  <a:lnTo>
                    <a:pt x="119947" y="49263"/>
                  </a:lnTo>
                  <a:lnTo>
                    <a:pt x="113644" y="51577"/>
                  </a:lnTo>
                  <a:lnTo>
                    <a:pt x="113242" y="51724"/>
                  </a:lnTo>
                  <a:lnTo>
                    <a:pt x="107696" y="53761"/>
                  </a:lnTo>
                  <a:lnTo>
                    <a:pt x="102230" y="55768"/>
                  </a:lnTo>
                  <a:lnTo>
                    <a:pt x="101936" y="55876"/>
                  </a:lnTo>
                  <a:lnTo>
                    <a:pt x="100555" y="5638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8" name="pg307"/>
            <p:cNvSpPr/>
            <p:nvPr/>
          </p:nvSpPr>
          <p:spPr>
            <a:xfrm>
              <a:off x="3930773" y="2991836"/>
              <a:ext cx="111086" cy="80247"/>
            </a:xfrm>
            <a:custGeom>
              <a:avLst/>
              <a:pathLst>
                <a:path w="111086" h="80247">
                  <a:moveTo>
                    <a:pt x="50322" y="15902"/>
                  </a:moveTo>
                  <a:lnTo>
                    <a:pt x="50426" y="16127"/>
                  </a:lnTo>
                  <a:lnTo>
                    <a:pt x="51584" y="15630"/>
                  </a:lnTo>
                  <a:lnTo>
                    <a:pt x="54046" y="14573"/>
                  </a:lnTo>
                  <a:lnTo>
                    <a:pt x="54550" y="14356"/>
                  </a:lnTo>
                  <a:lnTo>
                    <a:pt x="55702" y="13862"/>
                  </a:lnTo>
                  <a:lnTo>
                    <a:pt x="57897" y="12919"/>
                  </a:lnTo>
                  <a:lnTo>
                    <a:pt x="58343" y="12727"/>
                  </a:lnTo>
                  <a:lnTo>
                    <a:pt x="58565" y="12619"/>
                  </a:lnTo>
                  <a:lnTo>
                    <a:pt x="58997" y="12408"/>
                  </a:lnTo>
                  <a:lnTo>
                    <a:pt x="60365" y="11740"/>
                  </a:lnTo>
                  <a:lnTo>
                    <a:pt x="60596" y="11627"/>
                  </a:lnTo>
                  <a:lnTo>
                    <a:pt x="64454" y="9742"/>
                  </a:lnTo>
                  <a:lnTo>
                    <a:pt x="65047" y="9452"/>
                  </a:lnTo>
                  <a:lnTo>
                    <a:pt x="65423" y="9269"/>
                  </a:lnTo>
                  <a:lnTo>
                    <a:pt x="65641" y="9846"/>
                  </a:lnTo>
                  <a:lnTo>
                    <a:pt x="65749" y="10132"/>
                  </a:lnTo>
                  <a:lnTo>
                    <a:pt x="65979" y="10743"/>
                  </a:lnTo>
                  <a:lnTo>
                    <a:pt x="66776" y="12855"/>
                  </a:lnTo>
                  <a:lnTo>
                    <a:pt x="69412" y="11871"/>
                  </a:lnTo>
                  <a:lnTo>
                    <a:pt x="72239" y="11692"/>
                  </a:lnTo>
                  <a:lnTo>
                    <a:pt x="76855" y="12157"/>
                  </a:lnTo>
                  <a:lnTo>
                    <a:pt x="77917" y="12586"/>
                  </a:lnTo>
                  <a:lnTo>
                    <a:pt x="78212" y="13203"/>
                  </a:lnTo>
                  <a:lnTo>
                    <a:pt x="78477" y="13755"/>
                  </a:lnTo>
                  <a:lnTo>
                    <a:pt x="81543" y="12769"/>
                  </a:lnTo>
                  <a:lnTo>
                    <a:pt x="82013" y="12649"/>
                  </a:lnTo>
                  <a:lnTo>
                    <a:pt x="82290" y="12578"/>
                  </a:lnTo>
                  <a:lnTo>
                    <a:pt x="82812" y="12445"/>
                  </a:lnTo>
                  <a:lnTo>
                    <a:pt x="83142" y="12361"/>
                  </a:lnTo>
                  <a:lnTo>
                    <a:pt x="83668" y="12214"/>
                  </a:lnTo>
                  <a:lnTo>
                    <a:pt x="83576" y="11694"/>
                  </a:lnTo>
                  <a:lnTo>
                    <a:pt x="83549" y="11545"/>
                  </a:lnTo>
                  <a:lnTo>
                    <a:pt x="83417" y="10795"/>
                  </a:lnTo>
                  <a:lnTo>
                    <a:pt x="81927" y="10812"/>
                  </a:lnTo>
                  <a:lnTo>
                    <a:pt x="81703" y="10794"/>
                  </a:lnTo>
                  <a:lnTo>
                    <a:pt x="81434" y="10772"/>
                  </a:lnTo>
                  <a:lnTo>
                    <a:pt x="81611" y="10334"/>
                  </a:lnTo>
                  <a:lnTo>
                    <a:pt x="81910" y="9594"/>
                  </a:lnTo>
                  <a:lnTo>
                    <a:pt x="82116" y="9086"/>
                  </a:lnTo>
                  <a:lnTo>
                    <a:pt x="82586" y="7924"/>
                  </a:lnTo>
                  <a:lnTo>
                    <a:pt x="82646" y="7776"/>
                  </a:lnTo>
                  <a:lnTo>
                    <a:pt x="82826" y="7796"/>
                  </a:lnTo>
                  <a:lnTo>
                    <a:pt x="84913" y="8035"/>
                  </a:lnTo>
                  <a:lnTo>
                    <a:pt x="85441" y="8096"/>
                  </a:lnTo>
                  <a:lnTo>
                    <a:pt x="85622" y="8111"/>
                  </a:lnTo>
                  <a:lnTo>
                    <a:pt x="85757" y="8122"/>
                  </a:lnTo>
                  <a:lnTo>
                    <a:pt x="89342" y="8417"/>
                  </a:lnTo>
                  <a:lnTo>
                    <a:pt x="89332" y="8697"/>
                  </a:lnTo>
                  <a:lnTo>
                    <a:pt x="89209" y="11894"/>
                  </a:lnTo>
                  <a:lnTo>
                    <a:pt x="89185" y="12511"/>
                  </a:lnTo>
                  <a:lnTo>
                    <a:pt x="91132" y="12539"/>
                  </a:lnTo>
                  <a:lnTo>
                    <a:pt x="92150" y="13143"/>
                  </a:lnTo>
                  <a:lnTo>
                    <a:pt x="92932" y="13607"/>
                  </a:lnTo>
                  <a:lnTo>
                    <a:pt x="94824" y="14729"/>
                  </a:lnTo>
                  <a:lnTo>
                    <a:pt x="95485" y="15253"/>
                  </a:lnTo>
                  <a:lnTo>
                    <a:pt x="95651" y="15385"/>
                  </a:lnTo>
                  <a:lnTo>
                    <a:pt x="96509" y="14539"/>
                  </a:lnTo>
                  <a:lnTo>
                    <a:pt x="95695" y="12482"/>
                  </a:lnTo>
                  <a:lnTo>
                    <a:pt x="97180" y="12178"/>
                  </a:lnTo>
                  <a:lnTo>
                    <a:pt x="96029" y="10669"/>
                  </a:lnTo>
                  <a:lnTo>
                    <a:pt x="98713" y="9793"/>
                  </a:lnTo>
                  <a:lnTo>
                    <a:pt x="102577" y="13982"/>
                  </a:lnTo>
                  <a:lnTo>
                    <a:pt x="104880" y="16916"/>
                  </a:lnTo>
                  <a:lnTo>
                    <a:pt x="103424" y="18670"/>
                  </a:lnTo>
                  <a:lnTo>
                    <a:pt x="105536" y="18741"/>
                  </a:lnTo>
                  <a:lnTo>
                    <a:pt x="107601" y="17436"/>
                  </a:lnTo>
                  <a:lnTo>
                    <a:pt x="108349" y="18324"/>
                  </a:lnTo>
                  <a:lnTo>
                    <a:pt x="107187" y="19494"/>
                  </a:lnTo>
                  <a:lnTo>
                    <a:pt x="105680" y="20161"/>
                  </a:lnTo>
                  <a:lnTo>
                    <a:pt x="105689" y="20366"/>
                  </a:lnTo>
                  <a:lnTo>
                    <a:pt x="111086" y="20381"/>
                  </a:lnTo>
                  <a:lnTo>
                    <a:pt x="109961" y="22401"/>
                  </a:lnTo>
                  <a:lnTo>
                    <a:pt x="107694" y="21716"/>
                  </a:lnTo>
                  <a:lnTo>
                    <a:pt x="105264" y="25048"/>
                  </a:lnTo>
                  <a:lnTo>
                    <a:pt x="102901" y="27359"/>
                  </a:lnTo>
                  <a:lnTo>
                    <a:pt x="101463" y="28745"/>
                  </a:lnTo>
                  <a:lnTo>
                    <a:pt x="101246" y="28954"/>
                  </a:lnTo>
                  <a:lnTo>
                    <a:pt x="101041" y="29189"/>
                  </a:lnTo>
                  <a:lnTo>
                    <a:pt x="99649" y="30782"/>
                  </a:lnTo>
                  <a:lnTo>
                    <a:pt x="98575" y="32768"/>
                  </a:lnTo>
                  <a:lnTo>
                    <a:pt x="89027" y="27383"/>
                  </a:lnTo>
                  <a:lnTo>
                    <a:pt x="87190" y="24162"/>
                  </a:lnTo>
                  <a:lnTo>
                    <a:pt x="84542" y="25379"/>
                  </a:lnTo>
                  <a:lnTo>
                    <a:pt x="83612" y="25164"/>
                  </a:lnTo>
                  <a:lnTo>
                    <a:pt x="82849" y="28886"/>
                  </a:lnTo>
                  <a:lnTo>
                    <a:pt x="81379" y="29920"/>
                  </a:lnTo>
                  <a:lnTo>
                    <a:pt x="82169" y="31173"/>
                  </a:lnTo>
                  <a:lnTo>
                    <a:pt x="78352" y="33693"/>
                  </a:lnTo>
                  <a:lnTo>
                    <a:pt x="78740" y="38545"/>
                  </a:lnTo>
                  <a:lnTo>
                    <a:pt x="79545" y="38509"/>
                  </a:lnTo>
                  <a:lnTo>
                    <a:pt x="79455" y="37182"/>
                  </a:lnTo>
                  <a:lnTo>
                    <a:pt x="80618" y="36868"/>
                  </a:lnTo>
                  <a:lnTo>
                    <a:pt x="82050" y="37867"/>
                  </a:lnTo>
                  <a:lnTo>
                    <a:pt x="82141" y="40541"/>
                  </a:lnTo>
                  <a:lnTo>
                    <a:pt x="82165" y="40688"/>
                  </a:lnTo>
                  <a:lnTo>
                    <a:pt x="77785" y="41148"/>
                  </a:lnTo>
                  <a:lnTo>
                    <a:pt x="79366" y="42937"/>
                  </a:lnTo>
                  <a:lnTo>
                    <a:pt x="80386" y="42681"/>
                  </a:lnTo>
                  <a:lnTo>
                    <a:pt x="80961" y="43116"/>
                  </a:lnTo>
                  <a:lnTo>
                    <a:pt x="83198" y="42310"/>
                  </a:lnTo>
                  <a:lnTo>
                    <a:pt x="84197" y="44040"/>
                  </a:lnTo>
                  <a:lnTo>
                    <a:pt x="82524" y="44514"/>
                  </a:lnTo>
                  <a:lnTo>
                    <a:pt x="80946" y="44935"/>
                  </a:lnTo>
                  <a:lnTo>
                    <a:pt x="80887" y="46500"/>
                  </a:lnTo>
                  <a:lnTo>
                    <a:pt x="82612" y="46257"/>
                  </a:lnTo>
                  <a:lnTo>
                    <a:pt x="83153" y="46187"/>
                  </a:lnTo>
                  <a:lnTo>
                    <a:pt x="83302" y="48125"/>
                  </a:lnTo>
                  <a:lnTo>
                    <a:pt x="82005" y="48548"/>
                  </a:lnTo>
                  <a:lnTo>
                    <a:pt x="81265" y="48788"/>
                  </a:lnTo>
                  <a:lnTo>
                    <a:pt x="80957" y="48889"/>
                  </a:lnTo>
                  <a:lnTo>
                    <a:pt x="80737" y="48960"/>
                  </a:lnTo>
                  <a:lnTo>
                    <a:pt x="79838" y="48993"/>
                  </a:lnTo>
                  <a:lnTo>
                    <a:pt x="79527" y="49004"/>
                  </a:lnTo>
                  <a:lnTo>
                    <a:pt x="78876" y="49028"/>
                  </a:lnTo>
                  <a:lnTo>
                    <a:pt x="78080" y="49057"/>
                  </a:lnTo>
                  <a:lnTo>
                    <a:pt x="76537" y="49088"/>
                  </a:lnTo>
                  <a:lnTo>
                    <a:pt x="74689" y="48930"/>
                  </a:lnTo>
                  <a:lnTo>
                    <a:pt x="73297" y="48854"/>
                  </a:lnTo>
                  <a:lnTo>
                    <a:pt x="72614" y="48915"/>
                  </a:lnTo>
                  <a:lnTo>
                    <a:pt x="72410" y="48786"/>
                  </a:lnTo>
                  <a:lnTo>
                    <a:pt x="72239" y="48678"/>
                  </a:lnTo>
                  <a:lnTo>
                    <a:pt x="71608" y="48743"/>
                  </a:lnTo>
                  <a:lnTo>
                    <a:pt x="71468" y="48757"/>
                  </a:lnTo>
                  <a:lnTo>
                    <a:pt x="71049" y="48718"/>
                  </a:lnTo>
                  <a:lnTo>
                    <a:pt x="70710" y="48686"/>
                  </a:lnTo>
                  <a:lnTo>
                    <a:pt x="70057" y="48625"/>
                  </a:lnTo>
                  <a:lnTo>
                    <a:pt x="69894" y="48610"/>
                  </a:lnTo>
                  <a:lnTo>
                    <a:pt x="69751" y="48588"/>
                  </a:lnTo>
                  <a:lnTo>
                    <a:pt x="69035" y="48481"/>
                  </a:lnTo>
                  <a:lnTo>
                    <a:pt x="68881" y="48458"/>
                  </a:lnTo>
                  <a:lnTo>
                    <a:pt x="68272" y="48367"/>
                  </a:lnTo>
                  <a:lnTo>
                    <a:pt x="68013" y="48328"/>
                  </a:lnTo>
                  <a:lnTo>
                    <a:pt x="67612" y="48268"/>
                  </a:lnTo>
                  <a:lnTo>
                    <a:pt x="67273" y="48222"/>
                  </a:lnTo>
                  <a:lnTo>
                    <a:pt x="66731" y="48211"/>
                  </a:lnTo>
                  <a:lnTo>
                    <a:pt x="66488" y="48206"/>
                  </a:lnTo>
                  <a:lnTo>
                    <a:pt x="66315" y="48215"/>
                  </a:lnTo>
                  <a:lnTo>
                    <a:pt x="66151" y="48224"/>
                  </a:lnTo>
                  <a:lnTo>
                    <a:pt x="66000" y="48233"/>
                  </a:lnTo>
                  <a:lnTo>
                    <a:pt x="65753" y="48247"/>
                  </a:lnTo>
                  <a:lnTo>
                    <a:pt x="65556" y="48258"/>
                  </a:lnTo>
                  <a:lnTo>
                    <a:pt x="64941" y="48404"/>
                  </a:lnTo>
                  <a:lnTo>
                    <a:pt x="64778" y="48444"/>
                  </a:lnTo>
                  <a:lnTo>
                    <a:pt x="64478" y="48565"/>
                  </a:lnTo>
                  <a:lnTo>
                    <a:pt x="64341" y="48620"/>
                  </a:lnTo>
                  <a:lnTo>
                    <a:pt x="63962" y="48772"/>
                  </a:lnTo>
                  <a:lnTo>
                    <a:pt x="63707" y="48475"/>
                  </a:lnTo>
                  <a:lnTo>
                    <a:pt x="62978" y="47623"/>
                  </a:lnTo>
                  <a:lnTo>
                    <a:pt x="62420" y="48166"/>
                  </a:lnTo>
                  <a:lnTo>
                    <a:pt x="62215" y="48338"/>
                  </a:lnTo>
                  <a:lnTo>
                    <a:pt x="61951" y="48559"/>
                  </a:lnTo>
                  <a:lnTo>
                    <a:pt x="61536" y="48908"/>
                  </a:lnTo>
                  <a:lnTo>
                    <a:pt x="61334" y="49077"/>
                  </a:lnTo>
                  <a:lnTo>
                    <a:pt x="60693" y="49616"/>
                  </a:lnTo>
                  <a:lnTo>
                    <a:pt x="60371" y="49886"/>
                  </a:lnTo>
                  <a:lnTo>
                    <a:pt x="60161" y="50062"/>
                  </a:lnTo>
                  <a:lnTo>
                    <a:pt x="59967" y="50225"/>
                  </a:lnTo>
                  <a:lnTo>
                    <a:pt x="60438" y="50919"/>
                  </a:lnTo>
                  <a:lnTo>
                    <a:pt x="60562" y="51699"/>
                  </a:lnTo>
                  <a:lnTo>
                    <a:pt x="60648" y="52240"/>
                  </a:lnTo>
                  <a:lnTo>
                    <a:pt x="60746" y="52440"/>
                  </a:lnTo>
                  <a:lnTo>
                    <a:pt x="61054" y="53075"/>
                  </a:lnTo>
                  <a:lnTo>
                    <a:pt x="61135" y="53203"/>
                  </a:lnTo>
                  <a:lnTo>
                    <a:pt x="61362" y="53564"/>
                  </a:lnTo>
                  <a:lnTo>
                    <a:pt x="61520" y="53814"/>
                  </a:lnTo>
                  <a:lnTo>
                    <a:pt x="61603" y="53945"/>
                  </a:lnTo>
                  <a:lnTo>
                    <a:pt x="61921" y="54339"/>
                  </a:lnTo>
                  <a:lnTo>
                    <a:pt x="62270" y="54769"/>
                  </a:lnTo>
                  <a:lnTo>
                    <a:pt x="62424" y="54960"/>
                  </a:lnTo>
                  <a:lnTo>
                    <a:pt x="62616" y="55198"/>
                  </a:lnTo>
                  <a:lnTo>
                    <a:pt x="62918" y="55143"/>
                  </a:lnTo>
                  <a:lnTo>
                    <a:pt x="62604" y="55414"/>
                  </a:lnTo>
                  <a:lnTo>
                    <a:pt x="60334" y="57369"/>
                  </a:lnTo>
                  <a:lnTo>
                    <a:pt x="60181" y="57501"/>
                  </a:lnTo>
                  <a:lnTo>
                    <a:pt x="60788" y="58274"/>
                  </a:lnTo>
                  <a:lnTo>
                    <a:pt x="61062" y="58614"/>
                  </a:lnTo>
                  <a:lnTo>
                    <a:pt x="61392" y="58987"/>
                  </a:lnTo>
                  <a:lnTo>
                    <a:pt x="61547" y="59163"/>
                  </a:lnTo>
                  <a:lnTo>
                    <a:pt x="62334" y="60054"/>
                  </a:lnTo>
                  <a:lnTo>
                    <a:pt x="62762" y="60539"/>
                  </a:lnTo>
                  <a:lnTo>
                    <a:pt x="62956" y="60758"/>
                  </a:lnTo>
                  <a:lnTo>
                    <a:pt x="63560" y="61442"/>
                  </a:lnTo>
                  <a:lnTo>
                    <a:pt x="64259" y="62234"/>
                  </a:lnTo>
                  <a:lnTo>
                    <a:pt x="64571" y="62587"/>
                  </a:lnTo>
                  <a:lnTo>
                    <a:pt x="64819" y="62868"/>
                  </a:lnTo>
                  <a:lnTo>
                    <a:pt x="65591" y="63742"/>
                  </a:lnTo>
                  <a:lnTo>
                    <a:pt x="66317" y="64564"/>
                  </a:lnTo>
                  <a:lnTo>
                    <a:pt x="63332" y="65289"/>
                  </a:lnTo>
                  <a:lnTo>
                    <a:pt x="62526" y="65485"/>
                  </a:lnTo>
                  <a:lnTo>
                    <a:pt x="62017" y="65781"/>
                  </a:lnTo>
                  <a:lnTo>
                    <a:pt x="60476" y="66677"/>
                  </a:lnTo>
                  <a:lnTo>
                    <a:pt x="59961" y="66976"/>
                  </a:lnTo>
                  <a:lnTo>
                    <a:pt x="57461" y="69601"/>
                  </a:lnTo>
                  <a:lnTo>
                    <a:pt x="57264" y="69808"/>
                  </a:lnTo>
                  <a:lnTo>
                    <a:pt x="56383" y="70733"/>
                  </a:lnTo>
                  <a:lnTo>
                    <a:pt x="56080" y="70860"/>
                  </a:lnTo>
                  <a:lnTo>
                    <a:pt x="55737" y="71092"/>
                  </a:lnTo>
                  <a:lnTo>
                    <a:pt x="54930" y="71459"/>
                  </a:lnTo>
                  <a:lnTo>
                    <a:pt x="54610" y="71605"/>
                  </a:lnTo>
                  <a:lnTo>
                    <a:pt x="51808" y="72880"/>
                  </a:lnTo>
                  <a:lnTo>
                    <a:pt x="51644" y="72955"/>
                  </a:lnTo>
                  <a:lnTo>
                    <a:pt x="51046" y="73226"/>
                  </a:lnTo>
                  <a:lnTo>
                    <a:pt x="50804" y="73336"/>
                  </a:lnTo>
                  <a:lnTo>
                    <a:pt x="49787" y="73770"/>
                  </a:lnTo>
                  <a:lnTo>
                    <a:pt x="49096" y="74064"/>
                  </a:lnTo>
                  <a:lnTo>
                    <a:pt x="49179" y="74280"/>
                  </a:lnTo>
                  <a:lnTo>
                    <a:pt x="49237" y="74433"/>
                  </a:lnTo>
                  <a:lnTo>
                    <a:pt x="49652" y="75936"/>
                  </a:lnTo>
                  <a:lnTo>
                    <a:pt x="49532" y="76362"/>
                  </a:lnTo>
                  <a:lnTo>
                    <a:pt x="49481" y="76543"/>
                  </a:lnTo>
                  <a:lnTo>
                    <a:pt x="49437" y="76696"/>
                  </a:lnTo>
                  <a:lnTo>
                    <a:pt x="49111" y="77849"/>
                  </a:lnTo>
                  <a:lnTo>
                    <a:pt x="48900" y="78595"/>
                  </a:lnTo>
                  <a:lnTo>
                    <a:pt x="48091" y="78916"/>
                  </a:lnTo>
                  <a:lnTo>
                    <a:pt x="47258" y="79247"/>
                  </a:lnTo>
                  <a:lnTo>
                    <a:pt x="44741" y="80247"/>
                  </a:lnTo>
                  <a:lnTo>
                    <a:pt x="44491" y="79671"/>
                  </a:lnTo>
                  <a:lnTo>
                    <a:pt x="43433" y="77094"/>
                  </a:lnTo>
                  <a:lnTo>
                    <a:pt x="42457" y="74716"/>
                  </a:lnTo>
                  <a:lnTo>
                    <a:pt x="42292" y="74315"/>
                  </a:lnTo>
                  <a:lnTo>
                    <a:pt x="37080" y="61622"/>
                  </a:lnTo>
                  <a:lnTo>
                    <a:pt x="34009" y="54142"/>
                  </a:lnTo>
                  <a:lnTo>
                    <a:pt x="31437" y="49675"/>
                  </a:lnTo>
                  <a:lnTo>
                    <a:pt x="31182" y="49232"/>
                  </a:lnTo>
                  <a:lnTo>
                    <a:pt x="30942" y="49316"/>
                  </a:lnTo>
                  <a:lnTo>
                    <a:pt x="26273" y="50959"/>
                  </a:lnTo>
                  <a:lnTo>
                    <a:pt x="19732" y="53260"/>
                  </a:lnTo>
                  <a:lnTo>
                    <a:pt x="14322" y="55163"/>
                  </a:lnTo>
                  <a:lnTo>
                    <a:pt x="8236" y="57304"/>
                  </a:lnTo>
                  <a:lnTo>
                    <a:pt x="7067" y="57716"/>
                  </a:lnTo>
                  <a:lnTo>
                    <a:pt x="6899" y="57233"/>
                  </a:lnTo>
                  <a:lnTo>
                    <a:pt x="6816" y="56996"/>
                  </a:lnTo>
                  <a:lnTo>
                    <a:pt x="6591" y="56348"/>
                  </a:lnTo>
                  <a:lnTo>
                    <a:pt x="6374" y="55727"/>
                  </a:lnTo>
                  <a:lnTo>
                    <a:pt x="6182" y="55174"/>
                  </a:lnTo>
                  <a:lnTo>
                    <a:pt x="6044" y="54780"/>
                  </a:lnTo>
                  <a:lnTo>
                    <a:pt x="5938" y="54474"/>
                  </a:lnTo>
                  <a:lnTo>
                    <a:pt x="5638" y="53615"/>
                  </a:lnTo>
                  <a:lnTo>
                    <a:pt x="5144" y="52195"/>
                  </a:lnTo>
                  <a:lnTo>
                    <a:pt x="5072" y="51989"/>
                  </a:lnTo>
                  <a:lnTo>
                    <a:pt x="4958" y="51662"/>
                  </a:lnTo>
                  <a:lnTo>
                    <a:pt x="4910" y="51535"/>
                  </a:lnTo>
                  <a:lnTo>
                    <a:pt x="4854" y="51386"/>
                  </a:lnTo>
                  <a:lnTo>
                    <a:pt x="4609" y="50737"/>
                  </a:lnTo>
                  <a:lnTo>
                    <a:pt x="4087" y="49354"/>
                  </a:lnTo>
                  <a:lnTo>
                    <a:pt x="2360" y="44776"/>
                  </a:lnTo>
                  <a:lnTo>
                    <a:pt x="1674" y="42719"/>
                  </a:lnTo>
                  <a:lnTo>
                    <a:pt x="1167" y="40572"/>
                  </a:lnTo>
                  <a:lnTo>
                    <a:pt x="1126" y="39713"/>
                  </a:lnTo>
                  <a:lnTo>
                    <a:pt x="1112" y="39437"/>
                  </a:lnTo>
                  <a:lnTo>
                    <a:pt x="952" y="36092"/>
                  </a:lnTo>
                  <a:lnTo>
                    <a:pt x="942" y="35867"/>
                  </a:lnTo>
                  <a:lnTo>
                    <a:pt x="846" y="33865"/>
                  </a:lnTo>
                  <a:lnTo>
                    <a:pt x="824" y="33403"/>
                  </a:lnTo>
                  <a:lnTo>
                    <a:pt x="47" y="17174"/>
                  </a:lnTo>
                  <a:lnTo>
                    <a:pt x="0" y="16172"/>
                  </a:lnTo>
                  <a:lnTo>
                    <a:pt x="1339" y="16108"/>
                  </a:lnTo>
                  <a:lnTo>
                    <a:pt x="1613" y="16095"/>
                  </a:lnTo>
                  <a:lnTo>
                    <a:pt x="2192" y="16067"/>
                  </a:lnTo>
                  <a:lnTo>
                    <a:pt x="2544" y="16051"/>
                  </a:lnTo>
                  <a:lnTo>
                    <a:pt x="3095" y="16038"/>
                  </a:lnTo>
                  <a:lnTo>
                    <a:pt x="7553" y="15934"/>
                  </a:lnTo>
                  <a:lnTo>
                    <a:pt x="8364" y="15915"/>
                  </a:lnTo>
                  <a:lnTo>
                    <a:pt x="11821" y="15835"/>
                  </a:lnTo>
                  <a:lnTo>
                    <a:pt x="14274" y="15778"/>
                  </a:lnTo>
                  <a:lnTo>
                    <a:pt x="16132" y="15735"/>
                  </a:lnTo>
                  <a:lnTo>
                    <a:pt x="17662" y="15674"/>
                  </a:lnTo>
                  <a:lnTo>
                    <a:pt x="18682" y="15621"/>
                  </a:lnTo>
                  <a:lnTo>
                    <a:pt x="19049" y="15559"/>
                  </a:lnTo>
                  <a:lnTo>
                    <a:pt x="19637" y="15375"/>
                  </a:lnTo>
                  <a:lnTo>
                    <a:pt x="20057" y="15156"/>
                  </a:lnTo>
                  <a:lnTo>
                    <a:pt x="20521" y="14878"/>
                  </a:lnTo>
                  <a:lnTo>
                    <a:pt x="21117" y="14522"/>
                  </a:lnTo>
                  <a:lnTo>
                    <a:pt x="22148" y="13905"/>
                  </a:lnTo>
                  <a:lnTo>
                    <a:pt x="24062" y="12806"/>
                  </a:lnTo>
                  <a:lnTo>
                    <a:pt x="25324" y="12081"/>
                  </a:lnTo>
                  <a:lnTo>
                    <a:pt x="25656" y="11890"/>
                  </a:lnTo>
                  <a:lnTo>
                    <a:pt x="30792" y="8939"/>
                  </a:lnTo>
                  <a:lnTo>
                    <a:pt x="35253" y="6377"/>
                  </a:lnTo>
                  <a:lnTo>
                    <a:pt x="35892" y="6010"/>
                  </a:lnTo>
                  <a:lnTo>
                    <a:pt x="35723" y="5735"/>
                  </a:lnTo>
                  <a:lnTo>
                    <a:pt x="34389" y="3569"/>
                  </a:lnTo>
                  <a:lnTo>
                    <a:pt x="33975" y="2898"/>
                  </a:lnTo>
                  <a:lnTo>
                    <a:pt x="33677" y="2414"/>
                  </a:lnTo>
                  <a:lnTo>
                    <a:pt x="33872" y="2365"/>
                  </a:lnTo>
                  <a:lnTo>
                    <a:pt x="34363" y="2242"/>
                  </a:lnTo>
                  <a:lnTo>
                    <a:pt x="36765" y="1642"/>
                  </a:lnTo>
                  <a:lnTo>
                    <a:pt x="43330" y="0"/>
                  </a:lnTo>
                  <a:lnTo>
                    <a:pt x="44710" y="3053"/>
                  </a:lnTo>
                  <a:lnTo>
                    <a:pt x="45059" y="3826"/>
                  </a:lnTo>
                  <a:lnTo>
                    <a:pt x="46036" y="5987"/>
                  </a:lnTo>
                  <a:lnTo>
                    <a:pt x="46115" y="6170"/>
                  </a:lnTo>
                  <a:lnTo>
                    <a:pt x="46695" y="7513"/>
                  </a:lnTo>
                  <a:lnTo>
                    <a:pt x="47093" y="8433"/>
                  </a:lnTo>
                  <a:lnTo>
                    <a:pt x="47323" y="8966"/>
                  </a:lnTo>
                  <a:lnTo>
                    <a:pt x="48314" y="11256"/>
                  </a:lnTo>
                  <a:lnTo>
                    <a:pt x="49456" y="13899"/>
                  </a:lnTo>
                  <a:lnTo>
                    <a:pt x="49892" y="1490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09" name="pg308"/>
            <p:cNvSpPr/>
            <p:nvPr/>
          </p:nvSpPr>
          <p:spPr>
            <a:xfrm>
              <a:off x="3950093" y="3039460"/>
              <a:ext cx="115141" cy="74642"/>
            </a:xfrm>
            <a:custGeom>
              <a:avLst/>
              <a:pathLst>
                <a:path w="115141" h="74642">
                  <a:moveTo>
                    <a:pt x="44464" y="941"/>
                  </a:moveTo>
                  <a:lnTo>
                    <a:pt x="44642" y="1148"/>
                  </a:lnTo>
                  <a:lnTo>
                    <a:pt x="45021" y="996"/>
                  </a:lnTo>
                  <a:lnTo>
                    <a:pt x="45158" y="941"/>
                  </a:lnTo>
                  <a:lnTo>
                    <a:pt x="45458" y="821"/>
                  </a:lnTo>
                  <a:lnTo>
                    <a:pt x="45621" y="780"/>
                  </a:lnTo>
                  <a:lnTo>
                    <a:pt x="46236" y="634"/>
                  </a:lnTo>
                  <a:lnTo>
                    <a:pt x="46433" y="623"/>
                  </a:lnTo>
                  <a:lnTo>
                    <a:pt x="46680" y="609"/>
                  </a:lnTo>
                  <a:lnTo>
                    <a:pt x="46831" y="601"/>
                  </a:lnTo>
                  <a:lnTo>
                    <a:pt x="46995" y="592"/>
                  </a:lnTo>
                  <a:lnTo>
                    <a:pt x="47274" y="584"/>
                  </a:lnTo>
                  <a:lnTo>
                    <a:pt x="47411" y="587"/>
                  </a:lnTo>
                  <a:lnTo>
                    <a:pt x="48001" y="601"/>
                  </a:lnTo>
                  <a:lnTo>
                    <a:pt x="48292" y="645"/>
                  </a:lnTo>
                  <a:lnTo>
                    <a:pt x="48693" y="705"/>
                  </a:lnTo>
                  <a:lnTo>
                    <a:pt x="49021" y="754"/>
                  </a:lnTo>
                  <a:lnTo>
                    <a:pt x="49561" y="835"/>
                  </a:lnTo>
                  <a:lnTo>
                    <a:pt x="49715" y="858"/>
                  </a:lnTo>
                  <a:lnTo>
                    <a:pt x="50431" y="965"/>
                  </a:lnTo>
                  <a:lnTo>
                    <a:pt x="50574" y="986"/>
                  </a:lnTo>
                  <a:lnTo>
                    <a:pt x="50737" y="1002"/>
                  </a:lnTo>
                  <a:lnTo>
                    <a:pt x="51390" y="1063"/>
                  </a:lnTo>
                  <a:lnTo>
                    <a:pt x="51787" y="1100"/>
                  </a:lnTo>
                  <a:lnTo>
                    <a:pt x="52148" y="1134"/>
                  </a:lnTo>
                  <a:lnTo>
                    <a:pt x="52288" y="1119"/>
                  </a:lnTo>
                  <a:lnTo>
                    <a:pt x="52919" y="1054"/>
                  </a:lnTo>
                  <a:lnTo>
                    <a:pt x="53142" y="1195"/>
                  </a:lnTo>
                  <a:lnTo>
                    <a:pt x="53294" y="1291"/>
                  </a:lnTo>
                  <a:lnTo>
                    <a:pt x="53977" y="1230"/>
                  </a:lnTo>
                  <a:lnTo>
                    <a:pt x="55369" y="1307"/>
                  </a:lnTo>
                  <a:lnTo>
                    <a:pt x="57419" y="1481"/>
                  </a:lnTo>
                  <a:lnTo>
                    <a:pt x="58814" y="1431"/>
                  </a:lnTo>
                  <a:lnTo>
                    <a:pt x="59567" y="1404"/>
                  </a:lnTo>
                  <a:lnTo>
                    <a:pt x="60208" y="1380"/>
                  </a:lnTo>
                  <a:lnTo>
                    <a:pt x="60518" y="1369"/>
                  </a:lnTo>
                  <a:lnTo>
                    <a:pt x="61417" y="1337"/>
                  </a:lnTo>
                  <a:lnTo>
                    <a:pt x="61726" y="1236"/>
                  </a:lnTo>
                  <a:lnTo>
                    <a:pt x="61945" y="1165"/>
                  </a:lnTo>
                  <a:lnTo>
                    <a:pt x="67120" y="2490"/>
                  </a:lnTo>
                  <a:lnTo>
                    <a:pt x="65816" y="7681"/>
                  </a:lnTo>
                  <a:lnTo>
                    <a:pt x="66786" y="10051"/>
                  </a:lnTo>
                  <a:lnTo>
                    <a:pt x="67578" y="10051"/>
                  </a:lnTo>
                  <a:lnTo>
                    <a:pt x="69535" y="15084"/>
                  </a:lnTo>
                  <a:lnTo>
                    <a:pt x="66982" y="15919"/>
                  </a:lnTo>
                  <a:lnTo>
                    <a:pt x="65288" y="15776"/>
                  </a:lnTo>
                  <a:lnTo>
                    <a:pt x="65694" y="21430"/>
                  </a:lnTo>
                  <a:lnTo>
                    <a:pt x="56211" y="21692"/>
                  </a:lnTo>
                  <a:lnTo>
                    <a:pt x="55985" y="24090"/>
                  </a:lnTo>
                  <a:lnTo>
                    <a:pt x="60362" y="26320"/>
                  </a:lnTo>
                  <a:lnTo>
                    <a:pt x="61364" y="26105"/>
                  </a:lnTo>
                  <a:lnTo>
                    <a:pt x="62282" y="26630"/>
                  </a:lnTo>
                  <a:lnTo>
                    <a:pt x="61770" y="27656"/>
                  </a:lnTo>
                  <a:lnTo>
                    <a:pt x="63606" y="28658"/>
                  </a:lnTo>
                  <a:lnTo>
                    <a:pt x="62318" y="31664"/>
                  </a:lnTo>
                  <a:lnTo>
                    <a:pt x="64847" y="32916"/>
                  </a:lnTo>
                  <a:lnTo>
                    <a:pt x="67244" y="35266"/>
                  </a:lnTo>
                  <a:lnTo>
                    <a:pt x="68543" y="34276"/>
                  </a:lnTo>
                  <a:lnTo>
                    <a:pt x="70779" y="37116"/>
                  </a:lnTo>
                  <a:lnTo>
                    <a:pt x="71689" y="36468"/>
                  </a:lnTo>
                  <a:lnTo>
                    <a:pt x="76914" y="31173"/>
                  </a:lnTo>
                  <a:lnTo>
                    <a:pt x="79228" y="32699"/>
                  </a:lnTo>
                  <a:lnTo>
                    <a:pt x="76582" y="35460"/>
                  </a:lnTo>
                  <a:lnTo>
                    <a:pt x="78186" y="36540"/>
                  </a:lnTo>
                  <a:lnTo>
                    <a:pt x="75640" y="38523"/>
                  </a:lnTo>
                  <a:lnTo>
                    <a:pt x="80591" y="45314"/>
                  </a:lnTo>
                  <a:lnTo>
                    <a:pt x="80047" y="47547"/>
                  </a:lnTo>
                  <a:lnTo>
                    <a:pt x="81664" y="50124"/>
                  </a:lnTo>
                  <a:lnTo>
                    <a:pt x="82995" y="49293"/>
                  </a:lnTo>
                  <a:lnTo>
                    <a:pt x="83940" y="50939"/>
                  </a:lnTo>
                  <a:lnTo>
                    <a:pt x="82952" y="51555"/>
                  </a:lnTo>
                  <a:lnTo>
                    <a:pt x="83237" y="52190"/>
                  </a:lnTo>
                  <a:lnTo>
                    <a:pt x="84728" y="51645"/>
                  </a:lnTo>
                  <a:lnTo>
                    <a:pt x="85115" y="51393"/>
                  </a:lnTo>
                  <a:lnTo>
                    <a:pt x="84683" y="49838"/>
                  </a:lnTo>
                  <a:lnTo>
                    <a:pt x="86938" y="48693"/>
                  </a:lnTo>
                  <a:lnTo>
                    <a:pt x="87224" y="49123"/>
                  </a:lnTo>
                  <a:lnTo>
                    <a:pt x="88405" y="48121"/>
                  </a:lnTo>
                  <a:lnTo>
                    <a:pt x="88154" y="41429"/>
                  </a:lnTo>
                  <a:lnTo>
                    <a:pt x="89264" y="35239"/>
                  </a:lnTo>
                  <a:lnTo>
                    <a:pt x="90762" y="32413"/>
                  </a:lnTo>
                  <a:lnTo>
                    <a:pt x="97570" y="36144"/>
                  </a:lnTo>
                  <a:lnTo>
                    <a:pt x="103940" y="40330"/>
                  </a:lnTo>
                  <a:lnTo>
                    <a:pt x="106230" y="41368"/>
                  </a:lnTo>
                  <a:lnTo>
                    <a:pt x="108914" y="40330"/>
                  </a:lnTo>
                  <a:lnTo>
                    <a:pt x="111894" y="42564"/>
                  </a:lnTo>
                  <a:lnTo>
                    <a:pt x="111654" y="42917"/>
                  </a:lnTo>
                  <a:lnTo>
                    <a:pt x="109896" y="45394"/>
                  </a:lnTo>
                  <a:lnTo>
                    <a:pt x="108264" y="47694"/>
                  </a:lnTo>
                  <a:lnTo>
                    <a:pt x="109091" y="48952"/>
                  </a:lnTo>
                  <a:lnTo>
                    <a:pt x="110460" y="51030"/>
                  </a:lnTo>
                  <a:lnTo>
                    <a:pt x="111072" y="51960"/>
                  </a:lnTo>
                  <a:lnTo>
                    <a:pt x="112813" y="50924"/>
                  </a:lnTo>
                  <a:lnTo>
                    <a:pt x="112980" y="50825"/>
                  </a:lnTo>
                  <a:lnTo>
                    <a:pt x="113163" y="50715"/>
                  </a:lnTo>
                  <a:lnTo>
                    <a:pt x="115141" y="49924"/>
                  </a:lnTo>
                  <a:lnTo>
                    <a:pt x="114683" y="50918"/>
                  </a:lnTo>
                  <a:lnTo>
                    <a:pt x="113881" y="55262"/>
                  </a:lnTo>
                  <a:lnTo>
                    <a:pt x="113932" y="57444"/>
                  </a:lnTo>
                  <a:lnTo>
                    <a:pt x="114136" y="59840"/>
                  </a:lnTo>
                  <a:lnTo>
                    <a:pt x="113670" y="60386"/>
                  </a:lnTo>
                  <a:lnTo>
                    <a:pt x="113499" y="60607"/>
                  </a:lnTo>
                  <a:lnTo>
                    <a:pt x="113397" y="60737"/>
                  </a:lnTo>
                  <a:lnTo>
                    <a:pt x="113215" y="60842"/>
                  </a:lnTo>
                  <a:lnTo>
                    <a:pt x="112947" y="60998"/>
                  </a:lnTo>
                  <a:lnTo>
                    <a:pt x="112804" y="61086"/>
                  </a:lnTo>
                  <a:lnTo>
                    <a:pt x="110708" y="62375"/>
                  </a:lnTo>
                  <a:lnTo>
                    <a:pt x="109913" y="62864"/>
                  </a:lnTo>
                  <a:lnTo>
                    <a:pt x="108510" y="63727"/>
                  </a:lnTo>
                  <a:lnTo>
                    <a:pt x="107039" y="64632"/>
                  </a:lnTo>
                  <a:lnTo>
                    <a:pt x="106605" y="64899"/>
                  </a:lnTo>
                  <a:lnTo>
                    <a:pt x="106969" y="65191"/>
                  </a:lnTo>
                  <a:lnTo>
                    <a:pt x="107705" y="66039"/>
                  </a:lnTo>
                  <a:lnTo>
                    <a:pt x="108788" y="67286"/>
                  </a:lnTo>
                  <a:lnTo>
                    <a:pt x="109035" y="67570"/>
                  </a:lnTo>
                  <a:lnTo>
                    <a:pt x="109470" y="68072"/>
                  </a:lnTo>
                  <a:lnTo>
                    <a:pt x="109136" y="68254"/>
                  </a:lnTo>
                  <a:lnTo>
                    <a:pt x="109005" y="68119"/>
                  </a:lnTo>
                  <a:lnTo>
                    <a:pt x="105854" y="67961"/>
                  </a:lnTo>
                  <a:lnTo>
                    <a:pt x="105314" y="67934"/>
                  </a:lnTo>
                  <a:lnTo>
                    <a:pt x="102212" y="67779"/>
                  </a:lnTo>
                  <a:lnTo>
                    <a:pt x="101895" y="67763"/>
                  </a:lnTo>
                  <a:lnTo>
                    <a:pt x="101042" y="67720"/>
                  </a:lnTo>
                  <a:lnTo>
                    <a:pt x="99411" y="67679"/>
                  </a:lnTo>
                  <a:lnTo>
                    <a:pt x="96569" y="67607"/>
                  </a:lnTo>
                  <a:lnTo>
                    <a:pt x="96186" y="67598"/>
                  </a:lnTo>
                  <a:lnTo>
                    <a:pt x="95941" y="67591"/>
                  </a:lnTo>
                  <a:lnTo>
                    <a:pt x="92012" y="67492"/>
                  </a:lnTo>
                  <a:lnTo>
                    <a:pt x="91717" y="67478"/>
                  </a:lnTo>
                  <a:lnTo>
                    <a:pt x="90806" y="67433"/>
                  </a:lnTo>
                  <a:lnTo>
                    <a:pt x="87611" y="67277"/>
                  </a:lnTo>
                  <a:lnTo>
                    <a:pt x="87179" y="67256"/>
                  </a:lnTo>
                  <a:lnTo>
                    <a:pt x="82843" y="67045"/>
                  </a:lnTo>
                  <a:lnTo>
                    <a:pt x="82238" y="67023"/>
                  </a:lnTo>
                  <a:lnTo>
                    <a:pt x="80071" y="67007"/>
                  </a:lnTo>
                  <a:lnTo>
                    <a:pt x="78305" y="66994"/>
                  </a:lnTo>
                  <a:lnTo>
                    <a:pt x="77980" y="66991"/>
                  </a:lnTo>
                  <a:lnTo>
                    <a:pt x="76186" y="66956"/>
                  </a:lnTo>
                  <a:lnTo>
                    <a:pt x="75970" y="66993"/>
                  </a:lnTo>
                  <a:lnTo>
                    <a:pt x="74542" y="67232"/>
                  </a:lnTo>
                  <a:lnTo>
                    <a:pt x="72356" y="67599"/>
                  </a:lnTo>
                  <a:lnTo>
                    <a:pt x="69923" y="68007"/>
                  </a:lnTo>
                  <a:lnTo>
                    <a:pt x="68936" y="68172"/>
                  </a:lnTo>
                  <a:lnTo>
                    <a:pt x="68213" y="68386"/>
                  </a:lnTo>
                  <a:lnTo>
                    <a:pt x="66527" y="68747"/>
                  </a:lnTo>
                  <a:lnTo>
                    <a:pt x="64874" y="69102"/>
                  </a:lnTo>
                  <a:lnTo>
                    <a:pt x="64613" y="69078"/>
                  </a:lnTo>
                  <a:lnTo>
                    <a:pt x="63982" y="69021"/>
                  </a:lnTo>
                  <a:lnTo>
                    <a:pt x="55889" y="67255"/>
                  </a:lnTo>
                  <a:lnTo>
                    <a:pt x="54291" y="66840"/>
                  </a:lnTo>
                  <a:lnTo>
                    <a:pt x="53846" y="66724"/>
                  </a:lnTo>
                  <a:lnTo>
                    <a:pt x="52989" y="66501"/>
                  </a:lnTo>
                  <a:lnTo>
                    <a:pt x="52377" y="66342"/>
                  </a:lnTo>
                  <a:lnTo>
                    <a:pt x="51784" y="66188"/>
                  </a:lnTo>
                  <a:lnTo>
                    <a:pt x="50724" y="65912"/>
                  </a:lnTo>
                  <a:lnTo>
                    <a:pt x="50223" y="65782"/>
                  </a:lnTo>
                  <a:lnTo>
                    <a:pt x="48918" y="66299"/>
                  </a:lnTo>
                  <a:lnTo>
                    <a:pt x="48397" y="66506"/>
                  </a:lnTo>
                  <a:lnTo>
                    <a:pt x="46079" y="67424"/>
                  </a:lnTo>
                  <a:lnTo>
                    <a:pt x="45616" y="67607"/>
                  </a:lnTo>
                  <a:lnTo>
                    <a:pt x="46078" y="68699"/>
                  </a:lnTo>
                  <a:lnTo>
                    <a:pt x="44660" y="69261"/>
                  </a:lnTo>
                  <a:lnTo>
                    <a:pt x="44419" y="69356"/>
                  </a:lnTo>
                  <a:lnTo>
                    <a:pt x="44140" y="69467"/>
                  </a:lnTo>
                  <a:lnTo>
                    <a:pt x="43840" y="69585"/>
                  </a:lnTo>
                  <a:lnTo>
                    <a:pt x="40807" y="70786"/>
                  </a:lnTo>
                  <a:lnTo>
                    <a:pt x="39085" y="71468"/>
                  </a:lnTo>
                  <a:lnTo>
                    <a:pt x="38813" y="71576"/>
                  </a:lnTo>
                  <a:lnTo>
                    <a:pt x="36768" y="72386"/>
                  </a:lnTo>
                  <a:lnTo>
                    <a:pt x="36081" y="72614"/>
                  </a:lnTo>
                  <a:lnTo>
                    <a:pt x="35905" y="72600"/>
                  </a:lnTo>
                  <a:lnTo>
                    <a:pt x="35546" y="72457"/>
                  </a:lnTo>
                  <a:lnTo>
                    <a:pt x="35124" y="72080"/>
                  </a:lnTo>
                  <a:lnTo>
                    <a:pt x="34718" y="71716"/>
                  </a:lnTo>
                  <a:lnTo>
                    <a:pt x="34269" y="71417"/>
                  </a:lnTo>
                  <a:lnTo>
                    <a:pt x="34018" y="71250"/>
                  </a:lnTo>
                  <a:lnTo>
                    <a:pt x="33840" y="71131"/>
                  </a:lnTo>
                  <a:lnTo>
                    <a:pt x="33245" y="70734"/>
                  </a:lnTo>
                  <a:lnTo>
                    <a:pt x="33107" y="70643"/>
                  </a:lnTo>
                  <a:lnTo>
                    <a:pt x="32922" y="70519"/>
                  </a:lnTo>
                  <a:lnTo>
                    <a:pt x="32204" y="69994"/>
                  </a:lnTo>
                  <a:lnTo>
                    <a:pt x="31391" y="69400"/>
                  </a:lnTo>
                  <a:lnTo>
                    <a:pt x="31178" y="69244"/>
                  </a:lnTo>
                  <a:lnTo>
                    <a:pt x="30101" y="68625"/>
                  </a:lnTo>
                  <a:lnTo>
                    <a:pt x="29687" y="68387"/>
                  </a:lnTo>
                  <a:lnTo>
                    <a:pt x="28829" y="67989"/>
                  </a:lnTo>
                  <a:lnTo>
                    <a:pt x="28620" y="67893"/>
                  </a:lnTo>
                  <a:lnTo>
                    <a:pt x="28303" y="67746"/>
                  </a:lnTo>
                  <a:lnTo>
                    <a:pt x="27964" y="67589"/>
                  </a:lnTo>
                  <a:lnTo>
                    <a:pt x="27197" y="67380"/>
                  </a:lnTo>
                  <a:lnTo>
                    <a:pt x="27045" y="67372"/>
                  </a:lnTo>
                  <a:lnTo>
                    <a:pt x="26884" y="67364"/>
                  </a:lnTo>
                  <a:lnTo>
                    <a:pt x="26503" y="67343"/>
                  </a:lnTo>
                  <a:lnTo>
                    <a:pt x="25870" y="67351"/>
                  </a:lnTo>
                  <a:lnTo>
                    <a:pt x="25156" y="67475"/>
                  </a:lnTo>
                  <a:lnTo>
                    <a:pt x="24567" y="67686"/>
                  </a:lnTo>
                  <a:lnTo>
                    <a:pt x="23595" y="68151"/>
                  </a:lnTo>
                  <a:lnTo>
                    <a:pt x="23197" y="68411"/>
                  </a:lnTo>
                  <a:lnTo>
                    <a:pt x="22994" y="68544"/>
                  </a:lnTo>
                  <a:lnTo>
                    <a:pt x="22281" y="69433"/>
                  </a:lnTo>
                  <a:lnTo>
                    <a:pt x="21441" y="70493"/>
                  </a:lnTo>
                  <a:lnTo>
                    <a:pt x="21136" y="70915"/>
                  </a:lnTo>
                  <a:lnTo>
                    <a:pt x="20407" y="71353"/>
                  </a:lnTo>
                  <a:lnTo>
                    <a:pt x="20282" y="70995"/>
                  </a:lnTo>
                  <a:lnTo>
                    <a:pt x="18295" y="71835"/>
                  </a:lnTo>
                  <a:lnTo>
                    <a:pt x="18164" y="71891"/>
                  </a:lnTo>
                  <a:lnTo>
                    <a:pt x="18005" y="71958"/>
                  </a:lnTo>
                  <a:lnTo>
                    <a:pt x="17439" y="72197"/>
                  </a:lnTo>
                  <a:lnTo>
                    <a:pt x="16049" y="72785"/>
                  </a:lnTo>
                  <a:lnTo>
                    <a:pt x="15274" y="73113"/>
                  </a:lnTo>
                  <a:lnTo>
                    <a:pt x="13468" y="73876"/>
                  </a:lnTo>
                  <a:lnTo>
                    <a:pt x="12051" y="74475"/>
                  </a:lnTo>
                  <a:lnTo>
                    <a:pt x="11810" y="74577"/>
                  </a:lnTo>
                  <a:lnTo>
                    <a:pt x="11657" y="74642"/>
                  </a:lnTo>
                  <a:lnTo>
                    <a:pt x="10934" y="72669"/>
                  </a:lnTo>
                  <a:lnTo>
                    <a:pt x="8594" y="66293"/>
                  </a:lnTo>
                  <a:lnTo>
                    <a:pt x="8477" y="65975"/>
                  </a:lnTo>
                  <a:lnTo>
                    <a:pt x="2693" y="50210"/>
                  </a:lnTo>
                  <a:lnTo>
                    <a:pt x="410" y="44460"/>
                  </a:lnTo>
                  <a:lnTo>
                    <a:pt x="0" y="43426"/>
                  </a:lnTo>
                  <a:lnTo>
                    <a:pt x="180" y="43359"/>
                  </a:lnTo>
                  <a:lnTo>
                    <a:pt x="1933" y="42710"/>
                  </a:lnTo>
                  <a:lnTo>
                    <a:pt x="5563" y="41365"/>
                  </a:lnTo>
                  <a:lnTo>
                    <a:pt x="7258" y="40737"/>
                  </a:lnTo>
                  <a:lnTo>
                    <a:pt x="7572" y="40620"/>
                  </a:lnTo>
                  <a:lnTo>
                    <a:pt x="12102" y="38942"/>
                  </a:lnTo>
                  <a:lnTo>
                    <a:pt x="12265" y="38881"/>
                  </a:lnTo>
                  <a:lnTo>
                    <a:pt x="12716" y="38714"/>
                  </a:lnTo>
                  <a:lnTo>
                    <a:pt x="13342" y="38482"/>
                  </a:lnTo>
                  <a:lnTo>
                    <a:pt x="13549" y="38405"/>
                  </a:lnTo>
                  <a:lnTo>
                    <a:pt x="13818" y="38306"/>
                  </a:lnTo>
                  <a:lnTo>
                    <a:pt x="14019" y="38233"/>
                  </a:lnTo>
                  <a:lnTo>
                    <a:pt x="14321" y="38123"/>
                  </a:lnTo>
                  <a:lnTo>
                    <a:pt x="17338" y="37026"/>
                  </a:lnTo>
                  <a:lnTo>
                    <a:pt x="17623" y="36923"/>
                  </a:lnTo>
                  <a:lnTo>
                    <a:pt x="18717" y="36525"/>
                  </a:lnTo>
                  <a:lnTo>
                    <a:pt x="19459" y="36255"/>
                  </a:lnTo>
                  <a:lnTo>
                    <a:pt x="19737" y="36154"/>
                  </a:lnTo>
                  <a:lnTo>
                    <a:pt x="19921" y="36087"/>
                  </a:lnTo>
                  <a:lnTo>
                    <a:pt x="24339" y="34482"/>
                  </a:lnTo>
                  <a:lnTo>
                    <a:pt x="24732" y="34404"/>
                  </a:lnTo>
                  <a:lnTo>
                    <a:pt x="26054" y="34142"/>
                  </a:lnTo>
                  <a:lnTo>
                    <a:pt x="25858" y="33630"/>
                  </a:lnTo>
                  <a:lnTo>
                    <a:pt x="25421" y="32623"/>
                  </a:lnTo>
                  <a:lnTo>
                    <a:pt x="27938" y="31623"/>
                  </a:lnTo>
                  <a:lnTo>
                    <a:pt x="28771" y="31293"/>
                  </a:lnTo>
                  <a:lnTo>
                    <a:pt x="29605" y="30884"/>
                  </a:lnTo>
                  <a:lnTo>
                    <a:pt x="29791" y="30226"/>
                  </a:lnTo>
                  <a:lnTo>
                    <a:pt x="30117" y="29072"/>
                  </a:lnTo>
                  <a:lnTo>
                    <a:pt x="30161" y="28919"/>
                  </a:lnTo>
                  <a:lnTo>
                    <a:pt x="30212" y="28739"/>
                  </a:lnTo>
                  <a:lnTo>
                    <a:pt x="30358" y="28222"/>
                  </a:lnTo>
                  <a:lnTo>
                    <a:pt x="29915" y="26802"/>
                  </a:lnTo>
                  <a:lnTo>
                    <a:pt x="29859" y="26656"/>
                  </a:lnTo>
                  <a:lnTo>
                    <a:pt x="29811" y="26425"/>
                  </a:lnTo>
                  <a:lnTo>
                    <a:pt x="30467" y="26146"/>
                  </a:lnTo>
                  <a:lnTo>
                    <a:pt x="31484" y="25713"/>
                  </a:lnTo>
                  <a:lnTo>
                    <a:pt x="31726" y="25603"/>
                  </a:lnTo>
                  <a:lnTo>
                    <a:pt x="32324" y="25331"/>
                  </a:lnTo>
                  <a:lnTo>
                    <a:pt x="32488" y="25256"/>
                  </a:lnTo>
                  <a:lnTo>
                    <a:pt x="35290" y="23981"/>
                  </a:lnTo>
                  <a:lnTo>
                    <a:pt x="35610" y="23836"/>
                  </a:lnTo>
                  <a:lnTo>
                    <a:pt x="36387" y="23391"/>
                  </a:lnTo>
                  <a:lnTo>
                    <a:pt x="36760" y="23236"/>
                  </a:lnTo>
                  <a:lnTo>
                    <a:pt x="37063" y="23110"/>
                  </a:lnTo>
                  <a:lnTo>
                    <a:pt x="37944" y="22184"/>
                  </a:lnTo>
                  <a:lnTo>
                    <a:pt x="38142" y="21977"/>
                  </a:lnTo>
                  <a:lnTo>
                    <a:pt x="40642" y="19352"/>
                  </a:lnTo>
                  <a:lnTo>
                    <a:pt x="41156" y="19053"/>
                  </a:lnTo>
                  <a:lnTo>
                    <a:pt x="42697" y="18158"/>
                  </a:lnTo>
                  <a:lnTo>
                    <a:pt x="43206" y="17861"/>
                  </a:lnTo>
                  <a:lnTo>
                    <a:pt x="44012" y="17666"/>
                  </a:lnTo>
                  <a:lnTo>
                    <a:pt x="46997" y="16941"/>
                  </a:lnTo>
                  <a:lnTo>
                    <a:pt x="46271" y="16118"/>
                  </a:lnTo>
                  <a:lnTo>
                    <a:pt x="45499" y="15245"/>
                  </a:lnTo>
                  <a:lnTo>
                    <a:pt x="45251" y="14963"/>
                  </a:lnTo>
                  <a:lnTo>
                    <a:pt x="44887" y="14551"/>
                  </a:lnTo>
                  <a:lnTo>
                    <a:pt x="44240" y="13819"/>
                  </a:lnTo>
                  <a:lnTo>
                    <a:pt x="43636" y="13134"/>
                  </a:lnTo>
                  <a:lnTo>
                    <a:pt x="43442" y="12915"/>
                  </a:lnTo>
                  <a:lnTo>
                    <a:pt x="43014" y="12430"/>
                  </a:lnTo>
                  <a:lnTo>
                    <a:pt x="42227" y="11539"/>
                  </a:lnTo>
                  <a:lnTo>
                    <a:pt x="42072" y="11363"/>
                  </a:lnTo>
                  <a:lnTo>
                    <a:pt x="41676" y="10915"/>
                  </a:lnTo>
                  <a:lnTo>
                    <a:pt x="41468" y="10650"/>
                  </a:lnTo>
                  <a:lnTo>
                    <a:pt x="40861" y="9877"/>
                  </a:lnTo>
                  <a:lnTo>
                    <a:pt x="41103" y="9669"/>
                  </a:lnTo>
                  <a:lnTo>
                    <a:pt x="43284" y="7790"/>
                  </a:lnTo>
                  <a:lnTo>
                    <a:pt x="43598" y="7519"/>
                  </a:lnTo>
                  <a:lnTo>
                    <a:pt x="43296" y="7574"/>
                  </a:lnTo>
                  <a:lnTo>
                    <a:pt x="43104" y="7337"/>
                  </a:lnTo>
                  <a:lnTo>
                    <a:pt x="42858" y="7032"/>
                  </a:lnTo>
                  <a:lnTo>
                    <a:pt x="42601" y="6715"/>
                  </a:lnTo>
                  <a:lnTo>
                    <a:pt x="42283" y="6322"/>
                  </a:lnTo>
                  <a:lnTo>
                    <a:pt x="42200" y="6191"/>
                  </a:lnTo>
                  <a:lnTo>
                    <a:pt x="42042" y="5940"/>
                  </a:lnTo>
                  <a:lnTo>
                    <a:pt x="41815" y="5580"/>
                  </a:lnTo>
                  <a:lnTo>
                    <a:pt x="41734" y="5451"/>
                  </a:lnTo>
                  <a:lnTo>
                    <a:pt x="41426" y="4817"/>
                  </a:lnTo>
                  <a:lnTo>
                    <a:pt x="41328" y="4616"/>
                  </a:lnTo>
                  <a:lnTo>
                    <a:pt x="41242" y="4075"/>
                  </a:lnTo>
                  <a:lnTo>
                    <a:pt x="41118" y="3295"/>
                  </a:lnTo>
                  <a:lnTo>
                    <a:pt x="40647" y="2601"/>
                  </a:lnTo>
                  <a:lnTo>
                    <a:pt x="40841" y="2438"/>
                  </a:lnTo>
                  <a:lnTo>
                    <a:pt x="41129" y="2196"/>
                  </a:lnTo>
                  <a:lnTo>
                    <a:pt x="41373" y="1992"/>
                  </a:lnTo>
                  <a:lnTo>
                    <a:pt x="42014" y="1454"/>
                  </a:lnTo>
                  <a:lnTo>
                    <a:pt x="42216" y="1284"/>
                  </a:lnTo>
                  <a:lnTo>
                    <a:pt x="42758" y="829"/>
                  </a:lnTo>
                  <a:lnTo>
                    <a:pt x="42895" y="714"/>
                  </a:lnTo>
                  <a:lnTo>
                    <a:pt x="43100" y="542"/>
                  </a:lnTo>
                  <a:lnTo>
                    <a:pt x="43658"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0" name="pg309"/>
            <p:cNvSpPr/>
            <p:nvPr/>
          </p:nvSpPr>
          <p:spPr>
            <a:xfrm>
              <a:off x="4057381" y="2990447"/>
              <a:ext cx="163488" cy="111040"/>
            </a:xfrm>
            <a:custGeom>
              <a:avLst/>
              <a:pathLst>
                <a:path w="163488" h="111040">
                  <a:moveTo>
                    <a:pt x="70381" y="105293"/>
                  </a:moveTo>
                  <a:lnTo>
                    <a:pt x="70321" y="105094"/>
                  </a:lnTo>
                  <a:lnTo>
                    <a:pt x="70266" y="104915"/>
                  </a:lnTo>
                  <a:lnTo>
                    <a:pt x="70208" y="104723"/>
                  </a:lnTo>
                  <a:lnTo>
                    <a:pt x="70138" y="104432"/>
                  </a:lnTo>
                  <a:lnTo>
                    <a:pt x="70960" y="102268"/>
                  </a:lnTo>
                  <a:lnTo>
                    <a:pt x="71374" y="100220"/>
                  </a:lnTo>
                  <a:lnTo>
                    <a:pt x="71415" y="100035"/>
                  </a:lnTo>
                  <a:lnTo>
                    <a:pt x="71368" y="99759"/>
                  </a:lnTo>
                  <a:lnTo>
                    <a:pt x="71109" y="99487"/>
                  </a:lnTo>
                  <a:lnTo>
                    <a:pt x="70577" y="98929"/>
                  </a:lnTo>
                  <a:lnTo>
                    <a:pt x="70220" y="98555"/>
                  </a:lnTo>
                  <a:lnTo>
                    <a:pt x="69726" y="98075"/>
                  </a:lnTo>
                  <a:lnTo>
                    <a:pt x="68801" y="97175"/>
                  </a:lnTo>
                  <a:lnTo>
                    <a:pt x="68324" y="96711"/>
                  </a:lnTo>
                  <a:lnTo>
                    <a:pt x="67709" y="96123"/>
                  </a:lnTo>
                  <a:lnTo>
                    <a:pt x="65073" y="93832"/>
                  </a:lnTo>
                  <a:lnTo>
                    <a:pt x="64650" y="93426"/>
                  </a:lnTo>
                  <a:lnTo>
                    <a:pt x="64495" y="93237"/>
                  </a:lnTo>
                  <a:lnTo>
                    <a:pt x="64319" y="93021"/>
                  </a:lnTo>
                  <a:lnTo>
                    <a:pt x="63991" y="92610"/>
                  </a:lnTo>
                  <a:lnTo>
                    <a:pt x="63806" y="92225"/>
                  </a:lnTo>
                  <a:lnTo>
                    <a:pt x="63732" y="92071"/>
                  </a:lnTo>
                  <a:lnTo>
                    <a:pt x="63748" y="91584"/>
                  </a:lnTo>
                  <a:lnTo>
                    <a:pt x="63772" y="90888"/>
                  </a:lnTo>
                  <a:lnTo>
                    <a:pt x="63781" y="90609"/>
                  </a:lnTo>
                  <a:lnTo>
                    <a:pt x="63797" y="90152"/>
                  </a:lnTo>
                  <a:lnTo>
                    <a:pt x="63804" y="89932"/>
                  </a:lnTo>
                  <a:lnTo>
                    <a:pt x="63814" y="89646"/>
                  </a:lnTo>
                  <a:lnTo>
                    <a:pt x="64094" y="89000"/>
                  </a:lnTo>
                  <a:lnTo>
                    <a:pt x="64556" y="87914"/>
                  </a:lnTo>
                  <a:lnTo>
                    <a:pt x="64652" y="87677"/>
                  </a:lnTo>
                  <a:lnTo>
                    <a:pt x="65306" y="86058"/>
                  </a:lnTo>
                  <a:lnTo>
                    <a:pt x="65679" y="85135"/>
                  </a:lnTo>
                  <a:lnTo>
                    <a:pt x="65841" y="84733"/>
                  </a:lnTo>
                  <a:lnTo>
                    <a:pt x="65904" y="84577"/>
                  </a:lnTo>
                  <a:lnTo>
                    <a:pt x="66025" y="84222"/>
                  </a:lnTo>
                  <a:lnTo>
                    <a:pt x="66165" y="83812"/>
                  </a:lnTo>
                  <a:lnTo>
                    <a:pt x="66266" y="83515"/>
                  </a:lnTo>
                  <a:lnTo>
                    <a:pt x="66354" y="83258"/>
                  </a:lnTo>
                  <a:lnTo>
                    <a:pt x="66982" y="82399"/>
                  </a:lnTo>
                  <a:lnTo>
                    <a:pt x="67381" y="81852"/>
                  </a:lnTo>
                  <a:lnTo>
                    <a:pt x="67690" y="81620"/>
                  </a:lnTo>
                  <a:lnTo>
                    <a:pt x="68311" y="81152"/>
                  </a:lnTo>
                  <a:lnTo>
                    <a:pt x="68749" y="80823"/>
                  </a:lnTo>
                  <a:lnTo>
                    <a:pt x="68318" y="79521"/>
                  </a:lnTo>
                  <a:lnTo>
                    <a:pt x="67798" y="77950"/>
                  </a:lnTo>
                  <a:lnTo>
                    <a:pt x="67681" y="77597"/>
                  </a:lnTo>
                  <a:lnTo>
                    <a:pt x="67414" y="77442"/>
                  </a:lnTo>
                  <a:lnTo>
                    <a:pt x="67169" y="77299"/>
                  </a:lnTo>
                  <a:lnTo>
                    <a:pt x="66645" y="76994"/>
                  </a:lnTo>
                  <a:lnTo>
                    <a:pt x="65989" y="76612"/>
                  </a:lnTo>
                  <a:lnTo>
                    <a:pt x="65057" y="76069"/>
                  </a:lnTo>
                  <a:lnTo>
                    <a:pt x="65029" y="75805"/>
                  </a:lnTo>
                  <a:lnTo>
                    <a:pt x="65005" y="75568"/>
                  </a:lnTo>
                  <a:lnTo>
                    <a:pt x="64945" y="74994"/>
                  </a:lnTo>
                  <a:lnTo>
                    <a:pt x="64804" y="73647"/>
                  </a:lnTo>
                  <a:lnTo>
                    <a:pt x="64745" y="73074"/>
                  </a:lnTo>
                  <a:lnTo>
                    <a:pt x="63620" y="71467"/>
                  </a:lnTo>
                  <a:lnTo>
                    <a:pt x="65159" y="70619"/>
                  </a:lnTo>
                  <a:lnTo>
                    <a:pt x="66605" y="69823"/>
                  </a:lnTo>
                  <a:lnTo>
                    <a:pt x="67845" y="69140"/>
                  </a:lnTo>
                  <a:lnTo>
                    <a:pt x="68607" y="68720"/>
                  </a:lnTo>
                  <a:lnTo>
                    <a:pt x="67816" y="68010"/>
                  </a:lnTo>
                  <a:lnTo>
                    <a:pt x="66520" y="68161"/>
                  </a:lnTo>
                  <a:lnTo>
                    <a:pt x="65904" y="68233"/>
                  </a:lnTo>
                  <a:lnTo>
                    <a:pt x="64702" y="68373"/>
                  </a:lnTo>
                  <a:lnTo>
                    <a:pt x="64017" y="68452"/>
                  </a:lnTo>
                  <a:lnTo>
                    <a:pt x="62979" y="68553"/>
                  </a:lnTo>
                  <a:lnTo>
                    <a:pt x="62379" y="68612"/>
                  </a:lnTo>
                  <a:lnTo>
                    <a:pt x="61398" y="68848"/>
                  </a:lnTo>
                  <a:lnTo>
                    <a:pt x="60771" y="68417"/>
                  </a:lnTo>
                  <a:lnTo>
                    <a:pt x="60581" y="68286"/>
                  </a:lnTo>
                  <a:lnTo>
                    <a:pt x="60439" y="68188"/>
                  </a:lnTo>
                  <a:lnTo>
                    <a:pt x="60180" y="68010"/>
                  </a:lnTo>
                  <a:lnTo>
                    <a:pt x="58759" y="67032"/>
                  </a:lnTo>
                  <a:lnTo>
                    <a:pt x="58120" y="66592"/>
                  </a:lnTo>
                  <a:lnTo>
                    <a:pt x="57460" y="66138"/>
                  </a:lnTo>
                  <a:lnTo>
                    <a:pt x="56503" y="65567"/>
                  </a:lnTo>
                  <a:lnTo>
                    <a:pt x="53102" y="63540"/>
                  </a:lnTo>
                  <a:lnTo>
                    <a:pt x="52220" y="63081"/>
                  </a:lnTo>
                  <a:lnTo>
                    <a:pt x="51185" y="62542"/>
                  </a:lnTo>
                  <a:lnTo>
                    <a:pt x="50198" y="62245"/>
                  </a:lnTo>
                  <a:lnTo>
                    <a:pt x="49933" y="62166"/>
                  </a:lnTo>
                  <a:lnTo>
                    <a:pt x="49127" y="62094"/>
                  </a:lnTo>
                  <a:lnTo>
                    <a:pt x="48349" y="62103"/>
                  </a:lnTo>
                  <a:lnTo>
                    <a:pt x="48145" y="62192"/>
                  </a:lnTo>
                  <a:lnTo>
                    <a:pt x="47993" y="62258"/>
                  </a:lnTo>
                  <a:lnTo>
                    <a:pt x="47854" y="62318"/>
                  </a:lnTo>
                  <a:lnTo>
                    <a:pt x="47481" y="62479"/>
                  </a:lnTo>
                  <a:lnTo>
                    <a:pt x="46476" y="63183"/>
                  </a:lnTo>
                  <a:lnTo>
                    <a:pt x="45326" y="65475"/>
                  </a:lnTo>
                  <a:lnTo>
                    <a:pt x="45227" y="65673"/>
                  </a:lnTo>
                  <a:lnTo>
                    <a:pt x="44601" y="66117"/>
                  </a:lnTo>
                  <a:lnTo>
                    <a:pt x="44207" y="66397"/>
                  </a:lnTo>
                  <a:lnTo>
                    <a:pt x="43719" y="67718"/>
                  </a:lnTo>
                  <a:lnTo>
                    <a:pt x="43607" y="68020"/>
                  </a:lnTo>
                  <a:lnTo>
                    <a:pt x="43388" y="68613"/>
                  </a:lnTo>
                  <a:lnTo>
                    <a:pt x="43020" y="69608"/>
                  </a:lnTo>
                  <a:lnTo>
                    <a:pt x="42904" y="69922"/>
                  </a:lnTo>
                  <a:lnTo>
                    <a:pt x="42060" y="71270"/>
                  </a:lnTo>
                  <a:lnTo>
                    <a:pt x="41822" y="71651"/>
                  </a:lnTo>
                  <a:lnTo>
                    <a:pt x="40837" y="72695"/>
                  </a:lnTo>
                  <a:lnTo>
                    <a:pt x="39842" y="73667"/>
                  </a:lnTo>
                  <a:lnTo>
                    <a:pt x="38983" y="74615"/>
                  </a:lnTo>
                  <a:lnTo>
                    <a:pt x="38142" y="75384"/>
                  </a:lnTo>
                  <a:lnTo>
                    <a:pt x="37611" y="75210"/>
                  </a:lnTo>
                  <a:lnTo>
                    <a:pt x="37175" y="75066"/>
                  </a:lnTo>
                  <a:lnTo>
                    <a:pt x="35788" y="74610"/>
                  </a:lnTo>
                  <a:lnTo>
                    <a:pt x="35643" y="74563"/>
                  </a:lnTo>
                  <a:lnTo>
                    <a:pt x="35315" y="74455"/>
                  </a:lnTo>
                  <a:lnTo>
                    <a:pt x="35037" y="74358"/>
                  </a:lnTo>
                  <a:lnTo>
                    <a:pt x="34497" y="74169"/>
                  </a:lnTo>
                  <a:lnTo>
                    <a:pt x="31832" y="73239"/>
                  </a:lnTo>
                  <a:lnTo>
                    <a:pt x="31533" y="73134"/>
                  </a:lnTo>
                  <a:lnTo>
                    <a:pt x="30772" y="72868"/>
                  </a:lnTo>
                  <a:lnTo>
                    <a:pt x="30226" y="72680"/>
                  </a:lnTo>
                  <a:lnTo>
                    <a:pt x="29375" y="72409"/>
                  </a:lnTo>
                  <a:lnTo>
                    <a:pt x="28357" y="72084"/>
                  </a:lnTo>
                  <a:lnTo>
                    <a:pt x="26202" y="71398"/>
                  </a:lnTo>
                  <a:lnTo>
                    <a:pt x="25196" y="71595"/>
                  </a:lnTo>
                  <a:lnTo>
                    <a:pt x="24930" y="71648"/>
                  </a:lnTo>
                  <a:lnTo>
                    <a:pt x="24237" y="71784"/>
                  </a:lnTo>
                  <a:lnTo>
                    <a:pt x="23897" y="71851"/>
                  </a:lnTo>
                  <a:lnTo>
                    <a:pt x="23678" y="71894"/>
                  </a:lnTo>
                  <a:lnTo>
                    <a:pt x="22936" y="72040"/>
                  </a:lnTo>
                  <a:lnTo>
                    <a:pt x="22665" y="72292"/>
                  </a:lnTo>
                  <a:lnTo>
                    <a:pt x="22315" y="73116"/>
                  </a:lnTo>
                  <a:lnTo>
                    <a:pt x="16820" y="71454"/>
                  </a:lnTo>
                  <a:lnTo>
                    <a:pt x="14138" y="70506"/>
                  </a:lnTo>
                  <a:lnTo>
                    <a:pt x="13560" y="70213"/>
                  </a:lnTo>
                  <a:lnTo>
                    <a:pt x="12980" y="69908"/>
                  </a:lnTo>
                  <a:lnTo>
                    <a:pt x="10392" y="68550"/>
                  </a:lnTo>
                  <a:lnTo>
                    <a:pt x="8665" y="67643"/>
                  </a:lnTo>
                  <a:lnTo>
                    <a:pt x="5757" y="66204"/>
                  </a:lnTo>
                  <a:lnTo>
                    <a:pt x="5385" y="66021"/>
                  </a:lnTo>
                  <a:lnTo>
                    <a:pt x="4503" y="65584"/>
                  </a:lnTo>
                  <a:lnTo>
                    <a:pt x="783" y="60630"/>
                  </a:lnTo>
                  <a:lnTo>
                    <a:pt x="0" y="59586"/>
                  </a:lnTo>
                  <a:lnTo>
                    <a:pt x="5370" y="45093"/>
                  </a:lnTo>
                  <a:lnTo>
                    <a:pt x="6507" y="42026"/>
                  </a:lnTo>
                  <a:lnTo>
                    <a:pt x="12394" y="37816"/>
                  </a:lnTo>
                  <a:lnTo>
                    <a:pt x="29171" y="45318"/>
                  </a:lnTo>
                  <a:lnTo>
                    <a:pt x="33260" y="42633"/>
                  </a:lnTo>
                  <a:lnTo>
                    <a:pt x="33066" y="41380"/>
                  </a:lnTo>
                  <a:lnTo>
                    <a:pt x="32713" y="39094"/>
                  </a:lnTo>
                  <a:lnTo>
                    <a:pt x="35306" y="38161"/>
                  </a:lnTo>
                  <a:lnTo>
                    <a:pt x="36138" y="37768"/>
                  </a:lnTo>
                  <a:lnTo>
                    <a:pt x="36737" y="34178"/>
                  </a:lnTo>
                  <a:lnTo>
                    <a:pt x="36904" y="33174"/>
                  </a:lnTo>
                  <a:lnTo>
                    <a:pt x="60834" y="34292"/>
                  </a:lnTo>
                  <a:lnTo>
                    <a:pt x="63991" y="36149"/>
                  </a:lnTo>
                  <a:lnTo>
                    <a:pt x="80060" y="32978"/>
                  </a:lnTo>
                  <a:lnTo>
                    <a:pt x="83649" y="24145"/>
                  </a:lnTo>
                  <a:lnTo>
                    <a:pt x="79993" y="13046"/>
                  </a:lnTo>
                  <a:lnTo>
                    <a:pt x="89424" y="9579"/>
                  </a:lnTo>
                  <a:lnTo>
                    <a:pt x="102656" y="14648"/>
                  </a:lnTo>
                  <a:lnTo>
                    <a:pt x="103029" y="18860"/>
                  </a:lnTo>
                  <a:lnTo>
                    <a:pt x="107651" y="18711"/>
                  </a:lnTo>
                  <a:lnTo>
                    <a:pt x="107912" y="12039"/>
                  </a:lnTo>
                  <a:lnTo>
                    <a:pt x="111378" y="3652"/>
                  </a:lnTo>
                  <a:lnTo>
                    <a:pt x="118423" y="857"/>
                  </a:lnTo>
                  <a:lnTo>
                    <a:pt x="132177" y="3019"/>
                  </a:lnTo>
                  <a:lnTo>
                    <a:pt x="143136" y="0"/>
                  </a:lnTo>
                  <a:lnTo>
                    <a:pt x="150927" y="10362"/>
                  </a:lnTo>
                  <a:lnTo>
                    <a:pt x="163488" y="23669"/>
                  </a:lnTo>
                  <a:lnTo>
                    <a:pt x="161960" y="30714"/>
                  </a:lnTo>
                  <a:lnTo>
                    <a:pt x="159137" y="30714"/>
                  </a:lnTo>
                  <a:lnTo>
                    <a:pt x="154864" y="30714"/>
                  </a:lnTo>
                  <a:lnTo>
                    <a:pt x="153150" y="28703"/>
                  </a:lnTo>
                  <a:lnTo>
                    <a:pt x="151750" y="27173"/>
                  </a:lnTo>
                  <a:lnTo>
                    <a:pt x="138027" y="35649"/>
                  </a:lnTo>
                  <a:lnTo>
                    <a:pt x="136282" y="42349"/>
                  </a:lnTo>
                  <a:lnTo>
                    <a:pt x="136330" y="42509"/>
                  </a:lnTo>
                  <a:lnTo>
                    <a:pt x="137791" y="45879"/>
                  </a:lnTo>
                  <a:lnTo>
                    <a:pt x="139461" y="47966"/>
                  </a:lnTo>
                  <a:lnTo>
                    <a:pt x="139866" y="49674"/>
                  </a:lnTo>
                  <a:lnTo>
                    <a:pt x="134858" y="54366"/>
                  </a:lnTo>
                  <a:lnTo>
                    <a:pt x="133408" y="55725"/>
                  </a:lnTo>
                  <a:lnTo>
                    <a:pt x="128199" y="54884"/>
                  </a:lnTo>
                  <a:lnTo>
                    <a:pt x="120352" y="59270"/>
                  </a:lnTo>
                  <a:lnTo>
                    <a:pt x="118721" y="60181"/>
                  </a:lnTo>
                  <a:lnTo>
                    <a:pt x="118796" y="62061"/>
                  </a:lnTo>
                  <a:lnTo>
                    <a:pt x="126064" y="62844"/>
                  </a:lnTo>
                  <a:lnTo>
                    <a:pt x="127518" y="73169"/>
                  </a:lnTo>
                  <a:lnTo>
                    <a:pt x="124126" y="82003"/>
                  </a:lnTo>
                  <a:lnTo>
                    <a:pt x="113317" y="85246"/>
                  </a:lnTo>
                  <a:lnTo>
                    <a:pt x="112406" y="84028"/>
                  </a:lnTo>
                  <a:lnTo>
                    <a:pt x="102283" y="89309"/>
                  </a:lnTo>
                  <a:lnTo>
                    <a:pt x="96841" y="90800"/>
                  </a:lnTo>
                  <a:lnTo>
                    <a:pt x="94083" y="89085"/>
                  </a:lnTo>
                  <a:lnTo>
                    <a:pt x="91743" y="92529"/>
                  </a:lnTo>
                  <a:lnTo>
                    <a:pt x="93934" y="97062"/>
                  </a:lnTo>
                  <a:lnTo>
                    <a:pt x="91548" y="104032"/>
                  </a:lnTo>
                  <a:lnTo>
                    <a:pt x="88156" y="102765"/>
                  </a:lnTo>
                  <a:lnTo>
                    <a:pt x="83758" y="111040"/>
                  </a:lnTo>
                  <a:lnTo>
                    <a:pt x="82454" y="110258"/>
                  </a:lnTo>
                  <a:lnTo>
                    <a:pt x="81807" y="109771"/>
                  </a:lnTo>
                  <a:lnTo>
                    <a:pt x="81398" y="109464"/>
                  </a:lnTo>
                  <a:lnTo>
                    <a:pt x="80915" y="109101"/>
                  </a:lnTo>
                  <a:lnTo>
                    <a:pt x="77099" y="106262"/>
                  </a:lnTo>
                  <a:lnTo>
                    <a:pt x="72549" y="102703"/>
                  </a:lnTo>
                  <a:lnTo>
                    <a:pt x="70831" y="10475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1" name="pg310"/>
            <p:cNvSpPr/>
            <p:nvPr/>
          </p:nvSpPr>
          <p:spPr>
            <a:xfrm>
              <a:off x="4038979" y="3058091"/>
              <a:ext cx="41384" cy="33329"/>
            </a:xfrm>
            <a:custGeom>
              <a:avLst/>
              <a:pathLst>
                <a:path w="41384" h="33329">
                  <a:moveTo>
                    <a:pt x="32540" y="2862"/>
                  </a:moveTo>
                  <a:lnTo>
                    <a:pt x="35222" y="3810"/>
                  </a:lnTo>
                  <a:lnTo>
                    <a:pt x="40717" y="5472"/>
                  </a:lnTo>
                  <a:lnTo>
                    <a:pt x="40646" y="5819"/>
                  </a:lnTo>
                  <a:lnTo>
                    <a:pt x="40518" y="6444"/>
                  </a:lnTo>
                  <a:lnTo>
                    <a:pt x="40465" y="7889"/>
                  </a:lnTo>
                  <a:lnTo>
                    <a:pt x="40424" y="8993"/>
                  </a:lnTo>
                  <a:lnTo>
                    <a:pt x="40411" y="9373"/>
                  </a:lnTo>
                  <a:lnTo>
                    <a:pt x="40394" y="9837"/>
                  </a:lnTo>
                  <a:lnTo>
                    <a:pt x="40331" y="11540"/>
                  </a:lnTo>
                  <a:lnTo>
                    <a:pt x="40282" y="12870"/>
                  </a:lnTo>
                  <a:lnTo>
                    <a:pt x="40237" y="14106"/>
                  </a:lnTo>
                  <a:lnTo>
                    <a:pt x="40161" y="16169"/>
                  </a:lnTo>
                  <a:lnTo>
                    <a:pt x="39586" y="18837"/>
                  </a:lnTo>
                  <a:lnTo>
                    <a:pt x="39367" y="18938"/>
                  </a:lnTo>
                  <a:lnTo>
                    <a:pt x="37363" y="19861"/>
                  </a:lnTo>
                  <a:lnTo>
                    <a:pt x="37025" y="20016"/>
                  </a:lnTo>
                  <a:lnTo>
                    <a:pt x="37510" y="20366"/>
                  </a:lnTo>
                  <a:lnTo>
                    <a:pt x="38066" y="20768"/>
                  </a:lnTo>
                  <a:lnTo>
                    <a:pt x="38505" y="21085"/>
                  </a:lnTo>
                  <a:lnTo>
                    <a:pt x="39199" y="21586"/>
                  </a:lnTo>
                  <a:lnTo>
                    <a:pt x="39378" y="21715"/>
                  </a:lnTo>
                  <a:lnTo>
                    <a:pt x="40190" y="22302"/>
                  </a:lnTo>
                  <a:lnTo>
                    <a:pt x="40500" y="22525"/>
                  </a:lnTo>
                  <a:lnTo>
                    <a:pt x="40750" y="22705"/>
                  </a:lnTo>
                  <a:lnTo>
                    <a:pt x="41011" y="22894"/>
                  </a:lnTo>
                  <a:lnTo>
                    <a:pt x="41264" y="23076"/>
                  </a:lnTo>
                  <a:lnTo>
                    <a:pt x="41384" y="23275"/>
                  </a:lnTo>
                  <a:lnTo>
                    <a:pt x="40793" y="23599"/>
                  </a:lnTo>
                  <a:lnTo>
                    <a:pt x="40029" y="24018"/>
                  </a:lnTo>
                  <a:lnTo>
                    <a:pt x="38791" y="24697"/>
                  </a:lnTo>
                  <a:lnTo>
                    <a:pt x="38227" y="25006"/>
                  </a:lnTo>
                  <a:lnTo>
                    <a:pt x="37428" y="25444"/>
                  </a:lnTo>
                  <a:lnTo>
                    <a:pt x="37130" y="25608"/>
                  </a:lnTo>
                  <a:lnTo>
                    <a:pt x="34408" y="27137"/>
                  </a:lnTo>
                  <a:lnTo>
                    <a:pt x="33408" y="27699"/>
                  </a:lnTo>
                  <a:lnTo>
                    <a:pt x="32633" y="28134"/>
                  </a:lnTo>
                  <a:lnTo>
                    <a:pt x="31844" y="28577"/>
                  </a:lnTo>
                  <a:lnTo>
                    <a:pt x="31714" y="28650"/>
                  </a:lnTo>
                  <a:lnTo>
                    <a:pt x="31447" y="28800"/>
                  </a:lnTo>
                  <a:lnTo>
                    <a:pt x="30962" y="29063"/>
                  </a:lnTo>
                  <a:lnTo>
                    <a:pt x="30574" y="29237"/>
                  </a:lnTo>
                  <a:lnTo>
                    <a:pt x="30041" y="29231"/>
                  </a:lnTo>
                  <a:lnTo>
                    <a:pt x="29607" y="29134"/>
                  </a:lnTo>
                  <a:lnTo>
                    <a:pt x="29284" y="29063"/>
                  </a:lnTo>
                  <a:lnTo>
                    <a:pt x="28951" y="29013"/>
                  </a:lnTo>
                  <a:lnTo>
                    <a:pt x="27995" y="29261"/>
                  </a:lnTo>
                  <a:lnTo>
                    <a:pt x="27628" y="29595"/>
                  </a:lnTo>
                  <a:lnTo>
                    <a:pt x="27177" y="30006"/>
                  </a:lnTo>
                  <a:lnTo>
                    <a:pt x="26727" y="30416"/>
                  </a:lnTo>
                  <a:lnTo>
                    <a:pt x="26255" y="31293"/>
                  </a:lnTo>
                  <a:lnTo>
                    <a:pt x="24277" y="32084"/>
                  </a:lnTo>
                  <a:lnTo>
                    <a:pt x="24084" y="32199"/>
                  </a:lnTo>
                  <a:lnTo>
                    <a:pt x="23927" y="32293"/>
                  </a:lnTo>
                  <a:lnTo>
                    <a:pt x="22186" y="33329"/>
                  </a:lnTo>
                  <a:lnTo>
                    <a:pt x="21573" y="32399"/>
                  </a:lnTo>
                  <a:lnTo>
                    <a:pt x="20205" y="30321"/>
                  </a:lnTo>
                  <a:lnTo>
                    <a:pt x="19378" y="29063"/>
                  </a:lnTo>
                  <a:lnTo>
                    <a:pt x="21010" y="26763"/>
                  </a:lnTo>
                  <a:lnTo>
                    <a:pt x="22768" y="24286"/>
                  </a:lnTo>
                  <a:lnTo>
                    <a:pt x="23007" y="23933"/>
                  </a:lnTo>
                  <a:lnTo>
                    <a:pt x="20027" y="21699"/>
                  </a:lnTo>
                  <a:lnTo>
                    <a:pt x="17344" y="22737"/>
                  </a:lnTo>
                  <a:lnTo>
                    <a:pt x="15054" y="21699"/>
                  </a:lnTo>
                  <a:lnTo>
                    <a:pt x="8684" y="17512"/>
                  </a:lnTo>
                  <a:lnTo>
                    <a:pt x="1872" y="13780"/>
                  </a:lnTo>
                  <a:lnTo>
                    <a:pt x="0" y="12649"/>
                  </a:lnTo>
                  <a:lnTo>
                    <a:pt x="2294" y="9291"/>
                  </a:lnTo>
                  <a:lnTo>
                    <a:pt x="2747" y="8628"/>
                  </a:lnTo>
                  <a:lnTo>
                    <a:pt x="3607" y="9150"/>
                  </a:lnTo>
                  <a:lnTo>
                    <a:pt x="4812" y="7373"/>
                  </a:lnTo>
                  <a:lnTo>
                    <a:pt x="4311" y="6338"/>
                  </a:lnTo>
                  <a:lnTo>
                    <a:pt x="3557" y="4649"/>
                  </a:lnTo>
                  <a:lnTo>
                    <a:pt x="7450" y="3898"/>
                  </a:lnTo>
                  <a:lnTo>
                    <a:pt x="8717" y="3609"/>
                  </a:lnTo>
                  <a:lnTo>
                    <a:pt x="11620" y="2938"/>
                  </a:lnTo>
                  <a:lnTo>
                    <a:pt x="25528" y="3117"/>
                  </a:lnTo>
                  <a:lnTo>
                    <a:pt x="27067" y="0"/>
                  </a:lnTo>
                  <a:lnTo>
                    <a:pt x="28794" y="906"/>
                  </a:lnTo>
                  <a:lnTo>
                    <a:pt x="31382" y="2265"/>
                  </a:lnTo>
                  <a:lnTo>
                    <a:pt x="31962" y="256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2" name="pg311"/>
            <p:cNvSpPr/>
            <p:nvPr/>
          </p:nvSpPr>
          <p:spPr>
            <a:xfrm>
              <a:off x="4032334" y="3052542"/>
              <a:ext cx="108805" cy="82399"/>
            </a:xfrm>
            <a:custGeom>
              <a:avLst/>
              <a:pathLst>
                <a:path w="108805" h="82399">
                  <a:moveTo>
                    <a:pt x="95428" y="43198"/>
                  </a:moveTo>
                  <a:lnTo>
                    <a:pt x="95878" y="42660"/>
                  </a:lnTo>
                  <a:lnTo>
                    <a:pt x="97595" y="40608"/>
                  </a:lnTo>
                  <a:lnTo>
                    <a:pt x="102145" y="44167"/>
                  </a:lnTo>
                  <a:lnTo>
                    <a:pt x="105962" y="47006"/>
                  </a:lnTo>
                  <a:lnTo>
                    <a:pt x="106445" y="47369"/>
                  </a:lnTo>
                  <a:lnTo>
                    <a:pt x="106854" y="47677"/>
                  </a:lnTo>
                  <a:lnTo>
                    <a:pt x="107501" y="48163"/>
                  </a:lnTo>
                  <a:lnTo>
                    <a:pt x="108805" y="48945"/>
                  </a:lnTo>
                  <a:lnTo>
                    <a:pt x="106394" y="53087"/>
                  </a:lnTo>
                  <a:lnTo>
                    <a:pt x="107338" y="54766"/>
                  </a:lnTo>
                  <a:lnTo>
                    <a:pt x="108531" y="56853"/>
                  </a:lnTo>
                  <a:lnTo>
                    <a:pt x="106742" y="62817"/>
                  </a:lnTo>
                  <a:lnTo>
                    <a:pt x="101850" y="65139"/>
                  </a:lnTo>
                  <a:lnTo>
                    <a:pt x="98850" y="64916"/>
                  </a:lnTo>
                  <a:lnTo>
                    <a:pt x="97438" y="64248"/>
                  </a:lnTo>
                  <a:lnTo>
                    <a:pt x="98157" y="62398"/>
                  </a:lnTo>
                  <a:lnTo>
                    <a:pt x="97665" y="61441"/>
                  </a:lnTo>
                  <a:lnTo>
                    <a:pt x="94635" y="62101"/>
                  </a:lnTo>
                  <a:lnTo>
                    <a:pt x="95529" y="64487"/>
                  </a:lnTo>
                  <a:lnTo>
                    <a:pt x="88969" y="69497"/>
                  </a:lnTo>
                  <a:lnTo>
                    <a:pt x="84323" y="65266"/>
                  </a:lnTo>
                  <a:lnTo>
                    <a:pt x="78873" y="68135"/>
                  </a:lnTo>
                  <a:lnTo>
                    <a:pt x="78234" y="66873"/>
                  </a:lnTo>
                  <a:lnTo>
                    <a:pt x="77578" y="64189"/>
                  </a:lnTo>
                  <a:lnTo>
                    <a:pt x="76862" y="62698"/>
                  </a:lnTo>
                  <a:lnTo>
                    <a:pt x="72926" y="61565"/>
                  </a:lnTo>
                  <a:lnTo>
                    <a:pt x="71733" y="63235"/>
                  </a:lnTo>
                  <a:lnTo>
                    <a:pt x="69586" y="66336"/>
                  </a:lnTo>
                  <a:lnTo>
                    <a:pt x="67461" y="67022"/>
                  </a:lnTo>
                  <a:lnTo>
                    <a:pt x="63292" y="68966"/>
                  </a:lnTo>
                  <a:lnTo>
                    <a:pt x="59803" y="70994"/>
                  </a:lnTo>
                  <a:lnTo>
                    <a:pt x="54830" y="74230"/>
                  </a:lnTo>
                  <a:lnTo>
                    <a:pt x="53591" y="74931"/>
                  </a:lnTo>
                  <a:lnTo>
                    <a:pt x="52445" y="75396"/>
                  </a:lnTo>
                  <a:lnTo>
                    <a:pt x="52294" y="75458"/>
                  </a:lnTo>
                  <a:lnTo>
                    <a:pt x="49957" y="77051"/>
                  </a:lnTo>
                  <a:lnTo>
                    <a:pt x="49571" y="77314"/>
                  </a:lnTo>
                  <a:lnTo>
                    <a:pt x="48948" y="77739"/>
                  </a:lnTo>
                  <a:lnTo>
                    <a:pt x="47512" y="77590"/>
                  </a:lnTo>
                  <a:lnTo>
                    <a:pt x="47137" y="77551"/>
                  </a:lnTo>
                  <a:lnTo>
                    <a:pt x="46998" y="77028"/>
                  </a:lnTo>
                  <a:lnTo>
                    <a:pt x="46412" y="76835"/>
                  </a:lnTo>
                  <a:lnTo>
                    <a:pt x="46098" y="76505"/>
                  </a:lnTo>
                  <a:lnTo>
                    <a:pt x="45595" y="75976"/>
                  </a:lnTo>
                  <a:lnTo>
                    <a:pt x="44358" y="74322"/>
                  </a:lnTo>
                  <a:lnTo>
                    <a:pt x="43644" y="73365"/>
                  </a:lnTo>
                  <a:lnTo>
                    <a:pt x="43214" y="72790"/>
                  </a:lnTo>
                  <a:lnTo>
                    <a:pt x="42944" y="72989"/>
                  </a:lnTo>
                  <a:lnTo>
                    <a:pt x="42682" y="73182"/>
                  </a:lnTo>
                  <a:lnTo>
                    <a:pt x="40949" y="74456"/>
                  </a:lnTo>
                  <a:lnTo>
                    <a:pt x="40492" y="74792"/>
                  </a:lnTo>
                  <a:lnTo>
                    <a:pt x="39505" y="75518"/>
                  </a:lnTo>
                  <a:lnTo>
                    <a:pt x="39273" y="75688"/>
                  </a:lnTo>
                  <a:lnTo>
                    <a:pt x="38539" y="76228"/>
                  </a:lnTo>
                  <a:lnTo>
                    <a:pt x="37895" y="76702"/>
                  </a:lnTo>
                  <a:lnTo>
                    <a:pt x="37733" y="76820"/>
                  </a:lnTo>
                  <a:lnTo>
                    <a:pt x="37630" y="76665"/>
                  </a:lnTo>
                  <a:lnTo>
                    <a:pt x="36790" y="77171"/>
                  </a:lnTo>
                  <a:lnTo>
                    <a:pt x="35408" y="78004"/>
                  </a:lnTo>
                  <a:lnTo>
                    <a:pt x="35034" y="78230"/>
                  </a:lnTo>
                  <a:lnTo>
                    <a:pt x="34072" y="78809"/>
                  </a:lnTo>
                  <a:lnTo>
                    <a:pt x="33187" y="79343"/>
                  </a:lnTo>
                  <a:lnTo>
                    <a:pt x="32345" y="79850"/>
                  </a:lnTo>
                  <a:lnTo>
                    <a:pt x="32167" y="79957"/>
                  </a:lnTo>
                  <a:lnTo>
                    <a:pt x="31516" y="80355"/>
                  </a:lnTo>
                  <a:lnTo>
                    <a:pt x="31251" y="80519"/>
                  </a:lnTo>
                  <a:lnTo>
                    <a:pt x="30989" y="80681"/>
                  </a:lnTo>
                  <a:lnTo>
                    <a:pt x="30219" y="81158"/>
                  </a:lnTo>
                  <a:lnTo>
                    <a:pt x="29933" y="81335"/>
                  </a:lnTo>
                  <a:lnTo>
                    <a:pt x="29225" y="81774"/>
                  </a:lnTo>
                  <a:lnTo>
                    <a:pt x="29016" y="81903"/>
                  </a:lnTo>
                  <a:lnTo>
                    <a:pt x="28687" y="82107"/>
                  </a:lnTo>
                  <a:lnTo>
                    <a:pt x="28518" y="82212"/>
                  </a:lnTo>
                  <a:lnTo>
                    <a:pt x="28107" y="82399"/>
                  </a:lnTo>
                  <a:lnTo>
                    <a:pt x="27974" y="82179"/>
                  </a:lnTo>
                  <a:lnTo>
                    <a:pt x="27689" y="81730"/>
                  </a:lnTo>
                  <a:lnTo>
                    <a:pt x="25965" y="79024"/>
                  </a:lnTo>
                  <a:lnTo>
                    <a:pt x="23607" y="75322"/>
                  </a:lnTo>
                  <a:lnTo>
                    <a:pt x="22151" y="73259"/>
                  </a:lnTo>
                  <a:lnTo>
                    <a:pt x="21144" y="71833"/>
                  </a:lnTo>
                  <a:lnTo>
                    <a:pt x="17139" y="66158"/>
                  </a:lnTo>
                  <a:lnTo>
                    <a:pt x="12313" y="67963"/>
                  </a:lnTo>
                  <a:lnTo>
                    <a:pt x="6939" y="69973"/>
                  </a:lnTo>
                  <a:lnTo>
                    <a:pt x="6457" y="70153"/>
                  </a:lnTo>
                  <a:lnTo>
                    <a:pt x="6194" y="70252"/>
                  </a:lnTo>
                  <a:lnTo>
                    <a:pt x="6095" y="69936"/>
                  </a:lnTo>
                  <a:lnTo>
                    <a:pt x="4441" y="65597"/>
                  </a:lnTo>
                  <a:lnTo>
                    <a:pt x="614" y="55555"/>
                  </a:lnTo>
                  <a:lnTo>
                    <a:pt x="227" y="54537"/>
                  </a:lnTo>
                  <a:lnTo>
                    <a:pt x="146" y="54326"/>
                  </a:lnTo>
                  <a:lnTo>
                    <a:pt x="0" y="53941"/>
                  </a:lnTo>
                  <a:lnTo>
                    <a:pt x="604" y="53963"/>
                  </a:lnTo>
                  <a:lnTo>
                    <a:pt x="4938" y="54174"/>
                  </a:lnTo>
                  <a:lnTo>
                    <a:pt x="5370" y="54195"/>
                  </a:lnTo>
                  <a:lnTo>
                    <a:pt x="8564" y="54351"/>
                  </a:lnTo>
                  <a:lnTo>
                    <a:pt x="9476" y="54395"/>
                  </a:lnTo>
                  <a:lnTo>
                    <a:pt x="9774" y="54410"/>
                  </a:lnTo>
                  <a:lnTo>
                    <a:pt x="13699" y="54509"/>
                  </a:lnTo>
                  <a:lnTo>
                    <a:pt x="13945" y="54515"/>
                  </a:lnTo>
                  <a:lnTo>
                    <a:pt x="14328" y="54525"/>
                  </a:lnTo>
                  <a:lnTo>
                    <a:pt x="17170" y="54597"/>
                  </a:lnTo>
                  <a:lnTo>
                    <a:pt x="18801" y="54638"/>
                  </a:lnTo>
                  <a:lnTo>
                    <a:pt x="19654" y="54681"/>
                  </a:lnTo>
                  <a:lnTo>
                    <a:pt x="19970" y="54697"/>
                  </a:lnTo>
                  <a:lnTo>
                    <a:pt x="23073" y="54852"/>
                  </a:lnTo>
                  <a:lnTo>
                    <a:pt x="23613" y="54879"/>
                  </a:lnTo>
                  <a:lnTo>
                    <a:pt x="26764" y="55037"/>
                  </a:lnTo>
                  <a:lnTo>
                    <a:pt x="26895" y="55172"/>
                  </a:lnTo>
                  <a:lnTo>
                    <a:pt x="27222" y="54982"/>
                  </a:lnTo>
                  <a:lnTo>
                    <a:pt x="26793" y="54488"/>
                  </a:lnTo>
                  <a:lnTo>
                    <a:pt x="26547" y="54204"/>
                  </a:lnTo>
                  <a:lnTo>
                    <a:pt x="25464" y="52957"/>
                  </a:lnTo>
                  <a:lnTo>
                    <a:pt x="24728" y="52109"/>
                  </a:lnTo>
                  <a:lnTo>
                    <a:pt x="24363" y="51817"/>
                  </a:lnTo>
                  <a:lnTo>
                    <a:pt x="24798" y="51550"/>
                  </a:lnTo>
                  <a:lnTo>
                    <a:pt x="26268" y="50645"/>
                  </a:lnTo>
                  <a:lnTo>
                    <a:pt x="27672" y="49782"/>
                  </a:lnTo>
                  <a:lnTo>
                    <a:pt x="28466" y="49293"/>
                  </a:lnTo>
                  <a:lnTo>
                    <a:pt x="30562" y="48004"/>
                  </a:lnTo>
                  <a:lnTo>
                    <a:pt x="30803" y="47859"/>
                  </a:lnTo>
                  <a:lnTo>
                    <a:pt x="30974" y="47760"/>
                  </a:lnTo>
                  <a:lnTo>
                    <a:pt x="31156" y="47655"/>
                  </a:lnTo>
                  <a:lnTo>
                    <a:pt x="31257" y="47525"/>
                  </a:lnTo>
                  <a:lnTo>
                    <a:pt x="31429" y="47304"/>
                  </a:lnTo>
                  <a:lnTo>
                    <a:pt x="31894" y="46758"/>
                  </a:lnTo>
                  <a:lnTo>
                    <a:pt x="31691" y="44359"/>
                  </a:lnTo>
                  <a:lnTo>
                    <a:pt x="31639" y="42179"/>
                  </a:lnTo>
                  <a:lnTo>
                    <a:pt x="32442" y="37836"/>
                  </a:lnTo>
                  <a:lnTo>
                    <a:pt x="32960" y="36730"/>
                  </a:lnTo>
                  <a:lnTo>
                    <a:pt x="33485" y="35863"/>
                  </a:lnTo>
                  <a:lnTo>
                    <a:pt x="33836" y="35542"/>
                  </a:lnTo>
                  <a:lnTo>
                    <a:pt x="34273" y="35144"/>
                  </a:lnTo>
                  <a:lnTo>
                    <a:pt x="34640" y="34810"/>
                  </a:lnTo>
                  <a:lnTo>
                    <a:pt x="35735" y="34568"/>
                  </a:lnTo>
                  <a:lnTo>
                    <a:pt x="35929" y="34612"/>
                  </a:lnTo>
                  <a:lnTo>
                    <a:pt x="36252" y="34683"/>
                  </a:lnTo>
                  <a:lnTo>
                    <a:pt x="36861" y="34800"/>
                  </a:lnTo>
                  <a:lnTo>
                    <a:pt x="37219" y="34786"/>
                  </a:lnTo>
                  <a:lnTo>
                    <a:pt x="37692" y="34574"/>
                  </a:lnTo>
                  <a:lnTo>
                    <a:pt x="38158" y="34312"/>
                  </a:lnTo>
                  <a:lnTo>
                    <a:pt x="38359" y="34199"/>
                  </a:lnTo>
                  <a:lnTo>
                    <a:pt x="38489" y="34126"/>
                  </a:lnTo>
                  <a:lnTo>
                    <a:pt x="39278" y="33683"/>
                  </a:lnTo>
                  <a:lnTo>
                    <a:pt x="40232" y="33147"/>
                  </a:lnTo>
                  <a:lnTo>
                    <a:pt x="41103" y="32658"/>
                  </a:lnTo>
                  <a:lnTo>
                    <a:pt x="43775" y="31157"/>
                  </a:lnTo>
                  <a:lnTo>
                    <a:pt x="44073" y="30993"/>
                  </a:lnTo>
                  <a:lnTo>
                    <a:pt x="44872" y="30555"/>
                  </a:lnTo>
                  <a:lnTo>
                    <a:pt x="45436" y="30246"/>
                  </a:lnTo>
                  <a:lnTo>
                    <a:pt x="46673" y="29567"/>
                  </a:lnTo>
                  <a:lnTo>
                    <a:pt x="47438" y="29148"/>
                  </a:lnTo>
                  <a:lnTo>
                    <a:pt x="48117" y="28776"/>
                  </a:lnTo>
                  <a:lnTo>
                    <a:pt x="47909" y="28625"/>
                  </a:lnTo>
                  <a:lnTo>
                    <a:pt x="47656" y="28443"/>
                  </a:lnTo>
                  <a:lnTo>
                    <a:pt x="47395" y="28254"/>
                  </a:lnTo>
                  <a:lnTo>
                    <a:pt x="47145" y="28074"/>
                  </a:lnTo>
                  <a:lnTo>
                    <a:pt x="46835" y="27851"/>
                  </a:lnTo>
                  <a:lnTo>
                    <a:pt x="46023" y="27264"/>
                  </a:lnTo>
                  <a:lnTo>
                    <a:pt x="45844" y="27135"/>
                  </a:lnTo>
                  <a:lnTo>
                    <a:pt x="45150" y="26634"/>
                  </a:lnTo>
                  <a:lnTo>
                    <a:pt x="44711" y="26317"/>
                  </a:lnTo>
                  <a:lnTo>
                    <a:pt x="44020" y="25818"/>
                  </a:lnTo>
                  <a:lnTo>
                    <a:pt x="43731" y="25537"/>
                  </a:lnTo>
                  <a:lnTo>
                    <a:pt x="44024" y="25402"/>
                  </a:lnTo>
                  <a:lnTo>
                    <a:pt x="46012" y="24487"/>
                  </a:lnTo>
                  <a:lnTo>
                    <a:pt x="46231" y="24386"/>
                  </a:lnTo>
                  <a:lnTo>
                    <a:pt x="46810" y="21622"/>
                  </a:lnTo>
                  <a:lnTo>
                    <a:pt x="46882" y="19655"/>
                  </a:lnTo>
                  <a:lnTo>
                    <a:pt x="46928" y="18401"/>
                  </a:lnTo>
                  <a:lnTo>
                    <a:pt x="46976" y="17089"/>
                  </a:lnTo>
                  <a:lnTo>
                    <a:pt x="47038" y="15386"/>
                  </a:lnTo>
                  <a:lnTo>
                    <a:pt x="47055" y="14922"/>
                  </a:lnTo>
                  <a:lnTo>
                    <a:pt x="47069" y="14542"/>
                  </a:lnTo>
                  <a:lnTo>
                    <a:pt x="47110" y="13438"/>
                  </a:lnTo>
                  <a:lnTo>
                    <a:pt x="47163" y="11993"/>
                  </a:lnTo>
                  <a:lnTo>
                    <a:pt x="47291" y="11368"/>
                  </a:lnTo>
                  <a:lnTo>
                    <a:pt x="47362" y="11021"/>
                  </a:lnTo>
                  <a:lnTo>
                    <a:pt x="47712" y="10198"/>
                  </a:lnTo>
                  <a:lnTo>
                    <a:pt x="47983" y="9945"/>
                  </a:lnTo>
                  <a:lnTo>
                    <a:pt x="48725" y="9799"/>
                  </a:lnTo>
                  <a:lnTo>
                    <a:pt x="48944" y="9756"/>
                  </a:lnTo>
                  <a:lnTo>
                    <a:pt x="49284" y="9689"/>
                  </a:lnTo>
                  <a:lnTo>
                    <a:pt x="49977" y="9553"/>
                  </a:lnTo>
                  <a:lnTo>
                    <a:pt x="50243" y="9501"/>
                  </a:lnTo>
                  <a:lnTo>
                    <a:pt x="51248" y="9303"/>
                  </a:lnTo>
                  <a:lnTo>
                    <a:pt x="53448" y="10004"/>
                  </a:lnTo>
                  <a:lnTo>
                    <a:pt x="54422" y="10314"/>
                  </a:lnTo>
                  <a:lnTo>
                    <a:pt x="55353" y="10611"/>
                  </a:lnTo>
                  <a:lnTo>
                    <a:pt x="55819" y="10774"/>
                  </a:lnTo>
                  <a:lnTo>
                    <a:pt x="56580" y="11039"/>
                  </a:lnTo>
                  <a:lnTo>
                    <a:pt x="56879" y="11144"/>
                  </a:lnTo>
                  <a:lnTo>
                    <a:pt x="59544" y="12075"/>
                  </a:lnTo>
                  <a:lnTo>
                    <a:pt x="60084" y="12263"/>
                  </a:lnTo>
                  <a:lnTo>
                    <a:pt x="60451" y="12390"/>
                  </a:lnTo>
                  <a:lnTo>
                    <a:pt x="60690" y="12468"/>
                  </a:lnTo>
                  <a:lnTo>
                    <a:pt x="60835" y="12516"/>
                  </a:lnTo>
                  <a:lnTo>
                    <a:pt x="62222" y="12972"/>
                  </a:lnTo>
                  <a:lnTo>
                    <a:pt x="62657" y="13115"/>
                  </a:lnTo>
                  <a:lnTo>
                    <a:pt x="63189" y="13289"/>
                  </a:lnTo>
                  <a:lnTo>
                    <a:pt x="64029" y="12520"/>
                  </a:lnTo>
                  <a:lnTo>
                    <a:pt x="64952" y="11509"/>
                  </a:lnTo>
                  <a:lnTo>
                    <a:pt x="65884" y="10600"/>
                  </a:lnTo>
                  <a:lnTo>
                    <a:pt x="66868" y="9556"/>
                  </a:lnTo>
                  <a:lnTo>
                    <a:pt x="67107" y="9175"/>
                  </a:lnTo>
                  <a:lnTo>
                    <a:pt x="67951" y="7828"/>
                  </a:lnTo>
                  <a:lnTo>
                    <a:pt x="68067" y="7513"/>
                  </a:lnTo>
                  <a:lnTo>
                    <a:pt x="68435" y="6518"/>
                  </a:lnTo>
                  <a:lnTo>
                    <a:pt x="68654" y="5925"/>
                  </a:lnTo>
                  <a:lnTo>
                    <a:pt x="68766" y="5623"/>
                  </a:lnTo>
                  <a:lnTo>
                    <a:pt x="69254" y="4302"/>
                  </a:lnTo>
                  <a:lnTo>
                    <a:pt x="69648" y="4023"/>
                  </a:lnTo>
                  <a:lnTo>
                    <a:pt x="70274" y="3578"/>
                  </a:lnTo>
                  <a:lnTo>
                    <a:pt x="70382" y="3361"/>
                  </a:lnTo>
                  <a:lnTo>
                    <a:pt x="71526" y="1082"/>
                  </a:lnTo>
                  <a:lnTo>
                    <a:pt x="72528" y="384"/>
                  </a:lnTo>
                  <a:lnTo>
                    <a:pt x="72900" y="223"/>
                  </a:lnTo>
                  <a:lnTo>
                    <a:pt x="73040" y="163"/>
                  </a:lnTo>
                  <a:lnTo>
                    <a:pt x="73192" y="97"/>
                  </a:lnTo>
                  <a:lnTo>
                    <a:pt x="73396" y="8"/>
                  </a:lnTo>
                  <a:lnTo>
                    <a:pt x="74174" y="0"/>
                  </a:lnTo>
                  <a:lnTo>
                    <a:pt x="74979" y="71"/>
                  </a:lnTo>
                  <a:lnTo>
                    <a:pt x="75244" y="151"/>
                  </a:lnTo>
                  <a:lnTo>
                    <a:pt x="76232" y="447"/>
                  </a:lnTo>
                  <a:lnTo>
                    <a:pt x="77267" y="986"/>
                  </a:lnTo>
                  <a:lnTo>
                    <a:pt x="78173" y="1458"/>
                  </a:lnTo>
                  <a:lnTo>
                    <a:pt x="81550" y="3472"/>
                  </a:lnTo>
                  <a:lnTo>
                    <a:pt x="82506" y="4043"/>
                  </a:lnTo>
                  <a:lnTo>
                    <a:pt x="83167" y="4497"/>
                  </a:lnTo>
                  <a:lnTo>
                    <a:pt x="83893" y="4997"/>
                  </a:lnTo>
                  <a:lnTo>
                    <a:pt x="85303" y="5968"/>
                  </a:lnTo>
                  <a:lnTo>
                    <a:pt x="85485" y="6093"/>
                  </a:lnTo>
                  <a:lnTo>
                    <a:pt x="85628" y="6191"/>
                  </a:lnTo>
                  <a:lnTo>
                    <a:pt x="85818" y="6322"/>
                  </a:lnTo>
                  <a:lnTo>
                    <a:pt x="86565" y="6770"/>
                  </a:lnTo>
                  <a:lnTo>
                    <a:pt x="87426" y="6517"/>
                  </a:lnTo>
                  <a:lnTo>
                    <a:pt x="88026" y="6458"/>
                  </a:lnTo>
                  <a:lnTo>
                    <a:pt x="89064" y="6357"/>
                  </a:lnTo>
                  <a:lnTo>
                    <a:pt x="89748" y="6278"/>
                  </a:lnTo>
                  <a:lnTo>
                    <a:pt x="90960" y="6137"/>
                  </a:lnTo>
                  <a:lnTo>
                    <a:pt x="91566" y="6066"/>
                  </a:lnTo>
                  <a:lnTo>
                    <a:pt x="92863" y="5915"/>
                  </a:lnTo>
                  <a:lnTo>
                    <a:pt x="93654" y="6625"/>
                  </a:lnTo>
                  <a:lnTo>
                    <a:pt x="92892" y="7045"/>
                  </a:lnTo>
                  <a:lnTo>
                    <a:pt x="91651" y="7728"/>
                  </a:lnTo>
                  <a:lnTo>
                    <a:pt x="90206" y="8525"/>
                  </a:lnTo>
                  <a:lnTo>
                    <a:pt x="88576" y="9423"/>
                  </a:lnTo>
                  <a:lnTo>
                    <a:pt x="89799" y="11053"/>
                  </a:lnTo>
                  <a:lnTo>
                    <a:pt x="89851" y="11552"/>
                  </a:lnTo>
                  <a:lnTo>
                    <a:pt x="89992" y="12899"/>
                  </a:lnTo>
                  <a:lnTo>
                    <a:pt x="90051" y="13474"/>
                  </a:lnTo>
                  <a:lnTo>
                    <a:pt x="90085" y="13791"/>
                  </a:lnTo>
                  <a:lnTo>
                    <a:pt x="90104" y="13975"/>
                  </a:lnTo>
                  <a:lnTo>
                    <a:pt x="91036" y="14517"/>
                  </a:lnTo>
                  <a:lnTo>
                    <a:pt x="91692" y="14899"/>
                  </a:lnTo>
                  <a:lnTo>
                    <a:pt x="92297" y="15251"/>
                  </a:lnTo>
                  <a:lnTo>
                    <a:pt x="92589" y="15421"/>
                  </a:lnTo>
                  <a:lnTo>
                    <a:pt x="92728" y="15502"/>
                  </a:lnTo>
                  <a:lnTo>
                    <a:pt x="92845" y="15855"/>
                  </a:lnTo>
                  <a:lnTo>
                    <a:pt x="93365" y="17426"/>
                  </a:lnTo>
                  <a:lnTo>
                    <a:pt x="93796" y="18728"/>
                  </a:lnTo>
                  <a:lnTo>
                    <a:pt x="93308" y="19095"/>
                  </a:lnTo>
                  <a:lnTo>
                    <a:pt x="92736" y="19525"/>
                  </a:lnTo>
                  <a:lnTo>
                    <a:pt x="92428" y="19757"/>
                  </a:lnTo>
                  <a:lnTo>
                    <a:pt x="92028" y="20304"/>
                  </a:lnTo>
                  <a:lnTo>
                    <a:pt x="91401" y="21163"/>
                  </a:lnTo>
                  <a:lnTo>
                    <a:pt x="91313" y="21421"/>
                  </a:lnTo>
                  <a:lnTo>
                    <a:pt x="91212" y="21718"/>
                  </a:lnTo>
                  <a:lnTo>
                    <a:pt x="91072" y="22127"/>
                  </a:lnTo>
                  <a:lnTo>
                    <a:pt x="90951" y="22482"/>
                  </a:lnTo>
                  <a:lnTo>
                    <a:pt x="90886" y="22642"/>
                  </a:lnTo>
                  <a:lnTo>
                    <a:pt x="90725" y="23040"/>
                  </a:lnTo>
                  <a:lnTo>
                    <a:pt x="90322" y="24040"/>
                  </a:lnTo>
                  <a:lnTo>
                    <a:pt x="89655" y="25690"/>
                  </a:lnTo>
                  <a:lnTo>
                    <a:pt x="89478" y="26128"/>
                  </a:lnTo>
                  <a:lnTo>
                    <a:pt x="89141" y="26905"/>
                  </a:lnTo>
                  <a:lnTo>
                    <a:pt x="88861" y="27551"/>
                  </a:lnTo>
                  <a:lnTo>
                    <a:pt x="88851" y="27838"/>
                  </a:lnTo>
                  <a:lnTo>
                    <a:pt x="88844" y="28057"/>
                  </a:lnTo>
                  <a:lnTo>
                    <a:pt x="88828" y="28514"/>
                  </a:lnTo>
                  <a:lnTo>
                    <a:pt x="88819" y="28793"/>
                  </a:lnTo>
                  <a:lnTo>
                    <a:pt x="88795" y="29489"/>
                  </a:lnTo>
                  <a:lnTo>
                    <a:pt x="88779" y="29976"/>
                  </a:lnTo>
                  <a:lnTo>
                    <a:pt x="88898" y="30224"/>
                  </a:lnTo>
                  <a:lnTo>
                    <a:pt x="89049" y="30540"/>
                  </a:lnTo>
                  <a:lnTo>
                    <a:pt x="89381" y="30945"/>
                  </a:lnTo>
                  <a:lnTo>
                    <a:pt x="89542" y="31142"/>
                  </a:lnTo>
                  <a:lnTo>
                    <a:pt x="89843" y="31497"/>
                  </a:lnTo>
                  <a:lnTo>
                    <a:pt x="90119" y="31737"/>
                  </a:lnTo>
                  <a:lnTo>
                    <a:pt x="92903" y="34161"/>
                  </a:lnTo>
                  <a:lnTo>
                    <a:pt x="93371" y="34616"/>
                  </a:lnTo>
                  <a:lnTo>
                    <a:pt x="93914" y="35144"/>
                  </a:lnTo>
                  <a:lnTo>
                    <a:pt x="94773" y="35980"/>
                  </a:lnTo>
                  <a:lnTo>
                    <a:pt x="95353" y="36551"/>
                  </a:lnTo>
                  <a:lnTo>
                    <a:pt x="95727" y="36942"/>
                  </a:lnTo>
                  <a:lnTo>
                    <a:pt x="96232" y="37472"/>
                  </a:lnTo>
                  <a:lnTo>
                    <a:pt x="96503" y="37756"/>
                  </a:lnTo>
                  <a:lnTo>
                    <a:pt x="96462" y="37941"/>
                  </a:lnTo>
                  <a:lnTo>
                    <a:pt x="96426" y="38132"/>
                  </a:lnTo>
                  <a:lnTo>
                    <a:pt x="96007" y="40173"/>
                  </a:lnTo>
                  <a:lnTo>
                    <a:pt x="95210" y="42444"/>
                  </a:lnTo>
                  <a:lnTo>
                    <a:pt x="95254" y="42628"/>
                  </a:lnTo>
                  <a:lnTo>
                    <a:pt x="95313" y="42820"/>
                  </a:lnTo>
                  <a:lnTo>
                    <a:pt x="95367" y="4299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3" name="pg312"/>
            <p:cNvSpPr/>
            <p:nvPr/>
          </p:nvSpPr>
          <p:spPr>
            <a:xfrm>
              <a:off x="3961773" y="3105242"/>
              <a:ext cx="98240" cy="44206"/>
            </a:xfrm>
            <a:custGeom>
              <a:avLst/>
              <a:pathLst>
                <a:path w="98240" h="44206">
                  <a:moveTo>
                    <a:pt x="52933" y="3295"/>
                  </a:moveTo>
                  <a:lnTo>
                    <a:pt x="53193" y="3319"/>
                  </a:lnTo>
                  <a:lnTo>
                    <a:pt x="54846" y="2965"/>
                  </a:lnTo>
                  <a:lnTo>
                    <a:pt x="56485" y="2519"/>
                  </a:lnTo>
                  <a:lnTo>
                    <a:pt x="57256" y="2389"/>
                  </a:lnTo>
                  <a:lnTo>
                    <a:pt x="58243" y="2224"/>
                  </a:lnTo>
                  <a:lnTo>
                    <a:pt x="60681" y="1815"/>
                  </a:lnTo>
                  <a:lnTo>
                    <a:pt x="62862" y="1449"/>
                  </a:lnTo>
                  <a:lnTo>
                    <a:pt x="64290" y="1210"/>
                  </a:lnTo>
                  <a:lnTo>
                    <a:pt x="64506" y="1174"/>
                  </a:lnTo>
                  <a:lnTo>
                    <a:pt x="66299" y="1208"/>
                  </a:lnTo>
                  <a:lnTo>
                    <a:pt x="66625" y="1211"/>
                  </a:lnTo>
                  <a:lnTo>
                    <a:pt x="68390" y="1224"/>
                  </a:lnTo>
                  <a:lnTo>
                    <a:pt x="70584" y="1303"/>
                  </a:lnTo>
                  <a:lnTo>
                    <a:pt x="70707" y="1625"/>
                  </a:lnTo>
                  <a:lnTo>
                    <a:pt x="70788" y="1837"/>
                  </a:lnTo>
                  <a:lnTo>
                    <a:pt x="71175" y="2855"/>
                  </a:lnTo>
                  <a:lnTo>
                    <a:pt x="75004" y="12900"/>
                  </a:lnTo>
                  <a:lnTo>
                    <a:pt x="76656" y="17236"/>
                  </a:lnTo>
                  <a:lnTo>
                    <a:pt x="76755" y="17551"/>
                  </a:lnTo>
                  <a:lnTo>
                    <a:pt x="77018" y="17452"/>
                  </a:lnTo>
                  <a:lnTo>
                    <a:pt x="77500" y="17272"/>
                  </a:lnTo>
                  <a:lnTo>
                    <a:pt x="82874" y="15262"/>
                  </a:lnTo>
                  <a:lnTo>
                    <a:pt x="87702" y="13461"/>
                  </a:lnTo>
                  <a:lnTo>
                    <a:pt x="91705" y="19133"/>
                  </a:lnTo>
                  <a:lnTo>
                    <a:pt x="92712" y="20559"/>
                  </a:lnTo>
                  <a:lnTo>
                    <a:pt x="94181" y="22642"/>
                  </a:lnTo>
                  <a:lnTo>
                    <a:pt x="96526" y="26324"/>
                  </a:lnTo>
                  <a:lnTo>
                    <a:pt x="98240" y="29035"/>
                  </a:lnTo>
                  <a:lnTo>
                    <a:pt x="96681" y="30053"/>
                  </a:lnTo>
                  <a:lnTo>
                    <a:pt x="95950" y="30530"/>
                  </a:lnTo>
                  <a:lnTo>
                    <a:pt x="95030" y="31130"/>
                  </a:lnTo>
                  <a:lnTo>
                    <a:pt x="93895" y="31870"/>
                  </a:lnTo>
                  <a:lnTo>
                    <a:pt x="93044" y="32426"/>
                  </a:lnTo>
                  <a:lnTo>
                    <a:pt x="91619" y="33356"/>
                  </a:lnTo>
                  <a:lnTo>
                    <a:pt x="90226" y="34265"/>
                  </a:lnTo>
                  <a:lnTo>
                    <a:pt x="89256" y="34897"/>
                  </a:lnTo>
                  <a:lnTo>
                    <a:pt x="87199" y="36240"/>
                  </a:lnTo>
                  <a:lnTo>
                    <a:pt x="85905" y="37084"/>
                  </a:lnTo>
                  <a:lnTo>
                    <a:pt x="85765" y="37176"/>
                  </a:lnTo>
                  <a:lnTo>
                    <a:pt x="85045" y="37645"/>
                  </a:lnTo>
                  <a:lnTo>
                    <a:pt x="83879" y="38406"/>
                  </a:lnTo>
                  <a:lnTo>
                    <a:pt x="83982" y="38716"/>
                  </a:lnTo>
                  <a:lnTo>
                    <a:pt x="83312" y="38943"/>
                  </a:lnTo>
                  <a:lnTo>
                    <a:pt x="82778" y="39124"/>
                  </a:lnTo>
                  <a:lnTo>
                    <a:pt x="79680" y="40175"/>
                  </a:lnTo>
                  <a:lnTo>
                    <a:pt x="79308" y="40301"/>
                  </a:lnTo>
                  <a:lnTo>
                    <a:pt x="78481" y="40581"/>
                  </a:lnTo>
                  <a:lnTo>
                    <a:pt x="77588" y="40884"/>
                  </a:lnTo>
                  <a:lnTo>
                    <a:pt x="76912" y="41113"/>
                  </a:lnTo>
                  <a:lnTo>
                    <a:pt x="75392" y="41628"/>
                  </a:lnTo>
                  <a:lnTo>
                    <a:pt x="73324" y="42329"/>
                  </a:lnTo>
                  <a:lnTo>
                    <a:pt x="73047" y="42423"/>
                  </a:lnTo>
                  <a:lnTo>
                    <a:pt x="70416" y="43315"/>
                  </a:lnTo>
                  <a:lnTo>
                    <a:pt x="70269" y="43365"/>
                  </a:lnTo>
                  <a:lnTo>
                    <a:pt x="69552" y="43608"/>
                  </a:lnTo>
                  <a:lnTo>
                    <a:pt x="67787" y="44206"/>
                  </a:lnTo>
                  <a:lnTo>
                    <a:pt x="67689" y="43911"/>
                  </a:lnTo>
                  <a:lnTo>
                    <a:pt x="66072" y="39035"/>
                  </a:lnTo>
                  <a:lnTo>
                    <a:pt x="65286" y="36668"/>
                  </a:lnTo>
                  <a:lnTo>
                    <a:pt x="64757" y="35074"/>
                  </a:lnTo>
                  <a:lnTo>
                    <a:pt x="64484" y="32459"/>
                  </a:lnTo>
                  <a:lnTo>
                    <a:pt x="64395" y="31607"/>
                  </a:lnTo>
                  <a:lnTo>
                    <a:pt x="64441" y="30592"/>
                  </a:lnTo>
                  <a:lnTo>
                    <a:pt x="64510" y="29064"/>
                  </a:lnTo>
                  <a:lnTo>
                    <a:pt x="64561" y="27938"/>
                  </a:lnTo>
                  <a:lnTo>
                    <a:pt x="64572" y="27699"/>
                  </a:lnTo>
                  <a:lnTo>
                    <a:pt x="64618" y="26668"/>
                  </a:lnTo>
                  <a:lnTo>
                    <a:pt x="64641" y="26161"/>
                  </a:lnTo>
                  <a:lnTo>
                    <a:pt x="64656" y="25830"/>
                  </a:lnTo>
                  <a:lnTo>
                    <a:pt x="64593" y="24824"/>
                  </a:lnTo>
                  <a:lnTo>
                    <a:pt x="64551" y="24145"/>
                  </a:lnTo>
                  <a:lnTo>
                    <a:pt x="64505" y="23380"/>
                  </a:lnTo>
                  <a:lnTo>
                    <a:pt x="64489" y="22901"/>
                  </a:lnTo>
                  <a:lnTo>
                    <a:pt x="64462" y="22065"/>
                  </a:lnTo>
                  <a:lnTo>
                    <a:pt x="64447" y="21926"/>
                  </a:lnTo>
                  <a:lnTo>
                    <a:pt x="64336" y="20882"/>
                  </a:lnTo>
                  <a:lnTo>
                    <a:pt x="64232" y="19917"/>
                  </a:lnTo>
                  <a:lnTo>
                    <a:pt x="64169" y="19323"/>
                  </a:lnTo>
                  <a:lnTo>
                    <a:pt x="63476" y="19475"/>
                  </a:lnTo>
                  <a:lnTo>
                    <a:pt x="59863" y="20271"/>
                  </a:lnTo>
                  <a:lnTo>
                    <a:pt x="58409" y="20592"/>
                  </a:lnTo>
                  <a:lnTo>
                    <a:pt x="57210" y="20843"/>
                  </a:lnTo>
                  <a:lnTo>
                    <a:pt x="52846" y="21756"/>
                  </a:lnTo>
                  <a:lnTo>
                    <a:pt x="51693" y="21569"/>
                  </a:lnTo>
                  <a:lnTo>
                    <a:pt x="48213" y="20733"/>
                  </a:lnTo>
                  <a:lnTo>
                    <a:pt x="47463" y="20597"/>
                  </a:lnTo>
                  <a:lnTo>
                    <a:pt x="44606" y="20075"/>
                  </a:lnTo>
                  <a:lnTo>
                    <a:pt x="41471" y="20118"/>
                  </a:lnTo>
                  <a:lnTo>
                    <a:pt x="40950" y="20218"/>
                  </a:lnTo>
                  <a:lnTo>
                    <a:pt x="39687" y="20460"/>
                  </a:lnTo>
                  <a:lnTo>
                    <a:pt x="37095" y="20957"/>
                  </a:lnTo>
                  <a:lnTo>
                    <a:pt x="36319" y="21106"/>
                  </a:lnTo>
                  <a:lnTo>
                    <a:pt x="34755" y="21288"/>
                  </a:lnTo>
                  <a:lnTo>
                    <a:pt x="31092" y="21717"/>
                  </a:lnTo>
                  <a:lnTo>
                    <a:pt x="26325" y="22233"/>
                  </a:lnTo>
                  <a:lnTo>
                    <a:pt x="25159" y="22479"/>
                  </a:lnTo>
                  <a:lnTo>
                    <a:pt x="22448" y="23051"/>
                  </a:lnTo>
                  <a:lnTo>
                    <a:pt x="21310" y="23291"/>
                  </a:lnTo>
                  <a:lnTo>
                    <a:pt x="18393" y="24003"/>
                  </a:lnTo>
                  <a:lnTo>
                    <a:pt x="14223" y="25019"/>
                  </a:lnTo>
                  <a:lnTo>
                    <a:pt x="12927" y="25335"/>
                  </a:lnTo>
                  <a:lnTo>
                    <a:pt x="12699" y="25391"/>
                  </a:lnTo>
                  <a:lnTo>
                    <a:pt x="7257" y="26952"/>
                  </a:lnTo>
                  <a:lnTo>
                    <a:pt x="7021" y="27020"/>
                  </a:lnTo>
                  <a:lnTo>
                    <a:pt x="6643" y="27027"/>
                  </a:lnTo>
                  <a:lnTo>
                    <a:pt x="1759" y="13716"/>
                  </a:lnTo>
                  <a:lnTo>
                    <a:pt x="1699" y="13551"/>
                  </a:lnTo>
                  <a:lnTo>
                    <a:pt x="1283" y="12418"/>
                  </a:lnTo>
                  <a:lnTo>
                    <a:pt x="1210" y="12221"/>
                  </a:lnTo>
                  <a:lnTo>
                    <a:pt x="664" y="10731"/>
                  </a:lnTo>
                  <a:lnTo>
                    <a:pt x="516" y="10328"/>
                  </a:lnTo>
                  <a:lnTo>
                    <a:pt x="0" y="8850"/>
                  </a:lnTo>
                  <a:lnTo>
                    <a:pt x="129" y="8795"/>
                  </a:lnTo>
                  <a:lnTo>
                    <a:pt x="371" y="8693"/>
                  </a:lnTo>
                  <a:lnTo>
                    <a:pt x="1788" y="8094"/>
                  </a:lnTo>
                  <a:lnTo>
                    <a:pt x="3593" y="7330"/>
                  </a:lnTo>
                  <a:lnTo>
                    <a:pt x="4369" y="7002"/>
                  </a:lnTo>
                  <a:lnTo>
                    <a:pt x="5826" y="6386"/>
                  </a:lnTo>
                  <a:lnTo>
                    <a:pt x="6325" y="6175"/>
                  </a:lnTo>
                  <a:lnTo>
                    <a:pt x="6483" y="6108"/>
                  </a:lnTo>
                  <a:lnTo>
                    <a:pt x="6614" y="6053"/>
                  </a:lnTo>
                  <a:lnTo>
                    <a:pt x="8602" y="5212"/>
                  </a:lnTo>
                  <a:lnTo>
                    <a:pt x="8727" y="5570"/>
                  </a:lnTo>
                  <a:lnTo>
                    <a:pt x="9456" y="5133"/>
                  </a:lnTo>
                  <a:lnTo>
                    <a:pt x="9853" y="4583"/>
                  </a:lnTo>
                  <a:lnTo>
                    <a:pt x="10601" y="3651"/>
                  </a:lnTo>
                  <a:lnTo>
                    <a:pt x="11314" y="2762"/>
                  </a:lnTo>
                  <a:lnTo>
                    <a:pt x="11517" y="2629"/>
                  </a:lnTo>
                  <a:lnTo>
                    <a:pt x="11915" y="2368"/>
                  </a:lnTo>
                  <a:lnTo>
                    <a:pt x="12887" y="1903"/>
                  </a:lnTo>
                  <a:lnTo>
                    <a:pt x="13476" y="1692"/>
                  </a:lnTo>
                  <a:lnTo>
                    <a:pt x="14189" y="1568"/>
                  </a:lnTo>
                  <a:lnTo>
                    <a:pt x="14823" y="1561"/>
                  </a:lnTo>
                  <a:lnTo>
                    <a:pt x="15203" y="1581"/>
                  </a:lnTo>
                  <a:lnTo>
                    <a:pt x="15365" y="1590"/>
                  </a:lnTo>
                  <a:lnTo>
                    <a:pt x="15516" y="1598"/>
                  </a:lnTo>
                  <a:lnTo>
                    <a:pt x="16284" y="1807"/>
                  </a:lnTo>
                  <a:lnTo>
                    <a:pt x="16708" y="2003"/>
                  </a:lnTo>
                  <a:lnTo>
                    <a:pt x="16939" y="2110"/>
                  </a:lnTo>
                  <a:lnTo>
                    <a:pt x="17148" y="2207"/>
                  </a:lnTo>
                  <a:lnTo>
                    <a:pt x="18006" y="2604"/>
                  </a:lnTo>
                  <a:lnTo>
                    <a:pt x="18421" y="2842"/>
                  </a:lnTo>
                  <a:lnTo>
                    <a:pt x="19497" y="3462"/>
                  </a:lnTo>
                  <a:lnTo>
                    <a:pt x="19754" y="3649"/>
                  </a:lnTo>
                  <a:lnTo>
                    <a:pt x="20524" y="4212"/>
                  </a:lnTo>
                  <a:lnTo>
                    <a:pt x="21242" y="4736"/>
                  </a:lnTo>
                  <a:lnTo>
                    <a:pt x="21427" y="4860"/>
                  </a:lnTo>
                  <a:lnTo>
                    <a:pt x="21565" y="4952"/>
                  </a:lnTo>
                  <a:lnTo>
                    <a:pt x="22160" y="5348"/>
                  </a:lnTo>
                  <a:lnTo>
                    <a:pt x="22338" y="5467"/>
                  </a:lnTo>
                  <a:lnTo>
                    <a:pt x="22589" y="5634"/>
                  </a:lnTo>
                  <a:lnTo>
                    <a:pt x="23038" y="5934"/>
                  </a:lnTo>
                  <a:lnTo>
                    <a:pt x="23444" y="6297"/>
                  </a:lnTo>
                  <a:lnTo>
                    <a:pt x="23866" y="6675"/>
                  </a:lnTo>
                  <a:lnTo>
                    <a:pt x="24225" y="6817"/>
                  </a:lnTo>
                  <a:lnTo>
                    <a:pt x="24706" y="6754"/>
                  </a:lnTo>
                  <a:lnTo>
                    <a:pt x="25088" y="6603"/>
                  </a:lnTo>
                  <a:lnTo>
                    <a:pt x="27171" y="5778"/>
                  </a:lnTo>
                  <a:lnTo>
                    <a:pt x="27405" y="5686"/>
                  </a:lnTo>
                  <a:lnTo>
                    <a:pt x="29127" y="5004"/>
                  </a:lnTo>
                  <a:lnTo>
                    <a:pt x="32160" y="3803"/>
                  </a:lnTo>
                  <a:lnTo>
                    <a:pt x="32459" y="3684"/>
                  </a:lnTo>
                  <a:lnTo>
                    <a:pt x="32739" y="3573"/>
                  </a:lnTo>
                  <a:lnTo>
                    <a:pt x="32980" y="3478"/>
                  </a:lnTo>
                  <a:lnTo>
                    <a:pt x="34398" y="2916"/>
                  </a:lnTo>
                  <a:lnTo>
                    <a:pt x="33936" y="1825"/>
                  </a:lnTo>
                  <a:lnTo>
                    <a:pt x="34399" y="1641"/>
                  </a:lnTo>
                  <a:lnTo>
                    <a:pt x="36716" y="723"/>
                  </a:lnTo>
                  <a:lnTo>
                    <a:pt x="37238" y="516"/>
                  </a:lnTo>
                  <a:lnTo>
                    <a:pt x="38543" y="0"/>
                  </a:lnTo>
                  <a:lnTo>
                    <a:pt x="39044" y="130"/>
                  </a:lnTo>
                  <a:lnTo>
                    <a:pt x="40104" y="405"/>
                  </a:lnTo>
                  <a:lnTo>
                    <a:pt x="40697" y="560"/>
                  </a:lnTo>
                  <a:lnTo>
                    <a:pt x="41309" y="719"/>
                  </a:lnTo>
                  <a:lnTo>
                    <a:pt x="42166" y="941"/>
                  </a:lnTo>
                  <a:lnTo>
                    <a:pt x="42611" y="1057"/>
                  </a:lnTo>
                  <a:lnTo>
                    <a:pt x="44209" y="1473"/>
                  </a:lnTo>
                  <a:lnTo>
                    <a:pt x="52302" y="32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4" name="pg313"/>
            <p:cNvSpPr/>
            <p:nvPr/>
          </p:nvSpPr>
          <p:spPr>
            <a:xfrm>
              <a:off x="4029561" y="3125333"/>
              <a:ext cx="72473" cy="63714"/>
            </a:xfrm>
            <a:custGeom>
              <a:avLst/>
              <a:pathLst>
                <a:path w="72473" h="63714">
                  <a:moveTo>
                    <a:pt x="48871" y="3714"/>
                  </a:moveTo>
                  <a:lnTo>
                    <a:pt x="49185" y="4045"/>
                  </a:lnTo>
                  <a:lnTo>
                    <a:pt x="49771" y="4237"/>
                  </a:lnTo>
                  <a:lnTo>
                    <a:pt x="49910" y="4760"/>
                  </a:lnTo>
                  <a:lnTo>
                    <a:pt x="50285" y="4799"/>
                  </a:lnTo>
                  <a:lnTo>
                    <a:pt x="51722" y="4948"/>
                  </a:lnTo>
                  <a:lnTo>
                    <a:pt x="52345" y="4523"/>
                  </a:lnTo>
                  <a:lnTo>
                    <a:pt x="52730" y="4260"/>
                  </a:lnTo>
                  <a:lnTo>
                    <a:pt x="55067" y="2667"/>
                  </a:lnTo>
                  <a:lnTo>
                    <a:pt x="55218" y="2606"/>
                  </a:lnTo>
                  <a:lnTo>
                    <a:pt x="55673" y="3380"/>
                  </a:lnTo>
                  <a:lnTo>
                    <a:pt x="54872" y="5127"/>
                  </a:lnTo>
                  <a:lnTo>
                    <a:pt x="55342" y="4954"/>
                  </a:lnTo>
                  <a:lnTo>
                    <a:pt x="56317" y="6721"/>
                  </a:lnTo>
                  <a:lnTo>
                    <a:pt x="56630" y="7289"/>
                  </a:lnTo>
                  <a:lnTo>
                    <a:pt x="57993" y="7745"/>
                  </a:lnTo>
                  <a:lnTo>
                    <a:pt x="58473" y="7906"/>
                  </a:lnTo>
                  <a:lnTo>
                    <a:pt x="59529" y="9531"/>
                  </a:lnTo>
                  <a:lnTo>
                    <a:pt x="58056" y="10110"/>
                  </a:lnTo>
                  <a:lnTo>
                    <a:pt x="57780" y="10219"/>
                  </a:lnTo>
                  <a:lnTo>
                    <a:pt x="55568" y="11088"/>
                  </a:lnTo>
                  <a:lnTo>
                    <a:pt x="56373" y="12281"/>
                  </a:lnTo>
                  <a:lnTo>
                    <a:pt x="57140" y="12159"/>
                  </a:lnTo>
                  <a:lnTo>
                    <a:pt x="57594" y="12301"/>
                  </a:lnTo>
                  <a:lnTo>
                    <a:pt x="58052" y="12445"/>
                  </a:lnTo>
                  <a:lnTo>
                    <a:pt x="58429" y="12995"/>
                  </a:lnTo>
                  <a:lnTo>
                    <a:pt x="58536" y="13152"/>
                  </a:lnTo>
                  <a:lnTo>
                    <a:pt x="59233" y="13295"/>
                  </a:lnTo>
                  <a:lnTo>
                    <a:pt x="59228" y="13708"/>
                  </a:lnTo>
                  <a:lnTo>
                    <a:pt x="65858" y="15009"/>
                  </a:lnTo>
                  <a:lnTo>
                    <a:pt x="67206" y="14913"/>
                  </a:lnTo>
                  <a:lnTo>
                    <a:pt x="68279" y="14352"/>
                  </a:lnTo>
                  <a:lnTo>
                    <a:pt x="68327" y="14066"/>
                  </a:lnTo>
                  <a:lnTo>
                    <a:pt x="68569" y="13893"/>
                  </a:lnTo>
                  <a:lnTo>
                    <a:pt x="70116" y="12790"/>
                  </a:lnTo>
                  <a:lnTo>
                    <a:pt x="71936" y="14860"/>
                  </a:lnTo>
                  <a:lnTo>
                    <a:pt x="71540" y="15201"/>
                  </a:lnTo>
                  <a:lnTo>
                    <a:pt x="71396" y="15324"/>
                  </a:lnTo>
                  <a:lnTo>
                    <a:pt x="70426" y="16159"/>
                  </a:lnTo>
                  <a:lnTo>
                    <a:pt x="70575" y="20208"/>
                  </a:lnTo>
                  <a:lnTo>
                    <a:pt x="69185" y="20522"/>
                  </a:lnTo>
                  <a:lnTo>
                    <a:pt x="70417" y="23912"/>
                  </a:lnTo>
                  <a:lnTo>
                    <a:pt x="70662" y="24585"/>
                  </a:lnTo>
                  <a:lnTo>
                    <a:pt x="71529" y="26972"/>
                  </a:lnTo>
                  <a:lnTo>
                    <a:pt x="72424" y="33185"/>
                  </a:lnTo>
                  <a:lnTo>
                    <a:pt x="72473" y="33494"/>
                  </a:lnTo>
                  <a:lnTo>
                    <a:pt x="71647" y="33480"/>
                  </a:lnTo>
                  <a:lnTo>
                    <a:pt x="68519" y="33423"/>
                  </a:lnTo>
                  <a:lnTo>
                    <a:pt x="69718" y="35391"/>
                  </a:lnTo>
                  <a:lnTo>
                    <a:pt x="70863" y="35105"/>
                  </a:lnTo>
                  <a:lnTo>
                    <a:pt x="71539" y="36313"/>
                  </a:lnTo>
                  <a:lnTo>
                    <a:pt x="72120" y="37351"/>
                  </a:lnTo>
                  <a:lnTo>
                    <a:pt x="67861" y="41292"/>
                  </a:lnTo>
                  <a:lnTo>
                    <a:pt x="61384" y="44100"/>
                  </a:lnTo>
                  <a:lnTo>
                    <a:pt x="61116" y="46552"/>
                  </a:lnTo>
                  <a:lnTo>
                    <a:pt x="60290" y="46683"/>
                  </a:lnTo>
                  <a:lnTo>
                    <a:pt x="58947" y="46895"/>
                  </a:lnTo>
                  <a:lnTo>
                    <a:pt x="55995" y="49579"/>
                  </a:lnTo>
                  <a:lnTo>
                    <a:pt x="53580" y="52585"/>
                  </a:lnTo>
                  <a:lnTo>
                    <a:pt x="51934" y="54982"/>
                  </a:lnTo>
                  <a:lnTo>
                    <a:pt x="49839" y="60116"/>
                  </a:lnTo>
                  <a:lnTo>
                    <a:pt x="47711" y="60690"/>
                  </a:lnTo>
                  <a:lnTo>
                    <a:pt x="48078" y="62230"/>
                  </a:lnTo>
                  <a:lnTo>
                    <a:pt x="48143" y="62511"/>
                  </a:lnTo>
                  <a:lnTo>
                    <a:pt x="48337" y="63356"/>
                  </a:lnTo>
                  <a:lnTo>
                    <a:pt x="48391" y="63714"/>
                  </a:lnTo>
                  <a:lnTo>
                    <a:pt x="46015" y="63616"/>
                  </a:lnTo>
                  <a:lnTo>
                    <a:pt x="43900" y="61549"/>
                  </a:lnTo>
                  <a:lnTo>
                    <a:pt x="43077" y="61209"/>
                  </a:lnTo>
                  <a:lnTo>
                    <a:pt x="39910" y="61012"/>
                  </a:lnTo>
                  <a:lnTo>
                    <a:pt x="36099" y="60887"/>
                  </a:lnTo>
                  <a:lnTo>
                    <a:pt x="31269" y="61155"/>
                  </a:lnTo>
                  <a:lnTo>
                    <a:pt x="30781" y="61244"/>
                  </a:lnTo>
                  <a:lnTo>
                    <a:pt x="29940" y="61399"/>
                  </a:lnTo>
                  <a:lnTo>
                    <a:pt x="25836" y="61229"/>
                  </a:lnTo>
                  <a:lnTo>
                    <a:pt x="22649" y="58440"/>
                  </a:lnTo>
                  <a:lnTo>
                    <a:pt x="22191" y="58210"/>
                  </a:lnTo>
                  <a:lnTo>
                    <a:pt x="19121" y="56667"/>
                  </a:lnTo>
                  <a:lnTo>
                    <a:pt x="18855" y="56533"/>
                  </a:lnTo>
                  <a:lnTo>
                    <a:pt x="18602" y="56406"/>
                  </a:lnTo>
                  <a:lnTo>
                    <a:pt x="16925" y="54367"/>
                  </a:lnTo>
                  <a:lnTo>
                    <a:pt x="16662" y="54262"/>
                  </a:lnTo>
                  <a:lnTo>
                    <a:pt x="15505" y="53796"/>
                  </a:lnTo>
                  <a:lnTo>
                    <a:pt x="13806" y="52388"/>
                  </a:lnTo>
                  <a:lnTo>
                    <a:pt x="14079" y="52033"/>
                  </a:lnTo>
                  <a:lnTo>
                    <a:pt x="14240" y="51823"/>
                  </a:lnTo>
                  <a:lnTo>
                    <a:pt x="13037" y="51601"/>
                  </a:lnTo>
                  <a:lnTo>
                    <a:pt x="10415" y="52867"/>
                  </a:lnTo>
                  <a:lnTo>
                    <a:pt x="10316" y="52661"/>
                  </a:lnTo>
                  <a:lnTo>
                    <a:pt x="9918" y="51910"/>
                  </a:lnTo>
                  <a:lnTo>
                    <a:pt x="8607" y="49486"/>
                  </a:lnTo>
                  <a:lnTo>
                    <a:pt x="8411" y="49243"/>
                  </a:lnTo>
                  <a:lnTo>
                    <a:pt x="6640" y="45843"/>
                  </a:lnTo>
                  <a:lnTo>
                    <a:pt x="6279" y="45467"/>
                  </a:lnTo>
                  <a:lnTo>
                    <a:pt x="6011" y="45187"/>
                  </a:lnTo>
                  <a:lnTo>
                    <a:pt x="5817" y="44984"/>
                  </a:lnTo>
                  <a:lnTo>
                    <a:pt x="5776" y="44825"/>
                  </a:lnTo>
                  <a:lnTo>
                    <a:pt x="5652" y="44340"/>
                  </a:lnTo>
                  <a:lnTo>
                    <a:pt x="5119" y="42247"/>
                  </a:lnTo>
                  <a:lnTo>
                    <a:pt x="5053" y="41990"/>
                  </a:lnTo>
                  <a:lnTo>
                    <a:pt x="4340" y="41924"/>
                  </a:lnTo>
                  <a:lnTo>
                    <a:pt x="3960" y="37968"/>
                  </a:lnTo>
                  <a:lnTo>
                    <a:pt x="3766" y="35944"/>
                  </a:lnTo>
                  <a:lnTo>
                    <a:pt x="3942" y="35855"/>
                  </a:lnTo>
                  <a:lnTo>
                    <a:pt x="3650" y="34986"/>
                  </a:lnTo>
                  <a:lnTo>
                    <a:pt x="3558" y="34712"/>
                  </a:lnTo>
                  <a:lnTo>
                    <a:pt x="3186" y="33602"/>
                  </a:lnTo>
                  <a:lnTo>
                    <a:pt x="2943" y="32880"/>
                  </a:lnTo>
                  <a:lnTo>
                    <a:pt x="2803" y="32463"/>
                  </a:lnTo>
                  <a:lnTo>
                    <a:pt x="2395" y="31250"/>
                  </a:lnTo>
                  <a:lnTo>
                    <a:pt x="1998" y="30066"/>
                  </a:lnTo>
                  <a:lnTo>
                    <a:pt x="1726" y="29256"/>
                  </a:lnTo>
                  <a:lnTo>
                    <a:pt x="1070" y="27304"/>
                  </a:lnTo>
                  <a:lnTo>
                    <a:pt x="199" y="24709"/>
                  </a:lnTo>
                  <a:lnTo>
                    <a:pt x="0" y="24116"/>
                  </a:lnTo>
                  <a:lnTo>
                    <a:pt x="1764" y="23518"/>
                  </a:lnTo>
                  <a:lnTo>
                    <a:pt x="2481" y="23275"/>
                  </a:lnTo>
                  <a:lnTo>
                    <a:pt x="2629" y="23225"/>
                  </a:lnTo>
                  <a:lnTo>
                    <a:pt x="5367" y="22296"/>
                  </a:lnTo>
                  <a:lnTo>
                    <a:pt x="5536" y="22239"/>
                  </a:lnTo>
                  <a:lnTo>
                    <a:pt x="7604" y="21538"/>
                  </a:lnTo>
                  <a:lnTo>
                    <a:pt x="9124" y="21023"/>
                  </a:lnTo>
                  <a:lnTo>
                    <a:pt x="9801" y="20793"/>
                  </a:lnTo>
                  <a:lnTo>
                    <a:pt x="10693" y="20491"/>
                  </a:lnTo>
                  <a:lnTo>
                    <a:pt x="11521" y="20210"/>
                  </a:lnTo>
                  <a:lnTo>
                    <a:pt x="11892" y="20084"/>
                  </a:lnTo>
                  <a:lnTo>
                    <a:pt x="14990" y="19034"/>
                  </a:lnTo>
                  <a:lnTo>
                    <a:pt x="15525" y="18853"/>
                  </a:lnTo>
                  <a:lnTo>
                    <a:pt x="16201" y="18624"/>
                  </a:lnTo>
                  <a:lnTo>
                    <a:pt x="16092" y="18316"/>
                  </a:lnTo>
                  <a:lnTo>
                    <a:pt x="17257" y="17555"/>
                  </a:lnTo>
                  <a:lnTo>
                    <a:pt x="17977" y="17085"/>
                  </a:lnTo>
                  <a:lnTo>
                    <a:pt x="18117" y="16994"/>
                  </a:lnTo>
                  <a:lnTo>
                    <a:pt x="19411" y="16150"/>
                  </a:lnTo>
                  <a:lnTo>
                    <a:pt x="21510" y="14780"/>
                  </a:lnTo>
                  <a:lnTo>
                    <a:pt x="22438" y="14175"/>
                  </a:lnTo>
                  <a:lnTo>
                    <a:pt x="23831" y="13266"/>
                  </a:lnTo>
                  <a:lnTo>
                    <a:pt x="25256" y="12336"/>
                  </a:lnTo>
                  <a:lnTo>
                    <a:pt x="26108" y="11780"/>
                  </a:lnTo>
                  <a:lnTo>
                    <a:pt x="27242" y="11040"/>
                  </a:lnTo>
                  <a:lnTo>
                    <a:pt x="28163" y="10439"/>
                  </a:lnTo>
                  <a:lnTo>
                    <a:pt x="28893" y="9963"/>
                  </a:lnTo>
                  <a:lnTo>
                    <a:pt x="30462" y="8939"/>
                  </a:lnTo>
                  <a:lnTo>
                    <a:pt x="30783" y="9446"/>
                  </a:lnTo>
                  <a:lnTo>
                    <a:pt x="30989" y="9608"/>
                  </a:lnTo>
                  <a:lnTo>
                    <a:pt x="31291" y="9421"/>
                  </a:lnTo>
                  <a:lnTo>
                    <a:pt x="31461" y="9316"/>
                  </a:lnTo>
                  <a:lnTo>
                    <a:pt x="31860" y="9069"/>
                  </a:lnTo>
                  <a:lnTo>
                    <a:pt x="32023" y="8968"/>
                  </a:lnTo>
                  <a:lnTo>
                    <a:pt x="32707" y="8544"/>
                  </a:lnTo>
                  <a:lnTo>
                    <a:pt x="32993" y="8367"/>
                  </a:lnTo>
                  <a:lnTo>
                    <a:pt x="33762" y="7890"/>
                  </a:lnTo>
                  <a:lnTo>
                    <a:pt x="34024" y="7728"/>
                  </a:lnTo>
                  <a:lnTo>
                    <a:pt x="34618" y="7361"/>
                  </a:lnTo>
                  <a:lnTo>
                    <a:pt x="34940" y="7167"/>
                  </a:lnTo>
                  <a:lnTo>
                    <a:pt x="35119" y="7059"/>
                  </a:lnTo>
                  <a:lnTo>
                    <a:pt x="35960" y="6552"/>
                  </a:lnTo>
                  <a:lnTo>
                    <a:pt x="36845" y="6019"/>
                  </a:lnTo>
                  <a:lnTo>
                    <a:pt x="37807" y="5439"/>
                  </a:lnTo>
                  <a:lnTo>
                    <a:pt x="38181" y="5214"/>
                  </a:lnTo>
                  <a:lnTo>
                    <a:pt x="39563" y="4381"/>
                  </a:lnTo>
                  <a:lnTo>
                    <a:pt x="40404" y="3874"/>
                  </a:lnTo>
                  <a:lnTo>
                    <a:pt x="40507" y="4030"/>
                  </a:lnTo>
                  <a:lnTo>
                    <a:pt x="40668" y="3911"/>
                  </a:lnTo>
                  <a:lnTo>
                    <a:pt x="41350" y="3410"/>
                  </a:lnTo>
                  <a:lnTo>
                    <a:pt x="42047" y="2897"/>
                  </a:lnTo>
                  <a:lnTo>
                    <a:pt x="42278" y="2727"/>
                  </a:lnTo>
                  <a:lnTo>
                    <a:pt x="43286" y="1986"/>
                  </a:lnTo>
                  <a:lnTo>
                    <a:pt x="43723" y="1665"/>
                  </a:lnTo>
                  <a:lnTo>
                    <a:pt x="45455" y="391"/>
                  </a:lnTo>
                  <a:lnTo>
                    <a:pt x="45717" y="198"/>
                  </a:lnTo>
                  <a:lnTo>
                    <a:pt x="45988" y="0"/>
                  </a:lnTo>
                  <a:lnTo>
                    <a:pt x="46417" y="574"/>
                  </a:lnTo>
                  <a:lnTo>
                    <a:pt x="47132" y="1531"/>
                  </a:lnTo>
                  <a:lnTo>
                    <a:pt x="48368" y="318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5" name="pg314"/>
            <p:cNvSpPr/>
            <p:nvPr/>
          </p:nvSpPr>
          <p:spPr>
            <a:xfrm>
              <a:off x="3968795" y="3124602"/>
              <a:ext cx="71855" cy="87718"/>
            </a:xfrm>
            <a:custGeom>
              <a:avLst/>
              <a:pathLst>
                <a:path w="71855" h="87718">
                  <a:moveTo>
                    <a:pt x="57321" y="1584"/>
                  </a:moveTo>
                  <a:lnTo>
                    <a:pt x="57426" y="2566"/>
                  </a:lnTo>
                  <a:lnTo>
                    <a:pt x="57441" y="2705"/>
                  </a:lnTo>
                  <a:lnTo>
                    <a:pt x="57472" y="3653"/>
                  </a:lnTo>
                  <a:lnTo>
                    <a:pt x="57486" y="4084"/>
                  </a:lnTo>
                  <a:lnTo>
                    <a:pt x="57534" y="4858"/>
                  </a:lnTo>
                  <a:lnTo>
                    <a:pt x="57574" y="5504"/>
                  </a:lnTo>
                  <a:lnTo>
                    <a:pt x="57631" y="6551"/>
                  </a:lnTo>
                  <a:lnTo>
                    <a:pt x="57620" y="6801"/>
                  </a:lnTo>
                  <a:lnTo>
                    <a:pt x="57597" y="7308"/>
                  </a:lnTo>
                  <a:lnTo>
                    <a:pt x="57550" y="8339"/>
                  </a:lnTo>
                  <a:lnTo>
                    <a:pt x="57539" y="8578"/>
                  </a:lnTo>
                  <a:lnTo>
                    <a:pt x="57489" y="9704"/>
                  </a:lnTo>
                  <a:lnTo>
                    <a:pt x="57420" y="11232"/>
                  </a:lnTo>
                  <a:lnTo>
                    <a:pt x="57374" y="12247"/>
                  </a:lnTo>
                  <a:lnTo>
                    <a:pt x="57463" y="13099"/>
                  </a:lnTo>
                  <a:lnTo>
                    <a:pt x="57736" y="15714"/>
                  </a:lnTo>
                  <a:lnTo>
                    <a:pt x="58265" y="17308"/>
                  </a:lnTo>
                  <a:lnTo>
                    <a:pt x="59050" y="19675"/>
                  </a:lnTo>
                  <a:lnTo>
                    <a:pt x="60668" y="24551"/>
                  </a:lnTo>
                  <a:lnTo>
                    <a:pt x="60766" y="24846"/>
                  </a:lnTo>
                  <a:lnTo>
                    <a:pt x="60972" y="25461"/>
                  </a:lnTo>
                  <a:lnTo>
                    <a:pt x="61836" y="28034"/>
                  </a:lnTo>
                  <a:lnTo>
                    <a:pt x="62492" y="29986"/>
                  </a:lnTo>
                  <a:lnTo>
                    <a:pt x="62764" y="30796"/>
                  </a:lnTo>
                  <a:lnTo>
                    <a:pt x="63162" y="31980"/>
                  </a:lnTo>
                  <a:lnTo>
                    <a:pt x="63569" y="33194"/>
                  </a:lnTo>
                  <a:lnTo>
                    <a:pt x="63709" y="33610"/>
                  </a:lnTo>
                  <a:lnTo>
                    <a:pt x="63952" y="34332"/>
                  </a:lnTo>
                  <a:lnTo>
                    <a:pt x="64324" y="35442"/>
                  </a:lnTo>
                  <a:lnTo>
                    <a:pt x="64416" y="35716"/>
                  </a:lnTo>
                  <a:lnTo>
                    <a:pt x="64746" y="36696"/>
                  </a:lnTo>
                  <a:lnTo>
                    <a:pt x="64532" y="36674"/>
                  </a:lnTo>
                  <a:lnTo>
                    <a:pt x="64726" y="38698"/>
                  </a:lnTo>
                  <a:lnTo>
                    <a:pt x="65116" y="42756"/>
                  </a:lnTo>
                  <a:lnTo>
                    <a:pt x="65819" y="42721"/>
                  </a:lnTo>
                  <a:lnTo>
                    <a:pt x="65885" y="42977"/>
                  </a:lnTo>
                  <a:lnTo>
                    <a:pt x="66419" y="45071"/>
                  </a:lnTo>
                  <a:lnTo>
                    <a:pt x="66542" y="45555"/>
                  </a:lnTo>
                  <a:lnTo>
                    <a:pt x="66583" y="45714"/>
                  </a:lnTo>
                  <a:lnTo>
                    <a:pt x="66777" y="45918"/>
                  </a:lnTo>
                  <a:lnTo>
                    <a:pt x="67129" y="46284"/>
                  </a:lnTo>
                  <a:lnTo>
                    <a:pt x="67406" y="46573"/>
                  </a:lnTo>
                  <a:lnTo>
                    <a:pt x="69177" y="49974"/>
                  </a:lnTo>
                  <a:lnTo>
                    <a:pt x="69452" y="50320"/>
                  </a:lnTo>
                  <a:lnTo>
                    <a:pt x="70684" y="52640"/>
                  </a:lnTo>
                  <a:lnTo>
                    <a:pt x="71084" y="53393"/>
                  </a:lnTo>
                  <a:lnTo>
                    <a:pt x="71239" y="53669"/>
                  </a:lnTo>
                  <a:lnTo>
                    <a:pt x="71855" y="54990"/>
                  </a:lnTo>
                  <a:lnTo>
                    <a:pt x="65599" y="55105"/>
                  </a:lnTo>
                  <a:lnTo>
                    <a:pt x="60232" y="55763"/>
                  </a:lnTo>
                  <a:lnTo>
                    <a:pt x="60318" y="56622"/>
                  </a:lnTo>
                  <a:lnTo>
                    <a:pt x="58800" y="56994"/>
                  </a:lnTo>
                  <a:lnTo>
                    <a:pt x="59006" y="57302"/>
                  </a:lnTo>
                  <a:lnTo>
                    <a:pt x="59344" y="57810"/>
                  </a:lnTo>
                  <a:lnTo>
                    <a:pt x="60286" y="60749"/>
                  </a:lnTo>
                  <a:lnTo>
                    <a:pt x="60694" y="62026"/>
                  </a:lnTo>
                  <a:lnTo>
                    <a:pt x="60747" y="62190"/>
                  </a:lnTo>
                  <a:lnTo>
                    <a:pt x="59759" y="62548"/>
                  </a:lnTo>
                  <a:lnTo>
                    <a:pt x="60293" y="63816"/>
                  </a:lnTo>
                  <a:lnTo>
                    <a:pt x="60569" y="64315"/>
                  </a:lnTo>
                  <a:lnTo>
                    <a:pt x="61634" y="63578"/>
                  </a:lnTo>
                  <a:lnTo>
                    <a:pt x="62493" y="64423"/>
                  </a:lnTo>
                  <a:lnTo>
                    <a:pt x="64196" y="64723"/>
                  </a:lnTo>
                  <a:lnTo>
                    <a:pt x="65842" y="64380"/>
                  </a:lnTo>
                  <a:lnTo>
                    <a:pt x="66157" y="61660"/>
                  </a:lnTo>
                  <a:lnTo>
                    <a:pt x="70237" y="62597"/>
                  </a:lnTo>
                  <a:lnTo>
                    <a:pt x="66354" y="67660"/>
                  </a:lnTo>
                  <a:lnTo>
                    <a:pt x="66104" y="67986"/>
                  </a:lnTo>
                  <a:lnTo>
                    <a:pt x="65910" y="67912"/>
                  </a:lnTo>
                  <a:lnTo>
                    <a:pt x="65603" y="67795"/>
                  </a:lnTo>
                  <a:lnTo>
                    <a:pt x="65130" y="68772"/>
                  </a:lnTo>
                  <a:lnTo>
                    <a:pt x="64969" y="69103"/>
                  </a:lnTo>
                  <a:lnTo>
                    <a:pt x="64848" y="69354"/>
                  </a:lnTo>
                  <a:lnTo>
                    <a:pt x="64625" y="69952"/>
                  </a:lnTo>
                  <a:lnTo>
                    <a:pt x="64116" y="71319"/>
                  </a:lnTo>
                  <a:lnTo>
                    <a:pt x="63549" y="71946"/>
                  </a:lnTo>
                  <a:lnTo>
                    <a:pt x="62732" y="72175"/>
                  </a:lnTo>
                  <a:lnTo>
                    <a:pt x="61877" y="72492"/>
                  </a:lnTo>
                  <a:lnTo>
                    <a:pt x="61798" y="73781"/>
                  </a:lnTo>
                  <a:lnTo>
                    <a:pt x="61789" y="73922"/>
                  </a:lnTo>
                  <a:lnTo>
                    <a:pt x="60690" y="73740"/>
                  </a:lnTo>
                  <a:lnTo>
                    <a:pt x="59931" y="73568"/>
                  </a:lnTo>
                  <a:lnTo>
                    <a:pt x="59575" y="73453"/>
                  </a:lnTo>
                  <a:lnTo>
                    <a:pt x="58600" y="73139"/>
                  </a:lnTo>
                  <a:lnTo>
                    <a:pt x="57862" y="73199"/>
                  </a:lnTo>
                  <a:lnTo>
                    <a:pt x="57601" y="73380"/>
                  </a:lnTo>
                  <a:lnTo>
                    <a:pt x="57369" y="73540"/>
                  </a:lnTo>
                  <a:lnTo>
                    <a:pt x="57232" y="73653"/>
                  </a:lnTo>
                  <a:lnTo>
                    <a:pt x="55989" y="74680"/>
                  </a:lnTo>
                  <a:lnTo>
                    <a:pt x="55637" y="74971"/>
                  </a:lnTo>
                  <a:lnTo>
                    <a:pt x="54926" y="75837"/>
                  </a:lnTo>
                  <a:lnTo>
                    <a:pt x="54650" y="76173"/>
                  </a:lnTo>
                  <a:lnTo>
                    <a:pt x="54363" y="76575"/>
                  </a:lnTo>
                  <a:lnTo>
                    <a:pt x="54532" y="77287"/>
                  </a:lnTo>
                  <a:lnTo>
                    <a:pt x="54837" y="77263"/>
                  </a:lnTo>
                  <a:lnTo>
                    <a:pt x="56876" y="77099"/>
                  </a:lnTo>
                  <a:lnTo>
                    <a:pt x="57098" y="77156"/>
                  </a:lnTo>
                  <a:lnTo>
                    <a:pt x="57500" y="79015"/>
                  </a:lnTo>
                  <a:lnTo>
                    <a:pt x="55189" y="79312"/>
                  </a:lnTo>
                  <a:lnTo>
                    <a:pt x="54951" y="79399"/>
                  </a:lnTo>
                  <a:lnTo>
                    <a:pt x="52888" y="81126"/>
                  </a:lnTo>
                  <a:lnTo>
                    <a:pt x="50541" y="82987"/>
                  </a:lnTo>
                  <a:lnTo>
                    <a:pt x="49829" y="83551"/>
                  </a:lnTo>
                  <a:lnTo>
                    <a:pt x="46228" y="86709"/>
                  </a:lnTo>
                  <a:lnTo>
                    <a:pt x="45078" y="87718"/>
                  </a:lnTo>
                  <a:lnTo>
                    <a:pt x="43803" y="86963"/>
                  </a:lnTo>
                  <a:lnTo>
                    <a:pt x="42023" y="85909"/>
                  </a:lnTo>
                  <a:lnTo>
                    <a:pt x="40545" y="85034"/>
                  </a:lnTo>
                  <a:lnTo>
                    <a:pt x="40165" y="84884"/>
                  </a:lnTo>
                  <a:lnTo>
                    <a:pt x="38952" y="84403"/>
                  </a:lnTo>
                  <a:lnTo>
                    <a:pt x="35528" y="83047"/>
                  </a:lnTo>
                  <a:lnTo>
                    <a:pt x="35592" y="84577"/>
                  </a:lnTo>
                  <a:lnTo>
                    <a:pt x="34390" y="84657"/>
                  </a:lnTo>
                  <a:lnTo>
                    <a:pt x="32423" y="84788"/>
                  </a:lnTo>
                  <a:lnTo>
                    <a:pt x="31989" y="84823"/>
                  </a:lnTo>
                  <a:lnTo>
                    <a:pt x="26200" y="85290"/>
                  </a:lnTo>
                  <a:lnTo>
                    <a:pt x="23553" y="85104"/>
                  </a:lnTo>
                  <a:lnTo>
                    <a:pt x="21019" y="84582"/>
                  </a:lnTo>
                  <a:lnTo>
                    <a:pt x="19243" y="83922"/>
                  </a:lnTo>
                  <a:lnTo>
                    <a:pt x="18405" y="83501"/>
                  </a:lnTo>
                  <a:lnTo>
                    <a:pt x="17215" y="82899"/>
                  </a:lnTo>
                  <a:lnTo>
                    <a:pt x="16111" y="81766"/>
                  </a:lnTo>
                  <a:lnTo>
                    <a:pt x="15441" y="80954"/>
                  </a:lnTo>
                  <a:lnTo>
                    <a:pt x="14740" y="80036"/>
                  </a:lnTo>
                  <a:lnTo>
                    <a:pt x="14221" y="79239"/>
                  </a:lnTo>
                  <a:lnTo>
                    <a:pt x="13964" y="78844"/>
                  </a:lnTo>
                  <a:lnTo>
                    <a:pt x="13846" y="78629"/>
                  </a:lnTo>
                  <a:lnTo>
                    <a:pt x="13428" y="77865"/>
                  </a:lnTo>
                  <a:lnTo>
                    <a:pt x="13361" y="77697"/>
                  </a:lnTo>
                  <a:lnTo>
                    <a:pt x="10377" y="70189"/>
                  </a:lnTo>
                  <a:lnTo>
                    <a:pt x="7599" y="62615"/>
                  </a:lnTo>
                  <a:lnTo>
                    <a:pt x="7429" y="62153"/>
                  </a:lnTo>
                  <a:lnTo>
                    <a:pt x="7304" y="61811"/>
                  </a:lnTo>
                  <a:lnTo>
                    <a:pt x="7274" y="61394"/>
                  </a:lnTo>
                  <a:lnTo>
                    <a:pt x="7182" y="60119"/>
                  </a:lnTo>
                  <a:lnTo>
                    <a:pt x="7153" y="59715"/>
                  </a:lnTo>
                  <a:lnTo>
                    <a:pt x="7100" y="59315"/>
                  </a:lnTo>
                  <a:lnTo>
                    <a:pt x="7082" y="59174"/>
                  </a:lnTo>
                  <a:lnTo>
                    <a:pt x="7006" y="58595"/>
                  </a:lnTo>
                  <a:lnTo>
                    <a:pt x="6954" y="57979"/>
                  </a:lnTo>
                  <a:lnTo>
                    <a:pt x="6923" y="57601"/>
                  </a:lnTo>
                  <a:lnTo>
                    <a:pt x="6902" y="57344"/>
                  </a:lnTo>
                  <a:lnTo>
                    <a:pt x="7118" y="54202"/>
                  </a:lnTo>
                  <a:lnTo>
                    <a:pt x="7140" y="53885"/>
                  </a:lnTo>
                  <a:lnTo>
                    <a:pt x="7416" y="52276"/>
                  </a:lnTo>
                  <a:lnTo>
                    <a:pt x="7927" y="49292"/>
                  </a:lnTo>
                  <a:lnTo>
                    <a:pt x="7971" y="49032"/>
                  </a:lnTo>
                  <a:lnTo>
                    <a:pt x="8023" y="48732"/>
                  </a:lnTo>
                  <a:lnTo>
                    <a:pt x="8810" y="44939"/>
                  </a:lnTo>
                  <a:lnTo>
                    <a:pt x="8940" y="43690"/>
                  </a:lnTo>
                  <a:lnTo>
                    <a:pt x="8976" y="43338"/>
                  </a:lnTo>
                  <a:lnTo>
                    <a:pt x="9037" y="42750"/>
                  </a:lnTo>
                  <a:lnTo>
                    <a:pt x="9149" y="41599"/>
                  </a:lnTo>
                  <a:lnTo>
                    <a:pt x="9216" y="39929"/>
                  </a:lnTo>
                  <a:lnTo>
                    <a:pt x="9263" y="38737"/>
                  </a:lnTo>
                  <a:lnTo>
                    <a:pt x="9239" y="36399"/>
                  </a:lnTo>
                  <a:lnTo>
                    <a:pt x="8823" y="33680"/>
                  </a:lnTo>
                  <a:lnTo>
                    <a:pt x="8571" y="32033"/>
                  </a:lnTo>
                  <a:lnTo>
                    <a:pt x="7880" y="29027"/>
                  </a:lnTo>
                  <a:lnTo>
                    <a:pt x="7138" y="26996"/>
                  </a:lnTo>
                  <a:lnTo>
                    <a:pt x="6978" y="26560"/>
                  </a:lnTo>
                  <a:lnTo>
                    <a:pt x="6819" y="26123"/>
                  </a:lnTo>
                  <a:lnTo>
                    <a:pt x="6554" y="25399"/>
                  </a:lnTo>
                  <a:lnTo>
                    <a:pt x="6424" y="25044"/>
                  </a:lnTo>
                  <a:lnTo>
                    <a:pt x="4747" y="20541"/>
                  </a:lnTo>
                  <a:lnTo>
                    <a:pt x="3559" y="17350"/>
                  </a:lnTo>
                  <a:lnTo>
                    <a:pt x="2716" y="15086"/>
                  </a:lnTo>
                  <a:lnTo>
                    <a:pt x="2617" y="14821"/>
                  </a:lnTo>
                  <a:lnTo>
                    <a:pt x="0" y="7660"/>
                  </a:lnTo>
                  <a:lnTo>
                    <a:pt x="236" y="7592"/>
                  </a:lnTo>
                  <a:lnTo>
                    <a:pt x="5677" y="6031"/>
                  </a:lnTo>
                  <a:lnTo>
                    <a:pt x="5905" y="5975"/>
                  </a:lnTo>
                  <a:lnTo>
                    <a:pt x="7202" y="5659"/>
                  </a:lnTo>
                  <a:lnTo>
                    <a:pt x="11447" y="4624"/>
                  </a:lnTo>
                  <a:lnTo>
                    <a:pt x="14289" y="3931"/>
                  </a:lnTo>
                  <a:lnTo>
                    <a:pt x="15427" y="3691"/>
                  </a:lnTo>
                  <a:lnTo>
                    <a:pt x="18143" y="3118"/>
                  </a:lnTo>
                  <a:lnTo>
                    <a:pt x="19329" y="2870"/>
                  </a:lnTo>
                  <a:lnTo>
                    <a:pt x="24071" y="2357"/>
                  </a:lnTo>
                  <a:lnTo>
                    <a:pt x="27733" y="1928"/>
                  </a:lnTo>
                  <a:lnTo>
                    <a:pt x="29297" y="1746"/>
                  </a:lnTo>
                  <a:lnTo>
                    <a:pt x="30074" y="1597"/>
                  </a:lnTo>
                  <a:lnTo>
                    <a:pt x="32666" y="1100"/>
                  </a:lnTo>
                  <a:lnTo>
                    <a:pt x="33929" y="858"/>
                  </a:lnTo>
                  <a:lnTo>
                    <a:pt x="34450" y="758"/>
                  </a:lnTo>
                  <a:lnTo>
                    <a:pt x="37585" y="715"/>
                  </a:lnTo>
                  <a:lnTo>
                    <a:pt x="40442" y="1237"/>
                  </a:lnTo>
                  <a:lnTo>
                    <a:pt x="41192" y="1374"/>
                  </a:lnTo>
                  <a:lnTo>
                    <a:pt x="44671" y="2209"/>
                  </a:lnTo>
                  <a:lnTo>
                    <a:pt x="45824" y="2396"/>
                  </a:lnTo>
                  <a:lnTo>
                    <a:pt x="50188" y="1483"/>
                  </a:lnTo>
                  <a:lnTo>
                    <a:pt x="51388" y="1232"/>
                  </a:lnTo>
                  <a:lnTo>
                    <a:pt x="52842" y="911"/>
                  </a:lnTo>
                  <a:lnTo>
                    <a:pt x="56454" y="115"/>
                  </a:lnTo>
                  <a:lnTo>
                    <a:pt x="57152" y="0"/>
                  </a:lnTo>
                  <a:lnTo>
                    <a:pt x="57211" y="55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6" name="pg315"/>
            <p:cNvSpPr/>
            <p:nvPr/>
          </p:nvSpPr>
          <p:spPr>
            <a:xfrm>
              <a:off x="3788826" y="3086424"/>
              <a:ext cx="189232" cy="128190"/>
            </a:xfrm>
            <a:custGeom>
              <a:avLst/>
              <a:pathLst>
                <a:path w="189232" h="128190">
                  <a:moveTo>
                    <a:pt x="74341" y="37357"/>
                  </a:moveTo>
                  <a:lnTo>
                    <a:pt x="74553" y="37683"/>
                  </a:lnTo>
                  <a:lnTo>
                    <a:pt x="77212" y="36248"/>
                  </a:lnTo>
                  <a:lnTo>
                    <a:pt x="82676" y="33300"/>
                  </a:lnTo>
                  <a:lnTo>
                    <a:pt x="83332" y="32945"/>
                  </a:lnTo>
                  <a:lnTo>
                    <a:pt x="83720" y="32717"/>
                  </a:lnTo>
                  <a:lnTo>
                    <a:pt x="90405" y="28779"/>
                  </a:lnTo>
                  <a:lnTo>
                    <a:pt x="90695" y="28608"/>
                  </a:lnTo>
                  <a:lnTo>
                    <a:pt x="91984" y="27817"/>
                  </a:lnTo>
                  <a:lnTo>
                    <a:pt x="97108" y="24672"/>
                  </a:lnTo>
                  <a:lnTo>
                    <a:pt x="97924" y="24171"/>
                  </a:lnTo>
                  <a:lnTo>
                    <a:pt x="100012" y="22938"/>
                  </a:lnTo>
                  <a:lnTo>
                    <a:pt x="104034" y="20564"/>
                  </a:lnTo>
                  <a:lnTo>
                    <a:pt x="111218" y="16323"/>
                  </a:lnTo>
                  <a:lnTo>
                    <a:pt x="111784" y="15989"/>
                  </a:lnTo>
                  <a:lnTo>
                    <a:pt x="116293" y="13449"/>
                  </a:lnTo>
                  <a:lnTo>
                    <a:pt x="117041" y="13027"/>
                  </a:lnTo>
                  <a:lnTo>
                    <a:pt x="117922" y="12531"/>
                  </a:lnTo>
                  <a:lnTo>
                    <a:pt x="118838" y="12015"/>
                  </a:lnTo>
                  <a:lnTo>
                    <a:pt x="119483" y="13263"/>
                  </a:lnTo>
                  <a:lnTo>
                    <a:pt x="119664" y="13612"/>
                  </a:lnTo>
                  <a:lnTo>
                    <a:pt x="125358" y="24625"/>
                  </a:lnTo>
                  <a:lnTo>
                    <a:pt x="125835" y="25543"/>
                  </a:lnTo>
                  <a:lnTo>
                    <a:pt x="130023" y="33598"/>
                  </a:lnTo>
                  <a:lnTo>
                    <a:pt x="130209" y="33956"/>
                  </a:lnTo>
                  <a:lnTo>
                    <a:pt x="130414" y="34352"/>
                  </a:lnTo>
                  <a:lnTo>
                    <a:pt x="131075" y="35622"/>
                  </a:lnTo>
                  <a:lnTo>
                    <a:pt x="131185" y="35835"/>
                  </a:lnTo>
                  <a:lnTo>
                    <a:pt x="131380" y="36209"/>
                  </a:lnTo>
                  <a:lnTo>
                    <a:pt x="131461" y="36365"/>
                  </a:lnTo>
                  <a:lnTo>
                    <a:pt x="132896" y="39126"/>
                  </a:lnTo>
                  <a:lnTo>
                    <a:pt x="133127" y="39578"/>
                  </a:lnTo>
                  <a:lnTo>
                    <a:pt x="133584" y="39416"/>
                  </a:lnTo>
                  <a:lnTo>
                    <a:pt x="140134" y="37091"/>
                  </a:lnTo>
                  <a:lnTo>
                    <a:pt x="140321" y="37024"/>
                  </a:lnTo>
                  <a:lnTo>
                    <a:pt x="151725" y="32975"/>
                  </a:lnTo>
                  <a:lnTo>
                    <a:pt x="152038" y="32864"/>
                  </a:lnTo>
                  <a:lnTo>
                    <a:pt x="165235" y="28178"/>
                  </a:lnTo>
                  <a:lnTo>
                    <a:pt x="171916" y="25806"/>
                  </a:lnTo>
                  <a:lnTo>
                    <a:pt x="172201" y="25704"/>
                  </a:lnTo>
                  <a:lnTo>
                    <a:pt x="172925" y="27677"/>
                  </a:lnTo>
                  <a:lnTo>
                    <a:pt x="173464" y="29146"/>
                  </a:lnTo>
                  <a:lnTo>
                    <a:pt x="173612" y="29549"/>
                  </a:lnTo>
                  <a:lnTo>
                    <a:pt x="174158" y="31039"/>
                  </a:lnTo>
                  <a:lnTo>
                    <a:pt x="174231" y="31236"/>
                  </a:lnTo>
                  <a:lnTo>
                    <a:pt x="174646" y="32369"/>
                  </a:lnTo>
                  <a:lnTo>
                    <a:pt x="174707" y="32534"/>
                  </a:lnTo>
                  <a:lnTo>
                    <a:pt x="179624" y="45937"/>
                  </a:lnTo>
                  <a:lnTo>
                    <a:pt x="179969" y="45838"/>
                  </a:lnTo>
                  <a:lnTo>
                    <a:pt x="182586" y="53000"/>
                  </a:lnTo>
                  <a:lnTo>
                    <a:pt x="182719" y="53357"/>
                  </a:lnTo>
                  <a:lnTo>
                    <a:pt x="183532" y="55540"/>
                  </a:lnTo>
                  <a:lnTo>
                    <a:pt x="184716" y="58719"/>
                  </a:lnTo>
                  <a:lnTo>
                    <a:pt x="186393" y="63222"/>
                  </a:lnTo>
                  <a:lnTo>
                    <a:pt x="186523" y="63577"/>
                  </a:lnTo>
                  <a:lnTo>
                    <a:pt x="186788" y="64301"/>
                  </a:lnTo>
                  <a:lnTo>
                    <a:pt x="186948" y="64739"/>
                  </a:lnTo>
                  <a:lnTo>
                    <a:pt x="187107" y="65174"/>
                  </a:lnTo>
                  <a:lnTo>
                    <a:pt x="187849" y="67206"/>
                  </a:lnTo>
                  <a:lnTo>
                    <a:pt x="188540" y="70211"/>
                  </a:lnTo>
                  <a:lnTo>
                    <a:pt x="188792" y="71858"/>
                  </a:lnTo>
                  <a:lnTo>
                    <a:pt x="189208" y="74577"/>
                  </a:lnTo>
                  <a:lnTo>
                    <a:pt x="189232" y="76915"/>
                  </a:lnTo>
                  <a:lnTo>
                    <a:pt x="189185" y="78107"/>
                  </a:lnTo>
                  <a:lnTo>
                    <a:pt x="189113" y="79897"/>
                  </a:lnTo>
                  <a:lnTo>
                    <a:pt x="189006" y="80928"/>
                  </a:lnTo>
                  <a:lnTo>
                    <a:pt x="188945" y="81516"/>
                  </a:lnTo>
                  <a:lnTo>
                    <a:pt x="188909" y="81868"/>
                  </a:lnTo>
                  <a:lnTo>
                    <a:pt x="188779" y="83117"/>
                  </a:lnTo>
                  <a:lnTo>
                    <a:pt x="187992" y="86910"/>
                  </a:lnTo>
                  <a:lnTo>
                    <a:pt x="187941" y="87210"/>
                  </a:lnTo>
                  <a:lnTo>
                    <a:pt x="187896" y="87471"/>
                  </a:lnTo>
                  <a:lnTo>
                    <a:pt x="187385" y="90454"/>
                  </a:lnTo>
                  <a:lnTo>
                    <a:pt x="187109" y="92063"/>
                  </a:lnTo>
                  <a:lnTo>
                    <a:pt x="187087" y="92380"/>
                  </a:lnTo>
                  <a:lnTo>
                    <a:pt x="186871" y="95522"/>
                  </a:lnTo>
                  <a:lnTo>
                    <a:pt x="186892" y="95779"/>
                  </a:lnTo>
                  <a:lnTo>
                    <a:pt x="186924" y="96157"/>
                  </a:lnTo>
                  <a:lnTo>
                    <a:pt x="186975" y="96773"/>
                  </a:lnTo>
                  <a:lnTo>
                    <a:pt x="187051" y="97352"/>
                  </a:lnTo>
                  <a:lnTo>
                    <a:pt x="187070" y="97493"/>
                  </a:lnTo>
                  <a:lnTo>
                    <a:pt x="187122" y="97893"/>
                  </a:lnTo>
                  <a:lnTo>
                    <a:pt x="186739" y="98031"/>
                  </a:lnTo>
                  <a:lnTo>
                    <a:pt x="185654" y="98423"/>
                  </a:lnTo>
                  <a:lnTo>
                    <a:pt x="170727" y="103805"/>
                  </a:lnTo>
                  <a:lnTo>
                    <a:pt x="168915" y="104633"/>
                  </a:lnTo>
                  <a:lnTo>
                    <a:pt x="167812" y="105137"/>
                  </a:lnTo>
                  <a:lnTo>
                    <a:pt x="167524" y="105269"/>
                  </a:lnTo>
                  <a:lnTo>
                    <a:pt x="167225" y="105466"/>
                  </a:lnTo>
                  <a:lnTo>
                    <a:pt x="167085" y="105558"/>
                  </a:lnTo>
                  <a:lnTo>
                    <a:pt x="166664" y="105836"/>
                  </a:lnTo>
                  <a:lnTo>
                    <a:pt x="161711" y="109107"/>
                  </a:lnTo>
                  <a:lnTo>
                    <a:pt x="161526" y="109229"/>
                  </a:lnTo>
                  <a:lnTo>
                    <a:pt x="156745" y="112385"/>
                  </a:lnTo>
                  <a:lnTo>
                    <a:pt x="156589" y="112488"/>
                  </a:lnTo>
                  <a:lnTo>
                    <a:pt x="151894" y="115588"/>
                  </a:lnTo>
                  <a:lnTo>
                    <a:pt x="151574" y="115799"/>
                  </a:lnTo>
                  <a:lnTo>
                    <a:pt x="147150" y="118720"/>
                  </a:lnTo>
                  <a:lnTo>
                    <a:pt x="146832" y="118930"/>
                  </a:lnTo>
                  <a:lnTo>
                    <a:pt x="146214" y="119339"/>
                  </a:lnTo>
                  <a:lnTo>
                    <a:pt x="144634" y="120382"/>
                  </a:lnTo>
                  <a:lnTo>
                    <a:pt x="141570" y="122405"/>
                  </a:lnTo>
                  <a:lnTo>
                    <a:pt x="138044" y="124705"/>
                  </a:lnTo>
                  <a:lnTo>
                    <a:pt x="137638" y="124860"/>
                  </a:lnTo>
                  <a:lnTo>
                    <a:pt x="134351" y="126121"/>
                  </a:lnTo>
                  <a:lnTo>
                    <a:pt x="133572" y="126307"/>
                  </a:lnTo>
                  <a:lnTo>
                    <a:pt x="133291" y="126373"/>
                  </a:lnTo>
                  <a:lnTo>
                    <a:pt x="132897" y="126485"/>
                  </a:lnTo>
                  <a:lnTo>
                    <a:pt x="132311" y="126650"/>
                  </a:lnTo>
                  <a:lnTo>
                    <a:pt x="130403" y="127187"/>
                  </a:lnTo>
                  <a:lnTo>
                    <a:pt x="127699" y="127604"/>
                  </a:lnTo>
                  <a:lnTo>
                    <a:pt x="123897" y="128190"/>
                  </a:lnTo>
                  <a:lnTo>
                    <a:pt x="123857" y="127620"/>
                  </a:lnTo>
                  <a:lnTo>
                    <a:pt x="123425" y="121461"/>
                  </a:lnTo>
                  <a:lnTo>
                    <a:pt x="123292" y="119556"/>
                  </a:lnTo>
                  <a:lnTo>
                    <a:pt x="122707" y="116788"/>
                  </a:lnTo>
                  <a:lnTo>
                    <a:pt x="122320" y="114952"/>
                  </a:lnTo>
                  <a:lnTo>
                    <a:pt x="122159" y="114189"/>
                  </a:lnTo>
                  <a:lnTo>
                    <a:pt x="119833" y="108165"/>
                  </a:lnTo>
                  <a:lnTo>
                    <a:pt x="119091" y="106929"/>
                  </a:lnTo>
                  <a:lnTo>
                    <a:pt x="115999" y="101775"/>
                  </a:lnTo>
                  <a:lnTo>
                    <a:pt x="115768" y="101391"/>
                  </a:lnTo>
                  <a:lnTo>
                    <a:pt x="115360" y="100710"/>
                  </a:lnTo>
                  <a:lnTo>
                    <a:pt x="108743" y="90484"/>
                  </a:lnTo>
                  <a:lnTo>
                    <a:pt x="108600" y="90264"/>
                  </a:lnTo>
                  <a:lnTo>
                    <a:pt x="108265" y="89745"/>
                  </a:lnTo>
                  <a:lnTo>
                    <a:pt x="107754" y="88956"/>
                  </a:lnTo>
                  <a:lnTo>
                    <a:pt x="105010" y="84714"/>
                  </a:lnTo>
                  <a:lnTo>
                    <a:pt x="101785" y="79731"/>
                  </a:lnTo>
                  <a:lnTo>
                    <a:pt x="96812" y="72046"/>
                  </a:lnTo>
                  <a:lnTo>
                    <a:pt x="93583" y="67055"/>
                  </a:lnTo>
                  <a:lnTo>
                    <a:pt x="93182" y="66435"/>
                  </a:lnTo>
                  <a:lnTo>
                    <a:pt x="91159" y="67725"/>
                  </a:lnTo>
                  <a:lnTo>
                    <a:pt x="90651" y="68050"/>
                  </a:lnTo>
                  <a:lnTo>
                    <a:pt x="86665" y="70592"/>
                  </a:lnTo>
                  <a:lnTo>
                    <a:pt x="86572" y="70449"/>
                  </a:lnTo>
                  <a:lnTo>
                    <a:pt x="84720" y="71668"/>
                  </a:lnTo>
                  <a:lnTo>
                    <a:pt x="84556" y="71776"/>
                  </a:lnTo>
                  <a:lnTo>
                    <a:pt x="81068" y="73893"/>
                  </a:lnTo>
                  <a:lnTo>
                    <a:pt x="78712" y="75116"/>
                  </a:lnTo>
                  <a:lnTo>
                    <a:pt x="77400" y="75675"/>
                  </a:lnTo>
                  <a:lnTo>
                    <a:pt x="76684" y="75981"/>
                  </a:lnTo>
                  <a:lnTo>
                    <a:pt x="74224" y="76446"/>
                  </a:lnTo>
                  <a:lnTo>
                    <a:pt x="70443" y="76426"/>
                  </a:lnTo>
                  <a:lnTo>
                    <a:pt x="66460" y="75835"/>
                  </a:lnTo>
                  <a:lnTo>
                    <a:pt x="60396" y="74933"/>
                  </a:lnTo>
                  <a:lnTo>
                    <a:pt x="59599" y="74833"/>
                  </a:lnTo>
                  <a:lnTo>
                    <a:pt x="58235" y="74928"/>
                  </a:lnTo>
                  <a:lnTo>
                    <a:pt x="57070" y="75224"/>
                  </a:lnTo>
                  <a:lnTo>
                    <a:pt x="55840" y="75939"/>
                  </a:lnTo>
                  <a:lnTo>
                    <a:pt x="55057" y="76827"/>
                  </a:lnTo>
                  <a:lnTo>
                    <a:pt x="54828" y="77313"/>
                  </a:lnTo>
                  <a:lnTo>
                    <a:pt x="54624" y="74281"/>
                  </a:lnTo>
                  <a:lnTo>
                    <a:pt x="54027" y="71776"/>
                  </a:lnTo>
                  <a:lnTo>
                    <a:pt x="53491" y="70171"/>
                  </a:lnTo>
                  <a:lnTo>
                    <a:pt x="48026" y="58413"/>
                  </a:lnTo>
                  <a:lnTo>
                    <a:pt x="45385" y="52730"/>
                  </a:lnTo>
                  <a:lnTo>
                    <a:pt x="44852" y="51584"/>
                  </a:lnTo>
                  <a:lnTo>
                    <a:pt x="44299" y="50504"/>
                  </a:lnTo>
                  <a:lnTo>
                    <a:pt x="28554" y="57957"/>
                  </a:lnTo>
                  <a:lnTo>
                    <a:pt x="28245" y="58098"/>
                  </a:lnTo>
                  <a:lnTo>
                    <a:pt x="24565" y="59665"/>
                  </a:lnTo>
                  <a:lnTo>
                    <a:pt x="22962" y="60113"/>
                  </a:lnTo>
                  <a:lnTo>
                    <a:pt x="21620" y="60262"/>
                  </a:lnTo>
                  <a:lnTo>
                    <a:pt x="19085" y="60150"/>
                  </a:lnTo>
                  <a:lnTo>
                    <a:pt x="16529" y="59233"/>
                  </a:lnTo>
                  <a:lnTo>
                    <a:pt x="15358" y="58473"/>
                  </a:lnTo>
                  <a:lnTo>
                    <a:pt x="13457" y="56907"/>
                  </a:lnTo>
                  <a:lnTo>
                    <a:pt x="12448" y="55314"/>
                  </a:lnTo>
                  <a:lnTo>
                    <a:pt x="11128" y="52281"/>
                  </a:lnTo>
                  <a:lnTo>
                    <a:pt x="9758" y="52703"/>
                  </a:lnTo>
                  <a:lnTo>
                    <a:pt x="9106" y="50700"/>
                  </a:lnTo>
                  <a:lnTo>
                    <a:pt x="6087" y="41414"/>
                  </a:lnTo>
                  <a:lnTo>
                    <a:pt x="1914" y="28577"/>
                  </a:lnTo>
                  <a:lnTo>
                    <a:pt x="0" y="22688"/>
                  </a:lnTo>
                  <a:lnTo>
                    <a:pt x="691" y="22464"/>
                  </a:lnTo>
                  <a:lnTo>
                    <a:pt x="7724" y="20183"/>
                  </a:lnTo>
                  <a:lnTo>
                    <a:pt x="14198" y="18083"/>
                  </a:lnTo>
                  <a:lnTo>
                    <a:pt x="20740" y="15962"/>
                  </a:lnTo>
                  <a:lnTo>
                    <a:pt x="26011" y="14252"/>
                  </a:lnTo>
                  <a:lnTo>
                    <a:pt x="26506" y="13968"/>
                  </a:lnTo>
                  <a:lnTo>
                    <a:pt x="27585" y="13350"/>
                  </a:lnTo>
                  <a:lnTo>
                    <a:pt x="30758" y="11529"/>
                  </a:lnTo>
                  <a:lnTo>
                    <a:pt x="31864" y="10895"/>
                  </a:lnTo>
                  <a:lnTo>
                    <a:pt x="38693" y="6978"/>
                  </a:lnTo>
                  <a:lnTo>
                    <a:pt x="42067" y="5043"/>
                  </a:lnTo>
                  <a:lnTo>
                    <a:pt x="45644" y="2991"/>
                  </a:lnTo>
                  <a:lnTo>
                    <a:pt x="50223" y="365"/>
                  </a:lnTo>
                  <a:lnTo>
                    <a:pt x="50859" y="0"/>
                  </a:lnTo>
                  <a:lnTo>
                    <a:pt x="54823" y="6306"/>
                  </a:lnTo>
                  <a:lnTo>
                    <a:pt x="58648" y="12391"/>
                  </a:lnTo>
                  <a:lnTo>
                    <a:pt x="64871" y="22291"/>
                  </a:lnTo>
                  <a:lnTo>
                    <a:pt x="70588" y="3138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7" name="pg316"/>
            <p:cNvSpPr/>
            <p:nvPr/>
          </p:nvSpPr>
          <p:spPr>
            <a:xfrm>
              <a:off x="3833884" y="3041068"/>
              <a:ext cx="142263" cy="84934"/>
            </a:xfrm>
            <a:custGeom>
              <a:avLst/>
              <a:pathLst>
                <a:path w="142263" h="84934">
                  <a:moveTo>
                    <a:pt x="141381" y="30439"/>
                  </a:moveTo>
                  <a:lnTo>
                    <a:pt x="141630" y="31015"/>
                  </a:lnTo>
                  <a:lnTo>
                    <a:pt x="142067" y="32021"/>
                  </a:lnTo>
                  <a:lnTo>
                    <a:pt x="142263" y="32533"/>
                  </a:lnTo>
                  <a:lnTo>
                    <a:pt x="140941" y="32795"/>
                  </a:lnTo>
                  <a:lnTo>
                    <a:pt x="140548" y="32873"/>
                  </a:lnTo>
                  <a:lnTo>
                    <a:pt x="136130" y="34479"/>
                  </a:lnTo>
                  <a:lnTo>
                    <a:pt x="135947" y="34546"/>
                  </a:lnTo>
                  <a:lnTo>
                    <a:pt x="135669" y="34647"/>
                  </a:lnTo>
                  <a:lnTo>
                    <a:pt x="134926" y="34916"/>
                  </a:lnTo>
                  <a:lnTo>
                    <a:pt x="133833" y="35314"/>
                  </a:lnTo>
                  <a:lnTo>
                    <a:pt x="133548" y="35418"/>
                  </a:lnTo>
                  <a:lnTo>
                    <a:pt x="130530" y="36514"/>
                  </a:lnTo>
                  <a:lnTo>
                    <a:pt x="130228" y="36624"/>
                  </a:lnTo>
                  <a:lnTo>
                    <a:pt x="129976" y="36716"/>
                  </a:lnTo>
                  <a:lnTo>
                    <a:pt x="129758" y="36797"/>
                  </a:lnTo>
                  <a:lnTo>
                    <a:pt x="129551" y="36873"/>
                  </a:lnTo>
                  <a:lnTo>
                    <a:pt x="128925" y="37105"/>
                  </a:lnTo>
                  <a:lnTo>
                    <a:pt x="128475" y="37272"/>
                  </a:lnTo>
                  <a:lnTo>
                    <a:pt x="128311" y="37333"/>
                  </a:lnTo>
                  <a:lnTo>
                    <a:pt x="123638" y="39065"/>
                  </a:lnTo>
                  <a:lnTo>
                    <a:pt x="123467" y="39128"/>
                  </a:lnTo>
                  <a:lnTo>
                    <a:pt x="121772" y="39756"/>
                  </a:lnTo>
                  <a:lnTo>
                    <a:pt x="118143" y="41101"/>
                  </a:lnTo>
                  <a:lnTo>
                    <a:pt x="116389" y="41751"/>
                  </a:lnTo>
                  <a:lnTo>
                    <a:pt x="116209" y="41818"/>
                  </a:lnTo>
                  <a:lnTo>
                    <a:pt x="116619" y="42851"/>
                  </a:lnTo>
                  <a:lnTo>
                    <a:pt x="118903" y="48601"/>
                  </a:lnTo>
                  <a:lnTo>
                    <a:pt x="124687" y="64366"/>
                  </a:lnTo>
                  <a:lnTo>
                    <a:pt x="124804" y="64685"/>
                  </a:lnTo>
                  <a:lnTo>
                    <a:pt x="127143" y="71060"/>
                  </a:lnTo>
                  <a:lnTo>
                    <a:pt x="126857" y="71162"/>
                  </a:lnTo>
                  <a:lnTo>
                    <a:pt x="120177" y="73534"/>
                  </a:lnTo>
                  <a:lnTo>
                    <a:pt x="106980" y="78220"/>
                  </a:lnTo>
                  <a:lnTo>
                    <a:pt x="106667" y="78331"/>
                  </a:lnTo>
                  <a:lnTo>
                    <a:pt x="95263" y="82380"/>
                  </a:lnTo>
                  <a:lnTo>
                    <a:pt x="95076" y="82446"/>
                  </a:lnTo>
                  <a:lnTo>
                    <a:pt x="88472" y="84791"/>
                  </a:lnTo>
                  <a:lnTo>
                    <a:pt x="88069" y="84934"/>
                  </a:lnTo>
                  <a:lnTo>
                    <a:pt x="87838" y="84482"/>
                  </a:lnTo>
                  <a:lnTo>
                    <a:pt x="86402" y="81720"/>
                  </a:lnTo>
                  <a:lnTo>
                    <a:pt x="86322" y="81565"/>
                  </a:lnTo>
                  <a:lnTo>
                    <a:pt x="86127" y="81191"/>
                  </a:lnTo>
                  <a:lnTo>
                    <a:pt x="86016" y="80978"/>
                  </a:lnTo>
                  <a:lnTo>
                    <a:pt x="85325" y="79648"/>
                  </a:lnTo>
                  <a:lnTo>
                    <a:pt x="85150" y="79312"/>
                  </a:lnTo>
                  <a:lnTo>
                    <a:pt x="84964" y="78954"/>
                  </a:lnTo>
                  <a:lnTo>
                    <a:pt x="80777" y="70899"/>
                  </a:lnTo>
                  <a:lnTo>
                    <a:pt x="80288" y="69959"/>
                  </a:lnTo>
                  <a:lnTo>
                    <a:pt x="74606" y="58968"/>
                  </a:lnTo>
                  <a:lnTo>
                    <a:pt x="74425" y="58618"/>
                  </a:lnTo>
                  <a:lnTo>
                    <a:pt x="73780" y="57371"/>
                  </a:lnTo>
                  <a:lnTo>
                    <a:pt x="72864" y="57887"/>
                  </a:lnTo>
                  <a:lnTo>
                    <a:pt x="71983" y="58383"/>
                  </a:lnTo>
                  <a:lnTo>
                    <a:pt x="71234" y="58805"/>
                  </a:lnTo>
                  <a:lnTo>
                    <a:pt x="66726" y="61344"/>
                  </a:lnTo>
                  <a:lnTo>
                    <a:pt x="66160" y="61678"/>
                  </a:lnTo>
                  <a:lnTo>
                    <a:pt x="58976" y="65919"/>
                  </a:lnTo>
                  <a:lnTo>
                    <a:pt x="54954" y="68294"/>
                  </a:lnTo>
                  <a:lnTo>
                    <a:pt x="52866" y="69527"/>
                  </a:lnTo>
                  <a:lnTo>
                    <a:pt x="52050" y="70028"/>
                  </a:lnTo>
                  <a:lnTo>
                    <a:pt x="46926" y="73173"/>
                  </a:lnTo>
                  <a:lnTo>
                    <a:pt x="45637" y="73964"/>
                  </a:lnTo>
                  <a:lnTo>
                    <a:pt x="45347" y="74135"/>
                  </a:lnTo>
                  <a:lnTo>
                    <a:pt x="38662" y="78073"/>
                  </a:lnTo>
                  <a:lnTo>
                    <a:pt x="38216" y="78333"/>
                  </a:lnTo>
                  <a:lnTo>
                    <a:pt x="37572" y="78680"/>
                  </a:lnTo>
                  <a:lnTo>
                    <a:pt x="32153" y="81604"/>
                  </a:lnTo>
                  <a:lnTo>
                    <a:pt x="29495" y="83039"/>
                  </a:lnTo>
                  <a:lnTo>
                    <a:pt x="29283" y="82713"/>
                  </a:lnTo>
                  <a:lnTo>
                    <a:pt x="25530" y="76743"/>
                  </a:lnTo>
                  <a:lnTo>
                    <a:pt x="19813" y="67647"/>
                  </a:lnTo>
                  <a:lnTo>
                    <a:pt x="13590" y="57747"/>
                  </a:lnTo>
                  <a:lnTo>
                    <a:pt x="9765" y="51662"/>
                  </a:lnTo>
                  <a:lnTo>
                    <a:pt x="5801" y="45355"/>
                  </a:lnTo>
                  <a:lnTo>
                    <a:pt x="5165" y="45720"/>
                  </a:lnTo>
                  <a:lnTo>
                    <a:pt x="4882" y="45169"/>
                  </a:lnTo>
                  <a:lnTo>
                    <a:pt x="3779" y="43020"/>
                  </a:lnTo>
                  <a:lnTo>
                    <a:pt x="3508" y="42492"/>
                  </a:lnTo>
                  <a:lnTo>
                    <a:pt x="2138" y="39821"/>
                  </a:lnTo>
                  <a:lnTo>
                    <a:pt x="1476" y="38157"/>
                  </a:lnTo>
                  <a:lnTo>
                    <a:pt x="1427" y="38006"/>
                  </a:lnTo>
                  <a:lnTo>
                    <a:pt x="666" y="35660"/>
                  </a:lnTo>
                  <a:lnTo>
                    <a:pt x="420" y="34900"/>
                  </a:lnTo>
                  <a:lnTo>
                    <a:pt x="44" y="33497"/>
                  </a:lnTo>
                  <a:lnTo>
                    <a:pt x="0" y="33331"/>
                  </a:lnTo>
                  <a:lnTo>
                    <a:pt x="352" y="33248"/>
                  </a:lnTo>
                  <a:lnTo>
                    <a:pt x="1932" y="32879"/>
                  </a:lnTo>
                  <a:lnTo>
                    <a:pt x="2921" y="32648"/>
                  </a:lnTo>
                  <a:lnTo>
                    <a:pt x="3280" y="32564"/>
                  </a:lnTo>
                  <a:lnTo>
                    <a:pt x="9728" y="31058"/>
                  </a:lnTo>
                  <a:lnTo>
                    <a:pt x="10028" y="30973"/>
                  </a:lnTo>
                  <a:lnTo>
                    <a:pt x="11893" y="30441"/>
                  </a:lnTo>
                  <a:lnTo>
                    <a:pt x="16455" y="29140"/>
                  </a:lnTo>
                  <a:lnTo>
                    <a:pt x="21175" y="27899"/>
                  </a:lnTo>
                  <a:lnTo>
                    <a:pt x="21943" y="27697"/>
                  </a:lnTo>
                  <a:lnTo>
                    <a:pt x="24221" y="27099"/>
                  </a:lnTo>
                  <a:lnTo>
                    <a:pt x="25873" y="26664"/>
                  </a:lnTo>
                  <a:lnTo>
                    <a:pt x="26665" y="26462"/>
                  </a:lnTo>
                  <a:lnTo>
                    <a:pt x="33415" y="24742"/>
                  </a:lnTo>
                  <a:lnTo>
                    <a:pt x="35083" y="24317"/>
                  </a:lnTo>
                  <a:lnTo>
                    <a:pt x="35418" y="24231"/>
                  </a:lnTo>
                  <a:lnTo>
                    <a:pt x="42372" y="20041"/>
                  </a:lnTo>
                  <a:lnTo>
                    <a:pt x="42820" y="19771"/>
                  </a:lnTo>
                  <a:lnTo>
                    <a:pt x="48252" y="16571"/>
                  </a:lnTo>
                  <a:lnTo>
                    <a:pt x="48479" y="16437"/>
                  </a:lnTo>
                  <a:lnTo>
                    <a:pt x="48783" y="16258"/>
                  </a:lnTo>
                  <a:lnTo>
                    <a:pt x="49696" y="17723"/>
                  </a:lnTo>
                  <a:lnTo>
                    <a:pt x="50206" y="18542"/>
                  </a:lnTo>
                  <a:lnTo>
                    <a:pt x="50351" y="18775"/>
                  </a:lnTo>
                  <a:lnTo>
                    <a:pt x="50830" y="19543"/>
                  </a:lnTo>
                  <a:lnTo>
                    <a:pt x="51005" y="19824"/>
                  </a:lnTo>
                  <a:lnTo>
                    <a:pt x="51201" y="20139"/>
                  </a:lnTo>
                  <a:lnTo>
                    <a:pt x="51427" y="20500"/>
                  </a:lnTo>
                  <a:lnTo>
                    <a:pt x="51666" y="20878"/>
                  </a:lnTo>
                  <a:lnTo>
                    <a:pt x="52011" y="21427"/>
                  </a:lnTo>
                  <a:lnTo>
                    <a:pt x="52204" y="21732"/>
                  </a:lnTo>
                  <a:lnTo>
                    <a:pt x="52297" y="21880"/>
                  </a:lnTo>
                  <a:lnTo>
                    <a:pt x="53215" y="23336"/>
                  </a:lnTo>
                  <a:lnTo>
                    <a:pt x="53489" y="23772"/>
                  </a:lnTo>
                  <a:lnTo>
                    <a:pt x="54354" y="25143"/>
                  </a:lnTo>
                  <a:lnTo>
                    <a:pt x="54530" y="25421"/>
                  </a:lnTo>
                  <a:lnTo>
                    <a:pt x="57538" y="29951"/>
                  </a:lnTo>
                  <a:lnTo>
                    <a:pt x="57928" y="30538"/>
                  </a:lnTo>
                  <a:lnTo>
                    <a:pt x="63478" y="27120"/>
                  </a:lnTo>
                  <a:lnTo>
                    <a:pt x="63674" y="27002"/>
                  </a:lnTo>
                  <a:lnTo>
                    <a:pt x="68634" y="24018"/>
                  </a:lnTo>
                  <a:lnTo>
                    <a:pt x="72609" y="21626"/>
                  </a:lnTo>
                  <a:lnTo>
                    <a:pt x="73268" y="21230"/>
                  </a:lnTo>
                  <a:lnTo>
                    <a:pt x="75874" y="19662"/>
                  </a:lnTo>
                  <a:lnTo>
                    <a:pt x="79598" y="17422"/>
                  </a:lnTo>
                  <a:lnTo>
                    <a:pt x="80882" y="16950"/>
                  </a:lnTo>
                  <a:lnTo>
                    <a:pt x="83870" y="15853"/>
                  </a:lnTo>
                  <a:lnTo>
                    <a:pt x="84252" y="15713"/>
                  </a:lnTo>
                  <a:lnTo>
                    <a:pt x="85633" y="15206"/>
                  </a:lnTo>
                  <a:lnTo>
                    <a:pt x="85927" y="15098"/>
                  </a:lnTo>
                  <a:lnTo>
                    <a:pt x="91393" y="13091"/>
                  </a:lnTo>
                  <a:lnTo>
                    <a:pt x="97038" y="11019"/>
                  </a:lnTo>
                  <a:lnTo>
                    <a:pt x="97341" y="10908"/>
                  </a:lnTo>
                  <a:lnTo>
                    <a:pt x="103644" y="8593"/>
                  </a:lnTo>
                  <a:lnTo>
                    <a:pt x="103956" y="8483"/>
                  </a:lnTo>
                  <a:lnTo>
                    <a:pt x="105125" y="8072"/>
                  </a:lnTo>
                  <a:lnTo>
                    <a:pt x="111212" y="5931"/>
                  </a:lnTo>
                  <a:lnTo>
                    <a:pt x="116622" y="4028"/>
                  </a:lnTo>
                  <a:lnTo>
                    <a:pt x="123162" y="1727"/>
                  </a:lnTo>
                  <a:lnTo>
                    <a:pt x="127832" y="84"/>
                  </a:lnTo>
                  <a:lnTo>
                    <a:pt x="128071" y="0"/>
                  </a:lnTo>
                  <a:lnTo>
                    <a:pt x="128327" y="443"/>
                  </a:lnTo>
                  <a:lnTo>
                    <a:pt x="130946" y="5025"/>
                  </a:lnTo>
                  <a:lnTo>
                    <a:pt x="133977" y="12407"/>
                  </a:lnTo>
                  <a:lnTo>
                    <a:pt x="139181" y="25083"/>
                  </a:lnTo>
                  <a:lnTo>
                    <a:pt x="139346" y="25484"/>
                  </a:lnTo>
                  <a:lnTo>
                    <a:pt x="140322" y="278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8" name="pg317"/>
            <p:cNvSpPr/>
            <p:nvPr/>
          </p:nvSpPr>
          <p:spPr>
            <a:xfrm>
              <a:off x="3798439" y="3139155"/>
              <a:ext cx="115271" cy="90067"/>
            </a:xfrm>
            <a:custGeom>
              <a:avLst/>
              <a:pathLst>
                <a:path w="115271" h="90067">
                  <a:moveTo>
                    <a:pt x="45010" y="21550"/>
                  </a:moveTo>
                  <a:lnTo>
                    <a:pt x="45215" y="24582"/>
                  </a:lnTo>
                  <a:lnTo>
                    <a:pt x="45443" y="24096"/>
                  </a:lnTo>
                  <a:lnTo>
                    <a:pt x="46226" y="23208"/>
                  </a:lnTo>
                  <a:lnTo>
                    <a:pt x="47457" y="22493"/>
                  </a:lnTo>
                  <a:lnTo>
                    <a:pt x="48621" y="22197"/>
                  </a:lnTo>
                  <a:lnTo>
                    <a:pt x="49986" y="22102"/>
                  </a:lnTo>
                  <a:lnTo>
                    <a:pt x="50782" y="22203"/>
                  </a:lnTo>
                  <a:lnTo>
                    <a:pt x="56956" y="23120"/>
                  </a:lnTo>
                  <a:lnTo>
                    <a:pt x="60829" y="23696"/>
                  </a:lnTo>
                  <a:lnTo>
                    <a:pt x="64610" y="23715"/>
                  </a:lnTo>
                  <a:lnTo>
                    <a:pt x="67071" y="23250"/>
                  </a:lnTo>
                  <a:lnTo>
                    <a:pt x="67787" y="22944"/>
                  </a:lnTo>
                  <a:lnTo>
                    <a:pt x="69098" y="22385"/>
                  </a:lnTo>
                  <a:lnTo>
                    <a:pt x="71454" y="21162"/>
                  </a:lnTo>
                  <a:lnTo>
                    <a:pt x="74943" y="19045"/>
                  </a:lnTo>
                  <a:lnTo>
                    <a:pt x="75107" y="18937"/>
                  </a:lnTo>
                  <a:lnTo>
                    <a:pt x="76958" y="17718"/>
                  </a:lnTo>
                  <a:lnTo>
                    <a:pt x="77051" y="17861"/>
                  </a:lnTo>
                  <a:lnTo>
                    <a:pt x="81037" y="15319"/>
                  </a:lnTo>
                  <a:lnTo>
                    <a:pt x="81545" y="14994"/>
                  </a:lnTo>
                  <a:lnTo>
                    <a:pt x="83568" y="13704"/>
                  </a:lnTo>
                  <a:lnTo>
                    <a:pt x="83969" y="14324"/>
                  </a:lnTo>
                  <a:lnTo>
                    <a:pt x="87199" y="19315"/>
                  </a:lnTo>
                  <a:lnTo>
                    <a:pt x="92172" y="27000"/>
                  </a:lnTo>
                  <a:lnTo>
                    <a:pt x="95396" y="31983"/>
                  </a:lnTo>
                  <a:lnTo>
                    <a:pt x="98140" y="36225"/>
                  </a:lnTo>
                  <a:lnTo>
                    <a:pt x="98651" y="37015"/>
                  </a:lnTo>
                  <a:lnTo>
                    <a:pt x="98987" y="37533"/>
                  </a:lnTo>
                  <a:lnTo>
                    <a:pt x="99129" y="37753"/>
                  </a:lnTo>
                  <a:lnTo>
                    <a:pt x="105746" y="47979"/>
                  </a:lnTo>
                  <a:lnTo>
                    <a:pt x="106155" y="48660"/>
                  </a:lnTo>
                  <a:lnTo>
                    <a:pt x="106385" y="49044"/>
                  </a:lnTo>
                  <a:lnTo>
                    <a:pt x="109477" y="54198"/>
                  </a:lnTo>
                  <a:lnTo>
                    <a:pt x="110219" y="55434"/>
                  </a:lnTo>
                  <a:lnTo>
                    <a:pt x="112545" y="61458"/>
                  </a:lnTo>
                  <a:lnTo>
                    <a:pt x="112706" y="62221"/>
                  </a:lnTo>
                  <a:lnTo>
                    <a:pt x="113094" y="64057"/>
                  </a:lnTo>
                  <a:lnTo>
                    <a:pt x="113678" y="66825"/>
                  </a:lnTo>
                  <a:lnTo>
                    <a:pt x="113812" y="68730"/>
                  </a:lnTo>
                  <a:lnTo>
                    <a:pt x="114244" y="74889"/>
                  </a:lnTo>
                  <a:lnTo>
                    <a:pt x="114283" y="75459"/>
                  </a:lnTo>
                  <a:lnTo>
                    <a:pt x="114647" y="80719"/>
                  </a:lnTo>
                  <a:lnTo>
                    <a:pt x="114822" y="83245"/>
                  </a:lnTo>
                  <a:lnTo>
                    <a:pt x="114862" y="83821"/>
                  </a:lnTo>
                  <a:lnTo>
                    <a:pt x="115025" y="86171"/>
                  </a:lnTo>
                  <a:lnTo>
                    <a:pt x="115231" y="89136"/>
                  </a:lnTo>
                  <a:lnTo>
                    <a:pt x="115271" y="89734"/>
                  </a:lnTo>
                  <a:lnTo>
                    <a:pt x="113161" y="89817"/>
                  </a:lnTo>
                  <a:lnTo>
                    <a:pt x="112724" y="89834"/>
                  </a:lnTo>
                  <a:lnTo>
                    <a:pt x="109373" y="89967"/>
                  </a:lnTo>
                  <a:lnTo>
                    <a:pt x="109196" y="89974"/>
                  </a:lnTo>
                  <a:lnTo>
                    <a:pt x="106339" y="90055"/>
                  </a:lnTo>
                  <a:lnTo>
                    <a:pt x="105929" y="90067"/>
                  </a:lnTo>
                  <a:lnTo>
                    <a:pt x="105908" y="89856"/>
                  </a:lnTo>
                  <a:lnTo>
                    <a:pt x="105755" y="87266"/>
                  </a:lnTo>
                  <a:lnTo>
                    <a:pt x="105606" y="84758"/>
                  </a:lnTo>
                  <a:lnTo>
                    <a:pt x="105574" y="84214"/>
                  </a:lnTo>
                  <a:lnTo>
                    <a:pt x="105510" y="83282"/>
                  </a:lnTo>
                  <a:lnTo>
                    <a:pt x="102728" y="83311"/>
                  </a:lnTo>
                  <a:lnTo>
                    <a:pt x="99446" y="83345"/>
                  </a:lnTo>
                  <a:lnTo>
                    <a:pt x="92468" y="82650"/>
                  </a:lnTo>
                  <a:lnTo>
                    <a:pt x="90970" y="82501"/>
                  </a:lnTo>
                  <a:lnTo>
                    <a:pt x="90768" y="82481"/>
                  </a:lnTo>
                  <a:lnTo>
                    <a:pt x="89873" y="82370"/>
                  </a:lnTo>
                  <a:lnTo>
                    <a:pt x="87439" y="82070"/>
                  </a:lnTo>
                  <a:lnTo>
                    <a:pt x="81936" y="81392"/>
                  </a:lnTo>
                  <a:lnTo>
                    <a:pt x="79129" y="81046"/>
                  </a:lnTo>
                  <a:lnTo>
                    <a:pt x="78999" y="81030"/>
                  </a:lnTo>
                  <a:lnTo>
                    <a:pt x="75900" y="80648"/>
                  </a:lnTo>
                  <a:lnTo>
                    <a:pt x="75848" y="80158"/>
                  </a:lnTo>
                  <a:lnTo>
                    <a:pt x="75662" y="77470"/>
                  </a:lnTo>
                  <a:lnTo>
                    <a:pt x="75612" y="73789"/>
                  </a:lnTo>
                  <a:lnTo>
                    <a:pt x="75609" y="73520"/>
                  </a:lnTo>
                  <a:lnTo>
                    <a:pt x="72852" y="73177"/>
                  </a:lnTo>
                  <a:lnTo>
                    <a:pt x="70324" y="72862"/>
                  </a:lnTo>
                  <a:lnTo>
                    <a:pt x="69192" y="72721"/>
                  </a:lnTo>
                  <a:lnTo>
                    <a:pt x="68437" y="72627"/>
                  </a:lnTo>
                  <a:lnTo>
                    <a:pt x="67882" y="72558"/>
                  </a:lnTo>
                  <a:lnTo>
                    <a:pt x="63288" y="71941"/>
                  </a:lnTo>
                  <a:lnTo>
                    <a:pt x="62092" y="71780"/>
                  </a:lnTo>
                  <a:lnTo>
                    <a:pt x="61408" y="71688"/>
                  </a:lnTo>
                  <a:lnTo>
                    <a:pt x="60718" y="71610"/>
                  </a:lnTo>
                  <a:lnTo>
                    <a:pt x="53426" y="70780"/>
                  </a:lnTo>
                  <a:lnTo>
                    <a:pt x="45893" y="69923"/>
                  </a:lnTo>
                  <a:lnTo>
                    <a:pt x="40764" y="69339"/>
                  </a:lnTo>
                  <a:lnTo>
                    <a:pt x="40061" y="69259"/>
                  </a:lnTo>
                  <a:lnTo>
                    <a:pt x="39558" y="69202"/>
                  </a:lnTo>
                  <a:lnTo>
                    <a:pt x="32103" y="68354"/>
                  </a:lnTo>
                  <a:lnTo>
                    <a:pt x="27322" y="67810"/>
                  </a:lnTo>
                  <a:lnTo>
                    <a:pt x="27368" y="67485"/>
                  </a:lnTo>
                  <a:lnTo>
                    <a:pt x="28277" y="61067"/>
                  </a:lnTo>
                  <a:lnTo>
                    <a:pt x="28408" y="60766"/>
                  </a:lnTo>
                  <a:lnTo>
                    <a:pt x="30815" y="55233"/>
                  </a:lnTo>
                  <a:lnTo>
                    <a:pt x="31732" y="53123"/>
                  </a:lnTo>
                  <a:lnTo>
                    <a:pt x="32589" y="51155"/>
                  </a:lnTo>
                  <a:lnTo>
                    <a:pt x="32719" y="50855"/>
                  </a:lnTo>
                  <a:lnTo>
                    <a:pt x="32781" y="50714"/>
                  </a:lnTo>
                  <a:lnTo>
                    <a:pt x="34162" y="47878"/>
                  </a:lnTo>
                  <a:lnTo>
                    <a:pt x="35053" y="46050"/>
                  </a:lnTo>
                  <a:lnTo>
                    <a:pt x="35430" y="45275"/>
                  </a:lnTo>
                  <a:lnTo>
                    <a:pt x="35721" y="44678"/>
                  </a:lnTo>
                  <a:lnTo>
                    <a:pt x="37566" y="40891"/>
                  </a:lnTo>
                  <a:lnTo>
                    <a:pt x="32039" y="38456"/>
                  </a:lnTo>
                  <a:lnTo>
                    <a:pt x="30037" y="37359"/>
                  </a:lnTo>
                  <a:lnTo>
                    <a:pt x="27771" y="36667"/>
                  </a:lnTo>
                  <a:lnTo>
                    <a:pt x="19607" y="35852"/>
                  </a:lnTo>
                  <a:lnTo>
                    <a:pt x="19013" y="35792"/>
                  </a:lnTo>
                  <a:lnTo>
                    <a:pt x="7842" y="34447"/>
                  </a:lnTo>
                  <a:lnTo>
                    <a:pt x="630" y="33579"/>
                  </a:lnTo>
                  <a:lnTo>
                    <a:pt x="0" y="33503"/>
                  </a:lnTo>
                  <a:lnTo>
                    <a:pt x="51" y="33079"/>
                  </a:lnTo>
                  <a:lnTo>
                    <a:pt x="717" y="27842"/>
                  </a:lnTo>
                  <a:lnTo>
                    <a:pt x="968" y="25874"/>
                  </a:lnTo>
                  <a:lnTo>
                    <a:pt x="1019" y="25470"/>
                  </a:lnTo>
                  <a:lnTo>
                    <a:pt x="1106" y="24784"/>
                  </a:lnTo>
                  <a:lnTo>
                    <a:pt x="1253" y="23631"/>
                  </a:lnTo>
                  <a:lnTo>
                    <a:pt x="2459" y="21214"/>
                  </a:lnTo>
                  <a:lnTo>
                    <a:pt x="3875" y="18377"/>
                  </a:lnTo>
                  <a:lnTo>
                    <a:pt x="4296" y="17874"/>
                  </a:lnTo>
                  <a:lnTo>
                    <a:pt x="6287" y="15252"/>
                  </a:lnTo>
                  <a:lnTo>
                    <a:pt x="7699" y="13591"/>
                  </a:lnTo>
                  <a:lnTo>
                    <a:pt x="9613" y="12302"/>
                  </a:lnTo>
                  <a:lnTo>
                    <a:pt x="13448" y="9969"/>
                  </a:lnTo>
                  <a:lnTo>
                    <a:pt x="13743" y="9836"/>
                  </a:lnTo>
                  <a:lnTo>
                    <a:pt x="30101" y="2532"/>
                  </a:lnTo>
                  <a:lnTo>
                    <a:pt x="35771" y="0"/>
                  </a:lnTo>
                  <a:lnTo>
                    <a:pt x="38412" y="5682"/>
                  </a:lnTo>
                  <a:lnTo>
                    <a:pt x="43878" y="17440"/>
                  </a:lnTo>
                  <a:lnTo>
                    <a:pt x="44414" y="1904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19" name="pg318"/>
            <p:cNvSpPr/>
            <p:nvPr/>
          </p:nvSpPr>
          <p:spPr>
            <a:xfrm>
              <a:off x="3724123" y="3098433"/>
              <a:ext cx="111882" cy="108533"/>
            </a:xfrm>
            <a:custGeom>
              <a:avLst/>
              <a:pathLst>
                <a:path w="111882" h="108533">
                  <a:moveTo>
                    <a:pt x="64702" y="10680"/>
                  </a:moveTo>
                  <a:lnTo>
                    <a:pt x="66616" y="16569"/>
                  </a:lnTo>
                  <a:lnTo>
                    <a:pt x="70790" y="29406"/>
                  </a:lnTo>
                  <a:lnTo>
                    <a:pt x="73811" y="38697"/>
                  </a:lnTo>
                  <a:lnTo>
                    <a:pt x="74461" y="40695"/>
                  </a:lnTo>
                  <a:lnTo>
                    <a:pt x="75830" y="40272"/>
                  </a:lnTo>
                  <a:lnTo>
                    <a:pt x="77150" y="43305"/>
                  </a:lnTo>
                  <a:lnTo>
                    <a:pt x="78160" y="44899"/>
                  </a:lnTo>
                  <a:lnTo>
                    <a:pt x="80061" y="46464"/>
                  </a:lnTo>
                  <a:lnTo>
                    <a:pt x="81231" y="47225"/>
                  </a:lnTo>
                  <a:lnTo>
                    <a:pt x="83788" y="48142"/>
                  </a:lnTo>
                  <a:lnTo>
                    <a:pt x="86323" y="48254"/>
                  </a:lnTo>
                  <a:lnTo>
                    <a:pt x="87664" y="48104"/>
                  </a:lnTo>
                  <a:lnTo>
                    <a:pt x="89267" y="47657"/>
                  </a:lnTo>
                  <a:lnTo>
                    <a:pt x="93032" y="46054"/>
                  </a:lnTo>
                  <a:lnTo>
                    <a:pt x="93256" y="45948"/>
                  </a:lnTo>
                  <a:lnTo>
                    <a:pt x="109002" y="38496"/>
                  </a:lnTo>
                  <a:lnTo>
                    <a:pt x="109554" y="39576"/>
                  </a:lnTo>
                  <a:lnTo>
                    <a:pt x="110085" y="40723"/>
                  </a:lnTo>
                  <a:lnTo>
                    <a:pt x="104417" y="43254"/>
                  </a:lnTo>
                  <a:lnTo>
                    <a:pt x="88060" y="50559"/>
                  </a:lnTo>
                  <a:lnTo>
                    <a:pt x="87764" y="50691"/>
                  </a:lnTo>
                  <a:lnTo>
                    <a:pt x="83930" y="53025"/>
                  </a:lnTo>
                  <a:lnTo>
                    <a:pt x="82015" y="54314"/>
                  </a:lnTo>
                  <a:lnTo>
                    <a:pt x="80603" y="55974"/>
                  </a:lnTo>
                  <a:lnTo>
                    <a:pt x="78612" y="58596"/>
                  </a:lnTo>
                  <a:lnTo>
                    <a:pt x="78191" y="59099"/>
                  </a:lnTo>
                  <a:lnTo>
                    <a:pt x="76775" y="61937"/>
                  </a:lnTo>
                  <a:lnTo>
                    <a:pt x="75569" y="64353"/>
                  </a:lnTo>
                  <a:lnTo>
                    <a:pt x="75422" y="65507"/>
                  </a:lnTo>
                  <a:lnTo>
                    <a:pt x="75335" y="66192"/>
                  </a:lnTo>
                  <a:lnTo>
                    <a:pt x="75284" y="66596"/>
                  </a:lnTo>
                  <a:lnTo>
                    <a:pt x="75033" y="68565"/>
                  </a:lnTo>
                  <a:lnTo>
                    <a:pt x="74367" y="73801"/>
                  </a:lnTo>
                  <a:lnTo>
                    <a:pt x="74316" y="74226"/>
                  </a:lnTo>
                  <a:lnTo>
                    <a:pt x="74946" y="74302"/>
                  </a:lnTo>
                  <a:lnTo>
                    <a:pt x="82158" y="75170"/>
                  </a:lnTo>
                  <a:lnTo>
                    <a:pt x="93368" y="76519"/>
                  </a:lnTo>
                  <a:lnTo>
                    <a:pt x="94003" y="76583"/>
                  </a:lnTo>
                  <a:lnTo>
                    <a:pt x="102087" y="77390"/>
                  </a:lnTo>
                  <a:lnTo>
                    <a:pt x="104353" y="78081"/>
                  </a:lnTo>
                  <a:lnTo>
                    <a:pt x="106355" y="79178"/>
                  </a:lnTo>
                  <a:lnTo>
                    <a:pt x="111882" y="81614"/>
                  </a:lnTo>
                  <a:lnTo>
                    <a:pt x="110037" y="85401"/>
                  </a:lnTo>
                  <a:lnTo>
                    <a:pt x="109746" y="85998"/>
                  </a:lnTo>
                  <a:lnTo>
                    <a:pt x="109369" y="86772"/>
                  </a:lnTo>
                  <a:lnTo>
                    <a:pt x="108478" y="88600"/>
                  </a:lnTo>
                  <a:lnTo>
                    <a:pt x="107097" y="91436"/>
                  </a:lnTo>
                  <a:lnTo>
                    <a:pt x="107035" y="91578"/>
                  </a:lnTo>
                  <a:lnTo>
                    <a:pt x="106905" y="91877"/>
                  </a:lnTo>
                  <a:lnTo>
                    <a:pt x="106049" y="93846"/>
                  </a:lnTo>
                  <a:lnTo>
                    <a:pt x="105131" y="95956"/>
                  </a:lnTo>
                  <a:lnTo>
                    <a:pt x="102724" y="101489"/>
                  </a:lnTo>
                  <a:lnTo>
                    <a:pt x="102593" y="101790"/>
                  </a:lnTo>
                  <a:lnTo>
                    <a:pt x="101685" y="108208"/>
                  </a:lnTo>
                  <a:lnTo>
                    <a:pt x="101639" y="108533"/>
                  </a:lnTo>
                  <a:lnTo>
                    <a:pt x="101033" y="108442"/>
                  </a:lnTo>
                  <a:lnTo>
                    <a:pt x="100077" y="108298"/>
                  </a:lnTo>
                  <a:lnTo>
                    <a:pt x="99695" y="108241"/>
                  </a:lnTo>
                  <a:lnTo>
                    <a:pt x="98203" y="108017"/>
                  </a:lnTo>
                  <a:lnTo>
                    <a:pt x="93708" y="107467"/>
                  </a:lnTo>
                  <a:lnTo>
                    <a:pt x="92854" y="107362"/>
                  </a:lnTo>
                  <a:lnTo>
                    <a:pt x="92462" y="107316"/>
                  </a:lnTo>
                  <a:lnTo>
                    <a:pt x="78349" y="105662"/>
                  </a:lnTo>
                  <a:lnTo>
                    <a:pt x="77914" y="105609"/>
                  </a:lnTo>
                  <a:lnTo>
                    <a:pt x="71970" y="104862"/>
                  </a:lnTo>
                  <a:lnTo>
                    <a:pt x="70294" y="104652"/>
                  </a:lnTo>
                  <a:lnTo>
                    <a:pt x="68811" y="104473"/>
                  </a:lnTo>
                  <a:lnTo>
                    <a:pt x="63353" y="103815"/>
                  </a:lnTo>
                  <a:lnTo>
                    <a:pt x="57240" y="103077"/>
                  </a:lnTo>
                  <a:lnTo>
                    <a:pt x="47813" y="101908"/>
                  </a:lnTo>
                  <a:lnTo>
                    <a:pt x="47427" y="101860"/>
                  </a:lnTo>
                  <a:lnTo>
                    <a:pt x="47112" y="100911"/>
                  </a:lnTo>
                  <a:lnTo>
                    <a:pt x="46670" y="100315"/>
                  </a:lnTo>
                  <a:lnTo>
                    <a:pt x="46246" y="99786"/>
                  </a:lnTo>
                  <a:lnTo>
                    <a:pt x="45612" y="99327"/>
                  </a:lnTo>
                  <a:lnTo>
                    <a:pt x="44621" y="98537"/>
                  </a:lnTo>
                  <a:lnTo>
                    <a:pt x="42805" y="97481"/>
                  </a:lnTo>
                  <a:lnTo>
                    <a:pt x="41040" y="96618"/>
                  </a:lnTo>
                  <a:lnTo>
                    <a:pt x="40115" y="95927"/>
                  </a:lnTo>
                  <a:lnTo>
                    <a:pt x="39427" y="95240"/>
                  </a:lnTo>
                  <a:lnTo>
                    <a:pt x="39159" y="95007"/>
                  </a:lnTo>
                  <a:lnTo>
                    <a:pt x="37798" y="93446"/>
                  </a:lnTo>
                  <a:lnTo>
                    <a:pt x="37683" y="93314"/>
                  </a:lnTo>
                  <a:lnTo>
                    <a:pt x="37375" y="92960"/>
                  </a:lnTo>
                  <a:lnTo>
                    <a:pt x="37276" y="92796"/>
                  </a:lnTo>
                  <a:lnTo>
                    <a:pt x="36369" y="91285"/>
                  </a:lnTo>
                  <a:lnTo>
                    <a:pt x="36176" y="90963"/>
                  </a:lnTo>
                  <a:lnTo>
                    <a:pt x="35044" y="89078"/>
                  </a:lnTo>
                  <a:lnTo>
                    <a:pt x="34928" y="88885"/>
                  </a:lnTo>
                  <a:lnTo>
                    <a:pt x="33650" y="86756"/>
                  </a:lnTo>
                  <a:lnTo>
                    <a:pt x="32364" y="84613"/>
                  </a:lnTo>
                  <a:lnTo>
                    <a:pt x="31582" y="83310"/>
                  </a:lnTo>
                  <a:lnTo>
                    <a:pt x="31401" y="83009"/>
                  </a:lnTo>
                  <a:lnTo>
                    <a:pt x="30564" y="81615"/>
                  </a:lnTo>
                  <a:lnTo>
                    <a:pt x="29616" y="80542"/>
                  </a:lnTo>
                  <a:lnTo>
                    <a:pt x="28435" y="79557"/>
                  </a:lnTo>
                  <a:lnTo>
                    <a:pt x="27648" y="79146"/>
                  </a:lnTo>
                  <a:lnTo>
                    <a:pt x="26789" y="78895"/>
                  </a:lnTo>
                  <a:lnTo>
                    <a:pt x="25859" y="78806"/>
                  </a:lnTo>
                  <a:lnTo>
                    <a:pt x="24594" y="78927"/>
                  </a:lnTo>
                  <a:lnTo>
                    <a:pt x="24454" y="78940"/>
                  </a:lnTo>
                  <a:lnTo>
                    <a:pt x="23836" y="79000"/>
                  </a:lnTo>
                  <a:lnTo>
                    <a:pt x="22743" y="79134"/>
                  </a:lnTo>
                  <a:lnTo>
                    <a:pt x="21684" y="79191"/>
                  </a:lnTo>
                  <a:lnTo>
                    <a:pt x="20532" y="79000"/>
                  </a:lnTo>
                  <a:lnTo>
                    <a:pt x="18425" y="77755"/>
                  </a:lnTo>
                  <a:lnTo>
                    <a:pt x="15205" y="74962"/>
                  </a:lnTo>
                  <a:lnTo>
                    <a:pt x="14987" y="74773"/>
                  </a:lnTo>
                  <a:lnTo>
                    <a:pt x="13670" y="73508"/>
                  </a:lnTo>
                  <a:lnTo>
                    <a:pt x="13137" y="72997"/>
                  </a:lnTo>
                  <a:lnTo>
                    <a:pt x="11407" y="71336"/>
                  </a:lnTo>
                  <a:lnTo>
                    <a:pt x="11206" y="71143"/>
                  </a:lnTo>
                  <a:lnTo>
                    <a:pt x="8179" y="67697"/>
                  </a:lnTo>
                  <a:lnTo>
                    <a:pt x="8024" y="67520"/>
                  </a:lnTo>
                  <a:lnTo>
                    <a:pt x="5338" y="63868"/>
                  </a:lnTo>
                  <a:lnTo>
                    <a:pt x="5234" y="63726"/>
                  </a:lnTo>
                  <a:lnTo>
                    <a:pt x="5083" y="63500"/>
                  </a:lnTo>
                  <a:lnTo>
                    <a:pt x="4653" y="62850"/>
                  </a:lnTo>
                  <a:lnTo>
                    <a:pt x="4477" y="62564"/>
                  </a:lnTo>
                  <a:lnTo>
                    <a:pt x="2860" y="59932"/>
                  </a:lnTo>
                  <a:lnTo>
                    <a:pt x="1482" y="57290"/>
                  </a:lnTo>
                  <a:lnTo>
                    <a:pt x="729" y="55598"/>
                  </a:lnTo>
                  <a:lnTo>
                    <a:pt x="32" y="53201"/>
                  </a:lnTo>
                  <a:lnTo>
                    <a:pt x="0" y="51296"/>
                  </a:lnTo>
                  <a:lnTo>
                    <a:pt x="688" y="48310"/>
                  </a:lnTo>
                  <a:lnTo>
                    <a:pt x="1852" y="46330"/>
                  </a:lnTo>
                  <a:lnTo>
                    <a:pt x="1929" y="46199"/>
                  </a:lnTo>
                  <a:lnTo>
                    <a:pt x="2194" y="45680"/>
                  </a:lnTo>
                  <a:lnTo>
                    <a:pt x="2904" y="44288"/>
                  </a:lnTo>
                  <a:lnTo>
                    <a:pt x="3262" y="43587"/>
                  </a:lnTo>
                  <a:lnTo>
                    <a:pt x="4675" y="41639"/>
                  </a:lnTo>
                  <a:lnTo>
                    <a:pt x="4829" y="41481"/>
                  </a:lnTo>
                  <a:lnTo>
                    <a:pt x="6070" y="40215"/>
                  </a:lnTo>
                  <a:lnTo>
                    <a:pt x="9648" y="38158"/>
                  </a:lnTo>
                  <a:lnTo>
                    <a:pt x="10987" y="37302"/>
                  </a:lnTo>
                  <a:lnTo>
                    <a:pt x="11199" y="37166"/>
                  </a:lnTo>
                  <a:lnTo>
                    <a:pt x="11467" y="36995"/>
                  </a:lnTo>
                  <a:lnTo>
                    <a:pt x="12826" y="34849"/>
                  </a:lnTo>
                  <a:lnTo>
                    <a:pt x="14129" y="32058"/>
                  </a:lnTo>
                  <a:lnTo>
                    <a:pt x="15546" y="29811"/>
                  </a:lnTo>
                  <a:lnTo>
                    <a:pt x="17020" y="28179"/>
                  </a:lnTo>
                  <a:lnTo>
                    <a:pt x="18609" y="26547"/>
                  </a:lnTo>
                  <a:lnTo>
                    <a:pt x="19503" y="25414"/>
                  </a:lnTo>
                  <a:lnTo>
                    <a:pt x="20020" y="22904"/>
                  </a:lnTo>
                  <a:lnTo>
                    <a:pt x="20804" y="21206"/>
                  </a:lnTo>
                  <a:lnTo>
                    <a:pt x="21053" y="20666"/>
                  </a:lnTo>
                  <a:lnTo>
                    <a:pt x="21199" y="20350"/>
                  </a:lnTo>
                  <a:lnTo>
                    <a:pt x="26243" y="13240"/>
                  </a:lnTo>
                  <a:lnTo>
                    <a:pt x="26843" y="13256"/>
                  </a:lnTo>
                  <a:lnTo>
                    <a:pt x="27217" y="13338"/>
                  </a:lnTo>
                  <a:lnTo>
                    <a:pt x="28398" y="13573"/>
                  </a:lnTo>
                  <a:lnTo>
                    <a:pt x="29497" y="13331"/>
                  </a:lnTo>
                  <a:lnTo>
                    <a:pt x="30168" y="12883"/>
                  </a:lnTo>
                  <a:lnTo>
                    <a:pt x="31107" y="11893"/>
                  </a:lnTo>
                  <a:lnTo>
                    <a:pt x="34012" y="11383"/>
                  </a:lnTo>
                  <a:lnTo>
                    <a:pt x="34690" y="11263"/>
                  </a:lnTo>
                  <a:lnTo>
                    <a:pt x="36536" y="9198"/>
                  </a:lnTo>
                  <a:lnTo>
                    <a:pt x="37525" y="8074"/>
                  </a:lnTo>
                  <a:lnTo>
                    <a:pt x="37652" y="7930"/>
                  </a:lnTo>
                  <a:lnTo>
                    <a:pt x="43309" y="6068"/>
                  </a:lnTo>
                  <a:lnTo>
                    <a:pt x="54506" y="2384"/>
                  </a:lnTo>
                  <a:lnTo>
                    <a:pt x="59295" y="808"/>
                  </a:lnTo>
                  <a:lnTo>
                    <a:pt x="61754" y="0"/>
                  </a:lnTo>
                  <a:lnTo>
                    <a:pt x="62107" y="1278"/>
                  </a:lnTo>
                  <a:lnTo>
                    <a:pt x="63594" y="6667"/>
                  </a:lnTo>
                  <a:lnTo>
                    <a:pt x="64600" y="1031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0" name="pg319"/>
            <p:cNvSpPr/>
            <p:nvPr/>
          </p:nvSpPr>
          <p:spPr>
            <a:xfrm>
              <a:off x="3658359" y="3102158"/>
              <a:ext cx="92012" cy="67423"/>
            </a:xfrm>
            <a:custGeom>
              <a:avLst/>
              <a:pathLst>
                <a:path w="92012" h="67423">
                  <a:moveTo>
                    <a:pt x="91887" y="9511"/>
                  </a:moveTo>
                  <a:lnTo>
                    <a:pt x="86964" y="16624"/>
                  </a:lnTo>
                  <a:lnTo>
                    <a:pt x="86818" y="16940"/>
                  </a:lnTo>
                  <a:lnTo>
                    <a:pt x="86569" y="17480"/>
                  </a:lnTo>
                  <a:lnTo>
                    <a:pt x="85785" y="19179"/>
                  </a:lnTo>
                  <a:lnTo>
                    <a:pt x="85268" y="21689"/>
                  </a:lnTo>
                  <a:lnTo>
                    <a:pt x="84373" y="22822"/>
                  </a:lnTo>
                  <a:lnTo>
                    <a:pt x="82785" y="24453"/>
                  </a:lnTo>
                  <a:lnTo>
                    <a:pt x="81310" y="26085"/>
                  </a:lnTo>
                  <a:lnTo>
                    <a:pt x="79864" y="28395"/>
                  </a:lnTo>
                  <a:lnTo>
                    <a:pt x="78591" y="31123"/>
                  </a:lnTo>
                  <a:lnTo>
                    <a:pt x="77232" y="33269"/>
                  </a:lnTo>
                  <a:lnTo>
                    <a:pt x="76964" y="33440"/>
                  </a:lnTo>
                  <a:lnTo>
                    <a:pt x="76751" y="33576"/>
                  </a:lnTo>
                  <a:lnTo>
                    <a:pt x="75413" y="34432"/>
                  </a:lnTo>
                  <a:lnTo>
                    <a:pt x="71835" y="36490"/>
                  </a:lnTo>
                  <a:lnTo>
                    <a:pt x="70594" y="37755"/>
                  </a:lnTo>
                  <a:lnTo>
                    <a:pt x="70344" y="38010"/>
                  </a:lnTo>
                  <a:lnTo>
                    <a:pt x="69026" y="39862"/>
                  </a:lnTo>
                  <a:lnTo>
                    <a:pt x="68669" y="40562"/>
                  </a:lnTo>
                  <a:lnTo>
                    <a:pt x="67958" y="41954"/>
                  </a:lnTo>
                  <a:lnTo>
                    <a:pt x="67693" y="42473"/>
                  </a:lnTo>
                  <a:lnTo>
                    <a:pt x="67616" y="42605"/>
                  </a:lnTo>
                  <a:lnTo>
                    <a:pt x="66453" y="44585"/>
                  </a:lnTo>
                  <a:lnTo>
                    <a:pt x="65765" y="47645"/>
                  </a:lnTo>
                  <a:lnTo>
                    <a:pt x="65007" y="48004"/>
                  </a:lnTo>
                  <a:lnTo>
                    <a:pt x="63825" y="48567"/>
                  </a:lnTo>
                  <a:lnTo>
                    <a:pt x="63315" y="48972"/>
                  </a:lnTo>
                  <a:lnTo>
                    <a:pt x="63053" y="49294"/>
                  </a:lnTo>
                  <a:lnTo>
                    <a:pt x="62909" y="49669"/>
                  </a:lnTo>
                  <a:lnTo>
                    <a:pt x="63138" y="50513"/>
                  </a:lnTo>
                  <a:lnTo>
                    <a:pt x="64034" y="53046"/>
                  </a:lnTo>
                  <a:lnTo>
                    <a:pt x="64586" y="54181"/>
                  </a:lnTo>
                  <a:lnTo>
                    <a:pt x="60616" y="57076"/>
                  </a:lnTo>
                  <a:lnTo>
                    <a:pt x="57066" y="59471"/>
                  </a:lnTo>
                  <a:lnTo>
                    <a:pt x="53678" y="61689"/>
                  </a:lnTo>
                  <a:lnTo>
                    <a:pt x="52676" y="60448"/>
                  </a:lnTo>
                  <a:lnTo>
                    <a:pt x="51929" y="60900"/>
                  </a:lnTo>
                  <a:lnTo>
                    <a:pt x="49456" y="62661"/>
                  </a:lnTo>
                  <a:lnTo>
                    <a:pt x="48689" y="63483"/>
                  </a:lnTo>
                  <a:lnTo>
                    <a:pt x="46512" y="61002"/>
                  </a:lnTo>
                  <a:lnTo>
                    <a:pt x="43429" y="61079"/>
                  </a:lnTo>
                  <a:lnTo>
                    <a:pt x="42511" y="61079"/>
                  </a:lnTo>
                  <a:lnTo>
                    <a:pt x="41664" y="61127"/>
                  </a:lnTo>
                  <a:lnTo>
                    <a:pt x="41091" y="61163"/>
                  </a:lnTo>
                  <a:lnTo>
                    <a:pt x="40333" y="61212"/>
                  </a:lnTo>
                  <a:lnTo>
                    <a:pt x="39130" y="61280"/>
                  </a:lnTo>
                  <a:lnTo>
                    <a:pt x="37387" y="61466"/>
                  </a:lnTo>
                  <a:lnTo>
                    <a:pt x="37161" y="61491"/>
                  </a:lnTo>
                  <a:lnTo>
                    <a:pt x="36240" y="61404"/>
                  </a:lnTo>
                  <a:lnTo>
                    <a:pt x="36272" y="59456"/>
                  </a:lnTo>
                  <a:lnTo>
                    <a:pt x="36303" y="59256"/>
                  </a:lnTo>
                  <a:lnTo>
                    <a:pt x="32439" y="58826"/>
                  </a:lnTo>
                  <a:lnTo>
                    <a:pt x="30921" y="57009"/>
                  </a:lnTo>
                  <a:lnTo>
                    <a:pt x="30133" y="57655"/>
                  </a:lnTo>
                  <a:lnTo>
                    <a:pt x="29647" y="59228"/>
                  </a:lnTo>
                  <a:lnTo>
                    <a:pt x="28959" y="61607"/>
                  </a:lnTo>
                  <a:lnTo>
                    <a:pt x="27633" y="61293"/>
                  </a:lnTo>
                  <a:lnTo>
                    <a:pt x="19955" y="65729"/>
                  </a:lnTo>
                  <a:lnTo>
                    <a:pt x="9673" y="67423"/>
                  </a:lnTo>
                  <a:lnTo>
                    <a:pt x="8793" y="66559"/>
                  </a:lnTo>
                  <a:lnTo>
                    <a:pt x="8552" y="62437"/>
                  </a:lnTo>
                  <a:lnTo>
                    <a:pt x="11029" y="60638"/>
                  </a:lnTo>
                  <a:lnTo>
                    <a:pt x="18788" y="56666"/>
                  </a:lnTo>
                  <a:lnTo>
                    <a:pt x="13786" y="50557"/>
                  </a:lnTo>
                  <a:lnTo>
                    <a:pt x="12794" y="47866"/>
                  </a:lnTo>
                  <a:lnTo>
                    <a:pt x="16210" y="46950"/>
                  </a:lnTo>
                  <a:lnTo>
                    <a:pt x="19435" y="46759"/>
                  </a:lnTo>
                  <a:lnTo>
                    <a:pt x="21260" y="47210"/>
                  </a:lnTo>
                  <a:lnTo>
                    <a:pt x="23928" y="43227"/>
                  </a:lnTo>
                  <a:lnTo>
                    <a:pt x="25149" y="43532"/>
                  </a:lnTo>
                  <a:lnTo>
                    <a:pt x="26046" y="40708"/>
                  </a:lnTo>
                  <a:lnTo>
                    <a:pt x="23394" y="40021"/>
                  </a:lnTo>
                  <a:lnTo>
                    <a:pt x="25144" y="35758"/>
                  </a:lnTo>
                  <a:lnTo>
                    <a:pt x="25175" y="33683"/>
                  </a:lnTo>
                  <a:lnTo>
                    <a:pt x="10160" y="33324"/>
                  </a:lnTo>
                  <a:lnTo>
                    <a:pt x="10474" y="38563"/>
                  </a:lnTo>
                  <a:lnTo>
                    <a:pt x="5637" y="40381"/>
                  </a:lnTo>
                  <a:lnTo>
                    <a:pt x="40" y="40409"/>
                  </a:lnTo>
                  <a:lnTo>
                    <a:pt x="0" y="37781"/>
                  </a:lnTo>
                  <a:lnTo>
                    <a:pt x="1462" y="33954"/>
                  </a:lnTo>
                  <a:lnTo>
                    <a:pt x="1956" y="31249"/>
                  </a:lnTo>
                  <a:lnTo>
                    <a:pt x="2883" y="28883"/>
                  </a:lnTo>
                  <a:lnTo>
                    <a:pt x="4130" y="28248"/>
                  </a:lnTo>
                  <a:lnTo>
                    <a:pt x="7249" y="29103"/>
                  </a:lnTo>
                  <a:lnTo>
                    <a:pt x="8130" y="25555"/>
                  </a:lnTo>
                  <a:lnTo>
                    <a:pt x="8458" y="24362"/>
                  </a:lnTo>
                  <a:lnTo>
                    <a:pt x="9353" y="22752"/>
                  </a:lnTo>
                  <a:lnTo>
                    <a:pt x="9298" y="21186"/>
                  </a:lnTo>
                  <a:lnTo>
                    <a:pt x="9367" y="20278"/>
                  </a:lnTo>
                  <a:lnTo>
                    <a:pt x="19569" y="18920"/>
                  </a:lnTo>
                  <a:lnTo>
                    <a:pt x="23576" y="16344"/>
                  </a:lnTo>
                  <a:lnTo>
                    <a:pt x="22183" y="13363"/>
                  </a:lnTo>
                  <a:lnTo>
                    <a:pt x="29552" y="12014"/>
                  </a:lnTo>
                  <a:lnTo>
                    <a:pt x="30411" y="9903"/>
                  </a:lnTo>
                  <a:lnTo>
                    <a:pt x="29209" y="9221"/>
                  </a:lnTo>
                  <a:lnTo>
                    <a:pt x="32334" y="7930"/>
                  </a:lnTo>
                  <a:lnTo>
                    <a:pt x="36237" y="6597"/>
                  </a:lnTo>
                  <a:lnTo>
                    <a:pt x="37463" y="6249"/>
                  </a:lnTo>
                  <a:lnTo>
                    <a:pt x="33091" y="3618"/>
                  </a:lnTo>
                  <a:lnTo>
                    <a:pt x="37166" y="0"/>
                  </a:lnTo>
                  <a:lnTo>
                    <a:pt x="42760" y="4570"/>
                  </a:lnTo>
                  <a:lnTo>
                    <a:pt x="43097" y="4854"/>
                  </a:lnTo>
                  <a:lnTo>
                    <a:pt x="43316" y="5674"/>
                  </a:lnTo>
                  <a:lnTo>
                    <a:pt x="43843" y="7642"/>
                  </a:lnTo>
                  <a:lnTo>
                    <a:pt x="44117" y="8669"/>
                  </a:lnTo>
                  <a:lnTo>
                    <a:pt x="44896" y="11582"/>
                  </a:lnTo>
                  <a:lnTo>
                    <a:pt x="45109" y="12378"/>
                  </a:lnTo>
                  <a:lnTo>
                    <a:pt x="45543" y="14000"/>
                  </a:lnTo>
                  <a:lnTo>
                    <a:pt x="45976" y="15619"/>
                  </a:lnTo>
                  <a:lnTo>
                    <a:pt x="46045" y="15876"/>
                  </a:lnTo>
                  <a:lnTo>
                    <a:pt x="46096" y="16068"/>
                  </a:lnTo>
                  <a:lnTo>
                    <a:pt x="51303" y="14719"/>
                  </a:lnTo>
                  <a:lnTo>
                    <a:pt x="51515" y="14664"/>
                  </a:lnTo>
                  <a:lnTo>
                    <a:pt x="52374" y="14441"/>
                  </a:lnTo>
                  <a:lnTo>
                    <a:pt x="52515" y="14405"/>
                  </a:lnTo>
                  <a:lnTo>
                    <a:pt x="53136" y="14122"/>
                  </a:lnTo>
                  <a:lnTo>
                    <a:pt x="53913" y="13769"/>
                  </a:lnTo>
                  <a:lnTo>
                    <a:pt x="57182" y="10556"/>
                  </a:lnTo>
                  <a:lnTo>
                    <a:pt x="57451" y="10489"/>
                  </a:lnTo>
                  <a:lnTo>
                    <a:pt x="64186" y="15747"/>
                  </a:lnTo>
                  <a:lnTo>
                    <a:pt x="68746" y="19157"/>
                  </a:lnTo>
                  <a:lnTo>
                    <a:pt x="72302" y="14824"/>
                  </a:lnTo>
                  <a:lnTo>
                    <a:pt x="72417" y="14684"/>
                  </a:lnTo>
                  <a:lnTo>
                    <a:pt x="77132" y="8942"/>
                  </a:lnTo>
                  <a:lnTo>
                    <a:pt x="79235" y="6381"/>
                  </a:lnTo>
                  <a:lnTo>
                    <a:pt x="79499" y="6061"/>
                  </a:lnTo>
                  <a:lnTo>
                    <a:pt x="83819" y="801"/>
                  </a:lnTo>
                  <a:lnTo>
                    <a:pt x="88250" y="4150"/>
                  </a:lnTo>
                  <a:lnTo>
                    <a:pt x="90519" y="5865"/>
                  </a:lnTo>
                  <a:lnTo>
                    <a:pt x="90858" y="6162"/>
                  </a:lnTo>
                  <a:lnTo>
                    <a:pt x="91309" y="6584"/>
                  </a:lnTo>
                  <a:lnTo>
                    <a:pt x="91512" y="6837"/>
                  </a:lnTo>
                  <a:lnTo>
                    <a:pt x="91631" y="6985"/>
                  </a:lnTo>
                  <a:lnTo>
                    <a:pt x="91737" y="7232"/>
                  </a:lnTo>
                  <a:lnTo>
                    <a:pt x="91992" y="7829"/>
                  </a:lnTo>
                  <a:lnTo>
                    <a:pt x="92012" y="7975"/>
                  </a:lnTo>
                  <a:lnTo>
                    <a:pt x="92001" y="8383"/>
                  </a:lnTo>
                  <a:lnTo>
                    <a:pt x="91986" y="891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1" name="pg320"/>
            <p:cNvSpPr/>
            <p:nvPr/>
          </p:nvSpPr>
          <p:spPr>
            <a:xfrm>
              <a:off x="3666214" y="3149812"/>
              <a:ext cx="105336" cy="78457"/>
            </a:xfrm>
            <a:custGeom>
              <a:avLst/>
              <a:pathLst>
                <a:path w="105336" h="78457">
                  <a:moveTo>
                    <a:pt x="63247" y="12488"/>
                  </a:moveTo>
                  <a:lnTo>
                    <a:pt x="65933" y="16140"/>
                  </a:lnTo>
                  <a:lnTo>
                    <a:pt x="66088" y="16317"/>
                  </a:lnTo>
                  <a:lnTo>
                    <a:pt x="69115" y="19763"/>
                  </a:lnTo>
                  <a:lnTo>
                    <a:pt x="69316" y="19956"/>
                  </a:lnTo>
                  <a:lnTo>
                    <a:pt x="71046" y="21618"/>
                  </a:lnTo>
                  <a:lnTo>
                    <a:pt x="71579" y="22129"/>
                  </a:lnTo>
                  <a:lnTo>
                    <a:pt x="72896" y="23393"/>
                  </a:lnTo>
                  <a:lnTo>
                    <a:pt x="73114" y="23582"/>
                  </a:lnTo>
                  <a:lnTo>
                    <a:pt x="76334" y="26376"/>
                  </a:lnTo>
                  <a:lnTo>
                    <a:pt x="78441" y="27620"/>
                  </a:lnTo>
                  <a:lnTo>
                    <a:pt x="79593" y="27811"/>
                  </a:lnTo>
                  <a:lnTo>
                    <a:pt x="80652" y="27754"/>
                  </a:lnTo>
                  <a:lnTo>
                    <a:pt x="81745" y="27620"/>
                  </a:lnTo>
                  <a:lnTo>
                    <a:pt x="82363" y="27561"/>
                  </a:lnTo>
                  <a:lnTo>
                    <a:pt x="82503" y="27547"/>
                  </a:lnTo>
                  <a:lnTo>
                    <a:pt x="83768" y="27426"/>
                  </a:lnTo>
                  <a:lnTo>
                    <a:pt x="84698" y="27516"/>
                  </a:lnTo>
                  <a:lnTo>
                    <a:pt x="85557" y="27766"/>
                  </a:lnTo>
                  <a:lnTo>
                    <a:pt x="86344" y="28178"/>
                  </a:lnTo>
                  <a:lnTo>
                    <a:pt x="87525" y="29162"/>
                  </a:lnTo>
                  <a:lnTo>
                    <a:pt x="88473" y="30235"/>
                  </a:lnTo>
                  <a:lnTo>
                    <a:pt x="89310" y="31629"/>
                  </a:lnTo>
                  <a:lnTo>
                    <a:pt x="89491" y="31931"/>
                  </a:lnTo>
                  <a:lnTo>
                    <a:pt x="90273" y="33233"/>
                  </a:lnTo>
                  <a:lnTo>
                    <a:pt x="91559" y="35376"/>
                  </a:lnTo>
                  <a:lnTo>
                    <a:pt x="92837" y="37505"/>
                  </a:lnTo>
                  <a:lnTo>
                    <a:pt x="92953" y="37699"/>
                  </a:lnTo>
                  <a:lnTo>
                    <a:pt x="94085" y="39583"/>
                  </a:lnTo>
                  <a:lnTo>
                    <a:pt x="94278" y="39905"/>
                  </a:lnTo>
                  <a:lnTo>
                    <a:pt x="95185" y="41416"/>
                  </a:lnTo>
                  <a:lnTo>
                    <a:pt x="95284" y="41581"/>
                  </a:lnTo>
                  <a:lnTo>
                    <a:pt x="95592" y="41935"/>
                  </a:lnTo>
                  <a:lnTo>
                    <a:pt x="95707" y="42067"/>
                  </a:lnTo>
                  <a:lnTo>
                    <a:pt x="97171" y="43695"/>
                  </a:lnTo>
                  <a:lnTo>
                    <a:pt x="97336" y="43860"/>
                  </a:lnTo>
                  <a:lnTo>
                    <a:pt x="98024" y="44548"/>
                  </a:lnTo>
                  <a:lnTo>
                    <a:pt x="98949" y="45238"/>
                  </a:lnTo>
                  <a:lnTo>
                    <a:pt x="100714" y="46101"/>
                  </a:lnTo>
                  <a:lnTo>
                    <a:pt x="102530" y="47157"/>
                  </a:lnTo>
                  <a:lnTo>
                    <a:pt x="103521" y="47948"/>
                  </a:lnTo>
                  <a:lnTo>
                    <a:pt x="104155" y="48406"/>
                  </a:lnTo>
                  <a:lnTo>
                    <a:pt x="104579" y="48935"/>
                  </a:lnTo>
                  <a:lnTo>
                    <a:pt x="105021" y="49531"/>
                  </a:lnTo>
                  <a:lnTo>
                    <a:pt x="105336" y="50480"/>
                  </a:lnTo>
                  <a:lnTo>
                    <a:pt x="105040" y="51495"/>
                  </a:lnTo>
                  <a:lnTo>
                    <a:pt x="103885" y="55452"/>
                  </a:lnTo>
                  <a:lnTo>
                    <a:pt x="103845" y="55586"/>
                  </a:lnTo>
                  <a:lnTo>
                    <a:pt x="99402" y="54104"/>
                  </a:lnTo>
                  <a:lnTo>
                    <a:pt x="96698" y="53620"/>
                  </a:lnTo>
                  <a:lnTo>
                    <a:pt x="96140" y="54163"/>
                  </a:lnTo>
                  <a:lnTo>
                    <a:pt x="95953" y="54345"/>
                  </a:lnTo>
                  <a:lnTo>
                    <a:pt x="94751" y="54875"/>
                  </a:lnTo>
                  <a:lnTo>
                    <a:pt x="94057" y="55584"/>
                  </a:lnTo>
                  <a:lnTo>
                    <a:pt x="93990" y="54630"/>
                  </a:lnTo>
                  <a:lnTo>
                    <a:pt x="93914" y="53913"/>
                  </a:lnTo>
                  <a:lnTo>
                    <a:pt x="93828" y="53093"/>
                  </a:lnTo>
                  <a:lnTo>
                    <a:pt x="92375" y="53010"/>
                  </a:lnTo>
                  <a:lnTo>
                    <a:pt x="90808" y="54679"/>
                  </a:lnTo>
                  <a:lnTo>
                    <a:pt x="90431" y="55154"/>
                  </a:lnTo>
                  <a:lnTo>
                    <a:pt x="86810" y="59709"/>
                  </a:lnTo>
                  <a:lnTo>
                    <a:pt x="80518" y="61141"/>
                  </a:lnTo>
                  <a:lnTo>
                    <a:pt x="73868" y="59769"/>
                  </a:lnTo>
                  <a:lnTo>
                    <a:pt x="69574" y="59202"/>
                  </a:lnTo>
                  <a:lnTo>
                    <a:pt x="69741" y="58513"/>
                  </a:lnTo>
                  <a:lnTo>
                    <a:pt x="70260" y="56369"/>
                  </a:lnTo>
                  <a:lnTo>
                    <a:pt x="68232" y="54163"/>
                  </a:lnTo>
                  <a:lnTo>
                    <a:pt x="63992" y="54045"/>
                  </a:lnTo>
                  <a:lnTo>
                    <a:pt x="62656" y="55236"/>
                  </a:lnTo>
                  <a:lnTo>
                    <a:pt x="61494" y="56005"/>
                  </a:lnTo>
                  <a:lnTo>
                    <a:pt x="60718" y="56519"/>
                  </a:lnTo>
                  <a:lnTo>
                    <a:pt x="60133" y="55881"/>
                  </a:lnTo>
                  <a:lnTo>
                    <a:pt x="59734" y="55445"/>
                  </a:lnTo>
                  <a:lnTo>
                    <a:pt x="58728" y="56111"/>
                  </a:lnTo>
                  <a:lnTo>
                    <a:pt x="57706" y="56787"/>
                  </a:lnTo>
                  <a:lnTo>
                    <a:pt x="57356" y="56336"/>
                  </a:lnTo>
                  <a:lnTo>
                    <a:pt x="54933" y="53209"/>
                  </a:lnTo>
                  <a:lnTo>
                    <a:pt x="51444" y="53060"/>
                  </a:lnTo>
                  <a:lnTo>
                    <a:pt x="48909" y="54789"/>
                  </a:lnTo>
                  <a:lnTo>
                    <a:pt x="50172" y="57513"/>
                  </a:lnTo>
                  <a:lnTo>
                    <a:pt x="50430" y="58069"/>
                  </a:lnTo>
                  <a:lnTo>
                    <a:pt x="49506" y="63138"/>
                  </a:lnTo>
                  <a:lnTo>
                    <a:pt x="48790" y="65047"/>
                  </a:lnTo>
                  <a:lnTo>
                    <a:pt x="42349" y="63973"/>
                  </a:lnTo>
                  <a:lnTo>
                    <a:pt x="42289" y="65226"/>
                  </a:lnTo>
                  <a:lnTo>
                    <a:pt x="38294" y="68745"/>
                  </a:lnTo>
                  <a:lnTo>
                    <a:pt x="37966" y="68651"/>
                  </a:lnTo>
                  <a:lnTo>
                    <a:pt x="36862" y="68334"/>
                  </a:lnTo>
                  <a:lnTo>
                    <a:pt x="35014" y="67804"/>
                  </a:lnTo>
                  <a:lnTo>
                    <a:pt x="33132" y="65901"/>
                  </a:lnTo>
                  <a:lnTo>
                    <a:pt x="31810" y="63548"/>
                  </a:lnTo>
                  <a:lnTo>
                    <a:pt x="30186" y="63912"/>
                  </a:lnTo>
                  <a:lnTo>
                    <a:pt x="24479" y="65193"/>
                  </a:lnTo>
                  <a:lnTo>
                    <a:pt x="22380" y="65851"/>
                  </a:lnTo>
                  <a:lnTo>
                    <a:pt x="21865" y="67998"/>
                  </a:lnTo>
                  <a:lnTo>
                    <a:pt x="22151" y="71777"/>
                  </a:lnTo>
                  <a:lnTo>
                    <a:pt x="22738" y="72635"/>
                  </a:lnTo>
                  <a:lnTo>
                    <a:pt x="25014" y="73895"/>
                  </a:lnTo>
                  <a:lnTo>
                    <a:pt x="23496" y="75956"/>
                  </a:lnTo>
                  <a:lnTo>
                    <a:pt x="25414" y="77531"/>
                  </a:lnTo>
                  <a:lnTo>
                    <a:pt x="24625" y="78457"/>
                  </a:lnTo>
                  <a:lnTo>
                    <a:pt x="23127" y="77932"/>
                  </a:lnTo>
                  <a:lnTo>
                    <a:pt x="21438" y="76787"/>
                  </a:lnTo>
                  <a:lnTo>
                    <a:pt x="21160" y="76234"/>
                  </a:lnTo>
                  <a:lnTo>
                    <a:pt x="18956" y="77768"/>
                  </a:lnTo>
                  <a:lnTo>
                    <a:pt x="16412" y="76592"/>
                  </a:lnTo>
                  <a:lnTo>
                    <a:pt x="11486" y="75735"/>
                  </a:lnTo>
                  <a:lnTo>
                    <a:pt x="9012" y="75834"/>
                  </a:lnTo>
                  <a:lnTo>
                    <a:pt x="6535" y="74186"/>
                  </a:lnTo>
                  <a:lnTo>
                    <a:pt x="5511" y="74007"/>
                  </a:lnTo>
                  <a:lnTo>
                    <a:pt x="3834" y="73713"/>
                  </a:lnTo>
                  <a:lnTo>
                    <a:pt x="1248" y="71026"/>
                  </a:lnTo>
                  <a:lnTo>
                    <a:pt x="557" y="68998"/>
                  </a:lnTo>
                  <a:lnTo>
                    <a:pt x="0" y="68963"/>
                  </a:lnTo>
                  <a:lnTo>
                    <a:pt x="121" y="66890"/>
                  </a:lnTo>
                  <a:lnTo>
                    <a:pt x="2293" y="66749"/>
                  </a:lnTo>
                  <a:lnTo>
                    <a:pt x="3367" y="65074"/>
                  </a:lnTo>
                  <a:lnTo>
                    <a:pt x="5612" y="64092"/>
                  </a:lnTo>
                  <a:lnTo>
                    <a:pt x="5826" y="62231"/>
                  </a:lnTo>
                  <a:lnTo>
                    <a:pt x="6327" y="60645"/>
                  </a:lnTo>
                  <a:lnTo>
                    <a:pt x="1675" y="60168"/>
                  </a:lnTo>
                  <a:lnTo>
                    <a:pt x="1488" y="60130"/>
                  </a:lnTo>
                  <a:lnTo>
                    <a:pt x="2071" y="58939"/>
                  </a:lnTo>
                  <a:lnTo>
                    <a:pt x="5422" y="56906"/>
                  </a:lnTo>
                  <a:lnTo>
                    <a:pt x="6317" y="56363"/>
                  </a:lnTo>
                  <a:lnTo>
                    <a:pt x="11663" y="55141"/>
                  </a:lnTo>
                  <a:lnTo>
                    <a:pt x="12300" y="54085"/>
                  </a:lnTo>
                  <a:lnTo>
                    <a:pt x="3254" y="50612"/>
                  </a:lnTo>
                  <a:lnTo>
                    <a:pt x="572" y="49234"/>
                  </a:lnTo>
                  <a:lnTo>
                    <a:pt x="1010" y="48624"/>
                  </a:lnTo>
                  <a:lnTo>
                    <a:pt x="1793" y="47532"/>
                  </a:lnTo>
                  <a:lnTo>
                    <a:pt x="1998" y="47601"/>
                  </a:lnTo>
                  <a:lnTo>
                    <a:pt x="4131" y="48402"/>
                  </a:lnTo>
                  <a:lnTo>
                    <a:pt x="4584" y="48405"/>
                  </a:lnTo>
                  <a:lnTo>
                    <a:pt x="6449" y="48531"/>
                  </a:lnTo>
                  <a:lnTo>
                    <a:pt x="8496" y="48703"/>
                  </a:lnTo>
                  <a:lnTo>
                    <a:pt x="9913" y="48760"/>
                  </a:lnTo>
                  <a:lnTo>
                    <a:pt x="15298" y="50758"/>
                  </a:lnTo>
                  <a:lnTo>
                    <a:pt x="17060" y="51167"/>
                  </a:lnTo>
                  <a:lnTo>
                    <a:pt x="18397" y="49848"/>
                  </a:lnTo>
                  <a:lnTo>
                    <a:pt x="22550" y="41475"/>
                  </a:lnTo>
                  <a:lnTo>
                    <a:pt x="23623" y="39257"/>
                  </a:lnTo>
                  <a:lnTo>
                    <a:pt x="22478" y="37067"/>
                  </a:lnTo>
                  <a:lnTo>
                    <a:pt x="17540" y="39800"/>
                  </a:lnTo>
                  <a:lnTo>
                    <a:pt x="16280" y="40402"/>
                  </a:lnTo>
                  <a:lnTo>
                    <a:pt x="12917" y="41175"/>
                  </a:lnTo>
                  <a:lnTo>
                    <a:pt x="9435" y="39468"/>
                  </a:lnTo>
                  <a:lnTo>
                    <a:pt x="9144" y="37579"/>
                  </a:lnTo>
                  <a:lnTo>
                    <a:pt x="8767" y="35127"/>
                  </a:lnTo>
                  <a:lnTo>
                    <a:pt x="11955" y="34899"/>
                  </a:lnTo>
                  <a:lnTo>
                    <a:pt x="11625" y="32283"/>
                  </a:lnTo>
                  <a:lnTo>
                    <a:pt x="11411" y="30590"/>
                  </a:lnTo>
                  <a:lnTo>
                    <a:pt x="11074" y="27917"/>
                  </a:lnTo>
                  <a:lnTo>
                    <a:pt x="22880" y="22886"/>
                  </a:lnTo>
                  <a:lnTo>
                    <a:pt x="26920" y="21165"/>
                  </a:lnTo>
                  <a:lnTo>
                    <a:pt x="27678" y="17194"/>
                  </a:lnTo>
                  <a:lnTo>
                    <a:pt x="23542" y="16994"/>
                  </a:lnTo>
                  <a:lnTo>
                    <a:pt x="22569" y="16793"/>
                  </a:lnTo>
                  <a:lnTo>
                    <a:pt x="22969" y="14532"/>
                  </a:lnTo>
                  <a:lnTo>
                    <a:pt x="21104" y="13953"/>
                  </a:lnTo>
                  <a:lnTo>
                    <a:pt x="21791" y="11574"/>
                  </a:lnTo>
                  <a:lnTo>
                    <a:pt x="22277" y="10001"/>
                  </a:lnTo>
                  <a:lnTo>
                    <a:pt x="23066" y="9355"/>
                  </a:lnTo>
                  <a:lnTo>
                    <a:pt x="24583" y="11172"/>
                  </a:lnTo>
                  <a:lnTo>
                    <a:pt x="28448" y="11602"/>
                  </a:lnTo>
                  <a:lnTo>
                    <a:pt x="28417" y="11802"/>
                  </a:lnTo>
                  <a:lnTo>
                    <a:pt x="28384" y="13750"/>
                  </a:lnTo>
                  <a:lnTo>
                    <a:pt x="29305" y="13837"/>
                  </a:lnTo>
                  <a:lnTo>
                    <a:pt x="29532" y="13812"/>
                  </a:lnTo>
                  <a:lnTo>
                    <a:pt x="31275" y="13626"/>
                  </a:lnTo>
                  <a:lnTo>
                    <a:pt x="32477" y="13558"/>
                  </a:lnTo>
                  <a:lnTo>
                    <a:pt x="33236" y="13509"/>
                  </a:lnTo>
                  <a:lnTo>
                    <a:pt x="33808" y="13473"/>
                  </a:lnTo>
                  <a:lnTo>
                    <a:pt x="34655" y="13425"/>
                  </a:lnTo>
                  <a:lnTo>
                    <a:pt x="35573" y="13425"/>
                  </a:lnTo>
                  <a:lnTo>
                    <a:pt x="38657" y="13348"/>
                  </a:lnTo>
                  <a:lnTo>
                    <a:pt x="40860" y="15802"/>
                  </a:lnTo>
                  <a:lnTo>
                    <a:pt x="41600" y="15007"/>
                  </a:lnTo>
                  <a:lnTo>
                    <a:pt x="44105" y="13224"/>
                  </a:lnTo>
                  <a:lnTo>
                    <a:pt x="44821" y="12794"/>
                  </a:lnTo>
                  <a:lnTo>
                    <a:pt x="45822" y="14035"/>
                  </a:lnTo>
                  <a:lnTo>
                    <a:pt x="49210" y="11817"/>
                  </a:lnTo>
                  <a:lnTo>
                    <a:pt x="52760" y="9422"/>
                  </a:lnTo>
                  <a:lnTo>
                    <a:pt x="56731" y="6528"/>
                  </a:lnTo>
                  <a:lnTo>
                    <a:pt x="56178" y="5392"/>
                  </a:lnTo>
                  <a:lnTo>
                    <a:pt x="55283" y="2859"/>
                  </a:lnTo>
                  <a:lnTo>
                    <a:pt x="55054" y="2015"/>
                  </a:lnTo>
                  <a:lnTo>
                    <a:pt x="55197" y="1640"/>
                  </a:lnTo>
                  <a:lnTo>
                    <a:pt x="55459" y="1318"/>
                  </a:lnTo>
                  <a:lnTo>
                    <a:pt x="55970" y="913"/>
                  </a:lnTo>
                  <a:lnTo>
                    <a:pt x="57152" y="350"/>
                  </a:lnTo>
                  <a:lnTo>
                    <a:pt x="57910" y="0"/>
                  </a:lnTo>
                  <a:lnTo>
                    <a:pt x="57941" y="1821"/>
                  </a:lnTo>
                  <a:lnTo>
                    <a:pt x="58638" y="4218"/>
                  </a:lnTo>
                  <a:lnTo>
                    <a:pt x="59391" y="5910"/>
                  </a:lnTo>
                  <a:lnTo>
                    <a:pt x="60769" y="8553"/>
                  </a:lnTo>
                  <a:lnTo>
                    <a:pt x="62386" y="11184"/>
                  </a:lnTo>
                  <a:lnTo>
                    <a:pt x="62604" y="11539"/>
                  </a:lnTo>
                  <a:lnTo>
                    <a:pt x="62992" y="12120"/>
                  </a:lnTo>
                  <a:lnTo>
                    <a:pt x="63143" y="1234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2" name="pg321"/>
            <p:cNvSpPr/>
            <p:nvPr/>
          </p:nvSpPr>
          <p:spPr>
            <a:xfrm>
              <a:off x="3733449" y="3200293"/>
              <a:ext cx="127397" cy="68881"/>
            </a:xfrm>
            <a:custGeom>
              <a:avLst/>
              <a:pathLst>
                <a:path w="127397" h="68881">
                  <a:moveTo>
                    <a:pt x="69054" y="3805"/>
                  </a:moveTo>
                  <a:lnTo>
                    <a:pt x="83136" y="5456"/>
                  </a:lnTo>
                  <a:lnTo>
                    <a:pt x="83533" y="5502"/>
                  </a:lnTo>
                  <a:lnTo>
                    <a:pt x="84382" y="5606"/>
                  </a:lnTo>
                  <a:lnTo>
                    <a:pt x="88878" y="6157"/>
                  </a:lnTo>
                  <a:lnTo>
                    <a:pt x="90369" y="6381"/>
                  </a:lnTo>
                  <a:lnTo>
                    <a:pt x="90751" y="6438"/>
                  </a:lnTo>
                  <a:lnTo>
                    <a:pt x="91707" y="6581"/>
                  </a:lnTo>
                  <a:lnTo>
                    <a:pt x="92313" y="6672"/>
                  </a:lnTo>
                  <a:lnTo>
                    <a:pt x="97093" y="7216"/>
                  </a:lnTo>
                  <a:lnTo>
                    <a:pt x="104549" y="8064"/>
                  </a:lnTo>
                  <a:lnTo>
                    <a:pt x="105067" y="8123"/>
                  </a:lnTo>
                  <a:lnTo>
                    <a:pt x="105755" y="8202"/>
                  </a:lnTo>
                  <a:lnTo>
                    <a:pt x="110883" y="8785"/>
                  </a:lnTo>
                  <a:lnTo>
                    <a:pt x="118417" y="9642"/>
                  </a:lnTo>
                  <a:lnTo>
                    <a:pt x="125708" y="10472"/>
                  </a:lnTo>
                  <a:lnTo>
                    <a:pt x="126398" y="10550"/>
                  </a:lnTo>
                  <a:lnTo>
                    <a:pt x="125303" y="18070"/>
                  </a:lnTo>
                  <a:lnTo>
                    <a:pt x="125234" y="18546"/>
                  </a:lnTo>
                  <a:lnTo>
                    <a:pt x="125178" y="18926"/>
                  </a:lnTo>
                  <a:lnTo>
                    <a:pt x="125593" y="25935"/>
                  </a:lnTo>
                  <a:lnTo>
                    <a:pt x="126094" y="31871"/>
                  </a:lnTo>
                  <a:lnTo>
                    <a:pt x="126174" y="32545"/>
                  </a:lnTo>
                  <a:lnTo>
                    <a:pt x="127370" y="42677"/>
                  </a:lnTo>
                  <a:lnTo>
                    <a:pt x="127397" y="42959"/>
                  </a:lnTo>
                  <a:lnTo>
                    <a:pt x="119871" y="43408"/>
                  </a:lnTo>
                  <a:lnTo>
                    <a:pt x="111410" y="43821"/>
                  </a:lnTo>
                  <a:lnTo>
                    <a:pt x="105573" y="44066"/>
                  </a:lnTo>
                  <a:lnTo>
                    <a:pt x="105255" y="44079"/>
                  </a:lnTo>
                  <a:lnTo>
                    <a:pt x="100931" y="44319"/>
                  </a:lnTo>
                  <a:lnTo>
                    <a:pt x="99460" y="45089"/>
                  </a:lnTo>
                  <a:lnTo>
                    <a:pt x="98823" y="45946"/>
                  </a:lnTo>
                  <a:lnTo>
                    <a:pt x="97428" y="48467"/>
                  </a:lnTo>
                  <a:lnTo>
                    <a:pt x="97238" y="48889"/>
                  </a:lnTo>
                  <a:lnTo>
                    <a:pt x="93076" y="58118"/>
                  </a:lnTo>
                  <a:lnTo>
                    <a:pt x="90051" y="64826"/>
                  </a:lnTo>
                  <a:lnTo>
                    <a:pt x="89238" y="68547"/>
                  </a:lnTo>
                  <a:lnTo>
                    <a:pt x="89165" y="68881"/>
                  </a:lnTo>
                  <a:lnTo>
                    <a:pt x="84764" y="68352"/>
                  </a:lnTo>
                  <a:lnTo>
                    <a:pt x="83131" y="68156"/>
                  </a:lnTo>
                  <a:lnTo>
                    <a:pt x="77221" y="67446"/>
                  </a:lnTo>
                  <a:lnTo>
                    <a:pt x="71969" y="66815"/>
                  </a:lnTo>
                  <a:lnTo>
                    <a:pt x="66308" y="66135"/>
                  </a:lnTo>
                  <a:lnTo>
                    <a:pt x="60318" y="65339"/>
                  </a:lnTo>
                  <a:lnTo>
                    <a:pt x="53622" y="64392"/>
                  </a:lnTo>
                  <a:lnTo>
                    <a:pt x="53242" y="64338"/>
                  </a:lnTo>
                  <a:lnTo>
                    <a:pt x="53638" y="60979"/>
                  </a:lnTo>
                  <a:lnTo>
                    <a:pt x="55141" y="48215"/>
                  </a:lnTo>
                  <a:lnTo>
                    <a:pt x="55163" y="48034"/>
                  </a:lnTo>
                  <a:lnTo>
                    <a:pt x="54891" y="48021"/>
                  </a:lnTo>
                  <a:lnTo>
                    <a:pt x="52709" y="47922"/>
                  </a:lnTo>
                  <a:lnTo>
                    <a:pt x="50402" y="47937"/>
                  </a:lnTo>
                  <a:lnTo>
                    <a:pt x="49007" y="47946"/>
                  </a:lnTo>
                  <a:lnTo>
                    <a:pt x="48658" y="48007"/>
                  </a:lnTo>
                  <a:lnTo>
                    <a:pt x="48314" y="48068"/>
                  </a:lnTo>
                  <a:lnTo>
                    <a:pt x="47126" y="47727"/>
                  </a:lnTo>
                  <a:lnTo>
                    <a:pt x="46460" y="47495"/>
                  </a:lnTo>
                  <a:lnTo>
                    <a:pt x="45743" y="47157"/>
                  </a:lnTo>
                  <a:lnTo>
                    <a:pt x="45880" y="48343"/>
                  </a:lnTo>
                  <a:lnTo>
                    <a:pt x="45627" y="48336"/>
                  </a:lnTo>
                  <a:lnTo>
                    <a:pt x="42282" y="48243"/>
                  </a:lnTo>
                  <a:lnTo>
                    <a:pt x="42105" y="48238"/>
                  </a:lnTo>
                  <a:lnTo>
                    <a:pt x="42080" y="47861"/>
                  </a:lnTo>
                  <a:lnTo>
                    <a:pt x="41926" y="46939"/>
                  </a:lnTo>
                  <a:lnTo>
                    <a:pt x="39301" y="47472"/>
                  </a:lnTo>
                  <a:lnTo>
                    <a:pt x="39025" y="47528"/>
                  </a:lnTo>
                  <a:lnTo>
                    <a:pt x="36266" y="46747"/>
                  </a:lnTo>
                  <a:lnTo>
                    <a:pt x="36046" y="46732"/>
                  </a:lnTo>
                  <a:lnTo>
                    <a:pt x="34711" y="46639"/>
                  </a:lnTo>
                  <a:lnTo>
                    <a:pt x="34353" y="46614"/>
                  </a:lnTo>
                  <a:lnTo>
                    <a:pt x="25998" y="44460"/>
                  </a:lnTo>
                  <a:lnTo>
                    <a:pt x="21585" y="44519"/>
                  </a:lnTo>
                  <a:lnTo>
                    <a:pt x="11848" y="40209"/>
                  </a:lnTo>
                  <a:lnTo>
                    <a:pt x="2434" y="36351"/>
                  </a:lnTo>
                  <a:lnTo>
                    <a:pt x="1344" y="36036"/>
                  </a:lnTo>
                  <a:lnTo>
                    <a:pt x="0" y="35677"/>
                  </a:lnTo>
                  <a:lnTo>
                    <a:pt x="1764" y="31236"/>
                  </a:lnTo>
                  <a:lnTo>
                    <a:pt x="4457" y="27216"/>
                  </a:lnTo>
                  <a:lnTo>
                    <a:pt x="5643" y="24138"/>
                  </a:lnTo>
                  <a:lnTo>
                    <a:pt x="14648" y="27537"/>
                  </a:lnTo>
                  <a:lnTo>
                    <a:pt x="15960" y="25122"/>
                  </a:lnTo>
                  <a:lnTo>
                    <a:pt x="10689" y="17190"/>
                  </a:lnTo>
                  <a:lnTo>
                    <a:pt x="13283" y="10660"/>
                  </a:lnTo>
                  <a:lnTo>
                    <a:pt x="19575" y="9228"/>
                  </a:lnTo>
                  <a:lnTo>
                    <a:pt x="23196" y="4673"/>
                  </a:lnTo>
                  <a:lnTo>
                    <a:pt x="23661" y="4088"/>
                  </a:lnTo>
                  <a:lnTo>
                    <a:pt x="25140" y="2529"/>
                  </a:lnTo>
                  <a:lnTo>
                    <a:pt x="26593" y="2612"/>
                  </a:lnTo>
                  <a:lnTo>
                    <a:pt x="26679" y="3432"/>
                  </a:lnTo>
                  <a:lnTo>
                    <a:pt x="26755" y="4149"/>
                  </a:lnTo>
                  <a:lnTo>
                    <a:pt x="26822" y="5103"/>
                  </a:lnTo>
                  <a:lnTo>
                    <a:pt x="27516" y="4394"/>
                  </a:lnTo>
                  <a:lnTo>
                    <a:pt x="28718" y="3864"/>
                  </a:lnTo>
                  <a:lnTo>
                    <a:pt x="28905" y="3683"/>
                  </a:lnTo>
                  <a:lnTo>
                    <a:pt x="29463" y="3139"/>
                  </a:lnTo>
                  <a:lnTo>
                    <a:pt x="32167" y="3623"/>
                  </a:lnTo>
                  <a:lnTo>
                    <a:pt x="36610" y="5105"/>
                  </a:lnTo>
                  <a:lnTo>
                    <a:pt x="36650" y="4971"/>
                  </a:lnTo>
                  <a:lnTo>
                    <a:pt x="37805" y="1014"/>
                  </a:lnTo>
                  <a:lnTo>
                    <a:pt x="38102" y="0"/>
                  </a:lnTo>
                  <a:lnTo>
                    <a:pt x="38487" y="47"/>
                  </a:lnTo>
                  <a:lnTo>
                    <a:pt x="48038" y="1232"/>
                  </a:lnTo>
                  <a:lnTo>
                    <a:pt x="54027" y="1954"/>
                  </a:lnTo>
                  <a:lnTo>
                    <a:pt x="59485" y="2612"/>
                  </a:lnTo>
                  <a:lnTo>
                    <a:pt x="60969" y="2791"/>
                  </a:lnTo>
                  <a:lnTo>
                    <a:pt x="62644" y="3002"/>
                  </a:lnTo>
                  <a:lnTo>
                    <a:pt x="68589" y="374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3" name="pg322"/>
            <p:cNvSpPr/>
            <p:nvPr/>
          </p:nvSpPr>
          <p:spPr>
            <a:xfrm>
              <a:off x="3822614" y="3210844"/>
              <a:ext cx="92539" cy="94572"/>
            </a:xfrm>
            <a:custGeom>
              <a:avLst/>
              <a:pathLst>
                <a:path w="92539" h="94572">
                  <a:moveTo>
                    <a:pt x="68293" y="10961"/>
                  </a:moveTo>
                  <a:lnTo>
                    <a:pt x="75271" y="11657"/>
                  </a:lnTo>
                  <a:lnTo>
                    <a:pt x="78553" y="11622"/>
                  </a:lnTo>
                  <a:lnTo>
                    <a:pt x="81335" y="11593"/>
                  </a:lnTo>
                  <a:lnTo>
                    <a:pt x="81405" y="12628"/>
                  </a:lnTo>
                  <a:lnTo>
                    <a:pt x="81431" y="13069"/>
                  </a:lnTo>
                  <a:lnTo>
                    <a:pt x="81580" y="15577"/>
                  </a:lnTo>
                  <a:lnTo>
                    <a:pt x="81733" y="18167"/>
                  </a:lnTo>
                  <a:lnTo>
                    <a:pt x="81754" y="18378"/>
                  </a:lnTo>
                  <a:lnTo>
                    <a:pt x="82164" y="18367"/>
                  </a:lnTo>
                  <a:lnTo>
                    <a:pt x="85021" y="18285"/>
                  </a:lnTo>
                  <a:lnTo>
                    <a:pt x="85198" y="18278"/>
                  </a:lnTo>
                  <a:lnTo>
                    <a:pt x="88549" y="18146"/>
                  </a:lnTo>
                  <a:lnTo>
                    <a:pt x="88986" y="18128"/>
                  </a:lnTo>
                  <a:lnTo>
                    <a:pt x="91095" y="18045"/>
                  </a:lnTo>
                  <a:lnTo>
                    <a:pt x="91182" y="19345"/>
                  </a:lnTo>
                  <a:lnTo>
                    <a:pt x="91230" y="20055"/>
                  </a:lnTo>
                  <a:lnTo>
                    <a:pt x="91255" y="20424"/>
                  </a:lnTo>
                  <a:lnTo>
                    <a:pt x="91778" y="28255"/>
                  </a:lnTo>
                  <a:lnTo>
                    <a:pt x="91800" y="28577"/>
                  </a:lnTo>
                  <a:lnTo>
                    <a:pt x="92090" y="32915"/>
                  </a:lnTo>
                  <a:lnTo>
                    <a:pt x="92182" y="34295"/>
                  </a:lnTo>
                  <a:lnTo>
                    <a:pt x="92209" y="34691"/>
                  </a:lnTo>
                  <a:lnTo>
                    <a:pt x="92539" y="39631"/>
                  </a:lnTo>
                  <a:lnTo>
                    <a:pt x="92086" y="45905"/>
                  </a:lnTo>
                  <a:lnTo>
                    <a:pt x="91954" y="46672"/>
                  </a:lnTo>
                  <a:lnTo>
                    <a:pt x="91798" y="47381"/>
                  </a:lnTo>
                  <a:lnTo>
                    <a:pt x="91602" y="48271"/>
                  </a:lnTo>
                  <a:lnTo>
                    <a:pt x="91566" y="48404"/>
                  </a:lnTo>
                  <a:lnTo>
                    <a:pt x="91268" y="49488"/>
                  </a:lnTo>
                  <a:lnTo>
                    <a:pt x="91013" y="50261"/>
                  </a:lnTo>
                  <a:lnTo>
                    <a:pt x="90624" y="51444"/>
                  </a:lnTo>
                  <a:lnTo>
                    <a:pt x="89271" y="54779"/>
                  </a:lnTo>
                  <a:lnTo>
                    <a:pt x="88931" y="55521"/>
                  </a:lnTo>
                  <a:lnTo>
                    <a:pt x="88407" y="56489"/>
                  </a:lnTo>
                  <a:lnTo>
                    <a:pt x="88063" y="56963"/>
                  </a:lnTo>
                  <a:lnTo>
                    <a:pt x="85024" y="61149"/>
                  </a:lnTo>
                  <a:lnTo>
                    <a:pt x="83333" y="62907"/>
                  </a:lnTo>
                  <a:lnTo>
                    <a:pt x="79648" y="67745"/>
                  </a:lnTo>
                  <a:lnTo>
                    <a:pt x="74872" y="73463"/>
                  </a:lnTo>
                  <a:lnTo>
                    <a:pt x="74693" y="73676"/>
                  </a:lnTo>
                  <a:lnTo>
                    <a:pt x="73744" y="74812"/>
                  </a:lnTo>
                  <a:lnTo>
                    <a:pt x="73571" y="74995"/>
                  </a:lnTo>
                  <a:lnTo>
                    <a:pt x="73319" y="75260"/>
                  </a:lnTo>
                  <a:lnTo>
                    <a:pt x="70874" y="77832"/>
                  </a:lnTo>
                  <a:lnTo>
                    <a:pt x="69056" y="79387"/>
                  </a:lnTo>
                  <a:lnTo>
                    <a:pt x="67780" y="80478"/>
                  </a:lnTo>
                  <a:lnTo>
                    <a:pt x="66913" y="81156"/>
                  </a:lnTo>
                  <a:lnTo>
                    <a:pt x="64199" y="83277"/>
                  </a:lnTo>
                  <a:lnTo>
                    <a:pt x="61230" y="85598"/>
                  </a:lnTo>
                  <a:lnTo>
                    <a:pt x="61096" y="85702"/>
                  </a:lnTo>
                  <a:lnTo>
                    <a:pt x="60451" y="86249"/>
                  </a:lnTo>
                  <a:lnTo>
                    <a:pt x="58949" y="87521"/>
                  </a:lnTo>
                  <a:lnTo>
                    <a:pt x="51466" y="94572"/>
                  </a:lnTo>
                  <a:lnTo>
                    <a:pt x="50822" y="88153"/>
                  </a:lnTo>
                  <a:lnTo>
                    <a:pt x="50391" y="85419"/>
                  </a:lnTo>
                  <a:lnTo>
                    <a:pt x="50344" y="85124"/>
                  </a:lnTo>
                  <a:lnTo>
                    <a:pt x="50138" y="83819"/>
                  </a:lnTo>
                  <a:lnTo>
                    <a:pt x="49174" y="81988"/>
                  </a:lnTo>
                  <a:lnTo>
                    <a:pt x="47054" y="77962"/>
                  </a:lnTo>
                  <a:lnTo>
                    <a:pt x="45907" y="75783"/>
                  </a:lnTo>
                  <a:lnTo>
                    <a:pt x="45493" y="75137"/>
                  </a:lnTo>
                  <a:lnTo>
                    <a:pt x="42610" y="70641"/>
                  </a:lnTo>
                  <a:lnTo>
                    <a:pt x="39978" y="66617"/>
                  </a:lnTo>
                  <a:lnTo>
                    <a:pt x="36778" y="61725"/>
                  </a:lnTo>
                  <a:lnTo>
                    <a:pt x="36679" y="61573"/>
                  </a:lnTo>
                  <a:lnTo>
                    <a:pt x="36103" y="60326"/>
                  </a:lnTo>
                  <a:lnTo>
                    <a:pt x="34760" y="58506"/>
                  </a:lnTo>
                  <a:lnTo>
                    <a:pt x="34073" y="58048"/>
                  </a:lnTo>
                  <a:lnTo>
                    <a:pt x="33462" y="57762"/>
                  </a:lnTo>
                  <a:lnTo>
                    <a:pt x="32775" y="57628"/>
                  </a:lnTo>
                  <a:lnTo>
                    <a:pt x="31954" y="57552"/>
                  </a:lnTo>
                  <a:lnTo>
                    <a:pt x="30561" y="57896"/>
                  </a:lnTo>
                  <a:lnTo>
                    <a:pt x="29324" y="58586"/>
                  </a:lnTo>
                  <a:lnTo>
                    <a:pt x="28553" y="59017"/>
                  </a:lnTo>
                  <a:lnTo>
                    <a:pt x="28308" y="59032"/>
                  </a:lnTo>
                  <a:lnTo>
                    <a:pt x="27442" y="57877"/>
                  </a:lnTo>
                  <a:lnTo>
                    <a:pt x="27023" y="57117"/>
                  </a:lnTo>
                  <a:lnTo>
                    <a:pt x="26796" y="56212"/>
                  </a:lnTo>
                  <a:lnTo>
                    <a:pt x="26857" y="50765"/>
                  </a:lnTo>
                  <a:lnTo>
                    <a:pt x="21948" y="50987"/>
                  </a:lnTo>
                  <a:lnTo>
                    <a:pt x="17418" y="51193"/>
                  </a:lnTo>
                  <a:lnTo>
                    <a:pt x="17111" y="51200"/>
                  </a:lnTo>
                  <a:lnTo>
                    <a:pt x="17292" y="57937"/>
                  </a:lnTo>
                  <a:lnTo>
                    <a:pt x="17325" y="58280"/>
                  </a:lnTo>
                  <a:lnTo>
                    <a:pt x="17349" y="58625"/>
                  </a:lnTo>
                  <a:lnTo>
                    <a:pt x="17056" y="58627"/>
                  </a:lnTo>
                  <a:lnTo>
                    <a:pt x="5605" y="58697"/>
                  </a:lnTo>
                  <a:lnTo>
                    <a:pt x="5191" y="58687"/>
                  </a:lnTo>
                  <a:lnTo>
                    <a:pt x="2741" y="58624"/>
                  </a:lnTo>
                  <a:lnTo>
                    <a:pt x="0" y="58330"/>
                  </a:lnTo>
                  <a:lnTo>
                    <a:pt x="72" y="57996"/>
                  </a:lnTo>
                  <a:lnTo>
                    <a:pt x="886" y="54275"/>
                  </a:lnTo>
                  <a:lnTo>
                    <a:pt x="3911" y="47568"/>
                  </a:lnTo>
                  <a:lnTo>
                    <a:pt x="8072" y="38338"/>
                  </a:lnTo>
                  <a:lnTo>
                    <a:pt x="8263" y="37916"/>
                  </a:lnTo>
                  <a:lnTo>
                    <a:pt x="9658" y="35395"/>
                  </a:lnTo>
                  <a:lnTo>
                    <a:pt x="10294" y="34538"/>
                  </a:lnTo>
                  <a:lnTo>
                    <a:pt x="11766" y="33768"/>
                  </a:lnTo>
                  <a:lnTo>
                    <a:pt x="16090" y="33528"/>
                  </a:lnTo>
                  <a:lnTo>
                    <a:pt x="16408" y="33515"/>
                  </a:lnTo>
                  <a:lnTo>
                    <a:pt x="22322" y="33267"/>
                  </a:lnTo>
                  <a:lnTo>
                    <a:pt x="30732" y="32855"/>
                  </a:lnTo>
                  <a:lnTo>
                    <a:pt x="38231" y="32408"/>
                  </a:lnTo>
                  <a:lnTo>
                    <a:pt x="38205" y="32126"/>
                  </a:lnTo>
                  <a:lnTo>
                    <a:pt x="37008" y="21994"/>
                  </a:lnTo>
                  <a:lnTo>
                    <a:pt x="36929" y="21320"/>
                  </a:lnTo>
                  <a:lnTo>
                    <a:pt x="36428" y="15384"/>
                  </a:lnTo>
                  <a:lnTo>
                    <a:pt x="36013" y="8375"/>
                  </a:lnTo>
                  <a:lnTo>
                    <a:pt x="36068" y="7995"/>
                  </a:lnTo>
                  <a:lnTo>
                    <a:pt x="36137" y="7519"/>
                  </a:lnTo>
                  <a:lnTo>
                    <a:pt x="37234" y="0"/>
                  </a:lnTo>
                  <a:lnTo>
                    <a:pt x="37916" y="91"/>
                  </a:lnTo>
                  <a:lnTo>
                    <a:pt x="39113" y="252"/>
                  </a:lnTo>
                  <a:lnTo>
                    <a:pt x="43707" y="870"/>
                  </a:lnTo>
                  <a:lnTo>
                    <a:pt x="44262" y="939"/>
                  </a:lnTo>
                  <a:lnTo>
                    <a:pt x="45026" y="1034"/>
                  </a:lnTo>
                  <a:lnTo>
                    <a:pt x="46149" y="1174"/>
                  </a:lnTo>
                  <a:lnTo>
                    <a:pt x="48677" y="1488"/>
                  </a:lnTo>
                  <a:lnTo>
                    <a:pt x="51434" y="1831"/>
                  </a:lnTo>
                  <a:lnTo>
                    <a:pt x="51437" y="2100"/>
                  </a:lnTo>
                  <a:lnTo>
                    <a:pt x="51487" y="5781"/>
                  </a:lnTo>
                  <a:lnTo>
                    <a:pt x="51673" y="8469"/>
                  </a:lnTo>
                  <a:lnTo>
                    <a:pt x="51725" y="8959"/>
                  </a:lnTo>
                  <a:lnTo>
                    <a:pt x="54824" y="9341"/>
                  </a:lnTo>
                  <a:lnTo>
                    <a:pt x="54954" y="9357"/>
                  </a:lnTo>
                  <a:lnTo>
                    <a:pt x="57761" y="9703"/>
                  </a:lnTo>
                  <a:lnTo>
                    <a:pt x="63264" y="10382"/>
                  </a:lnTo>
                  <a:lnTo>
                    <a:pt x="65698" y="10682"/>
                  </a:lnTo>
                  <a:lnTo>
                    <a:pt x="66593" y="10792"/>
                  </a:lnTo>
                  <a:lnTo>
                    <a:pt x="66795" y="108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4" name="pg323"/>
            <p:cNvSpPr/>
            <p:nvPr/>
          </p:nvSpPr>
          <p:spPr>
            <a:xfrm>
              <a:off x="3905948" y="3184318"/>
              <a:ext cx="102719" cy="90408"/>
            </a:xfrm>
            <a:custGeom>
              <a:avLst/>
              <a:pathLst>
                <a:path w="102719" h="90408">
                  <a:moveTo>
                    <a:pt x="86401" y="25388"/>
                  </a:moveTo>
                  <a:lnTo>
                    <a:pt x="89047" y="25574"/>
                  </a:lnTo>
                  <a:lnTo>
                    <a:pt x="94836" y="25108"/>
                  </a:lnTo>
                  <a:lnTo>
                    <a:pt x="95271" y="25072"/>
                  </a:lnTo>
                  <a:lnTo>
                    <a:pt x="97237" y="24941"/>
                  </a:lnTo>
                  <a:lnTo>
                    <a:pt x="98505" y="24857"/>
                  </a:lnTo>
                  <a:lnTo>
                    <a:pt x="99715" y="25138"/>
                  </a:lnTo>
                  <a:lnTo>
                    <a:pt x="100481" y="25499"/>
                  </a:lnTo>
                  <a:lnTo>
                    <a:pt x="100846" y="25843"/>
                  </a:lnTo>
                  <a:lnTo>
                    <a:pt x="101103" y="26344"/>
                  </a:lnTo>
                  <a:lnTo>
                    <a:pt x="101292" y="27073"/>
                  </a:lnTo>
                  <a:lnTo>
                    <a:pt x="101412" y="28219"/>
                  </a:lnTo>
                  <a:lnTo>
                    <a:pt x="101433" y="28422"/>
                  </a:lnTo>
                  <a:lnTo>
                    <a:pt x="101583" y="48819"/>
                  </a:lnTo>
                  <a:lnTo>
                    <a:pt x="101639" y="49598"/>
                  </a:lnTo>
                  <a:lnTo>
                    <a:pt x="101728" y="50842"/>
                  </a:lnTo>
                  <a:lnTo>
                    <a:pt x="102150" y="56738"/>
                  </a:lnTo>
                  <a:lnTo>
                    <a:pt x="102283" y="59128"/>
                  </a:lnTo>
                  <a:lnTo>
                    <a:pt x="102303" y="59442"/>
                  </a:lnTo>
                  <a:lnTo>
                    <a:pt x="102448" y="61610"/>
                  </a:lnTo>
                  <a:lnTo>
                    <a:pt x="102503" y="62436"/>
                  </a:lnTo>
                  <a:lnTo>
                    <a:pt x="102539" y="62989"/>
                  </a:lnTo>
                  <a:lnTo>
                    <a:pt x="102719" y="65689"/>
                  </a:lnTo>
                  <a:lnTo>
                    <a:pt x="102565" y="74584"/>
                  </a:lnTo>
                  <a:lnTo>
                    <a:pt x="102558" y="74974"/>
                  </a:lnTo>
                  <a:lnTo>
                    <a:pt x="102555" y="75121"/>
                  </a:lnTo>
                  <a:lnTo>
                    <a:pt x="101252" y="75330"/>
                  </a:lnTo>
                  <a:lnTo>
                    <a:pt x="100847" y="75394"/>
                  </a:lnTo>
                  <a:lnTo>
                    <a:pt x="95294" y="76285"/>
                  </a:lnTo>
                  <a:lnTo>
                    <a:pt x="93577" y="76301"/>
                  </a:lnTo>
                  <a:lnTo>
                    <a:pt x="93112" y="76276"/>
                  </a:lnTo>
                  <a:lnTo>
                    <a:pt x="91892" y="76212"/>
                  </a:lnTo>
                  <a:lnTo>
                    <a:pt x="90975" y="76146"/>
                  </a:lnTo>
                  <a:lnTo>
                    <a:pt x="79084" y="75279"/>
                  </a:lnTo>
                  <a:lnTo>
                    <a:pt x="77989" y="75199"/>
                  </a:lnTo>
                  <a:lnTo>
                    <a:pt x="74177" y="74953"/>
                  </a:lnTo>
                  <a:lnTo>
                    <a:pt x="71992" y="74812"/>
                  </a:lnTo>
                  <a:lnTo>
                    <a:pt x="68818" y="74572"/>
                  </a:lnTo>
                  <a:lnTo>
                    <a:pt x="66897" y="74426"/>
                  </a:lnTo>
                  <a:lnTo>
                    <a:pt x="66760" y="74421"/>
                  </a:lnTo>
                  <a:lnTo>
                    <a:pt x="66254" y="74402"/>
                  </a:lnTo>
                  <a:lnTo>
                    <a:pt x="61387" y="74222"/>
                  </a:lnTo>
                  <a:lnTo>
                    <a:pt x="55660" y="74363"/>
                  </a:lnTo>
                  <a:lnTo>
                    <a:pt x="54183" y="74521"/>
                  </a:lnTo>
                  <a:lnTo>
                    <a:pt x="53883" y="74585"/>
                  </a:lnTo>
                  <a:lnTo>
                    <a:pt x="50666" y="75274"/>
                  </a:lnTo>
                  <a:lnTo>
                    <a:pt x="47880" y="76140"/>
                  </a:lnTo>
                  <a:lnTo>
                    <a:pt x="44192" y="77287"/>
                  </a:lnTo>
                  <a:lnTo>
                    <a:pt x="43822" y="77417"/>
                  </a:lnTo>
                  <a:lnTo>
                    <a:pt x="41524" y="78225"/>
                  </a:lnTo>
                  <a:lnTo>
                    <a:pt x="34217" y="80795"/>
                  </a:lnTo>
                  <a:lnTo>
                    <a:pt x="22952" y="84855"/>
                  </a:lnTo>
                  <a:lnTo>
                    <a:pt x="20512" y="85733"/>
                  </a:lnTo>
                  <a:lnTo>
                    <a:pt x="19372" y="86148"/>
                  </a:lnTo>
                  <a:lnTo>
                    <a:pt x="12213" y="88752"/>
                  </a:lnTo>
                  <a:lnTo>
                    <a:pt x="9912" y="89589"/>
                  </a:lnTo>
                  <a:lnTo>
                    <a:pt x="8364" y="90150"/>
                  </a:lnTo>
                  <a:lnTo>
                    <a:pt x="7630" y="90218"/>
                  </a:lnTo>
                  <a:lnTo>
                    <a:pt x="7216" y="90279"/>
                  </a:lnTo>
                  <a:lnTo>
                    <a:pt x="6820" y="90336"/>
                  </a:lnTo>
                  <a:lnTo>
                    <a:pt x="5460" y="90408"/>
                  </a:lnTo>
                  <a:lnTo>
                    <a:pt x="4843" y="90355"/>
                  </a:lnTo>
                  <a:lnTo>
                    <a:pt x="3971" y="90279"/>
                  </a:lnTo>
                  <a:lnTo>
                    <a:pt x="2096" y="89964"/>
                  </a:lnTo>
                  <a:lnTo>
                    <a:pt x="0" y="89432"/>
                  </a:lnTo>
                  <a:lnTo>
                    <a:pt x="1691" y="87674"/>
                  </a:lnTo>
                  <a:lnTo>
                    <a:pt x="4730" y="83488"/>
                  </a:lnTo>
                  <a:lnTo>
                    <a:pt x="5073" y="83015"/>
                  </a:lnTo>
                  <a:lnTo>
                    <a:pt x="5598" y="82047"/>
                  </a:lnTo>
                  <a:lnTo>
                    <a:pt x="5937" y="81305"/>
                  </a:lnTo>
                  <a:lnTo>
                    <a:pt x="7291" y="77970"/>
                  </a:lnTo>
                  <a:lnTo>
                    <a:pt x="7680" y="76787"/>
                  </a:lnTo>
                  <a:lnTo>
                    <a:pt x="7935" y="76014"/>
                  </a:lnTo>
                  <a:lnTo>
                    <a:pt x="8232" y="74930"/>
                  </a:lnTo>
                  <a:lnTo>
                    <a:pt x="8269" y="74797"/>
                  </a:lnTo>
                  <a:lnTo>
                    <a:pt x="8465" y="73907"/>
                  </a:lnTo>
                  <a:lnTo>
                    <a:pt x="8620" y="73198"/>
                  </a:lnTo>
                  <a:lnTo>
                    <a:pt x="8752" y="72430"/>
                  </a:lnTo>
                  <a:lnTo>
                    <a:pt x="9206" y="66156"/>
                  </a:lnTo>
                  <a:lnTo>
                    <a:pt x="8875" y="61216"/>
                  </a:lnTo>
                  <a:lnTo>
                    <a:pt x="8849" y="60821"/>
                  </a:lnTo>
                  <a:lnTo>
                    <a:pt x="8757" y="59441"/>
                  </a:lnTo>
                  <a:lnTo>
                    <a:pt x="8467" y="55103"/>
                  </a:lnTo>
                  <a:lnTo>
                    <a:pt x="8445" y="54781"/>
                  </a:lnTo>
                  <a:lnTo>
                    <a:pt x="7921" y="46949"/>
                  </a:lnTo>
                  <a:lnTo>
                    <a:pt x="7896" y="46575"/>
                  </a:lnTo>
                  <a:lnTo>
                    <a:pt x="7849" y="45871"/>
                  </a:lnTo>
                  <a:lnTo>
                    <a:pt x="7762" y="44571"/>
                  </a:lnTo>
                  <a:lnTo>
                    <a:pt x="7722" y="43973"/>
                  </a:lnTo>
                  <a:lnTo>
                    <a:pt x="7517" y="41008"/>
                  </a:lnTo>
                  <a:lnTo>
                    <a:pt x="7354" y="38657"/>
                  </a:lnTo>
                  <a:lnTo>
                    <a:pt x="7313" y="38062"/>
                  </a:lnTo>
                  <a:lnTo>
                    <a:pt x="7139" y="35556"/>
                  </a:lnTo>
                  <a:lnTo>
                    <a:pt x="6775" y="30296"/>
                  </a:lnTo>
                  <a:lnTo>
                    <a:pt x="10577" y="29710"/>
                  </a:lnTo>
                  <a:lnTo>
                    <a:pt x="13281" y="29293"/>
                  </a:lnTo>
                  <a:lnTo>
                    <a:pt x="15189" y="28756"/>
                  </a:lnTo>
                  <a:lnTo>
                    <a:pt x="15836" y="28573"/>
                  </a:lnTo>
                  <a:lnTo>
                    <a:pt x="16170" y="28480"/>
                  </a:lnTo>
                  <a:lnTo>
                    <a:pt x="16450" y="28413"/>
                  </a:lnTo>
                  <a:lnTo>
                    <a:pt x="17229" y="28227"/>
                  </a:lnTo>
                  <a:lnTo>
                    <a:pt x="20516" y="26966"/>
                  </a:lnTo>
                  <a:lnTo>
                    <a:pt x="21022" y="26772"/>
                  </a:lnTo>
                  <a:lnTo>
                    <a:pt x="24448" y="24511"/>
                  </a:lnTo>
                  <a:lnTo>
                    <a:pt x="27512" y="22488"/>
                  </a:lnTo>
                  <a:lnTo>
                    <a:pt x="29188" y="21381"/>
                  </a:lnTo>
                  <a:lnTo>
                    <a:pt x="29710" y="21037"/>
                  </a:lnTo>
                  <a:lnTo>
                    <a:pt x="30028" y="20826"/>
                  </a:lnTo>
                  <a:lnTo>
                    <a:pt x="34452" y="17905"/>
                  </a:lnTo>
                  <a:lnTo>
                    <a:pt x="34772" y="17694"/>
                  </a:lnTo>
                  <a:lnTo>
                    <a:pt x="39467" y="14594"/>
                  </a:lnTo>
                  <a:lnTo>
                    <a:pt x="39623" y="14491"/>
                  </a:lnTo>
                  <a:lnTo>
                    <a:pt x="44453" y="11303"/>
                  </a:lnTo>
                  <a:lnTo>
                    <a:pt x="44589" y="11213"/>
                  </a:lnTo>
                  <a:lnTo>
                    <a:pt x="49542" y="7942"/>
                  </a:lnTo>
                  <a:lnTo>
                    <a:pt x="49963" y="7664"/>
                  </a:lnTo>
                  <a:lnTo>
                    <a:pt x="50103" y="7572"/>
                  </a:lnTo>
                  <a:lnTo>
                    <a:pt x="50402" y="7375"/>
                  </a:lnTo>
                  <a:lnTo>
                    <a:pt x="50690" y="7243"/>
                  </a:lnTo>
                  <a:lnTo>
                    <a:pt x="51794" y="6739"/>
                  </a:lnTo>
                  <a:lnTo>
                    <a:pt x="53605" y="5911"/>
                  </a:lnTo>
                  <a:lnTo>
                    <a:pt x="68532" y="529"/>
                  </a:lnTo>
                  <a:lnTo>
                    <a:pt x="69618" y="137"/>
                  </a:lnTo>
                  <a:lnTo>
                    <a:pt x="70000" y="0"/>
                  </a:lnTo>
                  <a:lnTo>
                    <a:pt x="70029" y="403"/>
                  </a:lnTo>
                  <a:lnTo>
                    <a:pt x="70121" y="1678"/>
                  </a:lnTo>
                  <a:lnTo>
                    <a:pt x="70151" y="2095"/>
                  </a:lnTo>
                  <a:lnTo>
                    <a:pt x="70277" y="2437"/>
                  </a:lnTo>
                  <a:lnTo>
                    <a:pt x="70449" y="2908"/>
                  </a:lnTo>
                  <a:lnTo>
                    <a:pt x="73224" y="10473"/>
                  </a:lnTo>
                  <a:lnTo>
                    <a:pt x="76208" y="17981"/>
                  </a:lnTo>
                  <a:lnTo>
                    <a:pt x="76285" y="18173"/>
                  </a:lnTo>
                  <a:lnTo>
                    <a:pt x="76697" y="18921"/>
                  </a:lnTo>
                  <a:lnTo>
                    <a:pt x="76812" y="19128"/>
                  </a:lnTo>
                  <a:lnTo>
                    <a:pt x="77069" y="19523"/>
                  </a:lnTo>
                  <a:lnTo>
                    <a:pt x="77587" y="20321"/>
                  </a:lnTo>
                  <a:lnTo>
                    <a:pt x="78364" y="21330"/>
                  </a:lnTo>
                  <a:lnTo>
                    <a:pt x="78959" y="22050"/>
                  </a:lnTo>
                  <a:lnTo>
                    <a:pt x="80062" y="23183"/>
                  </a:lnTo>
                  <a:lnTo>
                    <a:pt x="81253" y="23785"/>
                  </a:lnTo>
                  <a:lnTo>
                    <a:pt x="82090" y="24206"/>
                  </a:lnTo>
                  <a:lnTo>
                    <a:pt x="83866" y="2486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5" name="pg324"/>
            <p:cNvSpPr/>
            <p:nvPr/>
          </p:nvSpPr>
          <p:spPr>
            <a:xfrm>
              <a:off x="4004324" y="3140535"/>
              <a:ext cx="202512" cy="131830"/>
            </a:xfrm>
            <a:custGeom>
              <a:avLst/>
              <a:pathLst>
                <a:path w="202512" h="131830">
                  <a:moveTo>
                    <a:pt x="195658" y="0"/>
                  </a:moveTo>
                  <a:lnTo>
                    <a:pt x="198759" y="1848"/>
                  </a:lnTo>
                  <a:lnTo>
                    <a:pt x="198759" y="2922"/>
                  </a:lnTo>
                  <a:lnTo>
                    <a:pt x="197920" y="3815"/>
                  </a:lnTo>
                  <a:lnTo>
                    <a:pt x="199721" y="7665"/>
                  </a:lnTo>
                  <a:lnTo>
                    <a:pt x="200689" y="9725"/>
                  </a:lnTo>
                  <a:lnTo>
                    <a:pt x="202512" y="13762"/>
                  </a:lnTo>
                  <a:lnTo>
                    <a:pt x="202256" y="14232"/>
                  </a:lnTo>
                  <a:lnTo>
                    <a:pt x="195443" y="10911"/>
                  </a:lnTo>
                  <a:lnTo>
                    <a:pt x="192938" y="9967"/>
                  </a:lnTo>
                  <a:lnTo>
                    <a:pt x="192122" y="9809"/>
                  </a:lnTo>
                  <a:lnTo>
                    <a:pt x="191950" y="9849"/>
                  </a:lnTo>
                  <a:lnTo>
                    <a:pt x="191192" y="10024"/>
                  </a:lnTo>
                  <a:lnTo>
                    <a:pt x="191022" y="10111"/>
                  </a:lnTo>
                  <a:lnTo>
                    <a:pt x="190161" y="10553"/>
                  </a:lnTo>
                  <a:lnTo>
                    <a:pt x="189411" y="11356"/>
                  </a:lnTo>
                  <a:lnTo>
                    <a:pt x="189059" y="12257"/>
                  </a:lnTo>
                  <a:lnTo>
                    <a:pt x="188845" y="13287"/>
                  </a:lnTo>
                  <a:lnTo>
                    <a:pt x="188587" y="14690"/>
                  </a:lnTo>
                  <a:lnTo>
                    <a:pt x="187828" y="17223"/>
                  </a:lnTo>
                  <a:lnTo>
                    <a:pt x="186984" y="19313"/>
                  </a:lnTo>
                  <a:lnTo>
                    <a:pt x="186283" y="19846"/>
                  </a:lnTo>
                  <a:lnTo>
                    <a:pt x="182618" y="22634"/>
                  </a:lnTo>
                  <a:lnTo>
                    <a:pt x="180786" y="24208"/>
                  </a:lnTo>
                  <a:lnTo>
                    <a:pt x="179641" y="25362"/>
                  </a:lnTo>
                  <a:lnTo>
                    <a:pt x="178940" y="26069"/>
                  </a:lnTo>
                  <a:lnTo>
                    <a:pt x="178067" y="28731"/>
                  </a:lnTo>
                  <a:lnTo>
                    <a:pt x="178058" y="29848"/>
                  </a:lnTo>
                  <a:lnTo>
                    <a:pt x="178052" y="30564"/>
                  </a:lnTo>
                  <a:lnTo>
                    <a:pt x="178071" y="32367"/>
                  </a:lnTo>
                  <a:lnTo>
                    <a:pt x="176769" y="32540"/>
                  </a:lnTo>
                  <a:lnTo>
                    <a:pt x="173830" y="33361"/>
                  </a:lnTo>
                  <a:lnTo>
                    <a:pt x="173035" y="33801"/>
                  </a:lnTo>
                  <a:lnTo>
                    <a:pt x="170274" y="35332"/>
                  </a:lnTo>
                  <a:lnTo>
                    <a:pt x="168187" y="37239"/>
                  </a:lnTo>
                  <a:lnTo>
                    <a:pt x="167603" y="37772"/>
                  </a:lnTo>
                  <a:lnTo>
                    <a:pt x="167155" y="38181"/>
                  </a:lnTo>
                  <a:lnTo>
                    <a:pt x="166932" y="38384"/>
                  </a:lnTo>
                  <a:lnTo>
                    <a:pt x="163853" y="41198"/>
                  </a:lnTo>
                  <a:lnTo>
                    <a:pt x="162340" y="42580"/>
                  </a:lnTo>
                  <a:lnTo>
                    <a:pt x="155129" y="49169"/>
                  </a:lnTo>
                  <a:lnTo>
                    <a:pt x="154917" y="49362"/>
                  </a:lnTo>
                  <a:lnTo>
                    <a:pt x="154120" y="49993"/>
                  </a:lnTo>
                  <a:lnTo>
                    <a:pt x="151810" y="51821"/>
                  </a:lnTo>
                  <a:lnTo>
                    <a:pt x="148804" y="53438"/>
                  </a:lnTo>
                  <a:lnTo>
                    <a:pt x="148410" y="53539"/>
                  </a:lnTo>
                  <a:lnTo>
                    <a:pt x="142660" y="55009"/>
                  </a:lnTo>
                  <a:lnTo>
                    <a:pt x="142172" y="55133"/>
                  </a:lnTo>
                  <a:lnTo>
                    <a:pt x="141572" y="55306"/>
                  </a:lnTo>
                  <a:lnTo>
                    <a:pt x="140192" y="55892"/>
                  </a:lnTo>
                  <a:lnTo>
                    <a:pt x="138790" y="56488"/>
                  </a:lnTo>
                  <a:lnTo>
                    <a:pt x="137611" y="56988"/>
                  </a:lnTo>
                  <a:lnTo>
                    <a:pt x="135937" y="58033"/>
                  </a:lnTo>
                  <a:lnTo>
                    <a:pt x="133074" y="59819"/>
                  </a:lnTo>
                  <a:lnTo>
                    <a:pt x="129440" y="62087"/>
                  </a:lnTo>
                  <a:lnTo>
                    <a:pt x="128958" y="62387"/>
                  </a:lnTo>
                  <a:lnTo>
                    <a:pt x="128291" y="62804"/>
                  </a:lnTo>
                  <a:lnTo>
                    <a:pt x="123365" y="65878"/>
                  </a:lnTo>
                  <a:lnTo>
                    <a:pt x="116881" y="69924"/>
                  </a:lnTo>
                  <a:lnTo>
                    <a:pt x="112716" y="73179"/>
                  </a:lnTo>
                  <a:lnTo>
                    <a:pt x="110540" y="75469"/>
                  </a:lnTo>
                  <a:lnTo>
                    <a:pt x="109109" y="77530"/>
                  </a:lnTo>
                  <a:lnTo>
                    <a:pt x="108497" y="78622"/>
                  </a:lnTo>
                  <a:lnTo>
                    <a:pt x="107541" y="80325"/>
                  </a:lnTo>
                  <a:lnTo>
                    <a:pt x="107405" y="80569"/>
                  </a:lnTo>
                  <a:lnTo>
                    <a:pt x="107014" y="81266"/>
                  </a:lnTo>
                  <a:lnTo>
                    <a:pt x="106663" y="81918"/>
                  </a:lnTo>
                  <a:lnTo>
                    <a:pt x="106402" y="82401"/>
                  </a:lnTo>
                  <a:lnTo>
                    <a:pt x="106308" y="82576"/>
                  </a:lnTo>
                  <a:lnTo>
                    <a:pt x="104065" y="86692"/>
                  </a:lnTo>
                  <a:lnTo>
                    <a:pt x="101722" y="89717"/>
                  </a:lnTo>
                  <a:lnTo>
                    <a:pt x="100946" y="90718"/>
                  </a:lnTo>
                  <a:lnTo>
                    <a:pt x="100337" y="91181"/>
                  </a:lnTo>
                  <a:lnTo>
                    <a:pt x="99082" y="92135"/>
                  </a:lnTo>
                  <a:lnTo>
                    <a:pt x="98244" y="92681"/>
                  </a:lnTo>
                  <a:lnTo>
                    <a:pt x="98087" y="92788"/>
                  </a:lnTo>
                  <a:lnTo>
                    <a:pt x="97931" y="92895"/>
                  </a:lnTo>
                  <a:lnTo>
                    <a:pt x="88763" y="99164"/>
                  </a:lnTo>
                  <a:lnTo>
                    <a:pt x="78334" y="106296"/>
                  </a:lnTo>
                  <a:lnTo>
                    <a:pt x="78119" y="106442"/>
                  </a:lnTo>
                  <a:lnTo>
                    <a:pt x="73589" y="109540"/>
                  </a:lnTo>
                  <a:lnTo>
                    <a:pt x="73464" y="109900"/>
                  </a:lnTo>
                  <a:lnTo>
                    <a:pt x="73367" y="110182"/>
                  </a:lnTo>
                  <a:lnTo>
                    <a:pt x="73131" y="110860"/>
                  </a:lnTo>
                  <a:lnTo>
                    <a:pt x="72606" y="111524"/>
                  </a:lnTo>
                  <a:lnTo>
                    <a:pt x="72120" y="112139"/>
                  </a:lnTo>
                  <a:lnTo>
                    <a:pt x="71907" y="112290"/>
                  </a:lnTo>
                  <a:lnTo>
                    <a:pt x="70409" y="113350"/>
                  </a:lnTo>
                  <a:lnTo>
                    <a:pt x="66891" y="115841"/>
                  </a:lnTo>
                  <a:lnTo>
                    <a:pt x="65274" y="117146"/>
                  </a:lnTo>
                  <a:lnTo>
                    <a:pt x="64802" y="117683"/>
                  </a:lnTo>
                  <a:lnTo>
                    <a:pt x="64501" y="118027"/>
                  </a:lnTo>
                  <a:lnTo>
                    <a:pt x="62590" y="120202"/>
                  </a:lnTo>
                  <a:lnTo>
                    <a:pt x="60838" y="123371"/>
                  </a:lnTo>
                  <a:lnTo>
                    <a:pt x="58781" y="130403"/>
                  </a:lnTo>
                  <a:lnTo>
                    <a:pt x="58491" y="131393"/>
                  </a:lnTo>
                  <a:lnTo>
                    <a:pt x="58363" y="131830"/>
                  </a:lnTo>
                  <a:lnTo>
                    <a:pt x="53541" y="130139"/>
                  </a:lnTo>
                  <a:lnTo>
                    <a:pt x="49007" y="128549"/>
                  </a:lnTo>
                  <a:lnTo>
                    <a:pt x="43006" y="127096"/>
                  </a:lnTo>
                  <a:lnTo>
                    <a:pt x="30199" y="124379"/>
                  </a:lnTo>
                  <a:lnTo>
                    <a:pt x="28083" y="123580"/>
                  </a:lnTo>
                  <a:lnTo>
                    <a:pt x="21308" y="119525"/>
                  </a:lnTo>
                  <a:lnTo>
                    <a:pt x="19829" y="118713"/>
                  </a:lnTo>
                  <a:lnTo>
                    <a:pt x="19328" y="118537"/>
                  </a:lnTo>
                  <a:lnTo>
                    <a:pt x="16108" y="117401"/>
                  </a:lnTo>
                  <a:lnTo>
                    <a:pt x="14533" y="116972"/>
                  </a:lnTo>
                  <a:lnTo>
                    <a:pt x="12482" y="116877"/>
                  </a:lnTo>
                  <a:lnTo>
                    <a:pt x="10669" y="117044"/>
                  </a:lnTo>
                  <a:lnTo>
                    <a:pt x="8604" y="117651"/>
                  </a:lnTo>
                  <a:lnTo>
                    <a:pt x="7580" y="117952"/>
                  </a:lnTo>
                  <a:lnTo>
                    <a:pt x="6276" y="118336"/>
                  </a:lnTo>
                  <a:lnTo>
                    <a:pt x="5707" y="118503"/>
                  </a:lnTo>
                  <a:lnTo>
                    <a:pt x="4548" y="118844"/>
                  </a:lnTo>
                  <a:lnTo>
                    <a:pt x="4179" y="118903"/>
                  </a:lnTo>
                  <a:lnTo>
                    <a:pt x="4182" y="118757"/>
                  </a:lnTo>
                  <a:lnTo>
                    <a:pt x="4189" y="118367"/>
                  </a:lnTo>
                  <a:lnTo>
                    <a:pt x="4343" y="109472"/>
                  </a:lnTo>
                  <a:lnTo>
                    <a:pt x="4163" y="106772"/>
                  </a:lnTo>
                  <a:lnTo>
                    <a:pt x="4127" y="106218"/>
                  </a:lnTo>
                  <a:lnTo>
                    <a:pt x="4072" y="105393"/>
                  </a:lnTo>
                  <a:lnTo>
                    <a:pt x="3927" y="103225"/>
                  </a:lnTo>
                  <a:lnTo>
                    <a:pt x="3907" y="102911"/>
                  </a:lnTo>
                  <a:lnTo>
                    <a:pt x="3770" y="100437"/>
                  </a:lnTo>
                  <a:lnTo>
                    <a:pt x="3352" y="94625"/>
                  </a:lnTo>
                  <a:lnTo>
                    <a:pt x="3263" y="93381"/>
                  </a:lnTo>
                  <a:lnTo>
                    <a:pt x="3207" y="92602"/>
                  </a:lnTo>
                  <a:lnTo>
                    <a:pt x="3057" y="72205"/>
                  </a:lnTo>
                  <a:lnTo>
                    <a:pt x="3036" y="72002"/>
                  </a:lnTo>
                  <a:lnTo>
                    <a:pt x="2916" y="70856"/>
                  </a:lnTo>
                  <a:lnTo>
                    <a:pt x="2727" y="70127"/>
                  </a:lnTo>
                  <a:lnTo>
                    <a:pt x="2470" y="69626"/>
                  </a:lnTo>
                  <a:lnTo>
                    <a:pt x="2105" y="69282"/>
                  </a:lnTo>
                  <a:lnTo>
                    <a:pt x="1339" y="68921"/>
                  </a:lnTo>
                  <a:lnTo>
                    <a:pt x="63" y="68644"/>
                  </a:lnTo>
                  <a:lnTo>
                    <a:pt x="0" y="67114"/>
                  </a:lnTo>
                  <a:lnTo>
                    <a:pt x="3423" y="68470"/>
                  </a:lnTo>
                  <a:lnTo>
                    <a:pt x="4636" y="68951"/>
                  </a:lnTo>
                  <a:lnTo>
                    <a:pt x="5016" y="69101"/>
                  </a:lnTo>
                  <a:lnTo>
                    <a:pt x="6494" y="69976"/>
                  </a:lnTo>
                  <a:lnTo>
                    <a:pt x="8275" y="71030"/>
                  </a:lnTo>
                  <a:lnTo>
                    <a:pt x="9549" y="71785"/>
                  </a:lnTo>
                  <a:lnTo>
                    <a:pt x="10699" y="70776"/>
                  </a:lnTo>
                  <a:lnTo>
                    <a:pt x="14300" y="67618"/>
                  </a:lnTo>
                  <a:lnTo>
                    <a:pt x="15013" y="67054"/>
                  </a:lnTo>
                  <a:lnTo>
                    <a:pt x="17419" y="65146"/>
                  </a:lnTo>
                  <a:lnTo>
                    <a:pt x="19490" y="63409"/>
                  </a:lnTo>
                  <a:lnTo>
                    <a:pt x="19660" y="63379"/>
                  </a:lnTo>
                  <a:lnTo>
                    <a:pt x="21971" y="63082"/>
                  </a:lnTo>
                  <a:lnTo>
                    <a:pt x="21569" y="61223"/>
                  </a:lnTo>
                  <a:lnTo>
                    <a:pt x="21289" y="61171"/>
                  </a:lnTo>
                  <a:lnTo>
                    <a:pt x="19308" y="61330"/>
                  </a:lnTo>
                  <a:lnTo>
                    <a:pt x="19003" y="61354"/>
                  </a:lnTo>
                  <a:lnTo>
                    <a:pt x="18834" y="60642"/>
                  </a:lnTo>
                  <a:lnTo>
                    <a:pt x="19121" y="60240"/>
                  </a:lnTo>
                  <a:lnTo>
                    <a:pt x="19397" y="59904"/>
                  </a:lnTo>
                  <a:lnTo>
                    <a:pt x="20109" y="59038"/>
                  </a:lnTo>
                  <a:lnTo>
                    <a:pt x="20460" y="58748"/>
                  </a:lnTo>
                  <a:lnTo>
                    <a:pt x="21703" y="57720"/>
                  </a:lnTo>
                  <a:lnTo>
                    <a:pt x="21840" y="57607"/>
                  </a:lnTo>
                  <a:lnTo>
                    <a:pt x="22072" y="57447"/>
                  </a:lnTo>
                  <a:lnTo>
                    <a:pt x="22399" y="57220"/>
                  </a:lnTo>
                  <a:lnTo>
                    <a:pt x="23071" y="57206"/>
                  </a:lnTo>
                  <a:lnTo>
                    <a:pt x="24046" y="57520"/>
                  </a:lnTo>
                  <a:lnTo>
                    <a:pt x="24403" y="57635"/>
                  </a:lnTo>
                  <a:lnTo>
                    <a:pt x="25161" y="57807"/>
                  </a:lnTo>
                  <a:lnTo>
                    <a:pt x="26260" y="57989"/>
                  </a:lnTo>
                  <a:lnTo>
                    <a:pt x="26269" y="57848"/>
                  </a:lnTo>
                  <a:lnTo>
                    <a:pt x="26353" y="56481"/>
                  </a:lnTo>
                  <a:lnTo>
                    <a:pt x="27204" y="56242"/>
                  </a:lnTo>
                  <a:lnTo>
                    <a:pt x="28064" y="56001"/>
                  </a:lnTo>
                  <a:lnTo>
                    <a:pt x="28611" y="55321"/>
                  </a:lnTo>
                  <a:lnTo>
                    <a:pt x="29096" y="54019"/>
                  </a:lnTo>
                  <a:lnTo>
                    <a:pt x="29319" y="53421"/>
                  </a:lnTo>
                  <a:lnTo>
                    <a:pt x="29484" y="53081"/>
                  </a:lnTo>
                  <a:lnTo>
                    <a:pt x="29601" y="52839"/>
                  </a:lnTo>
                  <a:lnTo>
                    <a:pt x="30075" y="51862"/>
                  </a:lnTo>
                  <a:lnTo>
                    <a:pt x="30381" y="51979"/>
                  </a:lnTo>
                  <a:lnTo>
                    <a:pt x="30576" y="52053"/>
                  </a:lnTo>
                  <a:lnTo>
                    <a:pt x="30825" y="51728"/>
                  </a:lnTo>
                  <a:lnTo>
                    <a:pt x="34709" y="46664"/>
                  </a:lnTo>
                  <a:lnTo>
                    <a:pt x="38722" y="41926"/>
                  </a:lnTo>
                  <a:lnTo>
                    <a:pt x="41778" y="43039"/>
                  </a:lnTo>
                  <a:lnTo>
                    <a:pt x="43567" y="50673"/>
                  </a:lnTo>
                  <a:lnTo>
                    <a:pt x="46728" y="55563"/>
                  </a:lnTo>
                  <a:lnTo>
                    <a:pt x="49233" y="56995"/>
                  </a:lnTo>
                  <a:lnTo>
                    <a:pt x="59490" y="56756"/>
                  </a:lnTo>
                  <a:lnTo>
                    <a:pt x="63844" y="59201"/>
                  </a:lnTo>
                  <a:lnTo>
                    <a:pt x="69271" y="54370"/>
                  </a:lnTo>
                  <a:lnTo>
                    <a:pt x="73327" y="58008"/>
                  </a:lnTo>
                  <a:lnTo>
                    <a:pt x="69689" y="62243"/>
                  </a:lnTo>
                  <a:lnTo>
                    <a:pt x="73327" y="71845"/>
                  </a:lnTo>
                  <a:lnTo>
                    <a:pt x="66945" y="74648"/>
                  </a:lnTo>
                  <a:lnTo>
                    <a:pt x="70131" y="83128"/>
                  </a:lnTo>
                  <a:lnTo>
                    <a:pt x="69205" y="84899"/>
                  </a:lnTo>
                  <a:lnTo>
                    <a:pt x="67604" y="89701"/>
                  </a:lnTo>
                  <a:lnTo>
                    <a:pt x="71073" y="90768"/>
                  </a:lnTo>
                  <a:lnTo>
                    <a:pt x="76142" y="84765"/>
                  </a:lnTo>
                  <a:lnTo>
                    <a:pt x="82812" y="84498"/>
                  </a:lnTo>
                  <a:lnTo>
                    <a:pt x="85214" y="82898"/>
                  </a:lnTo>
                  <a:lnTo>
                    <a:pt x="87615" y="78762"/>
                  </a:lnTo>
                  <a:lnTo>
                    <a:pt x="94552" y="73692"/>
                  </a:lnTo>
                  <a:lnTo>
                    <a:pt x="100822" y="73559"/>
                  </a:lnTo>
                  <a:lnTo>
                    <a:pt x="102895" y="72415"/>
                  </a:lnTo>
                  <a:lnTo>
                    <a:pt x="102882" y="69635"/>
                  </a:lnTo>
                  <a:lnTo>
                    <a:pt x="100129" y="66222"/>
                  </a:lnTo>
                  <a:lnTo>
                    <a:pt x="99199" y="56065"/>
                  </a:lnTo>
                  <a:lnTo>
                    <a:pt x="95393" y="52462"/>
                  </a:lnTo>
                  <a:lnTo>
                    <a:pt x="95127" y="50360"/>
                  </a:lnTo>
                  <a:lnTo>
                    <a:pt x="96820" y="47411"/>
                  </a:lnTo>
                  <a:lnTo>
                    <a:pt x="102690" y="40341"/>
                  </a:lnTo>
                  <a:lnTo>
                    <a:pt x="107145" y="40941"/>
                  </a:lnTo>
                  <a:lnTo>
                    <a:pt x="108096" y="44244"/>
                  </a:lnTo>
                  <a:lnTo>
                    <a:pt x="110386" y="44101"/>
                  </a:lnTo>
                  <a:lnTo>
                    <a:pt x="113965" y="43456"/>
                  </a:lnTo>
                  <a:lnTo>
                    <a:pt x="116684" y="41882"/>
                  </a:lnTo>
                  <a:lnTo>
                    <a:pt x="118044" y="39306"/>
                  </a:lnTo>
                  <a:lnTo>
                    <a:pt x="117257" y="36371"/>
                  </a:lnTo>
                  <a:lnTo>
                    <a:pt x="114537" y="35012"/>
                  </a:lnTo>
                  <a:lnTo>
                    <a:pt x="112820" y="33580"/>
                  </a:lnTo>
                  <a:lnTo>
                    <a:pt x="112891" y="21485"/>
                  </a:lnTo>
                  <a:lnTo>
                    <a:pt x="119475" y="19410"/>
                  </a:lnTo>
                  <a:lnTo>
                    <a:pt x="121050" y="19553"/>
                  </a:lnTo>
                  <a:lnTo>
                    <a:pt x="132000" y="10464"/>
                  </a:lnTo>
                  <a:lnTo>
                    <a:pt x="129709" y="7959"/>
                  </a:lnTo>
                  <a:lnTo>
                    <a:pt x="133288" y="5311"/>
                  </a:lnTo>
                  <a:lnTo>
                    <a:pt x="140403" y="4960"/>
                  </a:lnTo>
                  <a:lnTo>
                    <a:pt x="163692" y="26479"/>
                  </a:lnTo>
                  <a:lnTo>
                    <a:pt x="166077" y="24988"/>
                  </a:lnTo>
                  <a:lnTo>
                    <a:pt x="169417" y="23557"/>
                  </a:lnTo>
                  <a:lnTo>
                    <a:pt x="181106" y="14253"/>
                  </a:lnTo>
                  <a:lnTo>
                    <a:pt x="186593" y="7693"/>
                  </a:lnTo>
                  <a:lnTo>
                    <a:pt x="186712" y="3041"/>
                  </a:lnTo>
                  <a:lnTo>
                    <a:pt x="187190" y="775"/>
                  </a:lnTo>
                  <a:lnTo>
                    <a:pt x="192497" y="1133"/>
                  </a:lnTo>
                  <a:lnTo>
                    <a:pt x="193869" y="11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6" name="pg325"/>
            <p:cNvSpPr/>
            <p:nvPr/>
          </p:nvSpPr>
          <p:spPr>
            <a:xfrm>
              <a:off x="4133282" y="3126381"/>
              <a:ext cx="143584" cy="134189"/>
            </a:xfrm>
            <a:custGeom>
              <a:avLst/>
              <a:pathLst>
                <a:path w="143584" h="134189">
                  <a:moveTo>
                    <a:pt x="127696" y="6103"/>
                  </a:moveTo>
                  <a:lnTo>
                    <a:pt x="129700" y="7499"/>
                  </a:lnTo>
                  <a:lnTo>
                    <a:pt x="130271" y="7494"/>
                  </a:lnTo>
                  <a:lnTo>
                    <a:pt x="133886" y="7463"/>
                  </a:lnTo>
                  <a:lnTo>
                    <a:pt x="134531" y="6354"/>
                  </a:lnTo>
                  <a:lnTo>
                    <a:pt x="135780" y="6298"/>
                  </a:lnTo>
                  <a:lnTo>
                    <a:pt x="136141" y="6282"/>
                  </a:lnTo>
                  <a:lnTo>
                    <a:pt x="137501" y="8179"/>
                  </a:lnTo>
                  <a:lnTo>
                    <a:pt x="138760" y="8141"/>
                  </a:lnTo>
                  <a:lnTo>
                    <a:pt x="139862" y="8107"/>
                  </a:lnTo>
                  <a:lnTo>
                    <a:pt x="143011" y="8859"/>
                  </a:lnTo>
                  <a:lnTo>
                    <a:pt x="143584" y="12115"/>
                  </a:lnTo>
                  <a:lnTo>
                    <a:pt x="139147" y="15121"/>
                  </a:lnTo>
                  <a:lnTo>
                    <a:pt x="137322" y="15443"/>
                  </a:lnTo>
                  <a:lnTo>
                    <a:pt x="134924" y="18055"/>
                  </a:lnTo>
                  <a:lnTo>
                    <a:pt x="129628" y="23637"/>
                  </a:lnTo>
                  <a:lnTo>
                    <a:pt x="121720" y="32297"/>
                  </a:lnTo>
                  <a:lnTo>
                    <a:pt x="111236" y="40277"/>
                  </a:lnTo>
                  <a:lnTo>
                    <a:pt x="113740" y="43676"/>
                  </a:lnTo>
                  <a:lnTo>
                    <a:pt x="113490" y="44034"/>
                  </a:lnTo>
                  <a:lnTo>
                    <a:pt x="96099" y="58347"/>
                  </a:lnTo>
                  <a:lnTo>
                    <a:pt x="93272" y="62105"/>
                  </a:lnTo>
                  <a:lnTo>
                    <a:pt x="90123" y="64538"/>
                  </a:lnTo>
                  <a:lnTo>
                    <a:pt x="89050" y="63929"/>
                  </a:lnTo>
                  <a:lnTo>
                    <a:pt x="83146" y="66076"/>
                  </a:lnTo>
                  <a:lnTo>
                    <a:pt x="82323" y="65576"/>
                  </a:lnTo>
                  <a:lnTo>
                    <a:pt x="75846" y="67078"/>
                  </a:lnTo>
                  <a:lnTo>
                    <a:pt x="74200" y="68868"/>
                  </a:lnTo>
                  <a:lnTo>
                    <a:pt x="72876" y="68510"/>
                  </a:lnTo>
                  <a:lnTo>
                    <a:pt x="73243" y="76140"/>
                  </a:lnTo>
                  <a:lnTo>
                    <a:pt x="74687" y="77488"/>
                  </a:lnTo>
                  <a:lnTo>
                    <a:pt x="77492" y="80104"/>
                  </a:lnTo>
                  <a:lnTo>
                    <a:pt x="78458" y="79388"/>
                  </a:lnTo>
                  <a:lnTo>
                    <a:pt x="79802" y="79678"/>
                  </a:lnTo>
                  <a:lnTo>
                    <a:pt x="84756" y="80748"/>
                  </a:lnTo>
                  <a:lnTo>
                    <a:pt x="90052" y="84577"/>
                  </a:lnTo>
                  <a:lnTo>
                    <a:pt x="90867" y="86870"/>
                  </a:lnTo>
                  <a:lnTo>
                    <a:pt x="91140" y="87378"/>
                  </a:lnTo>
                  <a:lnTo>
                    <a:pt x="94167" y="89407"/>
                  </a:lnTo>
                  <a:lnTo>
                    <a:pt x="95158" y="97404"/>
                  </a:lnTo>
                  <a:lnTo>
                    <a:pt x="93560" y="98907"/>
                  </a:lnTo>
                  <a:lnTo>
                    <a:pt x="93215" y="98569"/>
                  </a:lnTo>
                  <a:lnTo>
                    <a:pt x="92462" y="97833"/>
                  </a:lnTo>
                  <a:lnTo>
                    <a:pt x="91293" y="97762"/>
                  </a:lnTo>
                  <a:lnTo>
                    <a:pt x="89146" y="98811"/>
                  </a:lnTo>
                  <a:lnTo>
                    <a:pt x="86481" y="99687"/>
                  </a:lnTo>
                  <a:lnTo>
                    <a:pt x="80804" y="97636"/>
                  </a:lnTo>
                  <a:lnTo>
                    <a:pt x="78299" y="97636"/>
                  </a:lnTo>
                  <a:lnTo>
                    <a:pt x="78275" y="102764"/>
                  </a:lnTo>
                  <a:lnTo>
                    <a:pt x="70420" y="99932"/>
                  </a:lnTo>
                  <a:lnTo>
                    <a:pt x="69299" y="98944"/>
                  </a:lnTo>
                  <a:lnTo>
                    <a:pt x="68798" y="98501"/>
                  </a:lnTo>
                  <a:lnTo>
                    <a:pt x="67629" y="98740"/>
                  </a:lnTo>
                  <a:lnTo>
                    <a:pt x="65339" y="102437"/>
                  </a:lnTo>
                  <a:lnTo>
                    <a:pt x="65339" y="103725"/>
                  </a:lnTo>
                  <a:lnTo>
                    <a:pt x="66341" y="103177"/>
                  </a:lnTo>
                  <a:lnTo>
                    <a:pt x="67017" y="104506"/>
                  </a:lnTo>
                  <a:lnTo>
                    <a:pt x="66722" y="105181"/>
                  </a:lnTo>
                  <a:lnTo>
                    <a:pt x="68450" y="106504"/>
                  </a:lnTo>
                  <a:lnTo>
                    <a:pt x="69370" y="107208"/>
                  </a:lnTo>
                  <a:lnTo>
                    <a:pt x="68583" y="108735"/>
                  </a:lnTo>
                  <a:lnTo>
                    <a:pt x="71589" y="110691"/>
                  </a:lnTo>
                  <a:lnTo>
                    <a:pt x="71452" y="110947"/>
                  </a:lnTo>
                  <a:lnTo>
                    <a:pt x="70283" y="113738"/>
                  </a:lnTo>
                  <a:lnTo>
                    <a:pt x="70134" y="114222"/>
                  </a:lnTo>
                  <a:lnTo>
                    <a:pt x="63239" y="110310"/>
                  </a:lnTo>
                  <a:lnTo>
                    <a:pt x="62357" y="111431"/>
                  </a:lnTo>
                  <a:lnTo>
                    <a:pt x="58564" y="109021"/>
                  </a:lnTo>
                  <a:lnTo>
                    <a:pt x="58945" y="110787"/>
                  </a:lnTo>
                  <a:lnTo>
                    <a:pt x="58277" y="111359"/>
                  </a:lnTo>
                  <a:lnTo>
                    <a:pt x="58373" y="112743"/>
                  </a:lnTo>
                  <a:lnTo>
                    <a:pt x="58325" y="114747"/>
                  </a:lnTo>
                  <a:lnTo>
                    <a:pt x="57538" y="116106"/>
                  </a:lnTo>
                  <a:lnTo>
                    <a:pt x="55272" y="117252"/>
                  </a:lnTo>
                  <a:lnTo>
                    <a:pt x="54747" y="118444"/>
                  </a:lnTo>
                  <a:lnTo>
                    <a:pt x="54842" y="121045"/>
                  </a:lnTo>
                  <a:lnTo>
                    <a:pt x="54150" y="122619"/>
                  </a:lnTo>
                  <a:lnTo>
                    <a:pt x="52051" y="123526"/>
                  </a:lnTo>
                  <a:lnTo>
                    <a:pt x="50047" y="123072"/>
                  </a:lnTo>
                  <a:lnTo>
                    <a:pt x="47566" y="119518"/>
                  </a:lnTo>
                  <a:lnTo>
                    <a:pt x="44894" y="121665"/>
                  </a:lnTo>
                  <a:lnTo>
                    <a:pt x="44617" y="122237"/>
                  </a:lnTo>
                  <a:lnTo>
                    <a:pt x="44155" y="123192"/>
                  </a:lnTo>
                  <a:lnTo>
                    <a:pt x="49272" y="126006"/>
                  </a:lnTo>
                  <a:lnTo>
                    <a:pt x="49613" y="126546"/>
                  </a:lnTo>
                  <a:lnTo>
                    <a:pt x="50811" y="128440"/>
                  </a:lnTo>
                  <a:lnTo>
                    <a:pt x="52476" y="128469"/>
                  </a:lnTo>
                  <a:lnTo>
                    <a:pt x="59017" y="128583"/>
                  </a:lnTo>
                  <a:lnTo>
                    <a:pt x="59399" y="133831"/>
                  </a:lnTo>
                  <a:lnTo>
                    <a:pt x="42986" y="134189"/>
                  </a:lnTo>
                  <a:lnTo>
                    <a:pt x="42270" y="132877"/>
                  </a:lnTo>
                  <a:lnTo>
                    <a:pt x="35132" y="132277"/>
                  </a:lnTo>
                  <a:lnTo>
                    <a:pt x="32975" y="133326"/>
                  </a:lnTo>
                  <a:lnTo>
                    <a:pt x="33012" y="133993"/>
                  </a:lnTo>
                  <a:lnTo>
                    <a:pt x="31625" y="133627"/>
                  </a:lnTo>
                  <a:lnTo>
                    <a:pt x="29163" y="132654"/>
                  </a:lnTo>
                  <a:lnTo>
                    <a:pt x="29016" y="132586"/>
                  </a:lnTo>
                  <a:lnTo>
                    <a:pt x="26511" y="131430"/>
                  </a:lnTo>
                  <a:lnTo>
                    <a:pt x="22270" y="129473"/>
                  </a:lnTo>
                  <a:lnTo>
                    <a:pt x="18613" y="127785"/>
                  </a:lnTo>
                  <a:lnTo>
                    <a:pt x="18289" y="127635"/>
                  </a:lnTo>
                  <a:lnTo>
                    <a:pt x="18418" y="127382"/>
                  </a:lnTo>
                  <a:lnTo>
                    <a:pt x="19861" y="124522"/>
                  </a:lnTo>
                  <a:lnTo>
                    <a:pt x="20046" y="124156"/>
                  </a:lnTo>
                  <a:lnTo>
                    <a:pt x="22760" y="118775"/>
                  </a:lnTo>
                  <a:lnTo>
                    <a:pt x="23114" y="118072"/>
                  </a:lnTo>
                  <a:lnTo>
                    <a:pt x="23324" y="117655"/>
                  </a:lnTo>
                  <a:lnTo>
                    <a:pt x="23472" y="117363"/>
                  </a:lnTo>
                  <a:lnTo>
                    <a:pt x="23812" y="116689"/>
                  </a:lnTo>
                  <a:lnTo>
                    <a:pt x="24141" y="116037"/>
                  </a:lnTo>
                  <a:lnTo>
                    <a:pt x="25816" y="112715"/>
                  </a:lnTo>
                  <a:lnTo>
                    <a:pt x="27264" y="109846"/>
                  </a:lnTo>
                  <a:lnTo>
                    <a:pt x="29367" y="105675"/>
                  </a:lnTo>
                  <a:lnTo>
                    <a:pt x="29682" y="105051"/>
                  </a:lnTo>
                  <a:lnTo>
                    <a:pt x="23746" y="102116"/>
                  </a:lnTo>
                  <a:lnTo>
                    <a:pt x="18308" y="99427"/>
                  </a:lnTo>
                  <a:lnTo>
                    <a:pt x="13699" y="97149"/>
                  </a:lnTo>
                  <a:lnTo>
                    <a:pt x="13386" y="96686"/>
                  </a:lnTo>
                  <a:lnTo>
                    <a:pt x="13088" y="96244"/>
                  </a:lnTo>
                  <a:lnTo>
                    <a:pt x="10308" y="92126"/>
                  </a:lnTo>
                  <a:lnTo>
                    <a:pt x="9974" y="91625"/>
                  </a:lnTo>
                  <a:lnTo>
                    <a:pt x="7052" y="87254"/>
                  </a:lnTo>
                  <a:lnTo>
                    <a:pt x="6786" y="86857"/>
                  </a:lnTo>
                  <a:lnTo>
                    <a:pt x="5606" y="85090"/>
                  </a:lnTo>
                  <a:lnTo>
                    <a:pt x="3755" y="82321"/>
                  </a:lnTo>
                  <a:lnTo>
                    <a:pt x="3439" y="81848"/>
                  </a:lnTo>
                  <a:lnTo>
                    <a:pt x="643" y="77535"/>
                  </a:lnTo>
                  <a:lnTo>
                    <a:pt x="0" y="76542"/>
                  </a:lnTo>
                  <a:lnTo>
                    <a:pt x="482" y="76241"/>
                  </a:lnTo>
                  <a:lnTo>
                    <a:pt x="4115" y="73973"/>
                  </a:lnTo>
                  <a:lnTo>
                    <a:pt x="6978" y="72187"/>
                  </a:lnTo>
                  <a:lnTo>
                    <a:pt x="8652" y="71143"/>
                  </a:lnTo>
                  <a:lnTo>
                    <a:pt x="9831" y="70642"/>
                  </a:lnTo>
                  <a:lnTo>
                    <a:pt x="11233" y="70047"/>
                  </a:lnTo>
                  <a:lnTo>
                    <a:pt x="12731" y="69411"/>
                  </a:lnTo>
                  <a:lnTo>
                    <a:pt x="13213" y="69288"/>
                  </a:lnTo>
                  <a:lnTo>
                    <a:pt x="13701" y="69163"/>
                  </a:lnTo>
                  <a:lnTo>
                    <a:pt x="19452" y="67693"/>
                  </a:lnTo>
                  <a:lnTo>
                    <a:pt x="19845" y="67593"/>
                  </a:lnTo>
                  <a:lnTo>
                    <a:pt x="22851" y="65975"/>
                  </a:lnTo>
                  <a:lnTo>
                    <a:pt x="25162" y="64147"/>
                  </a:lnTo>
                  <a:lnTo>
                    <a:pt x="25958" y="63516"/>
                  </a:lnTo>
                  <a:lnTo>
                    <a:pt x="26170" y="63323"/>
                  </a:lnTo>
                  <a:lnTo>
                    <a:pt x="33381" y="56735"/>
                  </a:lnTo>
                  <a:lnTo>
                    <a:pt x="34894" y="55351"/>
                  </a:lnTo>
                  <a:lnTo>
                    <a:pt x="37974" y="52538"/>
                  </a:lnTo>
                  <a:lnTo>
                    <a:pt x="38196" y="52335"/>
                  </a:lnTo>
                  <a:lnTo>
                    <a:pt x="38763" y="51818"/>
                  </a:lnTo>
                  <a:lnTo>
                    <a:pt x="39228" y="51393"/>
                  </a:lnTo>
                  <a:lnTo>
                    <a:pt x="41315" y="49486"/>
                  </a:lnTo>
                  <a:lnTo>
                    <a:pt x="44076" y="47956"/>
                  </a:lnTo>
                  <a:lnTo>
                    <a:pt x="44871" y="47515"/>
                  </a:lnTo>
                  <a:lnTo>
                    <a:pt x="47810" y="46695"/>
                  </a:lnTo>
                  <a:lnTo>
                    <a:pt x="49113" y="46521"/>
                  </a:lnTo>
                  <a:lnTo>
                    <a:pt x="49093" y="44718"/>
                  </a:lnTo>
                  <a:lnTo>
                    <a:pt x="49099" y="44002"/>
                  </a:lnTo>
                  <a:lnTo>
                    <a:pt x="49108" y="42886"/>
                  </a:lnTo>
                  <a:lnTo>
                    <a:pt x="49981" y="40223"/>
                  </a:lnTo>
                  <a:lnTo>
                    <a:pt x="50682" y="39517"/>
                  </a:lnTo>
                  <a:lnTo>
                    <a:pt x="51827" y="38363"/>
                  </a:lnTo>
                  <a:lnTo>
                    <a:pt x="53659" y="36788"/>
                  </a:lnTo>
                  <a:lnTo>
                    <a:pt x="57324" y="34001"/>
                  </a:lnTo>
                  <a:lnTo>
                    <a:pt x="58025" y="33468"/>
                  </a:lnTo>
                  <a:lnTo>
                    <a:pt x="58870" y="31378"/>
                  </a:lnTo>
                  <a:lnTo>
                    <a:pt x="59628" y="28844"/>
                  </a:lnTo>
                  <a:lnTo>
                    <a:pt x="59886" y="27442"/>
                  </a:lnTo>
                  <a:lnTo>
                    <a:pt x="60100" y="26411"/>
                  </a:lnTo>
                  <a:lnTo>
                    <a:pt x="60458" y="25495"/>
                  </a:lnTo>
                  <a:lnTo>
                    <a:pt x="61203" y="24708"/>
                  </a:lnTo>
                  <a:lnTo>
                    <a:pt x="62063" y="24266"/>
                  </a:lnTo>
                  <a:lnTo>
                    <a:pt x="62233" y="24178"/>
                  </a:lnTo>
                  <a:lnTo>
                    <a:pt x="62991" y="24003"/>
                  </a:lnTo>
                  <a:lnTo>
                    <a:pt x="63164" y="23963"/>
                  </a:lnTo>
                  <a:lnTo>
                    <a:pt x="63979" y="24121"/>
                  </a:lnTo>
                  <a:lnTo>
                    <a:pt x="66484" y="25066"/>
                  </a:lnTo>
                  <a:lnTo>
                    <a:pt x="73297" y="28386"/>
                  </a:lnTo>
                  <a:lnTo>
                    <a:pt x="73553" y="27916"/>
                  </a:lnTo>
                  <a:lnTo>
                    <a:pt x="71730" y="23880"/>
                  </a:lnTo>
                  <a:lnTo>
                    <a:pt x="70762" y="21819"/>
                  </a:lnTo>
                  <a:lnTo>
                    <a:pt x="73170" y="23360"/>
                  </a:lnTo>
                  <a:lnTo>
                    <a:pt x="75296" y="24855"/>
                  </a:lnTo>
                  <a:lnTo>
                    <a:pt x="77723" y="27062"/>
                  </a:lnTo>
                  <a:lnTo>
                    <a:pt x="77651" y="29278"/>
                  </a:lnTo>
                  <a:lnTo>
                    <a:pt x="83152" y="29347"/>
                  </a:lnTo>
                  <a:lnTo>
                    <a:pt x="83521" y="23952"/>
                  </a:lnTo>
                  <a:lnTo>
                    <a:pt x="90354" y="23036"/>
                  </a:lnTo>
                  <a:lnTo>
                    <a:pt x="99476" y="21261"/>
                  </a:lnTo>
                  <a:lnTo>
                    <a:pt x="105659" y="19009"/>
                  </a:lnTo>
                  <a:lnTo>
                    <a:pt x="111327" y="16089"/>
                  </a:lnTo>
                  <a:lnTo>
                    <a:pt x="112396" y="15135"/>
                  </a:lnTo>
                  <a:lnTo>
                    <a:pt x="112243" y="11509"/>
                  </a:lnTo>
                  <a:lnTo>
                    <a:pt x="112759" y="9982"/>
                  </a:lnTo>
                  <a:lnTo>
                    <a:pt x="117061" y="4286"/>
                  </a:lnTo>
                  <a:lnTo>
                    <a:pt x="122090" y="0"/>
                  </a:lnTo>
                  <a:lnTo>
                    <a:pt x="125877" y="2266"/>
                  </a:lnTo>
                  <a:lnTo>
                    <a:pt x="125830" y="4127"/>
                  </a:lnTo>
                  <a:lnTo>
                    <a:pt x="125799" y="531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7" name="pg326"/>
            <p:cNvSpPr/>
            <p:nvPr/>
          </p:nvSpPr>
          <p:spPr>
            <a:xfrm>
              <a:off x="4046713" y="3202923"/>
              <a:ext cx="126518" cy="134600"/>
            </a:xfrm>
            <a:custGeom>
              <a:avLst/>
              <a:pathLst>
                <a:path w="126518" h="134600">
                  <a:moveTo>
                    <a:pt x="126518" y="75089"/>
                  </a:moveTo>
                  <a:lnTo>
                    <a:pt x="124707" y="79338"/>
                  </a:lnTo>
                  <a:lnTo>
                    <a:pt x="116775" y="77966"/>
                  </a:lnTo>
                  <a:lnTo>
                    <a:pt x="111110" y="88821"/>
                  </a:lnTo>
                  <a:lnTo>
                    <a:pt x="110811" y="91683"/>
                  </a:lnTo>
                  <a:lnTo>
                    <a:pt x="107352" y="96872"/>
                  </a:lnTo>
                  <a:lnTo>
                    <a:pt x="102164" y="105520"/>
                  </a:lnTo>
                  <a:lnTo>
                    <a:pt x="93695" y="114227"/>
                  </a:lnTo>
                  <a:lnTo>
                    <a:pt x="87850" y="115360"/>
                  </a:lnTo>
                  <a:lnTo>
                    <a:pt x="82006" y="115897"/>
                  </a:lnTo>
                  <a:lnTo>
                    <a:pt x="85107" y="120251"/>
                  </a:lnTo>
                  <a:lnTo>
                    <a:pt x="81111" y="123292"/>
                  </a:lnTo>
                  <a:lnTo>
                    <a:pt x="89580" y="124783"/>
                  </a:lnTo>
                  <a:lnTo>
                    <a:pt x="91854" y="127764"/>
                  </a:lnTo>
                  <a:lnTo>
                    <a:pt x="91575" y="127979"/>
                  </a:lnTo>
                  <a:lnTo>
                    <a:pt x="90325" y="128941"/>
                  </a:lnTo>
                  <a:lnTo>
                    <a:pt x="89198" y="129809"/>
                  </a:lnTo>
                  <a:lnTo>
                    <a:pt x="86221" y="131984"/>
                  </a:lnTo>
                  <a:lnTo>
                    <a:pt x="86092" y="132220"/>
                  </a:lnTo>
                  <a:lnTo>
                    <a:pt x="84747" y="130603"/>
                  </a:lnTo>
                  <a:lnTo>
                    <a:pt x="84440" y="130396"/>
                  </a:lnTo>
                  <a:lnTo>
                    <a:pt x="83919" y="130043"/>
                  </a:lnTo>
                  <a:lnTo>
                    <a:pt x="82663" y="129194"/>
                  </a:lnTo>
                  <a:lnTo>
                    <a:pt x="82404" y="129019"/>
                  </a:lnTo>
                  <a:lnTo>
                    <a:pt x="82271" y="128928"/>
                  </a:lnTo>
                  <a:lnTo>
                    <a:pt x="81638" y="128723"/>
                  </a:lnTo>
                  <a:lnTo>
                    <a:pt x="80221" y="128262"/>
                  </a:lnTo>
                  <a:lnTo>
                    <a:pt x="76935" y="127570"/>
                  </a:lnTo>
                  <a:lnTo>
                    <a:pt x="75336" y="127540"/>
                  </a:lnTo>
                  <a:lnTo>
                    <a:pt x="74778" y="127730"/>
                  </a:lnTo>
                  <a:lnTo>
                    <a:pt x="73611" y="128127"/>
                  </a:lnTo>
                  <a:lnTo>
                    <a:pt x="72194" y="128528"/>
                  </a:lnTo>
                  <a:lnTo>
                    <a:pt x="71280" y="128379"/>
                  </a:lnTo>
                  <a:lnTo>
                    <a:pt x="66741" y="127640"/>
                  </a:lnTo>
                  <a:lnTo>
                    <a:pt x="65692" y="127550"/>
                  </a:lnTo>
                  <a:lnTo>
                    <a:pt x="65680" y="127736"/>
                  </a:lnTo>
                  <a:lnTo>
                    <a:pt x="65377" y="132289"/>
                  </a:lnTo>
                  <a:lnTo>
                    <a:pt x="65350" y="132691"/>
                  </a:lnTo>
                  <a:lnTo>
                    <a:pt x="61351" y="132644"/>
                  </a:lnTo>
                  <a:lnTo>
                    <a:pt x="55506" y="132930"/>
                  </a:lnTo>
                  <a:lnTo>
                    <a:pt x="52363" y="133423"/>
                  </a:lnTo>
                  <a:lnTo>
                    <a:pt x="48029" y="134102"/>
                  </a:lnTo>
                  <a:lnTo>
                    <a:pt x="47896" y="134123"/>
                  </a:lnTo>
                  <a:lnTo>
                    <a:pt x="44374" y="134369"/>
                  </a:lnTo>
                  <a:lnTo>
                    <a:pt x="41073" y="134600"/>
                  </a:lnTo>
                  <a:lnTo>
                    <a:pt x="36278" y="134600"/>
                  </a:lnTo>
                  <a:lnTo>
                    <a:pt x="31021" y="134304"/>
                  </a:lnTo>
                  <a:lnTo>
                    <a:pt x="29807" y="134229"/>
                  </a:lnTo>
                  <a:lnTo>
                    <a:pt x="24040" y="133622"/>
                  </a:lnTo>
                  <a:lnTo>
                    <a:pt x="18697" y="132405"/>
                  </a:lnTo>
                  <a:lnTo>
                    <a:pt x="15696" y="131539"/>
                  </a:lnTo>
                  <a:lnTo>
                    <a:pt x="12529" y="130684"/>
                  </a:lnTo>
                  <a:lnTo>
                    <a:pt x="11397" y="130378"/>
                  </a:lnTo>
                  <a:lnTo>
                    <a:pt x="0" y="126167"/>
                  </a:lnTo>
                  <a:lnTo>
                    <a:pt x="197" y="125774"/>
                  </a:lnTo>
                  <a:lnTo>
                    <a:pt x="1139" y="123899"/>
                  </a:lnTo>
                  <a:lnTo>
                    <a:pt x="5649" y="113537"/>
                  </a:lnTo>
                  <a:lnTo>
                    <a:pt x="7214" y="108244"/>
                  </a:lnTo>
                  <a:lnTo>
                    <a:pt x="9100" y="100230"/>
                  </a:lnTo>
                  <a:lnTo>
                    <a:pt x="9988" y="96458"/>
                  </a:lnTo>
                  <a:lnTo>
                    <a:pt x="10099" y="95983"/>
                  </a:lnTo>
                  <a:lnTo>
                    <a:pt x="10133" y="95832"/>
                  </a:lnTo>
                  <a:lnTo>
                    <a:pt x="11405" y="90085"/>
                  </a:lnTo>
                  <a:lnTo>
                    <a:pt x="14233" y="77309"/>
                  </a:lnTo>
                  <a:lnTo>
                    <a:pt x="15974" y="69442"/>
                  </a:lnTo>
                  <a:lnTo>
                    <a:pt x="16102" y="69005"/>
                  </a:lnTo>
                  <a:lnTo>
                    <a:pt x="16391" y="68015"/>
                  </a:lnTo>
                  <a:lnTo>
                    <a:pt x="18449" y="60983"/>
                  </a:lnTo>
                  <a:lnTo>
                    <a:pt x="20201" y="57814"/>
                  </a:lnTo>
                  <a:lnTo>
                    <a:pt x="22111" y="55639"/>
                  </a:lnTo>
                  <a:lnTo>
                    <a:pt x="22413" y="55295"/>
                  </a:lnTo>
                  <a:lnTo>
                    <a:pt x="22885" y="54758"/>
                  </a:lnTo>
                  <a:lnTo>
                    <a:pt x="24501" y="53454"/>
                  </a:lnTo>
                  <a:lnTo>
                    <a:pt x="28020" y="50962"/>
                  </a:lnTo>
                  <a:lnTo>
                    <a:pt x="29518" y="49902"/>
                  </a:lnTo>
                  <a:lnTo>
                    <a:pt x="29730" y="49751"/>
                  </a:lnTo>
                  <a:lnTo>
                    <a:pt x="30217" y="49136"/>
                  </a:lnTo>
                  <a:lnTo>
                    <a:pt x="30742" y="48472"/>
                  </a:lnTo>
                  <a:lnTo>
                    <a:pt x="30977" y="47794"/>
                  </a:lnTo>
                  <a:lnTo>
                    <a:pt x="31075" y="47512"/>
                  </a:lnTo>
                  <a:lnTo>
                    <a:pt x="31200" y="47152"/>
                  </a:lnTo>
                  <a:lnTo>
                    <a:pt x="35730" y="44054"/>
                  </a:lnTo>
                  <a:lnTo>
                    <a:pt x="35944" y="43908"/>
                  </a:lnTo>
                  <a:lnTo>
                    <a:pt x="46374" y="36776"/>
                  </a:lnTo>
                  <a:lnTo>
                    <a:pt x="55541" y="30507"/>
                  </a:lnTo>
                  <a:lnTo>
                    <a:pt x="55698" y="30400"/>
                  </a:lnTo>
                  <a:lnTo>
                    <a:pt x="55855" y="30293"/>
                  </a:lnTo>
                  <a:lnTo>
                    <a:pt x="56692" y="29747"/>
                  </a:lnTo>
                  <a:lnTo>
                    <a:pt x="57947" y="28793"/>
                  </a:lnTo>
                  <a:lnTo>
                    <a:pt x="58556" y="28330"/>
                  </a:lnTo>
                  <a:lnTo>
                    <a:pt x="59332" y="27329"/>
                  </a:lnTo>
                  <a:lnTo>
                    <a:pt x="61762" y="24193"/>
                  </a:lnTo>
                  <a:lnTo>
                    <a:pt x="63919" y="20188"/>
                  </a:lnTo>
                  <a:lnTo>
                    <a:pt x="64013" y="20013"/>
                  </a:lnTo>
                  <a:lnTo>
                    <a:pt x="64273" y="19530"/>
                  </a:lnTo>
                  <a:lnTo>
                    <a:pt x="64637" y="18856"/>
                  </a:lnTo>
                  <a:lnTo>
                    <a:pt x="65015" y="18181"/>
                  </a:lnTo>
                  <a:lnTo>
                    <a:pt x="65152" y="17937"/>
                  </a:lnTo>
                  <a:lnTo>
                    <a:pt x="66107" y="16234"/>
                  </a:lnTo>
                  <a:lnTo>
                    <a:pt x="66719" y="15142"/>
                  </a:lnTo>
                  <a:lnTo>
                    <a:pt x="68151" y="13081"/>
                  </a:lnTo>
                  <a:lnTo>
                    <a:pt x="70326" y="10791"/>
                  </a:lnTo>
                  <a:lnTo>
                    <a:pt x="74492" y="7536"/>
                  </a:lnTo>
                  <a:lnTo>
                    <a:pt x="80976" y="3490"/>
                  </a:lnTo>
                  <a:lnTo>
                    <a:pt x="85901" y="416"/>
                  </a:lnTo>
                  <a:lnTo>
                    <a:pt x="86569" y="0"/>
                  </a:lnTo>
                  <a:lnTo>
                    <a:pt x="87213" y="993"/>
                  </a:lnTo>
                  <a:lnTo>
                    <a:pt x="90033" y="5344"/>
                  </a:lnTo>
                  <a:lnTo>
                    <a:pt x="90324" y="5779"/>
                  </a:lnTo>
                  <a:lnTo>
                    <a:pt x="92175" y="8548"/>
                  </a:lnTo>
                  <a:lnTo>
                    <a:pt x="93356" y="10314"/>
                  </a:lnTo>
                  <a:lnTo>
                    <a:pt x="93621" y="10712"/>
                  </a:lnTo>
                  <a:lnTo>
                    <a:pt x="96543" y="15082"/>
                  </a:lnTo>
                  <a:lnTo>
                    <a:pt x="96878" y="15583"/>
                  </a:lnTo>
                  <a:lnTo>
                    <a:pt x="99658" y="19702"/>
                  </a:lnTo>
                  <a:lnTo>
                    <a:pt x="99956" y="20143"/>
                  </a:lnTo>
                  <a:lnTo>
                    <a:pt x="100269" y="20607"/>
                  </a:lnTo>
                  <a:lnTo>
                    <a:pt x="104877" y="22885"/>
                  </a:lnTo>
                  <a:lnTo>
                    <a:pt x="110315" y="25574"/>
                  </a:lnTo>
                  <a:lnTo>
                    <a:pt x="116251" y="28508"/>
                  </a:lnTo>
                  <a:lnTo>
                    <a:pt x="115937" y="29132"/>
                  </a:lnTo>
                  <a:lnTo>
                    <a:pt x="113833" y="33303"/>
                  </a:lnTo>
                  <a:lnTo>
                    <a:pt x="112386" y="36173"/>
                  </a:lnTo>
                  <a:lnTo>
                    <a:pt x="110710" y="39494"/>
                  </a:lnTo>
                  <a:lnTo>
                    <a:pt x="110381" y="40147"/>
                  </a:lnTo>
                  <a:lnTo>
                    <a:pt x="110041" y="40821"/>
                  </a:lnTo>
                  <a:lnTo>
                    <a:pt x="109894" y="41113"/>
                  </a:lnTo>
                  <a:lnTo>
                    <a:pt x="109684" y="41530"/>
                  </a:lnTo>
                  <a:lnTo>
                    <a:pt x="109329" y="42233"/>
                  </a:lnTo>
                  <a:lnTo>
                    <a:pt x="106615" y="47614"/>
                  </a:lnTo>
                  <a:lnTo>
                    <a:pt x="106430" y="47980"/>
                  </a:lnTo>
                  <a:lnTo>
                    <a:pt x="104988" y="50840"/>
                  </a:lnTo>
                  <a:lnTo>
                    <a:pt x="104859" y="51093"/>
                  </a:lnTo>
                  <a:lnTo>
                    <a:pt x="105182" y="51242"/>
                  </a:lnTo>
                  <a:lnTo>
                    <a:pt x="108840" y="52930"/>
                  </a:lnTo>
                  <a:lnTo>
                    <a:pt x="113081" y="54887"/>
                  </a:lnTo>
                  <a:lnTo>
                    <a:pt x="115585" y="56043"/>
                  </a:lnTo>
                  <a:lnTo>
                    <a:pt x="115764" y="56124"/>
                  </a:lnTo>
                  <a:lnTo>
                    <a:pt x="118194" y="57085"/>
                  </a:lnTo>
                  <a:lnTo>
                    <a:pt x="119581" y="57451"/>
                  </a:lnTo>
                  <a:lnTo>
                    <a:pt x="124298" y="62290"/>
                  </a:lnTo>
                  <a:lnTo>
                    <a:pt x="121316" y="69637"/>
                  </a:lnTo>
                  <a:lnTo>
                    <a:pt x="124369" y="7357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8" name="pg327"/>
            <p:cNvSpPr/>
            <p:nvPr/>
          </p:nvSpPr>
          <p:spPr>
            <a:xfrm>
              <a:off x="3834657" y="3257412"/>
              <a:ext cx="228030" cy="131147"/>
            </a:xfrm>
            <a:custGeom>
              <a:avLst/>
              <a:pathLst>
                <a:path w="228030" h="131147">
                  <a:moveTo>
                    <a:pt x="190975" y="2647"/>
                  </a:moveTo>
                  <a:lnTo>
                    <a:pt x="197750" y="6703"/>
                  </a:lnTo>
                  <a:lnTo>
                    <a:pt x="199866" y="7502"/>
                  </a:lnTo>
                  <a:lnTo>
                    <a:pt x="212673" y="10219"/>
                  </a:lnTo>
                  <a:lnTo>
                    <a:pt x="218674" y="11672"/>
                  </a:lnTo>
                  <a:lnTo>
                    <a:pt x="223208" y="13262"/>
                  </a:lnTo>
                  <a:lnTo>
                    <a:pt x="228030" y="14952"/>
                  </a:lnTo>
                  <a:lnTo>
                    <a:pt x="226289" y="22820"/>
                  </a:lnTo>
                  <a:lnTo>
                    <a:pt x="223461" y="35596"/>
                  </a:lnTo>
                  <a:lnTo>
                    <a:pt x="222189" y="41343"/>
                  </a:lnTo>
                  <a:lnTo>
                    <a:pt x="222156" y="41494"/>
                  </a:lnTo>
                  <a:lnTo>
                    <a:pt x="222044" y="41969"/>
                  </a:lnTo>
                  <a:lnTo>
                    <a:pt x="221156" y="45741"/>
                  </a:lnTo>
                  <a:lnTo>
                    <a:pt x="219271" y="53755"/>
                  </a:lnTo>
                  <a:lnTo>
                    <a:pt x="217705" y="59048"/>
                  </a:lnTo>
                  <a:lnTo>
                    <a:pt x="213195" y="69410"/>
                  </a:lnTo>
                  <a:lnTo>
                    <a:pt x="212249" y="71293"/>
                  </a:lnTo>
                  <a:lnTo>
                    <a:pt x="212051" y="71688"/>
                  </a:lnTo>
                  <a:lnTo>
                    <a:pt x="211553" y="71529"/>
                  </a:lnTo>
                  <a:lnTo>
                    <a:pt x="210606" y="71226"/>
                  </a:lnTo>
                  <a:lnTo>
                    <a:pt x="205847" y="70306"/>
                  </a:lnTo>
                  <a:lnTo>
                    <a:pt x="202801" y="69718"/>
                  </a:lnTo>
                  <a:lnTo>
                    <a:pt x="200386" y="69545"/>
                  </a:lnTo>
                  <a:lnTo>
                    <a:pt x="197431" y="69334"/>
                  </a:lnTo>
                  <a:lnTo>
                    <a:pt x="194270" y="69107"/>
                  </a:lnTo>
                  <a:lnTo>
                    <a:pt x="180204" y="68935"/>
                  </a:lnTo>
                  <a:lnTo>
                    <a:pt x="179435" y="68933"/>
                  </a:lnTo>
                  <a:lnTo>
                    <a:pt x="176808" y="68927"/>
                  </a:lnTo>
                  <a:lnTo>
                    <a:pt x="176526" y="68926"/>
                  </a:lnTo>
                  <a:lnTo>
                    <a:pt x="159690" y="68885"/>
                  </a:lnTo>
                  <a:lnTo>
                    <a:pt x="157132" y="68878"/>
                  </a:lnTo>
                  <a:lnTo>
                    <a:pt x="154786" y="68845"/>
                  </a:lnTo>
                  <a:lnTo>
                    <a:pt x="154441" y="68840"/>
                  </a:lnTo>
                  <a:lnTo>
                    <a:pt x="150815" y="69107"/>
                  </a:lnTo>
                  <a:lnTo>
                    <a:pt x="148885" y="69532"/>
                  </a:lnTo>
                  <a:lnTo>
                    <a:pt x="147437" y="69851"/>
                  </a:lnTo>
                  <a:lnTo>
                    <a:pt x="144078" y="70768"/>
                  </a:lnTo>
                  <a:lnTo>
                    <a:pt x="143096" y="71108"/>
                  </a:lnTo>
                  <a:lnTo>
                    <a:pt x="141554" y="71643"/>
                  </a:lnTo>
                  <a:lnTo>
                    <a:pt x="137597" y="73016"/>
                  </a:lnTo>
                  <a:lnTo>
                    <a:pt x="137407" y="73082"/>
                  </a:lnTo>
                  <a:lnTo>
                    <a:pt x="134288" y="74165"/>
                  </a:lnTo>
                  <a:lnTo>
                    <a:pt x="131786" y="74918"/>
                  </a:lnTo>
                  <a:lnTo>
                    <a:pt x="131501" y="75004"/>
                  </a:lnTo>
                  <a:lnTo>
                    <a:pt x="125222" y="77008"/>
                  </a:lnTo>
                  <a:lnTo>
                    <a:pt x="124983" y="77079"/>
                  </a:lnTo>
                  <a:lnTo>
                    <a:pt x="122455" y="77829"/>
                  </a:lnTo>
                  <a:lnTo>
                    <a:pt x="119573" y="78325"/>
                  </a:lnTo>
                  <a:lnTo>
                    <a:pt x="117803" y="78436"/>
                  </a:lnTo>
                  <a:lnTo>
                    <a:pt x="116686" y="78506"/>
                  </a:lnTo>
                  <a:lnTo>
                    <a:pt x="113117" y="78353"/>
                  </a:lnTo>
                  <a:lnTo>
                    <a:pt x="105940" y="77488"/>
                  </a:lnTo>
                  <a:lnTo>
                    <a:pt x="99956" y="76767"/>
                  </a:lnTo>
                  <a:lnTo>
                    <a:pt x="99815" y="76750"/>
                  </a:lnTo>
                  <a:lnTo>
                    <a:pt x="99188" y="76664"/>
                  </a:lnTo>
                  <a:lnTo>
                    <a:pt x="93937" y="75948"/>
                  </a:lnTo>
                  <a:lnTo>
                    <a:pt x="93725" y="75921"/>
                  </a:lnTo>
                  <a:lnTo>
                    <a:pt x="92555" y="75769"/>
                  </a:lnTo>
                  <a:lnTo>
                    <a:pt x="87906" y="75166"/>
                  </a:lnTo>
                  <a:lnTo>
                    <a:pt x="81791" y="74703"/>
                  </a:lnTo>
                  <a:lnTo>
                    <a:pt x="81155" y="79432"/>
                  </a:lnTo>
                  <a:lnTo>
                    <a:pt x="79640" y="90690"/>
                  </a:lnTo>
                  <a:lnTo>
                    <a:pt x="79611" y="90902"/>
                  </a:lnTo>
                  <a:lnTo>
                    <a:pt x="79564" y="91254"/>
                  </a:lnTo>
                  <a:lnTo>
                    <a:pt x="79214" y="93852"/>
                  </a:lnTo>
                  <a:lnTo>
                    <a:pt x="78473" y="99361"/>
                  </a:lnTo>
                  <a:lnTo>
                    <a:pt x="78187" y="101488"/>
                  </a:lnTo>
                  <a:lnTo>
                    <a:pt x="78084" y="102252"/>
                  </a:lnTo>
                  <a:lnTo>
                    <a:pt x="78193" y="104383"/>
                  </a:lnTo>
                  <a:lnTo>
                    <a:pt x="78233" y="105160"/>
                  </a:lnTo>
                  <a:lnTo>
                    <a:pt x="78606" y="107172"/>
                  </a:lnTo>
                  <a:lnTo>
                    <a:pt x="79219" y="109053"/>
                  </a:lnTo>
                  <a:lnTo>
                    <a:pt x="80657" y="113458"/>
                  </a:lnTo>
                  <a:lnTo>
                    <a:pt x="75125" y="115525"/>
                  </a:lnTo>
                  <a:lnTo>
                    <a:pt x="74812" y="115645"/>
                  </a:lnTo>
                  <a:lnTo>
                    <a:pt x="70000" y="117486"/>
                  </a:lnTo>
                  <a:lnTo>
                    <a:pt x="67107" y="118593"/>
                  </a:lnTo>
                  <a:lnTo>
                    <a:pt x="61751" y="120642"/>
                  </a:lnTo>
                  <a:lnTo>
                    <a:pt x="60875" y="120977"/>
                  </a:lnTo>
                  <a:lnTo>
                    <a:pt x="55531" y="123022"/>
                  </a:lnTo>
                  <a:lnTo>
                    <a:pt x="51652" y="124506"/>
                  </a:lnTo>
                  <a:lnTo>
                    <a:pt x="49785" y="125220"/>
                  </a:lnTo>
                  <a:lnTo>
                    <a:pt x="49491" y="125333"/>
                  </a:lnTo>
                  <a:lnTo>
                    <a:pt x="49005" y="125519"/>
                  </a:lnTo>
                  <a:lnTo>
                    <a:pt x="47545" y="126077"/>
                  </a:lnTo>
                  <a:lnTo>
                    <a:pt x="40824" y="128649"/>
                  </a:lnTo>
                  <a:lnTo>
                    <a:pt x="34294" y="131147"/>
                  </a:lnTo>
                  <a:lnTo>
                    <a:pt x="32489" y="126116"/>
                  </a:lnTo>
                  <a:lnTo>
                    <a:pt x="32363" y="125764"/>
                  </a:lnTo>
                  <a:lnTo>
                    <a:pt x="32260" y="125479"/>
                  </a:lnTo>
                  <a:lnTo>
                    <a:pt x="31770" y="124113"/>
                  </a:lnTo>
                  <a:lnTo>
                    <a:pt x="31651" y="123779"/>
                  </a:lnTo>
                  <a:lnTo>
                    <a:pt x="30381" y="120242"/>
                  </a:lnTo>
                  <a:lnTo>
                    <a:pt x="30189" y="119706"/>
                  </a:lnTo>
                  <a:lnTo>
                    <a:pt x="29123" y="116736"/>
                  </a:lnTo>
                  <a:lnTo>
                    <a:pt x="27790" y="113019"/>
                  </a:lnTo>
                  <a:lnTo>
                    <a:pt x="27461" y="112103"/>
                  </a:lnTo>
                  <a:lnTo>
                    <a:pt x="23641" y="113019"/>
                  </a:lnTo>
                  <a:lnTo>
                    <a:pt x="17633" y="114356"/>
                  </a:lnTo>
                  <a:lnTo>
                    <a:pt x="15687" y="114789"/>
                  </a:lnTo>
                  <a:lnTo>
                    <a:pt x="7148" y="106924"/>
                  </a:lnTo>
                  <a:lnTo>
                    <a:pt x="6737" y="106546"/>
                  </a:lnTo>
                  <a:lnTo>
                    <a:pt x="6564" y="106386"/>
                  </a:lnTo>
                  <a:lnTo>
                    <a:pt x="6982" y="105971"/>
                  </a:lnTo>
                  <a:lnTo>
                    <a:pt x="11874" y="101119"/>
                  </a:lnTo>
                  <a:lnTo>
                    <a:pt x="11626" y="100929"/>
                  </a:lnTo>
                  <a:lnTo>
                    <a:pt x="1388" y="91184"/>
                  </a:lnTo>
                  <a:lnTo>
                    <a:pt x="1104" y="90913"/>
                  </a:lnTo>
                  <a:lnTo>
                    <a:pt x="0" y="89862"/>
                  </a:lnTo>
                  <a:lnTo>
                    <a:pt x="375" y="89463"/>
                  </a:lnTo>
                  <a:lnTo>
                    <a:pt x="4079" y="85531"/>
                  </a:lnTo>
                  <a:lnTo>
                    <a:pt x="5809" y="83693"/>
                  </a:lnTo>
                  <a:lnTo>
                    <a:pt x="7805" y="81574"/>
                  </a:lnTo>
                  <a:lnTo>
                    <a:pt x="11439" y="77716"/>
                  </a:lnTo>
                  <a:lnTo>
                    <a:pt x="17801" y="70961"/>
                  </a:lnTo>
                  <a:lnTo>
                    <a:pt x="22391" y="66087"/>
                  </a:lnTo>
                  <a:lnTo>
                    <a:pt x="26602" y="61617"/>
                  </a:lnTo>
                  <a:lnTo>
                    <a:pt x="30718" y="57246"/>
                  </a:lnTo>
                  <a:lnTo>
                    <a:pt x="34386" y="53352"/>
                  </a:lnTo>
                  <a:lnTo>
                    <a:pt x="36832" y="50755"/>
                  </a:lnTo>
                  <a:lnTo>
                    <a:pt x="37536" y="50007"/>
                  </a:lnTo>
                  <a:lnTo>
                    <a:pt x="39423" y="48003"/>
                  </a:lnTo>
                  <a:lnTo>
                    <a:pt x="46907" y="40953"/>
                  </a:lnTo>
                  <a:lnTo>
                    <a:pt x="48409" y="39680"/>
                  </a:lnTo>
                  <a:lnTo>
                    <a:pt x="49054" y="39134"/>
                  </a:lnTo>
                  <a:lnTo>
                    <a:pt x="49188" y="39029"/>
                  </a:lnTo>
                  <a:lnTo>
                    <a:pt x="52157" y="36709"/>
                  </a:lnTo>
                  <a:lnTo>
                    <a:pt x="54871" y="34587"/>
                  </a:lnTo>
                  <a:lnTo>
                    <a:pt x="55738" y="33910"/>
                  </a:lnTo>
                  <a:lnTo>
                    <a:pt x="57014" y="32818"/>
                  </a:lnTo>
                  <a:lnTo>
                    <a:pt x="58832" y="31263"/>
                  </a:lnTo>
                  <a:lnTo>
                    <a:pt x="61277" y="28691"/>
                  </a:lnTo>
                  <a:lnTo>
                    <a:pt x="61528" y="28426"/>
                  </a:lnTo>
                  <a:lnTo>
                    <a:pt x="61702" y="28244"/>
                  </a:lnTo>
                  <a:lnTo>
                    <a:pt x="62651" y="27108"/>
                  </a:lnTo>
                  <a:lnTo>
                    <a:pt x="62829" y="26894"/>
                  </a:lnTo>
                  <a:lnTo>
                    <a:pt x="67606" y="21177"/>
                  </a:lnTo>
                  <a:lnTo>
                    <a:pt x="71290" y="16338"/>
                  </a:lnTo>
                  <a:lnTo>
                    <a:pt x="73387" y="16870"/>
                  </a:lnTo>
                  <a:lnTo>
                    <a:pt x="75262" y="17185"/>
                  </a:lnTo>
                  <a:lnTo>
                    <a:pt x="76133" y="17260"/>
                  </a:lnTo>
                  <a:lnTo>
                    <a:pt x="76751" y="17314"/>
                  </a:lnTo>
                  <a:lnTo>
                    <a:pt x="78110" y="17242"/>
                  </a:lnTo>
                  <a:lnTo>
                    <a:pt x="78507" y="17184"/>
                  </a:lnTo>
                  <a:lnTo>
                    <a:pt x="79018" y="17115"/>
                  </a:lnTo>
                  <a:lnTo>
                    <a:pt x="79664" y="17055"/>
                  </a:lnTo>
                  <a:lnTo>
                    <a:pt x="81203" y="16495"/>
                  </a:lnTo>
                  <a:lnTo>
                    <a:pt x="83504" y="15658"/>
                  </a:lnTo>
                  <a:lnTo>
                    <a:pt x="90745" y="13024"/>
                  </a:lnTo>
                  <a:lnTo>
                    <a:pt x="91803" y="12639"/>
                  </a:lnTo>
                  <a:lnTo>
                    <a:pt x="94242" y="11760"/>
                  </a:lnTo>
                  <a:lnTo>
                    <a:pt x="105508" y="7701"/>
                  </a:lnTo>
                  <a:lnTo>
                    <a:pt x="112815" y="5131"/>
                  </a:lnTo>
                  <a:lnTo>
                    <a:pt x="115112" y="4323"/>
                  </a:lnTo>
                  <a:lnTo>
                    <a:pt x="115483" y="4193"/>
                  </a:lnTo>
                  <a:lnTo>
                    <a:pt x="119171" y="3046"/>
                  </a:lnTo>
                  <a:lnTo>
                    <a:pt x="121957" y="2180"/>
                  </a:lnTo>
                  <a:lnTo>
                    <a:pt x="125174" y="1491"/>
                  </a:lnTo>
                  <a:lnTo>
                    <a:pt x="125474" y="1427"/>
                  </a:lnTo>
                  <a:lnTo>
                    <a:pt x="127056" y="1258"/>
                  </a:lnTo>
                  <a:lnTo>
                    <a:pt x="132678" y="1128"/>
                  </a:lnTo>
                  <a:lnTo>
                    <a:pt x="137544" y="1308"/>
                  </a:lnTo>
                  <a:lnTo>
                    <a:pt x="138051" y="1327"/>
                  </a:lnTo>
                  <a:lnTo>
                    <a:pt x="138187" y="1332"/>
                  </a:lnTo>
                  <a:lnTo>
                    <a:pt x="140109" y="1477"/>
                  </a:lnTo>
                  <a:lnTo>
                    <a:pt x="143283" y="1718"/>
                  </a:lnTo>
                  <a:lnTo>
                    <a:pt x="145468" y="1859"/>
                  </a:lnTo>
                  <a:lnTo>
                    <a:pt x="149280" y="2105"/>
                  </a:lnTo>
                  <a:lnTo>
                    <a:pt x="150375" y="2184"/>
                  </a:lnTo>
                  <a:lnTo>
                    <a:pt x="162266" y="3051"/>
                  </a:lnTo>
                  <a:lnTo>
                    <a:pt x="163183" y="3118"/>
                  </a:lnTo>
                  <a:lnTo>
                    <a:pt x="164402" y="3182"/>
                  </a:lnTo>
                  <a:lnTo>
                    <a:pt x="164926" y="3206"/>
                  </a:lnTo>
                  <a:lnTo>
                    <a:pt x="166585" y="3191"/>
                  </a:lnTo>
                  <a:lnTo>
                    <a:pt x="172138" y="2300"/>
                  </a:lnTo>
                  <a:lnTo>
                    <a:pt x="172542" y="2235"/>
                  </a:lnTo>
                  <a:lnTo>
                    <a:pt x="173846" y="2026"/>
                  </a:lnTo>
                  <a:lnTo>
                    <a:pt x="174215" y="1967"/>
                  </a:lnTo>
                  <a:lnTo>
                    <a:pt x="175374" y="1626"/>
                  </a:lnTo>
                  <a:lnTo>
                    <a:pt x="175943" y="1459"/>
                  </a:lnTo>
                  <a:lnTo>
                    <a:pt x="177247" y="1075"/>
                  </a:lnTo>
                  <a:lnTo>
                    <a:pt x="178271" y="774"/>
                  </a:lnTo>
                  <a:lnTo>
                    <a:pt x="180335" y="166"/>
                  </a:lnTo>
                  <a:lnTo>
                    <a:pt x="182148" y="0"/>
                  </a:lnTo>
                  <a:lnTo>
                    <a:pt x="184200" y="95"/>
                  </a:lnTo>
                  <a:lnTo>
                    <a:pt x="185774" y="524"/>
                  </a:lnTo>
                  <a:lnTo>
                    <a:pt x="188995" y="1660"/>
                  </a:lnTo>
                  <a:lnTo>
                    <a:pt x="189496" y="183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29" name="pg328"/>
            <p:cNvSpPr/>
            <p:nvPr/>
          </p:nvSpPr>
          <p:spPr>
            <a:xfrm>
              <a:off x="3706299" y="3246908"/>
              <a:ext cx="82313" cy="69598"/>
            </a:xfrm>
            <a:custGeom>
              <a:avLst/>
              <a:pathLst>
                <a:path w="82313" h="69598">
                  <a:moveTo>
                    <a:pt x="63416" y="132"/>
                  </a:moveTo>
                  <a:lnTo>
                    <a:pt x="66175" y="913"/>
                  </a:lnTo>
                  <a:lnTo>
                    <a:pt x="66451" y="857"/>
                  </a:lnTo>
                  <a:lnTo>
                    <a:pt x="69169" y="305"/>
                  </a:lnTo>
                  <a:lnTo>
                    <a:pt x="69230" y="1246"/>
                  </a:lnTo>
                  <a:lnTo>
                    <a:pt x="69294" y="1625"/>
                  </a:lnTo>
                  <a:lnTo>
                    <a:pt x="69432" y="1628"/>
                  </a:lnTo>
                  <a:lnTo>
                    <a:pt x="72777" y="1722"/>
                  </a:lnTo>
                  <a:lnTo>
                    <a:pt x="73030" y="1729"/>
                  </a:lnTo>
                  <a:lnTo>
                    <a:pt x="72893" y="542"/>
                  </a:lnTo>
                  <a:lnTo>
                    <a:pt x="73610" y="880"/>
                  </a:lnTo>
                  <a:lnTo>
                    <a:pt x="74276" y="1112"/>
                  </a:lnTo>
                  <a:lnTo>
                    <a:pt x="75464" y="1453"/>
                  </a:lnTo>
                  <a:lnTo>
                    <a:pt x="75920" y="1372"/>
                  </a:lnTo>
                  <a:lnTo>
                    <a:pt x="76157" y="1331"/>
                  </a:lnTo>
                  <a:lnTo>
                    <a:pt x="77552" y="1322"/>
                  </a:lnTo>
                  <a:lnTo>
                    <a:pt x="79859" y="1307"/>
                  </a:lnTo>
                  <a:lnTo>
                    <a:pt x="82041" y="1406"/>
                  </a:lnTo>
                  <a:lnTo>
                    <a:pt x="82313" y="1419"/>
                  </a:lnTo>
                  <a:lnTo>
                    <a:pt x="82291" y="1601"/>
                  </a:lnTo>
                  <a:lnTo>
                    <a:pt x="80788" y="14364"/>
                  </a:lnTo>
                  <a:lnTo>
                    <a:pt x="80392" y="17723"/>
                  </a:lnTo>
                  <a:lnTo>
                    <a:pt x="80350" y="18075"/>
                  </a:lnTo>
                  <a:lnTo>
                    <a:pt x="79764" y="22971"/>
                  </a:lnTo>
                  <a:lnTo>
                    <a:pt x="79635" y="24048"/>
                  </a:lnTo>
                  <a:lnTo>
                    <a:pt x="79571" y="24586"/>
                  </a:lnTo>
                  <a:lnTo>
                    <a:pt x="78248" y="35631"/>
                  </a:lnTo>
                  <a:lnTo>
                    <a:pt x="78035" y="37408"/>
                  </a:lnTo>
                  <a:lnTo>
                    <a:pt x="77178" y="44567"/>
                  </a:lnTo>
                  <a:lnTo>
                    <a:pt x="77114" y="45081"/>
                  </a:lnTo>
                  <a:lnTo>
                    <a:pt x="77061" y="45507"/>
                  </a:lnTo>
                  <a:lnTo>
                    <a:pt x="75504" y="58028"/>
                  </a:lnTo>
                  <a:lnTo>
                    <a:pt x="75272" y="59893"/>
                  </a:lnTo>
                  <a:lnTo>
                    <a:pt x="75206" y="60471"/>
                  </a:lnTo>
                  <a:lnTo>
                    <a:pt x="75125" y="61196"/>
                  </a:lnTo>
                  <a:lnTo>
                    <a:pt x="74984" y="62440"/>
                  </a:lnTo>
                  <a:lnTo>
                    <a:pt x="74397" y="67646"/>
                  </a:lnTo>
                  <a:lnTo>
                    <a:pt x="74328" y="68068"/>
                  </a:lnTo>
                  <a:lnTo>
                    <a:pt x="73955" y="68023"/>
                  </a:lnTo>
                  <a:lnTo>
                    <a:pt x="72933" y="67901"/>
                  </a:lnTo>
                  <a:lnTo>
                    <a:pt x="67862" y="67294"/>
                  </a:lnTo>
                  <a:lnTo>
                    <a:pt x="67646" y="67268"/>
                  </a:lnTo>
                  <a:lnTo>
                    <a:pt x="63825" y="66811"/>
                  </a:lnTo>
                  <a:lnTo>
                    <a:pt x="61703" y="66557"/>
                  </a:lnTo>
                  <a:lnTo>
                    <a:pt x="61216" y="66499"/>
                  </a:lnTo>
                  <a:lnTo>
                    <a:pt x="61262" y="66337"/>
                  </a:lnTo>
                  <a:lnTo>
                    <a:pt x="60549" y="66205"/>
                  </a:lnTo>
                  <a:lnTo>
                    <a:pt x="58771" y="65596"/>
                  </a:lnTo>
                  <a:lnTo>
                    <a:pt x="58019" y="65298"/>
                  </a:lnTo>
                  <a:lnTo>
                    <a:pt x="57462" y="64889"/>
                  </a:lnTo>
                  <a:lnTo>
                    <a:pt x="57215" y="64664"/>
                  </a:lnTo>
                  <a:lnTo>
                    <a:pt x="56720" y="64209"/>
                  </a:lnTo>
                  <a:lnTo>
                    <a:pt x="56168" y="64485"/>
                  </a:lnTo>
                  <a:lnTo>
                    <a:pt x="55895" y="64772"/>
                  </a:lnTo>
                  <a:lnTo>
                    <a:pt x="54682" y="65122"/>
                  </a:lnTo>
                  <a:lnTo>
                    <a:pt x="54107" y="65288"/>
                  </a:lnTo>
                  <a:lnTo>
                    <a:pt x="53240" y="65538"/>
                  </a:lnTo>
                  <a:lnTo>
                    <a:pt x="52028" y="65274"/>
                  </a:lnTo>
                  <a:lnTo>
                    <a:pt x="49654" y="66272"/>
                  </a:lnTo>
                  <a:lnTo>
                    <a:pt x="48689" y="66678"/>
                  </a:lnTo>
                  <a:lnTo>
                    <a:pt x="44098" y="68608"/>
                  </a:lnTo>
                  <a:lnTo>
                    <a:pt x="42253" y="68491"/>
                  </a:lnTo>
                  <a:lnTo>
                    <a:pt x="41625" y="68451"/>
                  </a:lnTo>
                  <a:lnTo>
                    <a:pt x="38524" y="66751"/>
                  </a:lnTo>
                  <a:lnTo>
                    <a:pt x="37793" y="66024"/>
                  </a:lnTo>
                  <a:lnTo>
                    <a:pt x="36927" y="66250"/>
                  </a:lnTo>
                  <a:lnTo>
                    <a:pt x="28125" y="69598"/>
                  </a:lnTo>
                  <a:lnTo>
                    <a:pt x="21386" y="66974"/>
                  </a:lnTo>
                  <a:lnTo>
                    <a:pt x="18344" y="62859"/>
                  </a:lnTo>
                  <a:lnTo>
                    <a:pt x="16853" y="60951"/>
                  </a:lnTo>
                  <a:lnTo>
                    <a:pt x="24308" y="56776"/>
                  </a:lnTo>
                  <a:lnTo>
                    <a:pt x="21565" y="52780"/>
                  </a:lnTo>
                  <a:lnTo>
                    <a:pt x="19299" y="50037"/>
                  </a:lnTo>
                  <a:lnTo>
                    <a:pt x="19236" y="49431"/>
                  </a:lnTo>
                  <a:lnTo>
                    <a:pt x="19060" y="47711"/>
                  </a:lnTo>
                  <a:lnTo>
                    <a:pt x="12573" y="45641"/>
                  </a:lnTo>
                  <a:lnTo>
                    <a:pt x="12541" y="46711"/>
                  </a:lnTo>
                  <a:lnTo>
                    <a:pt x="9487" y="46688"/>
                  </a:lnTo>
                  <a:lnTo>
                    <a:pt x="7817" y="44755"/>
                  </a:lnTo>
                  <a:lnTo>
                    <a:pt x="5617" y="43710"/>
                  </a:lnTo>
                  <a:lnTo>
                    <a:pt x="1764" y="43054"/>
                  </a:lnTo>
                  <a:lnTo>
                    <a:pt x="0" y="42706"/>
                  </a:lnTo>
                  <a:lnTo>
                    <a:pt x="10505" y="24765"/>
                  </a:lnTo>
                  <a:lnTo>
                    <a:pt x="21263" y="22239"/>
                  </a:lnTo>
                  <a:lnTo>
                    <a:pt x="23908" y="25758"/>
                  </a:lnTo>
                  <a:lnTo>
                    <a:pt x="24483" y="26622"/>
                  </a:lnTo>
                  <a:lnTo>
                    <a:pt x="24735" y="26988"/>
                  </a:lnTo>
                  <a:lnTo>
                    <a:pt x="31071" y="23534"/>
                  </a:lnTo>
                  <a:lnTo>
                    <a:pt x="35563" y="22462"/>
                  </a:lnTo>
                  <a:lnTo>
                    <a:pt x="37293" y="21674"/>
                  </a:lnTo>
                  <a:lnTo>
                    <a:pt x="38497" y="21126"/>
                  </a:lnTo>
                  <a:lnTo>
                    <a:pt x="38848" y="21001"/>
                  </a:lnTo>
                  <a:lnTo>
                    <a:pt x="39069" y="21343"/>
                  </a:lnTo>
                  <a:lnTo>
                    <a:pt x="40508" y="23577"/>
                  </a:lnTo>
                  <a:lnTo>
                    <a:pt x="40709" y="24193"/>
                  </a:lnTo>
                  <a:lnTo>
                    <a:pt x="53920" y="22861"/>
                  </a:lnTo>
                  <a:lnTo>
                    <a:pt x="54521" y="21559"/>
                  </a:lnTo>
                  <a:lnTo>
                    <a:pt x="49354" y="18582"/>
                  </a:lnTo>
                  <a:lnTo>
                    <a:pt x="46348" y="11010"/>
                  </a:lnTo>
                  <a:lnTo>
                    <a:pt x="48805" y="3710"/>
                  </a:lnTo>
                  <a:lnTo>
                    <a:pt x="51476" y="1856"/>
                  </a:lnTo>
                  <a:lnTo>
                    <a:pt x="54727" y="1819"/>
                  </a:lnTo>
                  <a:lnTo>
                    <a:pt x="60738" y="3127"/>
                  </a:lnTo>
                  <a:lnTo>
                    <a:pt x="61502" y="0"/>
                  </a:lnTo>
                  <a:lnTo>
                    <a:pt x="61861" y="24"/>
                  </a:lnTo>
                  <a:lnTo>
                    <a:pt x="63196" y="11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0" name="pg329"/>
            <p:cNvSpPr/>
            <p:nvPr/>
          </p:nvSpPr>
          <p:spPr>
            <a:xfrm>
              <a:off x="3781571" y="3261612"/>
              <a:ext cx="92509" cy="79492"/>
            </a:xfrm>
            <a:custGeom>
              <a:avLst/>
              <a:pathLst>
                <a:path w="92509" h="79492">
                  <a:moveTo>
                    <a:pt x="68485" y="7109"/>
                  </a:moveTo>
                  <a:lnTo>
                    <a:pt x="69415" y="8349"/>
                  </a:lnTo>
                  <a:lnTo>
                    <a:pt x="69596" y="8248"/>
                  </a:lnTo>
                  <a:lnTo>
                    <a:pt x="70367" y="7818"/>
                  </a:lnTo>
                  <a:lnTo>
                    <a:pt x="71604" y="7127"/>
                  </a:lnTo>
                  <a:lnTo>
                    <a:pt x="72997" y="6784"/>
                  </a:lnTo>
                  <a:lnTo>
                    <a:pt x="73818" y="6860"/>
                  </a:lnTo>
                  <a:lnTo>
                    <a:pt x="74505" y="6994"/>
                  </a:lnTo>
                  <a:lnTo>
                    <a:pt x="75116" y="7280"/>
                  </a:lnTo>
                  <a:lnTo>
                    <a:pt x="75803" y="7738"/>
                  </a:lnTo>
                  <a:lnTo>
                    <a:pt x="77146" y="9558"/>
                  </a:lnTo>
                  <a:lnTo>
                    <a:pt x="77722" y="10804"/>
                  </a:lnTo>
                  <a:lnTo>
                    <a:pt x="77821" y="10957"/>
                  </a:lnTo>
                  <a:lnTo>
                    <a:pt x="81070" y="15925"/>
                  </a:lnTo>
                  <a:lnTo>
                    <a:pt x="83690" y="19930"/>
                  </a:lnTo>
                  <a:lnTo>
                    <a:pt x="86536" y="24369"/>
                  </a:lnTo>
                  <a:lnTo>
                    <a:pt x="86960" y="25034"/>
                  </a:lnTo>
                  <a:lnTo>
                    <a:pt x="88097" y="27193"/>
                  </a:lnTo>
                  <a:lnTo>
                    <a:pt x="90217" y="31220"/>
                  </a:lnTo>
                  <a:lnTo>
                    <a:pt x="91181" y="33050"/>
                  </a:lnTo>
                  <a:lnTo>
                    <a:pt x="91387" y="34355"/>
                  </a:lnTo>
                  <a:lnTo>
                    <a:pt x="91434" y="34651"/>
                  </a:lnTo>
                  <a:lnTo>
                    <a:pt x="91869" y="37407"/>
                  </a:lnTo>
                  <a:lnTo>
                    <a:pt x="92509" y="43804"/>
                  </a:lnTo>
                  <a:lnTo>
                    <a:pt x="90621" y="45808"/>
                  </a:lnTo>
                  <a:lnTo>
                    <a:pt x="89917" y="46555"/>
                  </a:lnTo>
                  <a:lnTo>
                    <a:pt x="87471" y="49153"/>
                  </a:lnTo>
                  <a:lnTo>
                    <a:pt x="83804" y="53046"/>
                  </a:lnTo>
                  <a:lnTo>
                    <a:pt x="79687" y="57417"/>
                  </a:lnTo>
                  <a:lnTo>
                    <a:pt x="75477" y="61887"/>
                  </a:lnTo>
                  <a:lnTo>
                    <a:pt x="70886" y="66761"/>
                  </a:lnTo>
                  <a:lnTo>
                    <a:pt x="64524" y="73516"/>
                  </a:lnTo>
                  <a:lnTo>
                    <a:pt x="60891" y="77374"/>
                  </a:lnTo>
                  <a:lnTo>
                    <a:pt x="58893" y="79492"/>
                  </a:lnTo>
                  <a:lnTo>
                    <a:pt x="57790" y="78482"/>
                  </a:lnTo>
                  <a:lnTo>
                    <a:pt x="57260" y="77997"/>
                  </a:lnTo>
                  <a:lnTo>
                    <a:pt x="53160" y="74245"/>
                  </a:lnTo>
                  <a:lnTo>
                    <a:pt x="52816" y="73930"/>
                  </a:lnTo>
                  <a:lnTo>
                    <a:pt x="48622" y="70091"/>
                  </a:lnTo>
                  <a:lnTo>
                    <a:pt x="48390" y="69878"/>
                  </a:lnTo>
                  <a:lnTo>
                    <a:pt x="45060" y="66830"/>
                  </a:lnTo>
                  <a:lnTo>
                    <a:pt x="44433" y="66256"/>
                  </a:lnTo>
                  <a:lnTo>
                    <a:pt x="40870" y="62995"/>
                  </a:lnTo>
                  <a:lnTo>
                    <a:pt x="40510" y="62665"/>
                  </a:lnTo>
                  <a:lnTo>
                    <a:pt x="39437" y="61683"/>
                  </a:lnTo>
                  <a:lnTo>
                    <a:pt x="38420" y="60752"/>
                  </a:lnTo>
                  <a:lnTo>
                    <a:pt x="37892" y="60268"/>
                  </a:lnTo>
                  <a:lnTo>
                    <a:pt x="33959" y="56703"/>
                  </a:lnTo>
                  <a:lnTo>
                    <a:pt x="31043" y="54059"/>
                  </a:lnTo>
                  <a:lnTo>
                    <a:pt x="29870" y="52996"/>
                  </a:lnTo>
                  <a:lnTo>
                    <a:pt x="28182" y="51465"/>
                  </a:lnTo>
                  <a:lnTo>
                    <a:pt x="26584" y="50320"/>
                  </a:lnTo>
                  <a:lnTo>
                    <a:pt x="24198" y="49008"/>
                  </a:lnTo>
                  <a:lnTo>
                    <a:pt x="22014" y="48044"/>
                  </a:lnTo>
                  <a:lnTo>
                    <a:pt x="18849" y="47216"/>
                  </a:lnTo>
                  <a:lnTo>
                    <a:pt x="12887" y="46575"/>
                  </a:lnTo>
                  <a:lnTo>
                    <a:pt x="7863" y="46034"/>
                  </a:lnTo>
                  <a:lnTo>
                    <a:pt x="6930" y="45934"/>
                  </a:lnTo>
                  <a:lnTo>
                    <a:pt x="6736" y="45913"/>
                  </a:lnTo>
                  <a:lnTo>
                    <a:pt x="0" y="45189"/>
                  </a:lnTo>
                  <a:lnTo>
                    <a:pt x="231" y="43324"/>
                  </a:lnTo>
                  <a:lnTo>
                    <a:pt x="1801" y="30706"/>
                  </a:lnTo>
                  <a:lnTo>
                    <a:pt x="1842" y="30377"/>
                  </a:lnTo>
                  <a:lnTo>
                    <a:pt x="1906" y="29863"/>
                  </a:lnTo>
                  <a:lnTo>
                    <a:pt x="2763" y="22704"/>
                  </a:lnTo>
                  <a:lnTo>
                    <a:pt x="2976" y="20927"/>
                  </a:lnTo>
                  <a:lnTo>
                    <a:pt x="4298" y="9882"/>
                  </a:lnTo>
                  <a:lnTo>
                    <a:pt x="4363" y="9344"/>
                  </a:lnTo>
                  <a:lnTo>
                    <a:pt x="4492" y="8267"/>
                  </a:lnTo>
                  <a:lnTo>
                    <a:pt x="5078" y="3370"/>
                  </a:lnTo>
                  <a:lnTo>
                    <a:pt x="5195" y="3030"/>
                  </a:lnTo>
                  <a:lnTo>
                    <a:pt x="5500" y="3073"/>
                  </a:lnTo>
                  <a:lnTo>
                    <a:pt x="12280" y="4032"/>
                  </a:lnTo>
                  <a:lnTo>
                    <a:pt x="18242" y="4823"/>
                  </a:lnTo>
                  <a:lnTo>
                    <a:pt x="23900" y="5503"/>
                  </a:lnTo>
                  <a:lnTo>
                    <a:pt x="29154" y="6134"/>
                  </a:lnTo>
                  <a:lnTo>
                    <a:pt x="35107" y="6849"/>
                  </a:lnTo>
                  <a:lnTo>
                    <a:pt x="36642" y="7033"/>
                  </a:lnTo>
                  <a:lnTo>
                    <a:pt x="41125" y="7572"/>
                  </a:lnTo>
                  <a:lnTo>
                    <a:pt x="43784" y="7856"/>
                  </a:lnTo>
                  <a:lnTo>
                    <a:pt x="46234" y="7918"/>
                  </a:lnTo>
                  <a:lnTo>
                    <a:pt x="46648" y="7929"/>
                  </a:lnTo>
                  <a:lnTo>
                    <a:pt x="58099" y="7859"/>
                  </a:lnTo>
                  <a:lnTo>
                    <a:pt x="58395" y="7857"/>
                  </a:lnTo>
                  <a:lnTo>
                    <a:pt x="58368" y="7512"/>
                  </a:lnTo>
                  <a:lnTo>
                    <a:pt x="58335" y="7169"/>
                  </a:lnTo>
                  <a:lnTo>
                    <a:pt x="58154" y="432"/>
                  </a:lnTo>
                  <a:lnTo>
                    <a:pt x="58461" y="425"/>
                  </a:lnTo>
                  <a:lnTo>
                    <a:pt x="62991" y="219"/>
                  </a:lnTo>
                  <a:lnTo>
                    <a:pt x="67900" y="0"/>
                  </a:lnTo>
                  <a:lnTo>
                    <a:pt x="67839" y="5443"/>
                  </a:lnTo>
                  <a:lnTo>
                    <a:pt x="68066" y="634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1" name="pg330"/>
            <p:cNvSpPr/>
            <p:nvPr/>
          </p:nvSpPr>
          <p:spPr>
            <a:xfrm>
              <a:off x="3745207" y="3306801"/>
              <a:ext cx="95259" cy="64869"/>
            </a:xfrm>
            <a:custGeom>
              <a:avLst/>
              <a:pathLst>
                <a:path w="95259" h="64869">
                  <a:moveTo>
                    <a:pt x="66234" y="7806"/>
                  </a:moveTo>
                  <a:lnTo>
                    <a:pt x="67407" y="8870"/>
                  </a:lnTo>
                  <a:lnTo>
                    <a:pt x="70324" y="11514"/>
                  </a:lnTo>
                  <a:lnTo>
                    <a:pt x="74256" y="15079"/>
                  </a:lnTo>
                  <a:lnTo>
                    <a:pt x="74784" y="15562"/>
                  </a:lnTo>
                  <a:lnTo>
                    <a:pt x="75802" y="16494"/>
                  </a:lnTo>
                  <a:lnTo>
                    <a:pt x="76874" y="17475"/>
                  </a:lnTo>
                  <a:lnTo>
                    <a:pt x="77234" y="17806"/>
                  </a:lnTo>
                  <a:lnTo>
                    <a:pt x="80797" y="21067"/>
                  </a:lnTo>
                  <a:lnTo>
                    <a:pt x="81424" y="21640"/>
                  </a:lnTo>
                  <a:lnTo>
                    <a:pt x="84754" y="24689"/>
                  </a:lnTo>
                  <a:lnTo>
                    <a:pt x="84986" y="24901"/>
                  </a:lnTo>
                  <a:lnTo>
                    <a:pt x="89282" y="28834"/>
                  </a:lnTo>
                  <a:lnTo>
                    <a:pt x="89524" y="29055"/>
                  </a:lnTo>
                  <a:lnTo>
                    <a:pt x="93624" y="32808"/>
                  </a:lnTo>
                  <a:lnTo>
                    <a:pt x="94154" y="33293"/>
                  </a:lnTo>
                  <a:lnTo>
                    <a:pt x="95259" y="34305"/>
                  </a:lnTo>
                  <a:lnTo>
                    <a:pt x="93528" y="36142"/>
                  </a:lnTo>
                  <a:lnTo>
                    <a:pt x="89824" y="40074"/>
                  </a:lnTo>
                  <a:lnTo>
                    <a:pt x="89449" y="40473"/>
                  </a:lnTo>
                  <a:lnTo>
                    <a:pt x="85632" y="44571"/>
                  </a:lnTo>
                  <a:lnTo>
                    <a:pt x="83905" y="46426"/>
                  </a:lnTo>
                  <a:lnTo>
                    <a:pt x="83722" y="46622"/>
                  </a:lnTo>
                  <a:lnTo>
                    <a:pt x="83441" y="46915"/>
                  </a:lnTo>
                  <a:lnTo>
                    <a:pt x="72100" y="58776"/>
                  </a:lnTo>
                  <a:lnTo>
                    <a:pt x="66128" y="64869"/>
                  </a:lnTo>
                  <a:lnTo>
                    <a:pt x="61176" y="60252"/>
                  </a:lnTo>
                  <a:lnTo>
                    <a:pt x="60199" y="59342"/>
                  </a:lnTo>
                  <a:lnTo>
                    <a:pt x="59294" y="58499"/>
                  </a:lnTo>
                  <a:lnTo>
                    <a:pt x="57839" y="57234"/>
                  </a:lnTo>
                  <a:lnTo>
                    <a:pt x="56933" y="56709"/>
                  </a:lnTo>
                  <a:lnTo>
                    <a:pt x="55772" y="56744"/>
                  </a:lnTo>
                  <a:lnTo>
                    <a:pt x="55442" y="56779"/>
                  </a:lnTo>
                  <a:lnTo>
                    <a:pt x="49890" y="57365"/>
                  </a:lnTo>
                  <a:lnTo>
                    <a:pt x="48874" y="57473"/>
                  </a:lnTo>
                  <a:lnTo>
                    <a:pt x="44225" y="58043"/>
                  </a:lnTo>
                  <a:lnTo>
                    <a:pt x="43239" y="58164"/>
                  </a:lnTo>
                  <a:lnTo>
                    <a:pt x="31965" y="59548"/>
                  </a:lnTo>
                  <a:lnTo>
                    <a:pt x="28220" y="60293"/>
                  </a:lnTo>
                  <a:lnTo>
                    <a:pt x="27938" y="60349"/>
                  </a:lnTo>
                  <a:lnTo>
                    <a:pt x="27324" y="60593"/>
                  </a:lnTo>
                  <a:lnTo>
                    <a:pt x="26831" y="60788"/>
                  </a:lnTo>
                  <a:lnTo>
                    <a:pt x="23310" y="62423"/>
                  </a:lnTo>
                  <a:lnTo>
                    <a:pt x="22843" y="62640"/>
                  </a:lnTo>
                  <a:lnTo>
                    <a:pt x="22582" y="62745"/>
                  </a:lnTo>
                  <a:lnTo>
                    <a:pt x="21335" y="63250"/>
                  </a:lnTo>
                  <a:lnTo>
                    <a:pt x="19541" y="63708"/>
                  </a:lnTo>
                  <a:lnTo>
                    <a:pt x="17882" y="63916"/>
                  </a:lnTo>
                  <a:lnTo>
                    <a:pt x="16658" y="64043"/>
                  </a:lnTo>
                  <a:lnTo>
                    <a:pt x="16764" y="60933"/>
                  </a:lnTo>
                  <a:lnTo>
                    <a:pt x="16325" y="60583"/>
                  </a:lnTo>
                  <a:lnTo>
                    <a:pt x="15991" y="59299"/>
                  </a:lnTo>
                  <a:lnTo>
                    <a:pt x="13071" y="57678"/>
                  </a:lnTo>
                  <a:lnTo>
                    <a:pt x="11508" y="55697"/>
                  </a:lnTo>
                  <a:lnTo>
                    <a:pt x="10391" y="55626"/>
                  </a:lnTo>
                  <a:lnTo>
                    <a:pt x="9826" y="52810"/>
                  </a:lnTo>
                  <a:lnTo>
                    <a:pt x="9817" y="52470"/>
                  </a:lnTo>
                  <a:lnTo>
                    <a:pt x="9091" y="52558"/>
                  </a:lnTo>
                  <a:lnTo>
                    <a:pt x="8640" y="50143"/>
                  </a:lnTo>
                  <a:lnTo>
                    <a:pt x="4155" y="50692"/>
                  </a:lnTo>
                  <a:lnTo>
                    <a:pt x="4155" y="48640"/>
                  </a:lnTo>
                  <a:lnTo>
                    <a:pt x="3397" y="46870"/>
                  </a:lnTo>
                  <a:lnTo>
                    <a:pt x="2500" y="43740"/>
                  </a:lnTo>
                  <a:lnTo>
                    <a:pt x="992" y="41336"/>
                  </a:lnTo>
                  <a:lnTo>
                    <a:pt x="0" y="39084"/>
                  </a:lnTo>
                  <a:lnTo>
                    <a:pt x="1183" y="36126"/>
                  </a:lnTo>
                  <a:lnTo>
                    <a:pt x="839" y="33778"/>
                  </a:lnTo>
                  <a:lnTo>
                    <a:pt x="2080" y="33206"/>
                  </a:lnTo>
                  <a:lnTo>
                    <a:pt x="3263" y="29580"/>
                  </a:lnTo>
                  <a:lnTo>
                    <a:pt x="229" y="27519"/>
                  </a:lnTo>
                  <a:lnTo>
                    <a:pt x="591" y="23320"/>
                  </a:lnTo>
                  <a:lnTo>
                    <a:pt x="2625" y="23371"/>
                  </a:lnTo>
                  <a:lnTo>
                    <a:pt x="2679" y="22691"/>
                  </a:lnTo>
                  <a:lnTo>
                    <a:pt x="2720" y="22390"/>
                  </a:lnTo>
                  <a:lnTo>
                    <a:pt x="2829" y="21596"/>
                  </a:lnTo>
                  <a:lnTo>
                    <a:pt x="2900" y="20705"/>
                  </a:lnTo>
                  <a:lnTo>
                    <a:pt x="4351" y="18702"/>
                  </a:lnTo>
                  <a:lnTo>
                    <a:pt x="6755" y="12003"/>
                  </a:lnTo>
                  <a:lnTo>
                    <a:pt x="8301" y="9391"/>
                  </a:lnTo>
                  <a:lnTo>
                    <a:pt x="8664" y="8778"/>
                  </a:lnTo>
                  <a:lnTo>
                    <a:pt x="9781" y="6784"/>
                  </a:lnTo>
                  <a:lnTo>
                    <a:pt x="10746" y="6379"/>
                  </a:lnTo>
                  <a:lnTo>
                    <a:pt x="13120" y="5381"/>
                  </a:lnTo>
                  <a:lnTo>
                    <a:pt x="14332" y="5644"/>
                  </a:lnTo>
                  <a:lnTo>
                    <a:pt x="15199" y="5394"/>
                  </a:lnTo>
                  <a:lnTo>
                    <a:pt x="15774" y="5228"/>
                  </a:lnTo>
                  <a:lnTo>
                    <a:pt x="16987" y="4879"/>
                  </a:lnTo>
                  <a:lnTo>
                    <a:pt x="17260" y="4591"/>
                  </a:lnTo>
                  <a:lnTo>
                    <a:pt x="17812" y="4316"/>
                  </a:lnTo>
                  <a:lnTo>
                    <a:pt x="18307" y="4770"/>
                  </a:lnTo>
                  <a:lnTo>
                    <a:pt x="18554" y="4996"/>
                  </a:lnTo>
                  <a:lnTo>
                    <a:pt x="19111" y="5404"/>
                  </a:lnTo>
                  <a:lnTo>
                    <a:pt x="19897" y="5714"/>
                  </a:lnTo>
                  <a:lnTo>
                    <a:pt x="21641" y="6311"/>
                  </a:lnTo>
                  <a:lnTo>
                    <a:pt x="22355" y="6443"/>
                  </a:lnTo>
                  <a:lnTo>
                    <a:pt x="22308" y="6606"/>
                  </a:lnTo>
                  <a:lnTo>
                    <a:pt x="22795" y="6664"/>
                  </a:lnTo>
                  <a:lnTo>
                    <a:pt x="24917" y="6918"/>
                  </a:lnTo>
                  <a:lnTo>
                    <a:pt x="28738" y="7375"/>
                  </a:lnTo>
                  <a:lnTo>
                    <a:pt x="28954" y="7401"/>
                  </a:lnTo>
                  <a:lnTo>
                    <a:pt x="34025" y="8007"/>
                  </a:lnTo>
                  <a:lnTo>
                    <a:pt x="35047" y="8130"/>
                  </a:lnTo>
                  <a:lnTo>
                    <a:pt x="35420" y="8174"/>
                  </a:lnTo>
                  <a:lnTo>
                    <a:pt x="35489" y="7753"/>
                  </a:lnTo>
                  <a:lnTo>
                    <a:pt x="36076" y="2546"/>
                  </a:lnTo>
                  <a:lnTo>
                    <a:pt x="36217" y="1303"/>
                  </a:lnTo>
                  <a:lnTo>
                    <a:pt x="36298" y="578"/>
                  </a:lnTo>
                  <a:lnTo>
                    <a:pt x="36364" y="0"/>
                  </a:lnTo>
                  <a:lnTo>
                    <a:pt x="43100" y="724"/>
                  </a:lnTo>
                  <a:lnTo>
                    <a:pt x="43294" y="745"/>
                  </a:lnTo>
                  <a:lnTo>
                    <a:pt x="44228" y="845"/>
                  </a:lnTo>
                  <a:lnTo>
                    <a:pt x="49251" y="1386"/>
                  </a:lnTo>
                  <a:lnTo>
                    <a:pt x="55213" y="2027"/>
                  </a:lnTo>
                  <a:lnTo>
                    <a:pt x="58378" y="2854"/>
                  </a:lnTo>
                  <a:lnTo>
                    <a:pt x="60563" y="3819"/>
                  </a:lnTo>
                  <a:lnTo>
                    <a:pt x="62948" y="5131"/>
                  </a:lnTo>
                  <a:lnTo>
                    <a:pt x="64547" y="627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2" name="pg331"/>
            <p:cNvSpPr/>
            <p:nvPr/>
          </p:nvSpPr>
          <p:spPr>
            <a:xfrm>
              <a:off x="3705531" y="3333204"/>
              <a:ext cx="105805" cy="80330"/>
            </a:xfrm>
            <a:custGeom>
              <a:avLst/>
              <a:pathLst>
                <a:path w="105805" h="80330">
                  <a:moveTo>
                    <a:pt x="3019" y="3057"/>
                  </a:moveTo>
                  <a:lnTo>
                    <a:pt x="3187" y="3134"/>
                  </a:lnTo>
                  <a:lnTo>
                    <a:pt x="4883" y="3080"/>
                  </a:lnTo>
                  <a:lnTo>
                    <a:pt x="5981" y="3046"/>
                  </a:lnTo>
                  <a:lnTo>
                    <a:pt x="8133" y="4009"/>
                  </a:lnTo>
                  <a:lnTo>
                    <a:pt x="10806" y="4651"/>
                  </a:lnTo>
                  <a:lnTo>
                    <a:pt x="14080" y="5325"/>
                  </a:lnTo>
                  <a:lnTo>
                    <a:pt x="16766" y="10327"/>
                  </a:lnTo>
                  <a:lnTo>
                    <a:pt x="17102" y="10954"/>
                  </a:lnTo>
                  <a:lnTo>
                    <a:pt x="17467" y="11040"/>
                  </a:lnTo>
                  <a:lnTo>
                    <a:pt x="23008" y="12347"/>
                  </a:lnTo>
                  <a:lnTo>
                    <a:pt x="24268" y="12755"/>
                  </a:lnTo>
                  <a:lnTo>
                    <a:pt x="27340" y="13750"/>
                  </a:lnTo>
                  <a:lnTo>
                    <a:pt x="30792" y="16309"/>
                  </a:lnTo>
                  <a:lnTo>
                    <a:pt x="33039" y="18025"/>
                  </a:lnTo>
                  <a:lnTo>
                    <a:pt x="35474" y="19890"/>
                  </a:lnTo>
                  <a:lnTo>
                    <a:pt x="36848" y="24050"/>
                  </a:lnTo>
                  <a:lnTo>
                    <a:pt x="37504" y="27002"/>
                  </a:lnTo>
                  <a:lnTo>
                    <a:pt x="37649" y="27657"/>
                  </a:lnTo>
                  <a:lnTo>
                    <a:pt x="37484" y="27606"/>
                  </a:lnTo>
                  <a:lnTo>
                    <a:pt x="36573" y="27712"/>
                  </a:lnTo>
                  <a:lnTo>
                    <a:pt x="34764" y="27988"/>
                  </a:lnTo>
                  <a:lnTo>
                    <a:pt x="32673" y="27888"/>
                  </a:lnTo>
                  <a:lnTo>
                    <a:pt x="33088" y="28453"/>
                  </a:lnTo>
                  <a:lnTo>
                    <a:pt x="34262" y="30514"/>
                  </a:lnTo>
                  <a:lnTo>
                    <a:pt x="36170" y="31211"/>
                  </a:lnTo>
                  <a:lnTo>
                    <a:pt x="37916" y="31526"/>
                  </a:lnTo>
                  <a:lnTo>
                    <a:pt x="40722" y="32595"/>
                  </a:lnTo>
                  <a:lnTo>
                    <a:pt x="41177" y="32594"/>
                  </a:lnTo>
                  <a:lnTo>
                    <a:pt x="42716" y="32366"/>
                  </a:lnTo>
                  <a:lnTo>
                    <a:pt x="43951" y="31265"/>
                  </a:lnTo>
                  <a:lnTo>
                    <a:pt x="44495" y="30246"/>
                  </a:lnTo>
                  <a:lnTo>
                    <a:pt x="44867" y="29761"/>
                  </a:lnTo>
                  <a:lnTo>
                    <a:pt x="45345" y="29746"/>
                  </a:lnTo>
                  <a:lnTo>
                    <a:pt x="45882" y="29728"/>
                  </a:lnTo>
                  <a:lnTo>
                    <a:pt x="46023" y="29724"/>
                  </a:lnTo>
                  <a:lnTo>
                    <a:pt x="47365" y="29836"/>
                  </a:lnTo>
                  <a:lnTo>
                    <a:pt x="48131" y="29336"/>
                  </a:lnTo>
                  <a:lnTo>
                    <a:pt x="48717" y="29137"/>
                  </a:lnTo>
                  <a:lnTo>
                    <a:pt x="50067" y="29223"/>
                  </a:lnTo>
                  <a:lnTo>
                    <a:pt x="51210" y="29307"/>
                  </a:lnTo>
                  <a:lnTo>
                    <a:pt x="52747" y="31275"/>
                  </a:lnTo>
                  <a:lnTo>
                    <a:pt x="55668" y="32896"/>
                  </a:lnTo>
                  <a:lnTo>
                    <a:pt x="56002" y="34180"/>
                  </a:lnTo>
                  <a:lnTo>
                    <a:pt x="56440" y="34530"/>
                  </a:lnTo>
                  <a:lnTo>
                    <a:pt x="56335" y="37640"/>
                  </a:lnTo>
                  <a:lnTo>
                    <a:pt x="57559" y="37513"/>
                  </a:lnTo>
                  <a:lnTo>
                    <a:pt x="59218" y="37305"/>
                  </a:lnTo>
                  <a:lnTo>
                    <a:pt x="61011" y="36847"/>
                  </a:lnTo>
                  <a:lnTo>
                    <a:pt x="62259" y="36342"/>
                  </a:lnTo>
                  <a:lnTo>
                    <a:pt x="62519" y="36237"/>
                  </a:lnTo>
                  <a:lnTo>
                    <a:pt x="62987" y="36020"/>
                  </a:lnTo>
                  <a:lnTo>
                    <a:pt x="66508" y="34385"/>
                  </a:lnTo>
                  <a:lnTo>
                    <a:pt x="67000" y="34190"/>
                  </a:lnTo>
                  <a:lnTo>
                    <a:pt x="67615" y="33947"/>
                  </a:lnTo>
                  <a:lnTo>
                    <a:pt x="67896" y="33890"/>
                  </a:lnTo>
                  <a:lnTo>
                    <a:pt x="71642" y="33145"/>
                  </a:lnTo>
                  <a:lnTo>
                    <a:pt x="82915" y="31761"/>
                  </a:lnTo>
                  <a:lnTo>
                    <a:pt x="83901" y="31640"/>
                  </a:lnTo>
                  <a:lnTo>
                    <a:pt x="88550" y="31070"/>
                  </a:lnTo>
                  <a:lnTo>
                    <a:pt x="89567" y="30962"/>
                  </a:lnTo>
                  <a:lnTo>
                    <a:pt x="95118" y="30376"/>
                  </a:lnTo>
                  <a:lnTo>
                    <a:pt x="95449" y="30341"/>
                  </a:lnTo>
                  <a:lnTo>
                    <a:pt x="96609" y="30306"/>
                  </a:lnTo>
                  <a:lnTo>
                    <a:pt x="97516" y="30831"/>
                  </a:lnTo>
                  <a:lnTo>
                    <a:pt x="98971" y="32096"/>
                  </a:lnTo>
                  <a:lnTo>
                    <a:pt x="99875" y="32939"/>
                  </a:lnTo>
                  <a:lnTo>
                    <a:pt x="100852" y="33849"/>
                  </a:lnTo>
                  <a:lnTo>
                    <a:pt x="105805" y="38466"/>
                  </a:lnTo>
                  <a:lnTo>
                    <a:pt x="105056" y="39315"/>
                  </a:lnTo>
                  <a:lnTo>
                    <a:pt x="104816" y="39593"/>
                  </a:lnTo>
                  <a:lnTo>
                    <a:pt x="103529" y="41279"/>
                  </a:lnTo>
                  <a:lnTo>
                    <a:pt x="102540" y="42576"/>
                  </a:lnTo>
                  <a:lnTo>
                    <a:pt x="102394" y="42767"/>
                  </a:lnTo>
                  <a:lnTo>
                    <a:pt x="101233" y="44379"/>
                  </a:lnTo>
                  <a:lnTo>
                    <a:pt x="100058" y="46657"/>
                  </a:lnTo>
                  <a:lnTo>
                    <a:pt x="99676" y="47399"/>
                  </a:lnTo>
                  <a:lnTo>
                    <a:pt x="99555" y="47634"/>
                  </a:lnTo>
                  <a:lnTo>
                    <a:pt x="99439" y="47911"/>
                  </a:lnTo>
                  <a:lnTo>
                    <a:pt x="99331" y="48167"/>
                  </a:lnTo>
                  <a:lnTo>
                    <a:pt x="99269" y="48314"/>
                  </a:lnTo>
                  <a:lnTo>
                    <a:pt x="97981" y="51379"/>
                  </a:lnTo>
                  <a:lnTo>
                    <a:pt x="97065" y="53361"/>
                  </a:lnTo>
                  <a:lnTo>
                    <a:pt x="96751" y="54039"/>
                  </a:lnTo>
                  <a:lnTo>
                    <a:pt x="94291" y="59359"/>
                  </a:lnTo>
                  <a:lnTo>
                    <a:pt x="93680" y="60682"/>
                  </a:lnTo>
                  <a:lnTo>
                    <a:pt x="92852" y="62472"/>
                  </a:lnTo>
                  <a:lnTo>
                    <a:pt x="91377" y="65824"/>
                  </a:lnTo>
                  <a:lnTo>
                    <a:pt x="90863" y="66992"/>
                  </a:lnTo>
                  <a:lnTo>
                    <a:pt x="89100" y="70998"/>
                  </a:lnTo>
                  <a:lnTo>
                    <a:pt x="88673" y="71970"/>
                  </a:lnTo>
                  <a:lnTo>
                    <a:pt x="86974" y="72255"/>
                  </a:lnTo>
                  <a:lnTo>
                    <a:pt x="81407" y="73191"/>
                  </a:lnTo>
                  <a:lnTo>
                    <a:pt x="81279" y="73212"/>
                  </a:lnTo>
                  <a:lnTo>
                    <a:pt x="77752" y="73825"/>
                  </a:lnTo>
                  <a:lnTo>
                    <a:pt x="75879" y="74151"/>
                  </a:lnTo>
                  <a:lnTo>
                    <a:pt x="75019" y="74300"/>
                  </a:lnTo>
                  <a:lnTo>
                    <a:pt x="62080" y="76360"/>
                  </a:lnTo>
                  <a:lnTo>
                    <a:pt x="59790" y="76724"/>
                  </a:lnTo>
                  <a:lnTo>
                    <a:pt x="58737" y="76994"/>
                  </a:lnTo>
                  <a:lnTo>
                    <a:pt x="54217" y="78155"/>
                  </a:lnTo>
                  <a:lnTo>
                    <a:pt x="46756" y="79761"/>
                  </a:lnTo>
                  <a:lnTo>
                    <a:pt x="46332" y="79859"/>
                  </a:lnTo>
                  <a:lnTo>
                    <a:pt x="44286" y="80330"/>
                  </a:lnTo>
                  <a:lnTo>
                    <a:pt x="44240" y="80009"/>
                  </a:lnTo>
                  <a:lnTo>
                    <a:pt x="44173" y="79532"/>
                  </a:lnTo>
                  <a:lnTo>
                    <a:pt x="43836" y="77147"/>
                  </a:lnTo>
                  <a:lnTo>
                    <a:pt x="43449" y="73510"/>
                  </a:lnTo>
                  <a:lnTo>
                    <a:pt x="43357" y="72636"/>
                  </a:lnTo>
                  <a:lnTo>
                    <a:pt x="43337" y="72457"/>
                  </a:lnTo>
                  <a:lnTo>
                    <a:pt x="43271" y="71837"/>
                  </a:lnTo>
                  <a:lnTo>
                    <a:pt x="42442" y="64044"/>
                  </a:lnTo>
                  <a:lnTo>
                    <a:pt x="42178" y="61560"/>
                  </a:lnTo>
                  <a:lnTo>
                    <a:pt x="42012" y="60041"/>
                  </a:lnTo>
                  <a:lnTo>
                    <a:pt x="41068" y="60143"/>
                  </a:lnTo>
                  <a:lnTo>
                    <a:pt x="40636" y="60190"/>
                  </a:lnTo>
                  <a:lnTo>
                    <a:pt x="36627" y="60625"/>
                  </a:lnTo>
                  <a:lnTo>
                    <a:pt x="36361" y="60654"/>
                  </a:lnTo>
                  <a:lnTo>
                    <a:pt x="36032" y="60689"/>
                  </a:lnTo>
                  <a:lnTo>
                    <a:pt x="34683" y="60836"/>
                  </a:lnTo>
                  <a:lnTo>
                    <a:pt x="22238" y="62184"/>
                  </a:lnTo>
                  <a:lnTo>
                    <a:pt x="22040" y="62206"/>
                  </a:lnTo>
                  <a:lnTo>
                    <a:pt x="16277" y="62831"/>
                  </a:lnTo>
                  <a:lnTo>
                    <a:pt x="16220" y="62294"/>
                  </a:lnTo>
                  <a:lnTo>
                    <a:pt x="16160" y="61786"/>
                  </a:lnTo>
                  <a:lnTo>
                    <a:pt x="15555" y="56670"/>
                  </a:lnTo>
                  <a:lnTo>
                    <a:pt x="15467" y="55924"/>
                  </a:lnTo>
                  <a:lnTo>
                    <a:pt x="15344" y="54884"/>
                  </a:lnTo>
                  <a:lnTo>
                    <a:pt x="15254" y="54117"/>
                  </a:lnTo>
                  <a:lnTo>
                    <a:pt x="14623" y="48783"/>
                  </a:lnTo>
                  <a:lnTo>
                    <a:pt x="14605" y="48625"/>
                  </a:lnTo>
                  <a:lnTo>
                    <a:pt x="14547" y="48138"/>
                  </a:lnTo>
                  <a:lnTo>
                    <a:pt x="14510" y="47822"/>
                  </a:lnTo>
                  <a:lnTo>
                    <a:pt x="14055" y="43978"/>
                  </a:lnTo>
                  <a:lnTo>
                    <a:pt x="13843" y="42272"/>
                  </a:lnTo>
                  <a:lnTo>
                    <a:pt x="13678" y="42291"/>
                  </a:lnTo>
                  <a:lnTo>
                    <a:pt x="11850" y="42497"/>
                  </a:lnTo>
                  <a:lnTo>
                    <a:pt x="10944" y="42599"/>
                  </a:lnTo>
                  <a:lnTo>
                    <a:pt x="10484" y="42650"/>
                  </a:lnTo>
                  <a:lnTo>
                    <a:pt x="10171" y="42686"/>
                  </a:lnTo>
                  <a:lnTo>
                    <a:pt x="9506" y="42760"/>
                  </a:lnTo>
                  <a:lnTo>
                    <a:pt x="8310" y="42895"/>
                  </a:lnTo>
                  <a:lnTo>
                    <a:pt x="8130" y="41623"/>
                  </a:lnTo>
                  <a:lnTo>
                    <a:pt x="8103" y="41431"/>
                  </a:lnTo>
                  <a:lnTo>
                    <a:pt x="7727" y="38775"/>
                  </a:lnTo>
                  <a:lnTo>
                    <a:pt x="7677" y="38428"/>
                  </a:lnTo>
                  <a:lnTo>
                    <a:pt x="7657" y="38287"/>
                  </a:lnTo>
                  <a:lnTo>
                    <a:pt x="7587" y="37791"/>
                  </a:lnTo>
                  <a:lnTo>
                    <a:pt x="7113" y="34443"/>
                  </a:lnTo>
                  <a:lnTo>
                    <a:pt x="7073" y="34166"/>
                  </a:lnTo>
                  <a:lnTo>
                    <a:pt x="7035" y="33895"/>
                  </a:lnTo>
                  <a:lnTo>
                    <a:pt x="7003" y="33671"/>
                  </a:lnTo>
                  <a:lnTo>
                    <a:pt x="6761" y="31961"/>
                  </a:lnTo>
                  <a:lnTo>
                    <a:pt x="6629" y="31029"/>
                  </a:lnTo>
                  <a:lnTo>
                    <a:pt x="6430" y="29624"/>
                  </a:lnTo>
                  <a:lnTo>
                    <a:pt x="6400" y="29410"/>
                  </a:lnTo>
                  <a:lnTo>
                    <a:pt x="5966" y="26349"/>
                  </a:lnTo>
                  <a:lnTo>
                    <a:pt x="6038" y="25935"/>
                  </a:lnTo>
                  <a:lnTo>
                    <a:pt x="6106" y="25544"/>
                  </a:lnTo>
                  <a:lnTo>
                    <a:pt x="6379" y="23978"/>
                  </a:lnTo>
                  <a:lnTo>
                    <a:pt x="6523" y="23153"/>
                  </a:lnTo>
                  <a:lnTo>
                    <a:pt x="6512" y="22961"/>
                  </a:lnTo>
                  <a:lnTo>
                    <a:pt x="6480" y="22395"/>
                  </a:lnTo>
                  <a:lnTo>
                    <a:pt x="6194" y="20698"/>
                  </a:lnTo>
                  <a:lnTo>
                    <a:pt x="6133" y="20334"/>
                  </a:lnTo>
                  <a:lnTo>
                    <a:pt x="6051" y="19852"/>
                  </a:lnTo>
                  <a:lnTo>
                    <a:pt x="5790" y="18300"/>
                  </a:lnTo>
                  <a:lnTo>
                    <a:pt x="5693" y="17729"/>
                  </a:lnTo>
                  <a:lnTo>
                    <a:pt x="5264" y="17757"/>
                  </a:lnTo>
                  <a:lnTo>
                    <a:pt x="5149" y="16711"/>
                  </a:lnTo>
                  <a:lnTo>
                    <a:pt x="5088" y="16152"/>
                  </a:lnTo>
                  <a:lnTo>
                    <a:pt x="5065" y="16012"/>
                  </a:lnTo>
                  <a:lnTo>
                    <a:pt x="4706" y="14855"/>
                  </a:lnTo>
                  <a:lnTo>
                    <a:pt x="4375" y="13784"/>
                  </a:lnTo>
                  <a:lnTo>
                    <a:pt x="4298" y="13536"/>
                  </a:lnTo>
                  <a:lnTo>
                    <a:pt x="4205" y="13234"/>
                  </a:lnTo>
                  <a:lnTo>
                    <a:pt x="4109" y="12872"/>
                  </a:lnTo>
                  <a:lnTo>
                    <a:pt x="4061" y="12690"/>
                  </a:lnTo>
                  <a:lnTo>
                    <a:pt x="3950" y="12398"/>
                  </a:lnTo>
                  <a:lnTo>
                    <a:pt x="3512" y="11245"/>
                  </a:lnTo>
                  <a:lnTo>
                    <a:pt x="3308" y="10711"/>
                  </a:lnTo>
                  <a:lnTo>
                    <a:pt x="3109" y="10186"/>
                  </a:lnTo>
                  <a:lnTo>
                    <a:pt x="2928" y="9710"/>
                  </a:lnTo>
                  <a:lnTo>
                    <a:pt x="2749" y="9488"/>
                  </a:lnTo>
                  <a:lnTo>
                    <a:pt x="2405" y="9519"/>
                  </a:lnTo>
                  <a:lnTo>
                    <a:pt x="2156" y="9542"/>
                  </a:lnTo>
                  <a:lnTo>
                    <a:pt x="1559" y="9597"/>
                  </a:lnTo>
                  <a:lnTo>
                    <a:pt x="633" y="9682"/>
                  </a:lnTo>
                  <a:lnTo>
                    <a:pt x="535" y="9054"/>
                  </a:lnTo>
                  <a:lnTo>
                    <a:pt x="381" y="8078"/>
                  </a:lnTo>
                  <a:lnTo>
                    <a:pt x="360" y="7947"/>
                  </a:lnTo>
                  <a:lnTo>
                    <a:pt x="329" y="7751"/>
                  </a:lnTo>
                  <a:lnTo>
                    <a:pt x="259" y="7306"/>
                  </a:lnTo>
                  <a:lnTo>
                    <a:pt x="223" y="7077"/>
                  </a:lnTo>
                  <a:lnTo>
                    <a:pt x="183" y="6822"/>
                  </a:lnTo>
                  <a:lnTo>
                    <a:pt x="156" y="6648"/>
                  </a:lnTo>
                  <a:lnTo>
                    <a:pt x="86" y="6204"/>
                  </a:lnTo>
                  <a:lnTo>
                    <a:pt x="50" y="5977"/>
                  </a:lnTo>
                  <a:lnTo>
                    <a:pt x="25" y="5818"/>
                  </a:lnTo>
                  <a:lnTo>
                    <a:pt x="0" y="5419"/>
                  </a:lnTo>
                  <a:lnTo>
                    <a:pt x="429" y="5278"/>
                  </a:lnTo>
                  <a:lnTo>
                    <a:pt x="592" y="5225"/>
                  </a:lnTo>
                  <a:lnTo>
                    <a:pt x="938" y="5111"/>
                  </a:lnTo>
                  <a:lnTo>
                    <a:pt x="1185" y="5031"/>
                  </a:lnTo>
                  <a:lnTo>
                    <a:pt x="1089" y="2934"/>
                  </a:lnTo>
                  <a:lnTo>
                    <a:pt x="1072" y="2551"/>
                  </a:lnTo>
                  <a:lnTo>
                    <a:pt x="992" y="794"/>
                  </a:lnTo>
                  <a:lnTo>
                    <a:pt x="976" y="444"/>
                  </a:lnTo>
                  <a:lnTo>
                    <a:pt x="959" y="71"/>
                  </a:lnTo>
                  <a:lnTo>
                    <a:pt x="1932" y="35"/>
                  </a:lnTo>
                  <a:lnTo>
                    <a:pt x="2904" y="0"/>
                  </a:lnTo>
                  <a:lnTo>
                    <a:pt x="2957" y="140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3" name="pg332"/>
            <p:cNvSpPr/>
            <p:nvPr/>
          </p:nvSpPr>
          <p:spPr>
            <a:xfrm>
              <a:off x="3658574" y="3332424"/>
              <a:ext cx="91242" cy="84999"/>
            </a:xfrm>
            <a:custGeom>
              <a:avLst/>
              <a:pathLst>
                <a:path w="91242" h="84999">
                  <a:moveTo>
                    <a:pt x="2080" y="50025"/>
                  </a:moveTo>
                  <a:lnTo>
                    <a:pt x="1951" y="47557"/>
                  </a:lnTo>
                  <a:lnTo>
                    <a:pt x="1945" y="47428"/>
                  </a:lnTo>
                  <a:lnTo>
                    <a:pt x="1859" y="45781"/>
                  </a:lnTo>
                  <a:lnTo>
                    <a:pt x="1856" y="45119"/>
                  </a:lnTo>
                  <a:lnTo>
                    <a:pt x="2343" y="45130"/>
                  </a:lnTo>
                  <a:lnTo>
                    <a:pt x="2288" y="44186"/>
                  </a:lnTo>
                  <a:lnTo>
                    <a:pt x="2250" y="43533"/>
                  </a:lnTo>
                  <a:lnTo>
                    <a:pt x="2209" y="42849"/>
                  </a:lnTo>
                  <a:lnTo>
                    <a:pt x="2118" y="41299"/>
                  </a:lnTo>
                  <a:lnTo>
                    <a:pt x="1944" y="39175"/>
                  </a:lnTo>
                  <a:lnTo>
                    <a:pt x="1914" y="38806"/>
                  </a:lnTo>
                  <a:lnTo>
                    <a:pt x="1875" y="36910"/>
                  </a:lnTo>
                  <a:lnTo>
                    <a:pt x="2200" y="36974"/>
                  </a:lnTo>
                  <a:lnTo>
                    <a:pt x="2366" y="37007"/>
                  </a:lnTo>
                  <a:lnTo>
                    <a:pt x="3220" y="37723"/>
                  </a:lnTo>
                  <a:lnTo>
                    <a:pt x="7446" y="36052"/>
                  </a:lnTo>
                  <a:lnTo>
                    <a:pt x="7615" y="35985"/>
                  </a:lnTo>
                  <a:lnTo>
                    <a:pt x="8579" y="35678"/>
                  </a:lnTo>
                  <a:lnTo>
                    <a:pt x="8541" y="34162"/>
                  </a:lnTo>
                  <a:lnTo>
                    <a:pt x="8534" y="33859"/>
                  </a:lnTo>
                  <a:lnTo>
                    <a:pt x="7630" y="33894"/>
                  </a:lnTo>
                  <a:lnTo>
                    <a:pt x="7028" y="33918"/>
                  </a:lnTo>
                  <a:lnTo>
                    <a:pt x="6849" y="31398"/>
                  </a:lnTo>
                  <a:lnTo>
                    <a:pt x="7914" y="31366"/>
                  </a:lnTo>
                  <a:lnTo>
                    <a:pt x="11576" y="31256"/>
                  </a:lnTo>
                  <a:lnTo>
                    <a:pt x="12127" y="30653"/>
                  </a:lnTo>
                  <a:lnTo>
                    <a:pt x="12351" y="29565"/>
                  </a:lnTo>
                  <a:lnTo>
                    <a:pt x="12831" y="27859"/>
                  </a:lnTo>
                  <a:lnTo>
                    <a:pt x="13379" y="26792"/>
                  </a:lnTo>
                  <a:lnTo>
                    <a:pt x="13559" y="26444"/>
                  </a:lnTo>
                  <a:lnTo>
                    <a:pt x="14045" y="25499"/>
                  </a:lnTo>
                  <a:lnTo>
                    <a:pt x="15303" y="24182"/>
                  </a:lnTo>
                  <a:lnTo>
                    <a:pt x="17062" y="22602"/>
                  </a:lnTo>
                  <a:lnTo>
                    <a:pt x="17962" y="21515"/>
                  </a:lnTo>
                  <a:lnTo>
                    <a:pt x="18285" y="21126"/>
                  </a:lnTo>
                  <a:lnTo>
                    <a:pt x="19224" y="20231"/>
                  </a:lnTo>
                  <a:lnTo>
                    <a:pt x="20059" y="19113"/>
                  </a:lnTo>
                  <a:lnTo>
                    <a:pt x="20760" y="18248"/>
                  </a:lnTo>
                  <a:lnTo>
                    <a:pt x="21465" y="18452"/>
                  </a:lnTo>
                  <a:lnTo>
                    <a:pt x="22483" y="17568"/>
                  </a:lnTo>
                  <a:lnTo>
                    <a:pt x="22948" y="17165"/>
                  </a:lnTo>
                  <a:lnTo>
                    <a:pt x="24124" y="16144"/>
                  </a:lnTo>
                  <a:lnTo>
                    <a:pt x="24630" y="15704"/>
                  </a:lnTo>
                  <a:lnTo>
                    <a:pt x="26018" y="17658"/>
                  </a:lnTo>
                  <a:lnTo>
                    <a:pt x="28188" y="20713"/>
                  </a:lnTo>
                  <a:lnTo>
                    <a:pt x="28670" y="22269"/>
                  </a:lnTo>
                  <a:lnTo>
                    <a:pt x="28884" y="22960"/>
                  </a:lnTo>
                  <a:lnTo>
                    <a:pt x="29164" y="23865"/>
                  </a:lnTo>
                  <a:lnTo>
                    <a:pt x="25339" y="24874"/>
                  </a:lnTo>
                  <a:lnTo>
                    <a:pt x="25635" y="26627"/>
                  </a:lnTo>
                  <a:lnTo>
                    <a:pt x="26681" y="27343"/>
                  </a:lnTo>
                  <a:lnTo>
                    <a:pt x="30733" y="30119"/>
                  </a:lnTo>
                  <a:lnTo>
                    <a:pt x="30668" y="30344"/>
                  </a:lnTo>
                  <a:lnTo>
                    <a:pt x="30260" y="31163"/>
                  </a:lnTo>
                  <a:lnTo>
                    <a:pt x="29546" y="32752"/>
                  </a:lnTo>
                  <a:lnTo>
                    <a:pt x="35103" y="33811"/>
                  </a:lnTo>
                  <a:lnTo>
                    <a:pt x="38050" y="32825"/>
                  </a:lnTo>
                  <a:lnTo>
                    <a:pt x="38528" y="32666"/>
                  </a:lnTo>
                  <a:lnTo>
                    <a:pt x="42808" y="31234"/>
                  </a:lnTo>
                  <a:lnTo>
                    <a:pt x="42844" y="30612"/>
                  </a:lnTo>
                  <a:lnTo>
                    <a:pt x="42926" y="29188"/>
                  </a:lnTo>
                  <a:lnTo>
                    <a:pt x="42935" y="29022"/>
                  </a:lnTo>
                  <a:lnTo>
                    <a:pt x="44383" y="26606"/>
                  </a:lnTo>
                  <a:lnTo>
                    <a:pt x="44624" y="26384"/>
                  </a:lnTo>
                  <a:lnTo>
                    <a:pt x="45588" y="25497"/>
                  </a:lnTo>
                  <a:lnTo>
                    <a:pt x="46482" y="24674"/>
                  </a:lnTo>
                  <a:lnTo>
                    <a:pt x="48462" y="22074"/>
                  </a:lnTo>
                  <a:lnTo>
                    <a:pt x="49130" y="20213"/>
                  </a:lnTo>
                  <a:lnTo>
                    <a:pt x="49310" y="19071"/>
                  </a:lnTo>
                  <a:lnTo>
                    <a:pt x="49422" y="18310"/>
                  </a:lnTo>
                  <a:lnTo>
                    <a:pt x="49488" y="17255"/>
                  </a:lnTo>
                  <a:lnTo>
                    <a:pt x="46216" y="17376"/>
                  </a:lnTo>
                  <a:lnTo>
                    <a:pt x="46005" y="14655"/>
                  </a:lnTo>
                  <a:lnTo>
                    <a:pt x="43534" y="14655"/>
                  </a:lnTo>
                  <a:lnTo>
                    <a:pt x="43510" y="14501"/>
                  </a:lnTo>
                  <a:lnTo>
                    <a:pt x="43212" y="12623"/>
                  </a:lnTo>
                  <a:lnTo>
                    <a:pt x="43071" y="11792"/>
                  </a:lnTo>
                  <a:lnTo>
                    <a:pt x="37980" y="7794"/>
                  </a:lnTo>
                  <a:lnTo>
                    <a:pt x="37846" y="7689"/>
                  </a:lnTo>
                  <a:lnTo>
                    <a:pt x="39015" y="6401"/>
                  </a:lnTo>
                  <a:lnTo>
                    <a:pt x="40900" y="6162"/>
                  </a:lnTo>
                  <a:lnTo>
                    <a:pt x="42325" y="6452"/>
                  </a:lnTo>
                  <a:lnTo>
                    <a:pt x="42212" y="4468"/>
                  </a:lnTo>
                  <a:lnTo>
                    <a:pt x="45768" y="4264"/>
                  </a:lnTo>
                  <a:lnTo>
                    <a:pt x="45775" y="3031"/>
                  </a:lnTo>
                  <a:lnTo>
                    <a:pt x="45777" y="2566"/>
                  </a:lnTo>
                  <a:lnTo>
                    <a:pt x="45788" y="520"/>
                  </a:lnTo>
                  <a:lnTo>
                    <a:pt x="47388" y="0"/>
                  </a:lnTo>
                  <a:lnTo>
                    <a:pt x="47933" y="57"/>
                  </a:lnTo>
                  <a:lnTo>
                    <a:pt x="47916" y="852"/>
                  </a:lnTo>
                  <a:lnTo>
                    <a:pt x="47933" y="1224"/>
                  </a:lnTo>
                  <a:lnTo>
                    <a:pt x="47949" y="1574"/>
                  </a:lnTo>
                  <a:lnTo>
                    <a:pt x="48028" y="3332"/>
                  </a:lnTo>
                  <a:lnTo>
                    <a:pt x="48046" y="3715"/>
                  </a:lnTo>
                  <a:lnTo>
                    <a:pt x="48063" y="5837"/>
                  </a:lnTo>
                  <a:lnTo>
                    <a:pt x="47769" y="5933"/>
                  </a:lnTo>
                  <a:lnTo>
                    <a:pt x="47548" y="6005"/>
                  </a:lnTo>
                  <a:lnTo>
                    <a:pt x="47386" y="6059"/>
                  </a:lnTo>
                  <a:lnTo>
                    <a:pt x="46956" y="6199"/>
                  </a:lnTo>
                  <a:lnTo>
                    <a:pt x="46981" y="6598"/>
                  </a:lnTo>
                  <a:lnTo>
                    <a:pt x="47007" y="6758"/>
                  </a:lnTo>
                  <a:lnTo>
                    <a:pt x="47061" y="7102"/>
                  </a:lnTo>
                  <a:lnTo>
                    <a:pt x="47112" y="7429"/>
                  </a:lnTo>
                  <a:lnTo>
                    <a:pt x="47140" y="7603"/>
                  </a:lnTo>
                  <a:lnTo>
                    <a:pt x="47180" y="7857"/>
                  </a:lnTo>
                  <a:lnTo>
                    <a:pt x="47216" y="8087"/>
                  </a:lnTo>
                  <a:lnTo>
                    <a:pt x="47286" y="8532"/>
                  </a:lnTo>
                  <a:lnTo>
                    <a:pt x="47317" y="8728"/>
                  </a:lnTo>
                  <a:lnTo>
                    <a:pt x="47337" y="8859"/>
                  </a:lnTo>
                  <a:lnTo>
                    <a:pt x="47491" y="9838"/>
                  </a:lnTo>
                  <a:lnTo>
                    <a:pt x="47590" y="10463"/>
                  </a:lnTo>
                  <a:lnTo>
                    <a:pt x="48515" y="10378"/>
                  </a:lnTo>
                  <a:lnTo>
                    <a:pt x="49113" y="10323"/>
                  </a:lnTo>
                  <a:lnTo>
                    <a:pt x="49362" y="10300"/>
                  </a:lnTo>
                  <a:lnTo>
                    <a:pt x="49825" y="10335"/>
                  </a:lnTo>
                  <a:lnTo>
                    <a:pt x="49966" y="10705"/>
                  </a:lnTo>
                  <a:lnTo>
                    <a:pt x="50065" y="10966"/>
                  </a:lnTo>
                  <a:lnTo>
                    <a:pt x="50280" y="11533"/>
                  </a:lnTo>
                  <a:lnTo>
                    <a:pt x="50563" y="12277"/>
                  </a:lnTo>
                  <a:lnTo>
                    <a:pt x="50907" y="13179"/>
                  </a:lnTo>
                  <a:lnTo>
                    <a:pt x="51018" y="13471"/>
                  </a:lnTo>
                  <a:lnTo>
                    <a:pt x="51066" y="13652"/>
                  </a:lnTo>
                  <a:lnTo>
                    <a:pt x="51161" y="14015"/>
                  </a:lnTo>
                  <a:lnTo>
                    <a:pt x="51254" y="14316"/>
                  </a:lnTo>
                  <a:lnTo>
                    <a:pt x="51331" y="14565"/>
                  </a:lnTo>
                  <a:lnTo>
                    <a:pt x="51663" y="15636"/>
                  </a:lnTo>
                  <a:lnTo>
                    <a:pt x="52021" y="16792"/>
                  </a:lnTo>
                  <a:lnTo>
                    <a:pt x="52056" y="17037"/>
                  </a:lnTo>
                  <a:lnTo>
                    <a:pt x="52106" y="17492"/>
                  </a:lnTo>
                  <a:lnTo>
                    <a:pt x="52316" y="18532"/>
                  </a:lnTo>
                  <a:lnTo>
                    <a:pt x="52650" y="18509"/>
                  </a:lnTo>
                  <a:lnTo>
                    <a:pt x="52746" y="19081"/>
                  </a:lnTo>
                  <a:lnTo>
                    <a:pt x="53008" y="20633"/>
                  </a:lnTo>
                  <a:lnTo>
                    <a:pt x="53089" y="21114"/>
                  </a:lnTo>
                  <a:lnTo>
                    <a:pt x="53150" y="21478"/>
                  </a:lnTo>
                  <a:lnTo>
                    <a:pt x="53437" y="23175"/>
                  </a:lnTo>
                  <a:lnTo>
                    <a:pt x="53469" y="23741"/>
                  </a:lnTo>
                  <a:lnTo>
                    <a:pt x="53471" y="23984"/>
                  </a:lnTo>
                  <a:lnTo>
                    <a:pt x="53334" y="24770"/>
                  </a:lnTo>
                  <a:lnTo>
                    <a:pt x="53063" y="26324"/>
                  </a:lnTo>
                  <a:lnTo>
                    <a:pt x="52994" y="26716"/>
                  </a:lnTo>
                  <a:lnTo>
                    <a:pt x="52922" y="27130"/>
                  </a:lnTo>
                  <a:lnTo>
                    <a:pt x="53356" y="30191"/>
                  </a:lnTo>
                  <a:lnTo>
                    <a:pt x="53386" y="30404"/>
                  </a:lnTo>
                  <a:lnTo>
                    <a:pt x="53585" y="31810"/>
                  </a:lnTo>
                  <a:lnTo>
                    <a:pt x="53717" y="32742"/>
                  </a:lnTo>
                  <a:lnTo>
                    <a:pt x="53960" y="34452"/>
                  </a:lnTo>
                  <a:lnTo>
                    <a:pt x="53991" y="34676"/>
                  </a:lnTo>
                  <a:lnTo>
                    <a:pt x="54030" y="34946"/>
                  </a:lnTo>
                  <a:lnTo>
                    <a:pt x="54069" y="35224"/>
                  </a:lnTo>
                  <a:lnTo>
                    <a:pt x="54548" y="38602"/>
                  </a:lnTo>
                  <a:lnTo>
                    <a:pt x="54614" y="39067"/>
                  </a:lnTo>
                  <a:lnTo>
                    <a:pt x="54634" y="39209"/>
                  </a:lnTo>
                  <a:lnTo>
                    <a:pt x="54683" y="39556"/>
                  </a:lnTo>
                  <a:lnTo>
                    <a:pt x="55059" y="42211"/>
                  </a:lnTo>
                  <a:lnTo>
                    <a:pt x="55086" y="42403"/>
                  </a:lnTo>
                  <a:lnTo>
                    <a:pt x="55318" y="43670"/>
                  </a:lnTo>
                  <a:lnTo>
                    <a:pt x="56462" y="43541"/>
                  </a:lnTo>
                  <a:lnTo>
                    <a:pt x="57128" y="43466"/>
                  </a:lnTo>
                  <a:lnTo>
                    <a:pt x="57441" y="43431"/>
                  </a:lnTo>
                  <a:lnTo>
                    <a:pt x="57900" y="43379"/>
                  </a:lnTo>
                  <a:lnTo>
                    <a:pt x="58806" y="43277"/>
                  </a:lnTo>
                  <a:lnTo>
                    <a:pt x="60635" y="43072"/>
                  </a:lnTo>
                  <a:lnTo>
                    <a:pt x="60810" y="43052"/>
                  </a:lnTo>
                  <a:lnTo>
                    <a:pt x="61012" y="44759"/>
                  </a:lnTo>
                  <a:lnTo>
                    <a:pt x="61466" y="48603"/>
                  </a:lnTo>
                  <a:lnTo>
                    <a:pt x="61503" y="48918"/>
                  </a:lnTo>
                  <a:lnTo>
                    <a:pt x="61561" y="49406"/>
                  </a:lnTo>
                  <a:lnTo>
                    <a:pt x="61580" y="49563"/>
                  </a:lnTo>
                  <a:lnTo>
                    <a:pt x="62210" y="54898"/>
                  </a:lnTo>
                  <a:lnTo>
                    <a:pt x="62301" y="55664"/>
                  </a:lnTo>
                  <a:lnTo>
                    <a:pt x="62430" y="56759"/>
                  </a:lnTo>
                  <a:lnTo>
                    <a:pt x="62512" y="57451"/>
                  </a:lnTo>
                  <a:lnTo>
                    <a:pt x="63122" y="62617"/>
                  </a:lnTo>
                  <a:lnTo>
                    <a:pt x="63176" y="63075"/>
                  </a:lnTo>
                  <a:lnTo>
                    <a:pt x="63248" y="63610"/>
                  </a:lnTo>
                  <a:lnTo>
                    <a:pt x="68996" y="62987"/>
                  </a:lnTo>
                  <a:lnTo>
                    <a:pt x="69194" y="62965"/>
                  </a:lnTo>
                  <a:lnTo>
                    <a:pt x="81640" y="61616"/>
                  </a:lnTo>
                  <a:lnTo>
                    <a:pt x="82989" y="61470"/>
                  </a:lnTo>
                  <a:lnTo>
                    <a:pt x="83318" y="61434"/>
                  </a:lnTo>
                  <a:lnTo>
                    <a:pt x="83583" y="61406"/>
                  </a:lnTo>
                  <a:lnTo>
                    <a:pt x="87593" y="60971"/>
                  </a:lnTo>
                  <a:lnTo>
                    <a:pt x="88024" y="60924"/>
                  </a:lnTo>
                  <a:lnTo>
                    <a:pt x="88973" y="60821"/>
                  </a:lnTo>
                  <a:lnTo>
                    <a:pt x="89134" y="62341"/>
                  </a:lnTo>
                  <a:lnTo>
                    <a:pt x="89399" y="64825"/>
                  </a:lnTo>
                  <a:lnTo>
                    <a:pt x="90228" y="72618"/>
                  </a:lnTo>
                  <a:lnTo>
                    <a:pt x="90294" y="73238"/>
                  </a:lnTo>
                  <a:lnTo>
                    <a:pt x="90313" y="73417"/>
                  </a:lnTo>
                  <a:lnTo>
                    <a:pt x="90406" y="74291"/>
                  </a:lnTo>
                  <a:lnTo>
                    <a:pt x="90793" y="77928"/>
                  </a:lnTo>
                  <a:lnTo>
                    <a:pt x="91130" y="80313"/>
                  </a:lnTo>
                  <a:lnTo>
                    <a:pt x="91197" y="80790"/>
                  </a:lnTo>
                  <a:lnTo>
                    <a:pt x="91242" y="81110"/>
                  </a:lnTo>
                  <a:lnTo>
                    <a:pt x="90731" y="81228"/>
                  </a:lnTo>
                  <a:lnTo>
                    <a:pt x="90466" y="81259"/>
                  </a:lnTo>
                  <a:lnTo>
                    <a:pt x="86134" y="81757"/>
                  </a:lnTo>
                  <a:lnTo>
                    <a:pt x="85039" y="81883"/>
                  </a:lnTo>
                  <a:lnTo>
                    <a:pt x="84743" y="81917"/>
                  </a:lnTo>
                  <a:lnTo>
                    <a:pt x="79384" y="82534"/>
                  </a:lnTo>
                  <a:lnTo>
                    <a:pt x="76946" y="82814"/>
                  </a:lnTo>
                  <a:lnTo>
                    <a:pt x="76304" y="82888"/>
                  </a:lnTo>
                  <a:lnTo>
                    <a:pt x="76080" y="82915"/>
                  </a:lnTo>
                  <a:lnTo>
                    <a:pt x="73877" y="83181"/>
                  </a:lnTo>
                  <a:lnTo>
                    <a:pt x="71391" y="83480"/>
                  </a:lnTo>
                  <a:lnTo>
                    <a:pt x="60113" y="84837"/>
                  </a:lnTo>
                  <a:lnTo>
                    <a:pt x="58802" y="84995"/>
                  </a:lnTo>
                  <a:lnTo>
                    <a:pt x="58463" y="84999"/>
                  </a:lnTo>
                  <a:lnTo>
                    <a:pt x="57628" y="84658"/>
                  </a:lnTo>
                  <a:lnTo>
                    <a:pt x="56040" y="84009"/>
                  </a:lnTo>
                  <a:lnTo>
                    <a:pt x="55758" y="83894"/>
                  </a:lnTo>
                  <a:lnTo>
                    <a:pt x="50931" y="81153"/>
                  </a:lnTo>
                  <a:lnTo>
                    <a:pt x="50108" y="80686"/>
                  </a:lnTo>
                  <a:lnTo>
                    <a:pt x="47337" y="79113"/>
                  </a:lnTo>
                  <a:lnTo>
                    <a:pt x="46104" y="78413"/>
                  </a:lnTo>
                  <a:lnTo>
                    <a:pt x="44621" y="77570"/>
                  </a:lnTo>
                  <a:lnTo>
                    <a:pt x="43962" y="77100"/>
                  </a:lnTo>
                  <a:lnTo>
                    <a:pt x="43644" y="76872"/>
                  </a:lnTo>
                  <a:lnTo>
                    <a:pt x="43344" y="76657"/>
                  </a:lnTo>
                  <a:lnTo>
                    <a:pt x="42631" y="76148"/>
                  </a:lnTo>
                  <a:lnTo>
                    <a:pt x="41998" y="75521"/>
                  </a:lnTo>
                  <a:lnTo>
                    <a:pt x="40772" y="74036"/>
                  </a:lnTo>
                  <a:lnTo>
                    <a:pt x="40443" y="73638"/>
                  </a:lnTo>
                  <a:lnTo>
                    <a:pt x="37232" y="69749"/>
                  </a:lnTo>
                  <a:lnTo>
                    <a:pt x="36742" y="69154"/>
                  </a:lnTo>
                  <a:lnTo>
                    <a:pt x="36161" y="68451"/>
                  </a:lnTo>
                  <a:lnTo>
                    <a:pt x="35280" y="67495"/>
                  </a:lnTo>
                  <a:lnTo>
                    <a:pt x="34564" y="66719"/>
                  </a:lnTo>
                  <a:lnTo>
                    <a:pt x="33093" y="65123"/>
                  </a:lnTo>
                  <a:lnTo>
                    <a:pt x="32365" y="64333"/>
                  </a:lnTo>
                  <a:lnTo>
                    <a:pt x="31987" y="63923"/>
                  </a:lnTo>
                  <a:lnTo>
                    <a:pt x="30091" y="61866"/>
                  </a:lnTo>
                  <a:lnTo>
                    <a:pt x="29716" y="61460"/>
                  </a:lnTo>
                  <a:lnTo>
                    <a:pt x="28503" y="60143"/>
                  </a:lnTo>
                  <a:lnTo>
                    <a:pt x="27637" y="59204"/>
                  </a:lnTo>
                  <a:lnTo>
                    <a:pt x="27309" y="58838"/>
                  </a:lnTo>
                  <a:lnTo>
                    <a:pt x="27202" y="58709"/>
                  </a:lnTo>
                  <a:lnTo>
                    <a:pt x="26899" y="58343"/>
                  </a:lnTo>
                  <a:lnTo>
                    <a:pt x="26706" y="58110"/>
                  </a:lnTo>
                  <a:lnTo>
                    <a:pt x="25944" y="57189"/>
                  </a:lnTo>
                  <a:lnTo>
                    <a:pt x="25436" y="56577"/>
                  </a:lnTo>
                  <a:lnTo>
                    <a:pt x="25217" y="56442"/>
                  </a:lnTo>
                  <a:lnTo>
                    <a:pt x="24463" y="55976"/>
                  </a:lnTo>
                  <a:lnTo>
                    <a:pt x="24106" y="55890"/>
                  </a:lnTo>
                  <a:lnTo>
                    <a:pt x="23504" y="55747"/>
                  </a:lnTo>
                  <a:lnTo>
                    <a:pt x="19967" y="57179"/>
                  </a:lnTo>
                  <a:lnTo>
                    <a:pt x="17187" y="58305"/>
                  </a:lnTo>
                  <a:lnTo>
                    <a:pt x="17018" y="58373"/>
                  </a:lnTo>
                  <a:lnTo>
                    <a:pt x="16870" y="58433"/>
                  </a:lnTo>
                  <a:lnTo>
                    <a:pt x="16698" y="58073"/>
                  </a:lnTo>
                  <a:lnTo>
                    <a:pt x="16420" y="57488"/>
                  </a:lnTo>
                  <a:lnTo>
                    <a:pt x="16358" y="57358"/>
                  </a:lnTo>
                  <a:lnTo>
                    <a:pt x="15361" y="57865"/>
                  </a:lnTo>
                  <a:lnTo>
                    <a:pt x="14161" y="58474"/>
                  </a:lnTo>
                  <a:lnTo>
                    <a:pt x="13069" y="59029"/>
                  </a:lnTo>
                  <a:lnTo>
                    <a:pt x="12480" y="59328"/>
                  </a:lnTo>
                  <a:lnTo>
                    <a:pt x="11556" y="59797"/>
                  </a:lnTo>
                  <a:lnTo>
                    <a:pt x="10730" y="60217"/>
                  </a:lnTo>
                  <a:lnTo>
                    <a:pt x="9742" y="60687"/>
                  </a:lnTo>
                  <a:lnTo>
                    <a:pt x="8801" y="61175"/>
                  </a:lnTo>
                  <a:lnTo>
                    <a:pt x="8513" y="61327"/>
                  </a:lnTo>
                  <a:lnTo>
                    <a:pt x="8117" y="61537"/>
                  </a:lnTo>
                  <a:lnTo>
                    <a:pt x="7078" y="62088"/>
                  </a:lnTo>
                  <a:lnTo>
                    <a:pt x="4752" y="63320"/>
                  </a:lnTo>
                  <a:lnTo>
                    <a:pt x="3274" y="64028"/>
                  </a:lnTo>
                  <a:lnTo>
                    <a:pt x="2999" y="64160"/>
                  </a:lnTo>
                  <a:lnTo>
                    <a:pt x="2700" y="64303"/>
                  </a:lnTo>
                  <a:lnTo>
                    <a:pt x="2538" y="64361"/>
                  </a:lnTo>
                  <a:lnTo>
                    <a:pt x="1082" y="61242"/>
                  </a:lnTo>
                  <a:lnTo>
                    <a:pt x="205" y="58120"/>
                  </a:lnTo>
                  <a:lnTo>
                    <a:pt x="0" y="57261"/>
                  </a:lnTo>
                  <a:lnTo>
                    <a:pt x="635" y="57064"/>
                  </a:lnTo>
                  <a:lnTo>
                    <a:pt x="474" y="56509"/>
                  </a:lnTo>
                  <a:lnTo>
                    <a:pt x="1537" y="56183"/>
                  </a:lnTo>
                  <a:lnTo>
                    <a:pt x="1261" y="55159"/>
                  </a:lnTo>
                  <a:lnTo>
                    <a:pt x="1900" y="54969"/>
                  </a:lnTo>
                  <a:lnTo>
                    <a:pt x="2415" y="54816"/>
                  </a:lnTo>
                  <a:lnTo>
                    <a:pt x="3041" y="54631"/>
                  </a:lnTo>
                  <a:lnTo>
                    <a:pt x="2868" y="54039"/>
                  </a:lnTo>
                  <a:lnTo>
                    <a:pt x="4991" y="53468"/>
                  </a:lnTo>
                  <a:lnTo>
                    <a:pt x="3852" y="52352"/>
                  </a:lnTo>
                  <a:lnTo>
                    <a:pt x="3562" y="51878"/>
                  </a:lnTo>
                  <a:lnTo>
                    <a:pt x="3122" y="51160"/>
                  </a:lnTo>
                  <a:lnTo>
                    <a:pt x="2836" y="50277"/>
                  </a:lnTo>
                  <a:lnTo>
                    <a:pt x="2846" y="499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4" name="pg333"/>
            <p:cNvSpPr/>
            <p:nvPr/>
          </p:nvSpPr>
          <p:spPr>
            <a:xfrm>
              <a:off x="3649118" y="3384022"/>
              <a:ext cx="103930" cy="71417"/>
            </a:xfrm>
            <a:custGeom>
              <a:avLst/>
              <a:pathLst>
                <a:path w="103930" h="71417">
                  <a:moveTo>
                    <a:pt x="10538" y="9643"/>
                  </a:moveTo>
                  <a:lnTo>
                    <a:pt x="11994" y="12763"/>
                  </a:lnTo>
                  <a:lnTo>
                    <a:pt x="12156" y="12705"/>
                  </a:lnTo>
                  <a:lnTo>
                    <a:pt x="12519" y="12531"/>
                  </a:lnTo>
                  <a:lnTo>
                    <a:pt x="12730" y="12430"/>
                  </a:lnTo>
                  <a:lnTo>
                    <a:pt x="14208" y="11722"/>
                  </a:lnTo>
                  <a:lnTo>
                    <a:pt x="16534" y="10489"/>
                  </a:lnTo>
                  <a:lnTo>
                    <a:pt x="17573" y="9939"/>
                  </a:lnTo>
                  <a:lnTo>
                    <a:pt x="17969" y="9729"/>
                  </a:lnTo>
                  <a:lnTo>
                    <a:pt x="18368" y="9518"/>
                  </a:lnTo>
                  <a:lnTo>
                    <a:pt x="19199" y="9088"/>
                  </a:lnTo>
                  <a:lnTo>
                    <a:pt x="20187" y="8618"/>
                  </a:lnTo>
                  <a:lnTo>
                    <a:pt x="21012" y="8199"/>
                  </a:lnTo>
                  <a:lnTo>
                    <a:pt x="21936" y="7730"/>
                  </a:lnTo>
                  <a:lnTo>
                    <a:pt x="22525" y="7431"/>
                  </a:lnTo>
                  <a:lnTo>
                    <a:pt x="23617" y="6876"/>
                  </a:lnTo>
                  <a:lnTo>
                    <a:pt x="24817" y="6266"/>
                  </a:lnTo>
                  <a:lnTo>
                    <a:pt x="25814" y="5760"/>
                  </a:lnTo>
                  <a:lnTo>
                    <a:pt x="25876" y="5889"/>
                  </a:lnTo>
                  <a:lnTo>
                    <a:pt x="26154" y="6475"/>
                  </a:lnTo>
                  <a:lnTo>
                    <a:pt x="26326" y="6835"/>
                  </a:lnTo>
                  <a:lnTo>
                    <a:pt x="26475" y="6775"/>
                  </a:lnTo>
                  <a:lnTo>
                    <a:pt x="26729" y="6672"/>
                  </a:lnTo>
                  <a:lnTo>
                    <a:pt x="29424" y="5581"/>
                  </a:lnTo>
                  <a:lnTo>
                    <a:pt x="32960" y="4148"/>
                  </a:lnTo>
                  <a:lnTo>
                    <a:pt x="33562" y="4292"/>
                  </a:lnTo>
                  <a:lnTo>
                    <a:pt x="33919" y="4377"/>
                  </a:lnTo>
                  <a:lnTo>
                    <a:pt x="34674" y="4843"/>
                  </a:lnTo>
                  <a:lnTo>
                    <a:pt x="34991" y="5098"/>
                  </a:lnTo>
                  <a:lnTo>
                    <a:pt x="35400" y="5591"/>
                  </a:lnTo>
                  <a:lnTo>
                    <a:pt x="36163" y="6512"/>
                  </a:lnTo>
                  <a:lnTo>
                    <a:pt x="36356" y="6745"/>
                  </a:lnTo>
                  <a:lnTo>
                    <a:pt x="36658" y="7110"/>
                  </a:lnTo>
                  <a:lnTo>
                    <a:pt x="36851" y="7343"/>
                  </a:lnTo>
                  <a:lnTo>
                    <a:pt x="37093" y="7606"/>
                  </a:lnTo>
                  <a:lnTo>
                    <a:pt x="37959" y="8545"/>
                  </a:lnTo>
                  <a:lnTo>
                    <a:pt x="39173" y="9861"/>
                  </a:lnTo>
                  <a:lnTo>
                    <a:pt x="39547" y="10267"/>
                  </a:lnTo>
                  <a:lnTo>
                    <a:pt x="41444" y="12325"/>
                  </a:lnTo>
                  <a:lnTo>
                    <a:pt x="41821" y="12735"/>
                  </a:lnTo>
                  <a:lnTo>
                    <a:pt x="42550" y="13525"/>
                  </a:lnTo>
                  <a:lnTo>
                    <a:pt x="44020" y="15120"/>
                  </a:lnTo>
                  <a:lnTo>
                    <a:pt x="44736" y="15897"/>
                  </a:lnTo>
                  <a:lnTo>
                    <a:pt x="45618" y="16853"/>
                  </a:lnTo>
                  <a:lnTo>
                    <a:pt x="46198" y="17556"/>
                  </a:lnTo>
                  <a:lnTo>
                    <a:pt x="46689" y="18150"/>
                  </a:lnTo>
                  <a:lnTo>
                    <a:pt x="49900" y="22040"/>
                  </a:lnTo>
                  <a:lnTo>
                    <a:pt x="50229" y="22438"/>
                  </a:lnTo>
                  <a:lnTo>
                    <a:pt x="51454" y="23923"/>
                  </a:lnTo>
                  <a:lnTo>
                    <a:pt x="52088" y="24549"/>
                  </a:lnTo>
                  <a:lnTo>
                    <a:pt x="52800" y="25059"/>
                  </a:lnTo>
                  <a:lnTo>
                    <a:pt x="53193" y="25340"/>
                  </a:lnTo>
                  <a:lnTo>
                    <a:pt x="53419" y="25501"/>
                  </a:lnTo>
                  <a:lnTo>
                    <a:pt x="54077" y="25972"/>
                  </a:lnTo>
                  <a:lnTo>
                    <a:pt x="55560" y="26814"/>
                  </a:lnTo>
                  <a:lnTo>
                    <a:pt x="56793" y="27514"/>
                  </a:lnTo>
                  <a:lnTo>
                    <a:pt x="59564" y="29088"/>
                  </a:lnTo>
                  <a:lnTo>
                    <a:pt x="60388" y="29555"/>
                  </a:lnTo>
                  <a:lnTo>
                    <a:pt x="65263" y="32316"/>
                  </a:lnTo>
                  <a:lnTo>
                    <a:pt x="65496" y="32411"/>
                  </a:lnTo>
                  <a:lnTo>
                    <a:pt x="67085" y="33060"/>
                  </a:lnTo>
                  <a:lnTo>
                    <a:pt x="68022" y="33400"/>
                  </a:lnTo>
                  <a:lnTo>
                    <a:pt x="68258" y="33397"/>
                  </a:lnTo>
                  <a:lnTo>
                    <a:pt x="69569" y="33239"/>
                  </a:lnTo>
                  <a:lnTo>
                    <a:pt x="80847" y="31881"/>
                  </a:lnTo>
                  <a:lnTo>
                    <a:pt x="83333" y="31582"/>
                  </a:lnTo>
                  <a:lnTo>
                    <a:pt x="85536" y="31317"/>
                  </a:lnTo>
                  <a:lnTo>
                    <a:pt x="85761" y="31290"/>
                  </a:lnTo>
                  <a:lnTo>
                    <a:pt x="86403" y="31216"/>
                  </a:lnTo>
                  <a:lnTo>
                    <a:pt x="88951" y="30923"/>
                  </a:lnTo>
                  <a:lnTo>
                    <a:pt x="94199" y="30319"/>
                  </a:lnTo>
                  <a:lnTo>
                    <a:pt x="94496" y="30285"/>
                  </a:lnTo>
                  <a:lnTo>
                    <a:pt x="95591" y="30159"/>
                  </a:lnTo>
                  <a:lnTo>
                    <a:pt x="99922" y="29660"/>
                  </a:lnTo>
                  <a:lnTo>
                    <a:pt x="100187" y="29630"/>
                  </a:lnTo>
                  <a:lnTo>
                    <a:pt x="100698" y="29512"/>
                  </a:lnTo>
                  <a:lnTo>
                    <a:pt x="102749" y="29040"/>
                  </a:lnTo>
                  <a:lnTo>
                    <a:pt x="103169" y="28943"/>
                  </a:lnTo>
                  <a:lnTo>
                    <a:pt x="103192" y="29543"/>
                  </a:lnTo>
                  <a:lnTo>
                    <a:pt x="102829" y="30138"/>
                  </a:lnTo>
                  <a:lnTo>
                    <a:pt x="102467" y="30730"/>
                  </a:lnTo>
                  <a:lnTo>
                    <a:pt x="102996" y="35974"/>
                  </a:lnTo>
                  <a:lnTo>
                    <a:pt x="103930" y="44470"/>
                  </a:lnTo>
                  <a:lnTo>
                    <a:pt x="102507" y="44614"/>
                  </a:lnTo>
                  <a:lnTo>
                    <a:pt x="101718" y="44694"/>
                  </a:lnTo>
                  <a:lnTo>
                    <a:pt x="101542" y="44711"/>
                  </a:lnTo>
                  <a:lnTo>
                    <a:pt x="100951" y="45749"/>
                  </a:lnTo>
                  <a:lnTo>
                    <a:pt x="99960" y="47487"/>
                  </a:lnTo>
                  <a:lnTo>
                    <a:pt x="99381" y="48502"/>
                  </a:lnTo>
                  <a:lnTo>
                    <a:pt x="99047" y="48366"/>
                  </a:lnTo>
                  <a:lnTo>
                    <a:pt x="98915" y="48312"/>
                  </a:lnTo>
                  <a:lnTo>
                    <a:pt x="98160" y="49485"/>
                  </a:lnTo>
                  <a:lnTo>
                    <a:pt x="93876" y="56137"/>
                  </a:lnTo>
                  <a:lnTo>
                    <a:pt x="90557" y="61222"/>
                  </a:lnTo>
                  <a:lnTo>
                    <a:pt x="89124" y="60263"/>
                  </a:lnTo>
                  <a:lnTo>
                    <a:pt x="82071" y="55540"/>
                  </a:lnTo>
                  <a:lnTo>
                    <a:pt x="81613" y="55531"/>
                  </a:lnTo>
                  <a:lnTo>
                    <a:pt x="81351" y="55541"/>
                  </a:lnTo>
                  <a:lnTo>
                    <a:pt x="76293" y="56085"/>
                  </a:lnTo>
                  <a:lnTo>
                    <a:pt x="73569" y="56377"/>
                  </a:lnTo>
                  <a:lnTo>
                    <a:pt x="72027" y="56543"/>
                  </a:lnTo>
                  <a:lnTo>
                    <a:pt x="67727" y="57168"/>
                  </a:lnTo>
                  <a:lnTo>
                    <a:pt x="67675" y="57883"/>
                  </a:lnTo>
                  <a:lnTo>
                    <a:pt x="64286" y="58350"/>
                  </a:lnTo>
                  <a:lnTo>
                    <a:pt x="63643" y="58550"/>
                  </a:lnTo>
                  <a:lnTo>
                    <a:pt x="63782" y="59327"/>
                  </a:lnTo>
                  <a:lnTo>
                    <a:pt x="64033" y="59245"/>
                  </a:lnTo>
                  <a:lnTo>
                    <a:pt x="64438" y="59388"/>
                  </a:lnTo>
                  <a:lnTo>
                    <a:pt x="64930" y="59542"/>
                  </a:lnTo>
                  <a:lnTo>
                    <a:pt x="66310" y="59971"/>
                  </a:lnTo>
                  <a:lnTo>
                    <a:pt x="66308" y="60143"/>
                  </a:lnTo>
                  <a:lnTo>
                    <a:pt x="66023" y="60463"/>
                  </a:lnTo>
                  <a:lnTo>
                    <a:pt x="64737" y="61905"/>
                  </a:lnTo>
                  <a:lnTo>
                    <a:pt x="64721" y="62103"/>
                  </a:lnTo>
                  <a:lnTo>
                    <a:pt x="64721" y="62359"/>
                  </a:lnTo>
                  <a:lnTo>
                    <a:pt x="64721" y="62710"/>
                  </a:lnTo>
                  <a:lnTo>
                    <a:pt x="64593" y="63667"/>
                  </a:lnTo>
                  <a:lnTo>
                    <a:pt x="64485" y="64479"/>
                  </a:lnTo>
                  <a:lnTo>
                    <a:pt x="61694" y="64521"/>
                  </a:lnTo>
                  <a:lnTo>
                    <a:pt x="60909" y="64884"/>
                  </a:lnTo>
                  <a:lnTo>
                    <a:pt x="60685" y="65193"/>
                  </a:lnTo>
                  <a:lnTo>
                    <a:pt x="60379" y="65614"/>
                  </a:lnTo>
                  <a:lnTo>
                    <a:pt x="59512" y="67280"/>
                  </a:lnTo>
                  <a:lnTo>
                    <a:pt x="59359" y="67574"/>
                  </a:lnTo>
                  <a:lnTo>
                    <a:pt x="59657" y="71417"/>
                  </a:lnTo>
                  <a:lnTo>
                    <a:pt x="58466" y="71083"/>
                  </a:lnTo>
                  <a:lnTo>
                    <a:pt x="57359" y="70225"/>
                  </a:lnTo>
                  <a:lnTo>
                    <a:pt x="56169" y="69301"/>
                  </a:lnTo>
                  <a:lnTo>
                    <a:pt x="55766" y="69082"/>
                  </a:lnTo>
                  <a:lnTo>
                    <a:pt x="53649" y="67904"/>
                  </a:lnTo>
                  <a:lnTo>
                    <a:pt x="50917" y="66383"/>
                  </a:lnTo>
                  <a:lnTo>
                    <a:pt x="48953" y="67904"/>
                  </a:lnTo>
                  <a:lnTo>
                    <a:pt x="45911" y="61821"/>
                  </a:lnTo>
                  <a:lnTo>
                    <a:pt x="41498" y="54843"/>
                  </a:lnTo>
                  <a:lnTo>
                    <a:pt x="39351" y="50549"/>
                  </a:lnTo>
                  <a:lnTo>
                    <a:pt x="37562" y="46374"/>
                  </a:lnTo>
                  <a:lnTo>
                    <a:pt x="34878" y="43869"/>
                  </a:lnTo>
                  <a:lnTo>
                    <a:pt x="31240" y="43034"/>
                  </a:lnTo>
                  <a:lnTo>
                    <a:pt x="29093" y="42319"/>
                  </a:lnTo>
                  <a:lnTo>
                    <a:pt x="28020" y="39218"/>
                  </a:lnTo>
                  <a:lnTo>
                    <a:pt x="25515" y="37011"/>
                  </a:lnTo>
                  <a:lnTo>
                    <a:pt x="22771" y="34148"/>
                  </a:lnTo>
                  <a:lnTo>
                    <a:pt x="20505" y="30272"/>
                  </a:lnTo>
                  <a:lnTo>
                    <a:pt x="18656" y="26872"/>
                  </a:lnTo>
                  <a:lnTo>
                    <a:pt x="17285" y="24606"/>
                  </a:lnTo>
                  <a:lnTo>
                    <a:pt x="14303" y="21624"/>
                  </a:lnTo>
                  <a:lnTo>
                    <a:pt x="10963" y="19238"/>
                  </a:lnTo>
                  <a:lnTo>
                    <a:pt x="8339" y="16614"/>
                  </a:lnTo>
                  <a:lnTo>
                    <a:pt x="7802" y="14348"/>
                  </a:lnTo>
                  <a:lnTo>
                    <a:pt x="7385" y="12440"/>
                  </a:lnTo>
                  <a:lnTo>
                    <a:pt x="4522" y="10770"/>
                  </a:lnTo>
                  <a:lnTo>
                    <a:pt x="2077" y="10412"/>
                  </a:lnTo>
                  <a:lnTo>
                    <a:pt x="0" y="10566"/>
                  </a:lnTo>
                  <a:lnTo>
                    <a:pt x="7304" y="2930"/>
                  </a:lnTo>
                  <a:lnTo>
                    <a:pt x="7084" y="0"/>
                  </a:lnTo>
                  <a:lnTo>
                    <a:pt x="11184" y="536"/>
                  </a:lnTo>
                  <a:lnTo>
                    <a:pt x="13308" y="753"/>
                  </a:lnTo>
                  <a:lnTo>
                    <a:pt x="14448" y="1869"/>
                  </a:lnTo>
                  <a:lnTo>
                    <a:pt x="12324" y="2441"/>
                  </a:lnTo>
                  <a:lnTo>
                    <a:pt x="12497" y="3032"/>
                  </a:lnTo>
                  <a:lnTo>
                    <a:pt x="11871" y="3218"/>
                  </a:lnTo>
                  <a:lnTo>
                    <a:pt x="11357" y="3371"/>
                  </a:lnTo>
                  <a:lnTo>
                    <a:pt x="10717" y="3560"/>
                  </a:lnTo>
                  <a:lnTo>
                    <a:pt x="10994" y="4584"/>
                  </a:lnTo>
                  <a:lnTo>
                    <a:pt x="9930" y="4911"/>
                  </a:lnTo>
                  <a:lnTo>
                    <a:pt x="10091" y="5466"/>
                  </a:lnTo>
                  <a:lnTo>
                    <a:pt x="9456" y="5663"/>
                  </a:lnTo>
                  <a:lnTo>
                    <a:pt x="9662" y="652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5" name="pg334"/>
            <p:cNvSpPr/>
            <p:nvPr/>
          </p:nvSpPr>
          <p:spPr>
            <a:xfrm>
              <a:off x="3698072" y="3428497"/>
              <a:ext cx="86758" cy="68225"/>
            </a:xfrm>
            <a:custGeom>
              <a:avLst/>
              <a:pathLst>
                <a:path w="86758" h="68225">
                  <a:moveTo>
                    <a:pt x="83439" y="24400"/>
                  </a:moveTo>
                  <a:lnTo>
                    <a:pt x="79845" y="27154"/>
                  </a:lnTo>
                  <a:lnTo>
                    <a:pt x="76157" y="29980"/>
                  </a:lnTo>
                  <a:lnTo>
                    <a:pt x="74737" y="31068"/>
                  </a:lnTo>
                  <a:lnTo>
                    <a:pt x="73324" y="32150"/>
                  </a:lnTo>
                  <a:lnTo>
                    <a:pt x="72123" y="33458"/>
                  </a:lnTo>
                  <a:lnTo>
                    <a:pt x="71802" y="33809"/>
                  </a:lnTo>
                  <a:lnTo>
                    <a:pt x="70993" y="34690"/>
                  </a:lnTo>
                  <a:lnTo>
                    <a:pt x="70830" y="36707"/>
                  </a:lnTo>
                  <a:lnTo>
                    <a:pt x="71893" y="39861"/>
                  </a:lnTo>
                  <a:lnTo>
                    <a:pt x="72663" y="40509"/>
                  </a:lnTo>
                  <a:lnTo>
                    <a:pt x="71928" y="42292"/>
                  </a:lnTo>
                  <a:lnTo>
                    <a:pt x="74590" y="43849"/>
                  </a:lnTo>
                  <a:lnTo>
                    <a:pt x="75716" y="44727"/>
                  </a:lnTo>
                  <a:lnTo>
                    <a:pt x="77395" y="46369"/>
                  </a:lnTo>
                  <a:lnTo>
                    <a:pt x="77634" y="46797"/>
                  </a:lnTo>
                  <a:lnTo>
                    <a:pt x="77478" y="47384"/>
                  </a:lnTo>
                  <a:lnTo>
                    <a:pt x="76982" y="47748"/>
                  </a:lnTo>
                  <a:lnTo>
                    <a:pt x="76200" y="47917"/>
                  </a:lnTo>
                  <a:lnTo>
                    <a:pt x="75000" y="48498"/>
                  </a:lnTo>
                  <a:lnTo>
                    <a:pt x="70970" y="51571"/>
                  </a:lnTo>
                  <a:lnTo>
                    <a:pt x="70137" y="52206"/>
                  </a:lnTo>
                  <a:lnTo>
                    <a:pt x="66610" y="57494"/>
                  </a:lnTo>
                  <a:lnTo>
                    <a:pt x="65057" y="59133"/>
                  </a:lnTo>
                  <a:lnTo>
                    <a:pt x="62093" y="61359"/>
                  </a:lnTo>
                  <a:lnTo>
                    <a:pt x="61093" y="60603"/>
                  </a:lnTo>
                  <a:lnTo>
                    <a:pt x="59772" y="59619"/>
                  </a:lnTo>
                  <a:lnTo>
                    <a:pt x="59503" y="59418"/>
                  </a:lnTo>
                  <a:lnTo>
                    <a:pt x="59375" y="59335"/>
                  </a:lnTo>
                  <a:lnTo>
                    <a:pt x="58263" y="58525"/>
                  </a:lnTo>
                  <a:lnTo>
                    <a:pt x="57536" y="57475"/>
                  </a:lnTo>
                  <a:lnTo>
                    <a:pt x="57513" y="55754"/>
                  </a:lnTo>
                  <a:lnTo>
                    <a:pt x="55992" y="53249"/>
                  </a:lnTo>
                  <a:lnTo>
                    <a:pt x="49372" y="49491"/>
                  </a:lnTo>
                  <a:lnTo>
                    <a:pt x="47673" y="48329"/>
                  </a:lnTo>
                  <a:lnTo>
                    <a:pt x="46420" y="48329"/>
                  </a:lnTo>
                  <a:lnTo>
                    <a:pt x="44810" y="49223"/>
                  </a:lnTo>
                  <a:lnTo>
                    <a:pt x="41321" y="51102"/>
                  </a:lnTo>
                  <a:lnTo>
                    <a:pt x="37474" y="51907"/>
                  </a:lnTo>
                  <a:lnTo>
                    <a:pt x="34880" y="52444"/>
                  </a:lnTo>
                  <a:lnTo>
                    <a:pt x="33001" y="54054"/>
                  </a:lnTo>
                  <a:lnTo>
                    <a:pt x="30586" y="55933"/>
                  </a:lnTo>
                  <a:lnTo>
                    <a:pt x="27634" y="57543"/>
                  </a:lnTo>
                  <a:lnTo>
                    <a:pt x="26292" y="58795"/>
                  </a:lnTo>
                  <a:lnTo>
                    <a:pt x="22624" y="60763"/>
                  </a:lnTo>
                  <a:lnTo>
                    <a:pt x="21282" y="62642"/>
                  </a:lnTo>
                  <a:lnTo>
                    <a:pt x="19851" y="63715"/>
                  </a:lnTo>
                  <a:lnTo>
                    <a:pt x="19404" y="64789"/>
                  </a:lnTo>
                  <a:lnTo>
                    <a:pt x="18867" y="65862"/>
                  </a:lnTo>
                  <a:lnTo>
                    <a:pt x="17704" y="66757"/>
                  </a:lnTo>
                  <a:lnTo>
                    <a:pt x="17285" y="67599"/>
                  </a:lnTo>
                  <a:lnTo>
                    <a:pt x="14064" y="68225"/>
                  </a:lnTo>
                  <a:lnTo>
                    <a:pt x="12170" y="68110"/>
                  </a:lnTo>
                  <a:lnTo>
                    <a:pt x="13512" y="64830"/>
                  </a:lnTo>
                  <a:lnTo>
                    <a:pt x="14108" y="61102"/>
                  </a:lnTo>
                  <a:lnTo>
                    <a:pt x="13512" y="54393"/>
                  </a:lnTo>
                  <a:lnTo>
                    <a:pt x="13064" y="49025"/>
                  </a:lnTo>
                  <a:lnTo>
                    <a:pt x="10381" y="44254"/>
                  </a:lnTo>
                  <a:lnTo>
                    <a:pt x="7846" y="39185"/>
                  </a:lnTo>
                  <a:lnTo>
                    <a:pt x="3522" y="33967"/>
                  </a:lnTo>
                  <a:lnTo>
                    <a:pt x="987" y="28301"/>
                  </a:lnTo>
                  <a:lnTo>
                    <a:pt x="0" y="23429"/>
                  </a:lnTo>
                  <a:lnTo>
                    <a:pt x="1962" y="21908"/>
                  </a:lnTo>
                  <a:lnTo>
                    <a:pt x="4695" y="23429"/>
                  </a:lnTo>
                  <a:lnTo>
                    <a:pt x="6812" y="24607"/>
                  </a:lnTo>
                  <a:lnTo>
                    <a:pt x="7214" y="24827"/>
                  </a:lnTo>
                  <a:lnTo>
                    <a:pt x="8404" y="25750"/>
                  </a:lnTo>
                  <a:lnTo>
                    <a:pt x="9512" y="26609"/>
                  </a:lnTo>
                  <a:lnTo>
                    <a:pt x="10703" y="26943"/>
                  </a:lnTo>
                  <a:lnTo>
                    <a:pt x="10405" y="23099"/>
                  </a:lnTo>
                  <a:lnTo>
                    <a:pt x="10558" y="22806"/>
                  </a:lnTo>
                  <a:lnTo>
                    <a:pt x="11425" y="21140"/>
                  </a:lnTo>
                  <a:lnTo>
                    <a:pt x="11751" y="20690"/>
                  </a:lnTo>
                  <a:lnTo>
                    <a:pt x="11955" y="20410"/>
                  </a:lnTo>
                  <a:lnTo>
                    <a:pt x="12739" y="20046"/>
                  </a:lnTo>
                  <a:lnTo>
                    <a:pt x="15530" y="20004"/>
                  </a:lnTo>
                  <a:lnTo>
                    <a:pt x="15639" y="19193"/>
                  </a:lnTo>
                  <a:lnTo>
                    <a:pt x="15767" y="18145"/>
                  </a:lnTo>
                  <a:lnTo>
                    <a:pt x="15767" y="17885"/>
                  </a:lnTo>
                  <a:lnTo>
                    <a:pt x="15767" y="17629"/>
                  </a:lnTo>
                  <a:lnTo>
                    <a:pt x="15783" y="17430"/>
                  </a:lnTo>
                  <a:lnTo>
                    <a:pt x="17069" y="15988"/>
                  </a:lnTo>
                  <a:lnTo>
                    <a:pt x="17371" y="15649"/>
                  </a:lnTo>
                  <a:lnTo>
                    <a:pt x="17356" y="15496"/>
                  </a:lnTo>
                  <a:lnTo>
                    <a:pt x="15976" y="15067"/>
                  </a:lnTo>
                  <a:lnTo>
                    <a:pt x="15484" y="14914"/>
                  </a:lnTo>
                  <a:lnTo>
                    <a:pt x="15079" y="14770"/>
                  </a:lnTo>
                  <a:lnTo>
                    <a:pt x="14827" y="14846"/>
                  </a:lnTo>
                  <a:lnTo>
                    <a:pt x="14669" y="13967"/>
                  </a:lnTo>
                  <a:lnTo>
                    <a:pt x="15332" y="13876"/>
                  </a:lnTo>
                  <a:lnTo>
                    <a:pt x="18721" y="13409"/>
                  </a:lnTo>
                  <a:lnTo>
                    <a:pt x="18781" y="12582"/>
                  </a:lnTo>
                  <a:lnTo>
                    <a:pt x="23073" y="12068"/>
                  </a:lnTo>
                  <a:lnTo>
                    <a:pt x="24615" y="11903"/>
                  </a:lnTo>
                  <a:lnTo>
                    <a:pt x="27339" y="11610"/>
                  </a:lnTo>
                  <a:lnTo>
                    <a:pt x="32521" y="11053"/>
                  </a:lnTo>
                  <a:lnTo>
                    <a:pt x="32760" y="11058"/>
                  </a:lnTo>
                  <a:lnTo>
                    <a:pt x="33117" y="11065"/>
                  </a:lnTo>
                  <a:lnTo>
                    <a:pt x="40170" y="15788"/>
                  </a:lnTo>
                  <a:lnTo>
                    <a:pt x="41603" y="16748"/>
                  </a:lnTo>
                  <a:lnTo>
                    <a:pt x="44923" y="11660"/>
                  </a:lnTo>
                  <a:lnTo>
                    <a:pt x="49206" y="5010"/>
                  </a:lnTo>
                  <a:lnTo>
                    <a:pt x="49961" y="3838"/>
                  </a:lnTo>
                  <a:lnTo>
                    <a:pt x="50093" y="3892"/>
                  </a:lnTo>
                  <a:lnTo>
                    <a:pt x="50427" y="4028"/>
                  </a:lnTo>
                  <a:lnTo>
                    <a:pt x="51006" y="3012"/>
                  </a:lnTo>
                  <a:lnTo>
                    <a:pt x="51997" y="1274"/>
                  </a:lnTo>
                  <a:lnTo>
                    <a:pt x="52588" y="237"/>
                  </a:lnTo>
                  <a:lnTo>
                    <a:pt x="52764" y="219"/>
                  </a:lnTo>
                  <a:lnTo>
                    <a:pt x="53553" y="139"/>
                  </a:lnTo>
                  <a:lnTo>
                    <a:pt x="54981" y="0"/>
                  </a:lnTo>
                  <a:lnTo>
                    <a:pt x="56849" y="1687"/>
                  </a:lnTo>
                  <a:lnTo>
                    <a:pt x="63517" y="4982"/>
                  </a:lnTo>
                  <a:lnTo>
                    <a:pt x="68847" y="7761"/>
                  </a:lnTo>
                  <a:lnTo>
                    <a:pt x="69024" y="7879"/>
                  </a:lnTo>
                  <a:lnTo>
                    <a:pt x="71933" y="9826"/>
                  </a:lnTo>
                  <a:lnTo>
                    <a:pt x="74670" y="11435"/>
                  </a:lnTo>
                  <a:lnTo>
                    <a:pt x="77241" y="12304"/>
                  </a:lnTo>
                  <a:lnTo>
                    <a:pt x="82058" y="13932"/>
                  </a:lnTo>
                  <a:lnTo>
                    <a:pt x="85187" y="15732"/>
                  </a:lnTo>
                  <a:lnTo>
                    <a:pt x="86758" y="16122"/>
                  </a:lnTo>
                  <a:lnTo>
                    <a:pt x="86428" y="19797"/>
                  </a:lnTo>
                  <a:lnTo>
                    <a:pt x="86055" y="20916"/>
                  </a:lnTo>
                  <a:lnTo>
                    <a:pt x="84858" y="2349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6" name="pg335"/>
            <p:cNvSpPr/>
            <p:nvPr/>
          </p:nvSpPr>
          <p:spPr>
            <a:xfrm>
              <a:off x="3715357" y="3395677"/>
              <a:ext cx="94337" cy="123039"/>
            </a:xfrm>
            <a:custGeom>
              <a:avLst/>
              <a:pathLst>
                <a:path w="94337" h="123039">
                  <a:moveTo>
                    <a:pt x="63494" y="92068"/>
                  </a:moveTo>
                  <a:lnTo>
                    <a:pt x="60750" y="102610"/>
                  </a:lnTo>
                  <a:lnTo>
                    <a:pt x="59841" y="106644"/>
                  </a:lnTo>
                  <a:lnTo>
                    <a:pt x="59747" y="107060"/>
                  </a:lnTo>
                  <a:lnTo>
                    <a:pt x="58693" y="111455"/>
                  </a:lnTo>
                  <a:lnTo>
                    <a:pt x="57941" y="114953"/>
                  </a:lnTo>
                  <a:lnTo>
                    <a:pt x="57340" y="117315"/>
                  </a:lnTo>
                  <a:lnTo>
                    <a:pt x="57204" y="117673"/>
                  </a:lnTo>
                  <a:lnTo>
                    <a:pt x="56631" y="118782"/>
                  </a:lnTo>
                  <a:lnTo>
                    <a:pt x="56066" y="119612"/>
                  </a:lnTo>
                  <a:lnTo>
                    <a:pt x="55186" y="120507"/>
                  </a:lnTo>
                  <a:lnTo>
                    <a:pt x="54041" y="121430"/>
                  </a:lnTo>
                  <a:lnTo>
                    <a:pt x="53555" y="121678"/>
                  </a:lnTo>
                  <a:lnTo>
                    <a:pt x="52942" y="121416"/>
                  </a:lnTo>
                  <a:lnTo>
                    <a:pt x="48359" y="123039"/>
                  </a:lnTo>
                  <a:lnTo>
                    <a:pt x="47386" y="121463"/>
                  </a:lnTo>
                  <a:lnTo>
                    <a:pt x="47346" y="119952"/>
                  </a:lnTo>
                  <a:lnTo>
                    <a:pt x="48574" y="119590"/>
                  </a:lnTo>
                  <a:lnTo>
                    <a:pt x="48506" y="119123"/>
                  </a:lnTo>
                  <a:lnTo>
                    <a:pt x="48185" y="116932"/>
                  </a:lnTo>
                  <a:lnTo>
                    <a:pt x="48155" y="116722"/>
                  </a:lnTo>
                  <a:lnTo>
                    <a:pt x="47543" y="116708"/>
                  </a:lnTo>
                  <a:lnTo>
                    <a:pt x="44227" y="115337"/>
                  </a:lnTo>
                  <a:lnTo>
                    <a:pt x="43917" y="116064"/>
                  </a:lnTo>
                  <a:lnTo>
                    <a:pt x="43698" y="115954"/>
                  </a:lnTo>
                  <a:lnTo>
                    <a:pt x="41718" y="115174"/>
                  </a:lnTo>
                  <a:lnTo>
                    <a:pt x="41483" y="115098"/>
                  </a:lnTo>
                  <a:lnTo>
                    <a:pt x="41293" y="115379"/>
                  </a:lnTo>
                  <a:lnTo>
                    <a:pt x="40613" y="116386"/>
                  </a:lnTo>
                  <a:lnTo>
                    <a:pt x="40373" y="116269"/>
                  </a:lnTo>
                  <a:lnTo>
                    <a:pt x="39837" y="116006"/>
                  </a:lnTo>
                  <a:lnTo>
                    <a:pt x="35281" y="113774"/>
                  </a:lnTo>
                  <a:lnTo>
                    <a:pt x="35244" y="113519"/>
                  </a:lnTo>
                  <a:lnTo>
                    <a:pt x="32272" y="113621"/>
                  </a:lnTo>
                  <a:lnTo>
                    <a:pt x="28537" y="112585"/>
                  </a:lnTo>
                  <a:lnTo>
                    <a:pt x="26300" y="111601"/>
                  </a:lnTo>
                  <a:lnTo>
                    <a:pt x="23885" y="108739"/>
                  </a:lnTo>
                  <a:lnTo>
                    <a:pt x="19949" y="107128"/>
                  </a:lnTo>
                  <a:lnTo>
                    <a:pt x="16549" y="106502"/>
                  </a:lnTo>
                  <a:lnTo>
                    <a:pt x="10735" y="106144"/>
                  </a:lnTo>
                  <a:lnTo>
                    <a:pt x="6619" y="103729"/>
                  </a:lnTo>
                  <a:lnTo>
                    <a:pt x="1341" y="101135"/>
                  </a:lnTo>
                  <a:lnTo>
                    <a:pt x="0" y="100419"/>
                  </a:lnTo>
                  <a:lnTo>
                    <a:pt x="419" y="99577"/>
                  </a:lnTo>
                  <a:lnTo>
                    <a:pt x="1582" y="98682"/>
                  </a:lnTo>
                  <a:lnTo>
                    <a:pt x="2118" y="97609"/>
                  </a:lnTo>
                  <a:lnTo>
                    <a:pt x="2566" y="96535"/>
                  </a:lnTo>
                  <a:lnTo>
                    <a:pt x="3997" y="95462"/>
                  </a:lnTo>
                  <a:lnTo>
                    <a:pt x="5339" y="93583"/>
                  </a:lnTo>
                  <a:lnTo>
                    <a:pt x="9007" y="91615"/>
                  </a:lnTo>
                  <a:lnTo>
                    <a:pt x="10349" y="90363"/>
                  </a:lnTo>
                  <a:lnTo>
                    <a:pt x="13301" y="88752"/>
                  </a:lnTo>
                  <a:lnTo>
                    <a:pt x="15716" y="86874"/>
                  </a:lnTo>
                  <a:lnTo>
                    <a:pt x="17595" y="85263"/>
                  </a:lnTo>
                  <a:lnTo>
                    <a:pt x="20189" y="84727"/>
                  </a:lnTo>
                  <a:lnTo>
                    <a:pt x="24036" y="83922"/>
                  </a:lnTo>
                  <a:lnTo>
                    <a:pt x="27525" y="82043"/>
                  </a:lnTo>
                  <a:lnTo>
                    <a:pt x="29135" y="81148"/>
                  </a:lnTo>
                  <a:lnTo>
                    <a:pt x="30387" y="81148"/>
                  </a:lnTo>
                  <a:lnTo>
                    <a:pt x="32087" y="82311"/>
                  </a:lnTo>
                  <a:lnTo>
                    <a:pt x="38707" y="86069"/>
                  </a:lnTo>
                  <a:lnTo>
                    <a:pt x="40228" y="88573"/>
                  </a:lnTo>
                  <a:lnTo>
                    <a:pt x="40250" y="90295"/>
                  </a:lnTo>
                  <a:lnTo>
                    <a:pt x="40978" y="91345"/>
                  </a:lnTo>
                  <a:lnTo>
                    <a:pt x="42090" y="92155"/>
                  </a:lnTo>
                  <a:lnTo>
                    <a:pt x="42218" y="92238"/>
                  </a:lnTo>
                  <a:lnTo>
                    <a:pt x="42487" y="92439"/>
                  </a:lnTo>
                  <a:lnTo>
                    <a:pt x="43808" y="93423"/>
                  </a:lnTo>
                  <a:lnTo>
                    <a:pt x="44808" y="94179"/>
                  </a:lnTo>
                  <a:lnTo>
                    <a:pt x="47772" y="91953"/>
                  </a:lnTo>
                  <a:lnTo>
                    <a:pt x="49325" y="90314"/>
                  </a:lnTo>
                  <a:lnTo>
                    <a:pt x="52912" y="84981"/>
                  </a:lnTo>
                  <a:lnTo>
                    <a:pt x="53684" y="84391"/>
                  </a:lnTo>
                  <a:lnTo>
                    <a:pt x="57714" y="81317"/>
                  </a:lnTo>
                  <a:lnTo>
                    <a:pt x="58914" y="80737"/>
                  </a:lnTo>
                  <a:lnTo>
                    <a:pt x="59696" y="80568"/>
                  </a:lnTo>
                  <a:lnTo>
                    <a:pt x="60192" y="80204"/>
                  </a:lnTo>
                  <a:lnTo>
                    <a:pt x="60349" y="79617"/>
                  </a:lnTo>
                  <a:lnTo>
                    <a:pt x="60109" y="79189"/>
                  </a:lnTo>
                  <a:lnTo>
                    <a:pt x="58431" y="77547"/>
                  </a:lnTo>
                  <a:lnTo>
                    <a:pt x="57302" y="76667"/>
                  </a:lnTo>
                  <a:lnTo>
                    <a:pt x="54642" y="75112"/>
                  </a:lnTo>
                  <a:lnTo>
                    <a:pt x="55378" y="73329"/>
                  </a:lnTo>
                  <a:lnTo>
                    <a:pt x="54608" y="72681"/>
                  </a:lnTo>
                  <a:lnTo>
                    <a:pt x="53544" y="69527"/>
                  </a:lnTo>
                  <a:lnTo>
                    <a:pt x="53707" y="67509"/>
                  </a:lnTo>
                  <a:lnTo>
                    <a:pt x="54516" y="66628"/>
                  </a:lnTo>
                  <a:lnTo>
                    <a:pt x="54838" y="66278"/>
                  </a:lnTo>
                  <a:lnTo>
                    <a:pt x="56039" y="64970"/>
                  </a:lnTo>
                  <a:lnTo>
                    <a:pt x="57452" y="63887"/>
                  </a:lnTo>
                  <a:lnTo>
                    <a:pt x="58871" y="62800"/>
                  </a:lnTo>
                  <a:lnTo>
                    <a:pt x="62560" y="59974"/>
                  </a:lnTo>
                  <a:lnTo>
                    <a:pt x="66153" y="57220"/>
                  </a:lnTo>
                  <a:lnTo>
                    <a:pt x="67573" y="56318"/>
                  </a:lnTo>
                  <a:lnTo>
                    <a:pt x="68770" y="53735"/>
                  </a:lnTo>
                  <a:lnTo>
                    <a:pt x="69143" y="52617"/>
                  </a:lnTo>
                  <a:lnTo>
                    <a:pt x="69472" y="48942"/>
                  </a:lnTo>
                  <a:lnTo>
                    <a:pt x="67902" y="48552"/>
                  </a:lnTo>
                  <a:lnTo>
                    <a:pt x="64772" y="46751"/>
                  </a:lnTo>
                  <a:lnTo>
                    <a:pt x="59956" y="45124"/>
                  </a:lnTo>
                  <a:lnTo>
                    <a:pt x="57384" y="44255"/>
                  </a:lnTo>
                  <a:lnTo>
                    <a:pt x="54647" y="42646"/>
                  </a:lnTo>
                  <a:lnTo>
                    <a:pt x="51739" y="40699"/>
                  </a:lnTo>
                  <a:lnTo>
                    <a:pt x="51562" y="40580"/>
                  </a:lnTo>
                  <a:lnTo>
                    <a:pt x="46232" y="37802"/>
                  </a:lnTo>
                  <a:lnTo>
                    <a:pt x="39564" y="34506"/>
                  </a:lnTo>
                  <a:lnTo>
                    <a:pt x="37691" y="32815"/>
                  </a:lnTo>
                  <a:lnTo>
                    <a:pt x="36757" y="24319"/>
                  </a:lnTo>
                  <a:lnTo>
                    <a:pt x="36228" y="19075"/>
                  </a:lnTo>
                  <a:lnTo>
                    <a:pt x="36590" y="18483"/>
                  </a:lnTo>
                  <a:lnTo>
                    <a:pt x="36953" y="17888"/>
                  </a:lnTo>
                  <a:lnTo>
                    <a:pt x="36929" y="17289"/>
                  </a:lnTo>
                  <a:lnTo>
                    <a:pt x="44390" y="15683"/>
                  </a:lnTo>
                  <a:lnTo>
                    <a:pt x="48911" y="14522"/>
                  </a:lnTo>
                  <a:lnTo>
                    <a:pt x="49963" y="14252"/>
                  </a:lnTo>
                  <a:lnTo>
                    <a:pt x="52253" y="13887"/>
                  </a:lnTo>
                  <a:lnTo>
                    <a:pt x="65193" y="11828"/>
                  </a:lnTo>
                  <a:lnTo>
                    <a:pt x="66052" y="11679"/>
                  </a:lnTo>
                  <a:lnTo>
                    <a:pt x="67926" y="11353"/>
                  </a:lnTo>
                  <a:lnTo>
                    <a:pt x="71452" y="10740"/>
                  </a:lnTo>
                  <a:lnTo>
                    <a:pt x="71580" y="10718"/>
                  </a:lnTo>
                  <a:lnTo>
                    <a:pt x="77148" y="9783"/>
                  </a:lnTo>
                  <a:lnTo>
                    <a:pt x="78846" y="9498"/>
                  </a:lnTo>
                  <a:lnTo>
                    <a:pt x="79274" y="8525"/>
                  </a:lnTo>
                  <a:lnTo>
                    <a:pt x="81036" y="4519"/>
                  </a:lnTo>
                  <a:lnTo>
                    <a:pt x="81550" y="3352"/>
                  </a:lnTo>
                  <a:lnTo>
                    <a:pt x="83025" y="0"/>
                  </a:lnTo>
                  <a:lnTo>
                    <a:pt x="92001" y="3610"/>
                  </a:lnTo>
                  <a:lnTo>
                    <a:pt x="94172" y="4483"/>
                  </a:lnTo>
                  <a:lnTo>
                    <a:pt x="94337" y="4550"/>
                  </a:lnTo>
                  <a:lnTo>
                    <a:pt x="91019" y="7615"/>
                  </a:lnTo>
                  <a:lnTo>
                    <a:pt x="90754" y="7860"/>
                  </a:lnTo>
                  <a:lnTo>
                    <a:pt x="88943" y="10253"/>
                  </a:lnTo>
                  <a:lnTo>
                    <a:pt x="87438" y="13994"/>
                  </a:lnTo>
                  <a:lnTo>
                    <a:pt x="86719" y="15780"/>
                  </a:lnTo>
                  <a:lnTo>
                    <a:pt x="86455" y="16323"/>
                  </a:lnTo>
                  <a:lnTo>
                    <a:pt x="86369" y="16531"/>
                  </a:lnTo>
                  <a:lnTo>
                    <a:pt x="83612" y="23262"/>
                  </a:lnTo>
                  <a:lnTo>
                    <a:pt x="83165" y="25386"/>
                  </a:lnTo>
                  <a:lnTo>
                    <a:pt x="83202" y="28294"/>
                  </a:lnTo>
                  <a:lnTo>
                    <a:pt x="83524" y="29098"/>
                  </a:lnTo>
                  <a:lnTo>
                    <a:pt x="84598" y="31295"/>
                  </a:lnTo>
                  <a:lnTo>
                    <a:pt x="89403" y="37992"/>
                  </a:lnTo>
                  <a:lnTo>
                    <a:pt x="88244" y="39008"/>
                  </a:lnTo>
                  <a:lnTo>
                    <a:pt x="85927" y="41333"/>
                  </a:lnTo>
                  <a:lnTo>
                    <a:pt x="83280" y="44047"/>
                  </a:lnTo>
                  <a:lnTo>
                    <a:pt x="82878" y="44459"/>
                  </a:lnTo>
                  <a:lnTo>
                    <a:pt x="82126" y="45230"/>
                  </a:lnTo>
                  <a:lnTo>
                    <a:pt x="81081" y="46302"/>
                  </a:lnTo>
                  <a:lnTo>
                    <a:pt x="73869" y="54665"/>
                  </a:lnTo>
                  <a:lnTo>
                    <a:pt x="73019" y="55694"/>
                  </a:lnTo>
                  <a:lnTo>
                    <a:pt x="68963" y="58863"/>
                  </a:lnTo>
                  <a:lnTo>
                    <a:pt x="67652" y="61375"/>
                  </a:lnTo>
                  <a:lnTo>
                    <a:pt x="66883" y="63124"/>
                  </a:lnTo>
                  <a:lnTo>
                    <a:pt x="66445" y="64320"/>
                  </a:lnTo>
                  <a:lnTo>
                    <a:pt x="65833" y="67105"/>
                  </a:lnTo>
                  <a:lnTo>
                    <a:pt x="64600" y="79152"/>
                  </a:lnTo>
                  <a:lnTo>
                    <a:pt x="64534" y="79796"/>
                  </a:lnTo>
                  <a:lnTo>
                    <a:pt x="64423" y="81562"/>
                  </a:lnTo>
                  <a:lnTo>
                    <a:pt x="64319" y="83203"/>
                  </a:lnTo>
                  <a:lnTo>
                    <a:pt x="63996" y="8832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7" name="pg336"/>
            <p:cNvSpPr/>
            <p:nvPr/>
          </p:nvSpPr>
          <p:spPr>
            <a:xfrm>
              <a:off x="3798383" y="3332116"/>
              <a:ext cx="141949" cy="105571"/>
            </a:xfrm>
            <a:custGeom>
              <a:avLst/>
              <a:pathLst>
                <a:path w="141949" h="105571">
                  <a:moveTo>
                    <a:pt x="48964" y="92606"/>
                  </a:moveTo>
                  <a:lnTo>
                    <a:pt x="46843" y="92973"/>
                  </a:lnTo>
                  <a:lnTo>
                    <a:pt x="43838" y="94031"/>
                  </a:lnTo>
                  <a:lnTo>
                    <a:pt x="41550" y="94837"/>
                  </a:lnTo>
                  <a:lnTo>
                    <a:pt x="28698" y="97358"/>
                  </a:lnTo>
                  <a:lnTo>
                    <a:pt x="26839" y="97866"/>
                  </a:lnTo>
                  <a:lnTo>
                    <a:pt x="18391" y="100173"/>
                  </a:lnTo>
                  <a:lnTo>
                    <a:pt x="16588" y="100986"/>
                  </a:lnTo>
                  <a:lnTo>
                    <a:pt x="15517" y="100826"/>
                  </a:lnTo>
                  <a:lnTo>
                    <a:pt x="7834" y="105571"/>
                  </a:lnTo>
                  <a:lnTo>
                    <a:pt x="6378" y="101553"/>
                  </a:lnTo>
                  <a:lnTo>
                    <a:pt x="1572" y="94856"/>
                  </a:lnTo>
                  <a:lnTo>
                    <a:pt x="499" y="92659"/>
                  </a:lnTo>
                  <a:lnTo>
                    <a:pt x="177" y="91855"/>
                  </a:lnTo>
                  <a:lnTo>
                    <a:pt x="140" y="88947"/>
                  </a:lnTo>
                  <a:lnTo>
                    <a:pt x="589" y="86817"/>
                  </a:lnTo>
                  <a:lnTo>
                    <a:pt x="3344" y="80092"/>
                  </a:lnTo>
                  <a:lnTo>
                    <a:pt x="3438" y="79862"/>
                  </a:lnTo>
                  <a:lnTo>
                    <a:pt x="3693" y="79341"/>
                  </a:lnTo>
                  <a:lnTo>
                    <a:pt x="4412" y="77554"/>
                  </a:lnTo>
                  <a:lnTo>
                    <a:pt x="5917" y="73814"/>
                  </a:lnTo>
                  <a:lnTo>
                    <a:pt x="7728" y="71421"/>
                  </a:lnTo>
                  <a:lnTo>
                    <a:pt x="7994" y="71176"/>
                  </a:lnTo>
                  <a:lnTo>
                    <a:pt x="11312" y="68111"/>
                  </a:lnTo>
                  <a:lnTo>
                    <a:pt x="11147" y="68044"/>
                  </a:lnTo>
                  <a:lnTo>
                    <a:pt x="8976" y="67171"/>
                  </a:lnTo>
                  <a:lnTo>
                    <a:pt x="0" y="63560"/>
                  </a:lnTo>
                  <a:lnTo>
                    <a:pt x="827" y="61770"/>
                  </a:lnTo>
                  <a:lnTo>
                    <a:pt x="1439" y="60447"/>
                  </a:lnTo>
                  <a:lnTo>
                    <a:pt x="3899" y="55127"/>
                  </a:lnTo>
                  <a:lnTo>
                    <a:pt x="4212" y="54449"/>
                  </a:lnTo>
                  <a:lnTo>
                    <a:pt x="5128" y="52468"/>
                  </a:lnTo>
                  <a:lnTo>
                    <a:pt x="6417" y="49402"/>
                  </a:lnTo>
                  <a:lnTo>
                    <a:pt x="6479" y="49255"/>
                  </a:lnTo>
                  <a:lnTo>
                    <a:pt x="6586" y="48999"/>
                  </a:lnTo>
                  <a:lnTo>
                    <a:pt x="6703" y="48722"/>
                  </a:lnTo>
                  <a:lnTo>
                    <a:pt x="6824" y="48487"/>
                  </a:lnTo>
                  <a:lnTo>
                    <a:pt x="7228" y="47703"/>
                  </a:lnTo>
                  <a:lnTo>
                    <a:pt x="8381" y="45467"/>
                  </a:lnTo>
                  <a:lnTo>
                    <a:pt x="9542" y="43856"/>
                  </a:lnTo>
                  <a:lnTo>
                    <a:pt x="9687" y="43665"/>
                  </a:lnTo>
                  <a:lnTo>
                    <a:pt x="10677" y="42367"/>
                  </a:lnTo>
                  <a:lnTo>
                    <a:pt x="11989" y="40647"/>
                  </a:lnTo>
                  <a:lnTo>
                    <a:pt x="12204" y="40404"/>
                  </a:lnTo>
                  <a:lnTo>
                    <a:pt x="12952" y="39554"/>
                  </a:lnTo>
                  <a:lnTo>
                    <a:pt x="19034" y="33349"/>
                  </a:lnTo>
                  <a:lnTo>
                    <a:pt x="30266" y="21601"/>
                  </a:lnTo>
                  <a:lnTo>
                    <a:pt x="30547" y="21307"/>
                  </a:lnTo>
                  <a:lnTo>
                    <a:pt x="30729" y="21111"/>
                  </a:lnTo>
                  <a:lnTo>
                    <a:pt x="32457" y="19256"/>
                  </a:lnTo>
                  <a:lnTo>
                    <a:pt x="36273" y="15158"/>
                  </a:lnTo>
                  <a:lnTo>
                    <a:pt x="37378" y="16210"/>
                  </a:lnTo>
                  <a:lnTo>
                    <a:pt x="37662" y="16480"/>
                  </a:lnTo>
                  <a:lnTo>
                    <a:pt x="47900" y="26225"/>
                  </a:lnTo>
                  <a:lnTo>
                    <a:pt x="48148" y="26416"/>
                  </a:lnTo>
                  <a:lnTo>
                    <a:pt x="43256" y="31268"/>
                  </a:lnTo>
                  <a:lnTo>
                    <a:pt x="42838" y="31682"/>
                  </a:lnTo>
                  <a:lnTo>
                    <a:pt x="43011" y="31842"/>
                  </a:lnTo>
                  <a:lnTo>
                    <a:pt x="43422" y="32221"/>
                  </a:lnTo>
                  <a:lnTo>
                    <a:pt x="51961" y="40086"/>
                  </a:lnTo>
                  <a:lnTo>
                    <a:pt x="53906" y="39653"/>
                  </a:lnTo>
                  <a:lnTo>
                    <a:pt x="59915" y="38315"/>
                  </a:lnTo>
                  <a:lnTo>
                    <a:pt x="63735" y="37399"/>
                  </a:lnTo>
                  <a:lnTo>
                    <a:pt x="64064" y="38315"/>
                  </a:lnTo>
                  <a:lnTo>
                    <a:pt x="65397" y="42032"/>
                  </a:lnTo>
                  <a:lnTo>
                    <a:pt x="66463" y="45002"/>
                  </a:lnTo>
                  <a:lnTo>
                    <a:pt x="66675" y="45593"/>
                  </a:lnTo>
                  <a:lnTo>
                    <a:pt x="67925" y="49076"/>
                  </a:lnTo>
                  <a:lnTo>
                    <a:pt x="68044" y="49410"/>
                  </a:lnTo>
                  <a:lnTo>
                    <a:pt x="68549" y="50815"/>
                  </a:lnTo>
                  <a:lnTo>
                    <a:pt x="68636" y="51060"/>
                  </a:lnTo>
                  <a:lnTo>
                    <a:pt x="68763" y="51412"/>
                  </a:lnTo>
                  <a:lnTo>
                    <a:pt x="70568" y="56444"/>
                  </a:lnTo>
                  <a:lnTo>
                    <a:pt x="77097" y="53945"/>
                  </a:lnTo>
                  <a:lnTo>
                    <a:pt x="83819" y="51374"/>
                  </a:lnTo>
                  <a:lnTo>
                    <a:pt x="85278" y="50815"/>
                  </a:lnTo>
                  <a:lnTo>
                    <a:pt x="85765" y="50629"/>
                  </a:lnTo>
                  <a:lnTo>
                    <a:pt x="86059" y="50517"/>
                  </a:lnTo>
                  <a:lnTo>
                    <a:pt x="87925" y="49803"/>
                  </a:lnTo>
                  <a:lnTo>
                    <a:pt x="91804" y="48318"/>
                  </a:lnTo>
                  <a:lnTo>
                    <a:pt x="97149" y="46274"/>
                  </a:lnTo>
                  <a:lnTo>
                    <a:pt x="98025" y="45938"/>
                  </a:lnTo>
                  <a:lnTo>
                    <a:pt x="103381" y="43889"/>
                  </a:lnTo>
                  <a:lnTo>
                    <a:pt x="106274" y="42782"/>
                  </a:lnTo>
                  <a:lnTo>
                    <a:pt x="111086" y="40941"/>
                  </a:lnTo>
                  <a:lnTo>
                    <a:pt x="111513" y="40778"/>
                  </a:lnTo>
                  <a:lnTo>
                    <a:pt x="116931" y="38755"/>
                  </a:lnTo>
                  <a:lnTo>
                    <a:pt x="115493" y="34349"/>
                  </a:lnTo>
                  <a:lnTo>
                    <a:pt x="114880" y="32469"/>
                  </a:lnTo>
                  <a:lnTo>
                    <a:pt x="114507" y="30456"/>
                  </a:lnTo>
                  <a:lnTo>
                    <a:pt x="114467" y="29679"/>
                  </a:lnTo>
                  <a:lnTo>
                    <a:pt x="114368" y="27474"/>
                  </a:lnTo>
                  <a:lnTo>
                    <a:pt x="114461" y="26784"/>
                  </a:lnTo>
                  <a:lnTo>
                    <a:pt x="114747" y="24658"/>
                  </a:lnTo>
                  <a:lnTo>
                    <a:pt x="115488" y="19149"/>
                  </a:lnTo>
                  <a:lnTo>
                    <a:pt x="115838" y="16550"/>
                  </a:lnTo>
                  <a:lnTo>
                    <a:pt x="115885" y="16198"/>
                  </a:lnTo>
                  <a:lnTo>
                    <a:pt x="115914" y="15986"/>
                  </a:lnTo>
                  <a:lnTo>
                    <a:pt x="117429" y="4729"/>
                  </a:lnTo>
                  <a:lnTo>
                    <a:pt x="118065" y="0"/>
                  </a:lnTo>
                  <a:lnTo>
                    <a:pt x="124308" y="479"/>
                  </a:lnTo>
                  <a:lnTo>
                    <a:pt x="128828" y="1065"/>
                  </a:lnTo>
                  <a:lnTo>
                    <a:pt x="129999" y="1217"/>
                  </a:lnTo>
                  <a:lnTo>
                    <a:pt x="129454" y="6582"/>
                  </a:lnTo>
                  <a:lnTo>
                    <a:pt x="129463" y="6852"/>
                  </a:lnTo>
                  <a:lnTo>
                    <a:pt x="129601" y="10859"/>
                  </a:lnTo>
                  <a:lnTo>
                    <a:pt x="130686" y="15537"/>
                  </a:lnTo>
                  <a:lnTo>
                    <a:pt x="132489" y="22901"/>
                  </a:lnTo>
                  <a:lnTo>
                    <a:pt x="133680" y="28427"/>
                  </a:lnTo>
                  <a:lnTo>
                    <a:pt x="133714" y="28585"/>
                  </a:lnTo>
                  <a:lnTo>
                    <a:pt x="135089" y="34510"/>
                  </a:lnTo>
                  <a:lnTo>
                    <a:pt x="136563" y="40864"/>
                  </a:lnTo>
                  <a:lnTo>
                    <a:pt x="136638" y="41187"/>
                  </a:lnTo>
                  <a:lnTo>
                    <a:pt x="139578" y="53858"/>
                  </a:lnTo>
                  <a:lnTo>
                    <a:pt x="141130" y="60934"/>
                  </a:lnTo>
                  <a:lnTo>
                    <a:pt x="141497" y="62719"/>
                  </a:lnTo>
                  <a:lnTo>
                    <a:pt x="141549" y="62974"/>
                  </a:lnTo>
                  <a:lnTo>
                    <a:pt x="141949" y="65200"/>
                  </a:lnTo>
                  <a:lnTo>
                    <a:pt x="141790" y="65250"/>
                  </a:lnTo>
                  <a:lnTo>
                    <a:pt x="138001" y="66450"/>
                  </a:lnTo>
                  <a:lnTo>
                    <a:pt x="127245" y="69858"/>
                  </a:lnTo>
                  <a:lnTo>
                    <a:pt x="127081" y="69910"/>
                  </a:lnTo>
                  <a:lnTo>
                    <a:pt x="126469" y="70103"/>
                  </a:lnTo>
                  <a:lnTo>
                    <a:pt x="125537" y="70390"/>
                  </a:lnTo>
                  <a:lnTo>
                    <a:pt x="115704" y="73408"/>
                  </a:lnTo>
                  <a:lnTo>
                    <a:pt x="113995" y="73933"/>
                  </a:lnTo>
                  <a:lnTo>
                    <a:pt x="111424" y="75572"/>
                  </a:lnTo>
                  <a:lnTo>
                    <a:pt x="111169" y="75734"/>
                  </a:lnTo>
                  <a:lnTo>
                    <a:pt x="108249" y="77297"/>
                  </a:lnTo>
                  <a:lnTo>
                    <a:pt x="104596" y="79251"/>
                  </a:lnTo>
                  <a:lnTo>
                    <a:pt x="102128" y="80572"/>
                  </a:lnTo>
                  <a:lnTo>
                    <a:pt x="100922" y="81092"/>
                  </a:lnTo>
                  <a:lnTo>
                    <a:pt x="98466" y="82150"/>
                  </a:lnTo>
                  <a:lnTo>
                    <a:pt x="94008" y="84071"/>
                  </a:lnTo>
                  <a:lnTo>
                    <a:pt x="92608" y="84713"/>
                  </a:lnTo>
                  <a:lnTo>
                    <a:pt x="92265" y="84870"/>
                  </a:lnTo>
                  <a:lnTo>
                    <a:pt x="88855" y="86432"/>
                  </a:lnTo>
                  <a:lnTo>
                    <a:pt x="88010" y="86819"/>
                  </a:lnTo>
                  <a:lnTo>
                    <a:pt x="80875" y="87849"/>
                  </a:lnTo>
                  <a:lnTo>
                    <a:pt x="75891" y="88569"/>
                  </a:lnTo>
                  <a:lnTo>
                    <a:pt x="75326" y="88662"/>
                  </a:lnTo>
                  <a:lnTo>
                    <a:pt x="72211" y="89175"/>
                  </a:lnTo>
                  <a:lnTo>
                    <a:pt x="71350" y="89317"/>
                  </a:lnTo>
                  <a:lnTo>
                    <a:pt x="68523" y="89784"/>
                  </a:lnTo>
                  <a:lnTo>
                    <a:pt x="64912" y="90379"/>
                  </a:lnTo>
                  <a:lnTo>
                    <a:pt x="63552" y="90603"/>
                  </a:lnTo>
                  <a:lnTo>
                    <a:pt x="62441" y="90770"/>
                  </a:lnTo>
                  <a:lnTo>
                    <a:pt x="60952" y="90793"/>
                  </a:lnTo>
                  <a:lnTo>
                    <a:pt x="60611" y="90798"/>
                  </a:lnTo>
                  <a:lnTo>
                    <a:pt x="59283" y="90819"/>
                  </a:lnTo>
                  <a:lnTo>
                    <a:pt x="59068" y="90852"/>
                  </a:lnTo>
                  <a:lnTo>
                    <a:pt x="55547" y="91466"/>
                  </a:lnTo>
                  <a:lnTo>
                    <a:pt x="54002" y="91733"/>
                  </a:lnTo>
                  <a:lnTo>
                    <a:pt x="52928" y="91921"/>
                  </a:lnTo>
                  <a:lnTo>
                    <a:pt x="52206" y="92044"/>
                  </a:lnTo>
                  <a:lnTo>
                    <a:pt x="51343" y="9219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8" name="pg337"/>
            <p:cNvSpPr/>
            <p:nvPr/>
          </p:nvSpPr>
          <p:spPr>
            <a:xfrm>
              <a:off x="3927837" y="3326253"/>
              <a:ext cx="119749" cy="71045"/>
            </a:xfrm>
            <a:custGeom>
              <a:avLst/>
              <a:pathLst>
                <a:path w="119749" h="71045">
                  <a:moveTo>
                    <a:pt x="117839" y="9146"/>
                  </a:moveTo>
                  <a:lnTo>
                    <a:pt x="117968" y="13908"/>
                  </a:lnTo>
                  <a:lnTo>
                    <a:pt x="118323" y="27050"/>
                  </a:lnTo>
                  <a:lnTo>
                    <a:pt x="118340" y="27663"/>
                  </a:lnTo>
                  <a:lnTo>
                    <a:pt x="118361" y="28015"/>
                  </a:lnTo>
                  <a:lnTo>
                    <a:pt x="118393" y="28531"/>
                  </a:lnTo>
                  <a:lnTo>
                    <a:pt x="118451" y="29489"/>
                  </a:lnTo>
                  <a:lnTo>
                    <a:pt x="118721" y="33921"/>
                  </a:lnTo>
                  <a:lnTo>
                    <a:pt x="118755" y="34470"/>
                  </a:lnTo>
                  <a:lnTo>
                    <a:pt x="118777" y="34965"/>
                  </a:lnTo>
                  <a:lnTo>
                    <a:pt x="119596" y="53470"/>
                  </a:lnTo>
                  <a:lnTo>
                    <a:pt x="119642" y="54550"/>
                  </a:lnTo>
                  <a:lnTo>
                    <a:pt x="119731" y="58839"/>
                  </a:lnTo>
                  <a:lnTo>
                    <a:pt x="119749" y="59700"/>
                  </a:lnTo>
                  <a:lnTo>
                    <a:pt x="119359" y="59701"/>
                  </a:lnTo>
                  <a:lnTo>
                    <a:pt x="118497" y="59695"/>
                  </a:lnTo>
                  <a:lnTo>
                    <a:pt x="118020" y="59692"/>
                  </a:lnTo>
                  <a:lnTo>
                    <a:pt x="116498" y="59659"/>
                  </a:lnTo>
                  <a:lnTo>
                    <a:pt x="115159" y="59432"/>
                  </a:lnTo>
                  <a:lnTo>
                    <a:pt x="113640" y="59173"/>
                  </a:lnTo>
                  <a:lnTo>
                    <a:pt x="110973" y="58720"/>
                  </a:lnTo>
                  <a:lnTo>
                    <a:pt x="106603" y="58831"/>
                  </a:lnTo>
                  <a:lnTo>
                    <a:pt x="106262" y="58839"/>
                  </a:lnTo>
                  <a:lnTo>
                    <a:pt x="102573" y="59577"/>
                  </a:lnTo>
                  <a:lnTo>
                    <a:pt x="101958" y="59700"/>
                  </a:lnTo>
                  <a:lnTo>
                    <a:pt x="101755" y="59741"/>
                  </a:lnTo>
                  <a:lnTo>
                    <a:pt x="97913" y="60509"/>
                  </a:lnTo>
                  <a:lnTo>
                    <a:pt x="96134" y="60871"/>
                  </a:lnTo>
                  <a:lnTo>
                    <a:pt x="94394" y="61225"/>
                  </a:lnTo>
                  <a:lnTo>
                    <a:pt x="89383" y="61778"/>
                  </a:lnTo>
                  <a:lnTo>
                    <a:pt x="88348" y="61892"/>
                  </a:lnTo>
                  <a:lnTo>
                    <a:pt x="85209" y="62239"/>
                  </a:lnTo>
                  <a:lnTo>
                    <a:pt x="79443" y="62413"/>
                  </a:lnTo>
                  <a:lnTo>
                    <a:pt x="72121" y="61716"/>
                  </a:lnTo>
                  <a:lnTo>
                    <a:pt x="71529" y="61660"/>
                  </a:lnTo>
                  <a:lnTo>
                    <a:pt x="70779" y="61707"/>
                  </a:lnTo>
                  <a:lnTo>
                    <a:pt x="68044" y="61881"/>
                  </a:lnTo>
                  <a:lnTo>
                    <a:pt x="62347" y="61297"/>
                  </a:lnTo>
                  <a:lnTo>
                    <a:pt x="61166" y="61175"/>
                  </a:lnTo>
                  <a:lnTo>
                    <a:pt x="60819" y="61140"/>
                  </a:lnTo>
                  <a:lnTo>
                    <a:pt x="57830" y="61915"/>
                  </a:lnTo>
                  <a:lnTo>
                    <a:pt x="55987" y="62393"/>
                  </a:lnTo>
                  <a:lnTo>
                    <a:pt x="51732" y="63618"/>
                  </a:lnTo>
                  <a:lnTo>
                    <a:pt x="47496" y="64413"/>
                  </a:lnTo>
                  <a:lnTo>
                    <a:pt x="47254" y="64459"/>
                  </a:lnTo>
                  <a:lnTo>
                    <a:pt x="42831" y="65174"/>
                  </a:lnTo>
                  <a:lnTo>
                    <a:pt x="38567" y="65864"/>
                  </a:lnTo>
                  <a:lnTo>
                    <a:pt x="36837" y="66452"/>
                  </a:lnTo>
                  <a:lnTo>
                    <a:pt x="34610" y="67208"/>
                  </a:lnTo>
                  <a:lnTo>
                    <a:pt x="28577" y="69256"/>
                  </a:lnTo>
                  <a:lnTo>
                    <a:pt x="25406" y="69937"/>
                  </a:lnTo>
                  <a:lnTo>
                    <a:pt x="23023" y="70449"/>
                  </a:lnTo>
                  <a:lnTo>
                    <a:pt x="12549" y="71045"/>
                  </a:lnTo>
                  <a:lnTo>
                    <a:pt x="12095" y="68837"/>
                  </a:lnTo>
                  <a:lnTo>
                    <a:pt x="12043" y="68582"/>
                  </a:lnTo>
                  <a:lnTo>
                    <a:pt x="11712" y="66789"/>
                  </a:lnTo>
                  <a:lnTo>
                    <a:pt x="10124" y="59721"/>
                  </a:lnTo>
                  <a:lnTo>
                    <a:pt x="7184" y="47050"/>
                  </a:lnTo>
                  <a:lnTo>
                    <a:pt x="7109" y="46727"/>
                  </a:lnTo>
                  <a:lnTo>
                    <a:pt x="5634" y="40371"/>
                  </a:lnTo>
                  <a:lnTo>
                    <a:pt x="4260" y="34448"/>
                  </a:lnTo>
                  <a:lnTo>
                    <a:pt x="4226" y="34290"/>
                  </a:lnTo>
                  <a:lnTo>
                    <a:pt x="3035" y="28764"/>
                  </a:lnTo>
                  <a:lnTo>
                    <a:pt x="1232" y="21400"/>
                  </a:lnTo>
                  <a:lnTo>
                    <a:pt x="147" y="16722"/>
                  </a:lnTo>
                  <a:lnTo>
                    <a:pt x="9" y="12715"/>
                  </a:lnTo>
                  <a:lnTo>
                    <a:pt x="0" y="12445"/>
                  </a:lnTo>
                  <a:lnTo>
                    <a:pt x="545" y="7080"/>
                  </a:lnTo>
                  <a:lnTo>
                    <a:pt x="766" y="7109"/>
                  </a:lnTo>
                  <a:lnTo>
                    <a:pt x="6008" y="7824"/>
                  </a:lnTo>
                  <a:lnTo>
                    <a:pt x="6635" y="7909"/>
                  </a:lnTo>
                  <a:lnTo>
                    <a:pt x="6776" y="7926"/>
                  </a:lnTo>
                  <a:lnTo>
                    <a:pt x="12760" y="8647"/>
                  </a:lnTo>
                  <a:lnTo>
                    <a:pt x="19937" y="9512"/>
                  </a:lnTo>
                  <a:lnTo>
                    <a:pt x="23506" y="9665"/>
                  </a:lnTo>
                  <a:lnTo>
                    <a:pt x="24623" y="9595"/>
                  </a:lnTo>
                  <a:lnTo>
                    <a:pt x="26393" y="9484"/>
                  </a:lnTo>
                  <a:lnTo>
                    <a:pt x="29275" y="8988"/>
                  </a:lnTo>
                  <a:lnTo>
                    <a:pt x="31803" y="8239"/>
                  </a:lnTo>
                  <a:lnTo>
                    <a:pt x="32042" y="8168"/>
                  </a:lnTo>
                  <a:lnTo>
                    <a:pt x="38321" y="6164"/>
                  </a:lnTo>
                  <a:lnTo>
                    <a:pt x="38606" y="6078"/>
                  </a:lnTo>
                  <a:lnTo>
                    <a:pt x="41107" y="5324"/>
                  </a:lnTo>
                  <a:lnTo>
                    <a:pt x="44226" y="4242"/>
                  </a:lnTo>
                  <a:lnTo>
                    <a:pt x="44417" y="4176"/>
                  </a:lnTo>
                  <a:lnTo>
                    <a:pt x="48374" y="2803"/>
                  </a:lnTo>
                  <a:lnTo>
                    <a:pt x="49915" y="2268"/>
                  </a:lnTo>
                  <a:lnTo>
                    <a:pt x="50898" y="1927"/>
                  </a:lnTo>
                  <a:lnTo>
                    <a:pt x="54257" y="1011"/>
                  </a:lnTo>
                  <a:lnTo>
                    <a:pt x="55705" y="692"/>
                  </a:lnTo>
                  <a:lnTo>
                    <a:pt x="57635" y="267"/>
                  </a:lnTo>
                  <a:lnTo>
                    <a:pt x="61261" y="0"/>
                  </a:lnTo>
                  <a:lnTo>
                    <a:pt x="61606" y="4"/>
                  </a:lnTo>
                  <a:lnTo>
                    <a:pt x="63951" y="38"/>
                  </a:lnTo>
                  <a:lnTo>
                    <a:pt x="66510" y="44"/>
                  </a:lnTo>
                  <a:lnTo>
                    <a:pt x="83346" y="86"/>
                  </a:lnTo>
                  <a:lnTo>
                    <a:pt x="83628" y="86"/>
                  </a:lnTo>
                  <a:lnTo>
                    <a:pt x="86255" y="93"/>
                  </a:lnTo>
                  <a:lnTo>
                    <a:pt x="87101" y="95"/>
                  </a:lnTo>
                  <a:lnTo>
                    <a:pt x="101090" y="267"/>
                  </a:lnTo>
                  <a:lnTo>
                    <a:pt x="104251" y="493"/>
                  </a:lnTo>
                  <a:lnTo>
                    <a:pt x="107206" y="705"/>
                  </a:lnTo>
                  <a:lnTo>
                    <a:pt x="109621" y="877"/>
                  </a:lnTo>
                  <a:lnTo>
                    <a:pt x="112667" y="1466"/>
                  </a:lnTo>
                  <a:lnTo>
                    <a:pt x="117426" y="2385"/>
                  </a:lnTo>
                  <a:lnTo>
                    <a:pt x="118373" y="2688"/>
                  </a:lnTo>
                  <a:lnTo>
                    <a:pt x="118194" y="3063"/>
                  </a:lnTo>
                  <a:lnTo>
                    <a:pt x="117943" y="5461"/>
                  </a:lnTo>
                  <a:lnTo>
                    <a:pt x="117931" y="5788"/>
                  </a:lnTo>
                  <a:lnTo>
                    <a:pt x="117859" y="7605"/>
                  </a:lnTo>
                  <a:lnTo>
                    <a:pt x="117823" y="854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39" name="pg338"/>
            <p:cNvSpPr/>
            <p:nvPr/>
          </p:nvSpPr>
          <p:spPr>
            <a:xfrm>
              <a:off x="4045660" y="3325895"/>
              <a:ext cx="136264" cy="60064"/>
            </a:xfrm>
            <a:custGeom>
              <a:avLst/>
              <a:pathLst>
                <a:path w="136264" h="60064">
                  <a:moveTo>
                    <a:pt x="105208" y="641"/>
                  </a:moveTo>
                  <a:lnTo>
                    <a:pt x="109137" y="1841"/>
                  </a:lnTo>
                  <a:lnTo>
                    <a:pt x="109540" y="758"/>
                  </a:lnTo>
                  <a:lnTo>
                    <a:pt x="114491" y="2793"/>
                  </a:lnTo>
                  <a:lnTo>
                    <a:pt x="115675" y="4167"/>
                  </a:lnTo>
                  <a:lnTo>
                    <a:pt x="118709" y="6343"/>
                  </a:lnTo>
                  <a:lnTo>
                    <a:pt x="119148" y="7335"/>
                  </a:lnTo>
                  <a:lnTo>
                    <a:pt x="119157" y="8402"/>
                  </a:lnTo>
                  <a:lnTo>
                    <a:pt x="117915" y="11884"/>
                  </a:lnTo>
                  <a:lnTo>
                    <a:pt x="117110" y="11742"/>
                  </a:lnTo>
                  <a:lnTo>
                    <a:pt x="116580" y="13321"/>
                  </a:lnTo>
                  <a:lnTo>
                    <a:pt x="116059" y="14766"/>
                  </a:lnTo>
                  <a:lnTo>
                    <a:pt x="118242" y="15297"/>
                  </a:lnTo>
                  <a:lnTo>
                    <a:pt x="120444" y="13362"/>
                  </a:lnTo>
                  <a:lnTo>
                    <a:pt x="120670" y="13602"/>
                  </a:lnTo>
                  <a:lnTo>
                    <a:pt x="122877" y="15448"/>
                  </a:lnTo>
                  <a:lnTo>
                    <a:pt x="123263" y="16213"/>
                  </a:lnTo>
                  <a:lnTo>
                    <a:pt x="124161" y="18077"/>
                  </a:lnTo>
                  <a:lnTo>
                    <a:pt x="124461" y="18298"/>
                  </a:lnTo>
                  <a:lnTo>
                    <a:pt x="125250" y="18880"/>
                  </a:lnTo>
                  <a:lnTo>
                    <a:pt x="124798" y="19217"/>
                  </a:lnTo>
                  <a:lnTo>
                    <a:pt x="124668" y="19314"/>
                  </a:lnTo>
                  <a:lnTo>
                    <a:pt x="124191" y="19670"/>
                  </a:lnTo>
                  <a:lnTo>
                    <a:pt x="123446" y="20177"/>
                  </a:lnTo>
                  <a:lnTo>
                    <a:pt x="123155" y="20595"/>
                  </a:lnTo>
                  <a:lnTo>
                    <a:pt x="122707" y="21504"/>
                  </a:lnTo>
                  <a:lnTo>
                    <a:pt x="121053" y="20860"/>
                  </a:lnTo>
                  <a:lnTo>
                    <a:pt x="120475" y="22117"/>
                  </a:lnTo>
                  <a:lnTo>
                    <a:pt x="119499" y="24530"/>
                  </a:lnTo>
                  <a:lnTo>
                    <a:pt x="119785" y="24919"/>
                  </a:lnTo>
                  <a:lnTo>
                    <a:pt x="120187" y="25250"/>
                  </a:lnTo>
                  <a:lnTo>
                    <a:pt x="120900" y="25470"/>
                  </a:lnTo>
                  <a:lnTo>
                    <a:pt x="121458" y="25642"/>
                  </a:lnTo>
                  <a:lnTo>
                    <a:pt x="121802" y="25748"/>
                  </a:lnTo>
                  <a:lnTo>
                    <a:pt x="122384" y="25963"/>
                  </a:lnTo>
                  <a:lnTo>
                    <a:pt x="122265" y="26272"/>
                  </a:lnTo>
                  <a:lnTo>
                    <a:pt x="121728" y="27664"/>
                  </a:lnTo>
                  <a:lnTo>
                    <a:pt x="120906" y="27355"/>
                  </a:lnTo>
                  <a:lnTo>
                    <a:pt x="120057" y="27036"/>
                  </a:lnTo>
                  <a:lnTo>
                    <a:pt x="119366" y="26735"/>
                  </a:lnTo>
                  <a:lnTo>
                    <a:pt x="116981" y="25695"/>
                  </a:lnTo>
                  <a:lnTo>
                    <a:pt x="114433" y="31711"/>
                  </a:lnTo>
                  <a:lnTo>
                    <a:pt x="116870" y="33051"/>
                  </a:lnTo>
                  <a:lnTo>
                    <a:pt x="119803" y="33984"/>
                  </a:lnTo>
                  <a:lnTo>
                    <a:pt x="123344" y="34991"/>
                  </a:lnTo>
                  <a:lnTo>
                    <a:pt x="128155" y="35672"/>
                  </a:lnTo>
                  <a:lnTo>
                    <a:pt x="130778" y="35971"/>
                  </a:lnTo>
                  <a:lnTo>
                    <a:pt x="134375" y="35710"/>
                  </a:lnTo>
                  <a:lnTo>
                    <a:pt x="135181" y="35819"/>
                  </a:lnTo>
                  <a:lnTo>
                    <a:pt x="135238" y="36180"/>
                  </a:lnTo>
                  <a:lnTo>
                    <a:pt x="135424" y="37356"/>
                  </a:lnTo>
                  <a:lnTo>
                    <a:pt x="135977" y="40841"/>
                  </a:lnTo>
                  <a:lnTo>
                    <a:pt x="136264" y="42655"/>
                  </a:lnTo>
                  <a:lnTo>
                    <a:pt x="134893" y="42535"/>
                  </a:lnTo>
                  <a:lnTo>
                    <a:pt x="134333" y="42485"/>
                  </a:lnTo>
                  <a:lnTo>
                    <a:pt x="128697" y="42510"/>
                  </a:lnTo>
                  <a:lnTo>
                    <a:pt x="127216" y="42771"/>
                  </a:lnTo>
                  <a:lnTo>
                    <a:pt x="117673" y="44454"/>
                  </a:lnTo>
                  <a:lnTo>
                    <a:pt x="114104" y="45499"/>
                  </a:lnTo>
                  <a:lnTo>
                    <a:pt x="110782" y="46473"/>
                  </a:lnTo>
                  <a:lnTo>
                    <a:pt x="108056" y="47271"/>
                  </a:lnTo>
                  <a:lnTo>
                    <a:pt x="102424" y="47926"/>
                  </a:lnTo>
                  <a:lnTo>
                    <a:pt x="99258" y="48659"/>
                  </a:lnTo>
                  <a:lnTo>
                    <a:pt x="99082" y="48699"/>
                  </a:lnTo>
                  <a:lnTo>
                    <a:pt x="96147" y="49378"/>
                  </a:lnTo>
                  <a:lnTo>
                    <a:pt x="93653" y="49955"/>
                  </a:lnTo>
                  <a:lnTo>
                    <a:pt x="83878" y="50821"/>
                  </a:lnTo>
                  <a:lnTo>
                    <a:pt x="81899" y="50997"/>
                  </a:lnTo>
                  <a:lnTo>
                    <a:pt x="78090" y="51334"/>
                  </a:lnTo>
                  <a:lnTo>
                    <a:pt x="75985" y="51521"/>
                  </a:lnTo>
                  <a:lnTo>
                    <a:pt x="75812" y="51554"/>
                  </a:lnTo>
                  <a:lnTo>
                    <a:pt x="74213" y="51856"/>
                  </a:lnTo>
                  <a:lnTo>
                    <a:pt x="63461" y="53891"/>
                  </a:lnTo>
                  <a:lnTo>
                    <a:pt x="62745" y="54210"/>
                  </a:lnTo>
                  <a:lnTo>
                    <a:pt x="61046" y="54965"/>
                  </a:lnTo>
                  <a:lnTo>
                    <a:pt x="42751" y="57649"/>
                  </a:lnTo>
                  <a:lnTo>
                    <a:pt x="30665" y="59988"/>
                  </a:lnTo>
                  <a:lnTo>
                    <a:pt x="30272" y="60064"/>
                  </a:lnTo>
                  <a:lnTo>
                    <a:pt x="27664" y="60064"/>
                  </a:lnTo>
                  <a:lnTo>
                    <a:pt x="11568" y="60062"/>
                  </a:lnTo>
                  <a:lnTo>
                    <a:pt x="1873" y="60061"/>
                  </a:lnTo>
                  <a:lnTo>
                    <a:pt x="1535" y="60059"/>
                  </a:lnTo>
                  <a:lnTo>
                    <a:pt x="1926" y="60058"/>
                  </a:lnTo>
                  <a:lnTo>
                    <a:pt x="1908" y="59197"/>
                  </a:lnTo>
                  <a:lnTo>
                    <a:pt x="1816" y="54810"/>
                  </a:lnTo>
                  <a:lnTo>
                    <a:pt x="1773" y="53828"/>
                  </a:lnTo>
                  <a:lnTo>
                    <a:pt x="953" y="35323"/>
                  </a:lnTo>
                  <a:lnTo>
                    <a:pt x="931" y="34828"/>
                  </a:lnTo>
                  <a:lnTo>
                    <a:pt x="898" y="34278"/>
                  </a:lnTo>
                  <a:lnTo>
                    <a:pt x="628" y="29847"/>
                  </a:lnTo>
                  <a:lnTo>
                    <a:pt x="570" y="28889"/>
                  </a:lnTo>
                  <a:lnTo>
                    <a:pt x="538" y="28372"/>
                  </a:lnTo>
                  <a:lnTo>
                    <a:pt x="517" y="28021"/>
                  </a:lnTo>
                  <a:lnTo>
                    <a:pt x="500" y="27408"/>
                  </a:lnTo>
                  <a:lnTo>
                    <a:pt x="144" y="14266"/>
                  </a:lnTo>
                  <a:lnTo>
                    <a:pt x="16" y="9504"/>
                  </a:lnTo>
                  <a:lnTo>
                    <a:pt x="0" y="8899"/>
                  </a:lnTo>
                  <a:lnTo>
                    <a:pt x="36" y="7963"/>
                  </a:lnTo>
                  <a:lnTo>
                    <a:pt x="107" y="6146"/>
                  </a:lnTo>
                  <a:lnTo>
                    <a:pt x="120" y="5819"/>
                  </a:lnTo>
                  <a:lnTo>
                    <a:pt x="412" y="3333"/>
                  </a:lnTo>
                  <a:lnTo>
                    <a:pt x="550" y="3046"/>
                  </a:lnTo>
                  <a:lnTo>
                    <a:pt x="1048" y="3206"/>
                  </a:lnTo>
                  <a:lnTo>
                    <a:pt x="12450" y="7406"/>
                  </a:lnTo>
                  <a:lnTo>
                    <a:pt x="13582" y="7712"/>
                  </a:lnTo>
                  <a:lnTo>
                    <a:pt x="16863" y="8599"/>
                  </a:lnTo>
                  <a:lnTo>
                    <a:pt x="19750" y="9433"/>
                  </a:lnTo>
                  <a:lnTo>
                    <a:pt x="25093" y="10650"/>
                  </a:lnTo>
                  <a:lnTo>
                    <a:pt x="30985" y="11270"/>
                  </a:lnTo>
                  <a:lnTo>
                    <a:pt x="32074" y="11332"/>
                  </a:lnTo>
                  <a:lnTo>
                    <a:pt x="37331" y="11628"/>
                  </a:lnTo>
                  <a:lnTo>
                    <a:pt x="42126" y="11628"/>
                  </a:lnTo>
                  <a:lnTo>
                    <a:pt x="45426" y="11397"/>
                  </a:lnTo>
                  <a:lnTo>
                    <a:pt x="48949" y="11151"/>
                  </a:lnTo>
                  <a:lnTo>
                    <a:pt x="49081" y="11130"/>
                  </a:lnTo>
                  <a:lnTo>
                    <a:pt x="53416" y="10451"/>
                  </a:lnTo>
                  <a:lnTo>
                    <a:pt x="56559" y="9958"/>
                  </a:lnTo>
                  <a:lnTo>
                    <a:pt x="62403" y="9672"/>
                  </a:lnTo>
                  <a:lnTo>
                    <a:pt x="66403" y="9719"/>
                  </a:lnTo>
                  <a:lnTo>
                    <a:pt x="66430" y="9317"/>
                  </a:lnTo>
                  <a:lnTo>
                    <a:pt x="66733" y="4764"/>
                  </a:lnTo>
                  <a:lnTo>
                    <a:pt x="66745" y="4578"/>
                  </a:lnTo>
                  <a:lnTo>
                    <a:pt x="67793" y="4668"/>
                  </a:lnTo>
                  <a:lnTo>
                    <a:pt x="72333" y="5407"/>
                  </a:lnTo>
                  <a:lnTo>
                    <a:pt x="73247" y="5556"/>
                  </a:lnTo>
                  <a:lnTo>
                    <a:pt x="74664" y="5155"/>
                  </a:lnTo>
                  <a:lnTo>
                    <a:pt x="75831" y="4758"/>
                  </a:lnTo>
                  <a:lnTo>
                    <a:pt x="76389" y="4568"/>
                  </a:lnTo>
                  <a:lnTo>
                    <a:pt x="77988" y="4598"/>
                  </a:lnTo>
                  <a:lnTo>
                    <a:pt x="81274" y="5290"/>
                  </a:lnTo>
                  <a:lnTo>
                    <a:pt x="82691" y="5751"/>
                  </a:lnTo>
                  <a:lnTo>
                    <a:pt x="83323" y="5956"/>
                  </a:lnTo>
                  <a:lnTo>
                    <a:pt x="83457" y="6047"/>
                  </a:lnTo>
                  <a:lnTo>
                    <a:pt x="83716" y="6222"/>
                  </a:lnTo>
                  <a:lnTo>
                    <a:pt x="84971" y="7071"/>
                  </a:lnTo>
                  <a:lnTo>
                    <a:pt x="85493" y="7424"/>
                  </a:lnTo>
                  <a:lnTo>
                    <a:pt x="85800" y="7631"/>
                  </a:lnTo>
                  <a:lnTo>
                    <a:pt x="87145" y="9248"/>
                  </a:lnTo>
                  <a:lnTo>
                    <a:pt x="87274" y="9012"/>
                  </a:lnTo>
                  <a:lnTo>
                    <a:pt x="90251" y="6837"/>
                  </a:lnTo>
                  <a:lnTo>
                    <a:pt x="91378" y="5969"/>
                  </a:lnTo>
                  <a:lnTo>
                    <a:pt x="92628" y="5008"/>
                  </a:lnTo>
                  <a:lnTo>
                    <a:pt x="92907" y="4793"/>
                  </a:lnTo>
                  <a:lnTo>
                    <a:pt x="93924" y="3976"/>
                  </a:lnTo>
                  <a:lnTo>
                    <a:pt x="96352" y="2025"/>
                  </a:lnTo>
                  <a:lnTo>
                    <a:pt x="96536" y="2077"/>
                  </a:lnTo>
                  <a:lnTo>
                    <a:pt x="97356" y="3208"/>
                  </a:lnTo>
                  <a:lnTo>
                    <a:pt x="97915" y="2932"/>
                  </a:lnTo>
                  <a:lnTo>
                    <a:pt x="98108" y="1784"/>
                  </a:lnTo>
                  <a:lnTo>
                    <a:pt x="99229" y="1761"/>
                  </a:lnTo>
                  <a:lnTo>
                    <a:pt x="99414" y="1661"/>
                  </a:lnTo>
                  <a:lnTo>
                    <a:pt x="100004" y="1343"/>
                  </a:lnTo>
                  <a:lnTo>
                    <a:pt x="100215" y="1405"/>
                  </a:lnTo>
                  <a:lnTo>
                    <a:pt x="100374" y="1451"/>
                  </a:lnTo>
                  <a:lnTo>
                    <a:pt x="103009" y="767"/>
                  </a:lnTo>
                  <a:lnTo>
                    <a:pt x="103181" y="752"/>
                  </a:lnTo>
                  <a:lnTo>
                    <a:pt x="103216" y="197"/>
                  </a:lnTo>
                  <a:lnTo>
                    <a:pt x="103225" y="59"/>
                  </a:lnTo>
                  <a:lnTo>
                    <a:pt x="105313" y="0"/>
                  </a:lnTo>
                  <a:lnTo>
                    <a:pt x="105241" y="43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0" name="pg339"/>
            <p:cNvSpPr/>
            <p:nvPr/>
          </p:nvSpPr>
          <p:spPr>
            <a:xfrm>
              <a:off x="4160098" y="3291844"/>
              <a:ext cx="110926" cy="87896"/>
            </a:xfrm>
            <a:custGeom>
              <a:avLst/>
              <a:pathLst>
                <a:path w="110926" h="87896">
                  <a:moveTo>
                    <a:pt x="94520" y="1882"/>
                  </a:moveTo>
                  <a:lnTo>
                    <a:pt x="97348" y="6837"/>
                  </a:lnTo>
                  <a:lnTo>
                    <a:pt x="103914" y="2311"/>
                  </a:lnTo>
                  <a:lnTo>
                    <a:pt x="106244" y="1245"/>
                  </a:lnTo>
                  <a:lnTo>
                    <a:pt x="104357" y="10429"/>
                  </a:lnTo>
                  <a:lnTo>
                    <a:pt x="102547" y="19233"/>
                  </a:lnTo>
                  <a:lnTo>
                    <a:pt x="102467" y="20167"/>
                  </a:lnTo>
                  <a:lnTo>
                    <a:pt x="101594" y="30306"/>
                  </a:lnTo>
                  <a:lnTo>
                    <a:pt x="101555" y="30664"/>
                  </a:lnTo>
                  <a:lnTo>
                    <a:pt x="110926" y="31202"/>
                  </a:lnTo>
                  <a:lnTo>
                    <a:pt x="110640" y="34550"/>
                  </a:lnTo>
                  <a:lnTo>
                    <a:pt x="110453" y="36730"/>
                  </a:lnTo>
                  <a:lnTo>
                    <a:pt x="110268" y="38896"/>
                  </a:lnTo>
                  <a:lnTo>
                    <a:pt x="110064" y="41276"/>
                  </a:lnTo>
                  <a:lnTo>
                    <a:pt x="109843" y="43856"/>
                  </a:lnTo>
                  <a:lnTo>
                    <a:pt x="109622" y="46431"/>
                  </a:lnTo>
                  <a:lnTo>
                    <a:pt x="108179" y="62496"/>
                  </a:lnTo>
                  <a:lnTo>
                    <a:pt x="107658" y="62459"/>
                  </a:lnTo>
                  <a:lnTo>
                    <a:pt x="95330" y="61578"/>
                  </a:lnTo>
                  <a:lnTo>
                    <a:pt x="95260" y="62515"/>
                  </a:lnTo>
                  <a:lnTo>
                    <a:pt x="94826" y="68399"/>
                  </a:lnTo>
                  <a:lnTo>
                    <a:pt x="94388" y="74335"/>
                  </a:lnTo>
                  <a:lnTo>
                    <a:pt x="94989" y="74387"/>
                  </a:lnTo>
                  <a:lnTo>
                    <a:pt x="94906" y="76040"/>
                  </a:lnTo>
                  <a:lnTo>
                    <a:pt x="94763" y="78882"/>
                  </a:lnTo>
                  <a:lnTo>
                    <a:pt x="94603" y="80583"/>
                  </a:lnTo>
                  <a:lnTo>
                    <a:pt x="94446" y="84831"/>
                  </a:lnTo>
                  <a:lnTo>
                    <a:pt x="94042" y="84835"/>
                  </a:lnTo>
                  <a:lnTo>
                    <a:pt x="92315" y="85033"/>
                  </a:lnTo>
                  <a:lnTo>
                    <a:pt x="88290" y="87220"/>
                  </a:lnTo>
                  <a:lnTo>
                    <a:pt x="87485" y="87657"/>
                  </a:lnTo>
                  <a:lnTo>
                    <a:pt x="85218" y="87896"/>
                  </a:lnTo>
                  <a:lnTo>
                    <a:pt x="83248" y="87560"/>
                  </a:lnTo>
                  <a:lnTo>
                    <a:pt x="75057" y="86165"/>
                  </a:lnTo>
                  <a:lnTo>
                    <a:pt x="70893" y="85456"/>
                  </a:lnTo>
                  <a:lnTo>
                    <a:pt x="70584" y="85403"/>
                  </a:lnTo>
                  <a:lnTo>
                    <a:pt x="70294" y="85354"/>
                  </a:lnTo>
                  <a:lnTo>
                    <a:pt x="64076" y="84295"/>
                  </a:lnTo>
                  <a:lnTo>
                    <a:pt x="63603" y="84214"/>
                  </a:lnTo>
                  <a:lnTo>
                    <a:pt x="59370" y="83493"/>
                  </a:lnTo>
                  <a:lnTo>
                    <a:pt x="48414" y="81543"/>
                  </a:lnTo>
                  <a:lnTo>
                    <a:pt x="45719" y="81168"/>
                  </a:lnTo>
                  <a:lnTo>
                    <a:pt x="44498" y="81028"/>
                  </a:lnTo>
                  <a:lnTo>
                    <a:pt x="36317" y="80086"/>
                  </a:lnTo>
                  <a:lnTo>
                    <a:pt x="32643" y="79663"/>
                  </a:lnTo>
                  <a:lnTo>
                    <a:pt x="25845" y="77247"/>
                  </a:lnTo>
                  <a:lnTo>
                    <a:pt x="23295" y="76835"/>
                  </a:lnTo>
                  <a:lnTo>
                    <a:pt x="22721" y="76785"/>
                  </a:lnTo>
                  <a:lnTo>
                    <a:pt x="21826" y="76706"/>
                  </a:lnTo>
                  <a:lnTo>
                    <a:pt x="21539" y="74893"/>
                  </a:lnTo>
                  <a:lnTo>
                    <a:pt x="20987" y="71408"/>
                  </a:lnTo>
                  <a:lnTo>
                    <a:pt x="20800" y="70231"/>
                  </a:lnTo>
                  <a:lnTo>
                    <a:pt x="20711" y="69666"/>
                  </a:lnTo>
                  <a:lnTo>
                    <a:pt x="19938" y="69761"/>
                  </a:lnTo>
                  <a:lnTo>
                    <a:pt x="16341" y="70022"/>
                  </a:lnTo>
                  <a:lnTo>
                    <a:pt x="13717" y="69724"/>
                  </a:lnTo>
                  <a:lnTo>
                    <a:pt x="8907" y="69042"/>
                  </a:lnTo>
                  <a:lnTo>
                    <a:pt x="5366" y="68036"/>
                  </a:lnTo>
                  <a:lnTo>
                    <a:pt x="2432" y="67102"/>
                  </a:lnTo>
                  <a:lnTo>
                    <a:pt x="0" y="65753"/>
                  </a:lnTo>
                  <a:lnTo>
                    <a:pt x="2543" y="59746"/>
                  </a:lnTo>
                  <a:lnTo>
                    <a:pt x="4929" y="60786"/>
                  </a:lnTo>
                  <a:lnTo>
                    <a:pt x="5619" y="61088"/>
                  </a:lnTo>
                  <a:lnTo>
                    <a:pt x="6468" y="61406"/>
                  </a:lnTo>
                  <a:lnTo>
                    <a:pt x="7290" y="61715"/>
                  </a:lnTo>
                  <a:lnTo>
                    <a:pt x="7827" y="60323"/>
                  </a:lnTo>
                  <a:lnTo>
                    <a:pt x="7952" y="60000"/>
                  </a:lnTo>
                  <a:lnTo>
                    <a:pt x="7364" y="59799"/>
                  </a:lnTo>
                  <a:lnTo>
                    <a:pt x="7020" y="59693"/>
                  </a:lnTo>
                  <a:lnTo>
                    <a:pt x="6463" y="59521"/>
                  </a:lnTo>
                  <a:lnTo>
                    <a:pt x="5750" y="59301"/>
                  </a:lnTo>
                  <a:lnTo>
                    <a:pt x="5347" y="58970"/>
                  </a:lnTo>
                  <a:lnTo>
                    <a:pt x="5098" y="58489"/>
                  </a:lnTo>
                  <a:lnTo>
                    <a:pt x="6037" y="56169"/>
                  </a:lnTo>
                  <a:lnTo>
                    <a:pt x="6616" y="54911"/>
                  </a:lnTo>
                  <a:lnTo>
                    <a:pt x="8269" y="55555"/>
                  </a:lnTo>
                  <a:lnTo>
                    <a:pt x="8717" y="54646"/>
                  </a:lnTo>
                  <a:lnTo>
                    <a:pt x="9034" y="54210"/>
                  </a:lnTo>
                  <a:lnTo>
                    <a:pt x="9753" y="53721"/>
                  </a:lnTo>
                  <a:lnTo>
                    <a:pt x="10230" y="53365"/>
                  </a:lnTo>
                  <a:lnTo>
                    <a:pt x="10360" y="53268"/>
                  </a:lnTo>
                  <a:lnTo>
                    <a:pt x="10812" y="52931"/>
                  </a:lnTo>
                  <a:lnTo>
                    <a:pt x="10024" y="52349"/>
                  </a:lnTo>
                  <a:lnTo>
                    <a:pt x="9724" y="52128"/>
                  </a:lnTo>
                  <a:lnTo>
                    <a:pt x="8825" y="50265"/>
                  </a:lnTo>
                  <a:lnTo>
                    <a:pt x="8270" y="49362"/>
                  </a:lnTo>
                  <a:lnTo>
                    <a:pt x="6232" y="47653"/>
                  </a:lnTo>
                  <a:lnTo>
                    <a:pt x="6006" y="47413"/>
                  </a:lnTo>
                  <a:lnTo>
                    <a:pt x="9329" y="44296"/>
                  </a:lnTo>
                  <a:lnTo>
                    <a:pt x="11691" y="42667"/>
                  </a:lnTo>
                  <a:lnTo>
                    <a:pt x="14249" y="41075"/>
                  </a:lnTo>
                  <a:lnTo>
                    <a:pt x="15486" y="40508"/>
                  </a:lnTo>
                  <a:lnTo>
                    <a:pt x="17440" y="32191"/>
                  </a:lnTo>
                  <a:lnTo>
                    <a:pt x="15891" y="31339"/>
                  </a:lnTo>
                  <a:lnTo>
                    <a:pt x="15537" y="31144"/>
                  </a:lnTo>
                  <a:lnTo>
                    <a:pt x="16879" y="26153"/>
                  </a:lnTo>
                  <a:lnTo>
                    <a:pt x="17939" y="22159"/>
                  </a:lnTo>
                  <a:lnTo>
                    <a:pt x="18919" y="21662"/>
                  </a:lnTo>
                  <a:lnTo>
                    <a:pt x="20019" y="20004"/>
                  </a:lnTo>
                  <a:lnTo>
                    <a:pt x="20880" y="19873"/>
                  </a:lnTo>
                  <a:lnTo>
                    <a:pt x="22497" y="20481"/>
                  </a:lnTo>
                  <a:lnTo>
                    <a:pt x="24006" y="19040"/>
                  </a:lnTo>
                  <a:lnTo>
                    <a:pt x="24484" y="18596"/>
                  </a:lnTo>
                  <a:lnTo>
                    <a:pt x="25929" y="16453"/>
                  </a:lnTo>
                  <a:lnTo>
                    <a:pt x="27124" y="16445"/>
                  </a:lnTo>
                  <a:lnTo>
                    <a:pt x="31586" y="18584"/>
                  </a:lnTo>
                  <a:lnTo>
                    <a:pt x="35086" y="15907"/>
                  </a:lnTo>
                  <a:lnTo>
                    <a:pt x="37258" y="16243"/>
                  </a:lnTo>
                  <a:lnTo>
                    <a:pt x="38224" y="18781"/>
                  </a:lnTo>
                  <a:lnTo>
                    <a:pt x="38313" y="19085"/>
                  </a:lnTo>
                  <a:lnTo>
                    <a:pt x="43985" y="19533"/>
                  </a:lnTo>
                  <a:lnTo>
                    <a:pt x="46114" y="17291"/>
                  </a:lnTo>
                  <a:lnTo>
                    <a:pt x="48738" y="17455"/>
                  </a:lnTo>
                  <a:lnTo>
                    <a:pt x="49800" y="19336"/>
                  </a:lnTo>
                  <a:lnTo>
                    <a:pt x="52054" y="17887"/>
                  </a:lnTo>
                  <a:lnTo>
                    <a:pt x="52500" y="16314"/>
                  </a:lnTo>
                  <a:lnTo>
                    <a:pt x="53380" y="16135"/>
                  </a:lnTo>
                  <a:lnTo>
                    <a:pt x="58877" y="17429"/>
                  </a:lnTo>
                  <a:lnTo>
                    <a:pt x="57680" y="20949"/>
                  </a:lnTo>
                  <a:lnTo>
                    <a:pt x="58083" y="21327"/>
                  </a:lnTo>
                  <a:lnTo>
                    <a:pt x="62378" y="21662"/>
                  </a:lnTo>
                  <a:lnTo>
                    <a:pt x="64696" y="21861"/>
                  </a:lnTo>
                  <a:lnTo>
                    <a:pt x="67124" y="22309"/>
                  </a:lnTo>
                  <a:lnTo>
                    <a:pt x="68783" y="24041"/>
                  </a:lnTo>
                  <a:lnTo>
                    <a:pt x="69749" y="23809"/>
                  </a:lnTo>
                  <a:lnTo>
                    <a:pt x="69678" y="22843"/>
                  </a:lnTo>
                  <a:lnTo>
                    <a:pt x="70179" y="22306"/>
                  </a:lnTo>
                  <a:lnTo>
                    <a:pt x="68530" y="19291"/>
                  </a:lnTo>
                  <a:lnTo>
                    <a:pt x="68829" y="18908"/>
                  </a:lnTo>
                  <a:lnTo>
                    <a:pt x="70662" y="17314"/>
                  </a:lnTo>
                  <a:lnTo>
                    <a:pt x="71838" y="17181"/>
                  </a:lnTo>
                  <a:lnTo>
                    <a:pt x="72114" y="17042"/>
                  </a:lnTo>
                  <a:lnTo>
                    <a:pt x="75241" y="14937"/>
                  </a:lnTo>
                  <a:lnTo>
                    <a:pt x="76204" y="15653"/>
                  </a:lnTo>
                  <a:lnTo>
                    <a:pt x="76669" y="16219"/>
                  </a:lnTo>
                  <a:lnTo>
                    <a:pt x="76931" y="16621"/>
                  </a:lnTo>
                  <a:lnTo>
                    <a:pt x="77067" y="16830"/>
                  </a:lnTo>
                  <a:lnTo>
                    <a:pt x="77236" y="17017"/>
                  </a:lnTo>
                  <a:lnTo>
                    <a:pt x="77627" y="17450"/>
                  </a:lnTo>
                  <a:lnTo>
                    <a:pt x="78522" y="18568"/>
                  </a:lnTo>
                  <a:lnTo>
                    <a:pt x="78772" y="18881"/>
                  </a:lnTo>
                  <a:lnTo>
                    <a:pt x="78952" y="19301"/>
                  </a:lnTo>
                  <a:lnTo>
                    <a:pt x="79234" y="19963"/>
                  </a:lnTo>
                  <a:lnTo>
                    <a:pt x="79365" y="20269"/>
                  </a:lnTo>
                  <a:lnTo>
                    <a:pt x="79332" y="20423"/>
                  </a:lnTo>
                  <a:lnTo>
                    <a:pt x="79457" y="20752"/>
                  </a:lnTo>
                  <a:lnTo>
                    <a:pt x="79892" y="21201"/>
                  </a:lnTo>
                  <a:lnTo>
                    <a:pt x="80044" y="21357"/>
                  </a:lnTo>
                  <a:lnTo>
                    <a:pt x="80518" y="21666"/>
                  </a:lnTo>
                  <a:lnTo>
                    <a:pt x="80896" y="21911"/>
                  </a:lnTo>
                  <a:lnTo>
                    <a:pt x="81402" y="22047"/>
                  </a:lnTo>
                  <a:lnTo>
                    <a:pt x="81789" y="22150"/>
                  </a:lnTo>
                  <a:lnTo>
                    <a:pt x="82074" y="22226"/>
                  </a:lnTo>
                  <a:lnTo>
                    <a:pt x="82458" y="22329"/>
                  </a:lnTo>
                  <a:lnTo>
                    <a:pt x="82665" y="22830"/>
                  </a:lnTo>
                  <a:lnTo>
                    <a:pt x="83126" y="23951"/>
                  </a:lnTo>
                  <a:lnTo>
                    <a:pt x="83691" y="24566"/>
                  </a:lnTo>
                  <a:lnTo>
                    <a:pt x="84169" y="24405"/>
                  </a:lnTo>
                  <a:lnTo>
                    <a:pt x="86390" y="23656"/>
                  </a:lnTo>
                  <a:lnTo>
                    <a:pt x="86751" y="23534"/>
                  </a:lnTo>
                  <a:lnTo>
                    <a:pt x="86715" y="22773"/>
                  </a:lnTo>
                  <a:lnTo>
                    <a:pt x="86563" y="21967"/>
                  </a:lnTo>
                  <a:lnTo>
                    <a:pt x="86202" y="20768"/>
                  </a:lnTo>
                  <a:lnTo>
                    <a:pt x="85895" y="19748"/>
                  </a:lnTo>
                  <a:lnTo>
                    <a:pt x="85444" y="18366"/>
                  </a:lnTo>
                  <a:lnTo>
                    <a:pt x="84550" y="15627"/>
                  </a:lnTo>
                  <a:lnTo>
                    <a:pt x="84010" y="13975"/>
                  </a:lnTo>
                  <a:lnTo>
                    <a:pt x="83912" y="13543"/>
                  </a:lnTo>
                  <a:lnTo>
                    <a:pt x="83605" y="12186"/>
                  </a:lnTo>
                  <a:lnTo>
                    <a:pt x="83494" y="10837"/>
                  </a:lnTo>
                  <a:lnTo>
                    <a:pt x="83456" y="10373"/>
                  </a:lnTo>
                  <a:lnTo>
                    <a:pt x="83557" y="8966"/>
                  </a:lnTo>
                  <a:lnTo>
                    <a:pt x="83669" y="8533"/>
                  </a:lnTo>
                  <a:lnTo>
                    <a:pt x="83939" y="7487"/>
                  </a:lnTo>
                  <a:lnTo>
                    <a:pt x="84559" y="6103"/>
                  </a:lnTo>
                  <a:lnTo>
                    <a:pt x="85279" y="5023"/>
                  </a:lnTo>
                  <a:lnTo>
                    <a:pt x="85370" y="4886"/>
                  </a:lnTo>
                  <a:lnTo>
                    <a:pt x="86778" y="3360"/>
                  </a:lnTo>
                  <a:lnTo>
                    <a:pt x="87876" y="2623"/>
                  </a:lnTo>
                  <a:lnTo>
                    <a:pt x="88990" y="1922"/>
                  </a:lnTo>
                  <a:lnTo>
                    <a:pt x="89325" y="1711"/>
                  </a:lnTo>
                  <a:lnTo>
                    <a:pt x="89456" y="1653"/>
                  </a:lnTo>
                  <a:lnTo>
                    <a:pt x="91083" y="933"/>
                  </a:lnTo>
                  <a:lnTo>
                    <a:pt x="92121" y="473"/>
                  </a:lnTo>
                  <a:lnTo>
                    <a:pt x="93410" y="44"/>
                  </a:lnTo>
                  <a:lnTo>
                    <a:pt x="93542" y="0"/>
                  </a:lnTo>
                  <a:lnTo>
                    <a:pt x="93644" y="19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1" name="pg340"/>
            <p:cNvSpPr/>
            <p:nvPr/>
          </p:nvSpPr>
          <p:spPr>
            <a:xfrm>
              <a:off x="4230477" y="3243290"/>
              <a:ext cx="144656" cy="137955"/>
            </a:xfrm>
            <a:custGeom>
              <a:avLst/>
              <a:pathLst>
                <a:path w="144656" h="137955">
                  <a:moveTo>
                    <a:pt x="72905" y="11834"/>
                  </a:moveTo>
                  <a:lnTo>
                    <a:pt x="76966" y="15729"/>
                  </a:lnTo>
                  <a:lnTo>
                    <a:pt x="84587" y="20084"/>
                  </a:lnTo>
                  <a:lnTo>
                    <a:pt x="90625" y="22063"/>
                  </a:lnTo>
                  <a:lnTo>
                    <a:pt x="91999" y="21655"/>
                  </a:lnTo>
                  <a:lnTo>
                    <a:pt x="92637" y="22367"/>
                  </a:lnTo>
                  <a:lnTo>
                    <a:pt x="93043" y="22627"/>
                  </a:lnTo>
                  <a:lnTo>
                    <a:pt x="93309" y="22849"/>
                  </a:lnTo>
                  <a:lnTo>
                    <a:pt x="94742" y="24404"/>
                  </a:lnTo>
                  <a:lnTo>
                    <a:pt x="95334" y="25046"/>
                  </a:lnTo>
                  <a:lnTo>
                    <a:pt x="95529" y="25252"/>
                  </a:lnTo>
                  <a:lnTo>
                    <a:pt x="96528" y="26309"/>
                  </a:lnTo>
                  <a:lnTo>
                    <a:pt x="96671" y="26460"/>
                  </a:lnTo>
                  <a:lnTo>
                    <a:pt x="96924" y="26728"/>
                  </a:lnTo>
                  <a:lnTo>
                    <a:pt x="101396" y="24224"/>
                  </a:lnTo>
                  <a:lnTo>
                    <a:pt x="104972" y="22107"/>
                  </a:lnTo>
                  <a:lnTo>
                    <a:pt x="106531" y="21184"/>
                  </a:lnTo>
                  <a:lnTo>
                    <a:pt x="110870" y="18892"/>
                  </a:lnTo>
                  <a:lnTo>
                    <a:pt x="111387" y="18619"/>
                  </a:lnTo>
                  <a:lnTo>
                    <a:pt x="112126" y="20376"/>
                  </a:lnTo>
                  <a:lnTo>
                    <a:pt x="115883" y="29303"/>
                  </a:lnTo>
                  <a:lnTo>
                    <a:pt x="119933" y="38866"/>
                  </a:lnTo>
                  <a:lnTo>
                    <a:pt x="120169" y="39424"/>
                  </a:lnTo>
                  <a:lnTo>
                    <a:pt x="120326" y="39946"/>
                  </a:lnTo>
                  <a:lnTo>
                    <a:pt x="120470" y="40287"/>
                  </a:lnTo>
                  <a:lnTo>
                    <a:pt x="122502" y="45093"/>
                  </a:lnTo>
                  <a:lnTo>
                    <a:pt x="124728" y="50576"/>
                  </a:lnTo>
                  <a:lnTo>
                    <a:pt x="124810" y="50756"/>
                  </a:lnTo>
                  <a:lnTo>
                    <a:pt x="125948" y="53245"/>
                  </a:lnTo>
                  <a:lnTo>
                    <a:pt x="127442" y="56744"/>
                  </a:lnTo>
                  <a:lnTo>
                    <a:pt x="129565" y="61719"/>
                  </a:lnTo>
                  <a:lnTo>
                    <a:pt x="129679" y="61986"/>
                  </a:lnTo>
                  <a:lnTo>
                    <a:pt x="131779" y="66908"/>
                  </a:lnTo>
                  <a:lnTo>
                    <a:pt x="132090" y="67635"/>
                  </a:lnTo>
                  <a:lnTo>
                    <a:pt x="132456" y="68489"/>
                  </a:lnTo>
                  <a:lnTo>
                    <a:pt x="138158" y="81800"/>
                  </a:lnTo>
                  <a:lnTo>
                    <a:pt x="138303" y="82137"/>
                  </a:lnTo>
                  <a:lnTo>
                    <a:pt x="141344" y="89236"/>
                  </a:lnTo>
                  <a:lnTo>
                    <a:pt x="141984" y="90731"/>
                  </a:lnTo>
                  <a:lnTo>
                    <a:pt x="143961" y="95346"/>
                  </a:lnTo>
                  <a:lnTo>
                    <a:pt x="144656" y="96968"/>
                  </a:lnTo>
                  <a:lnTo>
                    <a:pt x="143394" y="97488"/>
                  </a:lnTo>
                  <a:lnTo>
                    <a:pt x="127287" y="104114"/>
                  </a:lnTo>
                  <a:lnTo>
                    <a:pt x="125985" y="104650"/>
                  </a:lnTo>
                  <a:lnTo>
                    <a:pt x="126512" y="106290"/>
                  </a:lnTo>
                  <a:lnTo>
                    <a:pt x="129285" y="114924"/>
                  </a:lnTo>
                  <a:lnTo>
                    <a:pt x="130316" y="118135"/>
                  </a:lnTo>
                  <a:lnTo>
                    <a:pt x="130655" y="119188"/>
                  </a:lnTo>
                  <a:lnTo>
                    <a:pt x="130882" y="119897"/>
                  </a:lnTo>
                  <a:lnTo>
                    <a:pt x="131204" y="120886"/>
                  </a:lnTo>
                  <a:lnTo>
                    <a:pt x="131317" y="121235"/>
                  </a:lnTo>
                  <a:lnTo>
                    <a:pt x="100970" y="132266"/>
                  </a:lnTo>
                  <a:lnTo>
                    <a:pt x="95734" y="134169"/>
                  </a:lnTo>
                  <a:lnTo>
                    <a:pt x="89807" y="136335"/>
                  </a:lnTo>
                  <a:lnTo>
                    <a:pt x="87089" y="137955"/>
                  </a:lnTo>
                  <a:lnTo>
                    <a:pt x="84099" y="137780"/>
                  </a:lnTo>
                  <a:lnTo>
                    <a:pt x="82546" y="137688"/>
                  </a:lnTo>
                  <a:lnTo>
                    <a:pt x="75252" y="135917"/>
                  </a:lnTo>
                  <a:lnTo>
                    <a:pt x="72491" y="135246"/>
                  </a:lnTo>
                  <a:lnTo>
                    <a:pt x="70897" y="134859"/>
                  </a:lnTo>
                  <a:lnTo>
                    <a:pt x="68830" y="134904"/>
                  </a:lnTo>
                  <a:lnTo>
                    <a:pt x="65177" y="134983"/>
                  </a:lnTo>
                  <a:lnTo>
                    <a:pt x="63343" y="135023"/>
                  </a:lnTo>
                  <a:lnTo>
                    <a:pt x="62198" y="135368"/>
                  </a:lnTo>
                  <a:lnTo>
                    <a:pt x="58502" y="136481"/>
                  </a:lnTo>
                  <a:lnTo>
                    <a:pt x="55487" y="136567"/>
                  </a:lnTo>
                  <a:lnTo>
                    <a:pt x="50639" y="136705"/>
                  </a:lnTo>
                  <a:lnTo>
                    <a:pt x="50083" y="136433"/>
                  </a:lnTo>
                  <a:lnTo>
                    <a:pt x="47078" y="134966"/>
                  </a:lnTo>
                  <a:lnTo>
                    <a:pt x="45104" y="134001"/>
                  </a:lnTo>
                  <a:lnTo>
                    <a:pt x="43201" y="133592"/>
                  </a:lnTo>
                  <a:lnTo>
                    <a:pt x="40436" y="132997"/>
                  </a:lnTo>
                  <a:lnTo>
                    <a:pt x="33313" y="132872"/>
                  </a:lnTo>
                  <a:lnTo>
                    <a:pt x="28935" y="133335"/>
                  </a:lnTo>
                  <a:lnTo>
                    <a:pt x="27183" y="133353"/>
                  </a:lnTo>
                  <a:lnTo>
                    <a:pt x="24067" y="133385"/>
                  </a:lnTo>
                  <a:lnTo>
                    <a:pt x="24224" y="129136"/>
                  </a:lnTo>
                  <a:lnTo>
                    <a:pt x="24384" y="127436"/>
                  </a:lnTo>
                  <a:lnTo>
                    <a:pt x="24527" y="124594"/>
                  </a:lnTo>
                  <a:lnTo>
                    <a:pt x="24610" y="122941"/>
                  </a:lnTo>
                  <a:lnTo>
                    <a:pt x="24009" y="122889"/>
                  </a:lnTo>
                  <a:lnTo>
                    <a:pt x="24447" y="116953"/>
                  </a:lnTo>
                  <a:lnTo>
                    <a:pt x="24881" y="111069"/>
                  </a:lnTo>
                  <a:lnTo>
                    <a:pt x="24951" y="110131"/>
                  </a:lnTo>
                  <a:lnTo>
                    <a:pt x="37279" y="111013"/>
                  </a:lnTo>
                  <a:lnTo>
                    <a:pt x="37870" y="111026"/>
                  </a:lnTo>
                  <a:lnTo>
                    <a:pt x="39244" y="94985"/>
                  </a:lnTo>
                  <a:lnTo>
                    <a:pt x="39464" y="92410"/>
                  </a:lnTo>
                  <a:lnTo>
                    <a:pt x="39685" y="89830"/>
                  </a:lnTo>
                  <a:lnTo>
                    <a:pt x="39889" y="87450"/>
                  </a:lnTo>
                  <a:lnTo>
                    <a:pt x="40074" y="85284"/>
                  </a:lnTo>
                  <a:lnTo>
                    <a:pt x="40261" y="83104"/>
                  </a:lnTo>
                  <a:lnTo>
                    <a:pt x="40548" y="79756"/>
                  </a:lnTo>
                  <a:lnTo>
                    <a:pt x="31176" y="79218"/>
                  </a:lnTo>
                  <a:lnTo>
                    <a:pt x="31215" y="78860"/>
                  </a:lnTo>
                  <a:lnTo>
                    <a:pt x="32088" y="68721"/>
                  </a:lnTo>
                  <a:lnTo>
                    <a:pt x="32168" y="67787"/>
                  </a:lnTo>
                  <a:lnTo>
                    <a:pt x="33978" y="58983"/>
                  </a:lnTo>
                  <a:lnTo>
                    <a:pt x="35866" y="49799"/>
                  </a:lnTo>
                  <a:lnTo>
                    <a:pt x="33536" y="50865"/>
                  </a:lnTo>
                  <a:lnTo>
                    <a:pt x="26969" y="55391"/>
                  </a:lnTo>
                  <a:lnTo>
                    <a:pt x="24141" y="50436"/>
                  </a:lnTo>
                  <a:lnTo>
                    <a:pt x="23265" y="48750"/>
                  </a:lnTo>
                  <a:lnTo>
                    <a:pt x="23163" y="48553"/>
                  </a:lnTo>
                  <a:lnTo>
                    <a:pt x="22929" y="48631"/>
                  </a:lnTo>
                  <a:lnTo>
                    <a:pt x="21742" y="49027"/>
                  </a:lnTo>
                  <a:lnTo>
                    <a:pt x="20704" y="49487"/>
                  </a:lnTo>
                  <a:lnTo>
                    <a:pt x="19077" y="50207"/>
                  </a:lnTo>
                  <a:lnTo>
                    <a:pt x="18946" y="50265"/>
                  </a:lnTo>
                  <a:lnTo>
                    <a:pt x="18612" y="50475"/>
                  </a:lnTo>
                  <a:lnTo>
                    <a:pt x="17372" y="51261"/>
                  </a:lnTo>
                  <a:lnTo>
                    <a:pt x="16399" y="51913"/>
                  </a:lnTo>
                  <a:lnTo>
                    <a:pt x="14991" y="53440"/>
                  </a:lnTo>
                  <a:lnTo>
                    <a:pt x="14900" y="53577"/>
                  </a:lnTo>
                  <a:lnTo>
                    <a:pt x="14180" y="54657"/>
                  </a:lnTo>
                  <a:lnTo>
                    <a:pt x="13560" y="56040"/>
                  </a:lnTo>
                  <a:lnTo>
                    <a:pt x="13290" y="57087"/>
                  </a:lnTo>
                  <a:lnTo>
                    <a:pt x="13178" y="57519"/>
                  </a:lnTo>
                  <a:lnTo>
                    <a:pt x="13077" y="58927"/>
                  </a:lnTo>
                  <a:lnTo>
                    <a:pt x="13115" y="59391"/>
                  </a:lnTo>
                  <a:lnTo>
                    <a:pt x="13226" y="60740"/>
                  </a:lnTo>
                  <a:lnTo>
                    <a:pt x="13533" y="62096"/>
                  </a:lnTo>
                  <a:lnTo>
                    <a:pt x="13632" y="62529"/>
                  </a:lnTo>
                  <a:lnTo>
                    <a:pt x="14171" y="64181"/>
                  </a:lnTo>
                  <a:lnTo>
                    <a:pt x="15065" y="66920"/>
                  </a:lnTo>
                  <a:lnTo>
                    <a:pt x="15516" y="68302"/>
                  </a:lnTo>
                  <a:lnTo>
                    <a:pt x="15823" y="69322"/>
                  </a:lnTo>
                  <a:lnTo>
                    <a:pt x="16184" y="70521"/>
                  </a:lnTo>
                  <a:lnTo>
                    <a:pt x="16336" y="71327"/>
                  </a:lnTo>
                  <a:lnTo>
                    <a:pt x="16372" y="72088"/>
                  </a:lnTo>
                  <a:lnTo>
                    <a:pt x="16011" y="72210"/>
                  </a:lnTo>
                  <a:lnTo>
                    <a:pt x="13790" y="72959"/>
                  </a:lnTo>
                  <a:lnTo>
                    <a:pt x="13312" y="73120"/>
                  </a:lnTo>
                  <a:lnTo>
                    <a:pt x="12703" y="72396"/>
                  </a:lnTo>
                  <a:lnTo>
                    <a:pt x="12286" y="71384"/>
                  </a:lnTo>
                  <a:lnTo>
                    <a:pt x="12079" y="70883"/>
                  </a:lnTo>
                  <a:lnTo>
                    <a:pt x="11695" y="70780"/>
                  </a:lnTo>
                  <a:lnTo>
                    <a:pt x="11410" y="70704"/>
                  </a:lnTo>
                  <a:lnTo>
                    <a:pt x="11023" y="70600"/>
                  </a:lnTo>
                  <a:lnTo>
                    <a:pt x="10517" y="70465"/>
                  </a:lnTo>
                  <a:lnTo>
                    <a:pt x="10139" y="70219"/>
                  </a:lnTo>
                  <a:lnTo>
                    <a:pt x="9665" y="69911"/>
                  </a:lnTo>
                  <a:lnTo>
                    <a:pt x="9513" y="69755"/>
                  </a:lnTo>
                  <a:lnTo>
                    <a:pt x="8975" y="69160"/>
                  </a:lnTo>
                  <a:lnTo>
                    <a:pt x="8954" y="68977"/>
                  </a:lnTo>
                  <a:lnTo>
                    <a:pt x="8986" y="68823"/>
                  </a:lnTo>
                  <a:lnTo>
                    <a:pt x="8856" y="68516"/>
                  </a:lnTo>
                  <a:lnTo>
                    <a:pt x="8573" y="67855"/>
                  </a:lnTo>
                  <a:lnTo>
                    <a:pt x="8393" y="67435"/>
                  </a:lnTo>
                  <a:lnTo>
                    <a:pt x="8143" y="67122"/>
                  </a:lnTo>
                  <a:lnTo>
                    <a:pt x="7248" y="66004"/>
                  </a:lnTo>
                  <a:lnTo>
                    <a:pt x="6857" y="65571"/>
                  </a:lnTo>
                  <a:lnTo>
                    <a:pt x="6688" y="65384"/>
                  </a:lnTo>
                  <a:lnTo>
                    <a:pt x="6552" y="65175"/>
                  </a:lnTo>
                  <a:lnTo>
                    <a:pt x="6282" y="64762"/>
                  </a:lnTo>
                  <a:lnTo>
                    <a:pt x="5825" y="64207"/>
                  </a:lnTo>
                  <a:lnTo>
                    <a:pt x="4796" y="63441"/>
                  </a:lnTo>
                  <a:lnTo>
                    <a:pt x="3096" y="63285"/>
                  </a:lnTo>
                  <a:lnTo>
                    <a:pt x="0" y="60884"/>
                  </a:lnTo>
                  <a:lnTo>
                    <a:pt x="63" y="58292"/>
                  </a:lnTo>
                  <a:lnTo>
                    <a:pt x="2338" y="54943"/>
                  </a:lnTo>
                  <a:lnTo>
                    <a:pt x="6656" y="54578"/>
                  </a:lnTo>
                  <a:lnTo>
                    <a:pt x="6338" y="52203"/>
                  </a:lnTo>
                  <a:lnTo>
                    <a:pt x="5921" y="49098"/>
                  </a:lnTo>
                  <a:lnTo>
                    <a:pt x="7871" y="46716"/>
                  </a:lnTo>
                  <a:lnTo>
                    <a:pt x="10820" y="43465"/>
                  </a:lnTo>
                  <a:lnTo>
                    <a:pt x="11064" y="43100"/>
                  </a:lnTo>
                  <a:lnTo>
                    <a:pt x="12329" y="39895"/>
                  </a:lnTo>
                  <a:lnTo>
                    <a:pt x="12151" y="38383"/>
                  </a:lnTo>
                  <a:lnTo>
                    <a:pt x="12907" y="33924"/>
                  </a:lnTo>
                  <a:lnTo>
                    <a:pt x="13270" y="32979"/>
                  </a:lnTo>
                  <a:lnTo>
                    <a:pt x="13864" y="32402"/>
                  </a:lnTo>
                  <a:lnTo>
                    <a:pt x="25231" y="27503"/>
                  </a:lnTo>
                  <a:lnTo>
                    <a:pt x="30854" y="27006"/>
                  </a:lnTo>
                  <a:lnTo>
                    <a:pt x="36482" y="27006"/>
                  </a:lnTo>
                  <a:lnTo>
                    <a:pt x="37234" y="27276"/>
                  </a:lnTo>
                  <a:lnTo>
                    <a:pt x="40806" y="31479"/>
                  </a:lnTo>
                  <a:lnTo>
                    <a:pt x="42334" y="32261"/>
                  </a:lnTo>
                  <a:lnTo>
                    <a:pt x="45540" y="34013"/>
                  </a:lnTo>
                  <a:lnTo>
                    <a:pt x="47143" y="35392"/>
                  </a:lnTo>
                  <a:lnTo>
                    <a:pt x="49603" y="34386"/>
                  </a:lnTo>
                  <a:lnTo>
                    <a:pt x="47478" y="32411"/>
                  </a:lnTo>
                  <a:lnTo>
                    <a:pt x="45353" y="29354"/>
                  </a:lnTo>
                  <a:lnTo>
                    <a:pt x="44384" y="27416"/>
                  </a:lnTo>
                  <a:lnTo>
                    <a:pt x="44204" y="26022"/>
                  </a:lnTo>
                  <a:lnTo>
                    <a:pt x="42981" y="13872"/>
                  </a:lnTo>
                  <a:lnTo>
                    <a:pt x="44173" y="10357"/>
                  </a:lnTo>
                  <a:lnTo>
                    <a:pt x="44971" y="9226"/>
                  </a:lnTo>
                  <a:lnTo>
                    <a:pt x="58877" y="13168"/>
                  </a:lnTo>
                  <a:lnTo>
                    <a:pt x="58278" y="8294"/>
                  </a:lnTo>
                  <a:lnTo>
                    <a:pt x="58697" y="403"/>
                  </a:lnTo>
                  <a:lnTo>
                    <a:pt x="59223" y="0"/>
                  </a:lnTo>
                  <a:lnTo>
                    <a:pt x="61629" y="627"/>
                  </a:lnTo>
                  <a:lnTo>
                    <a:pt x="74361" y="4220"/>
                  </a:lnTo>
                  <a:lnTo>
                    <a:pt x="74554" y="5906"/>
                  </a:lnTo>
                  <a:lnTo>
                    <a:pt x="72431" y="1040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2" name="pg341"/>
            <p:cNvSpPr/>
            <p:nvPr/>
          </p:nvSpPr>
          <p:spPr>
            <a:xfrm>
              <a:off x="4307386" y="3176443"/>
              <a:ext cx="152737" cy="188017"/>
            </a:xfrm>
            <a:custGeom>
              <a:avLst/>
              <a:pathLst>
                <a:path w="152737" h="188017">
                  <a:moveTo>
                    <a:pt x="38975" y="14938"/>
                  </a:moveTo>
                  <a:lnTo>
                    <a:pt x="39520" y="15521"/>
                  </a:lnTo>
                  <a:lnTo>
                    <a:pt x="39657" y="15463"/>
                  </a:lnTo>
                  <a:lnTo>
                    <a:pt x="42659" y="14133"/>
                  </a:lnTo>
                  <a:lnTo>
                    <a:pt x="43062" y="13950"/>
                  </a:lnTo>
                  <a:lnTo>
                    <a:pt x="43458" y="14438"/>
                  </a:lnTo>
                  <a:lnTo>
                    <a:pt x="43602" y="14608"/>
                  </a:lnTo>
                  <a:lnTo>
                    <a:pt x="44343" y="15478"/>
                  </a:lnTo>
                  <a:lnTo>
                    <a:pt x="46086" y="17522"/>
                  </a:lnTo>
                  <a:lnTo>
                    <a:pt x="45101" y="18645"/>
                  </a:lnTo>
                  <a:lnTo>
                    <a:pt x="44705" y="19096"/>
                  </a:lnTo>
                  <a:lnTo>
                    <a:pt x="44502" y="19327"/>
                  </a:lnTo>
                  <a:lnTo>
                    <a:pt x="44095" y="19588"/>
                  </a:lnTo>
                  <a:lnTo>
                    <a:pt x="43627" y="19666"/>
                  </a:lnTo>
                  <a:lnTo>
                    <a:pt x="41857" y="19961"/>
                  </a:lnTo>
                  <a:lnTo>
                    <a:pt x="41369" y="20042"/>
                  </a:lnTo>
                  <a:lnTo>
                    <a:pt x="42336" y="20349"/>
                  </a:lnTo>
                  <a:lnTo>
                    <a:pt x="42562" y="20421"/>
                  </a:lnTo>
                  <a:lnTo>
                    <a:pt x="42956" y="20571"/>
                  </a:lnTo>
                  <a:lnTo>
                    <a:pt x="46355" y="21874"/>
                  </a:lnTo>
                  <a:lnTo>
                    <a:pt x="47014" y="22127"/>
                  </a:lnTo>
                  <a:lnTo>
                    <a:pt x="47409" y="22278"/>
                  </a:lnTo>
                  <a:lnTo>
                    <a:pt x="47799" y="22427"/>
                  </a:lnTo>
                  <a:lnTo>
                    <a:pt x="48198" y="22581"/>
                  </a:lnTo>
                  <a:lnTo>
                    <a:pt x="48504" y="22789"/>
                  </a:lnTo>
                  <a:lnTo>
                    <a:pt x="48635" y="23017"/>
                  </a:lnTo>
                  <a:lnTo>
                    <a:pt x="48695" y="23457"/>
                  </a:lnTo>
                  <a:lnTo>
                    <a:pt x="48750" y="23697"/>
                  </a:lnTo>
                  <a:lnTo>
                    <a:pt x="48934" y="24515"/>
                  </a:lnTo>
                  <a:lnTo>
                    <a:pt x="48993" y="25299"/>
                  </a:lnTo>
                  <a:lnTo>
                    <a:pt x="49333" y="26042"/>
                  </a:lnTo>
                  <a:lnTo>
                    <a:pt x="49656" y="26431"/>
                  </a:lnTo>
                  <a:lnTo>
                    <a:pt x="50019" y="26867"/>
                  </a:lnTo>
                  <a:lnTo>
                    <a:pt x="50996" y="28041"/>
                  </a:lnTo>
                  <a:lnTo>
                    <a:pt x="51290" y="28130"/>
                  </a:lnTo>
                  <a:lnTo>
                    <a:pt x="52090" y="28611"/>
                  </a:lnTo>
                  <a:lnTo>
                    <a:pt x="52972" y="29579"/>
                  </a:lnTo>
                  <a:lnTo>
                    <a:pt x="53162" y="29893"/>
                  </a:lnTo>
                  <a:lnTo>
                    <a:pt x="53933" y="31165"/>
                  </a:lnTo>
                  <a:lnTo>
                    <a:pt x="54285" y="31584"/>
                  </a:lnTo>
                  <a:lnTo>
                    <a:pt x="54786" y="31941"/>
                  </a:lnTo>
                  <a:lnTo>
                    <a:pt x="54978" y="32077"/>
                  </a:lnTo>
                  <a:lnTo>
                    <a:pt x="55640" y="32373"/>
                  </a:lnTo>
                  <a:lnTo>
                    <a:pt x="56186" y="32793"/>
                  </a:lnTo>
                  <a:lnTo>
                    <a:pt x="56884" y="33750"/>
                  </a:lnTo>
                  <a:lnTo>
                    <a:pt x="57270" y="34051"/>
                  </a:lnTo>
                  <a:lnTo>
                    <a:pt x="58020" y="34636"/>
                  </a:lnTo>
                  <a:lnTo>
                    <a:pt x="59156" y="35780"/>
                  </a:lnTo>
                  <a:lnTo>
                    <a:pt x="60697" y="37093"/>
                  </a:lnTo>
                  <a:lnTo>
                    <a:pt x="61620" y="37880"/>
                  </a:lnTo>
                  <a:lnTo>
                    <a:pt x="60167" y="39781"/>
                  </a:lnTo>
                  <a:lnTo>
                    <a:pt x="57722" y="41868"/>
                  </a:lnTo>
                  <a:lnTo>
                    <a:pt x="55096" y="43626"/>
                  </a:lnTo>
                  <a:lnTo>
                    <a:pt x="48451" y="48075"/>
                  </a:lnTo>
                  <a:lnTo>
                    <a:pt x="51121" y="48781"/>
                  </a:lnTo>
                  <a:lnTo>
                    <a:pt x="62507" y="51790"/>
                  </a:lnTo>
                  <a:lnTo>
                    <a:pt x="68526" y="53338"/>
                  </a:lnTo>
                  <a:lnTo>
                    <a:pt x="71315" y="54056"/>
                  </a:lnTo>
                  <a:lnTo>
                    <a:pt x="71530" y="54111"/>
                  </a:lnTo>
                  <a:lnTo>
                    <a:pt x="84232" y="57527"/>
                  </a:lnTo>
                  <a:lnTo>
                    <a:pt x="92551" y="59791"/>
                  </a:lnTo>
                  <a:lnTo>
                    <a:pt x="97381" y="61109"/>
                  </a:lnTo>
                  <a:lnTo>
                    <a:pt x="93479" y="70310"/>
                  </a:lnTo>
                  <a:lnTo>
                    <a:pt x="93654" y="70721"/>
                  </a:lnTo>
                  <a:lnTo>
                    <a:pt x="96230" y="76787"/>
                  </a:lnTo>
                  <a:lnTo>
                    <a:pt x="97419" y="79589"/>
                  </a:lnTo>
                  <a:lnTo>
                    <a:pt x="98887" y="83045"/>
                  </a:lnTo>
                  <a:lnTo>
                    <a:pt x="99053" y="83436"/>
                  </a:lnTo>
                  <a:lnTo>
                    <a:pt x="101207" y="88509"/>
                  </a:lnTo>
                  <a:lnTo>
                    <a:pt x="102739" y="92119"/>
                  </a:lnTo>
                  <a:lnTo>
                    <a:pt x="104916" y="97245"/>
                  </a:lnTo>
                  <a:lnTo>
                    <a:pt x="110955" y="111577"/>
                  </a:lnTo>
                  <a:lnTo>
                    <a:pt x="113390" y="117199"/>
                  </a:lnTo>
                  <a:lnTo>
                    <a:pt x="118750" y="115184"/>
                  </a:lnTo>
                  <a:lnTo>
                    <a:pt x="123194" y="113303"/>
                  </a:lnTo>
                  <a:lnTo>
                    <a:pt x="128971" y="111007"/>
                  </a:lnTo>
                  <a:lnTo>
                    <a:pt x="130913" y="110235"/>
                  </a:lnTo>
                  <a:lnTo>
                    <a:pt x="134614" y="108764"/>
                  </a:lnTo>
                  <a:lnTo>
                    <a:pt x="139432" y="106867"/>
                  </a:lnTo>
                  <a:lnTo>
                    <a:pt x="139510" y="106998"/>
                  </a:lnTo>
                  <a:lnTo>
                    <a:pt x="140584" y="108791"/>
                  </a:lnTo>
                  <a:lnTo>
                    <a:pt x="141529" y="109620"/>
                  </a:lnTo>
                  <a:lnTo>
                    <a:pt x="142102" y="110522"/>
                  </a:lnTo>
                  <a:lnTo>
                    <a:pt x="144812" y="112306"/>
                  </a:lnTo>
                  <a:lnTo>
                    <a:pt x="145458" y="112545"/>
                  </a:lnTo>
                  <a:lnTo>
                    <a:pt x="146701" y="113003"/>
                  </a:lnTo>
                  <a:lnTo>
                    <a:pt x="147893" y="113072"/>
                  </a:lnTo>
                  <a:lnTo>
                    <a:pt x="150305" y="113280"/>
                  </a:lnTo>
                  <a:lnTo>
                    <a:pt x="150603" y="119254"/>
                  </a:lnTo>
                  <a:lnTo>
                    <a:pt x="150678" y="121305"/>
                  </a:lnTo>
                  <a:lnTo>
                    <a:pt x="150683" y="121451"/>
                  </a:lnTo>
                  <a:lnTo>
                    <a:pt x="150757" y="123474"/>
                  </a:lnTo>
                  <a:lnTo>
                    <a:pt x="150879" y="124776"/>
                  </a:lnTo>
                  <a:lnTo>
                    <a:pt x="151065" y="128515"/>
                  </a:lnTo>
                  <a:lnTo>
                    <a:pt x="151230" y="131821"/>
                  </a:lnTo>
                  <a:lnTo>
                    <a:pt x="147835" y="132246"/>
                  </a:lnTo>
                  <a:lnTo>
                    <a:pt x="143072" y="133232"/>
                  </a:lnTo>
                  <a:lnTo>
                    <a:pt x="141222" y="133616"/>
                  </a:lnTo>
                  <a:lnTo>
                    <a:pt x="138901" y="134503"/>
                  </a:lnTo>
                  <a:lnTo>
                    <a:pt x="138066" y="134823"/>
                  </a:lnTo>
                  <a:lnTo>
                    <a:pt x="127388" y="139207"/>
                  </a:lnTo>
                  <a:lnTo>
                    <a:pt x="127784" y="140149"/>
                  </a:lnTo>
                  <a:lnTo>
                    <a:pt x="130682" y="147060"/>
                  </a:lnTo>
                  <a:lnTo>
                    <a:pt x="130787" y="147310"/>
                  </a:lnTo>
                  <a:lnTo>
                    <a:pt x="132862" y="152257"/>
                  </a:lnTo>
                  <a:lnTo>
                    <a:pt x="135251" y="151627"/>
                  </a:lnTo>
                  <a:lnTo>
                    <a:pt x="137220" y="151051"/>
                  </a:lnTo>
                  <a:lnTo>
                    <a:pt x="144179" y="149017"/>
                  </a:lnTo>
                  <a:lnTo>
                    <a:pt x="145503" y="148608"/>
                  </a:lnTo>
                  <a:lnTo>
                    <a:pt x="146528" y="148291"/>
                  </a:lnTo>
                  <a:lnTo>
                    <a:pt x="151370" y="146794"/>
                  </a:lnTo>
                  <a:lnTo>
                    <a:pt x="152109" y="149692"/>
                  </a:lnTo>
                  <a:lnTo>
                    <a:pt x="152325" y="150543"/>
                  </a:lnTo>
                  <a:lnTo>
                    <a:pt x="152464" y="151352"/>
                  </a:lnTo>
                  <a:lnTo>
                    <a:pt x="152657" y="152341"/>
                  </a:lnTo>
                  <a:lnTo>
                    <a:pt x="152737" y="152950"/>
                  </a:lnTo>
                  <a:lnTo>
                    <a:pt x="138884" y="157897"/>
                  </a:lnTo>
                  <a:lnTo>
                    <a:pt x="134262" y="159611"/>
                  </a:lnTo>
                  <a:lnTo>
                    <a:pt x="119903" y="164715"/>
                  </a:lnTo>
                  <a:lnTo>
                    <a:pt x="111721" y="167622"/>
                  </a:lnTo>
                  <a:lnTo>
                    <a:pt x="105001" y="170011"/>
                  </a:lnTo>
                  <a:lnTo>
                    <a:pt x="104697" y="170120"/>
                  </a:lnTo>
                  <a:lnTo>
                    <a:pt x="96576" y="173020"/>
                  </a:lnTo>
                  <a:lnTo>
                    <a:pt x="73901" y="181118"/>
                  </a:lnTo>
                  <a:lnTo>
                    <a:pt x="55650" y="187636"/>
                  </a:lnTo>
                  <a:lnTo>
                    <a:pt x="55239" y="187783"/>
                  </a:lnTo>
                  <a:lnTo>
                    <a:pt x="54855" y="187920"/>
                  </a:lnTo>
                  <a:lnTo>
                    <a:pt x="54387" y="188017"/>
                  </a:lnTo>
                  <a:lnTo>
                    <a:pt x="54295" y="187733"/>
                  </a:lnTo>
                  <a:lnTo>
                    <a:pt x="53973" y="186744"/>
                  </a:lnTo>
                  <a:lnTo>
                    <a:pt x="53745" y="186035"/>
                  </a:lnTo>
                  <a:lnTo>
                    <a:pt x="53407" y="184982"/>
                  </a:lnTo>
                  <a:lnTo>
                    <a:pt x="52376" y="181771"/>
                  </a:lnTo>
                  <a:lnTo>
                    <a:pt x="49602" y="173137"/>
                  </a:lnTo>
                  <a:lnTo>
                    <a:pt x="49075" y="171497"/>
                  </a:lnTo>
                  <a:lnTo>
                    <a:pt x="50378" y="170961"/>
                  </a:lnTo>
                  <a:lnTo>
                    <a:pt x="66485" y="164335"/>
                  </a:lnTo>
                  <a:lnTo>
                    <a:pt x="67747" y="163815"/>
                  </a:lnTo>
                  <a:lnTo>
                    <a:pt x="67052" y="162193"/>
                  </a:lnTo>
                  <a:lnTo>
                    <a:pt x="65075" y="157578"/>
                  </a:lnTo>
                  <a:lnTo>
                    <a:pt x="64435" y="156083"/>
                  </a:lnTo>
                  <a:lnTo>
                    <a:pt x="61394" y="148984"/>
                  </a:lnTo>
                  <a:lnTo>
                    <a:pt x="61249" y="148647"/>
                  </a:lnTo>
                  <a:lnTo>
                    <a:pt x="55547" y="135336"/>
                  </a:lnTo>
                  <a:lnTo>
                    <a:pt x="55150" y="134410"/>
                  </a:lnTo>
                  <a:lnTo>
                    <a:pt x="54870" y="133755"/>
                  </a:lnTo>
                  <a:lnTo>
                    <a:pt x="52770" y="128833"/>
                  </a:lnTo>
                  <a:lnTo>
                    <a:pt x="52656" y="128566"/>
                  </a:lnTo>
                  <a:lnTo>
                    <a:pt x="50533" y="123591"/>
                  </a:lnTo>
                  <a:lnTo>
                    <a:pt x="49039" y="120092"/>
                  </a:lnTo>
                  <a:lnTo>
                    <a:pt x="47901" y="117603"/>
                  </a:lnTo>
                  <a:lnTo>
                    <a:pt x="47819" y="117423"/>
                  </a:lnTo>
                  <a:lnTo>
                    <a:pt x="45593" y="111940"/>
                  </a:lnTo>
                  <a:lnTo>
                    <a:pt x="43561" y="107134"/>
                  </a:lnTo>
                  <a:lnTo>
                    <a:pt x="43417" y="106793"/>
                  </a:lnTo>
                  <a:lnTo>
                    <a:pt x="43260" y="106271"/>
                  </a:lnTo>
                  <a:lnTo>
                    <a:pt x="43024" y="105713"/>
                  </a:lnTo>
                  <a:lnTo>
                    <a:pt x="38974" y="96150"/>
                  </a:lnTo>
                  <a:lnTo>
                    <a:pt x="35217" y="87223"/>
                  </a:lnTo>
                  <a:lnTo>
                    <a:pt x="34478" y="85466"/>
                  </a:lnTo>
                  <a:lnTo>
                    <a:pt x="33961" y="85739"/>
                  </a:lnTo>
                  <a:lnTo>
                    <a:pt x="29622" y="88031"/>
                  </a:lnTo>
                  <a:lnTo>
                    <a:pt x="28063" y="88954"/>
                  </a:lnTo>
                  <a:lnTo>
                    <a:pt x="24486" y="91071"/>
                  </a:lnTo>
                  <a:lnTo>
                    <a:pt x="20015" y="93575"/>
                  </a:lnTo>
                  <a:lnTo>
                    <a:pt x="19762" y="93307"/>
                  </a:lnTo>
                  <a:lnTo>
                    <a:pt x="19619" y="93156"/>
                  </a:lnTo>
                  <a:lnTo>
                    <a:pt x="18620" y="92099"/>
                  </a:lnTo>
                  <a:lnTo>
                    <a:pt x="18425" y="91893"/>
                  </a:lnTo>
                  <a:lnTo>
                    <a:pt x="17833" y="91251"/>
                  </a:lnTo>
                  <a:lnTo>
                    <a:pt x="16284" y="89570"/>
                  </a:lnTo>
                  <a:lnTo>
                    <a:pt x="16134" y="89474"/>
                  </a:lnTo>
                  <a:lnTo>
                    <a:pt x="15772" y="89107"/>
                  </a:lnTo>
                  <a:lnTo>
                    <a:pt x="17972" y="83782"/>
                  </a:lnTo>
                  <a:lnTo>
                    <a:pt x="19649" y="76841"/>
                  </a:lnTo>
                  <a:lnTo>
                    <a:pt x="21462" y="73215"/>
                  </a:lnTo>
                  <a:lnTo>
                    <a:pt x="20018" y="71795"/>
                  </a:lnTo>
                  <a:lnTo>
                    <a:pt x="20249" y="70200"/>
                  </a:lnTo>
                  <a:lnTo>
                    <a:pt x="21175" y="69589"/>
                  </a:lnTo>
                  <a:lnTo>
                    <a:pt x="20937" y="67681"/>
                  </a:lnTo>
                  <a:lnTo>
                    <a:pt x="15934" y="66987"/>
                  </a:lnTo>
                  <a:lnTo>
                    <a:pt x="14639" y="66727"/>
                  </a:lnTo>
                  <a:lnTo>
                    <a:pt x="14708" y="64829"/>
                  </a:lnTo>
                  <a:lnTo>
                    <a:pt x="14768" y="63178"/>
                  </a:lnTo>
                  <a:lnTo>
                    <a:pt x="17121" y="62286"/>
                  </a:lnTo>
                  <a:lnTo>
                    <a:pt x="22082" y="53272"/>
                  </a:lnTo>
                  <a:lnTo>
                    <a:pt x="17740" y="49932"/>
                  </a:lnTo>
                  <a:lnTo>
                    <a:pt x="14448" y="47070"/>
                  </a:lnTo>
                  <a:lnTo>
                    <a:pt x="12858" y="48248"/>
                  </a:lnTo>
                  <a:lnTo>
                    <a:pt x="10043" y="45607"/>
                  </a:lnTo>
                  <a:lnTo>
                    <a:pt x="6719" y="42489"/>
                  </a:lnTo>
                  <a:lnTo>
                    <a:pt x="8078" y="32394"/>
                  </a:lnTo>
                  <a:lnTo>
                    <a:pt x="8114" y="31998"/>
                  </a:lnTo>
                  <a:lnTo>
                    <a:pt x="0" y="28101"/>
                  </a:lnTo>
                  <a:lnTo>
                    <a:pt x="8397" y="14361"/>
                  </a:lnTo>
                  <a:lnTo>
                    <a:pt x="14313" y="2433"/>
                  </a:lnTo>
                  <a:lnTo>
                    <a:pt x="23426" y="0"/>
                  </a:lnTo>
                  <a:lnTo>
                    <a:pt x="23675" y="165"/>
                  </a:lnTo>
                  <a:lnTo>
                    <a:pt x="24840" y="935"/>
                  </a:lnTo>
                  <a:lnTo>
                    <a:pt x="26122" y="1782"/>
                  </a:lnTo>
                  <a:lnTo>
                    <a:pt x="26240" y="2422"/>
                  </a:lnTo>
                  <a:lnTo>
                    <a:pt x="29057" y="4190"/>
                  </a:lnTo>
                  <a:lnTo>
                    <a:pt x="33125" y="8230"/>
                  </a:lnTo>
                  <a:lnTo>
                    <a:pt x="36106" y="11871"/>
                  </a:lnTo>
                  <a:lnTo>
                    <a:pt x="36353" y="12135"/>
                  </a:lnTo>
                  <a:lnTo>
                    <a:pt x="37095" y="1292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3" name="pg342"/>
            <p:cNvSpPr/>
            <p:nvPr/>
          </p:nvSpPr>
          <p:spPr>
            <a:xfrm>
              <a:off x="4341928" y="3132194"/>
              <a:ext cx="135051" cy="161448"/>
            </a:xfrm>
            <a:custGeom>
              <a:avLst/>
              <a:pathLst>
                <a:path w="135051" h="161448">
                  <a:moveTo>
                    <a:pt x="94697" y="1581"/>
                  </a:moveTo>
                  <a:lnTo>
                    <a:pt x="91819" y="7960"/>
                  </a:lnTo>
                  <a:lnTo>
                    <a:pt x="95326" y="9534"/>
                  </a:lnTo>
                  <a:lnTo>
                    <a:pt x="96896" y="5681"/>
                  </a:lnTo>
                  <a:lnTo>
                    <a:pt x="99844" y="6983"/>
                  </a:lnTo>
                  <a:lnTo>
                    <a:pt x="96231" y="16862"/>
                  </a:lnTo>
                  <a:lnTo>
                    <a:pt x="95691" y="18576"/>
                  </a:lnTo>
                  <a:lnTo>
                    <a:pt x="99929" y="19620"/>
                  </a:lnTo>
                  <a:lnTo>
                    <a:pt x="102275" y="20198"/>
                  </a:lnTo>
                  <a:lnTo>
                    <a:pt x="101271" y="24734"/>
                  </a:lnTo>
                  <a:lnTo>
                    <a:pt x="100987" y="26019"/>
                  </a:lnTo>
                  <a:lnTo>
                    <a:pt x="102102" y="25803"/>
                  </a:lnTo>
                  <a:lnTo>
                    <a:pt x="108621" y="24540"/>
                  </a:lnTo>
                  <a:lnTo>
                    <a:pt x="112867" y="29263"/>
                  </a:lnTo>
                  <a:lnTo>
                    <a:pt x="117924" y="33080"/>
                  </a:lnTo>
                  <a:lnTo>
                    <a:pt x="119022" y="34178"/>
                  </a:lnTo>
                  <a:lnTo>
                    <a:pt x="116439" y="39050"/>
                  </a:lnTo>
                  <a:lnTo>
                    <a:pt x="119356" y="38853"/>
                  </a:lnTo>
                  <a:lnTo>
                    <a:pt x="121789" y="39521"/>
                  </a:lnTo>
                  <a:lnTo>
                    <a:pt x="124747" y="41477"/>
                  </a:lnTo>
                  <a:lnTo>
                    <a:pt x="128373" y="44722"/>
                  </a:lnTo>
                  <a:lnTo>
                    <a:pt x="133049" y="47918"/>
                  </a:lnTo>
                  <a:lnTo>
                    <a:pt x="135051" y="50921"/>
                  </a:lnTo>
                  <a:lnTo>
                    <a:pt x="134699" y="56673"/>
                  </a:lnTo>
                  <a:lnTo>
                    <a:pt x="129570" y="66454"/>
                  </a:lnTo>
                  <a:lnTo>
                    <a:pt x="127996" y="67169"/>
                  </a:lnTo>
                  <a:lnTo>
                    <a:pt x="119813" y="65046"/>
                  </a:lnTo>
                  <a:lnTo>
                    <a:pt x="118787" y="65547"/>
                  </a:lnTo>
                  <a:lnTo>
                    <a:pt x="117809" y="68434"/>
                  </a:lnTo>
                  <a:lnTo>
                    <a:pt x="118620" y="70629"/>
                  </a:lnTo>
                  <a:lnTo>
                    <a:pt x="119431" y="71869"/>
                  </a:lnTo>
                  <a:lnTo>
                    <a:pt x="121395" y="74672"/>
                  </a:lnTo>
                  <a:lnTo>
                    <a:pt x="120731" y="78130"/>
                  </a:lnTo>
                  <a:lnTo>
                    <a:pt x="120669" y="78453"/>
                  </a:lnTo>
                  <a:lnTo>
                    <a:pt x="116422" y="78215"/>
                  </a:lnTo>
                  <a:lnTo>
                    <a:pt x="115543" y="77761"/>
                  </a:lnTo>
                  <a:lnTo>
                    <a:pt x="114942" y="78540"/>
                  </a:lnTo>
                  <a:lnTo>
                    <a:pt x="115618" y="79560"/>
                  </a:lnTo>
                  <a:lnTo>
                    <a:pt x="116768" y="81298"/>
                  </a:lnTo>
                  <a:lnTo>
                    <a:pt x="116686" y="82519"/>
                  </a:lnTo>
                  <a:lnTo>
                    <a:pt x="116619" y="83497"/>
                  </a:lnTo>
                  <a:lnTo>
                    <a:pt x="115464" y="84317"/>
                  </a:lnTo>
                  <a:lnTo>
                    <a:pt x="113637" y="84653"/>
                  </a:lnTo>
                  <a:lnTo>
                    <a:pt x="110767" y="87635"/>
                  </a:lnTo>
                  <a:lnTo>
                    <a:pt x="110320" y="88939"/>
                  </a:lnTo>
                  <a:lnTo>
                    <a:pt x="108344" y="90430"/>
                  </a:lnTo>
                  <a:lnTo>
                    <a:pt x="105547" y="95629"/>
                  </a:lnTo>
                  <a:lnTo>
                    <a:pt x="107193" y="97800"/>
                  </a:lnTo>
                  <a:lnTo>
                    <a:pt x="107170" y="100543"/>
                  </a:lnTo>
                  <a:lnTo>
                    <a:pt x="101598" y="102433"/>
                  </a:lnTo>
                  <a:lnTo>
                    <a:pt x="105772" y="111229"/>
                  </a:lnTo>
                  <a:lnTo>
                    <a:pt x="105772" y="113056"/>
                  </a:lnTo>
                  <a:lnTo>
                    <a:pt x="104058" y="116112"/>
                  </a:lnTo>
                  <a:lnTo>
                    <a:pt x="103200" y="120548"/>
                  </a:lnTo>
                  <a:lnTo>
                    <a:pt x="105623" y="122934"/>
                  </a:lnTo>
                  <a:lnTo>
                    <a:pt x="107152" y="124760"/>
                  </a:lnTo>
                  <a:lnTo>
                    <a:pt x="108829" y="124313"/>
                  </a:lnTo>
                  <a:lnTo>
                    <a:pt x="109202" y="122002"/>
                  </a:lnTo>
                  <a:lnTo>
                    <a:pt x="111103" y="116746"/>
                  </a:lnTo>
                  <a:lnTo>
                    <a:pt x="112150" y="115548"/>
                  </a:lnTo>
                  <a:lnTo>
                    <a:pt x="113190" y="114360"/>
                  </a:lnTo>
                  <a:lnTo>
                    <a:pt x="114554" y="101569"/>
                  </a:lnTo>
                  <a:lnTo>
                    <a:pt x="115703" y="101569"/>
                  </a:lnTo>
                  <a:lnTo>
                    <a:pt x="117038" y="101569"/>
                  </a:lnTo>
                  <a:lnTo>
                    <a:pt x="118920" y="101569"/>
                  </a:lnTo>
                  <a:lnTo>
                    <a:pt x="118901" y="101759"/>
                  </a:lnTo>
                  <a:lnTo>
                    <a:pt x="118598" y="104844"/>
                  </a:lnTo>
                  <a:lnTo>
                    <a:pt x="119307" y="104923"/>
                  </a:lnTo>
                  <a:lnTo>
                    <a:pt x="121138" y="105130"/>
                  </a:lnTo>
                  <a:lnTo>
                    <a:pt x="121383" y="105361"/>
                  </a:lnTo>
                  <a:lnTo>
                    <a:pt x="127949" y="111552"/>
                  </a:lnTo>
                  <a:lnTo>
                    <a:pt x="128105" y="112557"/>
                  </a:lnTo>
                  <a:lnTo>
                    <a:pt x="127805" y="114072"/>
                  </a:lnTo>
                  <a:lnTo>
                    <a:pt x="120995" y="113997"/>
                  </a:lnTo>
                  <a:lnTo>
                    <a:pt x="121029" y="115224"/>
                  </a:lnTo>
                  <a:lnTo>
                    <a:pt x="121009" y="115965"/>
                  </a:lnTo>
                  <a:lnTo>
                    <a:pt x="120936" y="118688"/>
                  </a:lnTo>
                  <a:lnTo>
                    <a:pt x="120981" y="120747"/>
                  </a:lnTo>
                  <a:lnTo>
                    <a:pt x="122024" y="120912"/>
                  </a:lnTo>
                  <a:lnTo>
                    <a:pt x="124944" y="119401"/>
                  </a:lnTo>
                  <a:lnTo>
                    <a:pt x="127278" y="123094"/>
                  </a:lnTo>
                  <a:lnTo>
                    <a:pt x="126836" y="123334"/>
                  </a:lnTo>
                  <a:lnTo>
                    <a:pt x="126622" y="123451"/>
                  </a:lnTo>
                  <a:lnTo>
                    <a:pt x="124385" y="124664"/>
                  </a:lnTo>
                  <a:lnTo>
                    <a:pt x="123810" y="125110"/>
                  </a:lnTo>
                  <a:lnTo>
                    <a:pt x="123161" y="125614"/>
                  </a:lnTo>
                  <a:lnTo>
                    <a:pt x="122974" y="125759"/>
                  </a:lnTo>
                  <a:lnTo>
                    <a:pt x="122245" y="126402"/>
                  </a:lnTo>
                  <a:lnTo>
                    <a:pt x="121829" y="126767"/>
                  </a:lnTo>
                  <a:lnTo>
                    <a:pt x="121624" y="126948"/>
                  </a:lnTo>
                  <a:lnTo>
                    <a:pt x="120578" y="127870"/>
                  </a:lnTo>
                  <a:lnTo>
                    <a:pt x="120237" y="128171"/>
                  </a:lnTo>
                  <a:lnTo>
                    <a:pt x="120096" y="128295"/>
                  </a:lnTo>
                  <a:lnTo>
                    <a:pt x="119241" y="129048"/>
                  </a:lnTo>
                  <a:lnTo>
                    <a:pt x="119073" y="129196"/>
                  </a:lnTo>
                  <a:lnTo>
                    <a:pt x="118825" y="129415"/>
                  </a:lnTo>
                  <a:lnTo>
                    <a:pt x="118605" y="129607"/>
                  </a:lnTo>
                  <a:lnTo>
                    <a:pt x="118451" y="129721"/>
                  </a:lnTo>
                  <a:lnTo>
                    <a:pt x="118190" y="129913"/>
                  </a:lnTo>
                  <a:lnTo>
                    <a:pt x="118044" y="130021"/>
                  </a:lnTo>
                  <a:lnTo>
                    <a:pt x="117765" y="130226"/>
                  </a:lnTo>
                  <a:lnTo>
                    <a:pt x="117578" y="130280"/>
                  </a:lnTo>
                  <a:lnTo>
                    <a:pt x="117390" y="130333"/>
                  </a:lnTo>
                  <a:lnTo>
                    <a:pt x="117089" y="130331"/>
                  </a:lnTo>
                  <a:lnTo>
                    <a:pt x="116422" y="130327"/>
                  </a:lnTo>
                  <a:lnTo>
                    <a:pt x="116223" y="130331"/>
                  </a:lnTo>
                  <a:lnTo>
                    <a:pt x="113747" y="130382"/>
                  </a:lnTo>
                  <a:lnTo>
                    <a:pt x="113428" y="130384"/>
                  </a:lnTo>
                  <a:lnTo>
                    <a:pt x="113277" y="130385"/>
                  </a:lnTo>
                  <a:lnTo>
                    <a:pt x="112511" y="137522"/>
                  </a:lnTo>
                  <a:lnTo>
                    <a:pt x="115814" y="137775"/>
                  </a:lnTo>
                  <a:lnTo>
                    <a:pt x="115254" y="141771"/>
                  </a:lnTo>
                  <a:lnTo>
                    <a:pt x="115050" y="143227"/>
                  </a:lnTo>
                  <a:lnTo>
                    <a:pt x="115808" y="143540"/>
                  </a:lnTo>
                  <a:lnTo>
                    <a:pt x="113797" y="148298"/>
                  </a:lnTo>
                  <a:lnTo>
                    <a:pt x="112848" y="150542"/>
                  </a:lnTo>
                  <a:lnTo>
                    <a:pt x="112607" y="151112"/>
                  </a:lnTo>
                  <a:lnTo>
                    <a:pt x="110213" y="149949"/>
                  </a:lnTo>
                  <a:lnTo>
                    <a:pt x="106022" y="150857"/>
                  </a:lnTo>
                  <a:lnTo>
                    <a:pt x="105440" y="150983"/>
                  </a:lnTo>
                  <a:lnTo>
                    <a:pt x="104696" y="151176"/>
                  </a:lnTo>
                  <a:lnTo>
                    <a:pt x="100072" y="153013"/>
                  </a:lnTo>
                  <a:lnTo>
                    <a:pt x="96371" y="154484"/>
                  </a:lnTo>
                  <a:lnTo>
                    <a:pt x="94428" y="155256"/>
                  </a:lnTo>
                  <a:lnTo>
                    <a:pt x="88652" y="157552"/>
                  </a:lnTo>
                  <a:lnTo>
                    <a:pt x="84208" y="159433"/>
                  </a:lnTo>
                  <a:lnTo>
                    <a:pt x="78848" y="161448"/>
                  </a:lnTo>
                  <a:lnTo>
                    <a:pt x="76413" y="155826"/>
                  </a:lnTo>
                  <a:lnTo>
                    <a:pt x="70374" y="141494"/>
                  </a:lnTo>
                  <a:lnTo>
                    <a:pt x="68197" y="136369"/>
                  </a:lnTo>
                  <a:lnTo>
                    <a:pt x="66664" y="132758"/>
                  </a:lnTo>
                  <a:lnTo>
                    <a:pt x="64510" y="127685"/>
                  </a:lnTo>
                  <a:lnTo>
                    <a:pt x="64345" y="127295"/>
                  </a:lnTo>
                  <a:lnTo>
                    <a:pt x="62877" y="123838"/>
                  </a:lnTo>
                  <a:lnTo>
                    <a:pt x="61687" y="121037"/>
                  </a:lnTo>
                  <a:lnTo>
                    <a:pt x="59112" y="114970"/>
                  </a:lnTo>
                  <a:lnTo>
                    <a:pt x="58937" y="114559"/>
                  </a:lnTo>
                  <a:lnTo>
                    <a:pt x="62837" y="105355"/>
                  </a:lnTo>
                  <a:lnTo>
                    <a:pt x="58009" y="104041"/>
                  </a:lnTo>
                  <a:lnTo>
                    <a:pt x="49689" y="101776"/>
                  </a:lnTo>
                  <a:lnTo>
                    <a:pt x="36988" y="98361"/>
                  </a:lnTo>
                  <a:lnTo>
                    <a:pt x="36773" y="98305"/>
                  </a:lnTo>
                  <a:lnTo>
                    <a:pt x="33984" y="97588"/>
                  </a:lnTo>
                  <a:lnTo>
                    <a:pt x="27964" y="96039"/>
                  </a:lnTo>
                  <a:lnTo>
                    <a:pt x="16579" y="93030"/>
                  </a:lnTo>
                  <a:lnTo>
                    <a:pt x="13909" y="92325"/>
                  </a:lnTo>
                  <a:lnTo>
                    <a:pt x="20554" y="87875"/>
                  </a:lnTo>
                  <a:lnTo>
                    <a:pt x="23180" y="86117"/>
                  </a:lnTo>
                  <a:lnTo>
                    <a:pt x="25625" y="84031"/>
                  </a:lnTo>
                  <a:lnTo>
                    <a:pt x="27077" y="82129"/>
                  </a:lnTo>
                  <a:lnTo>
                    <a:pt x="26154" y="81342"/>
                  </a:lnTo>
                  <a:lnTo>
                    <a:pt x="24614" y="80030"/>
                  </a:lnTo>
                  <a:lnTo>
                    <a:pt x="23371" y="78802"/>
                  </a:lnTo>
                  <a:lnTo>
                    <a:pt x="22727" y="78300"/>
                  </a:lnTo>
                  <a:lnTo>
                    <a:pt x="22342" y="78000"/>
                  </a:lnTo>
                  <a:lnTo>
                    <a:pt x="21644" y="77042"/>
                  </a:lnTo>
                  <a:lnTo>
                    <a:pt x="21098" y="76622"/>
                  </a:lnTo>
                  <a:lnTo>
                    <a:pt x="20436" y="76327"/>
                  </a:lnTo>
                  <a:lnTo>
                    <a:pt x="20244" y="76190"/>
                  </a:lnTo>
                  <a:lnTo>
                    <a:pt x="19743" y="75833"/>
                  </a:lnTo>
                  <a:lnTo>
                    <a:pt x="19391" y="75414"/>
                  </a:lnTo>
                  <a:lnTo>
                    <a:pt x="18620" y="74142"/>
                  </a:lnTo>
                  <a:lnTo>
                    <a:pt x="18430" y="73829"/>
                  </a:lnTo>
                  <a:lnTo>
                    <a:pt x="17530" y="72840"/>
                  </a:lnTo>
                  <a:lnTo>
                    <a:pt x="16748" y="72379"/>
                  </a:lnTo>
                  <a:lnTo>
                    <a:pt x="16453" y="72291"/>
                  </a:lnTo>
                  <a:lnTo>
                    <a:pt x="15477" y="71116"/>
                  </a:lnTo>
                  <a:lnTo>
                    <a:pt x="15114" y="70680"/>
                  </a:lnTo>
                  <a:lnTo>
                    <a:pt x="14791" y="70291"/>
                  </a:lnTo>
                  <a:lnTo>
                    <a:pt x="14451" y="69548"/>
                  </a:lnTo>
                  <a:lnTo>
                    <a:pt x="14392" y="68765"/>
                  </a:lnTo>
                  <a:lnTo>
                    <a:pt x="14207" y="67946"/>
                  </a:lnTo>
                  <a:lnTo>
                    <a:pt x="14153" y="67706"/>
                  </a:lnTo>
                  <a:lnTo>
                    <a:pt x="14093" y="67266"/>
                  </a:lnTo>
                  <a:lnTo>
                    <a:pt x="13962" y="67038"/>
                  </a:lnTo>
                  <a:lnTo>
                    <a:pt x="13656" y="66830"/>
                  </a:lnTo>
                  <a:lnTo>
                    <a:pt x="13257" y="66677"/>
                  </a:lnTo>
                  <a:lnTo>
                    <a:pt x="12867" y="66527"/>
                  </a:lnTo>
                  <a:lnTo>
                    <a:pt x="12472" y="66376"/>
                  </a:lnTo>
                  <a:lnTo>
                    <a:pt x="11813" y="66123"/>
                  </a:lnTo>
                  <a:lnTo>
                    <a:pt x="8413" y="64821"/>
                  </a:lnTo>
                  <a:lnTo>
                    <a:pt x="8020" y="64670"/>
                  </a:lnTo>
                  <a:lnTo>
                    <a:pt x="7794" y="64598"/>
                  </a:lnTo>
                  <a:lnTo>
                    <a:pt x="6826" y="64292"/>
                  </a:lnTo>
                  <a:lnTo>
                    <a:pt x="7315" y="64210"/>
                  </a:lnTo>
                  <a:lnTo>
                    <a:pt x="9084" y="63916"/>
                  </a:lnTo>
                  <a:lnTo>
                    <a:pt x="9552" y="63838"/>
                  </a:lnTo>
                  <a:lnTo>
                    <a:pt x="9960" y="63576"/>
                  </a:lnTo>
                  <a:lnTo>
                    <a:pt x="10163" y="63345"/>
                  </a:lnTo>
                  <a:lnTo>
                    <a:pt x="10558" y="62894"/>
                  </a:lnTo>
                  <a:lnTo>
                    <a:pt x="11543" y="61772"/>
                  </a:lnTo>
                  <a:lnTo>
                    <a:pt x="9801" y="59727"/>
                  </a:lnTo>
                  <a:lnTo>
                    <a:pt x="9060" y="58858"/>
                  </a:lnTo>
                  <a:lnTo>
                    <a:pt x="8808" y="58562"/>
                  </a:lnTo>
                  <a:lnTo>
                    <a:pt x="8520" y="58200"/>
                  </a:lnTo>
                  <a:lnTo>
                    <a:pt x="9885" y="57517"/>
                  </a:lnTo>
                  <a:lnTo>
                    <a:pt x="10583" y="57208"/>
                  </a:lnTo>
                  <a:lnTo>
                    <a:pt x="11621" y="56748"/>
                  </a:lnTo>
                  <a:lnTo>
                    <a:pt x="13252" y="56163"/>
                  </a:lnTo>
                  <a:lnTo>
                    <a:pt x="13073" y="55447"/>
                  </a:lnTo>
                  <a:lnTo>
                    <a:pt x="12983" y="54955"/>
                  </a:lnTo>
                  <a:lnTo>
                    <a:pt x="13013" y="54418"/>
                  </a:lnTo>
                  <a:lnTo>
                    <a:pt x="13103" y="53867"/>
                  </a:lnTo>
                  <a:lnTo>
                    <a:pt x="13296" y="53300"/>
                  </a:lnTo>
                  <a:lnTo>
                    <a:pt x="13431" y="52644"/>
                  </a:lnTo>
                  <a:lnTo>
                    <a:pt x="13369" y="51654"/>
                  </a:lnTo>
                  <a:lnTo>
                    <a:pt x="12831" y="50965"/>
                  </a:lnTo>
                  <a:lnTo>
                    <a:pt x="11820" y="50589"/>
                  </a:lnTo>
                  <a:lnTo>
                    <a:pt x="10711" y="50133"/>
                  </a:lnTo>
                  <a:lnTo>
                    <a:pt x="9870" y="49399"/>
                  </a:lnTo>
                  <a:lnTo>
                    <a:pt x="9572" y="48972"/>
                  </a:lnTo>
                  <a:lnTo>
                    <a:pt x="9154" y="48371"/>
                  </a:lnTo>
                  <a:lnTo>
                    <a:pt x="8474" y="47664"/>
                  </a:lnTo>
                  <a:lnTo>
                    <a:pt x="7678" y="46725"/>
                  </a:lnTo>
                  <a:lnTo>
                    <a:pt x="7347" y="46072"/>
                  </a:lnTo>
                  <a:lnTo>
                    <a:pt x="7257" y="45886"/>
                  </a:lnTo>
                  <a:lnTo>
                    <a:pt x="7143" y="45653"/>
                  </a:lnTo>
                  <a:lnTo>
                    <a:pt x="6533" y="44202"/>
                  </a:lnTo>
                  <a:lnTo>
                    <a:pt x="6175" y="43459"/>
                  </a:lnTo>
                  <a:lnTo>
                    <a:pt x="4956" y="42263"/>
                  </a:lnTo>
                  <a:lnTo>
                    <a:pt x="4756" y="42067"/>
                  </a:lnTo>
                  <a:lnTo>
                    <a:pt x="4526" y="41838"/>
                  </a:lnTo>
                  <a:lnTo>
                    <a:pt x="3363" y="40678"/>
                  </a:lnTo>
                  <a:lnTo>
                    <a:pt x="2164" y="39288"/>
                  </a:lnTo>
                  <a:lnTo>
                    <a:pt x="1944" y="38452"/>
                  </a:lnTo>
                  <a:lnTo>
                    <a:pt x="1782" y="37760"/>
                  </a:lnTo>
                  <a:lnTo>
                    <a:pt x="1675" y="37253"/>
                  </a:lnTo>
                  <a:lnTo>
                    <a:pt x="1598" y="36889"/>
                  </a:lnTo>
                  <a:lnTo>
                    <a:pt x="1184" y="35949"/>
                  </a:lnTo>
                  <a:lnTo>
                    <a:pt x="1109" y="35780"/>
                  </a:lnTo>
                  <a:lnTo>
                    <a:pt x="1033" y="35611"/>
                  </a:lnTo>
                  <a:lnTo>
                    <a:pt x="853" y="35211"/>
                  </a:lnTo>
                  <a:lnTo>
                    <a:pt x="512" y="34456"/>
                  </a:lnTo>
                  <a:lnTo>
                    <a:pt x="107" y="33752"/>
                  </a:lnTo>
                  <a:lnTo>
                    <a:pt x="0" y="32869"/>
                  </a:lnTo>
                  <a:lnTo>
                    <a:pt x="56" y="31169"/>
                  </a:lnTo>
                  <a:lnTo>
                    <a:pt x="78" y="30502"/>
                  </a:lnTo>
                  <a:lnTo>
                    <a:pt x="93" y="30043"/>
                  </a:lnTo>
                  <a:lnTo>
                    <a:pt x="1744" y="30444"/>
                  </a:lnTo>
                  <a:lnTo>
                    <a:pt x="2192" y="30557"/>
                  </a:lnTo>
                  <a:lnTo>
                    <a:pt x="2591" y="29781"/>
                  </a:lnTo>
                  <a:lnTo>
                    <a:pt x="3008" y="28971"/>
                  </a:lnTo>
                  <a:lnTo>
                    <a:pt x="3703" y="28613"/>
                  </a:lnTo>
                  <a:lnTo>
                    <a:pt x="7149" y="26927"/>
                  </a:lnTo>
                  <a:lnTo>
                    <a:pt x="8126" y="27550"/>
                  </a:lnTo>
                  <a:lnTo>
                    <a:pt x="8266" y="27495"/>
                  </a:lnTo>
                  <a:lnTo>
                    <a:pt x="8540" y="27387"/>
                  </a:lnTo>
                  <a:lnTo>
                    <a:pt x="9765" y="26903"/>
                  </a:lnTo>
                  <a:lnTo>
                    <a:pt x="11411" y="26252"/>
                  </a:lnTo>
                  <a:lnTo>
                    <a:pt x="12149" y="25961"/>
                  </a:lnTo>
                  <a:lnTo>
                    <a:pt x="13463" y="25442"/>
                  </a:lnTo>
                  <a:lnTo>
                    <a:pt x="14796" y="24909"/>
                  </a:lnTo>
                  <a:lnTo>
                    <a:pt x="14761" y="23571"/>
                  </a:lnTo>
                  <a:lnTo>
                    <a:pt x="14779" y="23038"/>
                  </a:lnTo>
                  <a:lnTo>
                    <a:pt x="14812" y="22029"/>
                  </a:lnTo>
                  <a:lnTo>
                    <a:pt x="14817" y="21887"/>
                  </a:lnTo>
                  <a:lnTo>
                    <a:pt x="14839" y="21212"/>
                  </a:lnTo>
                  <a:lnTo>
                    <a:pt x="15005" y="21209"/>
                  </a:lnTo>
                  <a:lnTo>
                    <a:pt x="18510" y="21152"/>
                  </a:lnTo>
                  <a:lnTo>
                    <a:pt x="18883" y="21146"/>
                  </a:lnTo>
                  <a:lnTo>
                    <a:pt x="21517" y="22160"/>
                  </a:lnTo>
                  <a:lnTo>
                    <a:pt x="21888" y="22592"/>
                  </a:lnTo>
                  <a:lnTo>
                    <a:pt x="22889" y="23967"/>
                  </a:lnTo>
                  <a:lnTo>
                    <a:pt x="23033" y="24166"/>
                  </a:lnTo>
                  <a:lnTo>
                    <a:pt x="25097" y="25025"/>
                  </a:lnTo>
                  <a:lnTo>
                    <a:pt x="26080" y="25529"/>
                  </a:lnTo>
                  <a:lnTo>
                    <a:pt x="27398" y="26100"/>
                  </a:lnTo>
                  <a:lnTo>
                    <a:pt x="29404" y="26953"/>
                  </a:lnTo>
                  <a:lnTo>
                    <a:pt x="31748" y="23757"/>
                  </a:lnTo>
                  <a:lnTo>
                    <a:pt x="31103" y="23118"/>
                  </a:lnTo>
                  <a:lnTo>
                    <a:pt x="29687" y="21714"/>
                  </a:lnTo>
                  <a:lnTo>
                    <a:pt x="29405" y="21435"/>
                  </a:lnTo>
                  <a:lnTo>
                    <a:pt x="27992" y="19984"/>
                  </a:lnTo>
                  <a:lnTo>
                    <a:pt x="27833" y="19820"/>
                  </a:lnTo>
                  <a:lnTo>
                    <a:pt x="26484" y="18434"/>
                  </a:lnTo>
                  <a:lnTo>
                    <a:pt x="25739" y="17740"/>
                  </a:lnTo>
                  <a:lnTo>
                    <a:pt x="24457" y="16547"/>
                  </a:lnTo>
                  <a:lnTo>
                    <a:pt x="24751" y="16338"/>
                  </a:lnTo>
                  <a:lnTo>
                    <a:pt x="26096" y="15385"/>
                  </a:lnTo>
                  <a:lnTo>
                    <a:pt x="26728" y="15107"/>
                  </a:lnTo>
                  <a:lnTo>
                    <a:pt x="27070" y="14902"/>
                  </a:lnTo>
                  <a:lnTo>
                    <a:pt x="27905" y="14534"/>
                  </a:lnTo>
                  <a:lnTo>
                    <a:pt x="28087" y="14442"/>
                  </a:lnTo>
                  <a:lnTo>
                    <a:pt x="29218" y="13868"/>
                  </a:lnTo>
                  <a:lnTo>
                    <a:pt x="29769" y="13663"/>
                  </a:lnTo>
                  <a:lnTo>
                    <a:pt x="30348" y="13664"/>
                  </a:lnTo>
                  <a:lnTo>
                    <a:pt x="30735" y="13764"/>
                  </a:lnTo>
                  <a:lnTo>
                    <a:pt x="31340" y="14058"/>
                  </a:lnTo>
                  <a:lnTo>
                    <a:pt x="31983" y="14525"/>
                  </a:lnTo>
                  <a:lnTo>
                    <a:pt x="32317" y="14916"/>
                  </a:lnTo>
                  <a:lnTo>
                    <a:pt x="32741" y="15580"/>
                  </a:lnTo>
                  <a:lnTo>
                    <a:pt x="33202" y="15805"/>
                  </a:lnTo>
                  <a:lnTo>
                    <a:pt x="33612" y="16005"/>
                  </a:lnTo>
                  <a:lnTo>
                    <a:pt x="34165" y="16110"/>
                  </a:lnTo>
                  <a:lnTo>
                    <a:pt x="34499" y="16115"/>
                  </a:lnTo>
                  <a:lnTo>
                    <a:pt x="34930" y="16121"/>
                  </a:lnTo>
                  <a:lnTo>
                    <a:pt x="35199" y="16204"/>
                  </a:lnTo>
                  <a:lnTo>
                    <a:pt x="37344" y="15895"/>
                  </a:lnTo>
                  <a:lnTo>
                    <a:pt x="37733" y="15839"/>
                  </a:lnTo>
                  <a:lnTo>
                    <a:pt x="38359" y="15863"/>
                  </a:lnTo>
                  <a:lnTo>
                    <a:pt x="39047" y="15942"/>
                  </a:lnTo>
                  <a:lnTo>
                    <a:pt x="39314" y="15984"/>
                  </a:lnTo>
                  <a:lnTo>
                    <a:pt x="40200" y="16148"/>
                  </a:lnTo>
                  <a:lnTo>
                    <a:pt x="41162" y="16555"/>
                  </a:lnTo>
                  <a:lnTo>
                    <a:pt x="42557" y="17208"/>
                  </a:lnTo>
                  <a:lnTo>
                    <a:pt x="44648" y="18399"/>
                  </a:lnTo>
                  <a:lnTo>
                    <a:pt x="44428" y="18695"/>
                  </a:lnTo>
                  <a:lnTo>
                    <a:pt x="44347" y="18844"/>
                  </a:lnTo>
                  <a:lnTo>
                    <a:pt x="44049" y="19392"/>
                  </a:lnTo>
                  <a:lnTo>
                    <a:pt x="43832" y="19791"/>
                  </a:lnTo>
                  <a:lnTo>
                    <a:pt x="43474" y="20451"/>
                  </a:lnTo>
                  <a:lnTo>
                    <a:pt x="44455" y="21228"/>
                  </a:lnTo>
                  <a:lnTo>
                    <a:pt x="45431" y="21799"/>
                  </a:lnTo>
                  <a:lnTo>
                    <a:pt x="45574" y="21883"/>
                  </a:lnTo>
                  <a:lnTo>
                    <a:pt x="47648" y="23102"/>
                  </a:lnTo>
                  <a:lnTo>
                    <a:pt x="47955" y="23283"/>
                  </a:lnTo>
                  <a:lnTo>
                    <a:pt x="49208" y="24037"/>
                  </a:lnTo>
                  <a:lnTo>
                    <a:pt x="50807" y="24959"/>
                  </a:lnTo>
                  <a:lnTo>
                    <a:pt x="52398" y="25402"/>
                  </a:lnTo>
                  <a:lnTo>
                    <a:pt x="51433" y="26387"/>
                  </a:lnTo>
                  <a:lnTo>
                    <a:pt x="50833" y="27000"/>
                  </a:lnTo>
                  <a:lnTo>
                    <a:pt x="51360" y="26651"/>
                  </a:lnTo>
                  <a:lnTo>
                    <a:pt x="51638" y="26613"/>
                  </a:lnTo>
                  <a:lnTo>
                    <a:pt x="56073" y="26007"/>
                  </a:lnTo>
                  <a:lnTo>
                    <a:pt x="57113" y="25988"/>
                  </a:lnTo>
                  <a:lnTo>
                    <a:pt x="58192" y="26229"/>
                  </a:lnTo>
                  <a:lnTo>
                    <a:pt x="59647" y="26778"/>
                  </a:lnTo>
                  <a:lnTo>
                    <a:pt x="59949" y="26243"/>
                  </a:lnTo>
                  <a:lnTo>
                    <a:pt x="60974" y="24156"/>
                  </a:lnTo>
                  <a:lnTo>
                    <a:pt x="61097" y="23801"/>
                  </a:lnTo>
                  <a:lnTo>
                    <a:pt x="61542" y="22510"/>
                  </a:lnTo>
                  <a:lnTo>
                    <a:pt x="62025" y="21824"/>
                  </a:lnTo>
                  <a:lnTo>
                    <a:pt x="62454" y="21431"/>
                  </a:lnTo>
                  <a:lnTo>
                    <a:pt x="62832" y="21022"/>
                  </a:lnTo>
                  <a:lnTo>
                    <a:pt x="63432" y="19895"/>
                  </a:lnTo>
                  <a:lnTo>
                    <a:pt x="63761" y="19153"/>
                  </a:lnTo>
                  <a:lnTo>
                    <a:pt x="63784" y="18131"/>
                  </a:lnTo>
                  <a:lnTo>
                    <a:pt x="65678" y="14745"/>
                  </a:lnTo>
                  <a:lnTo>
                    <a:pt x="63440" y="13396"/>
                  </a:lnTo>
                  <a:lnTo>
                    <a:pt x="67242" y="9358"/>
                  </a:lnTo>
                  <a:lnTo>
                    <a:pt x="61691" y="4391"/>
                  </a:lnTo>
                  <a:lnTo>
                    <a:pt x="62493" y="3485"/>
                  </a:lnTo>
                  <a:lnTo>
                    <a:pt x="63319" y="2552"/>
                  </a:lnTo>
                  <a:lnTo>
                    <a:pt x="63623" y="2208"/>
                  </a:lnTo>
                  <a:lnTo>
                    <a:pt x="65699" y="1975"/>
                  </a:lnTo>
                  <a:lnTo>
                    <a:pt x="68561" y="1600"/>
                  </a:lnTo>
                  <a:lnTo>
                    <a:pt x="71961" y="2065"/>
                  </a:lnTo>
                  <a:lnTo>
                    <a:pt x="73285" y="2297"/>
                  </a:lnTo>
                  <a:lnTo>
                    <a:pt x="74680" y="2691"/>
                  </a:lnTo>
                  <a:lnTo>
                    <a:pt x="75808" y="2924"/>
                  </a:lnTo>
                  <a:lnTo>
                    <a:pt x="76570" y="2917"/>
                  </a:lnTo>
                  <a:lnTo>
                    <a:pt x="81080" y="2401"/>
                  </a:lnTo>
                  <a:lnTo>
                    <a:pt x="83740" y="5501"/>
                  </a:lnTo>
                  <a:lnTo>
                    <a:pt x="84335" y="4904"/>
                  </a:lnTo>
                  <a:lnTo>
                    <a:pt x="86505" y="2729"/>
                  </a:lnTo>
                  <a:lnTo>
                    <a:pt x="87424" y="1808"/>
                  </a:lnTo>
                  <a:lnTo>
                    <a:pt x="89227" y="0"/>
                  </a:lnTo>
                  <a:lnTo>
                    <a:pt x="93694" y="89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4" name="pg343"/>
            <p:cNvSpPr/>
            <p:nvPr/>
          </p:nvSpPr>
          <p:spPr>
            <a:xfrm>
              <a:off x="4317263" y="3118812"/>
              <a:ext cx="88426" cy="73152"/>
            </a:xfrm>
            <a:custGeom>
              <a:avLst/>
              <a:pathLst>
                <a:path w="88426" h="73152">
                  <a:moveTo>
                    <a:pt x="83559" y="11156"/>
                  </a:moveTo>
                  <a:lnTo>
                    <a:pt x="80664" y="22498"/>
                  </a:lnTo>
                  <a:lnTo>
                    <a:pt x="82901" y="22409"/>
                  </a:lnTo>
                  <a:lnTo>
                    <a:pt x="84513" y="22001"/>
                  </a:lnTo>
                  <a:lnTo>
                    <a:pt x="84735" y="31414"/>
                  </a:lnTo>
                  <a:lnTo>
                    <a:pt x="88426" y="32535"/>
                  </a:lnTo>
                  <a:lnTo>
                    <a:pt x="88098" y="33277"/>
                  </a:lnTo>
                  <a:lnTo>
                    <a:pt x="87496" y="34407"/>
                  </a:lnTo>
                  <a:lnTo>
                    <a:pt x="87120" y="34813"/>
                  </a:lnTo>
                  <a:lnTo>
                    <a:pt x="86604" y="35329"/>
                  </a:lnTo>
                  <a:lnTo>
                    <a:pt x="86207" y="35892"/>
                  </a:lnTo>
                  <a:lnTo>
                    <a:pt x="85762" y="37183"/>
                  </a:lnTo>
                  <a:lnTo>
                    <a:pt x="85621" y="37575"/>
                  </a:lnTo>
                  <a:lnTo>
                    <a:pt x="84614" y="39625"/>
                  </a:lnTo>
                  <a:lnTo>
                    <a:pt x="84313" y="40160"/>
                  </a:lnTo>
                  <a:lnTo>
                    <a:pt x="82857" y="39612"/>
                  </a:lnTo>
                  <a:lnTo>
                    <a:pt x="81778" y="39371"/>
                  </a:lnTo>
                  <a:lnTo>
                    <a:pt x="80738" y="39390"/>
                  </a:lnTo>
                  <a:lnTo>
                    <a:pt x="76303" y="39996"/>
                  </a:lnTo>
                  <a:lnTo>
                    <a:pt x="76025" y="40034"/>
                  </a:lnTo>
                  <a:lnTo>
                    <a:pt x="75499" y="40382"/>
                  </a:lnTo>
                  <a:lnTo>
                    <a:pt x="76098" y="39770"/>
                  </a:lnTo>
                  <a:lnTo>
                    <a:pt x="77063" y="38784"/>
                  </a:lnTo>
                  <a:lnTo>
                    <a:pt x="75349" y="38307"/>
                  </a:lnTo>
                  <a:lnTo>
                    <a:pt x="73873" y="37419"/>
                  </a:lnTo>
                  <a:lnTo>
                    <a:pt x="72621" y="36665"/>
                  </a:lnTo>
                  <a:lnTo>
                    <a:pt x="72313" y="36484"/>
                  </a:lnTo>
                  <a:lnTo>
                    <a:pt x="70239" y="35265"/>
                  </a:lnTo>
                  <a:lnTo>
                    <a:pt x="70096" y="35181"/>
                  </a:lnTo>
                  <a:lnTo>
                    <a:pt x="69120" y="34610"/>
                  </a:lnTo>
                  <a:lnTo>
                    <a:pt x="68153" y="33806"/>
                  </a:lnTo>
                  <a:lnTo>
                    <a:pt x="68497" y="33174"/>
                  </a:lnTo>
                  <a:lnTo>
                    <a:pt x="68714" y="32774"/>
                  </a:lnTo>
                  <a:lnTo>
                    <a:pt x="69012" y="32226"/>
                  </a:lnTo>
                  <a:lnTo>
                    <a:pt x="69093" y="32077"/>
                  </a:lnTo>
                  <a:lnTo>
                    <a:pt x="69201" y="31735"/>
                  </a:lnTo>
                  <a:lnTo>
                    <a:pt x="67183" y="30572"/>
                  </a:lnTo>
                  <a:lnTo>
                    <a:pt x="65827" y="29937"/>
                  </a:lnTo>
                  <a:lnTo>
                    <a:pt x="64771" y="29490"/>
                  </a:lnTo>
                  <a:lnTo>
                    <a:pt x="63979" y="29366"/>
                  </a:lnTo>
                  <a:lnTo>
                    <a:pt x="63713" y="29325"/>
                  </a:lnTo>
                  <a:lnTo>
                    <a:pt x="63024" y="29246"/>
                  </a:lnTo>
                  <a:lnTo>
                    <a:pt x="62398" y="29222"/>
                  </a:lnTo>
                  <a:lnTo>
                    <a:pt x="61945" y="29287"/>
                  </a:lnTo>
                  <a:lnTo>
                    <a:pt x="59755" y="29505"/>
                  </a:lnTo>
                  <a:lnTo>
                    <a:pt x="59595" y="29503"/>
                  </a:lnTo>
                  <a:lnTo>
                    <a:pt x="59164" y="29497"/>
                  </a:lnTo>
                  <a:lnTo>
                    <a:pt x="58831" y="29492"/>
                  </a:lnTo>
                  <a:lnTo>
                    <a:pt x="58277" y="29387"/>
                  </a:lnTo>
                  <a:lnTo>
                    <a:pt x="57868" y="29187"/>
                  </a:lnTo>
                  <a:lnTo>
                    <a:pt x="57406" y="28962"/>
                  </a:lnTo>
                  <a:lnTo>
                    <a:pt x="56982" y="28298"/>
                  </a:lnTo>
                  <a:lnTo>
                    <a:pt x="56567" y="27828"/>
                  </a:lnTo>
                  <a:lnTo>
                    <a:pt x="55914" y="27377"/>
                  </a:lnTo>
                  <a:lnTo>
                    <a:pt x="55400" y="27146"/>
                  </a:lnTo>
                  <a:lnTo>
                    <a:pt x="54897" y="27016"/>
                  </a:lnTo>
                  <a:lnTo>
                    <a:pt x="54434" y="27046"/>
                  </a:lnTo>
                  <a:lnTo>
                    <a:pt x="53883" y="27251"/>
                  </a:lnTo>
                  <a:lnTo>
                    <a:pt x="52752" y="27824"/>
                  </a:lnTo>
                  <a:lnTo>
                    <a:pt x="52570" y="27917"/>
                  </a:lnTo>
                  <a:lnTo>
                    <a:pt x="51735" y="28285"/>
                  </a:lnTo>
                  <a:lnTo>
                    <a:pt x="51393" y="28489"/>
                  </a:lnTo>
                  <a:lnTo>
                    <a:pt x="50762" y="28767"/>
                  </a:lnTo>
                  <a:lnTo>
                    <a:pt x="49417" y="29720"/>
                  </a:lnTo>
                  <a:lnTo>
                    <a:pt x="49122" y="29929"/>
                  </a:lnTo>
                  <a:lnTo>
                    <a:pt x="50404" y="31122"/>
                  </a:lnTo>
                  <a:lnTo>
                    <a:pt x="51149" y="31816"/>
                  </a:lnTo>
                  <a:lnTo>
                    <a:pt x="52498" y="33202"/>
                  </a:lnTo>
                  <a:lnTo>
                    <a:pt x="52658" y="33366"/>
                  </a:lnTo>
                  <a:lnTo>
                    <a:pt x="54070" y="34818"/>
                  </a:lnTo>
                  <a:lnTo>
                    <a:pt x="54352" y="35096"/>
                  </a:lnTo>
                  <a:lnTo>
                    <a:pt x="55769" y="36500"/>
                  </a:lnTo>
                  <a:lnTo>
                    <a:pt x="56337" y="37243"/>
                  </a:lnTo>
                  <a:lnTo>
                    <a:pt x="54060" y="40348"/>
                  </a:lnTo>
                  <a:lnTo>
                    <a:pt x="52063" y="39482"/>
                  </a:lnTo>
                  <a:lnTo>
                    <a:pt x="50746" y="38911"/>
                  </a:lnTo>
                  <a:lnTo>
                    <a:pt x="49762" y="38407"/>
                  </a:lnTo>
                  <a:lnTo>
                    <a:pt x="47699" y="37548"/>
                  </a:lnTo>
                  <a:lnTo>
                    <a:pt x="47554" y="37350"/>
                  </a:lnTo>
                  <a:lnTo>
                    <a:pt x="46553" y="35974"/>
                  </a:lnTo>
                  <a:lnTo>
                    <a:pt x="46106" y="35453"/>
                  </a:lnTo>
                  <a:lnTo>
                    <a:pt x="43549" y="34528"/>
                  </a:lnTo>
                  <a:lnTo>
                    <a:pt x="43175" y="34534"/>
                  </a:lnTo>
                  <a:lnTo>
                    <a:pt x="39670" y="34591"/>
                  </a:lnTo>
                  <a:lnTo>
                    <a:pt x="39504" y="34594"/>
                  </a:lnTo>
                  <a:lnTo>
                    <a:pt x="39482" y="35269"/>
                  </a:lnTo>
                  <a:lnTo>
                    <a:pt x="39477" y="35411"/>
                  </a:lnTo>
                  <a:lnTo>
                    <a:pt x="39444" y="36421"/>
                  </a:lnTo>
                  <a:lnTo>
                    <a:pt x="39426" y="36954"/>
                  </a:lnTo>
                  <a:lnTo>
                    <a:pt x="39461" y="38291"/>
                  </a:lnTo>
                  <a:lnTo>
                    <a:pt x="38128" y="38824"/>
                  </a:lnTo>
                  <a:lnTo>
                    <a:pt x="36814" y="39343"/>
                  </a:lnTo>
                  <a:lnTo>
                    <a:pt x="36076" y="39635"/>
                  </a:lnTo>
                  <a:lnTo>
                    <a:pt x="34430" y="40285"/>
                  </a:lnTo>
                  <a:lnTo>
                    <a:pt x="33205" y="40769"/>
                  </a:lnTo>
                  <a:lnTo>
                    <a:pt x="32931" y="40877"/>
                  </a:lnTo>
                  <a:lnTo>
                    <a:pt x="32766" y="40942"/>
                  </a:lnTo>
                  <a:lnTo>
                    <a:pt x="31677" y="40294"/>
                  </a:lnTo>
                  <a:lnTo>
                    <a:pt x="28368" y="41995"/>
                  </a:lnTo>
                  <a:lnTo>
                    <a:pt x="27673" y="42353"/>
                  </a:lnTo>
                  <a:lnTo>
                    <a:pt x="27256" y="43163"/>
                  </a:lnTo>
                  <a:lnTo>
                    <a:pt x="26852" y="43949"/>
                  </a:lnTo>
                  <a:lnTo>
                    <a:pt x="26411" y="43839"/>
                  </a:lnTo>
                  <a:lnTo>
                    <a:pt x="24759" y="43425"/>
                  </a:lnTo>
                  <a:lnTo>
                    <a:pt x="24743" y="43884"/>
                  </a:lnTo>
                  <a:lnTo>
                    <a:pt x="24721" y="44551"/>
                  </a:lnTo>
                  <a:lnTo>
                    <a:pt x="24665" y="46252"/>
                  </a:lnTo>
                  <a:lnTo>
                    <a:pt x="24837" y="47247"/>
                  </a:lnTo>
                  <a:lnTo>
                    <a:pt x="25178" y="47838"/>
                  </a:lnTo>
                  <a:lnTo>
                    <a:pt x="25518" y="48594"/>
                  </a:lnTo>
                  <a:lnTo>
                    <a:pt x="25702" y="49001"/>
                  </a:lnTo>
                  <a:lnTo>
                    <a:pt x="25774" y="49162"/>
                  </a:lnTo>
                  <a:lnTo>
                    <a:pt x="25849" y="49332"/>
                  </a:lnTo>
                  <a:lnTo>
                    <a:pt x="26263" y="50271"/>
                  </a:lnTo>
                  <a:lnTo>
                    <a:pt x="26340" y="50636"/>
                  </a:lnTo>
                  <a:lnTo>
                    <a:pt x="26447" y="51142"/>
                  </a:lnTo>
                  <a:lnTo>
                    <a:pt x="26609" y="51834"/>
                  </a:lnTo>
                  <a:lnTo>
                    <a:pt x="26864" y="52718"/>
                  </a:lnTo>
                  <a:lnTo>
                    <a:pt x="28028" y="54060"/>
                  </a:lnTo>
                  <a:lnTo>
                    <a:pt x="29291" y="55319"/>
                  </a:lnTo>
                  <a:lnTo>
                    <a:pt x="29421" y="55449"/>
                  </a:lnTo>
                  <a:lnTo>
                    <a:pt x="29621" y="55645"/>
                  </a:lnTo>
                  <a:lnTo>
                    <a:pt x="30841" y="56842"/>
                  </a:lnTo>
                  <a:lnTo>
                    <a:pt x="31198" y="57584"/>
                  </a:lnTo>
                  <a:lnTo>
                    <a:pt x="31809" y="59036"/>
                  </a:lnTo>
                  <a:lnTo>
                    <a:pt x="31931" y="59288"/>
                  </a:lnTo>
                  <a:lnTo>
                    <a:pt x="32012" y="59454"/>
                  </a:lnTo>
                  <a:lnTo>
                    <a:pt x="32343" y="60107"/>
                  </a:lnTo>
                  <a:lnTo>
                    <a:pt x="33140" y="61046"/>
                  </a:lnTo>
                  <a:lnTo>
                    <a:pt x="33827" y="61764"/>
                  </a:lnTo>
                  <a:lnTo>
                    <a:pt x="34324" y="62478"/>
                  </a:lnTo>
                  <a:lnTo>
                    <a:pt x="34535" y="62782"/>
                  </a:lnTo>
                  <a:lnTo>
                    <a:pt x="35376" y="63515"/>
                  </a:lnTo>
                  <a:lnTo>
                    <a:pt x="36485" y="63972"/>
                  </a:lnTo>
                  <a:lnTo>
                    <a:pt x="37496" y="64347"/>
                  </a:lnTo>
                  <a:lnTo>
                    <a:pt x="38083" y="65099"/>
                  </a:lnTo>
                  <a:lnTo>
                    <a:pt x="38096" y="66026"/>
                  </a:lnTo>
                  <a:lnTo>
                    <a:pt x="37962" y="66682"/>
                  </a:lnTo>
                  <a:lnTo>
                    <a:pt x="37768" y="67249"/>
                  </a:lnTo>
                  <a:lnTo>
                    <a:pt x="37678" y="67801"/>
                  </a:lnTo>
                  <a:lnTo>
                    <a:pt x="37649" y="68337"/>
                  </a:lnTo>
                  <a:lnTo>
                    <a:pt x="37738" y="68829"/>
                  </a:lnTo>
                  <a:lnTo>
                    <a:pt x="37917" y="69545"/>
                  </a:lnTo>
                  <a:lnTo>
                    <a:pt x="36286" y="70130"/>
                  </a:lnTo>
                  <a:lnTo>
                    <a:pt x="35248" y="70590"/>
                  </a:lnTo>
                  <a:lnTo>
                    <a:pt x="34550" y="70899"/>
                  </a:lnTo>
                  <a:lnTo>
                    <a:pt x="33123" y="71613"/>
                  </a:lnTo>
                  <a:lnTo>
                    <a:pt x="32782" y="71764"/>
                  </a:lnTo>
                  <a:lnTo>
                    <a:pt x="29780" y="73095"/>
                  </a:lnTo>
                  <a:lnTo>
                    <a:pt x="29643" y="73152"/>
                  </a:lnTo>
                  <a:lnTo>
                    <a:pt x="29098" y="72570"/>
                  </a:lnTo>
                  <a:lnTo>
                    <a:pt x="27205" y="70546"/>
                  </a:lnTo>
                  <a:lnTo>
                    <a:pt x="26476" y="69767"/>
                  </a:lnTo>
                  <a:lnTo>
                    <a:pt x="26230" y="69503"/>
                  </a:lnTo>
                  <a:lnTo>
                    <a:pt x="23248" y="65861"/>
                  </a:lnTo>
                  <a:lnTo>
                    <a:pt x="19135" y="61793"/>
                  </a:lnTo>
                  <a:lnTo>
                    <a:pt x="14998" y="54405"/>
                  </a:lnTo>
                  <a:lnTo>
                    <a:pt x="16508" y="53476"/>
                  </a:lnTo>
                  <a:lnTo>
                    <a:pt x="15617" y="52711"/>
                  </a:lnTo>
                  <a:lnTo>
                    <a:pt x="14942" y="52131"/>
                  </a:lnTo>
                  <a:lnTo>
                    <a:pt x="13740" y="51687"/>
                  </a:lnTo>
                  <a:lnTo>
                    <a:pt x="11903" y="51329"/>
                  </a:lnTo>
                  <a:lnTo>
                    <a:pt x="7931" y="47717"/>
                  </a:lnTo>
                  <a:lnTo>
                    <a:pt x="11188" y="44244"/>
                  </a:lnTo>
                  <a:lnTo>
                    <a:pt x="8349" y="41286"/>
                  </a:lnTo>
                  <a:lnTo>
                    <a:pt x="4855" y="44308"/>
                  </a:lnTo>
                  <a:lnTo>
                    <a:pt x="1944" y="40649"/>
                  </a:lnTo>
                  <a:lnTo>
                    <a:pt x="2981" y="39974"/>
                  </a:lnTo>
                  <a:lnTo>
                    <a:pt x="1431" y="37865"/>
                  </a:lnTo>
                  <a:lnTo>
                    <a:pt x="0" y="35918"/>
                  </a:lnTo>
                  <a:lnTo>
                    <a:pt x="919" y="35086"/>
                  </a:lnTo>
                  <a:lnTo>
                    <a:pt x="6573" y="29970"/>
                  </a:lnTo>
                  <a:lnTo>
                    <a:pt x="7398" y="29297"/>
                  </a:lnTo>
                  <a:lnTo>
                    <a:pt x="9276" y="30997"/>
                  </a:lnTo>
                  <a:lnTo>
                    <a:pt x="16612" y="24780"/>
                  </a:lnTo>
                  <a:lnTo>
                    <a:pt x="15668" y="22937"/>
                  </a:lnTo>
                  <a:lnTo>
                    <a:pt x="26810" y="14000"/>
                  </a:lnTo>
                  <a:lnTo>
                    <a:pt x="28620" y="12362"/>
                  </a:lnTo>
                  <a:lnTo>
                    <a:pt x="28904" y="12335"/>
                  </a:lnTo>
                  <a:lnTo>
                    <a:pt x="32625" y="15476"/>
                  </a:lnTo>
                  <a:lnTo>
                    <a:pt x="37022" y="18005"/>
                  </a:lnTo>
                  <a:lnTo>
                    <a:pt x="39156" y="23572"/>
                  </a:lnTo>
                  <a:lnTo>
                    <a:pt x="41437" y="23840"/>
                  </a:lnTo>
                  <a:lnTo>
                    <a:pt x="42973" y="18245"/>
                  </a:lnTo>
                  <a:lnTo>
                    <a:pt x="54453" y="16997"/>
                  </a:lnTo>
                  <a:lnTo>
                    <a:pt x="54858" y="14395"/>
                  </a:lnTo>
                  <a:lnTo>
                    <a:pt x="55191" y="12251"/>
                  </a:lnTo>
                  <a:lnTo>
                    <a:pt x="55850" y="8018"/>
                  </a:lnTo>
                  <a:lnTo>
                    <a:pt x="61923" y="3086"/>
                  </a:lnTo>
                  <a:lnTo>
                    <a:pt x="67201" y="178"/>
                  </a:lnTo>
                  <a:lnTo>
                    <a:pt x="70958" y="0"/>
                  </a:lnTo>
                  <a:lnTo>
                    <a:pt x="74357" y="1610"/>
                  </a:lnTo>
                  <a:lnTo>
                    <a:pt x="78025" y="469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5" name="pg344"/>
            <p:cNvSpPr/>
            <p:nvPr/>
          </p:nvSpPr>
          <p:spPr>
            <a:xfrm>
              <a:off x="4434775" y="3231306"/>
              <a:ext cx="104897" cy="98073"/>
            </a:xfrm>
            <a:custGeom>
              <a:avLst/>
              <a:pathLst>
                <a:path w="104897" h="98073">
                  <a:moveTo>
                    <a:pt x="12593" y="51871"/>
                  </a:moveTo>
                  <a:lnTo>
                    <a:pt x="13175" y="51745"/>
                  </a:lnTo>
                  <a:lnTo>
                    <a:pt x="17415" y="50826"/>
                  </a:lnTo>
                  <a:lnTo>
                    <a:pt x="19779" y="51955"/>
                  </a:lnTo>
                  <a:lnTo>
                    <a:pt x="20001" y="51429"/>
                  </a:lnTo>
                  <a:lnTo>
                    <a:pt x="20950" y="49185"/>
                  </a:lnTo>
                  <a:lnTo>
                    <a:pt x="22947" y="44366"/>
                  </a:lnTo>
                  <a:lnTo>
                    <a:pt x="22203" y="44115"/>
                  </a:lnTo>
                  <a:lnTo>
                    <a:pt x="22407" y="42658"/>
                  </a:lnTo>
                  <a:lnTo>
                    <a:pt x="22967" y="38663"/>
                  </a:lnTo>
                  <a:lnTo>
                    <a:pt x="19664" y="38410"/>
                  </a:lnTo>
                  <a:lnTo>
                    <a:pt x="20431" y="31273"/>
                  </a:lnTo>
                  <a:lnTo>
                    <a:pt x="20721" y="31271"/>
                  </a:lnTo>
                  <a:lnTo>
                    <a:pt x="20911" y="31270"/>
                  </a:lnTo>
                  <a:lnTo>
                    <a:pt x="23376" y="31219"/>
                  </a:lnTo>
                  <a:lnTo>
                    <a:pt x="23616" y="31214"/>
                  </a:lnTo>
                  <a:lnTo>
                    <a:pt x="24242" y="31219"/>
                  </a:lnTo>
                  <a:lnTo>
                    <a:pt x="24596" y="31206"/>
                  </a:lnTo>
                  <a:lnTo>
                    <a:pt x="24731" y="31167"/>
                  </a:lnTo>
                  <a:lnTo>
                    <a:pt x="24919" y="31114"/>
                  </a:lnTo>
                  <a:lnTo>
                    <a:pt x="25197" y="30909"/>
                  </a:lnTo>
                  <a:lnTo>
                    <a:pt x="25344" y="30801"/>
                  </a:lnTo>
                  <a:lnTo>
                    <a:pt x="25604" y="30609"/>
                  </a:lnTo>
                  <a:lnTo>
                    <a:pt x="25768" y="30488"/>
                  </a:lnTo>
                  <a:lnTo>
                    <a:pt x="25979" y="30302"/>
                  </a:lnTo>
                  <a:lnTo>
                    <a:pt x="26227" y="30084"/>
                  </a:lnTo>
                  <a:lnTo>
                    <a:pt x="26394" y="29936"/>
                  </a:lnTo>
                  <a:lnTo>
                    <a:pt x="27250" y="29182"/>
                  </a:lnTo>
                  <a:lnTo>
                    <a:pt x="27390" y="29058"/>
                  </a:lnTo>
                  <a:lnTo>
                    <a:pt x="27731" y="28758"/>
                  </a:lnTo>
                  <a:lnTo>
                    <a:pt x="28778" y="27836"/>
                  </a:lnTo>
                  <a:lnTo>
                    <a:pt x="28983" y="27655"/>
                  </a:lnTo>
                  <a:lnTo>
                    <a:pt x="29398" y="27289"/>
                  </a:lnTo>
                  <a:lnTo>
                    <a:pt x="30127" y="26647"/>
                  </a:lnTo>
                  <a:lnTo>
                    <a:pt x="30314" y="26502"/>
                  </a:lnTo>
                  <a:lnTo>
                    <a:pt x="30963" y="25998"/>
                  </a:lnTo>
                  <a:lnTo>
                    <a:pt x="31539" y="25551"/>
                  </a:lnTo>
                  <a:lnTo>
                    <a:pt x="33782" y="24334"/>
                  </a:lnTo>
                  <a:lnTo>
                    <a:pt x="35369" y="26927"/>
                  </a:lnTo>
                  <a:lnTo>
                    <a:pt x="33759" y="27732"/>
                  </a:lnTo>
                  <a:lnTo>
                    <a:pt x="34087" y="28089"/>
                  </a:lnTo>
                  <a:lnTo>
                    <a:pt x="34087" y="30236"/>
                  </a:lnTo>
                  <a:lnTo>
                    <a:pt x="32834" y="30326"/>
                  </a:lnTo>
                  <a:lnTo>
                    <a:pt x="32864" y="31757"/>
                  </a:lnTo>
                  <a:lnTo>
                    <a:pt x="32297" y="32652"/>
                  </a:lnTo>
                  <a:lnTo>
                    <a:pt x="33639" y="35872"/>
                  </a:lnTo>
                  <a:lnTo>
                    <a:pt x="34236" y="34620"/>
                  </a:lnTo>
                  <a:lnTo>
                    <a:pt x="37367" y="34352"/>
                  </a:lnTo>
                  <a:lnTo>
                    <a:pt x="37725" y="36886"/>
                  </a:lnTo>
                  <a:lnTo>
                    <a:pt x="39096" y="35365"/>
                  </a:lnTo>
                  <a:lnTo>
                    <a:pt x="41869" y="37244"/>
                  </a:lnTo>
                  <a:lnTo>
                    <a:pt x="42227" y="36081"/>
                  </a:lnTo>
                  <a:lnTo>
                    <a:pt x="40885" y="35604"/>
                  </a:lnTo>
                  <a:lnTo>
                    <a:pt x="43861" y="29372"/>
                  </a:lnTo>
                  <a:lnTo>
                    <a:pt x="45173" y="27851"/>
                  </a:lnTo>
                  <a:lnTo>
                    <a:pt x="44696" y="26509"/>
                  </a:lnTo>
                  <a:lnTo>
                    <a:pt x="45800" y="24004"/>
                  </a:lnTo>
                  <a:lnTo>
                    <a:pt x="46307" y="24153"/>
                  </a:lnTo>
                  <a:lnTo>
                    <a:pt x="47827" y="21768"/>
                  </a:lnTo>
                  <a:lnTo>
                    <a:pt x="51286" y="19084"/>
                  </a:lnTo>
                  <a:lnTo>
                    <a:pt x="53998" y="18424"/>
                  </a:lnTo>
                  <a:lnTo>
                    <a:pt x="55112" y="18142"/>
                  </a:lnTo>
                  <a:lnTo>
                    <a:pt x="54812" y="17808"/>
                  </a:lnTo>
                  <a:lnTo>
                    <a:pt x="54518" y="17311"/>
                  </a:lnTo>
                  <a:lnTo>
                    <a:pt x="54337" y="17006"/>
                  </a:lnTo>
                  <a:lnTo>
                    <a:pt x="54409" y="16243"/>
                  </a:lnTo>
                  <a:lnTo>
                    <a:pt x="54892" y="16081"/>
                  </a:lnTo>
                  <a:lnTo>
                    <a:pt x="55023" y="16013"/>
                  </a:lnTo>
                  <a:lnTo>
                    <a:pt x="55756" y="15598"/>
                  </a:lnTo>
                  <a:lnTo>
                    <a:pt x="53945" y="15635"/>
                  </a:lnTo>
                  <a:lnTo>
                    <a:pt x="53379" y="15646"/>
                  </a:lnTo>
                  <a:lnTo>
                    <a:pt x="51057" y="15661"/>
                  </a:lnTo>
                  <a:lnTo>
                    <a:pt x="50207" y="17002"/>
                  </a:lnTo>
                  <a:lnTo>
                    <a:pt x="50237" y="18197"/>
                  </a:lnTo>
                  <a:lnTo>
                    <a:pt x="49587" y="18219"/>
                  </a:lnTo>
                  <a:lnTo>
                    <a:pt x="44368" y="15058"/>
                  </a:lnTo>
                  <a:lnTo>
                    <a:pt x="43474" y="14044"/>
                  </a:lnTo>
                  <a:lnTo>
                    <a:pt x="43146" y="12434"/>
                  </a:lnTo>
                  <a:lnTo>
                    <a:pt x="41327" y="8856"/>
                  </a:lnTo>
                  <a:lnTo>
                    <a:pt x="52539" y="8647"/>
                  </a:lnTo>
                  <a:lnTo>
                    <a:pt x="52300" y="6083"/>
                  </a:lnTo>
                  <a:lnTo>
                    <a:pt x="55580" y="5665"/>
                  </a:lnTo>
                  <a:lnTo>
                    <a:pt x="58592" y="4711"/>
                  </a:lnTo>
                  <a:lnTo>
                    <a:pt x="58727" y="5155"/>
                  </a:lnTo>
                  <a:lnTo>
                    <a:pt x="58844" y="5473"/>
                  </a:lnTo>
                  <a:lnTo>
                    <a:pt x="59427" y="5218"/>
                  </a:lnTo>
                  <a:lnTo>
                    <a:pt x="60292" y="4025"/>
                  </a:lnTo>
                  <a:lnTo>
                    <a:pt x="61932" y="0"/>
                  </a:lnTo>
                  <a:lnTo>
                    <a:pt x="64400" y="400"/>
                  </a:lnTo>
                  <a:lnTo>
                    <a:pt x="63584" y="2188"/>
                  </a:lnTo>
                  <a:lnTo>
                    <a:pt x="65302" y="3047"/>
                  </a:lnTo>
                  <a:lnTo>
                    <a:pt x="62105" y="10156"/>
                  </a:lnTo>
                  <a:lnTo>
                    <a:pt x="65683" y="13162"/>
                  </a:lnTo>
                  <a:lnTo>
                    <a:pt x="67121" y="13608"/>
                  </a:lnTo>
                  <a:lnTo>
                    <a:pt x="72560" y="11519"/>
                  </a:lnTo>
                  <a:lnTo>
                    <a:pt x="76228" y="10833"/>
                  </a:lnTo>
                  <a:lnTo>
                    <a:pt x="79628" y="13040"/>
                  </a:lnTo>
                  <a:lnTo>
                    <a:pt x="83922" y="13935"/>
                  </a:lnTo>
                  <a:lnTo>
                    <a:pt x="88955" y="16368"/>
                  </a:lnTo>
                  <a:lnTo>
                    <a:pt x="88991" y="17367"/>
                  </a:lnTo>
                  <a:lnTo>
                    <a:pt x="89090" y="20155"/>
                  </a:lnTo>
                  <a:lnTo>
                    <a:pt x="89144" y="22337"/>
                  </a:lnTo>
                  <a:lnTo>
                    <a:pt x="88669" y="25171"/>
                  </a:lnTo>
                  <a:lnTo>
                    <a:pt x="89244" y="26367"/>
                  </a:lnTo>
                  <a:lnTo>
                    <a:pt x="90411" y="28797"/>
                  </a:lnTo>
                  <a:lnTo>
                    <a:pt x="89682" y="30357"/>
                  </a:lnTo>
                  <a:lnTo>
                    <a:pt x="91206" y="30451"/>
                  </a:lnTo>
                  <a:lnTo>
                    <a:pt x="93310" y="30680"/>
                  </a:lnTo>
                  <a:lnTo>
                    <a:pt x="94302" y="31105"/>
                  </a:lnTo>
                  <a:lnTo>
                    <a:pt x="94708" y="31639"/>
                  </a:lnTo>
                  <a:lnTo>
                    <a:pt x="94966" y="32312"/>
                  </a:lnTo>
                  <a:lnTo>
                    <a:pt x="96545" y="32761"/>
                  </a:lnTo>
                  <a:lnTo>
                    <a:pt x="99258" y="33747"/>
                  </a:lnTo>
                  <a:lnTo>
                    <a:pt x="99659" y="33936"/>
                  </a:lnTo>
                  <a:lnTo>
                    <a:pt x="100522" y="34343"/>
                  </a:lnTo>
                  <a:lnTo>
                    <a:pt x="102620" y="34221"/>
                  </a:lnTo>
                  <a:lnTo>
                    <a:pt x="102611" y="34368"/>
                  </a:lnTo>
                  <a:lnTo>
                    <a:pt x="102452" y="36909"/>
                  </a:lnTo>
                  <a:lnTo>
                    <a:pt x="102434" y="37186"/>
                  </a:lnTo>
                  <a:lnTo>
                    <a:pt x="102419" y="37436"/>
                  </a:lnTo>
                  <a:lnTo>
                    <a:pt x="102274" y="39178"/>
                  </a:lnTo>
                  <a:lnTo>
                    <a:pt x="102150" y="40661"/>
                  </a:lnTo>
                  <a:lnTo>
                    <a:pt x="102127" y="41155"/>
                  </a:lnTo>
                  <a:lnTo>
                    <a:pt x="102171" y="42442"/>
                  </a:lnTo>
                  <a:lnTo>
                    <a:pt x="102264" y="43011"/>
                  </a:lnTo>
                  <a:lnTo>
                    <a:pt x="102359" y="43594"/>
                  </a:lnTo>
                  <a:lnTo>
                    <a:pt x="102427" y="44008"/>
                  </a:lnTo>
                  <a:lnTo>
                    <a:pt x="102568" y="44870"/>
                  </a:lnTo>
                  <a:lnTo>
                    <a:pt x="102490" y="45765"/>
                  </a:lnTo>
                  <a:lnTo>
                    <a:pt x="102471" y="45978"/>
                  </a:lnTo>
                  <a:lnTo>
                    <a:pt x="102418" y="46590"/>
                  </a:lnTo>
                  <a:lnTo>
                    <a:pt x="102369" y="47150"/>
                  </a:lnTo>
                  <a:lnTo>
                    <a:pt x="102546" y="47174"/>
                  </a:lnTo>
                  <a:lnTo>
                    <a:pt x="104897" y="47497"/>
                  </a:lnTo>
                  <a:lnTo>
                    <a:pt x="104857" y="48019"/>
                  </a:lnTo>
                  <a:lnTo>
                    <a:pt x="104822" y="48485"/>
                  </a:lnTo>
                  <a:lnTo>
                    <a:pt x="104790" y="48905"/>
                  </a:lnTo>
                  <a:lnTo>
                    <a:pt x="104767" y="49209"/>
                  </a:lnTo>
                  <a:lnTo>
                    <a:pt x="104661" y="50597"/>
                  </a:lnTo>
                  <a:lnTo>
                    <a:pt x="104577" y="51700"/>
                  </a:lnTo>
                  <a:lnTo>
                    <a:pt x="104539" y="52274"/>
                  </a:lnTo>
                  <a:lnTo>
                    <a:pt x="104491" y="52992"/>
                  </a:lnTo>
                  <a:lnTo>
                    <a:pt x="104312" y="55407"/>
                  </a:lnTo>
                  <a:lnTo>
                    <a:pt x="104234" y="57194"/>
                  </a:lnTo>
                  <a:lnTo>
                    <a:pt x="104225" y="57390"/>
                  </a:lnTo>
                  <a:lnTo>
                    <a:pt x="103818" y="59059"/>
                  </a:lnTo>
                  <a:lnTo>
                    <a:pt x="101360" y="69139"/>
                  </a:lnTo>
                  <a:lnTo>
                    <a:pt x="100041" y="72328"/>
                  </a:lnTo>
                  <a:lnTo>
                    <a:pt x="98483" y="72674"/>
                  </a:lnTo>
                  <a:lnTo>
                    <a:pt x="98235" y="72730"/>
                  </a:lnTo>
                  <a:lnTo>
                    <a:pt x="95361" y="73595"/>
                  </a:lnTo>
                  <a:lnTo>
                    <a:pt x="85860" y="76457"/>
                  </a:lnTo>
                  <a:lnTo>
                    <a:pt x="74790" y="80445"/>
                  </a:lnTo>
                  <a:lnTo>
                    <a:pt x="59974" y="85736"/>
                  </a:lnTo>
                  <a:lnTo>
                    <a:pt x="38609" y="93356"/>
                  </a:lnTo>
                  <a:lnTo>
                    <a:pt x="25385" y="98073"/>
                  </a:lnTo>
                  <a:lnTo>
                    <a:pt x="25269" y="97478"/>
                  </a:lnTo>
                  <a:lnTo>
                    <a:pt x="25075" y="96489"/>
                  </a:lnTo>
                  <a:lnTo>
                    <a:pt x="24936" y="95680"/>
                  </a:lnTo>
                  <a:lnTo>
                    <a:pt x="24720" y="94829"/>
                  </a:lnTo>
                  <a:lnTo>
                    <a:pt x="23979" y="91932"/>
                  </a:lnTo>
                  <a:lnTo>
                    <a:pt x="19139" y="93428"/>
                  </a:lnTo>
                  <a:lnTo>
                    <a:pt x="18114" y="93745"/>
                  </a:lnTo>
                  <a:lnTo>
                    <a:pt x="16790" y="94155"/>
                  </a:lnTo>
                  <a:lnTo>
                    <a:pt x="9831" y="96188"/>
                  </a:lnTo>
                  <a:lnTo>
                    <a:pt x="7862" y="96764"/>
                  </a:lnTo>
                  <a:lnTo>
                    <a:pt x="5473" y="97394"/>
                  </a:lnTo>
                  <a:lnTo>
                    <a:pt x="3398" y="92447"/>
                  </a:lnTo>
                  <a:lnTo>
                    <a:pt x="3293" y="92197"/>
                  </a:lnTo>
                  <a:lnTo>
                    <a:pt x="395" y="85286"/>
                  </a:lnTo>
                  <a:lnTo>
                    <a:pt x="0" y="84344"/>
                  </a:lnTo>
                  <a:lnTo>
                    <a:pt x="10677" y="79960"/>
                  </a:lnTo>
                  <a:lnTo>
                    <a:pt x="11512" y="79640"/>
                  </a:lnTo>
                  <a:lnTo>
                    <a:pt x="13833" y="78753"/>
                  </a:lnTo>
                  <a:lnTo>
                    <a:pt x="15683" y="78370"/>
                  </a:lnTo>
                  <a:lnTo>
                    <a:pt x="20446" y="77383"/>
                  </a:lnTo>
                  <a:lnTo>
                    <a:pt x="23841" y="76958"/>
                  </a:lnTo>
                  <a:lnTo>
                    <a:pt x="23676" y="73652"/>
                  </a:lnTo>
                  <a:lnTo>
                    <a:pt x="23490" y="69913"/>
                  </a:lnTo>
                  <a:lnTo>
                    <a:pt x="23368" y="68611"/>
                  </a:lnTo>
                  <a:lnTo>
                    <a:pt x="23294" y="66588"/>
                  </a:lnTo>
                  <a:lnTo>
                    <a:pt x="23289" y="66442"/>
                  </a:lnTo>
                  <a:lnTo>
                    <a:pt x="23214" y="64391"/>
                  </a:lnTo>
                  <a:lnTo>
                    <a:pt x="22916" y="58417"/>
                  </a:lnTo>
                  <a:lnTo>
                    <a:pt x="20504" y="58209"/>
                  </a:lnTo>
                  <a:lnTo>
                    <a:pt x="19312" y="58140"/>
                  </a:lnTo>
                  <a:lnTo>
                    <a:pt x="18069" y="57682"/>
                  </a:lnTo>
                  <a:lnTo>
                    <a:pt x="17423" y="57444"/>
                  </a:lnTo>
                  <a:lnTo>
                    <a:pt x="14713" y="55659"/>
                  </a:lnTo>
                  <a:lnTo>
                    <a:pt x="14140" y="54757"/>
                  </a:lnTo>
                  <a:lnTo>
                    <a:pt x="13195" y="53928"/>
                  </a:lnTo>
                  <a:lnTo>
                    <a:pt x="12121" y="52135"/>
                  </a:lnTo>
                  <a:lnTo>
                    <a:pt x="12035" y="5199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6" name="pg345"/>
            <p:cNvSpPr/>
            <p:nvPr/>
          </p:nvSpPr>
          <p:spPr>
            <a:xfrm>
              <a:off x="4244833" y="2086041"/>
              <a:ext cx="415201" cy="318880"/>
            </a:xfrm>
            <a:custGeom>
              <a:avLst/>
              <a:pathLst>
                <a:path w="415201" h="318880">
                  <a:moveTo>
                    <a:pt x="113924" y="7208"/>
                  </a:moveTo>
                  <a:lnTo>
                    <a:pt x="123065" y="13371"/>
                  </a:lnTo>
                  <a:lnTo>
                    <a:pt x="125411" y="14953"/>
                  </a:lnTo>
                  <a:lnTo>
                    <a:pt x="124003" y="17006"/>
                  </a:lnTo>
                  <a:lnTo>
                    <a:pt x="123787" y="17322"/>
                  </a:lnTo>
                  <a:lnTo>
                    <a:pt x="111037" y="35914"/>
                  </a:lnTo>
                  <a:lnTo>
                    <a:pt x="111279" y="36084"/>
                  </a:lnTo>
                  <a:lnTo>
                    <a:pt x="125172" y="45663"/>
                  </a:lnTo>
                  <a:lnTo>
                    <a:pt x="133396" y="51334"/>
                  </a:lnTo>
                  <a:lnTo>
                    <a:pt x="134427" y="52045"/>
                  </a:lnTo>
                  <a:lnTo>
                    <a:pt x="136302" y="53338"/>
                  </a:lnTo>
                  <a:lnTo>
                    <a:pt x="157493" y="67952"/>
                  </a:lnTo>
                  <a:lnTo>
                    <a:pt x="179082" y="82840"/>
                  </a:lnTo>
                  <a:lnTo>
                    <a:pt x="190591" y="90777"/>
                  </a:lnTo>
                  <a:lnTo>
                    <a:pt x="201023" y="97971"/>
                  </a:lnTo>
                  <a:lnTo>
                    <a:pt x="211024" y="104868"/>
                  </a:lnTo>
                  <a:lnTo>
                    <a:pt x="231139" y="118739"/>
                  </a:lnTo>
                  <a:lnTo>
                    <a:pt x="239357" y="124407"/>
                  </a:lnTo>
                  <a:lnTo>
                    <a:pt x="239925" y="124799"/>
                  </a:lnTo>
                  <a:lnTo>
                    <a:pt x="245400" y="128445"/>
                  </a:lnTo>
                  <a:lnTo>
                    <a:pt x="244388" y="130176"/>
                  </a:lnTo>
                  <a:lnTo>
                    <a:pt x="243928" y="130963"/>
                  </a:lnTo>
                  <a:lnTo>
                    <a:pt x="243050" y="132464"/>
                  </a:lnTo>
                  <a:lnTo>
                    <a:pt x="242719" y="132872"/>
                  </a:lnTo>
                  <a:lnTo>
                    <a:pt x="239720" y="130963"/>
                  </a:lnTo>
                  <a:lnTo>
                    <a:pt x="238850" y="130410"/>
                  </a:lnTo>
                  <a:lnTo>
                    <a:pt x="238279" y="130176"/>
                  </a:lnTo>
                  <a:lnTo>
                    <a:pt x="238156" y="131075"/>
                  </a:lnTo>
                  <a:lnTo>
                    <a:pt x="236534" y="133865"/>
                  </a:lnTo>
                  <a:lnTo>
                    <a:pt x="236450" y="135223"/>
                  </a:lnTo>
                  <a:lnTo>
                    <a:pt x="236363" y="136624"/>
                  </a:lnTo>
                  <a:lnTo>
                    <a:pt x="234844" y="137578"/>
                  </a:lnTo>
                  <a:lnTo>
                    <a:pt x="234881" y="142925"/>
                  </a:lnTo>
                  <a:lnTo>
                    <a:pt x="236621" y="143055"/>
                  </a:lnTo>
                  <a:lnTo>
                    <a:pt x="236534" y="144737"/>
                  </a:lnTo>
                  <a:lnTo>
                    <a:pt x="241007" y="144499"/>
                  </a:lnTo>
                  <a:lnTo>
                    <a:pt x="241345" y="144628"/>
                  </a:lnTo>
                  <a:lnTo>
                    <a:pt x="242886" y="145215"/>
                  </a:lnTo>
                  <a:lnTo>
                    <a:pt x="245972" y="147719"/>
                  </a:lnTo>
                  <a:lnTo>
                    <a:pt x="247503" y="147860"/>
                  </a:lnTo>
                  <a:lnTo>
                    <a:pt x="247925" y="147898"/>
                  </a:lnTo>
                  <a:lnTo>
                    <a:pt x="252426" y="147756"/>
                  </a:lnTo>
                  <a:lnTo>
                    <a:pt x="256535" y="147627"/>
                  </a:lnTo>
                  <a:lnTo>
                    <a:pt x="256725" y="147621"/>
                  </a:lnTo>
                  <a:lnTo>
                    <a:pt x="258406" y="148395"/>
                  </a:lnTo>
                  <a:lnTo>
                    <a:pt x="261215" y="148609"/>
                  </a:lnTo>
                  <a:lnTo>
                    <a:pt x="261957" y="148713"/>
                  </a:lnTo>
                  <a:lnTo>
                    <a:pt x="263774" y="148967"/>
                  </a:lnTo>
                  <a:lnTo>
                    <a:pt x="265585" y="149823"/>
                  </a:lnTo>
                  <a:lnTo>
                    <a:pt x="265556" y="150799"/>
                  </a:lnTo>
                  <a:lnTo>
                    <a:pt x="265536" y="151481"/>
                  </a:lnTo>
                  <a:lnTo>
                    <a:pt x="265697" y="152769"/>
                  </a:lnTo>
                  <a:lnTo>
                    <a:pt x="267018" y="154388"/>
                  </a:lnTo>
                  <a:lnTo>
                    <a:pt x="267677" y="155005"/>
                  </a:lnTo>
                  <a:lnTo>
                    <a:pt x="268166" y="155462"/>
                  </a:lnTo>
                  <a:lnTo>
                    <a:pt x="269412" y="157059"/>
                  </a:lnTo>
                  <a:lnTo>
                    <a:pt x="270038" y="158005"/>
                  </a:lnTo>
                  <a:lnTo>
                    <a:pt x="270811" y="158678"/>
                  </a:lnTo>
                  <a:lnTo>
                    <a:pt x="271225" y="158928"/>
                  </a:lnTo>
                  <a:lnTo>
                    <a:pt x="272263" y="160180"/>
                  </a:lnTo>
                  <a:lnTo>
                    <a:pt x="273543" y="162409"/>
                  </a:lnTo>
                  <a:lnTo>
                    <a:pt x="273852" y="162947"/>
                  </a:lnTo>
                  <a:lnTo>
                    <a:pt x="275217" y="162294"/>
                  </a:lnTo>
                  <a:lnTo>
                    <a:pt x="280800" y="159527"/>
                  </a:lnTo>
                  <a:lnTo>
                    <a:pt x="280942" y="160135"/>
                  </a:lnTo>
                  <a:lnTo>
                    <a:pt x="280435" y="161163"/>
                  </a:lnTo>
                  <a:lnTo>
                    <a:pt x="279153" y="163618"/>
                  </a:lnTo>
                  <a:lnTo>
                    <a:pt x="278575" y="164724"/>
                  </a:lnTo>
                  <a:lnTo>
                    <a:pt x="278411" y="165589"/>
                  </a:lnTo>
                  <a:lnTo>
                    <a:pt x="278588" y="166146"/>
                  </a:lnTo>
                  <a:lnTo>
                    <a:pt x="279454" y="167095"/>
                  </a:lnTo>
                  <a:lnTo>
                    <a:pt x="282138" y="164973"/>
                  </a:lnTo>
                  <a:lnTo>
                    <a:pt x="283808" y="163900"/>
                  </a:lnTo>
                  <a:lnTo>
                    <a:pt x="286444" y="163303"/>
                  </a:lnTo>
                  <a:lnTo>
                    <a:pt x="287311" y="162677"/>
                  </a:lnTo>
                  <a:lnTo>
                    <a:pt x="287646" y="162322"/>
                  </a:lnTo>
                  <a:lnTo>
                    <a:pt x="290465" y="160429"/>
                  </a:lnTo>
                  <a:lnTo>
                    <a:pt x="291189" y="162675"/>
                  </a:lnTo>
                  <a:lnTo>
                    <a:pt x="291377" y="164491"/>
                  </a:lnTo>
                  <a:lnTo>
                    <a:pt x="291727" y="164957"/>
                  </a:lnTo>
                  <a:lnTo>
                    <a:pt x="292048" y="165385"/>
                  </a:lnTo>
                  <a:lnTo>
                    <a:pt x="294715" y="166588"/>
                  </a:lnTo>
                  <a:lnTo>
                    <a:pt x="297301" y="167213"/>
                  </a:lnTo>
                  <a:lnTo>
                    <a:pt x="298319" y="168454"/>
                  </a:lnTo>
                  <a:lnTo>
                    <a:pt x="298616" y="169054"/>
                  </a:lnTo>
                  <a:lnTo>
                    <a:pt x="299098" y="170028"/>
                  </a:lnTo>
                  <a:lnTo>
                    <a:pt x="299541" y="170521"/>
                  </a:lnTo>
                  <a:lnTo>
                    <a:pt x="299806" y="170815"/>
                  </a:lnTo>
                  <a:lnTo>
                    <a:pt x="300755" y="171481"/>
                  </a:lnTo>
                  <a:lnTo>
                    <a:pt x="301683" y="171361"/>
                  </a:lnTo>
                  <a:lnTo>
                    <a:pt x="303884" y="170664"/>
                  </a:lnTo>
                  <a:lnTo>
                    <a:pt x="305554" y="170616"/>
                  </a:lnTo>
                  <a:lnTo>
                    <a:pt x="306699" y="170998"/>
                  </a:lnTo>
                  <a:lnTo>
                    <a:pt x="307772" y="171785"/>
                  </a:lnTo>
                  <a:lnTo>
                    <a:pt x="307957" y="172075"/>
                  </a:lnTo>
                  <a:lnTo>
                    <a:pt x="308514" y="172951"/>
                  </a:lnTo>
                  <a:lnTo>
                    <a:pt x="308607" y="173097"/>
                  </a:lnTo>
                  <a:lnTo>
                    <a:pt x="309371" y="174195"/>
                  </a:lnTo>
                  <a:lnTo>
                    <a:pt x="309524" y="174570"/>
                  </a:lnTo>
                  <a:lnTo>
                    <a:pt x="312017" y="173120"/>
                  </a:lnTo>
                  <a:lnTo>
                    <a:pt x="314877" y="171456"/>
                  </a:lnTo>
                  <a:lnTo>
                    <a:pt x="316058" y="171637"/>
                  </a:lnTo>
                  <a:lnTo>
                    <a:pt x="318384" y="171825"/>
                  </a:lnTo>
                  <a:lnTo>
                    <a:pt x="319448" y="171964"/>
                  </a:lnTo>
                  <a:lnTo>
                    <a:pt x="321175" y="172191"/>
                  </a:lnTo>
                  <a:lnTo>
                    <a:pt x="322982" y="173014"/>
                  </a:lnTo>
                  <a:lnTo>
                    <a:pt x="324892" y="173657"/>
                  </a:lnTo>
                  <a:lnTo>
                    <a:pt x="325746" y="173945"/>
                  </a:lnTo>
                  <a:lnTo>
                    <a:pt x="328597" y="174864"/>
                  </a:lnTo>
                  <a:lnTo>
                    <a:pt x="332502" y="174946"/>
                  </a:lnTo>
                  <a:lnTo>
                    <a:pt x="333739" y="176429"/>
                  </a:lnTo>
                  <a:lnTo>
                    <a:pt x="333934" y="176663"/>
                  </a:lnTo>
                  <a:lnTo>
                    <a:pt x="335258" y="177809"/>
                  </a:lnTo>
                  <a:lnTo>
                    <a:pt x="336922" y="180564"/>
                  </a:lnTo>
                  <a:lnTo>
                    <a:pt x="337107" y="182368"/>
                  </a:lnTo>
                  <a:lnTo>
                    <a:pt x="334665" y="182831"/>
                  </a:lnTo>
                  <a:lnTo>
                    <a:pt x="333544" y="184942"/>
                  </a:lnTo>
                  <a:lnTo>
                    <a:pt x="330406" y="191463"/>
                  </a:lnTo>
                  <a:lnTo>
                    <a:pt x="329841" y="192637"/>
                  </a:lnTo>
                  <a:lnTo>
                    <a:pt x="329721" y="193710"/>
                  </a:lnTo>
                  <a:lnTo>
                    <a:pt x="329946" y="194764"/>
                  </a:lnTo>
                  <a:lnTo>
                    <a:pt x="331112" y="195486"/>
                  </a:lnTo>
                  <a:lnTo>
                    <a:pt x="332067" y="196925"/>
                  </a:lnTo>
                  <a:lnTo>
                    <a:pt x="332439" y="197998"/>
                  </a:lnTo>
                  <a:lnTo>
                    <a:pt x="332589" y="199720"/>
                  </a:lnTo>
                  <a:lnTo>
                    <a:pt x="333051" y="201051"/>
                  </a:lnTo>
                  <a:lnTo>
                    <a:pt x="333811" y="204868"/>
                  </a:lnTo>
                  <a:lnTo>
                    <a:pt x="339671" y="204152"/>
                  </a:lnTo>
                  <a:lnTo>
                    <a:pt x="344244" y="203978"/>
                  </a:lnTo>
                  <a:lnTo>
                    <a:pt x="346626" y="205249"/>
                  </a:lnTo>
                  <a:lnTo>
                    <a:pt x="348487" y="205517"/>
                  </a:lnTo>
                  <a:lnTo>
                    <a:pt x="348727" y="206695"/>
                  </a:lnTo>
                  <a:lnTo>
                    <a:pt x="349000" y="208029"/>
                  </a:lnTo>
                  <a:lnTo>
                    <a:pt x="346643" y="208356"/>
                  </a:lnTo>
                  <a:lnTo>
                    <a:pt x="346617" y="208636"/>
                  </a:lnTo>
                  <a:lnTo>
                    <a:pt x="346274" y="212336"/>
                  </a:lnTo>
                  <a:lnTo>
                    <a:pt x="346142" y="213755"/>
                  </a:lnTo>
                  <a:lnTo>
                    <a:pt x="345279" y="214946"/>
                  </a:lnTo>
                  <a:lnTo>
                    <a:pt x="344792" y="215616"/>
                  </a:lnTo>
                  <a:lnTo>
                    <a:pt x="344326" y="216163"/>
                  </a:lnTo>
                  <a:lnTo>
                    <a:pt x="339825" y="221433"/>
                  </a:lnTo>
                  <a:lnTo>
                    <a:pt x="339539" y="221933"/>
                  </a:lnTo>
                  <a:lnTo>
                    <a:pt x="339035" y="222813"/>
                  </a:lnTo>
                  <a:lnTo>
                    <a:pt x="339111" y="223237"/>
                  </a:lnTo>
                  <a:lnTo>
                    <a:pt x="339221" y="223849"/>
                  </a:lnTo>
                  <a:lnTo>
                    <a:pt x="340168" y="225466"/>
                  </a:lnTo>
                  <a:lnTo>
                    <a:pt x="341781" y="229440"/>
                  </a:lnTo>
                  <a:lnTo>
                    <a:pt x="343112" y="231266"/>
                  </a:lnTo>
                  <a:lnTo>
                    <a:pt x="344215" y="232161"/>
                  </a:lnTo>
                  <a:lnTo>
                    <a:pt x="346366" y="233905"/>
                  </a:lnTo>
                  <a:lnTo>
                    <a:pt x="347029" y="234327"/>
                  </a:lnTo>
                  <a:lnTo>
                    <a:pt x="347737" y="234942"/>
                  </a:lnTo>
                  <a:lnTo>
                    <a:pt x="348581" y="234777"/>
                  </a:lnTo>
                  <a:lnTo>
                    <a:pt x="352810" y="233949"/>
                  </a:lnTo>
                  <a:lnTo>
                    <a:pt x="355207" y="233835"/>
                  </a:lnTo>
                  <a:lnTo>
                    <a:pt x="353708" y="240798"/>
                  </a:lnTo>
                  <a:lnTo>
                    <a:pt x="353547" y="242891"/>
                  </a:lnTo>
                  <a:lnTo>
                    <a:pt x="354155" y="245012"/>
                  </a:lnTo>
                  <a:lnTo>
                    <a:pt x="354725" y="246309"/>
                  </a:lnTo>
                  <a:lnTo>
                    <a:pt x="354960" y="247877"/>
                  </a:lnTo>
                  <a:lnTo>
                    <a:pt x="355038" y="251348"/>
                  </a:lnTo>
                  <a:lnTo>
                    <a:pt x="355604" y="252839"/>
                  </a:lnTo>
                  <a:lnTo>
                    <a:pt x="356619" y="253497"/>
                  </a:lnTo>
                  <a:lnTo>
                    <a:pt x="357197" y="254054"/>
                  </a:lnTo>
                  <a:lnTo>
                    <a:pt x="357603" y="254570"/>
                  </a:lnTo>
                  <a:lnTo>
                    <a:pt x="358251" y="255993"/>
                  </a:lnTo>
                  <a:lnTo>
                    <a:pt x="358706" y="256989"/>
                  </a:lnTo>
                  <a:lnTo>
                    <a:pt x="359145" y="258351"/>
                  </a:lnTo>
                  <a:lnTo>
                    <a:pt x="359445" y="259279"/>
                  </a:lnTo>
                  <a:lnTo>
                    <a:pt x="360125" y="261118"/>
                  </a:lnTo>
                  <a:lnTo>
                    <a:pt x="364447" y="262894"/>
                  </a:lnTo>
                  <a:lnTo>
                    <a:pt x="365413" y="263148"/>
                  </a:lnTo>
                  <a:lnTo>
                    <a:pt x="366673" y="263478"/>
                  </a:lnTo>
                  <a:lnTo>
                    <a:pt x="371961" y="264411"/>
                  </a:lnTo>
                  <a:lnTo>
                    <a:pt x="377017" y="264854"/>
                  </a:lnTo>
                  <a:lnTo>
                    <a:pt x="377711" y="264915"/>
                  </a:lnTo>
                  <a:lnTo>
                    <a:pt x="380630" y="264586"/>
                  </a:lnTo>
                  <a:lnTo>
                    <a:pt x="383290" y="264287"/>
                  </a:lnTo>
                  <a:lnTo>
                    <a:pt x="387459" y="263285"/>
                  </a:lnTo>
                  <a:lnTo>
                    <a:pt x="391126" y="262591"/>
                  </a:lnTo>
                  <a:lnTo>
                    <a:pt x="393041" y="262229"/>
                  </a:lnTo>
                  <a:lnTo>
                    <a:pt x="398604" y="262112"/>
                  </a:lnTo>
                  <a:lnTo>
                    <a:pt x="402114" y="262606"/>
                  </a:lnTo>
                  <a:lnTo>
                    <a:pt x="407297" y="263337"/>
                  </a:lnTo>
                  <a:lnTo>
                    <a:pt x="410629" y="264322"/>
                  </a:lnTo>
                  <a:lnTo>
                    <a:pt x="412944" y="265677"/>
                  </a:lnTo>
                  <a:lnTo>
                    <a:pt x="413432" y="266000"/>
                  </a:lnTo>
                  <a:lnTo>
                    <a:pt x="413660" y="266151"/>
                  </a:lnTo>
                  <a:lnTo>
                    <a:pt x="415201" y="267490"/>
                  </a:lnTo>
                  <a:lnTo>
                    <a:pt x="414374" y="268123"/>
                  </a:lnTo>
                  <a:lnTo>
                    <a:pt x="412766" y="269355"/>
                  </a:lnTo>
                  <a:lnTo>
                    <a:pt x="412125" y="269463"/>
                  </a:lnTo>
                  <a:lnTo>
                    <a:pt x="408919" y="269148"/>
                  </a:lnTo>
                  <a:lnTo>
                    <a:pt x="395083" y="270114"/>
                  </a:lnTo>
                  <a:lnTo>
                    <a:pt x="394810" y="274413"/>
                  </a:lnTo>
                  <a:lnTo>
                    <a:pt x="394824" y="275124"/>
                  </a:lnTo>
                  <a:lnTo>
                    <a:pt x="394887" y="278345"/>
                  </a:lnTo>
                  <a:lnTo>
                    <a:pt x="395341" y="283986"/>
                  </a:lnTo>
                  <a:lnTo>
                    <a:pt x="395401" y="284925"/>
                  </a:lnTo>
                  <a:lnTo>
                    <a:pt x="396085" y="285350"/>
                  </a:lnTo>
                  <a:lnTo>
                    <a:pt x="397105" y="285646"/>
                  </a:lnTo>
                  <a:lnTo>
                    <a:pt x="398062" y="286057"/>
                  </a:lnTo>
                  <a:lnTo>
                    <a:pt x="399386" y="286173"/>
                  </a:lnTo>
                  <a:lnTo>
                    <a:pt x="401247" y="288088"/>
                  </a:lnTo>
                  <a:lnTo>
                    <a:pt x="401809" y="288393"/>
                  </a:lnTo>
                  <a:lnTo>
                    <a:pt x="403455" y="289285"/>
                  </a:lnTo>
                  <a:lnTo>
                    <a:pt x="404032" y="289598"/>
                  </a:lnTo>
                  <a:lnTo>
                    <a:pt x="404204" y="289691"/>
                  </a:lnTo>
                  <a:lnTo>
                    <a:pt x="404599" y="289884"/>
                  </a:lnTo>
                  <a:lnTo>
                    <a:pt x="407532" y="291313"/>
                  </a:lnTo>
                  <a:lnTo>
                    <a:pt x="409500" y="292109"/>
                  </a:lnTo>
                  <a:lnTo>
                    <a:pt x="410106" y="292334"/>
                  </a:lnTo>
                  <a:lnTo>
                    <a:pt x="410477" y="292471"/>
                  </a:lnTo>
                  <a:lnTo>
                    <a:pt x="410410" y="292772"/>
                  </a:lnTo>
                  <a:lnTo>
                    <a:pt x="410065" y="293030"/>
                  </a:lnTo>
                  <a:lnTo>
                    <a:pt x="409358" y="293562"/>
                  </a:lnTo>
                  <a:lnTo>
                    <a:pt x="406035" y="293587"/>
                  </a:lnTo>
                  <a:lnTo>
                    <a:pt x="404825" y="293494"/>
                  </a:lnTo>
                  <a:lnTo>
                    <a:pt x="403371" y="293381"/>
                  </a:lnTo>
                  <a:lnTo>
                    <a:pt x="401702" y="293223"/>
                  </a:lnTo>
                  <a:lnTo>
                    <a:pt x="399765" y="293040"/>
                  </a:lnTo>
                  <a:lnTo>
                    <a:pt x="397737" y="293219"/>
                  </a:lnTo>
                  <a:lnTo>
                    <a:pt x="396455" y="293666"/>
                  </a:lnTo>
                  <a:lnTo>
                    <a:pt x="395233" y="294352"/>
                  </a:lnTo>
                  <a:lnTo>
                    <a:pt x="394900" y="294793"/>
                  </a:lnTo>
                  <a:lnTo>
                    <a:pt x="394380" y="295483"/>
                  </a:lnTo>
                  <a:lnTo>
                    <a:pt x="394558" y="296449"/>
                  </a:lnTo>
                  <a:lnTo>
                    <a:pt x="394661" y="297010"/>
                  </a:lnTo>
                  <a:lnTo>
                    <a:pt x="391352" y="298227"/>
                  </a:lnTo>
                  <a:lnTo>
                    <a:pt x="388417" y="299306"/>
                  </a:lnTo>
                  <a:lnTo>
                    <a:pt x="387227" y="298671"/>
                  </a:lnTo>
                  <a:lnTo>
                    <a:pt x="384889" y="297424"/>
                  </a:lnTo>
                  <a:lnTo>
                    <a:pt x="383925" y="297297"/>
                  </a:lnTo>
                  <a:lnTo>
                    <a:pt x="377421" y="291995"/>
                  </a:lnTo>
                  <a:lnTo>
                    <a:pt x="376954" y="291614"/>
                  </a:lnTo>
                  <a:lnTo>
                    <a:pt x="376679" y="291493"/>
                  </a:lnTo>
                  <a:lnTo>
                    <a:pt x="373916" y="290285"/>
                  </a:lnTo>
                  <a:lnTo>
                    <a:pt x="373462" y="291351"/>
                  </a:lnTo>
                  <a:lnTo>
                    <a:pt x="371858" y="295116"/>
                  </a:lnTo>
                  <a:lnTo>
                    <a:pt x="370349" y="293215"/>
                  </a:lnTo>
                  <a:lnTo>
                    <a:pt x="367969" y="290218"/>
                  </a:lnTo>
                  <a:lnTo>
                    <a:pt x="365448" y="289168"/>
                  </a:lnTo>
                  <a:lnTo>
                    <a:pt x="365028" y="288226"/>
                  </a:lnTo>
                  <a:lnTo>
                    <a:pt x="364327" y="283644"/>
                  </a:lnTo>
                  <a:lnTo>
                    <a:pt x="359143" y="282991"/>
                  </a:lnTo>
                  <a:lnTo>
                    <a:pt x="359578" y="284516"/>
                  </a:lnTo>
                  <a:lnTo>
                    <a:pt x="360276" y="285392"/>
                  </a:lnTo>
                  <a:lnTo>
                    <a:pt x="360752" y="286273"/>
                  </a:lnTo>
                  <a:lnTo>
                    <a:pt x="361367" y="289093"/>
                  </a:lnTo>
                  <a:lnTo>
                    <a:pt x="362215" y="291013"/>
                  </a:lnTo>
                  <a:lnTo>
                    <a:pt x="363156" y="292958"/>
                  </a:lnTo>
                  <a:lnTo>
                    <a:pt x="365375" y="298504"/>
                  </a:lnTo>
                  <a:lnTo>
                    <a:pt x="366664" y="300915"/>
                  </a:lnTo>
                  <a:lnTo>
                    <a:pt x="365592" y="300589"/>
                  </a:lnTo>
                  <a:lnTo>
                    <a:pt x="361690" y="299835"/>
                  </a:lnTo>
                  <a:lnTo>
                    <a:pt x="356603" y="299191"/>
                  </a:lnTo>
                  <a:lnTo>
                    <a:pt x="356902" y="299857"/>
                  </a:lnTo>
                  <a:lnTo>
                    <a:pt x="353889" y="301885"/>
                  </a:lnTo>
                  <a:lnTo>
                    <a:pt x="353124" y="302400"/>
                  </a:lnTo>
                  <a:lnTo>
                    <a:pt x="351948" y="302893"/>
                  </a:lnTo>
                  <a:lnTo>
                    <a:pt x="351305" y="303330"/>
                  </a:lnTo>
                  <a:lnTo>
                    <a:pt x="350904" y="303602"/>
                  </a:lnTo>
                  <a:lnTo>
                    <a:pt x="351873" y="305503"/>
                  </a:lnTo>
                  <a:lnTo>
                    <a:pt x="352359" y="306299"/>
                  </a:lnTo>
                  <a:lnTo>
                    <a:pt x="351280" y="306956"/>
                  </a:lnTo>
                  <a:lnTo>
                    <a:pt x="352832" y="309076"/>
                  </a:lnTo>
                  <a:lnTo>
                    <a:pt x="353578" y="311350"/>
                  </a:lnTo>
                  <a:lnTo>
                    <a:pt x="350223" y="313437"/>
                  </a:lnTo>
                  <a:lnTo>
                    <a:pt x="347278" y="315667"/>
                  </a:lnTo>
                  <a:lnTo>
                    <a:pt x="346111" y="313722"/>
                  </a:lnTo>
                  <a:lnTo>
                    <a:pt x="336629" y="318463"/>
                  </a:lnTo>
                  <a:lnTo>
                    <a:pt x="333587" y="318880"/>
                  </a:lnTo>
                  <a:lnTo>
                    <a:pt x="325715" y="317896"/>
                  </a:lnTo>
                  <a:lnTo>
                    <a:pt x="323180" y="307072"/>
                  </a:lnTo>
                  <a:lnTo>
                    <a:pt x="328756" y="305819"/>
                  </a:lnTo>
                  <a:lnTo>
                    <a:pt x="328667" y="302450"/>
                  </a:lnTo>
                  <a:lnTo>
                    <a:pt x="330247" y="301645"/>
                  </a:lnTo>
                  <a:lnTo>
                    <a:pt x="329860" y="299528"/>
                  </a:lnTo>
                  <a:lnTo>
                    <a:pt x="323538" y="302122"/>
                  </a:lnTo>
                  <a:lnTo>
                    <a:pt x="317992" y="305879"/>
                  </a:lnTo>
                  <a:lnTo>
                    <a:pt x="313161" y="306088"/>
                  </a:lnTo>
                  <a:lnTo>
                    <a:pt x="305885" y="302808"/>
                  </a:lnTo>
                  <a:lnTo>
                    <a:pt x="303838" y="303731"/>
                  </a:lnTo>
                  <a:lnTo>
                    <a:pt x="301095" y="302300"/>
                  </a:lnTo>
                  <a:lnTo>
                    <a:pt x="299891" y="300064"/>
                  </a:lnTo>
                  <a:lnTo>
                    <a:pt x="299127" y="297827"/>
                  </a:lnTo>
                  <a:lnTo>
                    <a:pt x="299007" y="295680"/>
                  </a:lnTo>
                  <a:lnTo>
                    <a:pt x="299306" y="293294"/>
                  </a:lnTo>
                  <a:lnTo>
                    <a:pt x="298709" y="291803"/>
                  </a:lnTo>
                  <a:lnTo>
                    <a:pt x="296920" y="291088"/>
                  </a:lnTo>
                  <a:lnTo>
                    <a:pt x="294419" y="291387"/>
                  </a:lnTo>
                  <a:lnTo>
                    <a:pt x="289007" y="291879"/>
                  </a:lnTo>
                  <a:lnTo>
                    <a:pt x="283237" y="284409"/>
                  </a:lnTo>
                  <a:lnTo>
                    <a:pt x="282521" y="279936"/>
                  </a:lnTo>
                  <a:lnTo>
                    <a:pt x="284668" y="275776"/>
                  </a:lnTo>
                  <a:lnTo>
                    <a:pt x="291512" y="267233"/>
                  </a:lnTo>
                  <a:lnTo>
                    <a:pt x="286368" y="262715"/>
                  </a:lnTo>
                  <a:lnTo>
                    <a:pt x="278943" y="253054"/>
                  </a:lnTo>
                  <a:lnTo>
                    <a:pt x="268789" y="247418"/>
                  </a:lnTo>
                  <a:lnTo>
                    <a:pt x="265882" y="250817"/>
                  </a:lnTo>
                  <a:lnTo>
                    <a:pt x="259307" y="245852"/>
                  </a:lnTo>
                  <a:lnTo>
                    <a:pt x="263959" y="239724"/>
                  </a:lnTo>
                  <a:lnTo>
                    <a:pt x="258384" y="235771"/>
                  </a:lnTo>
                  <a:lnTo>
                    <a:pt x="260130" y="232414"/>
                  </a:lnTo>
                  <a:lnTo>
                    <a:pt x="259096" y="231659"/>
                  </a:lnTo>
                  <a:lnTo>
                    <a:pt x="257945" y="230818"/>
                  </a:lnTo>
                  <a:lnTo>
                    <a:pt x="253286" y="227414"/>
                  </a:lnTo>
                  <a:lnTo>
                    <a:pt x="250033" y="225038"/>
                  </a:lnTo>
                  <a:lnTo>
                    <a:pt x="249118" y="224370"/>
                  </a:lnTo>
                  <a:lnTo>
                    <a:pt x="247842" y="223438"/>
                  </a:lnTo>
                  <a:lnTo>
                    <a:pt x="245046" y="221773"/>
                  </a:lnTo>
                  <a:lnTo>
                    <a:pt x="242420" y="220209"/>
                  </a:lnTo>
                  <a:lnTo>
                    <a:pt x="239680" y="218577"/>
                  </a:lnTo>
                  <a:lnTo>
                    <a:pt x="238689" y="217987"/>
                  </a:lnTo>
                  <a:lnTo>
                    <a:pt x="235595" y="215681"/>
                  </a:lnTo>
                  <a:lnTo>
                    <a:pt x="235304" y="215464"/>
                  </a:lnTo>
                  <a:lnTo>
                    <a:pt x="233078" y="213805"/>
                  </a:lnTo>
                  <a:lnTo>
                    <a:pt x="231940" y="212957"/>
                  </a:lnTo>
                  <a:lnTo>
                    <a:pt x="229912" y="211445"/>
                  </a:lnTo>
                  <a:lnTo>
                    <a:pt x="229298" y="210987"/>
                  </a:lnTo>
                  <a:lnTo>
                    <a:pt x="229064" y="210813"/>
                  </a:lnTo>
                  <a:lnTo>
                    <a:pt x="228818" y="210664"/>
                  </a:lnTo>
                  <a:lnTo>
                    <a:pt x="228597" y="210530"/>
                  </a:lnTo>
                  <a:lnTo>
                    <a:pt x="226185" y="209067"/>
                  </a:lnTo>
                  <a:lnTo>
                    <a:pt x="225945" y="208922"/>
                  </a:lnTo>
                  <a:lnTo>
                    <a:pt x="224768" y="207403"/>
                  </a:lnTo>
                  <a:lnTo>
                    <a:pt x="222068" y="203920"/>
                  </a:lnTo>
                  <a:lnTo>
                    <a:pt x="220431" y="201809"/>
                  </a:lnTo>
                  <a:lnTo>
                    <a:pt x="219390" y="200770"/>
                  </a:lnTo>
                  <a:lnTo>
                    <a:pt x="218447" y="199655"/>
                  </a:lnTo>
                  <a:lnTo>
                    <a:pt x="217684" y="198754"/>
                  </a:lnTo>
                  <a:lnTo>
                    <a:pt x="217445" y="198599"/>
                  </a:lnTo>
                  <a:lnTo>
                    <a:pt x="215167" y="197115"/>
                  </a:lnTo>
                  <a:lnTo>
                    <a:pt x="214495" y="196678"/>
                  </a:lnTo>
                  <a:lnTo>
                    <a:pt x="212332" y="195268"/>
                  </a:lnTo>
                  <a:lnTo>
                    <a:pt x="210953" y="194370"/>
                  </a:lnTo>
                  <a:lnTo>
                    <a:pt x="210534" y="194097"/>
                  </a:lnTo>
                  <a:lnTo>
                    <a:pt x="209460" y="193398"/>
                  </a:lnTo>
                  <a:lnTo>
                    <a:pt x="209278" y="193656"/>
                  </a:lnTo>
                  <a:lnTo>
                    <a:pt x="209038" y="193995"/>
                  </a:lnTo>
                  <a:lnTo>
                    <a:pt x="208622" y="193684"/>
                  </a:lnTo>
                  <a:lnTo>
                    <a:pt x="205823" y="191536"/>
                  </a:lnTo>
                  <a:lnTo>
                    <a:pt x="205638" y="191242"/>
                  </a:lnTo>
                  <a:lnTo>
                    <a:pt x="205505" y="191033"/>
                  </a:lnTo>
                  <a:lnTo>
                    <a:pt x="205248" y="190626"/>
                  </a:lnTo>
                  <a:lnTo>
                    <a:pt x="204938" y="190135"/>
                  </a:lnTo>
                  <a:lnTo>
                    <a:pt x="202385" y="187305"/>
                  </a:lnTo>
                  <a:lnTo>
                    <a:pt x="202047" y="186931"/>
                  </a:lnTo>
                  <a:lnTo>
                    <a:pt x="201836" y="186697"/>
                  </a:lnTo>
                  <a:lnTo>
                    <a:pt x="200703" y="185084"/>
                  </a:lnTo>
                  <a:lnTo>
                    <a:pt x="199981" y="184057"/>
                  </a:lnTo>
                  <a:lnTo>
                    <a:pt x="199654" y="183625"/>
                  </a:lnTo>
                  <a:lnTo>
                    <a:pt x="199329" y="183300"/>
                  </a:lnTo>
                  <a:lnTo>
                    <a:pt x="197928" y="181906"/>
                  </a:lnTo>
                  <a:lnTo>
                    <a:pt x="195538" y="184708"/>
                  </a:lnTo>
                  <a:lnTo>
                    <a:pt x="194602" y="186634"/>
                  </a:lnTo>
                  <a:lnTo>
                    <a:pt x="194463" y="186920"/>
                  </a:lnTo>
                  <a:lnTo>
                    <a:pt x="194228" y="187404"/>
                  </a:lnTo>
                  <a:lnTo>
                    <a:pt x="193942" y="187893"/>
                  </a:lnTo>
                  <a:lnTo>
                    <a:pt x="185157" y="191516"/>
                  </a:lnTo>
                  <a:lnTo>
                    <a:pt x="183958" y="191411"/>
                  </a:lnTo>
                  <a:lnTo>
                    <a:pt x="176262" y="190738"/>
                  </a:lnTo>
                  <a:lnTo>
                    <a:pt x="175922" y="189306"/>
                  </a:lnTo>
                  <a:lnTo>
                    <a:pt x="175588" y="188220"/>
                  </a:lnTo>
                  <a:lnTo>
                    <a:pt x="172824" y="187206"/>
                  </a:lnTo>
                  <a:lnTo>
                    <a:pt x="172356" y="187043"/>
                  </a:lnTo>
                  <a:lnTo>
                    <a:pt x="171596" y="186779"/>
                  </a:lnTo>
                  <a:lnTo>
                    <a:pt x="170149" y="186276"/>
                  </a:lnTo>
                  <a:lnTo>
                    <a:pt x="170075" y="185587"/>
                  </a:lnTo>
                  <a:lnTo>
                    <a:pt x="170051" y="185369"/>
                  </a:lnTo>
                  <a:lnTo>
                    <a:pt x="167128" y="184934"/>
                  </a:lnTo>
                  <a:lnTo>
                    <a:pt x="166893" y="184927"/>
                  </a:lnTo>
                  <a:lnTo>
                    <a:pt x="166621" y="184860"/>
                  </a:lnTo>
                  <a:lnTo>
                    <a:pt x="166655" y="182867"/>
                  </a:lnTo>
                  <a:lnTo>
                    <a:pt x="166160" y="182610"/>
                  </a:lnTo>
                  <a:lnTo>
                    <a:pt x="162323" y="180597"/>
                  </a:lnTo>
                  <a:lnTo>
                    <a:pt x="161703" y="180118"/>
                  </a:lnTo>
                  <a:lnTo>
                    <a:pt x="159109" y="178469"/>
                  </a:lnTo>
                  <a:lnTo>
                    <a:pt x="158423" y="178102"/>
                  </a:lnTo>
                  <a:lnTo>
                    <a:pt x="157275" y="177486"/>
                  </a:lnTo>
                  <a:lnTo>
                    <a:pt x="156771" y="177217"/>
                  </a:lnTo>
                  <a:lnTo>
                    <a:pt x="155319" y="175971"/>
                  </a:lnTo>
                  <a:lnTo>
                    <a:pt x="153522" y="174641"/>
                  </a:lnTo>
                  <a:lnTo>
                    <a:pt x="153050" y="174292"/>
                  </a:lnTo>
                  <a:lnTo>
                    <a:pt x="152347" y="173771"/>
                  </a:lnTo>
                  <a:lnTo>
                    <a:pt x="151262" y="173044"/>
                  </a:lnTo>
                  <a:lnTo>
                    <a:pt x="151063" y="172910"/>
                  </a:lnTo>
                  <a:lnTo>
                    <a:pt x="144995" y="168841"/>
                  </a:lnTo>
                  <a:lnTo>
                    <a:pt x="144860" y="168750"/>
                  </a:lnTo>
                  <a:lnTo>
                    <a:pt x="144499" y="168508"/>
                  </a:lnTo>
                  <a:lnTo>
                    <a:pt x="141256" y="166333"/>
                  </a:lnTo>
                  <a:lnTo>
                    <a:pt x="140908" y="166100"/>
                  </a:lnTo>
                  <a:lnTo>
                    <a:pt x="137864" y="164059"/>
                  </a:lnTo>
                  <a:lnTo>
                    <a:pt x="137644" y="163911"/>
                  </a:lnTo>
                  <a:lnTo>
                    <a:pt x="135207" y="162277"/>
                  </a:lnTo>
                  <a:lnTo>
                    <a:pt x="131794" y="159908"/>
                  </a:lnTo>
                  <a:lnTo>
                    <a:pt x="129817" y="158537"/>
                  </a:lnTo>
                  <a:lnTo>
                    <a:pt x="129356" y="158228"/>
                  </a:lnTo>
                  <a:lnTo>
                    <a:pt x="126698" y="156445"/>
                  </a:lnTo>
                  <a:lnTo>
                    <a:pt x="126446" y="156275"/>
                  </a:lnTo>
                  <a:lnTo>
                    <a:pt x="125594" y="155674"/>
                  </a:lnTo>
                  <a:lnTo>
                    <a:pt x="125195" y="155393"/>
                  </a:lnTo>
                  <a:lnTo>
                    <a:pt x="124841" y="155143"/>
                  </a:lnTo>
                  <a:lnTo>
                    <a:pt x="124656" y="155013"/>
                  </a:lnTo>
                  <a:lnTo>
                    <a:pt x="119820" y="151710"/>
                  </a:lnTo>
                  <a:lnTo>
                    <a:pt x="114888" y="148342"/>
                  </a:lnTo>
                  <a:lnTo>
                    <a:pt x="105328" y="141814"/>
                  </a:lnTo>
                  <a:lnTo>
                    <a:pt x="105077" y="141643"/>
                  </a:lnTo>
                  <a:lnTo>
                    <a:pt x="100144" y="138263"/>
                  </a:lnTo>
                  <a:lnTo>
                    <a:pt x="99949" y="138130"/>
                  </a:lnTo>
                  <a:lnTo>
                    <a:pt x="95337" y="134970"/>
                  </a:lnTo>
                  <a:lnTo>
                    <a:pt x="95144" y="134838"/>
                  </a:lnTo>
                  <a:lnTo>
                    <a:pt x="94395" y="134325"/>
                  </a:lnTo>
                  <a:lnTo>
                    <a:pt x="90451" y="131623"/>
                  </a:lnTo>
                  <a:lnTo>
                    <a:pt x="90183" y="131439"/>
                  </a:lnTo>
                  <a:lnTo>
                    <a:pt x="83045" y="126587"/>
                  </a:lnTo>
                  <a:lnTo>
                    <a:pt x="82789" y="126419"/>
                  </a:lnTo>
                  <a:lnTo>
                    <a:pt x="81936" y="125861"/>
                  </a:lnTo>
                  <a:lnTo>
                    <a:pt x="81706" y="125710"/>
                  </a:lnTo>
                  <a:lnTo>
                    <a:pt x="74842" y="121217"/>
                  </a:lnTo>
                  <a:lnTo>
                    <a:pt x="74526" y="121010"/>
                  </a:lnTo>
                  <a:lnTo>
                    <a:pt x="69874" y="117965"/>
                  </a:lnTo>
                  <a:lnTo>
                    <a:pt x="69443" y="117683"/>
                  </a:lnTo>
                  <a:lnTo>
                    <a:pt x="64812" y="114651"/>
                  </a:lnTo>
                  <a:lnTo>
                    <a:pt x="62449" y="113104"/>
                  </a:lnTo>
                  <a:lnTo>
                    <a:pt x="61959" y="112783"/>
                  </a:lnTo>
                  <a:lnTo>
                    <a:pt x="60256" y="111669"/>
                  </a:lnTo>
                  <a:lnTo>
                    <a:pt x="60234" y="111229"/>
                  </a:lnTo>
                  <a:lnTo>
                    <a:pt x="60176" y="110086"/>
                  </a:lnTo>
                  <a:lnTo>
                    <a:pt x="59965" y="109690"/>
                  </a:lnTo>
                  <a:lnTo>
                    <a:pt x="58757" y="109138"/>
                  </a:lnTo>
                  <a:lnTo>
                    <a:pt x="57608" y="107438"/>
                  </a:lnTo>
                  <a:lnTo>
                    <a:pt x="56825" y="106842"/>
                  </a:lnTo>
                  <a:lnTo>
                    <a:pt x="56149" y="105460"/>
                  </a:lnTo>
                  <a:lnTo>
                    <a:pt x="55964" y="105358"/>
                  </a:lnTo>
                  <a:lnTo>
                    <a:pt x="54977" y="104815"/>
                  </a:lnTo>
                  <a:lnTo>
                    <a:pt x="54832" y="104823"/>
                  </a:lnTo>
                  <a:lnTo>
                    <a:pt x="54911" y="103259"/>
                  </a:lnTo>
                  <a:lnTo>
                    <a:pt x="53200" y="102349"/>
                  </a:lnTo>
                  <a:lnTo>
                    <a:pt x="52792" y="102132"/>
                  </a:lnTo>
                  <a:lnTo>
                    <a:pt x="51975" y="101698"/>
                  </a:lnTo>
                  <a:lnTo>
                    <a:pt x="49712" y="100399"/>
                  </a:lnTo>
                  <a:lnTo>
                    <a:pt x="48672" y="99813"/>
                  </a:lnTo>
                  <a:lnTo>
                    <a:pt x="47887" y="99544"/>
                  </a:lnTo>
                  <a:lnTo>
                    <a:pt x="47753" y="99498"/>
                  </a:lnTo>
                  <a:lnTo>
                    <a:pt x="47596" y="99395"/>
                  </a:lnTo>
                  <a:lnTo>
                    <a:pt x="47087" y="99061"/>
                  </a:lnTo>
                  <a:lnTo>
                    <a:pt x="46903" y="98979"/>
                  </a:lnTo>
                  <a:lnTo>
                    <a:pt x="46118" y="98629"/>
                  </a:lnTo>
                  <a:lnTo>
                    <a:pt x="45331" y="98029"/>
                  </a:lnTo>
                  <a:lnTo>
                    <a:pt x="42678" y="96003"/>
                  </a:lnTo>
                  <a:lnTo>
                    <a:pt x="41950" y="95422"/>
                  </a:lnTo>
                  <a:lnTo>
                    <a:pt x="39499" y="93465"/>
                  </a:lnTo>
                  <a:lnTo>
                    <a:pt x="39257" y="93272"/>
                  </a:lnTo>
                  <a:lnTo>
                    <a:pt x="38831" y="92792"/>
                  </a:lnTo>
                  <a:lnTo>
                    <a:pt x="37671" y="91486"/>
                  </a:lnTo>
                  <a:lnTo>
                    <a:pt x="37102" y="90890"/>
                  </a:lnTo>
                  <a:lnTo>
                    <a:pt x="36691" y="90604"/>
                  </a:lnTo>
                  <a:lnTo>
                    <a:pt x="35437" y="88883"/>
                  </a:lnTo>
                  <a:lnTo>
                    <a:pt x="34692" y="87859"/>
                  </a:lnTo>
                  <a:lnTo>
                    <a:pt x="34244" y="87244"/>
                  </a:lnTo>
                  <a:lnTo>
                    <a:pt x="33988" y="87198"/>
                  </a:lnTo>
                  <a:lnTo>
                    <a:pt x="33542" y="87116"/>
                  </a:lnTo>
                  <a:lnTo>
                    <a:pt x="33066" y="87209"/>
                  </a:lnTo>
                  <a:lnTo>
                    <a:pt x="31580" y="87500"/>
                  </a:lnTo>
                  <a:lnTo>
                    <a:pt x="30036" y="87803"/>
                  </a:lnTo>
                  <a:lnTo>
                    <a:pt x="29830" y="87812"/>
                  </a:lnTo>
                  <a:lnTo>
                    <a:pt x="29157" y="87841"/>
                  </a:lnTo>
                  <a:lnTo>
                    <a:pt x="29037" y="88741"/>
                  </a:lnTo>
                  <a:lnTo>
                    <a:pt x="28291" y="89427"/>
                  </a:lnTo>
                  <a:lnTo>
                    <a:pt x="27872" y="89723"/>
                  </a:lnTo>
                  <a:lnTo>
                    <a:pt x="27277" y="90143"/>
                  </a:lnTo>
                  <a:lnTo>
                    <a:pt x="26383" y="90888"/>
                  </a:lnTo>
                  <a:lnTo>
                    <a:pt x="25903" y="91085"/>
                  </a:lnTo>
                  <a:lnTo>
                    <a:pt x="24206" y="91783"/>
                  </a:lnTo>
                  <a:lnTo>
                    <a:pt x="22506" y="93065"/>
                  </a:lnTo>
                  <a:lnTo>
                    <a:pt x="22115" y="93693"/>
                  </a:lnTo>
                  <a:lnTo>
                    <a:pt x="21522" y="94646"/>
                  </a:lnTo>
                  <a:lnTo>
                    <a:pt x="21325" y="95407"/>
                  </a:lnTo>
                  <a:lnTo>
                    <a:pt x="21105" y="96256"/>
                  </a:lnTo>
                  <a:lnTo>
                    <a:pt x="21182" y="96861"/>
                  </a:lnTo>
                  <a:lnTo>
                    <a:pt x="21229" y="97224"/>
                  </a:lnTo>
                  <a:lnTo>
                    <a:pt x="21254" y="97419"/>
                  </a:lnTo>
                  <a:lnTo>
                    <a:pt x="21284" y="98373"/>
                  </a:lnTo>
                  <a:lnTo>
                    <a:pt x="20728" y="99473"/>
                  </a:lnTo>
                  <a:lnTo>
                    <a:pt x="19703" y="100520"/>
                  </a:lnTo>
                  <a:lnTo>
                    <a:pt x="18779" y="100550"/>
                  </a:lnTo>
                  <a:lnTo>
                    <a:pt x="18033" y="100192"/>
                  </a:lnTo>
                  <a:lnTo>
                    <a:pt x="17198" y="99327"/>
                  </a:lnTo>
                  <a:lnTo>
                    <a:pt x="16005" y="98164"/>
                  </a:lnTo>
                  <a:lnTo>
                    <a:pt x="15736" y="97984"/>
                  </a:lnTo>
                  <a:lnTo>
                    <a:pt x="14306" y="97031"/>
                  </a:lnTo>
                  <a:lnTo>
                    <a:pt x="13083" y="96554"/>
                  </a:lnTo>
                  <a:lnTo>
                    <a:pt x="12122" y="96455"/>
                  </a:lnTo>
                  <a:lnTo>
                    <a:pt x="11920" y="96435"/>
                  </a:lnTo>
                  <a:lnTo>
                    <a:pt x="11344" y="95961"/>
                  </a:lnTo>
                  <a:lnTo>
                    <a:pt x="10310" y="94974"/>
                  </a:lnTo>
                  <a:lnTo>
                    <a:pt x="9147" y="94467"/>
                  </a:lnTo>
                  <a:lnTo>
                    <a:pt x="8501" y="94618"/>
                  </a:lnTo>
                  <a:lnTo>
                    <a:pt x="7563" y="97083"/>
                  </a:lnTo>
                  <a:lnTo>
                    <a:pt x="878" y="97904"/>
                  </a:lnTo>
                  <a:lnTo>
                    <a:pt x="811" y="97487"/>
                  </a:lnTo>
                  <a:lnTo>
                    <a:pt x="560" y="95912"/>
                  </a:lnTo>
                  <a:lnTo>
                    <a:pt x="560" y="95597"/>
                  </a:lnTo>
                  <a:lnTo>
                    <a:pt x="540" y="95021"/>
                  </a:lnTo>
                  <a:lnTo>
                    <a:pt x="469" y="92983"/>
                  </a:lnTo>
                  <a:lnTo>
                    <a:pt x="287" y="87772"/>
                  </a:lnTo>
                  <a:lnTo>
                    <a:pt x="251" y="86756"/>
                  </a:lnTo>
                  <a:lnTo>
                    <a:pt x="202" y="85351"/>
                  </a:lnTo>
                  <a:lnTo>
                    <a:pt x="0" y="78142"/>
                  </a:lnTo>
                  <a:lnTo>
                    <a:pt x="5712" y="76786"/>
                  </a:lnTo>
                  <a:lnTo>
                    <a:pt x="6070" y="78873"/>
                  </a:lnTo>
                  <a:lnTo>
                    <a:pt x="8038" y="81497"/>
                  </a:lnTo>
                  <a:lnTo>
                    <a:pt x="15791" y="84419"/>
                  </a:lnTo>
                  <a:lnTo>
                    <a:pt x="17521" y="83704"/>
                  </a:lnTo>
                  <a:lnTo>
                    <a:pt x="17580" y="81258"/>
                  </a:lnTo>
                  <a:lnTo>
                    <a:pt x="24916" y="70404"/>
                  </a:lnTo>
                  <a:lnTo>
                    <a:pt x="26233" y="70387"/>
                  </a:lnTo>
                  <a:lnTo>
                    <a:pt x="27146" y="70376"/>
                  </a:lnTo>
                  <a:lnTo>
                    <a:pt x="29568" y="70344"/>
                  </a:lnTo>
                  <a:lnTo>
                    <a:pt x="32879" y="68269"/>
                  </a:lnTo>
                  <a:lnTo>
                    <a:pt x="32841" y="66926"/>
                  </a:lnTo>
                  <a:lnTo>
                    <a:pt x="33554" y="65915"/>
                  </a:lnTo>
                  <a:lnTo>
                    <a:pt x="30623" y="65764"/>
                  </a:lnTo>
                  <a:lnTo>
                    <a:pt x="30160" y="64312"/>
                  </a:lnTo>
                  <a:lnTo>
                    <a:pt x="29139" y="61108"/>
                  </a:lnTo>
                  <a:lnTo>
                    <a:pt x="27943" y="60203"/>
                  </a:lnTo>
                  <a:lnTo>
                    <a:pt x="24709" y="57480"/>
                  </a:lnTo>
                  <a:lnTo>
                    <a:pt x="23231" y="56580"/>
                  </a:lnTo>
                  <a:lnTo>
                    <a:pt x="22034" y="54321"/>
                  </a:lnTo>
                  <a:lnTo>
                    <a:pt x="23316" y="54202"/>
                  </a:lnTo>
                  <a:lnTo>
                    <a:pt x="24586" y="54163"/>
                  </a:lnTo>
                  <a:lnTo>
                    <a:pt x="26054" y="54117"/>
                  </a:lnTo>
                  <a:lnTo>
                    <a:pt x="29627" y="56270"/>
                  </a:lnTo>
                  <a:lnTo>
                    <a:pt x="31059" y="58178"/>
                  </a:lnTo>
                  <a:lnTo>
                    <a:pt x="33385" y="53228"/>
                  </a:lnTo>
                  <a:lnTo>
                    <a:pt x="32550" y="52095"/>
                  </a:lnTo>
                  <a:lnTo>
                    <a:pt x="30284" y="48696"/>
                  </a:lnTo>
                  <a:lnTo>
                    <a:pt x="34100" y="40585"/>
                  </a:lnTo>
                  <a:lnTo>
                    <a:pt x="31083" y="38695"/>
                  </a:lnTo>
                  <a:lnTo>
                    <a:pt x="27907" y="36533"/>
                  </a:lnTo>
                  <a:lnTo>
                    <a:pt x="24737" y="29492"/>
                  </a:lnTo>
                  <a:lnTo>
                    <a:pt x="25155" y="25257"/>
                  </a:lnTo>
                  <a:lnTo>
                    <a:pt x="29210" y="21918"/>
                  </a:lnTo>
                  <a:lnTo>
                    <a:pt x="37367" y="17677"/>
                  </a:lnTo>
                  <a:lnTo>
                    <a:pt x="35927" y="14069"/>
                  </a:lnTo>
                  <a:lnTo>
                    <a:pt x="34718" y="11038"/>
                  </a:lnTo>
                  <a:lnTo>
                    <a:pt x="34250" y="9114"/>
                  </a:lnTo>
                  <a:lnTo>
                    <a:pt x="33230" y="7826"/>
                  </a:lnTo>
                  <a:lnTo>
                    <a:pt x="32550" y="6090"/>
                  </a:lnTo>
                  <a:lnTo>
                    <a:pt x="33948" y="5119"/>
                  </a:lnTo>
                  <a:lnTo>
                    <a:pt x="34506" y="4731"/>
                  </a:lnTo>
                  <a:lnTo>
                    <a:pt x="34894" y="4462"/>
                  </a:lnTo>
                  <a:lnTo>
                    <a:pt x="38120" y="9650"/>
                  </a:lnTo>
                  <a:lnTo>
                    <a:pt x="41865" y="9755"/>
                  </a:lnTo>
                  <a:lnTo>
                    <a:pt x="46028" y="10762"/>
                  </a:lnTo>
                  <a:lnTo>
                    <a:pt x="47859" y="11204"/>
                  </a:lnTo>
                  <a:lnTo>
                    <a:pt x="52325" y="13388"/>
                  </a:lnTo>
                  <a:lnTo>
                    <a:pt x="53602" y="9274"/>
                  </a:lnTo>
                  <a:lnTo>
                    <a:pt x="54768" y="9571"/>
                  </a:lnTo>
                  <a:lnTo>
                    <a:pt x="54965" y="9621"/>
                  </a:lnTo>
                  <a:lnTo>
                    <a:pt x="62727" y="11600"/>
                  </a:lnTo>
                  <a:lnTo>
                    <a:pt x="72600" y="10481"/>
                  </a:lnTo>
                  <a:lnTo>
                    <a:pt x="73478" y="12903"/>
                  </a:lnTo>
                  <a:lnTo>
                    <a:pt x="74237" y="14999"/>
                  </a:lnTo>
                  <a:lnTo>
                    <a:pt x="83422" y="12316"/>
                  </a:lnTo>
                  <a:lnTo>
                    <a:pt x="84514" y="12662"/>
                  </a:lnTo>
                  <a:lnTo>
                    <a:pt x="85867" y="13091"/>
                  </a:lnTo>
                  <a:lnTo>
                    <a:pt x="89896" y="7716"/>
                  </a:lnTo>
                  <a:lnTo>
                    <a:pt x="90081" y="7674"/>
                  </a:lnTo>
                  <a:lnTo>
                    <a:pt x="92750" y="6944"/>
                  </a:lnTo>
                  <a:lnTo>
                    <a:pt x="94622" y="6031"/>
                  </a:lnTo>
                  <a:lnTo>
                    <a:pt x="98121" y="3831"/>
                  </a:lnTo>
                  <a:lnTo>
                    <a:pt x="98998" y="2911"/>
                  </a:lnTo>
                  <a:lnTo>
                    <a:pt x="100072" y="1783"/>
                  </a:lnTo>
                  <a:lnTo>
                    <a:pt x="102306" y="238"/>
                  </a:lnTo>
                  <a:lnTo>
                    <a:pt x="103827" y="0"/>
                  </a:lnTo>
                  <a:lnTo>
                    <a:pt x="104498" y="852"/>
                  </a:lnTo>
                  <a:lnTo>
                    <a:pt x="104693" y="984"/>
                  </a:lnTo>
                  <a:lnTo>
                    <a:pt x="107408" y="28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7" name="pg346"/>
            <p:cNvSpPr/>
            <p:nvPr/>
          </p:nvSpPr>
          <p:spPr>
            <a:xfrm>
              <a:off x="4581172" y="2369033"/>
              <a:ext cx="101501" cy="94321"/>
            </a:xfrm>
            <a:custGeom>
              <a:avLst/>
              <a:pathLst>
                <a:path w="101501" h="94321">
                  <a:moveTo>
                    <a:pt x="34011" y="10224"/>
                  </a:moveTo>
                  <a:lnTo>
                    <a:pt x="35520" y="12124"/>
                  </a:lnTo>
                  <a:lnTo>
                    <a:pt x="37123" y="8360"/>
                  </a:lnTo>
                  <a:lnTo>
                    <a:pt x="37577" y="7294"/>
                  </a:lnTo>
                  <a:lnTo>
                    <a:pt x="40340" y="8502"/>
                  </a:lnTo>
                  <a:lnTo>
                    <a:pt x="40615" y="8622"/>
                  </a:lnTo>
                  <a:lnTo>
                    <a:pt x="41083" y="9003"/>
                  </a:lnTo>
                  <a:lnTo>
                    <a:pt x="47595" y="14307"/>
                  </a:lnTo>
                  <a:lnTo>
                    <a:pt x="48551" y="14433"/>
                  </a:lnTo>
                  <a:lnTo>
                    <a:pt x="50889" y="15680"/>
                  </a:lnTo>
                  <a:lnTo>
                    <a:pt x="52079" y="16315"/>
                  </a:lnTo>
                  <a:lnTo>
                    <a:pt x="55014" y="15236"/>
                  </a:lnTo>
                  <a:lnTo>
                    <a:pt x="58322" y="14019"/>
                  </a:lnTo>
                  <a:lnTo>
                    <a:pt x="58864" y="15002"/>
                  </a:lnTo>
                  <a:lnTo>
                    <a:pt x="59288" y="15773"/>
                  </a:lnTo>
                  <a:lnTo>
                    <a:pt x="59428" y="16027"/>
                  </a:lnTo>
                  <a:lnTo>
                    <a:pt x="60731" y="17432"/>
                  </a:lnTo>
                  <a:lnTo>
                    <a:pt x="61038" y="17763"/>
                  </a:lnTo>
                  <a:lnTo>
                    <a:pt x="63543" y="19248"/>
                  </a:lnTo>
                  <a:lnTo>
                    <a:pt x="65225" y="21108"/>
                  </a:lnTo>
                  <a:lnTo>
                    <a:pt x="67648" y="24164"/>
                  </a:lnTo>
                  <a:lnTo>
                    <a:pt x="68951" y="27654"/>
                  </a:lnTo>
                  <a:lnTo>
                    <a:pt x="69340" y="28695"/>
                  </a:lnTo>
                  <a:lnTo>
                    <a:pt x="71268" y="30399"/>
                  </a:lnTo>
                  <a:lnTo>
                    <a:pt x="72670" y="31105"/>
                  </a:lnTo>
                  <a:lnTo>
                    <a:pt x="74870" y="32212"/>
                  </a:lnTo>
                  <a:lnTo>
                    <a:pt x="75049" y="32408"/>
                  </a:lnTo>
                  <a:lnTo>
                    <a:pt x="75848" y="33286"/>
                  </a:lnTo>
                  <a:lnTo>
                    <a:pt x="76683" y="35123"/>
                  </a:lnTo>
                  <a:lnTo>
                    <a:pt x="77046" y="35480"/>
                  </a:lnTo>
                  <a:lnTo>
                    <a:pt x="78210" y="36626"/>
                  </a:lnTo>
                  <a:lnTo>
                    <a:pt x="79354" y="37375"/>
                  </a:lnTo>
                  <a:lnTo>
                    <a:pt x="83816" y="40300"/>
                  </a:lnTo>
                  <a:lnTo>
                    <a:pt x="84055" y="40595"/>
                  </a:lnTo>
                  <a:lnTo>
                    <a:pt x="84714" y="41411"/>
                  </a:lnTo>
                  <a:lnTo>
                    <a:pt x="84818" y="41540"/>
                  </a:lnTo>
                  <a:lnTo>
                    <a:pt x="85601" y="41411"/>
                  </a:lnTo>
                  <a:lnTo>
                    <a:pt x="87848" y="41039"/>
                  </a:lnTo>
                  <a:lnTo>
                    <a:pt x="88033" y="41411"/>
                  </a:lnTo>
                  <a:lnTo>
                    <a:pt x="88394" y="42134"/>
                  </a:lnTo>
                  <a:lnTo>
                    <a:pt x="88874" y="43097"/>
                  </a:lnTo>
                  <a:lnTo>
                    <a:pt x="88841" y="43416"/>
                  </a:lnTo>
                  <a:lnTo>
                    <a:pt x="88649" y="45314"/>
                  </a:lnTo>
                  <a:lnTo>
                    <a:pt x="88277" y="48971"/>
                  </a:lnTo>
                  <a:lnTo>
                    <a:pt x="88329" y="49131"/>
                  </a:lnTo>
                  <a:lnTo>
                    <a:pt x="88659" y="50146"/>
                  </a:lnTo>
                  <a:lnTo>
                    <a:pt x="92112" y="52955"/>
                  </a:lnTo>
                  <a:lnTo>
                    <a:pt x="96996" y="56104"/>
                  </a:lnTo>
                  <a:lnTo>
                    <a:pt x="97821" y="56761"/>
                  </a:lnTo>
                  <a:lnTo>
                    <a:pt x="99401" y="55323"/>
                  </a:lnTo>
                  <a:lnTo>
                    <a:pt x="101358" y="58042"/>
                  </a:lnTo>
                  <a:lnTo>
                    <a:pt x="101501" y="61048"/>
                  </a:lnTo>
                  <a:lnTo>
                    <a:pt x="100976" y="63767"/>
                  </a:lnTo>
                  <a:lnTo>
                    <a:pt x="99639" y="64100"/>
                  </a:lnTo>
                  <a:lnTo>
                    <a:pt x="98784" y="63740"/>
                  </a:lnTo>
                  <a:lnTo>
                    <a:pt x="93982" y="65657"/>
                  </a:lnTo>
                  <a:lnTo>
                    <a:pt x="91476" y="66452"/>
                  </a:lnTo>
                  <a:lnTo>
                    <a:pt x="89859" y="66964"/>
                  </a:lnTo>
                  <a:lnTo>
                    <a:pt x="85112" y="61263"/>
                  </a:lnTo>
                  <a:lnTo>
                    <a:pt x="83251" y="62002"/>
                  </a:lnTo>
                  <a:lnTo>
                    <a:pt x="84849" y="65342"/>
                  </a:lnTo>
                  <a:lnTo>
                    <a:pt x="81220" y="66891"/>
                  </a:lnTo>
                  <a:lnTo>
                    <a:pt x="80715" y="67107"/>
                  </a:lnTo>
                  <a:lnTo>
                    <a:pt x="76858" y="68753"/>
                  </a:lnTo>
                  <a:lnTo>
                    <a:pt x="77144" y="71497"/>
                  </a:lnTo>
                  <a:lnTo>
                    <a:pt x="83537" y="80299"/>
                  </a:lnTo>
                  <a:lnTo>
                    <a:pt x="78144" y="81119"/>
                  </a:lnTo>
                  <a:lnTo>
                    <a:pt x="77882" y="82384"/>
                  </a:lnTo>
                  <a:lnTo>
                    <a:pt x="79396" y="82935"/>
                  </a:lnTo>
                  <a:lnTo>
                    <a:pt x="80124" y="83200"/>
                  </a:lnTo>
                  <a:lnTo>
                    <a:pt x="80959" y="83505"/>
                  </a:lnTo>
                  <a:lnTo>
                    <a:pt x="82248" y="85843"/>
                  </a:lnTo>
                  <a:lnTo>
                    <a:pt x="75282" y="89015"/>
                  </a:lnTo>
                  <a:lnTo>
                    <a:pt x="73397" y="85247"/>
                  </a:lnTo>
                  <a:lnTo>
                    <a:pt x="71921" y="86366"/>
                  </a:lnTo>
                  <a:lnTo>
                    <a:pt x="71027" y="87782"/>
                  </a:lnTo>
                  <a:lnTo>
                    <a:pt x="70848" y="88811"/>
                  </a:lnTo>
                  <a:lnTo>
                    <a:pt x="71235" y="89914"/>
                  </a:lnTo>
                  <a:lnTo>
                    <a:pt x="72741" y="91882"/>
                  </a:lnTo>
                  <a:lnTo>
                    <a:pt x="68402" y="93836"/>
                  </a:lnTo>
                  <a:lnTo>
                    <a:pt x="61738" y="93493"/>
                  </a:lnTo>
                  <a:lnTo>
                    <a:pt x="61615" y="87053"/>
                  </a:lnTo>
                  <a:lnTo>
                    <a:pt x="58446" y="87426"/>
                  </a:lnTo>
                  <a:lnTo>
                    <a:pt x="58782" y="94321"/>
                  </a:lnTo>
                  <a:lnTo>
                    <a:pt x="56685" y="94007"/>
                  </a:lnTo>
                  <a:lnTo>
                    <a:pt x="40980" y="91652"/>
                  </a:lnTo>
                  <a:lnTo>
                    <a:pt x="34270" y="93114"/>
                  </a:lnTo>
                  <a:lnTo>
                    <a:pt x="33810" y="91549"/>
                  </a:lnTo>
                  <a:lnTo>
                    <a:pt x="31557" y="83899"/>
                  </a:lnTo>
                  <a:lnTo>
                    <a:pt x="30453" y="83780"/>
                  </a:lnTo>
                  <a:lnTo>
                    <a:pt x="29082" y="88999"/>
                  </a:lnTo>
                  <a:lnTo>
                    <a:pt x="27970" y="88953"/>
                  </a:lnTo>
                  <a:lnTo>
                    <a:pt x="0" y="82631"/>
                  </a:lnTo>
                  <a:lnTo>
                    <a:pt x="2296" y="79709"/>
                  </a:lnTo>
                  <a:lnTo>
                    <a:pt x="6500" y="77502"/>
                  </a:lnTo>
                  <a:lnTo>
                    <a:pt x="7753" y="71598"/>
                  </a:lnTo>
                  <a:lnTo>
                    <a:pt x="10019" y="71836"/>
                  </a:lnTo>
                  <a:lnTo>
                    <a:pt x="11808" y="65485"/>
                  </a:lnTo>
                  <a:lnTo>
                    <a:pt x="13359" y="53736"/>
                  </a:lnTo>
                  <a:lnTo>
                    <a:pt x="25108" y="56301"/>
                  </a:lnTo>
                  <a:lnTo>
                    <a:pt x="10939" y="32675"/>
                  </a:lnTo>
                  <a:lnTo>
                    <a:pt x="13885" y="30446"/>
                  </a:lnTo>
                  <a:lnTo>
                    <a:pt x="17239" y="28359"/>
                  </a:lnTo>
                  <a:lnTo>
                    <a:pt x="16494" y="26085"/>
                  </a:lnTo>
                  <a:lnTo>
                    <a:pt x="14942" y="23965"/>
                  </a:lnTo>
                  <a:lnTo>
                    <a:pt x="16021" y="23308"/>
                  </a:lnTo>
                  <a:lnTo>
                    <a:pt x="15535" y="22511"/>
                  </a:lnTo>
                  <a:lnTo>
                    <a:pt x="14566" y="20610"/>
                  </a:lnTo>
                  <a:lnTo>
                    <a:pt x="14966" y="20338"/>
                  </a:lnTo>
                  <a:lnTo>
                    <a:pt x="15609" y="19902"/>
                  </a:lnTo>
                  <a:lnTo>
                    <a:pt x="16785" y="19409"/>
                  </a:lnTo>
                  <a:lnTo>
                    <a:pt x="17551" y="18893"/>
                  </a:lnTo>
                  <a:lnTo>
                    <a:pt x="20563" y="16866"/>
                  </a:lnTo>
                  <a:lnTo>
                    <a:pt x="20265" y="16200"/>
                  </a:lnTo>
                  <a:lnTo>
                    <a:pt x="25352" y="16844"/>
                  </a:lnTo>
                  <a:lnTo>
                    <a:pt x="29254" y="17598"/>
                  </a:lnTo>
                  <a:lnTo>
                    <a:pt x="30325" y="17924"/>
                  </a:lnTo>
                  <a:lnTo>
                    <a:pt x="29036" y="15513"/>
                  </a:lnTo>
                  <a:lnTo>
                    <a:pt x="26818" y="9966"/>
                  </a:lnTo>
                  <a:lnTo>
                    <a:pt x="25876" y="8022"/>
                  </a:lnTo>
                  <a:lnTo>
                    <a:pt x="25029" y="6102"/>
                  </a:lnTo>
                  <a:lnTo>
                    <a:pt x="24414" y="3281"/>
                  </a:lnTo>
                  <a:lnTo>
                    <a:pt x="23937" y="2401"/>
                  </a:lnTo>
                  <a:lnTo>
                    <a:pt x="23239" y="1525"/>
                  </a:lnTo>
                  <a:lnTo>
                    <a:pt x="22805" y="0"/>
                  </a:lnTo>
                  <a:lnTo>
                    <a:pt x="27988" y="652"/>
                  </a:lnTo>
                  <a:lnTo>
                    <a:pt x="28689" y="5234"/>
                  </a:lnTo>
                  <a:lnTo>
                    <a:pt x="29109" y="6177"/>
                  </a:lnTo>
                  <a:lnTo>
                    <a:pt x="31630" y="722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8" name="pg347"/>
            <p:cNvSpPr/>
            <p:nvPr/>
          </p:nvSpPr>
          <p:spPr>
            <a:xfrm>
              <a:off x="4583869" y="2262822"/>
              <a:ext cx="109876" cy="141690"/>
            </a:xfrm>
            <a:custGeom>
              <a:avLst/>
              <a:pathLst>
                <a:path w="109876" h="141690">
                  <a:moveTo>
                    <a:pt x="74948" y="12076"/>
                  </a:moveTo>
                  <a:lnTo>
                    <a:pt x="76290" y="12375"/>
                  </a:lnTo>
                  <a:lnTo>
                    <a:pt x="78974" y="12375"/>
                  </a:lnTo>
                  <a:lnTo>
                    <a:pt x="81956" y="12375"/>
                  </a:lnTo>
                  <a:lnTo>
                    <a:pt x="83446" y="13269"/>
                  </a:lnTo>
                  <a:lnTo>
                    <a:pt x="86876" y="16549"/>
                  </a:lnTo>
                  <a:lnTo>
                    <a:pt x="89559" y="21619"/>
                  </a:lnTo>
                  <a:lnTo>
                    <a:pt x="90752" y="26092"/>
                  </a:lnTo>
                  <a:lnTo>
                    <a:pt x="91647" y="31757"/>
                  </a:lnTo>
                  <a:lnTo>
                    <a:pt x="92094" y="36379"/>
                  </a:lnTo>
                  <a:lnTo>
                    <a:pt x="91498" y="41150"/>
                  </a:lnTo>
                  <a:lnTo>
                    <a:pt x="90454" y="46071"/>
                  </a:lnTo>
                  <a:lnTo>
                    <a:pt x="89559" y="49798"/>
                  </a:lnTo>
                  <a:lnTo>
                    <a:pt x="86968" y="60422"/>
                  </a:lnTo>
                  <a:lnTo>
                    <a:pt x="98169" y="74148"/>
                  </a:lnTo>
                  <a:lnTo>
                    <a:pt x="98505" y="77679"/>
                  </a:lnTo>
                  <a:lnTo>
                    <a:pt x="98965" y="80067"/>
                  </a:lnTo>
                  <a:lnTo>
                    <a:pt x="99698" y="84091"/>
                  </a:lnTo>
                  <a:lnTo>
                    <a:pt x="100164" y="85420"/>
                  </a:lnTo>
                  <a:lnTo>
                    <a:pt x="97014" y="87520"/>
                  </a:lnTo>
                  <a:lnTo>
                    <a:pt x="99698" y="91098"/>
                  </a:lnTo>
                  <a:lnTo>
                    <a:pt x="102233" y="92589"/>
                  </a:lnTo>
                  <a:lnTo>
                    <a:pt x="109495" y="92806"/>
                  </a:lnTo>
                  <a:lnTo>
                    <a:pt x="109876" y="96233"/>
                  </a:lnTo>
                  <a:lnTo>
                    <a:pt x="107136" y="96863"/>
                  </a:lnTo>
                  <a:lnTo>
                    <a:pt x="107064" y="99540"/>
                  </a:lnTo>
                  <a:lnTo>
                    <a:pt x="106666" y="100829"/>
                  </a:lnTo>
                  <a:lnTo>
                    <a:pt x="105891" y="101724"/>
                  </a:lnTo>
                  <a:lnTo>
                    <a:pt x="104936" y="102380"/>
                  </a:lnTo>
                  <a:lnTo>
                    <a:pt x="102611" y="102976"/>
                  </a:lnTo>
                  <a:lnTo>
                    <a:pt x="99720" y="103414"/>
                  </a:lnTo>
                  <a:lnTo>
                    <a:pt x="100249" y="107162"/>
                  </a:lnTo>
                  <a:lnTo>
                    <a:pt x="97865" y="107491"/>
                  </a:lnTo>
                  <a:lnTo>
                    <a:pt x="97325" y="107574"/>
                  </a:lnTo>
                  <a:lnTo>
                    <a:pt x="96805" y="106187"/>
                  </a:lnTo>
                  <a:lnTo>
                    <a:pt x="91462" y="108477"/>
                  </a:lnTo>
                  <a:lnTo>
                    <a:pt x="94897" y="114393"/>
                  </a:lnTo>
                  <a:lnTo>
                    <a:pt x="96662" y="116970"/>
                  </a:lnTo>
                  <a:lnTo>
                    <a:pt x="98166" y="120105"/>
                  </a:lnTo>
                  <a:lnTo>
                    <a:pt x="96042" y="121311"/>
                  </a:lnTo>
                  <a:lnTo>
                    <a:pt x="96605" y="123524"/>
                  </a:lnTo>
                  <a:lnTo>
                    <a:pt x="96710" y="126369"/>
                  </a:lnTo>
                  <a:lnTo>
                    <a:pt x="96376" y="127466"/>
                  </a:lnTo>
                  <a:lnTo>
                    <a:pt x="95469" y="128707"/>
                  </a:lnTo>
                  <a:lnTo>
                    <a:pt x="92845" y="128564"/>
                  </a:lnTo>
                  <a:lnTo>
                    <a:pt x="89004" y="127985"/>
                  </a:lnTo>
                  <a:lnTo>
                    <a:pt x="86284" y="128651"/>
                  </a:lnTo>
                  <a:lnTo>
                    <a:pt x="84830" y="129804"/>
                  </a:lnTo>
                  <a:lnTo>
                    <a:pt x="83398" y="130997"/>
                  </a:lnTo>
                  <a:lnTo>
                    <a:pt x="80139" y="134498"/>
                  </a:lnTo>
                  <a:lnTo>
                    <a:pt x="80357" y="136516"/>
                  </a:lnTo>
                  <a:lnTo>
                    <a:pt x="78829" y="141436"/>
                  </a:lnTo>
                  <a:lnTo>
                    <a:pt x="74349" y="141690"/>
                  </a:lnTo>
                  <a:lnTo>
                    <a:pt x="73987" y="141333"/>
                  </a:lnTo>
                  <a:lnTo>
                    <a:pt x="73152" y="139497"/>
                  </a:lnTo>
                  <a:lnTo>
                    <a:pt x="72352" y="138619"/>
                  </a:lnTo>
                  <a:lnTo>
                    <a:pt x="72173" y="138423"/>
                  </a:lnTo>
                  <a:lnTo>
                    <a:pt x="69973" y="137316"/>
                  </a:lnTo>
                  <a:lnTo>
                    <a:pt x="68571" y="136610"/>
                  </a:lnTo>
                  <a:lnTo>
                    <a:pt x="66643" y="134905"/>
                  </a:lnTo>
                  <a:lnTo>
                    <a:pt x="66254" y="133865"/>
                  </a:lnTo>
                  <a:lnTo>
                    <a:pt x="64925" y="130307"/>
                  </a:lnTo>
                  <a:lnTo>
                    <a:pt x="62528" y="127319"/>
                  </a:lnTo>
                  <a:lnTo>
                    <a:pt x="60846" y="125458"/>
                  </a:lnTo>
                  <a:lnTo>
                    <a:pt x="58341" y="123973"/>
                  </a:lnTo>
                  <a:lnTo>
                    <a:pt x="58034" y="123642"/>
                  </a:lnTo>
                  <a:lnTo>
                    <a:pt x="56731" y="122238"/>
                  </a:lnTo>
                  <a:lnTo>
                    <a:pt x="56591" y="121983"/>
                  </a:lnTo>
                  <a:lnTo>
                    <a:pt x="56157" y="121194"/>
                  </a:lnTo>
                  <a:lnTo>
                    <a:pt x="55625" y="120229"/>
                  </a:lnTo>
                  <a:lnTo>
                    <a:pt x="55522" y="119668"/>
                  </a:lnTo>
                  <a:lnTo>
                    <a:pt x="55345" y="118702"/>
                  </a:lnTo>
                  <a:lnTo>
                    <a:pt x="55865" y="118012"/>
                  </a:lnTo>
                  <a:lnTo>
                    <a:pt x="56197" y="117572"/>
                  </a:lnTo>
                  <a:lnTo>
                    <a:pt x="57420" y="116886"/>
                  </a:lnTo>
                  <a:lnTo>
                    <a:pt x="58702" y="116438"/>
                  </a:lnTo>
                  <a:lnTo>
                    <a:pt x="60730" y="116259"/>
                  </a:lnTo>
                  <a:lnTo>
                    <a:pt x="62666" y="116442"/>
                  </a:lnTo>
                  <a:lnTo>
                    <a:pt x="64335" y="116600"/>
                  </a:lnTo>
                  <a:lnTo>
                    <a:pt x="65790" y="116713"/>
                  </a:lnTo>
                  <a:lnTo>
                    <a:pt x="67000" y="116807"/>
                  </a:lnTo>
                  <a:lnTo>
                    <a:pt x="70323" y="116781"/>
                  </a:lnTo>
                  <a:lnTo>
                    <a:pt x="71030" y="116249"/>
                  </a:lnTo>
                  <a:lnTo>
                    <a:pt x="71374" y="115991"/>
                  </a:lnTo>
                  <a:lnTo>
                    <a:pt x="71441" y="115690"/>
                  </a:lnTo>
                  <a:lnTo>
                    <a:pt x="71070" y="115553"/>
                  </a:lnTo>
                  <a:lnTo>
                    <a:pt x="70465" y="115328"/>
                  </a:lnTo>
                  <a:lnTo>
                    <a:pt x="68497" y="114532"/>
                  </a:lnTo>
                  <a:lnTo>
                    <a:pt x="65563" y="113103"/>
                  </a:lnTo>
                  <a:lnTo>
                    <a:pt x="65168" y="112911"/>
                  </a:lnTo>
                  <a:lnTo>
                    <a:pt x="64996" y="112817"/>
                  </a:lnTo>
                  <a:lnTo>
                    <a:pt x="64420" y="112505"/>
                  </a:lnTo>
                  <a:lnTo>
                    <a:pt x="62774" y="111612"/>
                  </a:lnTo>
                  <a:lnTo>
                    <a:pt x="62212" y="111307"/>
                  </a:lnTo>
                  <a:lnTo>
                    <a:pt x="60351" y="109393"/>
                  </a:lnTo>
                  <a:lnTo>
                    <a:pt x="59027" y="109276"/>
                  </a:lnTo>
                  <a:lnTo>
                    <a:pt x="58070" y="108865"/>
                  </a:lnTo>
                  <a:lnTo>
                    <a:pt x="57050" y="108570"/>
                  </a:lnTo>
                  <a:lnTo>
                    <a:pt x="56365" y="108140"/>
                  </a:lnTo>
                  <a:lnTo>
                    <a:pt x="56306" y="107205"/>
                  </a:lnTo>
                  <a:lnTo>
                    <a:pt x="55851" y="101564"/>
                  </a:lnTo>
                  <a:lnTo>
                    <a:pt x="55789" y="98343"/>
                  </a:lnTo>
                  <a:lnTo>
                    <a:pt x="55775" y="97633"/>
                  </a:lnTo>
                  <a:lnTo>
                    <a:pt x="56047" y="93334"/>
                  </a:lnTo>
                  <a:lnTo>
                    <a:pt x="69883" y="92367"/>
                  </a:lnTo>
                  <a:lnTo>
                    <a:pt x="73090" y="92682"/>
                  </a:lnTo>
                  <a:lnTo>
                    <a:pt x="73736" y="92570"/>
                  </a:lnTo>
                  <a:lnTo>
                    <a:pt x="75338" y="91342"/>
                  </a:lnTo>
                  <a:lnTo>
                    <a:pt x="76166" y="90709"/>
                  </a:lnTo>
                  <a:lnTo>
                    <a:pt x="74624" y="89370"/>
                  </a:lnTo>
                  <a:lnTo>
                    <a:pt x="74396" y="89219"/>
                  </a:lnTo>
                  <a:lnTo>
                    <a:pt x="73908" y="88896"/>
                  </a:lnTo>
                  <a:lnTo>
                    <a:pt x="71593" y="87542"/>
                  </a:lnTo>
                  <a:lnTo>
                    <a:pt x="68262" y="86556"/>
                  </a:lnTo>
                  <a:lnTo>
                    <a:pt x="63079" y="85826"/>
                  </a:lnTo>
                  <a:lnTo>
                    <a:pt x="59569" y="85331"/>
                  </a:lnTo>
                  <a:lnTo>
                    <a:pt x="54006" y="85448"/>
                  </a:lnTo>
                  <a:lnTo>
                    <a:pt x="52010" y="85826"/>
                  </a:lnTo>
                  <a:lnTo>
                    <a:pt x="48423" y="86504"/>
                  </a:lnTo>
                  <a:lnTo>
                    <a:pt x="44255" y="87506"/>
                  </a:lnTo>
                  <a:lnTo>
                    <a:pt x="41594" y="87805"/>
                  </a:lnTo>
                  <a:lnTo>
                    <a:pt x="38675" y="88134"/>
                  </a:lnTo>
                  <a:lnTo>
                    <a:pt x="37982" y="88073"/>
                  </a:lnTo>
                  <a:lnTo>
                    <a:pt x="32926" y="87630"/>
                  </a:lnTo>
                  <a:lnTo>
                    <a:pt x="27637" y="86697"/>
                  </a:lnTo>
                  <a:lnTo>
                    <a:pt x="26378" y="86367"/>
                  </a:lnTo>
                  <a:lnTo>
                    <a:pt x="25411" y="86113"/>
                  </a:lnTo>
                  <a:lnTo>
                    <a:pt x="21090" y="84337"/>
                  </a:lnTo>
                  <a:lnTo>
                    <a:pt x="20410" y="82498"/>
                  </a:lnTo>
                  <a:lnTo>
                    <a:pt x="20110" y="81571"/>
                  </a:lnTo>
                  <a:lnTo>
                    <a:pt x="19670" y="80208"/>
                  </a:lnTo>
                  <a:lnTo>
                    <a:pt x="19216" y="79212"/>
                  </a:lnTo>
                  <a:lnTo>
                    <a:pt x="18568" y="77789"/>
                  </a:lnTo>
                  <a:lnTo>
                    <a:pt x="18076" y="77163"/>
                  </a:lnTo>
                  <a:lnTo>
                    <a:pt x="17584" y="76716"/>
                  </a:lnTo>
                  <a:lnTo>
                    <a:pt x="16569" y="76058"/>
                  </a:lnTo>
                  <a:lnTo>
                    <a:pt x="16002" y="74567"/>
                  </a:lnTo>
                  <a:lnTo>
                    <a:pt x="15924" y="71096"/>
                  </a:lnTo>
                  <a:lnTo>
                    <a:pt x="15689" y="69528"/>
                  </a:lnTo>
                  <a:lnTo>
                    <a:pt x="15120" y="68231"/>
                  </a:lnTo>
                  <a:lnTo>
                    <a:pt x="14511" y="66111"/>
                  </a:lnTo>
                  <a:lnTo>
                    <a:pt x="14672" y="64017"/>
                  </a:lnTo>
                  <a:lnTo>
                    <a:pt x="16172" y="57054"/>
                  </a:lnTo>
                  <a:lnTo>
                    <a:pt x="13774" y="57169"/>
                  </a:lnTo>
                  <a:lnTo>
                    <a:pt x="9545" y="57996"/>
                  </a:lnTo>
                  <a:lnTo>
                    <a:pt x="8702" y="58162"/>
                  </a:lnTo>
                  <a:lnTo>
                    <a:pt x="7993" y="57546"/>
                  </a:lnTo>
                  <a:lnTo>
                    <a:pt x="7331" y="57125"/>
                  </a:lnTo>
                  <a:lnTo>
                    <a:pt x="5180" y="55380"/>
                  </a:lnTo>
                  <a:lnTo>
                    <a:pt x="4076" y="54485"/>
                  </a:lnTo>
                  <a:lnTo>
                    <a:pt x="2746" y="52659"/>
                  </a:lnTo>
                  <a:lnTo>
                    <a:pt x="1133" y="48686"/>
                  </a:lnTo>
                  <a:lnTo>
                    <a:pt x="186" y="47068"/>
                  </a:lnTo>
                  <a:lnTo>
                    <a:pt x="76" y="46456"/>
                  </a:lnTo>
                  <a:lnTo>
                    <a:pt x="0" y="46032"/>
                  </a:lnTo>
                  <a:lnTo>
                    <a:pt x="504" y="45152"/>
                  </a:lnTo>
                  <a:lnTo>
                    <a:pt x="790" y="44653"/>
                  </a:lnTo>
                  <a:lnTo>
                    <a:pt x="5290" y="39382"/>
                  </a:lnTo>
                  <a:lnTo>
                    <a:pt x="5757" y="38836"/>
                  </a:lnTo>
                  <a:lnTo>
                    <a:pt x="6243" y="38165"/>
                  </a:lnTo>
                  <a:lnTo>
                    <a:pt x="7106" y="36975"/>
                  </a:lnTo>
                  <a:lnTo>
                    <a:pt x="7238" y="35555"/>
                  </a:lnTo>
                  <a:lnTo>
                    <a:pt x="7582" y="31855"/>
                  </a:lnTo>
                  <a:lnTo>
                    <a:pt x="7608" y="31575"/>
                  </a:lnTo>
                  <a:lnTo>
                    <a:pt x="9964" y="31248"/>
                  </a:lnTo>
                  <a:lnTo>
                    <a:pt x="9692" y="29914"/>
                  </a:lnTo>
                  <a:lnTo>
                    <a:pt x="9452" y="28736"/>
                  </a:lnTo>
                  <a:lnTo>
                    <a:pt x="7591" y="28468"/>
                  </a:lnTo>
                  <a:lnTo>
                    <a:pt x="5209" y="27197"/>
                  </a:lnTo>
                  <a:lnTo>
                    <a:pt x="6757" y="23111"/>
                  </a:lnTo>
                  <a:lnTo>
                    <a:pt x="8566" y="23721"/>
                  </a:lnTo>
                  <a:lnTo>
                    <a:pt x="10427" y="24348"/>
                  </a:lnTo>
                  <a:lnTo>
                    <a:pt x="10982" y="24483"/>
                  </a:lnTo>
                  <a:lnTo>
                    <a:pt x="11560" y="24623"/>
                  </a:lnTo>
                  <a:lnTo>
                    <a:pt x="11725" y="24663"/>
                  </a:lnTo>
                  <a:lnTo>
                    <a:pt x="11867" y="24697"/>
                  </a:lnTo>
                  <a:lnTo>
                    <a:pt x="12503" y="24733"/>
                  </a:lnTo>
                  <a:lnTo>
                    <a:pt x="13016" y="24646"/>
                  </a:lnTo>
                  <a:lnTo>
                    <a:pt x="13231" y="24610"/>
                  </a:lnTo>
                  <a:lnTo>
                    <a:pt x="19498" y="23549"/>
                  </a:lnTo>
                  <a:lnTo>
                    <a:pt x="20089" y="24053"/>
                  </a:lnTo>
                  <a:lnTo>
                    <a:pt x="21183" y="26359"/>
                  </a:lnTo>
                  <a:lnTo>
                    <a:pt x="21511" y="27050"/>
                  </a:lnTo>
                  <a:lnTo>
                    <a:pt x="22031" y="27361"/>
                  </a:lnTo>
                  <a:lnTo>
                    <a:pt x="24101" y="28600"/>
                  </a:lnTo>
                  <a:lnTo>
                    <a:pt x="24875" y="29063"/>
                  </a:lnTo>
                  <a:lnTo>
                    <a:pt x="24256" y="27980"/>
                  </a:lnTo>
                  <a:lnTo>
                    <a:pt x="24116" y="27613"/>
                  </a:lnTo>
                  <a:lnTo>
                    <a:pt x="23965" y="27213"/>
                  </a:lnTo>
                  <a:lnTo>
                    <a:pt x="23541" y="26097"/>
                  </a:lnTo>
                  <a:lnTo>
                    <a:pt x="22935" y="24348"/>
                  </a:lnTo>
                  <a:lnTo>
                    <a:pt x="23034" y="23642"/>
                  </a:lnTo>
                  <a:lnTo>
                    <a:pt x="23179" y="22603"/>
                  </a:lnTo>
                  <a:lnTo>
                    <a:pt x="23206" y="22410"/>
                  </a:lnTo>
                  <a:lnTo>
                    <a:pt x="24362" y="19837"/>
                  </a:lnTo>
                  <a:lnTo>
                    <a:pt x="24383" y="19689"/>
                  </a:lnTo>
                  <a:lnTo>
                    <a:pt x="24484" y="18898"/>
                  </a:lnTo>
                  <a:lnTo>
                    <a:pt x="24090" y="18414"/>
                  </a:lnTo>
                  <a:lnTo>
                    <a:pt x="23964" y="18259"/>
                  </a:lnTo>
                  <a:lnTo>
                    <a:pt x="22810" y="17302"/>
                  </a:lnTo>
                  <a:lnTo>
                    <a:pt x="21299" y="16730"/>
                  </a:lnTo>
                  <a:lnTo>
                    <a:pt x="20055" y="16676"/>
                  </a:lnTo>
                  <a:lnTo>
                    <a:pt x="17110" y="17355"/>
                  </a:lnTo>
                  <a:lnTo>
                    <a:pt x="16090" y="17590"/>
                  </a:lnTo>
                  <a:lnTo>
                    <a:pt x="13223" y="18251"/>
                  </a:lnTo>
                  <a:lnTo>
                    <a:pt x="11076" y="18001"/>
                  </a:lnTo>
                  <a:lnTo>
                    <a:pt x="10289" y="17750"/>
                  </a:lnTo>
                  <a:lnTo>
                    <a:pt x="10139" y="17083"/>
                  </a:lnTo>
                  <a:lnTo>
                    <a:pt x="10152" y="16655"/>
                  </a:lnTo>
                  <a:lnTo>
                    <a:pt x="10193" y="15258"/>
                  </a:lnTo>
                  <a:lnTo>
                    <a:pt x="10765" y="12861"/>
                  </a:lnTo>
                  <a:lnTo>
                    <a:pt x="11157" y="12225"/>
                  </a:lnTo>
                  <a:lnTo>
                    <a:pt x="11803" y="11179"/>
                  </a:lnTo>
                  <a:lnTo>
                    <a:pt x="12948" y="10571"/>
                  </a:lnTo>
                  <a:lnTo>
                    <a:pt x="16090" y="10339"/>
                  </a:lnTo>
                  <a:lnTo>
                    <a:pt x="17314" y="10248"/>
                  </a:lnTo>
                  <a:lnTo>
                    <a:pt x="20342" y="9600"/>
                  </a:lnTo>
                  <a:lnTo>
                    <a:pt x="20478" y="9571"/>
                  </a:lnTo>
                  <a:lnTo>
                    <a:pt x="21991" y="8700"/>
                  </a:lnTo>
                  <a:lnTo>
                    <a:pt x="23318" y="8775"/>
                  </a:lnTo>
                  <a:lnTo>
                    <a:pt x="24108" y="9132"/>
                  </a:lnTo>
                  <a:lnTo>
                    <a:pt x="25733" y="9371"/>
                  </a:lnTo>
                  <a:lnTo>
                    <a:pt x="28074" y="8372"/>
                  </a:lnTo>
                  <a:lnTo>
                    <a:pt x="28606" y="7737"/>
                  </a:lnTo>
                  <a:lnTo>
                    <a:pt x="30396" y="5597"/>
                  </a:lnTo>
                  <a:lnTo>
                    <a:pt x="37243" y="2329"/>
                  </a:lnTo>
                  <a:lnTo>
                    <a:pt x="40653" y="3297"/>
                  </a:lnTo>
                  <a:lnTo>
                    <a:pt x="47630" y="4907"/>
                  </a:lnTo>
                  <a:lnTo>
                    <a:pt x="57292" y="10036"/>
                  </a:lnTo>
                  <a:lnTo>
                    <a:pt x="63196" y="18982"/>
                  </a:lnTo>
                  <a:lnTo>
                    <a:pt x="66030" y="16886"/>
                  </a:lnTo>
                  <a:lnTo>
                    <a:pt x="64809" y="14164"/>
                  </a:lnTo>
                  <a:lnTo>
                    <a:pt x="63318" y="11033"/>
                  </a:lnTo>
                  <a:lnTo>
                    <a:pt x="61082" y="7305"/>
                  </a:lnTo>
                  <a:lnTo>
                    <a:pt x="59293" y="4472"/>
                  </a:lnTo>
                  <a:lnTo>
                    <a:pt x="58696" y="894"/>
                  </a:lnTo>
                  <a:lnTo>
                    <a:pt x="59740" y="0"/>
                  </a:lnTo>
                  <a:lnTo>
                    <a:pt x="63169" y="894"/>
                  </a:lnTo>
                  <a:lnTo>
                    <a:pt x="67344" y="3578"/>
                  </a:lnTo>
                  <a:lnTo>
                    <a:pt x="72115" y="74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49" name="pg348"/>
            <p:cNvSpPr/>
            <p:nvPr/>
          </p:nvSpPr>
          <p:spPr>
            <a:xfrm>
              <a:off x="4282939" y="2026128"/>
              <a:ext cx="415487" cy="265736"/>
            </a:xfrm>
            <a:custGeom>
              <a:avLst/>
              <a:pathLst>
                <a:path w="415487" h="265736">
                  <a:moveTo>
                    <a:pt x="50651" y="2179"/>
                  </a:moveTo>
                  <a:lnTo>
                    <a:pt x="50909" y="3516"/>
                  </a:lnTo>
                  <a:lnTo>
                    <a:pt x="51438" y="6260"/>
                  </a:lnTo>
                  <a:lnTo>
                    <a:pt x="51553" y="6856"/>
                  </a:lnTo>
                  <a:lnTo>
                    <a:pt x="51720" y="7268"/>
                  </a:lnTo>
                  <a:lnTo>
                    <a:pt x="51822" y="7518"/>
                  </a:lnTo>
                  <a:lnTo>
                    <a:pt x="51932" y="8442"/>
                  </a:lnTo>
                  <a:lnTo>
                    <a:pt x="51965" y="8717"/>
                  </a:lnTo>
                  <a:lnTo>
                    <a:pt x="51329" y="11603"/>
                  </a:lnTo>
                  <a:lnTo>
                    <a:pt x="51231" y="12045"/>
                  </a:lnTo>
                  <a:lnTo>
                    <a:pt x="50551" y="13960"/>
                  </a:lnTo>
                  <a:lnTo>
                    <a:pt x="50431" y="14490"/>
                  </a:lnTo>
                  <a:lnTo>
                    <a:pt x="50315" y="15335"/>
                  </a:lnTo>
                  <a:lnTo>
                    <a:pt x="50202" y="16164"/>
                  </a:lnTo>
                  <a:lnTo>
                    <a:pt x="50197" y="16559"/>
                  </a:lnTo>
                  <a:lnTo>
                    <a:pt x="50193" y="16791"/>
                  </a:lnTo>
                  <a:lnTo>
                    <a:pt x="51211" y="19205"/>
                  </a:lnTo>
                  <a:lnTo>
                    <a:pt x="51365" y="19523"/>
                  </a:lnTo>
                  <a:lnTo>
                    <a:pt x="52513" y="21118"/>
                  </a:lnTo>
                  <a:lnTo>
                    <a:pt x="53086" y="21885"/>
                  </a:lnTo>
                  <a:lnTo>
                    <a:pt x="53282" y="22322"/>
                  </a:lnTo>
                  <a:lnTo>
                    <a:pt x="53765" y="23400"/>
                  </a:lnTo>
                  <a:lnTo>
                    <a:pt x="54057" y="24409"/>
                  </a:lnTo>
                  <a:lnTo>
                    <a:pt x="54177" y="24822"/>
                  </a:lnTo>
                  <a:lnTo>
                    <a:pt x="54450" y="25495"/>
                  </a:lnTo>
                  <a:lnTo>
                    <a:pt x="54845" y="26468"/>
                  </a:lnTo>
                  <a:lnTo>
                    <a:pt x="55319" y="27355"/>
                  </a:lnTo>
                  <a:lnTo>
                    <a:pt x="55942" y="28520"/>
                  </a:lnTo>
                  <a:lnTo>
                    <a:pt x="56507" y="29400"/>
                  </a:lnTo>
                  <a:lnTo>
                    <a:pt x="57396" y="30244"/>
                  </a:lnTo>
                  <a:lnTo>
                    <a:pt x="57730" y="30782"/>
                  </a:lnTo>
                  <a:lnTo>
                    <a:pt x="57930" y="31105"/>
                  </a:lnTo>
                  <a:lnTo>
                    <a:pt x="58590" y="32170"/>
                  </a:lnTo>
                  <a:lnTo>
                    <a:pt x="59271" y="34001"/>
                  </a:lnTo>
                  <a:lnTo>
                    <a:pt x="59353" y="34223"/>
                  </a:lnTo>
                  <a:lnTo>
                    <a:pt x="59516" y="34664"/>
                  </a:lnTo>
                  <a:lnTo>
                    <a:pt x="59719" y="35213"/>
                  </a:lnTo>
                  <a:lnTo>
                    <a:pt x="59618" y="36210"/>
                  </a:lnTo>
                  <a:lnTo>
                    <a:pt x="59538" y="37007"/>
                  </a:lnTo>
                  <a:lnTo>
                    <a:pt x="58134" y="40103"/>
                  </a:lnTo>
                  <a:lnTo>
                    <a:pt x="58029" y="40365"/>
                  </a:lnTo>
                  <a:lnTo>
                    <a:pt x="57945" y="40500"/>
                  </a:lnTo>
                  <a:lnTo>
                    <a:pt x="61789" y="43143"/>
                  </a:lnTo>
                  <a:lnTo>
                    <a:pt x="63131" y="41503"/>
                  </a:lnTo>
                  <a:lnTo>
                    <a:pt x="64262" y="39652"/>
                  </a:lnTo>
                  <a:lnTo>
                    <a:pt x="64361" y="39490"/>
                  </a:lnTo>
                  <a:lnTo>
                    <a:pt x="64647" y="38933"/>
                  </a:lnTo>
                  <a:lnTo>
                    <a:pt x="65106" y="38036"/>
                  </a:lnTo>
                  <a:lnTo>
                    <a:pt x="65591" y="36657"/>
                  </a:lnTo>
                  <a:lnTo>
                    <a:pt x="65761" y="36026"/>
                  </a:lnTo>
                  <a:lnTo>
                    <a:pt x="65852" y="35688"/>
                  </a:lnTo>
                  <a:lnTo>
                    <a:pt x="65926" y="34272"/>
                  </a:lnTo>
                  <a:lnTo>
                    <a:pt x="65898" y="33897"/>
                  </a:lnTo>
                  <a:lnTo>
                    <a:pt x="65840" y="33118"/>
                  </a:lnTo>
                  <a:lnTo>
                    <a:pt x="65815" y="32781"/>
                  </a:lnTo>
                  <a:lnTo>
                    <a:pt x="65554" y="31551"/>
                  </a:lnTo>
                  <a:lnTo>
                    <a:pt x="65554" y="30582"/>
                  </a:lnTo>
                  <a:lnTo>
                    <a:pt x="65724" y="30277"/>
                  </a:lnTo>
                  <a:lnTo>
                    <a:pt x="66164" y="29491"/>
                  </a:lnTo>
                  <a:lnTo>
                    <a:pt x="78853" y="38400"/>
                  </a:lnTo>
                  <a:lnTo>
                    <a:pt x="80528" y="39347"/>
                  </a:lnTo>
                  <a:lnTo>
                    <a:pt x="91387" y="46820"/>
                  </a:lnTo>
                  <a:lnTo>
                    <a:pt x="101755" y="53955"/>
                  </a:lnTo>
                  <a:lnTo>
                    <a:pt x="124991" y="69946"/>
                  </a:lnTo>
                  <a:lnTo>
                    <a:pt x="127356" y="71574"/>
                  </a:lnTo>
                  <a:lnTo>
                    <a:pt x="132992" y="75454"/>
                  </a:lnTo>
                  <a:lnTo>
                    <a:pt x="135066" y="76882"/>
                  </a:lnTo>
                  <a:lnTo>
                    <a:pt x="143649" y="82791"/>
                  </a:lnTo>
                  <a:lnTo>
                    <a:pt x="148054" y="85823"/>
                  </a:lnTo>
                  <a:lnTo>
                    <a:pt x="148418" y="86074"/>
                  </a:lnTo>
                  <a:lnTo>
                    <a:pt x="152043" y="88569"/>
                  </a:lnTo>
                  <a:lnTo>
                    <a:pt x="153034" y="89252"/>
                  </a:lnTo>
                  <a:lnTo>
                    <a:pt x="158023" y="92686"/>
                  </a:lnTo>
                  <a:lnTo>
                    <a:pt x="159805" y="93913"/>
                  </a:lnTo>
                  <a:lnTo>
                    <a:pt x="169622" y="100672"/>
                  </a:lnTo>
                  <a:lnTo>
                    <a:pt x="169851" y="100829"/>
                  </a:lnTo>
                  <a:lnTo>
                    <a:pt x="170259" y="101110"/>
                  </a:lnTo>
                  <a:lnTo>
                    <a:pt x="177514" y="106105"/>
                  </a:lnTo>
                  <a:lnTo>
                    <a:pt x="181240" y="108670"/>
                  </a:lnTo>
                  <a:lnTo>
                    <a:pt x="181386" y="108771"/>
                  </a:lnTo>
                  <a:lnTo>
                    <a:pt x="192245" y="116247"/>
                  </a:lnTo>
                  <a:lnTo>
                    <a:pt x="200557" y="121969"/>
                  </a:lnTo>
                  <a:lnTo>
                    <a:pt x="201728" y="122775"/>
                  </a:lnTo>
                  <a:lnTo>
                    <a:pt x="202276" y="121969"/>
                  </a:lnTo>
                  <a:lnTo>
                    <a:pt x="209653" y="111109"/>
                  </a:lnTo>
                  <a:lnTo>
                    <a:pt x="210622" y="109683"/>
                  </a:lnTo>
                  <a:lnTo>
                    <a:pt x="216109" y="101607"/>
                  </a:lnTo>
                  <a:lnTo>
                    <a:pt x="220021" y="95847"/>
                  </a:lnTo>
                  <a:lnTo>
                    <a:pt x="221930" y="93038"/>
                  </a:lnTo>
                  <a:lnTo>
                    <a:pt x="224842" y="88750"/>
                  </a:lnTo>
                  <a:lnTo>
                    <a:pt x="230392" y="80581"/>
                  </a:lnTo>
                  <a:lnTo>
                    <a:pt x="242100" y="88750"/>
                  </a:lnTo>
                  <a:lnTo>
                    <a:pt x="245566" y="91169"/>
                  </a:lnTo>
                  <a:lnTo>
                    <a:pt x="248505" y="93220"/>
                  </a:lnTo>
                  <a:lnTo>
                    <a:pt x="250413" y="94551"/>
                  </a:lnTo>
                  <a:lnTo>
                    <a:pt x="251288" y="94390"/>
                  </a:lnTo>
                  <a:lnTo>
                    <a:pt x="250902" y="92119"/>
                  </a:lnTo>
                  <a:lnTo>
                    <a:pt x="250866" y="90545"/>
                  </a:lnTo>
                  <a:lnTo>
                    <a:pt x="250830" y="88977"/>
                  </a:lnTo>
                  <a:lnTo>
                    <a:pt x="251583" y="88300"/>
                  </a:lnTo>
                  <a:lnTo>
                    <a:pt x="256093" y="89242"/>
                  </a:lnTo>
                  <a:lnTo>
                    <a:pt x="263015" y="95812"/>
                  </a:lnTo>
                  <a:lnTo>
                    <a:pt x="272334" y="101030"/>
                  </a:lnTo>
                  <a:lnTo>
                    <a:pt x="276658" y="101626"/>
                  </a:lnTo>
                  <a:lnTo>
                    <a:pt x="279267" y="104012"/>
                  </a:lnTo>
                  <a:lnTo>
                    <a:pt x="283760" y="103300"/>
                  </a:lnTo>
                  <a:lnTo>
                    <a:pt x="286464" y="104674"/>
                  </a:lnTo>
                  <a:lnTo>
                    <a:pt x="287915" y="110423"/>
                  </a:lnTo>
                  <a:lnTo>
                    <a:pt x="283218" y="114449"/>
                  </a:lnTo>
                  <a:lnTo>
                    <a:pt x="284336" y="117654"/>
                  </a:lnTo>
                  <a:lnTo>
                    <a:pt x="290151" y="117431"/>
                  </a:lnTo>
                  <a:lnTo>
                    <a:pt x="299619" y="121009"/>
                  </a:lnTo>
                  <a:lnTo>
                    <a:pt x="311696" y="116611"/>
                  </a:lnTo>
                  <a:lnTo>
                    <a:pt x="319672" y="119816"/>
                  </a:lnTo>
                  <a:lnTo>
                    <a:pt x="316839" y="126973"/>
                  </a:lnTo>
                  <a:lnTo>
                    <a:pt x="324220" y="130402"/>
                  </a:lnTo>
                  <a:lnTo>
                    <a:pt x="328693" y="120935"/>
                  </a:lnTo>
                  <a:lnTo>
                    <a:pt x="342261" y="126004"/>
                  </a:lnTo>
                  <a:lnTo>
                    <a:pt x="344944" y="139274"/>
                  </a:lnTo>
                  <a:lnTo>
                    <a:pt x="349790" y="140168"/>
                  </a:lnTo>
                  <a:lnTo>
                    <a:pt x="354338" y="146654"/>
                  </a:lnTo>
                  <a:lnTo>
                    <a:pt x="361867" y="153363"/>
                  </a:lnTo>
                  <a:lnTo>
                    <a:pt x="368800" y="155898"/>
                  </a:lnTo>
                  <a:lnTo>
                    <a:pt x="370142" y="153736"/>
                  </a:lnTo>
                  <a:lnTo>
                    <a:pt x="376031" y="154556"/>
                  </a:lnTo>
                  <a:lnTo>
                    <a:pt x="379833" y="157762"/>
                  </a:lnTo>
                  <a:lnTo>
                    <a:pt x="379162" y="160595"/>
                  </a:lnTo>
                  <a:lnTo>
                    <a:pt x="383799" y="166301"/>
                  </a:lnTo>
                  <a:lnTo>
                    <a:pt x="381921" y="170595"/>
                  </a:lnTo>
                  <a:lnTo>
                    <a:pt x="388541" y="175202"/>
                  </a:lnTo>
                  <a:lnTo>
                    <a:pt x="394758" y="165138"/>
                  </a:lnTo>
                  <a:lnTo>
                    <a:pt x="403301" y="168806"/>
                  </a:lnTo>
                  <a:lnTo>
                    <a:pt x="415110" y="167733"/>
                  </a:lnTo>
                  <a:lnTo>
                    <a:pt x="415487" y="167701"/>
                  </a:lnTo>
                  <a:lnTo>
                    <a:pt x="414918" y="168919"/>
                  </a:lnTo>
                  <a:lnTo>
                    <a:pt x="411524" y="176184"/>
                  </a:lnTo>
                  <a:lnTo>
                    <a:pt x="411280" y="176707"/>
                  </a:lnTo>
                  <a:lnTo>
                    <a:pt x="410703" y="177994"/>
                  </a:lnTo>
                  <a:lnTo>
                    <a:pt x="410100" y="179342"/>
                  </a:lnTo>
                  <a:lnTo>
                    <a:pt x="407433" y="185294"/>
                  </a:lnTo>
                  <a:lnTo>
                    <a:pt x="406338" y="187739"/>
                  </a:lnTo>
                  <a:lnTo>
                    <a:pt x="402678" y="185897"/>
                  </a:lnTo>
                  <a:lnTo>
                    <a:pt x="399871" y="192569"/>
                  </a:lnTo>
                  <a:lnTo>
                    <a:pt x="397912" y="197226"/>
                  </a:lnTo>
                  <a:lnTo>
                    <a:pt x="397576" y="198006"/>
                  </a:lnTo>
                  <a:lnTo>
                    <a:pt x="395639" y="197130"/>
                  </a:lnTo>
                  <a:lnTo>
                    <a:pt x="395393" y="197754"/>
                  </a:lnTo>
                  <a:lnTo>
                    <a:pt x="394215" y="200860"/>
                  </a:lnTo>
                  <a:lnTo>
                    <a:pt x="392697" y="204863"/>
                  </a:lnTo>
                  <a:lnTo>
                    <a:pt x="392591" y="205142"/>
                  </a:lnTo>
                  <a:lnTo>
                    <a:pt x="392455" y="205591"/>
                  </a:lnTo>
                  <a:lnTo>
                    <a:pt x="391169" y="208464"/>
                  </a:lnTo>
                  <a:lnTo>
                    <a:pt x="389398" y="212375"/>
                  </a:lnTo>
                  <a:lnTo>
                    <a:pt x="387921" y="215114"/>
                  </a:lnTo>
                  <a:lnTo>
                    <a:pt x="387807" y="215325"/>
                  </a:lnTo>
                  <a:lnTo>
                    <a:pt x="387462" y="215964"/>
                  </a:lnTo>
                  <a:lnTo>
                    <a:pt x="386681" y="217412"/>
                  </a:lnTo>
                  <a:lnTo>
                    <a:pt x="383915" y="221835"/>
                  </a:lnTo>
                  <a:lnTo>
                    <a:pt x="380765" y="220012"/>
                  </a:lnTo>
                  <a:lnTo>
                    <a:pt x="375219" y="213631"/>
                  </a:lnTo>
                  <a:lnTo>
                    <a:pt x="370925" y="220549"/>
                  </a:lnTo>
                  <a:lnTo>
                    <a:pt x="366089" y="226517"/>
                  </a:lnTo>
                  <a:lnTo>
                    <a:pt x="363804" y="219856"/>
                  </a:lnTo>
                  <a:lnTo>
                    <a:pt x="363256" y="216364"/>
                  </a:lnTo>
                  <a:lnTo>
                    <a:pt x="363306" y="214844"/>
                  </a:lnTo>
                  <a:lnTo>
                    <a:pt x="363375" y="212786"/>
                  </a:lnTo>
                  <a:lnTo>
                    <a:pt x="363183" y="211954"/>
                  </a:lnTo>
                  <a:lnTo>
                    <a:pt x="362886" y="210667"/>
                  </a:lnTo>
                  <a:lnTo>
                    <a:pt x="363160" y="207919"/>
                  </a:lnTo>
                  <a:lnTo>
                    <a:pt x="363307" y="207518"/>
                  </a:lnTo>
                  <a:lnTo>
                    <a:pt x="364127" y="205265"/>
                  </a:lnTo>
                  <a:lnTo>
                    <a:pt x="358724" y="202713"/>
                  </a:lnTo>
                  <a:lnTo>
                    <a:pt x="353577" y="200491"/>
                  </a:lnTo>
                  <a:lnTo>
                    <a:pt x="353436" y="200430"/>
                  </a:lnTo>
                  <a:lnTo>
                    <a:pt x="349361" y="198781"/>
                  </a:lnTo>
                  <a:lnTo>
                    <a:pt x="346105" y="197463"/>
                  </a:lnTo>
                  <a:lnTo>
                    <a:pt x="345592" y="197245"/>
                  </a:lnTo>
                  <a:lnTo>
                    <a:pt x="347921" y="191338"/>
                  </a:lnTo>
                  <a:lnTo>
                    <a:pt x="340019" y="188058"/>
                  </a:lnTo>
                  <a:lnTo>
                    <a:pt x="337946" y="192806"/>
                  </a:lnTo>
                  <a:lnTo>
                    <a:pt x="332396" y="190393"/>
                  </a:lnTo>
                  <a:lnTo>
                    <a:pt x="326689" y="187888"/>
                  </a:lnTo>
                  <a:lnTo>
                    <a:pt x="321686" y="185692"/>
                  </a:lnTo>
                  <a:lnTo>
                    <a:pt x="316243" y="183302"/>
                  </a:lnTo>
                  <a:lnTo>
                    <a:pt x="316863" y="181441"/>
                  </a:lnTo>
                  <a:lnTo>
                    <a:pt x="309592" y="178091"/>
                  </a:lnTo>
                  <a:lnTo>
                    <a:pt x="295123" y="171425"/>
                  </a:lnTo>
                  <a:lnTo>
                    <a:pt x="294193" y="173858"/>
                  </a:lnTo>
                  <a:lnTo>
                    <a:pt x="293881" y="174675"/>
                  </a:lnTo>
                  <a:lnTo>
                    <a:pt x="292790" y="177529"/>
                  </a:lnTo>
                  <a:lnTo>
                    <a:pt x="291769" y="179694"/>
                  </a:lnTo>
                  <a:lnTo>
                    <a:pt x="300028" y="186145"/>
                  </a:lnTo>
                  <a:lnTo>
                    <a:pt x="302942" y="188421"/>
                  </a:lnTo>
                  <a:lnTo>
                    <a:pt x="304111" y="189614"/>
                  </a:lnTo>
                  <a:lnTo>
                    <a:pt x="304683" y="191522"/>
                  </a:lnTo>
                  <a:lnTo>
                    <a:pt x="304755" y="193431"/>
                  </a:lnTo>
                  <a:lnTo>
                    <a:pt x="304397" y="196126"/>
                  </a:lnTo>
                  <a:lnTo>
                    <a:pt x="303968" y="198273"/>
                  </a:lnTo>
                  <a:lnTo>
                    <a:pt x="304170" y="199208"/>
                  </a:lnTo>
                  <a:lnTo>
                    <a:pt x="304831" y="200115"/>
                  </a:lnTo>
                  <a:lnTo>
                    <a:pt x="306099" y="201106"/>
                  </a:lnTo>
                  <a:lnTo>
                    <a:pt x="308182" y="202687"/>
                  </a:lnTo>
                  <a:lnTo>
                    <a:pt x="309285" y="203105"/>
                  </a:lnTo>
                  <a:lnTo>
                    <a:pt x="310389" y="203761"/>
                  </a:lnTo>
                  <a:lnTo>
                    <a:pt x="311522" y="204625"/>
                  </a:lnTo>
                  <a:lnTo>
                    <a:pt x="312297" y="205431"/>
                  </a:lnTo>
                  <a:lnTo>
                    <a:pt x="313311" y="206683"/>
                  </a:lnTo>
                  <a:lnTo>
                    <a:pt x="314724" y="208416"/>
                  </a:lnTo>
                  <a:lnTo>
                    <a:pt x="317573" y="207683"/>
                  </a:lnTo>
                  <a:lnTo>
                    <a:pt x="320570" y="213588"/>
                  </a:lnTo>
                  <a:lnTo>
                    <a:pt x="325311" y="215556"/>
                  </a:lnTo>
                  <a:lnTo>
                    <a:pt x="338172" y="239023"/>
                  </a:lnTo>
                  <a:lnTo>
                    <a:pt x="331326" y="242291"/>
                  </a:lnTo>
                  <a:lnTo>
                    <a:pt x="329535" y="244431"/>
                  </a:lnTo>
                  <a:lnTo>
                    <a:pt x="329004" y="245066"/>
                  </a:lnTo>
                  <a:lnTo>
                    <a:pt x="326663" y="246065"/>
                  </a:lnTo>
                  <a:lnTo>
                    <a:pt x="325038" y="245826"/>
                  </a:lnTo>
                  <a:lnTo>
                    <a:pt x="324247" y="245469"/>
                  </a:lnTo>
                  <a:lnTo>
                    <a:pt x="322920" y="245394"/>
                  </a:lnTo>
                  <a:lnTo>
                    <a:pt x="321408" y="246265"/>
                  </a:lnTo>
                  <a:lnTo>
                    <a:pt x="321272" y="246294"/>
                  </a:lnTo>
                  <a:lnTo>
                    <a:pt x="318243" y="246942"/>
                  </a:lnTo>
                  <a:lnTo>
                    <a:pt x="317019" y="247033"/>
                  </a:lnTo>
                  <a:lnTo>
                    <a:pt x="313878" y="247265"/>
                  </a:lnTo>
                  <a:lnTo>
                    <a:pt x="312733" y="247873"/>
                  </a:lnTo>
                  <a:lnTo>
                    <a:pt x="312087" y="248919"/>
                  </a:lnTo>
                  <a:lnTo>
                    <a:pt x="311695" y="249555"/>
                  </a:lnTo>
                  <a:lnTo>
                    <a:pt x="311122" y="251952"/>
                  </a:lnTo>
                  <a:lnTo>
                    <a:pt x="311081" y="253349"/>
                  </a:lnTo>
                  <a:lnTo>
                    <a:pt x="311069" y="253777"/>
                  </a:lnTo>
                  <a:lnTo>
                    <a:pt x="311218" y="254444"/>
                  </a:lnTo>
                  <a:lnTo>
                    <a:pt x="312006" y="254695"/>
                  </a:lnTo>
                  <a:lnTo>
                    <a:pt x="314153" y="254945"/>
                  </a:lnTo>
                  <a:lnTo>
                    <a:pt x="317019" y="254284"/>
                  </a:lnTo>
                  <a:lnTo>
                    <a:pt x="318039" y="254049"/>
                  </a:lnTo>
                  <a:lnTo>
                    <a:pt x="320985" y="253370"/>
                  </a:lnTo>
                  <a:lnTo>
                    <a:pt x="322228" y="253424"/>
                  </a:lnTo>
                  <a:lnTo>
                    <a:pt x="323813" y="254057"/>
                  </a:lnTo>
                  <a:lnTo>
                    <a:pt x="324894" y="254953"/>
                  </a:lnTo>
                  <a:lnTo>
                    <a:pt x="325020" y="255108"/>
                  </a:lnTo>
                  <a:lnTo>
                    <a:pt x="325424" y="255605"/>
                  </a:lnTo>
                  <a:lnTo>
                    <a:pt x="325312" y="256383"/>
                  </a:lnTo>
                  <a:lnTo>
                    <a:pt x="325291" y="256531"/>
                  </a:lnTo>
                  <a:lnTo>
                    <a:pt x="324135" y="259104"/>
                  </a:lnTo>
                  <a:lnTo>
                    <a:pt x="324109" y="259297"/>
                  </a:lnTo>
                  <a:lnTo>
                    <a:pt x="323963" y="260336"/>
                  </a:lnTo>
                  <a:lnTo>
                    <a:pt x="323849" y="261155"/>
                  </a:lnTo>
                  <a:lnTo>
                    <a:pt x="324470" y="262791"/>
                  </a:lnTo>
                  <a:lnTo>
                    <a:pt x="324894" y="263908"/>
                  </a:lnTo>
                  <a:lnTo>
                    <a:pt x="325060" y="264344"/>
                  </a:lnTo>
                  <a:lnTo>
                    <a:pt x="325185" y="264674"/>
                  </a:lnTo>
                  <a:lnTo>
                    <a:pt x="325770" y="265736"/>
                  </a:lnTo>
                  <a:lnTo>
                    <a:pt x="325030" y="265294"/>
                  </a:lnTo>
                  <a:lnTo>
                    <a:pt x="322961" y="264055"/>
                  </a:lnTo>
                  <a:lnTo>
                    <a:pt x="322441" y="263744"/>
                  </a:lnTo>
                  <a:lnTo>
                    <a:pt x="322113" y="263053"/>
                  </a:lnTo>
                  <a:lnTo>
                    <a:pt x="321018" y="260747"/>
                  </a:lnTo>
                  <a:lnTo>
                    <a:pt x="320428" y="260243"/>
                  </a:lnTo>
                  <a:lnTo>
                    <a:pt x="314160" y="261304"/>
                  </a:lnTo>
                  <a:lnTo>
                    <a:pt x="313946" y="261340"/>
                  </a:lnTo>
                  <a:lnTo>
                    <a:pt x="313432" y="261427"/>
                  </a:lnTo>
                  <a:lnTo>
                    <a:pt x="312797" y="261391"/>
                  </a:lnTo>
                  <a:lnTo>
                    <a:pt x="312655" y="261357"/>
                  </a:lnTo>
                  <a:lnTo>
                    <a:pt x="312490" y="261317"/>
                  </a:lnTo>
                  <a:lnTo>
                    <a:pt x="311912" y="261177"/>
                  </a:lnTo>
                  <a:lnTo>
                    <a:pt x="311357" y="261042"/>
                  </a:lnTo>
                  <a:lnTo>
                    <a:pt x="309495" y="260415"/>
                  </a:lnTo>
                  <a:lnTo>
                    <a:pt x="307649" y="259792"/>
                  </a:lnTo>
                  <a:lnTo>
                    <a:pt x="306138" y="263891"/>
                  </a:lnTo>
                  <a:lnTo>
                    <a:pt x="301565" y="264066"/>
                  </a:lnTo>
                  <a:lnTo>
                    <a:pt x="295705" y="264781"/>
                  </a:lnTo>
                  <a:lnTo>
                    <a:pt x="294945" y="260964"/>
                  </a:lnTo>
                  <a:lnTo>
                    <a:pt x="294483" y="259634"/>
                  </a:lnTo>
                  <a:lnTo>
                    <a:pt x="294334" y="257912"/>
                  </a:lnTo>
                  <a:lnTo>
                    <a:pt x="293961" y="256838"/>
                  </a:lnTo>
                  <a:lnTo>
                    <a:pt x="293007" y="255399"/>
                  </a:lnTo>
                  <a:lnTo>
                    <a:pt x="291840" y="254677"/>
                  </a:lnTo>
                  <a:lnTo>
                    <a:pt x="291615" y="253624"/>
                  </a:lnTo>
                  <a:lnTo>
                    <a:pt x="291735" y="252550"/>
                  </a:lnTo>
                  <a:lnTo>
                    <a:pt x="292300" y="251376"/>
                  </a:lnTo>
                  <a:lnTo>
                    <a:pt x="295438" y="244855"/>
                  </a:lnTo>
                  <a:lnTo>
                    <a:pt x="296560" y="242744"/>
                  </a:lnTo>
                  <a:lnTo>
                    <a:pt x="299001" y="242281"/>
                  </a:lnTo>
                  <a:lnTo>
                    <a:pt x="298816" y="240477"/>
                  </a:lnTo>
                  <a:lnTo>
                    <a:pt x="297152" y="237722"/>
                  </a:lnTo>
                  <a:lnTo>
                    <a:pt x="295828" y="236577"/>
                  </a:lnTo>
                  <a:lnTo>
                    <a:pt x="295633" y="236343"/>
                  </a:lnTo>
                  <a:lnTo>
                    <a:pt x="294396" y="234859"/>
                  </a:lnTo>
                  <a:lnTo>
                    <a:pt x="290491" y="234777"/>
                  </a:lnTo>
                  <a:lnTo>
                    <a:pt x="287641" y="233858"/>
                  </a:lnTo>
                  <a:lnTo>
                    <a:pt x="286786" y="233570"/>
                  </a:lnTo>
                  <a:lnTo>
                    <a:pt x="284876" y="232928"/>
                  </a:lnTo>
                  <a:lnTo>
                    <a:pt x="283069" y="232105"/>
                  </a:lnTo>
                  <a:lnTo>
                    <a:pt x="281342" y="231878"/>
                  </a:lnTo>
                  <a:lnTo>
                    <a:pt x="280278" y="231738"/>
                  </a:lnTo>
                  <a:lnTo>
                    <a:pt x="277952" y="231550"/>
                  </a:lnTo>
                  <a:lnTo>
                    <a:pt x="276771" y="231369"/>
                  </a:lnTo>
                  <a:lnTo>
                    <a:pt x="273911" y="233033"/>
                  </a:lnTo>
                  <a:lnTo>
                    <a:pt x="271418" y="234483"/>
                  </a:lnTo>
                  <a:lnTo>
                    <a:pt x="271265" y="234108"/>
                  </a:lnTo>
                  <a:lnTo>
                    <a:pt x="270501" y="233010"/>
                  </a:lnTo>
                  <a:lnTo>
                    <a:pt x="270408" y="232864"/>
                  </a:lnTo>
                  <a:lnTo>
                    <a:pt x="269851" y="231988"/>
                  </a:lnTo>
                  <a:lnTo>
                    <a:pt x="269667" y="231698"/>
                  </a:lnTo>
                  <a:lnTo>
                    <a:pt x="268593" y="230911"/>
                  </a:lnTo>
                  <a:lnTo>
                    <a:pt x="267448" y="230529"/>
                  </a:lnTo>
                  <a:lnTo>
                    <a:pt x="265778" y="230577"/>
                  </a:lnTo>
                  <a:lnTo>
                    <a:pt x="263577" y="231274"/>
                  </a:lnTo>
                  <a:lnTo>
                    <a:pt x="262649" y="231395"/>
                  </a:lnTo>
                  <a:lnTo>
                    <a:pt x="261700" y="230728"/>
                  </a:lnTo>
                  <a:lnTo>
                    <a:pt x="261435" y="230434"/>
                  </a:lnTo>
                  <a:lnTo>
                    <a:pt x="260992" y="229942"/>
                  </a:lnTo>
                  <a:lnTo>
                    <a:pt x="260510" y="228967"/>
                  </a:lnTo>
                  <a:lnTo>
                    <a:pt x="260213" y="228367"/>
                  </a:lnTo>
                  <a:lnTo>
                    <a:pt x="259195" y="227126"/>
                  </a:lnTo>
                  <a:lnTo>
                    <a:pt x="256609" y="226501"/>
                  </a:lnTo>
                  <a:lnTo>
                    <a:pt x="253942" y="225299"/>
                  </a:lnTo>
                  <a:lnTo>
                    <a:pt x="253621" y="224870"/>
                  </a:lnTo>
                  <a:lnTo>
                    <a:pt x="253271" y="224404"/>
                  </a:lnTo>
                  <a:lnTo>
                    <a:pt x="253083" y="222588"/>
                  </a:lnTo>
                  <a:lnTo>
                    <a:pt x="252359" y="220343"/>
                  </a:lnTo>
                  <a:lnTo>
                    <a:pt x="249367" y="222351"/>
                  </a:lnTo>
                  <a:lnTo>
                    <a:pt x="249205" y="222590"/>
                  </a:lnTo>
                  <a:lnTo>
                    <a:pt x="248338" y="223217"/>
                  </a:lnTo>
                  <a:lnTo>
                    <a:pt x="245702" y="223813"/>
                  </a:lnTo>
                  <a:lnTo>
                    <a:pt x="244032" y="224886"/>
                  </a:lnTo>
                  <a:lnTo>
                    <a:pt x="241348" y="227008"/>
                  </a:lnTo>
                  <a:lnTo>
                    <a:pt x="240482" y="226060"/>
                  </a:lnTo>
                  <a:lnTo>
                    <a:pt x="240305" y="225502"/>
                  </a:lnTo>
                  <a:lnTo>
                    <a:pt x="240469" y="224637"/>
                  </a:lnTo>
                  <a:lnTo>
                    <a:pt x="241047" y="223531"/>
                  </a:lnTo>
                  <a:lnTo>
                    <a:pt x="242329" y="221077"/>
                  </a:lnTo>
                  <a:lnTo>
                    <a:pt x="242836" y="220048"/>
                  </a:lnTo>
                  <a:lnTo>
                    <a:pt x="242694" y="219440"/>
                  </a:lnTo>
                  <a:lnTo>
                    <a:pt x="237111" y="222207"/>
                  </a:lnTo>
                  <a:lnTo>
                    <a:pt x="235746" y="222860"/>
                  </a:lnTo>
                  <a:lnTo>
                    <a:pt x="235437" y="222322"/>
                  </a:lnTo>
                  <a:lnTo>
                    <a:pt x="234157" y="220093"/>
                  </a:lnTo>
                  <a:lnTo>
                    <a:pt x="233119" y="218841"/>
                  </a:lnTo>
                  <a:lnTo>
                    <a:pt x="232705" y="218591"/>
                  </a:lnTo>
                  <a:lnTo>
                    <a:pt x="231900" y="217869"/>
                  </a:lnTo>
                  <a:lnTo>
                    <a:pt x="231301" y="216966"/>
                  </a:lnTo>
                  <a:lnTo>
                    <a:pt x="230060" y="215375"/>
                  </a:lnTo>
                  <a:lnTo>
                    <a:pt x="229571" y="214918"/>
                  </a:lnTo>
                  <a:lnTo>
                    <a:pt x="228912" y="214302"/>
                  </a:lnTo>
                  <a:lnTo>
                    <a:pt x="227591" y="212682"/>
                  </a:lnTo>
                  <a:lnTo>
                    <a:pt x="227430" y="211394"/>
                  </a:lnTo>
                  <a:lnTo>
                    <a:pt x="227450" y="210712"/>
                  </a:lnTo>
                  <a:lnTo>
                    <a:pt x="227479" y="209736"/>
                  </a:lnTo>
                  <a:lnTo>
                    <a:pt x="225668" y="208880"/>
                  </a:lnTo>
                  <a:lnTo>
                    <a:pt x="223851" y="208626"/>
                  </a:lnTo>
                  <a:lnTo>
                    <a:pt x="223110" y="208522"/>
                  </a:lnTo>
                  <a:lnTo>
                    <a:pt x="220301" y="208308"/>
                  </a:lnTo>
                  <a:lnTo>
                    <a:pt x="218619" y="207534"/>
                  </a:lnTo>
                  <a:lnTo>
                    <a:pt x="218429" y="207540"/>
                  </a:lnTo>
                  <a:lnTo>
                    <a:pt x="214320" y="207670"/>
                  </a:lnTo>
                  <a:lnTo>
                    <a:pt x="209819" y="207812"/>
                  </a:lnTo>
                  <a:lnTo>
                    <a:pt x="209397" y="207773"/>
                  </a:lnTo>
                  <a:lnTo>
                    <a:pt x="207866" y="207633"/>
                  </a:lnTo>
                  <a:lnTo>
                    <a:pt x="204780" y="205128"/>
                  </a:lnTo>
                  <a:lnTo>
                    <a:pt x="203239" y="204541"/>
                  </a:lnTo>
                  <a:lnTo>
                    <a:pt x="202901" y="204412"/>
                  </a:lnTo>
                  <a:lnTo>
                    <a:pt x="198428" y="204651"/>
                  </a:lnTo>
                  <a:lnTo>
                    <a:pt x="198515" y="202968"/>
                  </a:lnTo>
                  <a:lnTo>
                    <a:pt x="196775" y="202838"/>
                  </a:lnTo>
                  <a:lnTo>
                    <a:pt x="196738" y="197492"/>
                  </a:lnTo>
                  <a:lnTo>
                    <a:pt x="198257" y="196537"/>
                  </a:lnTo>
                  <a:lnTo>
                    <a:pt x="198344" y="195137"/>
                  </a:lnTo>
                  <a:lnTo>
                    <a:pt x="198430" y="193776"/>
                  </a:lnTo>
                  <a:lnTo>
                    <a:pt x="200066" y="190877"/>
                  </a:lnTo>
                  <a:lnTo>
                    <a:pt x="200266" y="190089"/>
                  </a:lnTo>
                  <a:lnTo>
                    <a:pt x="200744" y="190323"/>
                  </a:lnTo>
                  <a:lnTo>
                    <a:pt x="201614" y="190877"/>
                  </a:lnTo>
                  <a:lnTo>
                    <a:pt x="204681" y="192828"/>
                  </a:lnTo>
                  <a:lnTo>
                    <a:pt x="204944" y="192377"/>
                  </a:lnTo>
                  <a:lnTo>
                    <a:pt x="205822" y="190877"/>
                  </a:lnTo>
                  <a:lnTo>
                    <a:pt x="206282" y="190089"/>
                  </a:lnTo>
                  <a:lnTo>
                    <a:pt x="207294" y="188358"/>
                  </a:lnTo>
                  <a:lnTo>
                    <a:pt x="201819" y="184712"/>
                  </a:lnTo>
                  <a:lnTo>
                    <a:pt x="201251" y="184320"/>
                  </a:lnTo>
                  <a:lnTo>
                    <a:pt x="193033" y="178653"/>
                  </a:lnTo>
                  <a:lnTo>
                    <a:pt x="172918" y="164781"/>
                  </a:lnTo>
                  <a:lnTo>
                    <a:pt x="162917" y="157884"/>
                  </a:lnTo>
                  <a:lnTo>
                    <a:pt x="152485" y="150690"/>
                  </a:lnTo>
                  <a:lnTo>
                    <a:pt x="140976" y="142753"/>
                  </a:lnTo>
                  <a:lnTo>
                    <a:pt x="119387" y="127865"/>
                  </a:lnTo>
                  <a:lnTo>
                    <a:pt x="98196" y="113251"/>
                  </a:lnTo>
                  <a:lnTo>
                    <a:pt x="96078" y="111790"/>
                  </a:lnTo>
                  <a:lnTo>
                    <a:pt x="95290" y="111247"/>
                  </a:lnTo>
                  <a:lnTo>
                    <a:pt x="87066" y="105576"/>
                  </a:lnTo>
                  <a:lnTo>
                    <a:pt x="73173" y="95997"/>
                  </a:lnTo>
                  <a:lnTo>
                    <a:pt x="72992" y="95740"/>
                  </a:lnTo>
                  <a:lnTo>
                    <a:pt x="85681" y="77235"/>
                  </a:lnTo>
                  <a:lnTo>
                    <a:pt x="85898" y="76919"/>
                  </a:lnTo>
                  <a:lnTo>
                    <a:pt x="87305" y="74866"/>
                  </a:lnTo>
                  <a:lnTo>
                    <a:pt x="84959" y="73285"/>
                  </a:lnTo>
                  <a:lnTo>
                    <a:pt x="75818" y="67121"/>
                  </a:lnTo>
                  <a:lnTo>
                    <a:pt x="69302" y="62727"/>
                  </a:lnTo>
                  <a:lnTo>
                    <a:pt x="66587" y="60897"/>
                  </a:lnTo>
                  <a:lnTo>
                    <a:pt x="66392" y="60765"/>
                  </a:lnTo>
                  <a:lnTo>
                    <a:pt x="65721" y="59913"/>
                  </a:lnTo>
                  <a:lnTo>
                    <a:pt x="64200" y="60151"/>
                  </a:lnTo>
                  <a:lnTo>
                    <a:pt x="61966" y="61696"/>
                  </a:lnTo>
                  <a:lnTo>
                    <a:pt x="60892" y="62824"/>
                  </a:lnTo>
                  <a:lnTo>
                    <a:pt x="60015" y="63745"/>
                  </a:lnTo>
                  <a:lnTo>
                    <a:pt x="56516" y="65944"/>
                  </a:lnTo>
                  <a:lnTo>
                    <a:pt x="54644" y="66857"/>
                  </a:lnTo>
                  <a:lnTo>
                    <a:pt x="51975" y="67587"/>
                  </a:lnTo>
                  <a:lnTo>
                    <a:pt x="51778" y="67632"/>
                  </a:lnTo>
                  <a:lnTo>
                    <a:pt x="47761" y="73004"/>
                  </a:lnTo>
                  <a:lnTo>
                    <a:pt x="46408" y="72575"/>
                  </a:lnTo>
                  <a:lnTo>
                    <a:pt x="45316" y="72229"/>
                  </a:lnTo>
                  <a:lnTo>
                    <a:pt x="36132" y="74913"/>
                  </a:lnTo>
                  <a:lnTo>
                    <a:pt x="35372" y="72816"/>
                  </a:lnTo>
                  <a:lnTo>
                    <a:pt x="34494" y="70394"/>
                  </a:lnTo>
                  <a:lnTo>
                    <a:pt x="36012" y="68770"/>
                  </a:lnTo>
                  <a:lnTo>
                    <a:pt x="50027" y="65251"/>
                  </a:lnTo>
                  <a:lnTo>
                    <a:pt x="49610" y="62150"/>
                  </a:lnTo>
                  <a:lnTo>
                    <a:pt x="42811" y="59526"/>
                  </a:lnTo>
                  <a:lnTo>
                    <a:pt x="41082" y="57498"/>
                  </a:lnTo>
                  <a:lnTo>
                    <a:pt x="34107" y="57147"/>
                  </a:lnTo>
                  <a:lnTo>
                    <a:pt x="30242" y="59491"/>
                  </a:lnTo>
                  <a:lnTo>
                    <a:pt x="25856" y="59194"/>
                  </a:lnTo>
                  <a:lnTo>
                    <a:pt x="19698" y="56527"/>
                  </a:lnTo>
                  <a:lnTo>
                    <a:pt x="17408" y="47127"/>
                  </a:lnTo>
                  <a:lnTo>
                    <a:pt x="14736" y="45219"/>
                  </a:lnTo>
                  <a:lnTo>
                    <a:pt x="12878" y="46592"/>
                  </a:lnTo>
                  <a:lnTo>
                    <a:pt x="13600" y="48242"/>
                  </a:lnTo>
                  <a:lnTo>
                    <a:pt x="8714" y="51597"/>
                  </a:lnTo>
                  <a:lnTo>
                    <a:pt x="3484" y="43766"/>
                  </a:lnTo>
                  <a:lnTo>
                    <a:pt x="1784" y="44899"/>
                  </a:lnTo>
                  <a:lnTo>
                    <a:pt x="0" y="42419"/>
                  </a:lnTo>
                  <a:lnTo>
                    <a:pt x="2551" y="40497"/>
                  </a:lnTo>
                  <a:lnTo>
                    <a:pt x="4349" y="39144"/>
                  </a:lnTo>
                  <a:lnTo>
                    <a:pt x="5065" y="38561"/>
                  </a:lnTo>
                  <a:lnTo>
                    <a:pt x="12064" y="33339"/>
                  </a:lnTo>
                  <a:lnTo>
                    <a:pt x="11730" y="27089"/>
                  </a:lnTo>
                  <a:lnTo>
                    <a:pt x="9911" y="26975"/>
                  </a:lnTo>
                  <a:lnTo>
                    <a:pt x="9724" y="26448"/>
                  </a:lnTo>
                  <a:lnTo>
                    <a:pt x="6833" y="18335"/>
                  </a:lnTo>
                  <a:lnTo>
                    <a:pt x="6551" y="17545"/>
                  </a:lnTo>
                  <a:lnTo>
                    <a:pt x="6276" y="16773"/>
                  </a:lnTo>
                  <a:lnTo>
                    <a:pt x="11346" y="16058"/>
                  </a:lnTo>
                  <a:lnTo>
                    <a:pt x="10004" y="12211"/>
                  </a:lnTo>
                  <a:lnTo>
                    <a:pt x="13369" y="12374"/>
                  </a:lnTo>
                  <a:lnTo>
                    <a:pt x="17399" y="12569"/>
                  </a:lnTo>
                  <a:lnTo>
                    <a:pt x="18902" y="12563"/>
                  </a:lnTo>
                  <a:lnTo>
                    <a:pt x="20335" y="12086"/>
                  </a:lnTo>
                  <a:lnTo>
                    <a:pt x="20895" y="11900"/>
                  </a:lnTo>
                  <a:lnTo>
                    <a:pt x="22350" y="11304"/>
                  </a:lnTo>
                  <a:lnTo>
                    <a:pt x="23739" y="10617"/>
                  </a:lnTo>
                  <a:lnTo>
                    <a:pt x="24600" y="10191"/>
                  </a:lnTo>
                  <a:lnTo>
                    <a:pt x="25582" y="9705"/>
                  </a:lnTo>
                  <a:lnTo>
                    <a:pt x="26063" y="9493"/>
                  </a:lnTo>
                  <a:lnTo>
                    <a:pt x="28755" y="8308"/>
                  </a:lnTo>
                  <a:lnTo>
                    <a:pt x="30998" y="7320"/>
                  </a:lnTo>
                  <a:lnTo>
                    <a:pt x="32571" y="6700"/>
                  </a:lnTo>
                  <a:lnTo>
                    <a:pt x="33015" y="6525"/>
                  </a:lnTo>
                  <a:lnTo>
                    <a:pt x="36780" y="5422"/>
                  </a:lnTo>
                  <a:lnTo>
                    <a:pt x="37385" y="5258"/>
                  </a:lnTo>
                  <a:lnTo>
                    <a:pt x="39535" y="4455"/>
                  </a:lnTo>
                  <a:lnTo>
                    <a:pt x="40119" y="4236"/>
                  </a:lnTo>
                  <a:lnTo>
                    <a:pt x="40677" y="3943"/>
                  </a:lnTo>
                  <a:lnTo>
                    <a:pt x="41558" y="3480"/>
                  </a:lnTo>
                  <a:lnTo>
                    <a:pt x="42801" y="2619"/>
                  </a:lnTo>
                  <a:lnTo>
                    <a:pt x="43040" y="2407"/>
                  </a:lnTo>
                  <a:lnTo>
                    <a:pt x="43261" y="2817"/>
                  </a:lnTo>
                  <a:lnTo>
                    <a:pt x="43681" y="2480"/>
                  </a:lnTo>
                  <a:lnTo>
                    <a:pt x="46029" y="597"/>
                  </a:lnTo>
                  <a:lnTo>
                    <a:pt x="46869" y="439"/>
                  </a:lnTo>
                  <a:lnTo>
                    <a:pt x="48398" y="263"/>
                  </a:lnTo>
                  <a:lnTo>
                    <a:pt x="49202" y="171"/>
                  </a:lnTo>
                  <a:lnTo>
                    <a:pt x="49780" y="0"/>
                  </a:lnTo>
                  <a:lnTo>
                    <a:pt x="50523" y="151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0" name="pg349"/>
            <p:cNvSpPr/>
            <p:nvPr/>
          </p:nvSpPr>
          <p:spPr>
            <a:xfrm>
              <a:off x="4666854" y="2190998"/>
              <a:ext cx="65010" cy="72863"/>
            </a:xfrm>
            <a:custGeom>
              <a:avLst/>
              <a:pathLst>
                <a:path w="65010" h="72863">
                  <a:moveTo>
                    <a:pt x="38843" y="19815"/>
                  </a:moveTo>
                  <a:lnTo>
                    <a:pt x="29003" y="24511"/>
                  </a:lnTo>
                  <a:lnTo>
                    <a:pt x="26722" y="25227"/>
                  </a:lnTo>
                  <a:lnTo>
                    <a:pt x="25425" y="27776"/>
                  </a:lnTo>
                  <a:lnTo>
                    <a:pt x="26811" y="29208"/>
                  </a:lnTo>
                  <a:lnTo>
                    <a:pt x="26811" y="30729"/>
                  </a:lnTo>
                  <a:lnTo>
                    <a:pt x="31284" y="31399"/>
                  </a:lnTo>
                  <a:lnTo>
                    <a:pt x="32760" y="32473"/>
                  </a:lnTo>
                  <a:lnTo>
                    <a:pt x="34952" y="35649"/>
                  </a:lnTo>
                  <a:lnTo>
                    <a:pt x="48773" y="25450"/>
                  </a:lnTo>
                  <a:lnTo>
                    <a:pt x="55617" y="28984"/>
                  </a:lnTo>
                  <a:lnTo>
                    <a:pt x="59240" y="33233"/>
                  </a:lnTo>
                  <a:lnTo>
                    <a:pt x="64294" y="37796"/>
                  </a:lnTo>
                  <a:lnTo>
                    <a:pt x="65010" y="40256"/>
                  </a:lnTo>
                  <a:lnTo>
                    <a:pt x="60984" y="50946"/>
                  </a:lnTo>
                  <a:lnTo>
                    <a:pt x="54275" y="48754"/>
                  </a:lnTo>
                  <a:lnTo>
                    <a:pt x="47700" y="52288"/>
                  </a:lnTo>
                  <a:lnTo>
                    <a:pt x="26319" y="56179"/>
                  </a:lnTo>
                  <a:lnTo>
                    <a:pt x="17552" y="54882"/>
                  </a:lnTo>
                  <a:lnTo>
                    <a:pt x="14690" y="59489"/>
                  </a:lnTo>
                  <a:lnTo>
                    <a:pt x="13392" y="65260"/>
                  </a:lnTo>
                  <a:lnTo>
                    <a:pt x="12319" y="69867"/>
                  </a:lnTo>
                  <a:lnTo>
                    <a:pt x="9814" y="72640"/>
                  </a:lnTo>
                  <a:lnTo>
                    <a:pt x="3641" y="72863"/>
                  </a:lnTo>
                  <a:lnTo>
                    <a:pt x="1673" y="71566"/>
                  </a:lnTo>
                  <a:lnTo>
                    <a:pt x="428" y="70708"/>
                  </a:lnTo>
                  <a:lnTo>
                    <a:pt x="3649" y="59078"/>
                  </a:lnTo>
                  <a:lnTo>
                    <a:pt x="0" y="56965"/>
                  </a:lnTo>
                  <a:lnTo>
                    <a:pt x="2766" y="52542"/>
                  </a:lnTo>
                  <a:lnTo>
                    <a:pt x="3547" y="51094"/>
                  </a:lnTo>
                  <a:lnTo>
                    <a:pt x="3892" y="50454"/>
                  </a:lnTo>
                  <a:lnTo>
                    <a:pt x="4006" y="50243"/>
                  </a:lnTo>
                  <a:lnTo>
                    <a:pt x="5483" y="47504"/>
                  </a:lnTo>
                  <a:lnTo>
                    <a:pt x="7272" y="43553"/>
                  </a:lnTo>
                  <a:lnTo>
                    <a:pt x="8540" y="40720"/>
                  </a:lnTo>
                  <a:lnTo>
                    <a:pt x="8676" y="40272"/>
                  </a:lnTo>
                  <a:lnTo>
                    <a:pt x="8782" y="39993"/>
                  </a:lnTo>
                  <a:lnTo>
                    <a:pt x="10300" y="35989"/>
                  </a:lnTo>
                  <a:lnTo>
                    <a:pt x="11478" y="32884"/>
                  </a:lnTo>
                  <a:lnTo>
                    <a:pt x="11724" y="32259"/>
                  </a:lnTo>
                  <a:lnTo>
                    <a:pt x="13670" y="33115"/>
                  </a:lnTo>
                  <a:lnTo>
                    <a:pt x="13997" y="32356"/>
                  </a:lnTo>
                  <a:lnTo>
                    <a:pt x="15956" y="27699"/>
                  </a:lnTo>
                  <a:lnTo>
                    <a:pt x="18763" y="21027"/>
                  </a:lnTo>
                  <a:lnTo>
                    <a:pt x="22423" y="22868"/>
                  </a:lnTo>
                  <a:lnTo>
                    <a:pt x="23518" y="20424"/>
                  </a:lnTo>
                  <a:lnTo>
                    <a:pt x="26185" y="14471"/>
                  </a:lnTo>
                  <a:lnTo>
                    <a:pt x="26788" y="13124"/>
                  </a:lnTo>
                  <a:lnTo>
                    <a:pt x="27365" y="11837"/>
                  </a:lnTo>
                  <a:lnTo>
                    <a:pt x="27609" y="11314"/>
                  </a:lnTo>
                  <a:lnTo>
                    <a:pt x="31003" y="4049"/>
                  </a:lnTo>
                  <a:lnTo>
                    <a:pt x="31572" y="2830"/>
                  </a:lnTo>
                  <a:lnTo>
                    <a:pt x="32894" y="0"/>
                  </a:lnTo>
                  <a:lnTo>
                    <a:pt x="44300" y="532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1" name="pg350"/>
            <p:cNvSpPr/>
            <p:nvPr/>
          </p:nvSpPr>
          <p:spPr>
            <a:xfrm>
              <a:off x="4574708" y="2197554"/>
              <a:ext cx="74320" cy="68565"/>
            </a:xfrm>
            <a:custGeom>
              <a:avLst/>
              <a:pathLst>
                <a:path w="74320" h="68565">
                  <a:moveTo>
                    <a:pt x="40627" y="18968"/>
                  </a:moveTo>
                  <a:lnTo>
                    <a:pt x="46177" y="21380"/>
                  </a:lnTo>
                  <a:lnTo>
                    <a:pt x="48250" y="16632"/>
                  </a:lnTo>
                  <a:lnTo>
                    <a:pt x="56152" y="19913"/>
                  </a:lnTo>
                  <a:lnTo>
                    <a:pt x="53950" y="25873"/>
                  </a:lnTo>
                  <a:lnTo>
                    <a:pt x="54336" y="26037"/>
                  </a:lnTo>
                  <a:lnTo>
                    <a:pt x="57592" y="27355"/>
                  </a:lnTo>
                  <a:lnTo>
                    <a:pt x="61667" y="29005"/>
                  </a:lnTo>
                  <a:lnTo>
                    <a:pt x="61808" y="29066"/>
                  </a:lnTo>
                  <a:lnTo>
                    <a:pt x="66955" y="31287"/>
                  </a:lnTo>
                  <a:lnTo>
                    <a:pt x="72358" y="33840"/>
                  </a:lnTo>
                  <a:lnTo>
                    <a:pt x="71537" y="36092"/>
                  </a:lnTo>
                  <a:lnTo>
                    <a:pt x="71391" y="36494"/>
                  </a:lnTo>
                  <a:lnTo>
                    <a:pt x="71117" y="39242"/>
                  </a:lnTo>
                  <a:lnTo>
                    <a:pt x="71414" y="40528"/>
                  </a:lnTo>
                  <a:lnTo>
                    <a:pt x="71606" y="41360"/>
                  </a:lnTo>
                  <a:lnTo>
                    <a:pt x="71537" y="43418"/>
                  </a:lnTo>
                  <a:lnTo>
                    <a:pt x="71486" y="44938"/>
                  </a:lnTo>
                  <a:lnTo>
                    <a:pt x="72035" y="48430"/>
                  </a:lnTo>
                  <a:lnTo>
                    <a:pt x="74320" y="55091"/>
                  </a:lnTo>
                  <a:lnTo>
                    <a:pt x="72535" y="57294"/>
                  </a:lnTo>
                  <a:lnTo>
                    <a:pt x="58043" y="56638"/>
                  </a:lnTo>
                  <a:lnTo>
                    <a:pt x="54047" y="62124"/>
                  </a:lnTo>
                  <a:lnTo>
                    <a:pt x="49455" y="64808"/>
                  </a:lnTo>
                  <a:lnTo>
                    <a:pt x="49813" y="68565"/>
                  </a:lnTo>
                  <a:lnTo>
                    <a:pt x="46403" y="67597"/>
                  </a:lnTo>
                  <a:lnTo>
                    <a:pt x="33542" y="44130"/>
                  </a:lnTo>
                  <a:lnTo>
                    <a:pt x="28800" y="42162"/>
                  </a:lnTo>
                  <a:lnTo>
                    <a:pt x="25803" y="36258"/>
                  </a:lnTo>
                  <a:lnTo>
                    <a:pt x="22955" y="36990"/>
                  </a:lnTo>
                  <a:lnTo>
                    <a:pt x="21542" y="35257"/>
                  </a:lnTo>
                  <a:lnTo>
                    <a:pt x="20528" y="34005"/>
                  </a:lnTo>
                  <a:lnTo>
                    <a:pt x="19753" y="33200"/>
                  </a:lnTo>
                  <a:lnTo>
                    <a:pt x="18620" y="32335"/>
                  </a:lnTo>
                  <a:lnTo>
                    <a:pt x="17516" y="31679"/>
                  </a:lnTo>
                  <a:lnTo>
                    <a:pt x="16413" y="31261"/>
                  </a:lnTo>
                  <a:lnTo>
                    <a:pt x="14330" y="29680"/>
                  </a:lnTo>
                  <a:lnTo>
                    <a:pt x="13061" y="28690"/>
                  </a:lnTo>
                  <a:lnTo>
                    <a:pt x="12401" y="27782"/>
                  </a:lnTo>
                  <a:lnTo>
                    <a:pt x="12198" y="26848"/>
                  </a:lnTo>
                  <a:lnTo>
                    <a:pt x="12628" y="24701"/>
                  </a:lnTo>
                  <a:lnTo>
                    <a:pt x="12986" y="22005"/>
                  </a:lnTo>
                  <a:lnTo>
                    <a:pt x="12914" y="20096"/>
                  </a:lnTo>
                  <a:lnTo>
                    <a:pt x="12341" y="18188"/>
                  </a:lnTo>
                  <a:lnTo>
                    <a:pt x="11172" y="16995"/>
                  </a:lnTo>
                  <a:lnTo>
                    <a:pt x="8258" y="14719"/>
                  </a:lnTo>
                  <a:lnTo>
                    <a:pt x="0" y="8269"/>
                  </a:lnTo>
                  <a:lnTo>
                    <a:pt x="1021" y="6103"/>
                  </a:lnTo>
                  <a:lnTo>
                    <a:pt x="2112" y="3249"/>
                  </a:lnTo>
                  <a:lnTo>
                    <a:pt x="2424" y="2432"/>
                  </a:lnTo>
                  <a:lnTo>
                    <a:pt x="3354" y="0"/>
                  </a:lnTo>
                  <a:lnTo>
                    <a:pt x="17823" y="6666"/>
                  </a:lnTo>
                  <a:lnTo>
                    <a:pt x="25094" y="10016"/>
                  </a:lnTo>
                  <a:lnTo>
                    <a:pt x="24474" y="11876"/>
                  </a:lnTo>
                  <a:lnTo>
                    <a:pt x="29917" y="14266"/>
                  </a:lnTo>
                  <a:lnTo>
                    <a:pt x="34920" y="1646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2" name="pg351"/>
            <p:cNvSpPr/>
            <p:nvPr/>
          </p:nvSpPr>
          <p:spPr>
            <a:xfrm>
              <a:off x="4213044" y="1899357"/>
              <a:ext cx="457708" cy="249546"/>
            </a:xfrm>
            <a:custGeom>
              <a:avLst/>
              <a:pathLst>
                <a:path w="457708" h="249546">
                  <a:moveTo>
                    <a:pt x="178910" y="40941"/>
                  </a:moveTo>
                  <a:lnTo>
                    <a:pt x="176329" y="48011"/>
                  </a:lnTo>
                  <a:lnTo>
                    <a:pt x="176067" y="48579"/>
                  </a:lnTo>
                  <a:lnTo>
                    <a:pt x="175495" y="49815"/>
                  </a:lnTo>
                  <a:lnTo>
                    <a:pt x="175257" y="50330"/>
                  </a:lnTo>
                  <a:lnTo>
                    <a:pt x="174605" y="52724"/>
                  </a:lnTo>
                  <a:lnTo>
                    <a:pt x="173650" y="56226"/>
                  </a:lnTo>
                  <a:lnTo>
                    <a:pt x="170630" y="55432"/>
                  </a:lnTo>
                  <a:lnTo>
                    <a:pt x="173379" y="60393"/>
                  </a:lnTo>
                  <a:lnTo>
                    <a:pt x="174250" y="62646"/>
                  </a:lnTo>
                  <a:lnTo>
                    <a:pt x="175350" y="65397"/>
                  </a:lnTo>
                  <a:lnTo>
                    <a:pt x="175531" y="65851"/>
                  </a:lnTo>
                  <a:lnTo>
                    <a:pt x="171157" y="67256"/>
                  </a:lnTo>
                  <a:lnTo>
                    <a:pt x="170143" y="71447"/>
                  </a:lnTo>
                  <a:lnTo>
                    <a:pt x="169689" y="73325"/>
                  </a:lnTo>
                  <a:lnTo>
                    <a:pt x="169575" y="73563"/>
                  </a:lnTo>
                  <a:lnTo>
                    <a:pt x="169122" y="74505"/>
                  </a:lnTo>
                  <a:lnTo>
                    <a:pt x="168994" y="74681"/>
                  </a:lnTo>
                  <a:lnTo>
                    <a:pt x="168704" y="75077"/>
                  </a:lnTo>
                  <a:lnTo>
                    <a:pt x="166620" y="78179"/>
                  </a:lnTo>
                  <a:lnTo>
                    <a:pt x="164691" y="81878"/>
                  </a:lnTo>
                  <a:lnTo>
                    <a:pt x="173341" y="87873"/>
                  </a:lnTo>
                  <a:lnTo>
                    <a:pt x="173507" y="87650"/>
                  </a:lnTo>
                  <a:lnTo>
                    <a:pt x="183273" y="94314"/>
                  </a:lnTo>
                  <a:lnTo>
                    <a:pt x="194509" y="101801"/>
                  </a:lnTo>
                  <a:lnTo>
                    <a:pt x="191116" y="106767"/>
                  </a:lnTo>
                  <a:lnTo>
                    <a:pt x="192151" y="107690"/>
                  </a:lnTo>
                  <a:lnTo>
                    <a:pt x="192968" y="108418"/>
                  </a:lnTo>
                  <a:lnTo>
                    <a:pt x="200542" y="114035"/>
                  </a:lnTo>
                  <a:lnTo>
                    <a:pt x="200758" y="114195"/>
                  </a:lnTo>
                  <a:lnTo>
                    <a:pt x="201339" y="114609"/>
                  </a:lnTo>
                  <a:lnTo>
                    <a:pt x="202315" y="115304"/>
                  </a:lnTo>
                  <a:lnTo>
                    <a:pt x="203209" y="116539"/>
                  </a:lnTo>
                  <a:lnTo>
                    <a:pt x="203302" y="119940"/>
                  </a:lnTo>
                  <a:lnTo>
                    <a:pt x="203411" y="121115"/>
                  </a:lnTo>
                  <a:lnTo>
                    <a:pt x="203923" y="122062"/>
                  </a:lnTo>
                  <a:lnTo>
                    <a:pt x="207405" y="128492"/>
                  </a:lnTo>
                  <a:lnTo>
                    <a:pt x="207812" y="127553"/>
                  </a:lnTo>
                  <a:lnTo>
                    <a:pt x="208018" y="126375"/>
                  </a:lnTo>
                  <a:lnTo>
                    <a:pt x="208158" y="125752"/>
                  </a:lnTo>
                  <a:lnTo>
                    <a:pt x="208897" y="125466"/>
                  </a:lnTo>
                  <a:lnTo>
                    <a:pt x="209565" y="125442"/>
                  </a:lnTo>
                  <a:lnTo>
                    <a:pt x="210379" y="126008"/>
                  </a:lnTo>
                  <a:lnTo>
                    <a:pt x="220123" y="132788"/>
                  </a:lnTo>
                  <a:lnTo>
                    <a:pt x="222366" y="134348"/>
                  </a:lnTo>
                  <a:lnTo>
                    <a:pt x="228937" y="138979"/>
                  </a:lnTo>
                  <a:lnTo>
                    <a:pt x="233569" y="142018"/>
                  </a:lnTo>
                  <a:lnTo>
                    <a:pt x="235862" y="143792"/>
                  </a:lnTo>
                  <a:lnTo>
                    <a:pt x="236886" y="145171"/>
                  </a:lnTo>
                  <a:lnTo>
                    <a:pt x="237767" y="146359"/>
                  </a:lnTo>
                  <a:lnTo>
                    <a:pt x="240554" y="148989"/>
                  </a:lnTo>
                  <a:lnTo>
                    <a:pt x="242404" y="149799"/>
                  </a:lnTo>
                  <a:lnTo>
                    <a:pt x="244683" y="150642"/>
                  </a:lnTo>
                  <a:lnTo>
                    <a:pt x="247633" y="146337"/>
                  </a:lnTo>
                  <a:lnTo>
                    <a:pt x="249556" y="143530"/>
                  </a:lnTo>
                  <a:lnTo>
                    <a:pt x="243778" y="139626"/>
                  </a:lnTo>
                  <a:lnTo>
                    <a:pt x="242808" y="140606"/>
                  </a:lnTo>
                  <a:lnTo>
                    <a:pt x="242128" y="141482"/>
                  </a:lnTo>
                  <a:lnTo>
                    <a:pt x="241502" y="142073"/>
                  </a:lnTo>
                  <a:lnTo>
                    <a:pt x="240804" y="142538"/>
                  </a:lnTo>
                  <a:lnTo>
                    <a:pt x="240053" y="142824"/>
                  </a:lnTo>
                  <a:lnTo>
                    <a:pt x="239319" y="142735"/>
                  </a:lnTo>
                  <a:lnTo>
                    <a:pt x="238974" y="142209"/>
                  </a:lnTo>
                  <a:lnTo>
                    <a:pt x="238778" y="138827"/>
                  </a:lnTo>
                  <a:lnTo>
                    <a:pt x="238977" y="133618"/>
                  </a:lnTo>
                  <a:lnTo>
                    <a:pt x="239035" y="131401"/>
                  </a:lnTo>
                  <a:lnTo>
                    <a:pt x="239255" y="130412"/>
                  </a:lnTo>
                  <a:lnTo>
                    <a:pt x="241450" y="130149"/>
                  </a:lnTo>
                  <a:lnTo>
                    <a:pt x="245029" y="130364"/>
                  </a:lnTo>
                  <a:lnTo>
                    <a:pt x="245661" y="129899"/>
                  </a:lnTo>
                  <a:lnTo>
                    <a:pt x="246305" y="128766"/>
                  </a:lnTo>
                  <a:lnTo>
                    <a:pt x="247044" y="126666"/>
                  </a:lnTo>
                  <a:lnTo>
                    <a:pt x="247282" y="126176"/>
                  </a:lnTo>
                  <a:lnTo>
                    <a:pt x="247796" y="125116"/>
                  </a:lnTo>
                  <a:lnTo>
                    <a:pt x="249172" y="124844"/>
                  </a:lnTo>
                  <a:lnTo>
                    <a:pt x="249490" y="124782"/>
                  </a:lnTo>
                  <a:lnTo>
                    <a:pt x="253891" y="124531"/>
                  </a:lnTo>
                  <a:lnTo>
                    <a:pt x="254416" y="124161"/>
                  </a:lnTo>
                  <a:lnTo>
                    <a:pt x="255322" y="122671"/>
                  </a:lnTo>
                  <a:lnTo>
                    <a:pt x="256205" y="121995"/>
                  </a:lnTo>
                  <a:lnTo>
                    <a:pt x="258547" y="122144"/>
                  </a:lnTo>
                  <a:lnTo>
                    <a:pt x="261795" y="122144"/>
                  </a:lnTo>
                  <a:lnTo>
                    <a:pt x="263048" y="122297"/>
                  </a:lnTo>
                  <a:lnTo>
                    <a:pt x="263799" y="122932"/>
                  </a:lnTo>
                  <a:lnTo>
                    <a:pt x="264657" y="123898"/>
                  </a:lnTo>
                  <a:lnTo>
                    <a:pt x="265800" y="124217"/>
                  </a:lnTo>
                  <a:lnTo>
                    <a:pt x="267993" y="124559"/>
                  </a:lnTo>
                  <a:lnTo>
                    <a:pt x="268551" y="124803"/>
                  </a:lnTo>
                  <a:lnTo>
                    <a:pt x="268773" y="125304"/>
                  </a:lnTo>
                  <a:lnTo>
                    <a:pt x="270894" y="124431"/>
                  </a:lnTo>
                  <a:lnTo>
                    <a:pt x="271843" y="123518"/>
                  </a:lnTo>
                  <a:lnTo>
                    <a:pt x="272017" y="122968"/>
                  </a:lnTo>
                  <a:lnTo>
                    <a:pt x="272494" y="121459"/>
                  </a:lnTo>
                  <a:lnTo>
                    <a:pt x="272584" y="120386"/>
                  </a:lnTo>
                  <a:lnTo>
                    <a:pt x="271694" y="115964"/>
                  </a:lnTo>
                  <a:lnTo>
                    <a:pt x="271619" y="115834"/>
                  </a:lnTo>
                  <a:lnTo>
                    <a:pt x="271271" y="115237"/>
                  </a:lnTo>
                  <a:lnTo>
                    <a:pt x="270945" y="113416"/>
                  </a:lnTo>
                  <a:lnTo>
                    <a:pt x="270752" y="112338"/>
                  </a:lnTo>
                  <a:lnTo>
                    <a:pt x="270953" y="111843"/>
                  </a:lnTo>
                  <a:lnTo>
                    <a:pt x="271486" y="110531"/>
                  </a:lnTo>
                  <a:lnTo>
                    <a:pt x="271742" y="110164"/>
                  </a:lnTo>
                  <a:lnTo>
                    <a:pt x="272644" y="108872"/>
                  </a:lnTo>
                  <a:lnTo>
                    <a:pt x="273390" y="107803"/>
                  </a:lnTo>
                  <a:lnTo>
                    <a:pt x="274383" y="106381"/>
                  </a:lnTo>
                  <a:lnTo>
                    <a:pt x="274921" y="105611"/>
                  </a:lnTo>
                  <a:lnTo>
                    <a:pt x="275499" y="104027"/>
                  </a:lnTo>
                  <a:lnTo>
                    <a:pt x="275620" y="103695"/>
                  </a:lnTo>
                  <a:lnTo>
                    <a:pt x="275744" y="103356"/>
                  </a:lnTo>
                  <a:lnTo>
                    <a:pt x="276560" y="98609"/>
                  </a:lnTo>
                  <a:lnTo>
                    <a:pt x="279083" y="99771"/>
                  </a:lnTo>
                  <a:lnTo>
                    <a:pt x="279121" y="98208"/>
                  </a:lnTo>
                  <a:lnTo>
                    <a:pt x="279225" y="93938"/>
                  </a:lnTo>
                  <a:lnTo>
                    <a:pt x="279252" y="92809"/>
                  </a:lnTo>
                  <a:lnTo>
                    <a:pt x="279316" y="91422"/>
                  </a:lnTo>
                  <a:lnTo>
                    <a:pt x="279346" y="90771"/>
                  </a:lnTo>
                  <a:lnTo>
                    <a:pt x="279086" y="90852"/>
                  </a:lnTo>
                  <a:lnTo>
                    <a:pt x="276819" y="91118"/>
                  </a:lnTo>
                  <a:lnTo>
                    <a:pt x="272626" y="92451"/>
                  </a:lnTo>
                  <a:lnTo>
                    <a:pt x="269969" y="90441"/>
                  </a:lnTo>
                  <a:lnTo>
                    <a:pt x="269661" y="90208"/>
                  </a:lnTo>
                  <a:lnTo>
                    <a:pt x="268337" y="89707"/>
                  </a:lnTo>
                  <a:lnTo>
                    <a:pt x="268697" y="88993"/>
                  </a:lnTo>
                  <a:lnTo>
                    <a:pt x="268809" y="88769"/>
                  </a:lnTo>
                  <a:lnTo>
                    <a:pt x="269090" y="87010"/>
                  </a:lnTo>
                  <a:lnTo>
                    <a:pt x="267687" y="84866"/>
                  </a:lnTo>
                  <a:lnTo>
                    <a:pt x="267232" y="84559"/>
                  </a:lnTo>
                  <a:lnTo>
                    <a:pt x="266551" y="84100"/>
                  </a:lnTo>
                  <a:lnTo>
                    <a:pt x="264636" y="83066"/>
                  </a:lnTo>
                  <a:lnTo>
                    <a:pt x="263892" y="82451"/>
                  </a:lnTo>
                  <a:lnTo>
                    <a:pt x="264430" y="81476"/>
                  </a:lnTo>
                  <a:lnTo>
                    <a:pt x="265473" y="80343"/>
                  </a:lnTo>
                  <a:lnTo>
                    <a:pt x="268008" y="77838"/>
                  </a:lnTo>
                  <a:lnTo>
                    <a:pt x="268595" y="76764"/>
                  </a:lnTo>
                  <a:lnTo>
                    <a:pt x="268998" y="75624"/>
                  </a:lnTo>
                  <a:lnTo>
                    <a:pt x="269103" y="74924"/>
                  </a:lnTo>
                  <a:lnTo>
                    <a:pt x="269197" y="74293"/>
                  </a:lnTo>
                  <a:lnTo>
                    <a:pt x="269459" y="74338"/>
                  </a:lnTo>
                  <a:lnTo>
                    <a:pt x="272215" y="74599"/>
                  </a:lnTo>
                  <a:lnTo>
                    <a:pt x="277131" y="75184"/>
                  </a:lnTo>
                  <a:lnTo>
                    <a:pt x="277288" y="75202"/>
                  </a:lnTo>
                  <a:lnTo>
                    <a:pt x="277233" y="75075"/>
                  </a:lnTo>
                  <a:lnTo>
                    <a:pt x="276909" y="73675"/>
                  </a:lnTo>
                  <a:lnTo>
                    <a:pt x="276309" y="72689"/>
                  </a:lnTo>
                  <a:lnTo>
                    <a:pt x="275905" y="71688"/>
                  </a:lnTo>
                  <a:lnTo>
                    <a:pt x="275123" y="69748"/>
                  </a:lnTo>
                  <a:lnTo>
                    <a:pt x="275045" y="69554"/>
                  </a:lnTo>
                  <a:lnTo>
                    <a:pt x="275057" y="69145"/>
                  </a:lnTo>
                  <a:lnTo>
                    <a:pt x="275095" y="67876"/>
                  </a:lnTo>
                  <a:lnTo>
                    <a:pt x="275106" y="67499"/>
                  </a:lnTo>
                  <a:lnTo>
                    <a:pt x="275124" y="66879"/>
                  </a:lnTo>
                  <a:lnTo>
                    <a:pt x="275531" y="65988"/>
                  </a:lnTo>
                  <a:lnTo>
                    <a:pt x="276353" y="64246"/>
                  </a:lnTo>
                  <a:lnTo>
                    <a:pt x="278002" y="60756"/>
                  </a:lnTo>
                  <a:lnTo>
                    <a:pt x="279761" y="57032"/>
                  </a:lnTo>
                  <a:lnTo>
                    <a:pt x="279896" y="56747"/>
                  </a:lnTo>
                  <a:lnTo>
                    <a:pt x="283779" y="58381"/>
                  </a:lnTo>
                  <a:lnTo>
                    <a:pt x="285813" y="59237"/>
                  </a:lnTo>
                  <a:lnTo>
                    <a:pt x="288343" y="60460"/>
                  </a:lnTo>
                  <a:lnTo>
                    <a:pt x="288131" y="60950"/>
                  </a:lnTo>
                  <a:lnTo>
                    <a:pt x="287111" y="62706"/>
                  </a:lnTo>
                  <a:lnTo>
                    <a:pt x="286485" y="63783"/>
                  </a:lnTo>
                  <a:lnTo>
                    <a:pt x="285806" y="64950"/>
                  </a:lnTo>
                  <a:lnTo>
                    <a:pt x="285558" y="65377"/>
                  </a:lnTo>
                  <a:lnTo>
                    <a:pt x="283687" y="69369"/>
                  </a:lnTo>
                  <a:lnTo>
                    <a:pt x="291359" y="72797"/>
                  </a:lnTo>
                  <a:lnTo>
                    <a:pt x="292960" y="70721"/>
                  </a:lnTo>
                  <a:lnTo>
                    <a:pt x="293750" y="69696"/>
                  </a:lnTo>
                  <a:lnTo>
                    <a:pt x="294182" y="69399"/>
                  </a:lnTo>
                  <a:lnTo>
                    <a:pt x="296137" y="70734"/>
                  </a:lnTo>
                  <a:lnTo>
                    <a:pt x="299315" y="72904"/>
                  </a:lnTo>
                  <a:lnTo>
                    <a:pt x="302024" y="74753"/>
                  </a:lnTo>
                  <a:lnTo>
                    <a:pt x="303014" y="75429"/>
                  </a:lnTo>
                  <a:lnTo>
                    <a:pt x="303285" y="75614"/>
                  </a:lnTo>
                  <a:lnTo>
                    <a:pt x="304733" y="76852"/>
                  </a:lnTo>
                  <a:lnTo>
                    <a:pt x="305365" y="77648"/>
                  </a:lnTo>
                  <a:lnTo>
                    <a:pt x="305699" y="78069"/>
                  </a:lnTo>
                  <a:lnTo>
                    <a:pt x="305924" y="78283"/>
                  </a:lnTo>
                  <a:lnTo>
                    <a:pt x="310898" y="75003"/>
                  </a:lnTo>
                  <a:lnTo>
                    <a:pt x="311323" y="75530"/>
                  </a:lnTo>
                  <a:lnTo>
                    <a:pt x="312330" y="76780"/>
                  </a:lnTo>
                  <a:lnTo>
                    <a:pt x="313725" y="77925"/>
                  </a:lnTo>
                  <a:lnTo>
                    <a:pt x="315535" y="78988"/>
                  </a:lnTo>
                  <a:lnTo>
                    <a:pt x="316758" y="79707"/>
                  </a:lnTo>
                  <a:lnTo>
                    <a:pt x="317268" y="80068"/>
                  </a:lnTo>
                  <a:lnTo>
                    <a:pt x="317450" y="80330"/>
                  </a:lnTo>
                  <a:lnTo>
                    <a:pt x="318007" y="81133"/>
                  </a:lnTo>
                  <a:lnTo>
                    <a:pt x="319024" y="82575"/>
                  </a:lnTo>
                  <a:lnTo>
                    <a:pt x="319319" y="82994"/>
                  </a:lnTo>
                  <a:lnTo>
                    <a:pt x="319816" y="83348"/>
                  </a:lnTo>
                  <a:lnTo>
                    <a:pt x="319714" y="83610"/>
                  </a:lnTo>
                  <a:lnTo>
                    <a:pt x="319515" y="84123"/>
                  </a:lnTo>
                  <a:lnTo>
                    <a:pt x="319113" y="85157"/>
                  </a:lnTo>
                  <a:lnTo>
                    <a:pt x="319061" y="85292"/>
                  </a:lnTo>
                  <a:lnTo>
                    <a:pt x="318687" y="86256"/>
                  </a:lnTo>
                  <a:lnTo>
                    <a:pt x="318362" y="88033"/>
                  </a:lnTo>
                  <a:lnTo>
                    <a:pt x="317673" y="89031"/>
                  </a:lnTo>
                  <a:lnTo>
                    <a:pt x="316930" y="90109"/>
                  </a:lnTo>
                  <a:lnTo>
                    <a:pt x="315905" y="91596"/>
                  </a:lnTo>
                  <a:lnTo>
                    <a:pt x="315062" y="92817"/>
                  </a:lnTo>
                  <a:lnTo>
                    <a:pt x="312795" y="96105"/>
                  </a:lnTo>
                  <a:lnTo>
                    <a:pt x="303155" y="110085"/>
                  </a:lnTo>
                  <a:lnTo>
                    <a:pt x="302196" y="111636"/>
                  </a:lnTo>
                  <a:lnTo>
                    <a:pt x="301738" y="112376"/>
                  </a:lnTo>
                  <a:lnTo>
                    <a:pt x="310712" y="118464"/>
                  </a:lnTo>
                  <a:lnTo>
                    <a:pt x="323436" y="127035"/>
                  </a:lnTo>
                  <a:lnTo>
                    <a:pt x="323111" y="127499"/>
                  </a:lnTo>
                  <a:lnTo>
                    <a:pt x="331850" y="133394"/>
                  </a:lnTo>
                  <a:lnTo>
                    <a:pt x="336939" y="136828"/>
                  </a:lnTo>
                  <a:lnTo>
                    <a:pt x="340871" y="139480"/>
                  </a:lnTo>
                  <a:lnTo>
                    <a:pt x="345428" y="142555"/>
                  </a:lnTo>
                  <a:lnTo>
                    <a:pt x="345801" y="142018"/>
                  </a:lnTo>
                  <a:lnTo>
                    <a:pt x="347189" y="139892"/>
                  </a:lnTo>
                  <a:lnTo>
                    <a:pt x="350703" y="142191"/>
                  </a:lnTo>
                  <a:lnTo>
                    <a:pt x="353323" y="143905"/>
                  </a:lnTo>
                  <a:lnTo>
                    <a:pt x="354642" y="144768"/>
                  </a:lnTo>
                  <a:lnTo>
                    <a:pt x="358266" y="147138"/>
                  </a:lnTo>
                  <a:lnTo>
                    <a:pt x="361191" y="149052"/>
                  </a:lnTo>
                  <a:lnTo>
                    <a:pt x="361281" y="148754"/>
                  </a:lnTo>
                  <a:lnTo>
                    <a:pt x="363886" y="150250"/>
                  </a:lnTo>
                  <a:lnTo>
                    <a:pt x="366341" y="151695"/>
                  </a:lnTo>
                  <a:lnTo>
                    <a:pt x="367495" y="149852"/>
                  </a:lnTo>
                  <a:lnTo>
                    <a:pt x="367770" y="149412"/>
                  </a:lnTo>
                  <a:lnTo>
                    <a:pt x="368404" y="148399"/>
                  </a:lnTo>
                  <a:lnTo>
                    <a:pt x="374463" y="148999"/>
                  </a:lnTo>
                  <a:lnTo>
                    <a:pt x="373539" y="151056"/>
                  </a:lnTo>
                  <a:lnTo>
                    <a:pt x="372076" y="152193"/>
                  </a:lnTo>
                  <a:lnTo>
                    <a:pt x="375848" y="154089"/>
                  </a:lnTo>
                  <a:lnTo>
                    <a:pt x="384083" y="148670"/>
                  </a:lnTo>
                  <a:lnTo>
                    <a:pt x="386901" y="147999"/>
                  </a:lnTo>
                  <a:lnTo>
                    <a:pt x="389719" y="147328"/>
                  </a:lnTo>
                  <a:lnTo>
                    <a:pt x="406895" y="148312"/>
                  </a:lnTo>
                  <a:lnTo>
                    <a:pt x="423087" y="155559"/>
                  </a:lnTo>
                  <a:lnTo>
                    <a:pt x="444110" y="177476"/>
                  </a:lnTo>
                  <a:lnTo>
                    <a:pt x="455561" y="185796"/>
                  </a:lnTo>
                  <a:lnTo>
                    <a:pt x="457708" y="194473"/>
                  </a:lnTo>
                  <a:lnTo>
                    <a:pt x="452161" y="200556"/>
                  </a:lnTo>
                  <a:lnTo>
                    <a:pt x="443305" y="201809"/>
                  </a:lnTo>
                  <a:lnTo>
                    <a:pt x="423803" y="192952"/>
                  </a:lnTo>
                  <a:lnTo>
                    <a:pt x="416378" y="186422"/>
                  </a:lnTo>
                  <a:lnTo>
                    <a:pt x="405017" y="185706"/>
                  </a:lnTo>
                  <a:lnTo>
                    <a:pt x="394550" y="187764"/>
                  </a:lnTo>
                  <a:lnTo>
                    <a:pt x="392403" y="199035"/>
                  </a:lnTo>
                  <a:lnTo>
                    <a:pt x="391508" y="212096"/>
                  </a:lnTo>
                  <a:lnTo>
                    <a:pt x="389809" y="216480"/>
                  </a:lnTo>
                  <a:lnTo>
                    <a:pt x="384083" y="218985"/>
                  </a:lnTo>
                  <a:lnTo>
                    <a:pt x="370034" y="209636"/>
                  </a:lnTo>
                  <a:lnTo>
                    <a:pt x="351963" y="217509"/>
                  </a:lnTo>
                  <a:lnTo>
                    <a:pt x="343733" y="215362"/>
                  </a:lnTo>
                  <a:lnTo>
                    <a:pt x="325987" y="216013"/>
                  </a:lnTo>
                  <a:lnTo>
                    <a:pt x="321477" y="215071"/>
                  </a:lnTo>
                  <a:lnTo>
                    <a:pt x="320725" y="215748"/>
                  </a:lnTo>
                  <a:lnTo>
                    <a:pt x="320761" y="217315"/>
                  </a:lnTo>
                  <a:lnTo>
                    <a:pt x="320797" y="218889"/>
                  </a:lnTo>
                  <a:lnTo>
                    <a:pt x="321183" y="221160"/>
                  </a:lnTo>
                  <a:lnTo>
                    <a:pt x="320308" y="221322"/>
                  </a:lnTo>
                  <a:lnTo>
                    <a:pt x="318400" y="219990"/>
                  </a:lnTo>
                  <a:lnTo>
                    <a:pt x="315461" y="217939"/>
                  </a:lnTo>
                  <a:lnTo>
                    <a:pt x="311995" y="215521"/>
                  </a:lnTo>
                  <a:lnTo>
                    <a:pt x="300287" y="207351"/>
                  </a:lnTo>
                  <a:lnTo>
                    <a:pt x="294737" y="215521"/>
                  </a:lnTo>
                  <a:lnTo>
                    <a:pt x="291824" y="219809"/>
                  </a:lnTo>
                  <a:lnTo>
                    <a:pt x="289916" y="222618"/>
                  </a:lnTo>
                  <a:lnTo>
                    <a:pt x="285938" y="228474"/>
                  </a:lnTo>
                  <a:lnTo>
                    <a:pt x="280516" y="236454"/>
                  </a:lnTo>
                  <a:lnTo>
                    <a:pt x="279548" y="237880"/>
                  </a:lnTo>
                  <a:lnTo>
                    <a:pt x="272170" y="248740"/>
                  </a:lnTo>
                  <a:lnTo>
                    <a:pt x="271623" y="249546"/>
                  </a:lnTo>
                  <a:lnTo>
                    <a:pt x="270452" y="248740"/>
                  </a:lnTo>
                  <a:lnTo>
                    <a:pt x="262053" y="242957"/>
                  </a:lnTo>
                  <a:lnTo>
                    <a:pt x="251281" y="235541"/>
                  </a:lnTo>
                  <a:lnTo>
                    <a:pt x="251135" y="235441"/>
                  </a:lnTo>
                  <a:lnTo>
                    <a:pt x="247409" y="232876"/>
                  </a:lnTo>
                  <a:lnTo>
                    <a:pt x="240154" y="227881"/>
                  </a:lnTo>
                  <a:lnTo>
                    <a:pt x="239733" y="227591"/>
                  </a:lnTo>
                  <a:lnTo>
                    <a:pt x="239517" y="227442"/>
                  </a:lnTo>
                  <a:lnTo>
                    <a:pt x="229699" y="220684"/>
                  </a:lnTo>
                  <a:lnTo>
                    <a:pt x="227917" y="219457"/>
                  </a:lnTo>
                  <a:lnTo>
                    <a:pt x="222929" y="216023"/>
                  </a:lnTo>
                  <a:lnTo>
                    <a:pt x="221937" y="215340"/>
                  </a:lnTo>
                  <a:lnTo>
                    <a:pt x="218312" y="212844"/>
                  </a:lnTo>
                  <a:lnTo>
                    <a:pt x="217948" y="212594"/>
                  </a:lnTo>
                  <a:lnTo>
                    <a:pt x="213544" y="209562"/>
                  </a:lnTo>
                  <a:lnTo>
                    <a:pt x="204961" y="203653"/>
                  </a:lnTo>
                  <a:lnTo>
                    <a:pt x="202887" y="202225"/>
                  </a:lnTo>
                  <a:lnTo>
                    <a:pt x="197251" y="198345"/>
                  </a:lnTo>
                  <a:lnTo>
                    <a:pt x="194765" y="196633"/>
                  </a:lnTo>
                  <a:lnTo>
                    <a:pt x="171650" y="180726"/>
                  </a:lnTo>
                  <a:lnTo>
                    <a:pt x="161281" y="173591"/>
                  </a:lnTo>
                  <a:lnTo>
                    <a:pt x="150423" y="166118"/>
                  </a:lnTo>
                  <a:lnTo>
                    <a:pt x="148748" y="165171"/>
                  </a:lnTo>
                  <a:lnTo>
                    <a:pt x="136059" y="156262"/>
                  </a:lnTo>
                  <a:lnTo>
                    <a:pt x="135619" y="157048"/>
                  </a:lnTo>
                  <a:lnTo>
                    <a:pt x="135448" y="157352"/>
                  </a:lnTo>
                  <a:lnTo>
                    <a:pt x="135448" y="158321"/>
                  </a:lnTo>
                  <a:lnTo>
                    <a:pt x="135709" y="159551"/>
                  </a:lnTo>
                  <a:lnTo>
                    <a:pt x="135735" y="159889"/>
                  </a:lnTo>
                  <a:lnTo>
                    <a:pt x="135793" y="160668"/>
                  </a:lnTo>
                  <a:lnTo>
                    <a:pt x="135821" y="161042"/>
                  </a:lnTo>
                  <a:lnTo>
                    <a:pt x="135747" y="162459"/>
                  </a:lnTo>
                  <a:lnTo>
                    <a:pt x="135656" y="162797"/>
                  </a:lnTo>
                  <a:lnTo>
                    <a:pt x="135486" y="163428"/>
                  </a:lnTo>
                  <a:lnTo>
                    <a:pt x="135001" y="164807"/>
                  </a:lnTo>
                  <a:lnTo>
                    <a:pt x="134541" y="165703"/>
                  </a:lnTo>
                  <a:lnTo>
                    <a:pt x="134256" y="166261"/>
                  </a:lnTo>
                  <a:lnTo>
                    <a:pt x="134157" y="166422"/>
                  </a:lnTo>
                  <a:lnTo>
                    <a:pt x="133026" y="168274"/>
                  </a:lnTo>
                  <a:lnTo>
                    <a:pt x="131684" y="169914"/>
                  </a:lnTo>
                  <a:lnTo>
                    <a:pt x="127840" y="167270"/>
                  </a:lnTo>
                  <a:lnTo>
                    <a:pt x="127924" y="167135"/>
                  </a:lnTo>
                  <a:lnTo>
                    <a:pt x="128029" y="166874"/>
                  </a:lnTo>
                  <a:lnTo>
                    <a:pt x="129433" y="163778"/>
                  </a:lnTo>
                  <a:lnTo>
                    <a:pt x="129513" y="162980"/>
                  </a:lnTo>
                  <a:lnTo>
                    <a:pt x="129614" y="161984"/>
                  </a:lnTo>
                  <a:lnTo>
                    <a:pt x="129411" y="161435"/>
                  </a:lnTo>
                  <a:lnTo>
                    <a:pt x="129248" y="160993"/>
                  </a:lnTo>
                  <a:lnTo>
                    <a:pt x="129166" y="160771"/>
                  </a:lnTo>
                  <a:lnTo>
                    <a:pt x="128485" y="158940"/>
                  </a:lnTo>
                  <a:lnTo>
                    <a:pt x="127824" y="157875"/>
                  </a:lnTo>
                  <a:lnTo>
                    <a:pt x="127625" y="157553"/>
                  </a:lnTo>
                  <a:lnTo>
                    <a:pt x="127291" y="157015"/>
                  </a:lnTo>
                  <a:lnTo>
                    <a:pt x="126402" y="156170"/>
                  </a:lnTo>
                  <a:lnTo>
                    <a:pt x="125837" y="155290"/>
                  </a:lnTo>
                  <a:lnTo>
                    <a:pt x="125214" y="154126"/>
                  </a:lnTo>
                  <a:lnTo>
                    <a:pt x="124739" y="153239"/>
                  </a:lnTo>
                  <a:lnTo>
                    <a:pt x="124344" y="152266"/>
                  </a:lnTo>
                  <a:lnTo>
                    <a:pt x="124071" y="151593"/>
                  </a:lnTo>
                  <a:lnTo>
                    <a:pt x="123952" y="151180"/>
                  </a:lnTo>
                  <a:lnTo>
                    <a:pt x="123660" y="150170"/>
                  </a:lnTo>
                  <a:lnTo>
                    <a:pt x="123176" y="149092"/>
                  </a:lnTo>
                  <a:lnTo>
                    <a:pt x="122944" y="148575"/>
                  </a:lnTo>
                  <a:lnTo>
                    <a:pt x="122407" y="147889"/>
                  </a:lnTo>
                  <a:lnTo>
                    <a:pt x="121259" y="146294"/>
                  </a:lnTo>
                  <a:lnTo>
                    <a:pt x="121106" y="145976"/>
                  </a:lnTo>
                  <a:lnTo>
                    <a:pt x="120088" y="143561"/>
                  </a:lnTo>
                  <a:lnTo>
                    <a:pt x="120091" y="143329"/>
                  </a:lnTo>
                  <a:lnTo>
                    <a:pt x="120097" y="142935"/>
                  </a:lnTo>
                  <a:lnTo>
                    <a:pt x="120217" y="142055"/>
                  </a:lnTo>
                  <a:lnTo>
                    <a:pt x="120325" y="141261"/>
                  </a:lnTo>
                  <a:lnTo>
                    <a:pt x="120446" y="140730"/>
                  </a:lnTo>
                  <a:lnTo>
                    <a:pt x="121126" y="138816"/>
                  </a:lnTo>
                  <a:lnTo>
                    <a:pt x="121223" y="138373"/>
                  </a:lnTo>
                  <a:lnTo>
                    <a:pt x="121859" y="135488"/>
                  </a:lnTo>
                  <a:lnTo>
                    <a:pt x="121827" y="135213"/>
                  </a:lnTo>
                  <a:lnTo>
                    <a:pt x="121716" y="134289"/>
                  </a:lnTo>
                  <a:lnTo>
                    <a:pt x="121615" y="134039"/>
                  </a:lnTo>
                  <a:lnTo>
                    <a:pt x="121448" y="133627"/>
                  </a:lnTo>
                  <a:lnTo>
                    <a:pt x="121333" y="133030"/>
                  </a:lnTo>
                  <a:lnTo>
                    <a:pt x="120804" y="130287"/>
                  </a:lnTo>
                  <a:lnTo>
                    <a:pt x="120546" y="128950"/>
                  </a:lnTo>
                  <a:lnTo>
                    <a:pt x="120417" y="128282"/>
                  </a:lnTo>
                  <a:lnTo>
                    <a:pt x="119675" y="126770"/>
                  </a:lnTo>
                  <a:lnTo>
                    <a:pt x="119097" y="126942"/>
                  </a:lnTo>
                  <a:lnTo>
                    <a:pt x="118293" y="127034"/>
                  </a:lnTo>
                  <a:lnTo>
                    <a:pt x="116763" y="127210"/>
                  </a:lnTo>
                  <a:lnTo>
                    <a:pt x="115924" y="127368"/>
                  </a:lnTo>
                  <a:lnTo>
                    <a:pt x="113576" y="129251"/>
                  </a:lnTo>
                  <a:lnTo>
                    <a:pt x="113155" y="129588"/>
                  </a:lnTo>
                  <a:lnTo>
                    <a:pt x="112935" y="129177"/>
                  </a:lnTo>
                  <a:lnTo>
                    <a:pt x="112695" y="129390"/>
                  </a:lnTo>
                  <a:lnTo>
                    <a:pt x="111453" y="130250"/>
                  </a:lnTo>
                  <a:lnTo>
                    <a:pt x="110571" y="130714"/>
                  </a:lnTo>
                  <a:lnTo>
                    <a:pt x="110014" y="131007"/>
                  </a:lnTo>
                  <a:lnTo>
                    <a:pt x="109429" y="131226"/>
                  </a:lnTo>
                  <a:lnTo>
                    <a:pt x="107241" y="132043"/>
                  </a:lnTo>
                  <a:lnTo>
                    <a:pt x="106674" y="132192"/>
                  </a:lnTo>
                  <a:lnTo>
                    <a:pt x="102910" y="133296"/>
                  </a:lnTo>
                  <a:lnTo>
                    <a:pt x="102466" y="133470"/>
                  </a:lnTo>
                  <a:lnTo>
                    <a:pt x="100892" y="134090"/>
                  </a:lnTo>
                  <a:lnTo>
                    <a:pt x="98555" y="135120"/>
                  </a:lnTo>
                  <a:lnTo>
                    <a:pt x="95958" y="136264"/>
                  </a:lnTo>
                  <a:lnTo>
                    <a:pt x="95477" y="136476"/>
                  </a:lnTo>
                  <a:lnTo>
                    <a:pt x="94494" y="136962"/>
                  </a:lnTo>
                  <a:lnTo>
                    <a:pt x="93634" y="137387"/>
                  </a:lnTo>
                  <a:lnTo>
                    <a:pt x="92245" y="138074"/>
                  </a:lnTo>
                  <a:lnTo>
                    <a:pt x="90789" y="138671"/>
                  </a:lnTo>
                  <a:lnTo>
                    <a:pt x="90230" y="138857"/>
                  </a:lnTo>
                  <a:lnTo>
                    <a:pt x="90233" y="137349"/>
                  </a:lnTo>
                  <a:lnTo>
                    <a:pt x="90243" y="132122"/>
                  </a:lnTo>
                  <a:lnTo>
                    <a:pt x="87757" y="132339"/>
                  </a:lnTo>
                  <a:lnTo>
                    <a:pt x="85412" y="132456"/>
                  </a:lnTo>
                  <a:lnTo>
                    <a:pt x="85012" y="131898"/>
                  </a:lnTo>
                  <a:lnTo>
                    <a:pt x="82522" y="132467"/>
                  </a:lnTo>
                  <a:lnTo>
                    <a:pt x="79959" y="132770"/>
                  </a:lnTo>
                  <a:lnTo>
                    <a:pt x="79476" y="132742"/>
                  </a:lnTo>
                  <a:lnTo>
                    <a:pt x="77709" y="132640"/>
                  </a:lnTo>
                  <a:lnTo>
                    <a:pt x="75003" y="132484"/>
                  </a:lnTo>
                  <a:lnTo>
                    <a:pt x="74538" y="128118"/>
                  </a:lnTo>
                  <a:lnTo>
                    <a:pt x="69194" y="129387"/>
                  </a:lnTo>
                  <a:lnTo>
                    <a:pt x="68508" y="129550"/>
                  </a:lnTo>
                  <a:lnTo>
                    <a:pt x="67649" y="130480"/>
                  </a:lnTo>
                  <a:lnTo>
                    <a:pt x="67101" y="132762"/>
                  </a:lnTo>
                  <a:lnTo>
                    <a:pt x="66869" y="133724"/>
                  </a:lnTo>
                  <a:lnTo>
                    <a:pt x="66415" y="135615"/>
                  </a:lnTo>
                  <a:lnTo>
                    <a:pt x="60543" y="135657"/>
                  </a:lnTo>
                  <a:lnTo>
                    <a:pt x="57866" y="135676"/>
                  </a:lnTo>
                  <a:lnTo>
                    <a:pt x="50233" y="134764"/>
                  </a:lnTo>
                  <a:lnTo>
                    <a:pt x="48706" y="133454"/>
                  </a:lnTo>
                  <a:lnTo>
                    <a:pt x="46973" y="131966"/>
                  </a:lnTo>
                  <a:lnTo>
                    <a:pt x="46767" y="131211"/>
                  </a:lnTo>
                  <a:lnTo>
                    <a:pt x="44728" y="123722"/>
                  </a:lnTo>
                  <a:lnTo>
                    <a:pt x="44587" y="123207"/>
                  </a:lnTo>
                  <a:lnTo>
                    <a:pt x="37729" y="122871"/>
                  </a:lnTo>
                  <a:lnTo>
                    <a:pt x="37917" y="123856"/>
                  </a:lnTo>
                  <a:lnTo>
                    <a:pt x="39331" y="131258"/>
                  </a:lnTo>
                  <a:lnTo>
                    <a:pt x="34170" y="133404"/>
                  </a:lnTo>
                  <a:lnTo>
                    <a:pt x="22421" y="129737"/>
                  </a:lnTo>
                  <a:lnTo>
                    <a:pt x="26745" y="125592"/>
                  </a:lnTo>
                  <a:lnTo>
                    <a:pt x="17621" y="120642"/>
                  </a:lnTo>
                  <a:lnTo>
                    <a:pt x="12670" y="120910"/>
                  </a:lnTo>
                  <a:lnTo>
                    <a:pt x="11269" y="119777"/>
                  </a:lnTo>
                  <a:lnTo>
                    <a:pt x="10017" y="116735"/>
                  </a:lnTo>
                  <a:lnTo>
                    <a:pt x="6619" y="116433"/>
                  </a:lnTo>
                  <a:lnTo>
                    <a:pt x="2683" y="114406"/>
                  </a:lnTo>
                  <a:lnTo>
                    <a:pt x="0" y="112497"/>
                  </a:lnTo>
                  <a:lnTo>
                    <a:pt x="1252" y="109754"/>
                  </a:lnTo>
                  <a:lnTo>
                    <a:pt x="5546" y="107428"/>
                  </a:lnTo>
                  <a:lnTo>
                    <a:pt x="8766" y="106593"/>
                  </a:lnTo>
                  <a:lnTo>
                    <a:pt x="9183" y="104174"/>
                  </a:lnTo>
                  <a:lnTo>
                    <a:pt x="12493" y="102384"/>
                  </a:lnTo>
                  <a:lnTo>
                    <a:pt x="13328" y="100148"/>
                  </a:lnTo>
                  <a:lnTo>
                    <a:pt x="16459" y="100118"/>
                  </a:lnTo>
                  <a:lnTo>
                    <a:pt x="16567" y="100458"/>
                  </a:lnTo>
                  <a:lnTo>
                    <a:pt x="16634" y="100669"/>
                  </a:lnTo>
                  <a:lnTo>
                    <a:pt x="16613" y="103219"/>
                  </a:lnTo>
                  <a:lnTo>
                    <a:pt x="16605" y="104277"/>
                  </a:lnTo>
                  <a:lnTo>
                    <a:pt x="24473" y="104682"/>
                  </a:lnTo>
                  <a:lnTo>
                    <a:pt x="30413" y="104181"/>
                  </a:lnTo>
                  <a:lnTo>
                    <a:pt x="30651" y="102702"/>
                  </a:lnTo>
                  <a:lnTo>
                    <a:pt x="33872" y="101486"/>
                  </a:lnTo>
                  <a:lnTo>
                    <a:pt x="37188" y="100627"/>
                  </a:lnTo>
                  <a:lnTo>
                    <a:pt x="38639" y="103441"/>
                  </a:lnTo>
                  <a:lnTo>
                    <a:pt x="39676" y="103368"/>
                  </a:lnTo>
                  <a:lnTo>
                    <a:pt x="39859" y="101629"/>
                  </a:lnTo>
                  <a:lnTo>
                    <a:pt x="39859" y="94281"/>
                  </a:lnTo>
                  <a:lnTo>
                    <a:pt x="39818" y="93643"/>
                  </a:lnTo>
                  <a:lnTo>
                    <a:pt x="42173" y="93226"/>
                  </a:lnTo>
                  <a:lnTo>
                    <a:pt x="45968" y="92234"/>
                  </a:lnTo>
                  <a:lnTo>
                    <a:pt x="49478" y="91600"/>
                  </a:lnTo>
                  <a:lnTo>
                    <a:pt x="53003" y="90616"/>
                  </a:lnTo>
                  <a:lnTo>
                    <a:pt x="53516" y="90552"/>
                  </a:lnTo>
                  <a:lnTo>
                    <a:pt x="54250" y="90461"/>
                  </a:lnTo>
                  <a:lnTo>
                    <a:pt x="56698" y="90157"/>
                  </a:lnTo>
                  <a:lnTo>
                    <a:pt x="58358" y="89951"/>
                  </a:lnTo>
                  <a:lnTo>
                    <a:pt x="58542" y="89928"/>
                  </a:lnTo>
                  <a:lnTo>
                    <a:pt x="59580" y="89799"/>
                  </a:lnTo>
                  <a:lnTo>
                    <a:pt x="59478" y="90284"/>
                  </a:lnTo>
                  <a:lnTo>
                    <a:pt x="62723" y="90792"/>
                  </a:lnTo>
                  <a:lnTo>
                    <a:pt x="62861" y="94765"/>
                  </a:lnTo>
                  <a:lnTo>
                    <a:pt x="62880" y="95323"/>
                  </a:lnTo>
                  <a:lnTo>
                    <a:pt x="62888" y="96019"/>
                  </a:lnTo>
                  <a:lnTo>
                    <a:pt x="64713" y="95717"/>
                  </a:lnTo>
                  <a:lnTo>
                    <a:pt x="66860" y="95775"/>
                  </a:lnTo>
                  <a:lnTo>
                    <a:pt x="70897" y="96004"/>
                  </a:lnTo>
                  <a:lnTo>
                    <a:pt x="74623" y="96641"/>
                  </a:lnTo>
                  <a:lnTo>
                    <a:pt x="75084" y="96686"/>
                  </a:lnTo>
                  <a:lnTo>
                    <a:pt x="77819" y="96956"/>
                  </a:lnTo>
                  <a:lnTo>
                    <a:pt x="83011" y="97469"/>
                  </a:lnTo>
                  <a:lnTo>
                    <a:pt x="86136" y="98470"/>
                  </a:lnTo>
                  <a:lnTo>
                    <a:pt x="88192" y="95275"/>
                  </a:lnTo>
                  <a:lnTo>
                    <a:pt x="88674" y="94527"/>
                  </a:lnTo>
                  <a:lnTo>
                    <a:pt x="90298" y="92004"/>
                  </a:lnTo>
                  <a:lnTo>
                    <a:pt x="90533" y="92170"/>
                  </a:lnTo>
                  <a:lnTo>
                    <a:pt x="92407" y="89126"/>
                  </a:lnTo>
                  <a:lnTo>
                    <a:pt x="92540" y="88864"/>
                  </a:lnTo>
                  <a:lnTo>
                    <a:pt x="94202" y="85594"/>
                  </a:lnTo>
                  <a:lnTo>
                    <a:pt x="94253" y="85227"/>
                  </a:lnTo>
                  <a:lnTo>
                    <a:pt x="94595" y="82803"/>
                  </a:lnTo>
                  <a:lnTo>
                    <a:pt x="94595" y="76237"/>
                  </a:lnTo>
                  <a:lnTo>
                    <a:pt x="94524" y="71424"/>
                  </a:lnTo>
                  <a:lnTo>
                    <a:pt x="95005" y="66602"/>
                  </a:lnTo>
                  <a:lnTo>
                    <a:pt x="93103" y="65599"/>
                  </a:lnTo>
                  <a:lnTo>
                    <a:pt x="91482" y="63736"/>
                  </a:lnTo>
                  <a:lnTo>
                    <a:pt x="92445" y="63196"/>
                  </a:lnTo>
                  <a:lnTo>
                    <a:pt x="92693" y="61548"/>
                  </a:lnTo>
                  <a:lnTo>
                    <a:pt x="92882" y="60295"/>
                  </a:lnTo>
                  <a:lnTo>
                    <a:pt x="93359" y="57130"/>
                  </a:lnTo>
                  <a:lnTo>
                    <a:pt x="94563" y="49133"/>
                  </a:lnTo>
                  <a:lnTo>
                    <a:pt x="95082" y="45689"/>
                  </a:lnTo>
                  <a:lnTo>
                    <a:pt x="95206" y="44863"/>
                  </a:lnTo>
                  <a:lnTo>
                    <a:pt x="95680" y="44154"/>
                  </a:lnTo>
                  <a:lnTo>
                    <a:pt x="96720" y="42778"/>
                  </a:lnTo>
                  <a:lnTo>
                    <a:pt x="98892" y="39461"/>
                  </a:lnTo>
                  <a:lnTo>
                    <a:pt x="98986" y="39319"/>
                  </a:lnTo>
                  <a:lnTo>
                    <a:pt x="109738" y="46655"/>
                  </a:lnTo>
                  <a:lnTo>
                    <a:pt x="115717" y="38060"/>
                  </a:lnTo>
                  <a:lnTo>
                    <a:pt x="123476" y="26907"/>
                  </a:lnTo>
                  <a:lnTo>
                    <a:pt x="123618" y="26703"/>
                  </a:lnTo>
                  <a:lnTo>
                    <a:pt x="133944" y="33842"/>
                  </a:lnTo>
                  <a:lnTo>
                    <a:pt x="144758" y="41318"/>
                  </a:lnTo>
                  <a:lnTo>
                    <a:pt x="147289" y="37598"/>
                  </a:lnTo>
                  <a:lnTo>
                    <a:pt x="156925" y="23431"/>
                  </a:lnTo>
                  <a:lnTo>
                    <a:pt x="157545" y="22518"/>
                  </a:lnTo>
                  <a:lnTo>
                    <a:pt x="158506" y="21105"/>
                  </a:lnTo>
                  <a:lnTo>
                    <a:pt x="160343" y="18406"/>
                  </a:lnTo>
                  <a:lnTo>
                    <a:pt x="161366" y="16901"/>
                  </a:lnTo>
                  <a:lnTo>
                    <a:pt x="163516" y="13740"/>
                  </a:lnTo>
                  <a:lnTo>
                    <a:pt x="165157" y="11328"/>
                  </a:lnTo>
                  <a:lnTo>
                    <a:pt x="165930" y="10191"/>
                  </a:lnTo>
                  <a:lnTo>
                    <a:pt x="166640" y="9147"/>
                  </a:lnTo>
                  <a:lnTo>
                    <a:pt x="168817" y="5946"/>
                  </a:lnTo>
                  <a:lnTo>
                    <a:pt x="172492" y="543"/>
                  </a:lnTo>
                  <a:lnTo>
                    <a:pt x="172862" y="0"/>
                  </a:lnTo>
                  <a:lnTo>
                    <a:pt x="173445" y="376"/>
                  </a:lnTo>
                  <a:lnTo>
                    <a:pt x="175527" y="1719"/>
                  </a:lnTo>
                  <a:lnTo>
                    <a:pt x="177828" y="3202"/>
                  </a:lnTo>
                  <a:lnTo>
                    <a:pt x="180363" y="4837"/>
                  </a:lnTo>
                  <a:lnTo>
                    <a:pt x="181358" y="5479"/>
                  </a:lnTo>
                  <a:lnTo>
                    <a:pt x="184682" y="7614"/>
                  </a:lnTo>
                  <a:lnTo>
                    <a:pt x="188932" y="9585"/>
                  </a:lnTo>
                  <a:lnTo>
                    <a:pt x="197672" y="13637"/>
                  </a:lnTo>
                  <a:lnTo>
                    <a:pt x="198507" y="13823"/>
                  </a:lnTo>
                  <a:lnTo>
                    <a:pt x="197283" y="15588"/>
                  </a:lnTo>
                  <a:lnTo>
                    <a:pt x="196115" y="17272"/>
                  </a:lnTo>
                  <a:lnTo>
                    <a:pt x="195081" y="18882"/>
                  </a:lnTo>
                  <a:lnTo>
                    <a:pt x="192455" y="21644"/>
                  </a:lnTo>
                  <a:lnTo>
                    <a:pt x="191173" y="22994"/>
                  </a:lnTo>
                  <a:lnTo>
                    <a:pt x="188964" y="25318"/>
                  </a:lnTo>
                  <a:lnTo>
                    <a:pt x="186590" y="27815"/>
                  </a:lnTo>
                  <a:lnTo>
                    <a:pt x="185922" y="28651"/>
                  </a:lnTo>
                  <a:lnTo>
                    <a:pt x="182582" y="32827"/>
                  </a:lnTo>
                  <a:lnTo>
                    <a:pt x="181901" y="33679"/>
                  </a:lnTo>
                  <a:lnTo>
                    <a:pt x="180632" y="374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3" name="pg352"/>
            <p:cNvSpPr/>
            <p:nvPr/>
          </p:nvSpPr>
          <p:spPr>
            <a:xfrm>
              <a:off x="4404160" y="1920687"/>
              <a:ext cx="88229" cy="129312"/>
            </a:xfrm>
            <a:custGeom>
              <a:avLst/>
              <a:pathLst>
                <a:path w="88229" h="129312">
                  <a:moveTo>
                    <a:pt x="77522" y="31451"/>
                  </a:moveTo>
                  <a:lnTo>
                    <a:pt x="77700" y="33071"/>
                  </a:lnTo>
                  <a:lnTo>
                    <a:pt x="77939" y="33757"/>
                  </a:lnTo>
                  <a:lnTo>
                    <a:pt x="77893" y="35082"/>
                  </a:lnTo>
                  <a:lnTo>
                    <a:pt x="77760" y="38892"/>
                  </a:lnTo>
                  <a:lnTo>
                    <a:pt x="77710" y="39175"/>
                  </a:lnTo>
                  <a:lnTo>
                    <a:pt x="77678" y="39356"/>
                  </a:lnTo>
                  <a:lnTo>
                    <a:pt x="77419" y="40816"/>
                  </a:lnTo>
                  <a:lnTo>
                    <a:pt x="77313" y="41415"/>
                  </a:lnTo>
                  <a:lnTo>
                    <a:pt x="76666" y="43071"/>
                  </a:lnTo>
                  <a:lnTo>
                    <a:pt x="76508" y="43474"/>
                  </a:lnTo>
                  <a:lnTo>
                    <a:pt x="76132" y="44439"/>
                  </a:lnTo>
                  <a:lnTo>
                    <a:pt x="76174" y="46923"/>
                  </a:lnTo>
                  <a:lnTo>
                    <a:pt x="76184" y="47507"/>
                  </a:lnTo>
                  <a:lnTo>
                    <a:pt x="77509" y="51041"/>
                  </a:lnTo>
                  <a:lnTo>
                    <a:pt x="77722" y="51756"/>
                  </a:lnTo>
                  <a:lnTo>
                    <a:pt x="78078" y="52984"/>
                  </a:lnTo>
                  <a:lnTo>
                    <a:pt x="77987" y="53594"/>
                  </a:lnTo>
                  <a:lnTo>
                    <a:pt x="77876" y="54331"/>
                  </a:lnTo>
                  <a:lnTo>
                    <a:pt x="77479" y="55434"/>
                  </a:lnTo>
                  <a:lnTo>
                    <a:pt x="76892" y="56508"/>
                  </a:lnTo>
                  <a:lnTo>
                    <a:pt x="74357" y="59013"/>
                  </a:lnTo>
                  <a:lnTo>
                    <a:pt x="73313" y="60146"/>
                  </a:lnTo>
                  <a:lnTo>
                    <a:pt x="72776" y="61122"/>
                  </a:lnTo>
                  <a:lnTo>
                    <a:pt x="73520" y="61736"/>
                  </a:lnTo>
                  <a:lnTo>
                    <a:pt x="75435" y="62770"/>
                  </a:lnTo>
                  <a:lnTo>
                    <a:pt x="76116" y="63230"/>
                  </a:lnTo>
                  <a:lnTo>
                    <a:pt x="76571" y="63536"/>
                  </a:lnTo>
                  <a:lnTo>
                    <a:pt x="77966" y="65726"/>
                  </a:lnTo>
                  <a:lnTo>
                    <a:pt x="77693" y="67439"/>
                  </a:lnTo>
                  <a:lnTo>
                    <a:pt x="77581" y="67663"/>
                  </a:lnTo>
                  <a:lnTo>
                    <a:pt x="77221" y="68378"/>
                  </a:lnTo>
                  <a:lnTo>
                    <a:pt x="78545" y="68879"/>
                  </a:lnTo>
                  <a:lnTo>
                    <a:pt x="78853" y="69111"/>
                  </a:lnTo>
                  <a:lnTo>
                    <a:pt x="81510" y="71121"/>
                  </a:lnTo>
                  <a:lnTo>
                    <a:pt x="85703" y="69788"/>
                  </a:lnTo>
                  <a:lnTo>
                    <a:pt x="87970" y="69523"/>
                  </a:lnTo>
                  <a:lnTo>
                    <a:pt x="88229" y="69441"/>
                  </a:lnTo>
                  <a:lnTo>
                    <a:pt x="88200" y="70092"/>
                  </a:lnTo>
                  <a:lnTo>
                    <a:pt x="88136" y="71480"/>
                  </a:lnTo>
                  <a:lnTo>
                    <a:pt x="88109" y="72609"/>
                  </a:lnTo>
                  <a:lnTo>
                    <a:pt x="88005" y="76878"/>
                  </a:lnTo>
                  <a:lnTo>
                    <a:pt x="87966" y="78441"/>
                  </a:lnTo>
                  <a:lnTo>
                    <a:pt x="85444" y="77280"/>
                  </a:lnTo>
                  <a:lnTo>
                    <a:pt x="84628" y="82027"/>
                  </a:lnTo>
                  <a:lnTo>
                    <a:pt x="84504" y="82365"/>
                  </a:lnTo>
                  <a:lnTo>
                    <a:pt x="84383" y="82697"/>
                  </a:lnTo>
                  <a:lnTo>
                    <a:pt x="83805" y="84281"/>
                  </a:lnTo>
                  <a:lnTo>
                    <a:pt x="83267" y="85051"/>
                  </a:lnTo>
                  <a:lnTo>
                    <a:pt x="82274" y="86473"/>
                  </a:lnTo>
                  <a:lnTo>
                    <a:pt x="81528" y="87542"/>
                  </a:lnTo>
                  <a:lnTo>
                    <a:pt x="80626" y="88834"/>
                  </a:lnTo>
                  <a:lnTo>
                    <a:pt x="80370" y="89201"/>
                  </a:lnTo>
                  <a:lnTo>
                    <a:pt x="79837" y="90513"/>
                  </a:lnTo>
                  <a:lnTo>
                    <a:pt x="79636" y="91008"/>
                  </a:lnTo>
                  <a:lnTo>
                    <a:pt x="79829" y="92086"/>
                  </a:lnTo>
                  <a:lnTo>
                    <a:pt x="80155" y="93907"/>
                  </a:lnTo>
                  <a:lnTo>
                    <a:pt x="80503" y="94504"/>
                  </a:lnTo>
                  <a:lnTo>
                    <a:pt x="80578" y="94634"/>
                  </a:lnTo>
                  <a:lnTo>
                    <a:pt x="81468" y="99056"/>
                  </a:lnTo>
                  <a:lnTo>
                    <a:pt x="81378" y="100130"/>
                  </a:lnTo>
                  <a:lnTo>
                    <a:pt x="80901" y="101638"/>
                  </a:lnTo>
                  <a:lnTo>
                    <a:pt x="80727" y="102189"/>
                  </a:lnTo>
                  <a:lnTo>
                    <a:pt x="79778" y="103101"/>
                  </a:lnTo>
                  <a:lnTo>
                    <a:pt x="77657" y="103974"/>
                  </a:lnTo>
                  <a:lnTo>
                    <a:pt x="77435" y="103473"/>
                  </a:lnTo>
                  <a:lnTo>
                    <a:pt x="76877" y="103229"/>
                  </a:lnTo>
                  <a:lnTo>
                    <a:pt x="74684" y="102888"/>
                  </a:lnTo>
                  <a:lnTo>
                    <a:pt x="73541" y="102568"/>
                  </a:lnTo>
                  <a:lnTo>
                    <a:pt x="72683" y="101602"/>
                  </a:lnTo>
                  <a:lnTo>
                    <a:pt x="71932" y="100968"/>
                  </a:lnTo>
                  <a:lnTo>
                    <a:pt x="70679" y="100815"/>
                  </a:lnTo>
                  <a:lnTo>
                    <a:pt x="67431" y="100815"/>
                  </a:lnTo>
                  <a:lnTo>
                    <a:pt x="65089" y="100665"/>
                  </a:lnTo>
                  <a:lnTo>
                    <a:pt x="64206" y="101341"/>
                  </a:lnTo>
                  <a:lnTo>
                    <a:pt x="63300" y="102832"/>
                  </a:lnTo>
                  <a:lnTo>
                    <a:pt x="62775" y="103202"/>
                  </a:lnTo>
                  <a:lnTo>
                    <a:pt x="58373" y="103452"/>
                  </a:lnTo>
                  <a:lnTo>
                    <a:pt x="58055" y="103515"/>
                  </a:lnTo>
                  <a:lnTo>
                    <a:pt x="56680" y="103786"/>
                  </a:lnTo>
                  <a:lnTo>
                    <a:pt x="56166" y="104847"/>
                  </a:lnTo>
                  <a:lnTo>
                    <a:pt x="55928" y="105337"/>
                  </a:lnTo>
                  <a:lnTo>
                    <a:pt x="55189" y="107436"/>
                  </a:lnTo>
                  <a:lnTo>
                    <a:pt x="54545" y="108569"/>
                  </a:lnTo>
                  <a:lnTo>
                    <a:pt x="53912" y="109034"/>
                  </a:lnTo>
                  <a:lnTo>
                    <a:pt x="50334" y="108820"/>
                  </a:lnTo>
                  <a:lnTo>
                    <a:pt x="48139" y="109082"/>
                  </a:lnTo>
                  <a:lnTo>
                    <a:pt x="47918" y="110071"/>
                  </a:lnTo>
                  <a:lnTo>
                    <a:pt x="47861" y="112288"/>
                  </a:lnTo>
                  <a:lnTo>
                    <a:pt x="47661" y="117498"/>
                  </a:lnTo>
                  <a:lnTo>
                    <a:pt x="47940" y="121004"/>
                  </a:lnTo>
                  <a:lnTo>
                    <a:pt x="48203" y="121405"/>
                  </a:lnTo>
                  <a:lnTo>
                    <a:pt x="48937" y="121494"/>
                  </a:lnTo>
                  <a:lnTo>
                    <a:pt x="49688" y="121208"/>
                  </a:lnTo>
                  <a:lnTo>
                    <a:pt x="50386" y="120743"/>
                  </a:lnTo>
                  <a:lnTo>
                    <a:pt x="51012" y="120153"/>
                  </a:lnTo>
                  <a:lnTo>
                    <a:pt x="51692" y="119276"/>
                  </a:lnTo>
                  <a:lnTo>
                    <a:pt x="52662" y="118296"/>
                  </a:lnTo>
                  <a:lnTo>
                    <a:pt x="58439" y="122200"/>
                  </a:lnTo>
                  <a:lnTo>
                    <a:pt x="56517" y="125007"/>
                  </a:lnTo>
                  <a:lnTo>
                    <a:pt x="53567" y="129312"/>
                  </a:lnTo>
                  <a:lnTo>
                    <a:pt x="51288" y="128470"/>
                  </a:lnTo>
                  <a:lnTo>
                    <a:pt x="49438" y="127659"/>
                  </a:lnTo>
                  <a:lnTo>
                    <a:pt x="46634" y="125007"/>
                  </a:lnTo>
                  <a:lnTo>
                    <a:pt x="45770" y="123841"/>
                  </a:lnTo>
                  <a:lnTo>
                    <a:pt x="44746" y="122462"/>
                  </a:lnTo>
                  <a:lnTo>
                    <a:pt x="42453" y="120689"/>
                  </a:lnTo>
                  <a:lnTo>
                    <a:pt x="37821" y="117650"/>
                  </a:lnTo>
                  <a:lnTo>
                    <a:pt x="31250" y="113019"/>
                  </a:lnTo>
                  <a:lnTo>
                    <a:pt x="29007" y="111458"/>
                  </a:lnTo>
                  <a:lnTo>
                    <a:pt x="19263" y="104679"/>
                  </a:lnTo>
                  <a:lnTo>
                    <a:pt x="18449" y="104112"/>
                  </a:lnTo>
                  <a:lnTo>
                    <a:pt x="17781" y="104136"/>
                  </a:lnTo>
                  <a:lnTo>
                    <a:pt x="17042" y="104422"/>
                  </a:lnTo>
                  <a:lnTo>
                    <a:pt x="16902" y="105045"/>
                  </a:lnTo>
                  <a:lnTo>
                    <a:pt x="16696" y="106224"/>
                  </a:lnTo>
                  <a:lnTo>
                    <a:pt x="16289" y="107162"/>
                  </a:lnTo>
                  <a:lnTo>
                    <a:pt x="12807" y="100732"/>
                  </a:lnTo>
                  <a:lnTo>
                    <a:pt x="12294" y="99785"/>
                  </a:lnTo>
                  <a:lnTo>
                    <a:pt x="12186" y="98610"/>
                  </a:lnTo>
                  <a:lnTo>
                    <a:pt x="12093" y="95209"/>
                  </a:lnTo>
                  <a:lnTo>
                    <a:pt x="11199" y="93975"/>
                  </a:lnTo>
                  <a:lnTo>
                    <a:pt x="10223" y="93279"/>
                  </a:lnTo>
                  <a:lnTo>
                    <a:pt x="9642" y="92865"/>
                  </a:lnTo>
                  <a:lnTo>
                    <a:pt x="9426" y="92705"/>
                  </a:lnTo>
                  <a:lnTo>
                    <a:pt x="1851" y="87089"/>
                  </a:lnTo>
                  <a:lnTo>
                    <a:pt x="1034" y="86360"/>
                  </a:lnTo>
                  <a:lnTo>
                    <a:pt x="0" y="85437"/>
                  </a:lnTo>
                  <a:lnTo>
                    <a:pt x="3393" y="80471"/>
                  </a:lnTo>
                  <a:lnTo>
                    <a:pt x="25467" y="48480"/>
                  </a:lnTo>
                  <a:lnTo>
                    <a:pt x="36626" y="50060"/>
                  </a:lnTo>
                  <a:lnTo>
                    <a:pt x="37004" y="50023"/>
                  </a:lnTo>
                  <a:lnTo>
                    <a:pt x="37449" y="49980"/>
                  </a:lnTo>
                  <a:lnTo>
                    <a:pt x="37004" y="49781"/>
                  </a:lnTo>
                  <a:lnTo>
                    <a:pt x="36674" y="49633"/>
                  </a:lnTo>
                  <a:lnTo>
                    <a:pt x="37132" y="47136"/>
                  </a:lnTo>
                  <a:lnTo>
                    <a:pt x="37181" y="46873"/>
                  </a:lnTo>
                  <a:lnTo>
                    <a:pt x="37352" y="45943"/>
                  </a:lnTo>
                  <a:lnTo>
                    <a:pt x="37527" y="44989"/>
                  </a:lnTo>
                  <a:lnTo>
                    <a:pt x="37554" y="44840"/>
                  </a:lnTo>
                  <a:lnTo>
                    <a:pt x="37585" y="44671"/>
                  </a:lnTo>
                  <a:lnTo>
                    <a:pt x="37756" y="44248"/>
                  </a:lnTo>
                  <a:lnTo>
                    <a:pt x="37993" y="43662"/>
                  </a:lnTo>
                  <a:lnTo>
                    <a:pt x="38152" y="43269"/>
                  </a:lnTo>
                  <a:lnTo>
                    <a:pt x="39062" y="42234"/>
                  </a:lnTo>
                  <a:lnTo>
                    <a:pt x="39956" y="41216"/>
                  </a:lnTo>
                  <a:lnTo>
                    <a:pt x="40234" y="40900"/>
                  </a:lnTo>
                  <a:lnTo>
                    <a:pt x="41783" y="38835"/>
                  </a:lnTo>
                  <a:lnTo>
                    <a:pt x="41917" y="38657"/>
                  </a:lnTo>
                  <a:lnTo>
                    <a:pt x="42256" y="38204"/>
                  </a:lnTo>
                  <a:lnTo>
                    <a:pt x="42749" y="37548"/>
                  </a:lnTo>
                  <a:lnTo>
                    <a:pt x="43207" y="36937"/>
                  </a:lnTo>
                  <a:lnTo>
                    <a:pt x="43330" y="36802"/>
                  </a:lnTo>
                  <a:lnTo>
                    <a:pt x="43907" y="36172"/>
                  </a:lnTo>
                  <a:lnTo>
                    <a:pt x="44061" y="35842"/>
                  </a:lnTo>
                  <a:lnTo>
                    <a:pt x="44222" y="34767"/>
                  </a:lnTo>
                  <a:lnTo>
                    <a:pt x="44307" y="34196"/>
                  </a:lnTo>
                  <a:lnTo>
                    <a:pt x="44354" y="32007"/>
                  </a:lnTo>
                  <a:lnTo>
                    <a:pt x="44403" y="29735"/>
                  </a:lnTo>
                  <a:lnTo>
                    <a:pt x="44784" y="27182"/>
                  </a:lnTo>
                  <a:lnTo>
                    <a:pt x="45498" y="25200"/>
                  </a:lnTo>
                  <a:lnTo>
                    <a:pt x="47456" y="19763"/>
                  </a:lnTo>
                  <a:lnTo>
                    <a:pt x="48891" y="17696"/>
                  </a:lnTo>
                  <a:lnTo>
                    <a:pt x="49524" y="16612"/>
                  </a:lnTo>
                  <a:lnTo>
                    <a:pt x="50414" y="15087"/>
                  </a:lnTo>
                  <a:lnTo>
                    <a:pt x="52537" y="13537"/>
                  </a:lnTo>
                  <a:lnTo>
                    <a:pt x="53666" y="12901"/>
                  </a:lnTo>
                  <a:lnTo>
                    <a:pt x="53975" y="12727"/>
                  </a:lnTo>
                  <a:lnTo>
                    <a:pt x="55758" y="11724"/>
                  </a:lnTo>
                  <a:lnTo>
                    <a:pt x="57265" y="11318"/>
                  </a:lnTo>
                  <a:lnTo>
                    <a:pt x="57619" y="11223"/>
                  </a:lnTo>
                  <a:lnTo>
                    <a:pt x="58010" y="10999"/>
                  </a:lnTo>
                  <a:lnTo>
                    <a:pt x="61579" y="8957"/>
                  </a:lnTo>
                  <a:lnTo>
                    <a:pt x="62605" y="7835"/>
                  </a:lnTo>
                  <a:lnTo>
                    <a:pt x="66875" y="4734"/>
                  </a:lnTo>
                  <a:lnTo>
                    <a:pt x="68658" y="4358"/>
                  </a:lnTo>
                  <a:lnTo>
                    <a:pt x="67167" y="1729"/>
                  </a:lnTo>
                  <a:lnTo>
                    <a:pt x="70447" y="328"/>
                  </a:lnTo>
                  <a:lnTo>
                    <a:pt x="75219" y="0"/>
                  </a:lnTo>
                  <a:lnTo>
                    <a:pt x="77962" y="685"/>
                  </a:lnTo>
                  <a:lnTo>
                    <a:pt x="79900" y="2296"/>
                  </a:lnTo>
                  <a:lnTo>
                    <a:pt x="80705" y="4592"/>
                  </a:lnTo>
                  <a:lnTo>
                    <a:pt x="78886" y="7723"/>
                  </a:lnTo>
                  <a:lnTo>
                    <a:pt x="76859" y="11760"/>
                  </a:lnTo>
                  <a:lnTo>
                    <a:pt x="70883" y="16430"/>
                  </a:lnTo>
                  <a:lnTo>
                    <a:pt x="70883" y="19812"/>
                  </a:lnTo>
                  <a:lnTo>
                    <a:pt x="75341" y="25658"/>
                  </a:lnTo>
                  <a:lnTo>
                    <a:pt x="75393" y="26101"/>
                  </a:lnTo>
                  <a:lnTo>
                    <a:pt x="75496" y="26973"/>
                  </a:lnTo>
                  <a:lnTo>
                    <a:pt x="75065" y="29502"/>
                  </a:lnTo>
                  <a:lnTo>
                    <a:pt x="75233" y="29894"/>
                  </a:lnTo>
                  <a:lnTo>
                    <a:pt x="75485" y="30480"/>
                  </a:lnTo>
                  <a:lnTo>
                    <a:pt x="75932" y="30679"/>
                  </a:lnTo>
                  <a:lnTo>
                    <a:pt x="76536" y="30947"/>
                  </a:lnTo>
                  <a:lnTo>
                    <a:pt x="76739" y="310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4" name="pg353"/>
            <p:cNvSpPr/>
            <p:nvPr/>
          </p:nvSpPr>
          <p:spPr>
            <a:xfrm>
              <a:off x="4377750" y="1913181"/>
              <a:ext cx="95068" cy="87928"/>
            </a:xfrm>
            <a:custGeom>
              <a:avLst/>
              <a:pathLst>
                <a:path w="95068" h="87928">
                  <a:moveTo>
                    <a:pt x="40092" y="11563"/>
                  </a:moveTo>
                  <a:lnTo>
                    <a:pt x="40044" y="11738"/>
                  </a:lnTo>
                  <a:lnTo>
                    <a:pt x="40488" y="11625"/>
                  </a:lnTo>
                  <a:lnTo>
                    <a:pt x="41353" y="11636"/>
                  </a:lnTo>
                  <a:lnTo>
                    <a:pt x="41498" y="11638"/>
                  </a:lnTo>
                  <a:lnTo>
                    <a:pt x="43187" y="12032"/>
                  </a:lnTo>
                  <a:lnTo>
                    <a:pt x="46176" y="12942"/>
                  </a:lnTo>
                  <a:lnTo>
                    <a:pt x="47074" y="13482"/>
                  </a:lnTo>
                  <a:lnTo>
                    <a:pt x="49954" y="15137"/>
                  </a:lnTo>
                  <a:lnTo>
                    <a:pt x="51299" y="15743"/>
                  </a:lnTo>
                  <a:lnTo>
                    <a:pt x="52850" y="16441"/>
                  </a:lnTo>
                  <a:lnTo>
                    <a:pt x="54091" y="16859"/>
                  </a:lnTo>
                  <a:lnTo>
                    <a:pt x="55473" y="17275"/>
                  </a:lnTo>
                  <a:lnTo>
                    <a:pt x="59255" y="18410"/>
                  </a:lnTo>
                  <a:lnTo>
                    <a:pt x="60455" y="17709"/>
                  </a:lnTo>
                  <a:lnTo>
                    <a:pt x="62063" y="14255"/>
                  </a:lnTo>
                  <a:lnTo>
                    <a:pt x="62117" y="14063"/>
                  </a:lnTo>
                  <a:lnTo>
                    <a:pt x="62439" y="12919"/>
                  </a:lnTo>
                  <a:lnTo>
                    <a:pt x="62784" y="11691"/>
                  </a:lnTo>
                  <a:lnTo>
                    <a:pt x="63480" y="9216"/>
                  </a:lnTo>
                  <a:lnTo>
                    <a:pt x="63932" y="8729"/>
                  </a:lnTo>
                  <a:lnTo>
                    <a:pt x="64489" y="8355"/>
                  </a:lnTo>
                  <a:lnTo>
                    <a:pt x="72169" y="3205"/>
                  </a:lnTo>
                  <a:lnTo>
                    <a:pt x="75938" y="1773"/>
                  </a:lnTo>
                  <a:lnTo>
                    <a:pt x="76329" y="1662"/>
                  </a:lnTo>
                  <a:lnTo>
                    <a:pt x="77998" y="1188"/>
                  </a:lnTo>
                  <a:lnTo>
                    <a:pt x="82157" y="1631"/>
                  </a:lnTo>
                  <a:lnTo>
                    <a:pt x="92635" y="8066"/>
                  </a:lnTo>
                  <a:lnTo>
                    <a:pt x="93578" y="9235"/>
                  </a:lnTo>
                  <a:lnTo>
                    <a:pt x="95068" y="11865"/>
                  </a:lnTo>
                  <a:lnTo>
                    <a:pt x="93285" y="12240"/>
                  </a:lnTo>
                  <a:lnTo>
                    <a:pt x="89015" y="15341"/>
                  </a:lnTo>
                  <a:lnTo>
                    <a:pt x="87989" y="16463"/>
                  </a:lnTo>
                  <a:lnTo>
                    <a:pt x="84420" y="18505"/>
                  </a:lnTo>
                  <a:lnTo>
                    <a:pt x="84029" y="18729"/>
                  </a:lnTo>
                  <a:lnTo>
                    <a:pt x="83676" y="18824"/>
                  </a:lnTo>
                  <a:lnTo>
                    <a:pt x="82168" y="19230"/>
                  </a:lnTo>
                  <a:lnTo>
                    <a:pt x="80386" y="20233"/>
                  </a:lnTo>
                  <a:lnTo>
                    <a:pt x="80077" y="20408"/>
                  </a:lnTo>
                  <a:lnTo>
                    <a:pt x="78948" y="21043"/>
                  </a:lnTo>
                  <a:lnTo>
                    <a:pt x="76825" y="22594"/>
                  </a:lnTo>
                  <a:lnTo>
                    <a:pt x="75935" y="24118"/>
                  </a:lnTo>
                  <a:lnTo>
                    <a:pt x="75250" y="25289"/>
                  </a:lnTo>
                  <a:lnTo>
                    <a:pt x="73867" y="27269"/>
                  </a:lnTo>
                  <a:lnTo>
                    <a:pt x="71909" y="32706"/>
                  </a:lnTo>
                  <a:lnTo>
                    <a:pt x="71195" y="34688"/>
                  </a:lnTo>
                  <a:lnTo>
                    <a:pt x="70813" y="37241"/>
                  </a:lnTo>
                  <a:lnTo>
                    <a:pt x="70765" y="39514"/>
                  </a:lnTo>
                  <a:lnTo>
                    <a:pt x="70718" y="41702"/>
                  </a:lnTo>
                  <a:lnTo>
                    <a:pt x="70633" y="42273"/>
                  </a:lnTo>
                  <a:lnTo>
                    <a:pt x="70414" y="43472"/>
                  </a:lnTo>
                  <a:lnTo>
                    <a:pt x="70318" y="43679"/>
                  </a:lnTo>
                  <a:lnTo>
                    <a:pt x="69740" y="44309"/>
                  </a:lnTo>
                  <a:lnTo>
                    <a:pt x="69617" y="44443"/>
                  </a:lnTo>
                  <a:lnTo>
                    <a:pt x="69159" y="45054"/>
                  </a:lnTo>
                  <a:lnTo>
                    <a:pt x="68667" y="45710"/>
                  </a:lnTo>
                  <a:lnTo>
                    <a:pt x="68327" y="46163"/>
                  </a:lnTo>
                  <a:lnTo>
                    <a:pt x="68194" y="46341"/>
                  </a:lnTo>
                  <a:lnTo>
                    <a:pt x="66644" y="48406"/>
                  </a:lnTo>
                  <a:lnTo>
                    <a:pt x="66367" y="48723"/>
                  </a:lnTo>
                  <a:lnTo>
                    <a:pt x="65472" y="49740"/>
                  </a:lnTo>
                  <a:lnTo>
                    <a:pt x="64534" y="50847"/>
                  </a:lnTo>
                  <a:lnTo>
                    <a:pt x="64404" y="51168"/>
                  </a:lnTo>
                  <a:lnTo>
                    <a:pt x="64167" y="51754"/>
                  </a:lnTo>
                  <a:lnTo>
                    <a:pt x="63996" y="52177"/>
                  </a:lnTo>
                  <a:lnTo>
                    <a:pt x="63965" y="52346"/>
                  </a:lnTo>
                  <a:lnTo>
                    <a:pt x="63937" y="52496"/>
                  </a:lnTo>
                  <a:lnTo>
                    <a:pt x="63762" y="53449"/>
                  </a:lnTo>
                  <a:lnTo>
                    <a:pt x="63591" y="54379"/>
                  </a:lnTo>
                  <a:lnTo>
                    <a:pt x="63543" y="54643"/>
                  </a:lnTo>
                  <a:lnTo>
                    <a:pt x="63110" y="57151"/>
                  </a:lnTo>
                  <a:lnTo>
                    <a:pt x="63414" y="57287"/>
                  </a:lnTo>
                  <a:lnTo>
                    <a:pt x="63860" y="57487"/>
                  </a:lnTo>
                  <a:lnTo>
                    <a:pt x="63347" y="57536"/>
                  </a:lnTo>
                  <a:lnTo>
                    <a:pt x="63036" y="57566"/>
                  </a:lnTo>
                  <a:lnTo>
                    <a:pt x="51877" y="55987"/>
                  </a:lnTo>
                  <a:lnTo>
                    <a:pt x="29729" y="87928"/>
                  </a:lnTo>
                  <a:lnTo>
                    <a:pt x="18568" y="80491"/>
                  </a:lnTo>
                  <a:lnTo>
                    <a:pt x="8796" y="73823"/>
                  </a:lnTo>
                  <a:lnTo>
                    <a:pt x="8635" y="74050"/>
                  </a:lnTo>
                  <a:lnTo>
                    <a:pt x="0" y="68027"/>
                  </a:lnTo>
                  <a:lnTo>
                    <a:pt x="1915" y="64356"/>
                  </a:lnTo>
                  <a:lnTo>
                    <a:pt x="3999" y="61254"/>
                  </a:lnTo>
                  <a:lnTo>
                    <a:pt x="4288" y="60857"/>
                  </a:lnTo>
                  <a:lnTo>
                    <a:pt x="4416" y="60682"/>
                  </a:lnTo>
                  <a:lnTo>
                    <a:pt x="4869" y="59739"/>
                  </a:lnTo>
                  <a:lnTo>
                    <a:pt x="4983" y="59502"/>
                  </a:lnTo>
                  <a:lnTo>
                    <a:pt x="5438" y="57623"/>
                  </a:lnTo>
                  <a:lnTo>
                    <a:pt x="6451" y="53432"/>
                  </a:lnTo>
                  <a:lnTo>
                    <a:pt x="10826" y="52028"/>
                  </a:lnTo>
                  <a:lnTo>
                    <a:pt x="10644" y="51573"/>
                  </a:lnTo>
                  <a:lnTo>
                    <a:pt x="9544" y="48823"/>
                  </a:lnTo>
                  <a:lnTo>
                    <a:pt x="8674" y="46569"/>
                  </a:lnTo>
                  <a:lnTo>
                    <a:pt x="5924" y="41609"/>
                  </a:lnTo>
                  <a:lnTo>
                    <a:pt x="8944" y="42402"/>
                  </a:lnTo>
                  <a:lnTo>
                    <a:pt x="9899" y="38900"/>
                  </a:lnTo>
                  <a:lnTo>
                    <a:pt x="10552" y="36506"/>
                  </a:lnTo>
                  <a:lnTo>
                    <a:pt x="10790" y="35991"/>
                  </a:lnTo>
                  <a:lnTo>
                    <a:pt x="11361" y="34755"/>
                  </a:lnTo>
                  <a:lnTo>
                    <a:pt x="11624" y="34187"/>
                  </a:lnTo>
                  <a:lnTo>
                    <a:pt x="14204" y="27118"/>
                  </a:lnTo>
                  <a:lnTo>
                    <a:pt x="15927" y="23615"/>
                  </a:lnTo>
                  <a:lnTo>
                    <a:pt x="17195" y="19855"/>
                  </a:lnTo>
                  <a:lnTo>
                    <a:pt x="17877" y="19003"/>
                  </a:lnTo>
                  <a:lnTo>
                    <a:pt x="21216" y="14827"/>
                  </a:lnTo>
                  <a:lnTo>
                    <a:pt x="21885" y="13991"/>
                  </a:lnTo>
                  <a:lnTo>
                    <a:pt x="24258" y="11494"/>
                  </a:lnTo>
                  <a:lnTo>
                    <a:pt x="26467" y="9170"/>
                  </a:lnTo>
                  <a:lnTo>
                    <a:pt x="27750" y="7821"/>
                  </a:lnTo>
                  <a:lnTo>
                    <a:pt x="30376" y="5058"/>
                  </a:lnTo>
                  <a:lnTo>
                    <a:pt x="31410" y="3448"/>
                  </a:lnTo>
                  <a:lnTo>
                    <a:pt x="32577" y="1764"/>
                  </a:lnTo>
                  <a:lnTo>
                    <a:pt x="33801" y="0"/>
                  </a:lnTo>
                  <a:lnTo>
                    <a:pt x="37684" y="292"/>
                  </a:lnTo>
                  <a:lnTo>
                    <a:pt x="43120" y="700"/>
                  </a:lnTo>
                  <a:lnTo>
                    <a:pt x="41515" y="6460"/>
                  </a:lnTo>
                  <a:lnTo>
                    <a:pt x="40146" y="1136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5" name="pg354"/>
            <p:cNvSpPr/>
            <p:nvPr/>
          </p:nvSpPr>
          <p:spPr>
            <a:xfrm>
              <a:off x="4224334" y="1937738"/>
              <a:ext cx="83715" cy="66302"/>
            </a:xfrm>
            <a:custGeom>
              <a:avLst/>
              <a:pathLst>
                <a:path w="83715" h="66302">
                  <a:moveTo>
                    <a:pt x="42127" y="13839"/>
                  </a:moveTo>
                  <a:lnTo>
                    <a:pt x="42189" y="14702"/>
                  </a:lnTo>
                  <a:lnTo>
                    <a:pt x="44762" y="14504"/>
                  </a:lnTo>
                  <a:lnTo>
                    <a:pt x="48501" y="14217"/>
                  </a:lnTo>
                  <a:lnTo>
                    <a:pt x="49484" y="14141"/>
                  </a:lnTo>
                  <a:lnTo>
                    <a:pt x="52831" y="13862"/>
                  </a:lnTo>
                  <a:lnTo>
                    <a:pt x="54359" y="13735"/>
                  </a:lnTo>
                  <a:lnTo>
                    <a:pt x="54563" y="15994"/>
                  </a:lnTo>
                  <a:lnTo>
                    <a:pt x="59000" y="16579"/>
                  </a:lnTo>
                  <a:lnTo>
                    <a:pt x="58690" y="19000"/>
                  </a:lnTo>
                  <a:lnTo>
                    <a:pt x="58644" y="19273"/>
                  </a:lnTo>
                  <a:lnTo>
                    <a:pt x="57925" y="23535"/>
                  </a:lnTo>
                  <a:lnTo>
                    <a:pt x="57382" y="26757"/>
                  </a:lnTo>
                  <a:lnTo>
                    <a:pt x="56993" y="29055"/>
                  </a:lnTo>
                  <a:lnTo>
                    <a:pt x="56483" y="30832"/>
                  </a:lnTo>
                  <a:lnTo>
                    <a:pt x="53468" y="28840"/>
                  </a:lnTo>
                  <a:lnTo>
                    <a:pt x="53143" y="28626"/>
                  </a:lnTo>
                  <a:lnTo>
                    <a:pt x="51385" y="28703"/>
                  </a:lnTo>
                  <a:lnTo>
                    <a:pt x="51007" y="28719"/>
                  </a:lnTo>
                  <a:lnTo>
                    <a:pt x="50225" y="28937"/>
                  </a:lnTo>
                  <a:lnTo>
                    <a:pt x="49396" y="29169"/>
                  </a:lnTo>
                  <a:lnTo>
                    <a:pt x="48994" y="29336"/>
                  </a:lnTo>
                  <a:lnTo>
                    <a:pt x="47979" y="29759"/>
                  </a:lnTo>
                  <a:lnTo>
                    <a:pt x="46871" y="30230"/>
                  </a:lnTo>
                  <a:lnTo>
                    <a:pt x="46489" y="30393"/>
                  </a:lnTo>
                  <a:lnTo>
                    <a:pt x="45653" y="30749"/>
                  </a:lnTo>
                  <a:lnTo>
                    <a:pt x="49839" y="35186"/>
                  </a:lnTo>
                  <a:lnTo>
                    <a:pt x="50845" y="37568"/>
                  </a:lnTo>
                  <a:lnTo>
                    <a:pt x="51507" y="37340"/>
                  </a:lnTo>
                  <a:lnTo>
                    <a:pt x="51696" y="37345"/>
                  </a:lnTo>
                  <a:lnTo>
                    <a:pt x="52374" y="37364"/>
                  </a:lnTo>
                  <a:lnTo>
                    <a:pt x="53926" y="38175"/>
                  </a:lnTo>
                  <a:lnTo>
                    <a:pt x="55688" y="39423"/>
                  </a:lnTo>
                  <a:lnTo>
                    <a:pt x="57603" y="40443"/>
                  </a:lnTo>
                  <a:lnTo>
                    <a:pt x="59689" y="41142"/>
                  </a:lnTo>
                  <a:lnTo>
                    <a:pt x="60643" y="41372"/>
                  </a:lnTo>
                  <a:lnTo>
                    <a:pt x="60898" y="40918"/>
                  </a:lnTo>
                  <a:lnTo>
                    <a:pt x="61655" y="39565"/>
                  </a:lnTo>
                  <a:lnTo>
                    <a:pt x="63206" y="37448"/>
                  </a:lnTo>
                  <a:lnTo>
                    <a:pt x="64280" y="37806"/>
                  </a:lnTo>
                  <a:lnTo>
                    <a:pt x="65353" y="38999"/>
                  </a:lnTo>
                  <a:lnTo>
                    <a:pt x="66993" y="41354"/>
                  </a:lnTo>
                  <a:lnTo>
                    <a:pt x="67679" y="41503"/>
                  </a:lnTo>
                  <a:lnTo>
                    <a:pt x="68752" y="40907"/>
                  </a:lnTo>
                  <a:lnTo>
                    <a:pt x="72235" y="42575"/>
                  </a:lnTo>
                  <a:lnTo>
                    <a:pt x="78206" y="42939"/>
                  </a:lnTo>
                  <a:lnTo>
                    <a:pt x="78308" y="40507"/>
                  </a:lnTo>
                  <a:lnTo>
                    <a:pt x="78350" y="39497"/>
                  </a:lnTo>
                  <a:lnTo>
                    <a:pt x="78667" y="35243"/>
                  </a:lnTo>
                  <a:lnTo>
                    <a:pt x="78723" y="34488"/>
                  </a:lnTo>
                  <a:lnTo>
                    <a:pt x="78747" y="34105"/>
                  </a:lnTo>
                  <a:lnTo>
                    <a:pt x="78786" y="33495"/>
                  </a:lnTo>
                  <a:lnTo>
                    <a:pt x="79307" y="25851"/>
                  </a:lnTo>
                  <a:lnTo>
                    <a:pt x="80191" y="25355"/>
                  </a:lnTo>
                  <a:lnTo>
                    <a:pt x="81812" y="27219"/>
                  </a:lnTo>
                  <a:lnTo>
                    <a:pt x="83715" y="28222"/>
                  </a:lnTo>
                  <a:lnTo>
                    <a:pt x="83234" y="33044"/>
                  </a:lnTo>
                  <a:lnTo>
                    <a:pt x="83305" y="37857"/>
                  </a:lnTo>
                  <a:lnTo>
                    <a:pt x="83305" y="44423"/>
                  </a:lnTo>
                  <a:lnTo>
                    <a:pt x="82963" y="46847"/>
                  </a:lnTo>
                  <a:lnTo>
                    <a:pt x="82911" y="47214"/>
                  </a:lnTo>
                  <a:lnTo>
                    <a:pt x="81250" y="50484"/>
                  </a:lnTo>
                  <a:lnTo>
                    <a:pt x="81117" y="50746"/>
                  </a:lnTo>
                  <a:lnTo>
                    <a:pt x="79243" y="53789"/>
                  </a:lnTo>
                  <a:lnTo>
                    <a:pt x="79008" y="53624"/>
                  </a:lnTo>
                  <a:lnTo>
                    <a:pt x="77384" y="56147"/>
                  </a:lnTo>
                  <a:lnTo>
                    <a:pt x="76902" y="56895"/>
                  </a:lnTo>
                  <a:lnTo>
                    <a:pt x="74846" y="60090"/>
                  </a:lnTo>
                  <a:lnTo>
                    <a:pt x="71720" y="59088"/>
                  </a:lnTo>
                  <a:lnTo>
                    <a:pt x="66529" y="58576"/>
                  </a:lnTo>
                  <a:lnTo>
                    <a:pt x="63794" y="58306"/>
                  </a:lnTo>
                  <a:lnTo>
                    <a:pt x="63332" y="58261"/>
                  </a:lnTo>
                  <a:lnTo>
                    <a:pt x="59607" y="57623"/>
                  </a:lnTo>
                  <a:lnTo>
                    <a:pt x="55570" y="57394"/>
                  </a:lnTo>
                  <a:lnTo>
                    <a:pt x="53423" y="57337"/>
                  </a:lnTo>
                  <a:lnTo>
                    <a:pt x="51598" y="57639"/>
                  </a:lnTo>
                  <a:lnTo>
                    <a:pt x="51590" y="56943"/>
                  </a:lnTo>
                  <a:lnTo>
                    <a:pt x="51570" y="56385"/>
                  </a:lnTo>
                  <a:lnTo>
                    <a:pt x="51433" y="52411"/>
                  </a:lnTo>
                  <a:lnTo>
                    <a:pt x="48188" y="51904"/>
                  </a:lnTo>
                  <a:lnTo>
                    <a:pt x="48289" y="51419"/>
                  </a:lnTo>
                  <a:lnTo>
                    <a:pt x="47252" y="51548"/>
                  </a:lnTo>
                  <a:lnTo>
                    <a:pt x="47068" y="51570"/>
                  </a:lnTo>
                  <a:lnTo>
                    <a:pt x="45408" y="51777"/>
                  </a:lnTo>
                  <a:lnTo>
                    <a:pt x="42960" y="52080"/>
                  </a:lnTo>
                  <a:lnTo>
                    <a:pt x="42225" y="52172"/>
                  </a:lnTo>
                  <a:lnTo>
                    <a:pt x="41712" y="52235"/>
                  </a:lnTo>
                  <a:lnTo>
                    <a:pt x="38188" y="53219"/>
                  </a:lnTo>
                  <a:lnTo>
                    <a:pt x="34678" y="53854"/>
                  </a:lnTo>
                  <a:lnTo>
                    <a:pt x="30883" y="54845"/>
                  </a:lnTo>
                  <a:lnTo>
                    <a:pt x="28528" y="55263"/>
                  </a:lnTo>
                  <a:lnTo>
                    <a:pt x="28569" y="55901"/>
                  </a:lnTo>
                  <a:lnTo>
                    <a:pt x="28569" y="63249"/>
                  </a:lnTo>
                  <a:lnTo>
                    <a:pt x="28386" y="64988"/>
                  </a:lnTo>
                  <a:lnTo>
                    <a:pt x="27349" y="65061"/>
                  </a:lnTo>
                  <a:lnTo>
                    <a:pt x="25897" y="62247"/>
                  </a:lnTo>
                  <a:lnTo>
                    <a:pt x="22582" y="63105"/>
                  </a:lnTo>
                  <a:lnTo>
                    <a:pt x="19361" y="64322"/>
                  </a:lnTo>
                  <a:lnTo>
                    <a:pt x="19122" y="65801"/>
                  </a:lnTo>
                  <a:lnTo>
                    <a:pt x="13182" y="66302"/>
                  </a:lnTo>
                  <a:lnTo>
                    <a:pt x="5314" y="65897"/>
                  </a:lnTo>
                  <a:lnTo>
                    <a:pt x="5323" y="64839"/>
                  </a:lnTo>
                  <a:lnTo>
                    <a:pt x="5344" y="62288"/>
                  </a:lnTo>
                  <a:lnTo>
                    <a:pt x="5277" y="62078"/>
                  </a:lnTo>
                  <a:lnTo>
                    <a:pt x="5169" y="61738"/>
                  </a:lnTo>
                  <a:lnTo>
                    <a:pt x="5109" y="58547"/>
                  </a:lnTo>
                  <a:lnTo>
                    <a:pt x="0" y="58191"/>
                  </a:lnTo>
                  <a:lnTo>
                    <a:pt x="54" y="49133"/>
                  </a:lnTo>
                  <a:lnTo>
                    <a:pt x="906" y="47644"/>
                  </a:lnTo>
                  <a:lnTo>
                    <a:pt x="2276" y="45248"/>
                  </a:lnTo>
                  <a:lnTo>
                    <a:pt x="6988" y="45546"/>
                  </a:lnTo>
                  <a:lnTo>
                    <a:pt x="14011" y="41833"/>
                  </a:lnTo>
                  <a:lnTo>
                    <a:pt x="14688" y="41475"/>
                  </a:lnTo>
                  <a:lnTo>
                    <a:pt x="21479" y="37885"/>
                  </a:lnTo>
                  <a:lnTo>
                    <a:pt x="22598" y="37294"/>
                  </a:lnTo>
                  <a:lnTo>
                    <a:pt x="22028" y="36057"/>
                  </a:lnTo>
                  <a:lnTo>
                    <a:pt x="20522" y="32785"/>
                  </a:lnTo>
                  <a:lnTo>
                    <a:pt x="24065" y="30486"/>
                  </a:lnTo>
                  <a:lnTo>
                    <a:pt x="24740" y="30048"/>
                  </a:lnTo>
                  <a:lnTo>
                    <a:pt x="30919" y="26038"/>
                  </a:lnTo>
                  <a:lnTo>
                    <a:pt x="30476" y="22444"/>
                  </a:lnTo>
                  <a:lnTo>
                    <a:pt x="26303" y="19806"/>
                  </a:lnTo>
                  <a:lnTo>
                    <a:pt x="19477" y="11853"/>
                  </a:lnTo>
                  <a:lnTo>
                    <a:pt x="18856" y="11130"/>
                  </a:lnTo>
                  <a:lnTo>
                    <a:pt x="13607" y="0"/>
                  </a:lnTo>
                  <a:lnTo>
                    <a:pt x="18511" y="2552"/>
                  </a:lnTo>
                  <a:lnTo>
                    <a:pt x="26374" y="6646"/>
                  </a:lnTo>
                  <a:lnTo>
                    <a:pt x="41613" y="914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6" name="pg355"/>
            <p:cNvSpPr/>
            <p:nvPr/>
          </p:nvSpPr>
          <p:spPr>
            <a:xfrm>
              <a:off x="4321734" y="2343409"/>
              <a:ext cx="33612" cy="31030"/>
            </a:xfrm>
            <a:custGeom>
              <a:avLst/>
              <a:pathLst>
                <a:path w="33612" h="31030">
                  <a:moveTo>
                    <a:pt x="32456" y="15065"/>
                  </a:moveTo>
                  <a:lnTo>
                    <a:pt x="32695" y="17259"/>
                  </a:lnTo>
                  <a:lnTo>
                    <a:pt x="32958" y="18197"/>
                  </a:lnTo>
                  <a:lnTo>
                    <a:pt x="33136" y="18834"/>
                  </a:lnTo>
                  <a:lnTo>
                    <a:pt x="33104" y="19722"/>
                  </a:lnTo>
                  <a:lnTo>
                    <a:pt x="33124" y="20933"/>
                  </a:lnTo>
                  <a:lnTo>
                    <a:pt x="33549" y="22214"/>
                  </a:lnTo>
                  <a:lnTo>
                    <a:pt x="33612" y="22404"/>
                  </a:lnTo>
                  <a:lnTo>
                    <a:pt x="32860" y="22824"/>
                  </a:lnTo>
                  <a:lnTo>
                    <a:pt x="32198" y="23182"/>
                  </a:lnTo>
                  <a:lnTo>
                    <a:pt x="31357" y="23522"/>
                  </a:lnTo>
                  <a:lnTo>
                    <a:pt x="30451" y="23679"/>
                  </a:lnTo>
                  <a:lnTo>
                    <a:pt x="30077" y="23857"/>
                  </a:lnTo>
                  <a:lnTo>
                    <a:pt x="29496" y="23891"/>
                  </a:lnTo>
                  <a:lnTo>
                    <a:pt x="29147" y="23911"/>
                  </a:lnTo>
                  <a:lnTo>
                    <a:pt x="28865" y="23817"/>
                  </a:lnTo>
                  <a:lnTo>
                    <a:pt x="28517" y="23697"/>
                  </a:lnTo>
                  <a:lnTo>
                    <a:pt x="26943" y="23025"/>
                  </a:lnTo>
                  <a:lnTo>
                    <a:pt x="26231" y="22721"/>
                  </a:lnTo>
                  <a:lnTo>
                    <a:pt x="24486" y="28095"/>
                  </a:lnTo>
                  <a:lnTo>
                    <a:pt x="22286" y="28363"/>
                  </a:lnTo>
                  <a:lnTo>
                    <a:pt x="20997" y="28980"/>
                  </a:lnTo>
                  <a:lnTo>
                    <a:pt x="19986" y="28987"/>
                  </a:lnTo>
                  <a:lnTo>
                    <a:pt x="20639" y="25889"/>
                  </a:lnTo>
                  <a:lnTo>
                    <a:pt x="18344" y="25931"/>
                  </a:lnTo>
                  <a:lnTo>
                    <a:pt x="17837" y="29394"/>
                  </a:lnTo>
                  <a:lnTo>
                    <a:pt x="17548" y="31030"/>
                  </a:lnTo>
                  <a:lnTo>
                    <a:pt x="15548" y="27031"/>
                  </a:lnTo>
                  <a:lnTo>
                    <a:pt x="14321" y="25989"/>
                  </a:lnTo>
                  <a:lnTo>
                    <a:pt x="13890" y="25668"/>
                  </a:lnTo>
                  <a:lnTo>
                    <a:pt x="11875" y="24165"/>
                  </a:lnTo>
                  <a:lnTo>
                    <a:pt x="10867" y="23413"/>
                  </a:lnTo>
                  <a:lnTo>
                    <a:pt x="9633" y="22214"/>
                  </a:lnTo>
                  <a:lnTo>
                    <a:pt x="7264" y="20350"/>
                  </a:lnTo>
                  <a:lnTo>
                    <a:pt x="5857" y="19399"/>
                  </a:lnTo>
                  <a:lnTo>
                    <a:pt x="3274" y="22773"/>
                  </a:lnTo>
                  <a:lnTo>
                    <a:pt x="0" y="20593"/>
                  </a:lnTo>
                  <a:lnTo>
                    <a:pt x="204" y="20166"/>
                  </a:lnTo>
                  <a:lnTo>
                    <a:pt x="538" y="19406"/>
                  </a:lnTo>
                  <a:lnTo>
                    <a:pt x="1199" y="18815"/>
                  </a:lnTo>
                  <a:lnTo>
                    <a:pt x="1558" y="18494"/>
                  </a:lnTo>
                  <a:lnTo>
                    <a:pt x="2395" y="17191"/>
                  </a:lnTo>
                  <a:lnTo>
                    <a:pt x="2656" y="16783"/>
                  </a:lnTo>
                  <a:lnTo>
                    <a:pt x="3003" y="16364"/>
                  </a:lnTo>
                  <a:lnTo>
                    <a:pt x="5162" y="13756"/>
                  </a:lnTo>
                  <a:lnTo>
                    <a:pt x="5570" y="13434"/>
                  </a:lnTo>
                  <a:lnTo>
                    <a:pt x="6067" y="13836"/>
                  </a:lnTo>
                  <a:lnTo>
                    <a:pt x="6675" y="14327"/>
                  </a:lnTo>
                  <a:lnTo>
                    <a:pt x="8163" y="15529"/>
                  </a:lnTo>
                  <a:lnTo>
                    <a:pt x="8305" y="15644"/>
                  </a:lnTo>
                  <a:lnTo>
                    <a:pt x="8497" y="15799"/>
                  </a:lnTo>
                  <a:lnTo>
                    <a:pt x="9486" y="16171"/>
                  </a:lnTo>
                  <a:lnTo>
                    <a:pt x="9849" y="16307"/>
                  </a:lnTo>
                  <a:lnTo>
                    <a:pt x="10866" y="16555"/>
                  </a:lnTo>
                  <a:lnTo>
                    <a:pt x="11048" y="16600"/>
                  </a:lnTo>
                  <a:lnTo>
                    <a:pt x="12050" y="16845"/>
                  </a:lnTo>
                  <a:lnTo>
                    <a:pt x="12330" y="16826"/>
                  </a:lnTo>
                  <a:lnTo>
                    <a:pt x="13199" y="14963"/>
                  </a:lnTo>
                  <a:lnTo>
                    <a:pt x="12926" y="14848"/>
                  </a:lnTo>
                  <a:lnTo>
                    <a:pt x="12139" y="14518"/>
                  </a:lnTo>
                  <a:lnTo>
                    <a:pt x="11866" y="14404"/>
                  </a:lnTo>
                  <a:lnTo>
                    <a:pt x="11252" y="14052"/>
                  </a:lnTo>
                  <a:lnTo>
                    <a:pt x="10900" y="13849"/>
                  </a:lnTo>
                  <a:lnTo>
                    <a:pt x="10544" y="13439"/>
                  </a:lnTo>
                  <a:lnTo>
                    <a:pt x="9874" y="11366"/>
                  </a:lnTo>
                  <a:lnTo>
                    <a:pt x="9395" y="9883"/>
                  </a:lnTo>
                  <a:lnTo>
                    <a:pt x="9343" y="9725"/>
                  </a:lnTo>
                  <a:lnTo>
                    <a:pt x="8390" y="6788"/>
                  </a:lnTo>
                  <a:lnTo>
                    <a:pt x="8281" y="6450"/>
                  </a:lnTo>
                  <a:lnTo>
                    <a:pt x="8936" y="6268"/>
                  </a:lnTo>
                  <a:lnTo>
                    <a:pt x="13653" y="4957"/>
                  </a:lnTo>
                  <a:lnTo>
                    <a:pt x="15062" y="4566"/>
                  </a:lnTo>
                  <a:lnTo>
                    <a:pt x="17550" y="3874"/>
                  </a:lnTo>
                  <a:lnTo>
                    <a:pt x="17771" y="3802"/>
                  </a:lnTo>
                  <a:lnTo>
                    <a:pt x="19795" y="3140"/>
                  </a:lnTo>
                  <a:lnTo>
                    <a:pt x="23521" y="1921"/>
                  </a:lnTo>
                  <a:lnTo>
                    <a:pt x="24463" y="1701"/>
                  </a:lnTo>
                  <a:lnTo>
                    <a:pt x="25071" y="1559"/>
                  </a:lnTo>
                  <a:lnTo>
                    <a:pt x="26201" y="1294"/>
                  </a:lnTo>
                  <a:lnTo>
                    <a:pt x="26493" y="1226"/>
                  </a:lnTo>
                  <a:lnTo>
                    <a:pt x="27576" y="887"/>
                  </a:lnTo>
                  <a:lnTo>
                    <a:pt x="29857" y="172"/>
                  </a:lnTo>
                  <a:lnTo>
                    <a:pt x="30064" y="107"/>
                  </a:lnTo>
                  <a:lnTo>
                    <a:pt x="30407" y="0"/>
                  </a:lnTo>
                  <a:lnTo>
                    <a:pt x="30487" y="199"/>
                  </a:lnTo>
                  <a:lnTo>
                    <a:pt x="31342" y="2312"/>
                  </a:lnTo>
                  <a:lnTo>
                    <a:pt x="31187" y="4103"/>
                  </a:lnTo>
                  <a:lnTo>
                    <a:pt x="31164" y="4370"/>
                  </a:lnTo>
                  <a:lnTo>
                    <a:pt x="30949" y="5667"/>
                  </a:lnTo>
                  <a:lnTo>
                    <a:pt x="30912" y="5890"/>
                  </a:lnTo>
                  <a:lnTo>
                    <a:pt x="30054" y="7590"/>
                  </a:lnTo>
                  <a:lnTo>
                    <a:pt x="29964" y="7971"/>
                  </a:lnTo>
                  <a:lnTo>
                    <a:pt x="29642" y="9341"/>
                  </a:lnTo>
                  <a:lnTo>
                    <a:pt x="30500" y="10890"/>
                  </a:lnTo>
                  <a:lnTo>
                    <a:pt x="30925" y="11686"/>
                  </a:lnTo>
                  <a:lnTo>
                    <a:pt x="31729" y="13192"/>
                  </a:lnTo>
                  <a:lnTo>
                    <a:pt x="32018" y="1393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7" name="pg356"/>
            <p:cNvSpPr/>
            <p:nvPr/>
          </p:nvSpPr>
          <p:spPr>
            <a:xfrm>
              <a:off x="4317261" y="2340021"/>
              <a:ext cx="77168" cy="91401"/>
            </a:xfrm>
            <a:custGeom>
              <a:avLst/>
              <a:pathLst>
                <a:path w="77168" h="91401">
                  <a:moveTo>
                    <a:pt x="77168" y="50050"/>
                  </a:moveTo>
                  <a:lnTo>
                    <a:pt x="73861" y="52622"/>
                  </a:lnTo>
                  <a:lnTo>
                    <a:pt x="64478" y="60714"/>
                  </a:lnTo>
                  <a:lnTo>
                    <a:pt x="62860" y="60698"/>
                  </a:lnTo>
                  <a:lnTo>
                    <a:pt x="62864" y="60829"/>
                  </a:lnTo>
                  <a:lnTo>
                    <a:pt x="62908" y="62318"/>
                  </a:lnTo>
                  <a:lnTo>
                    <a:pt x="62860" y="63463"/>
                  </a:lnTo>
                  <a:lnTo>
                    <a:pt x="62764" y="64894"/>
                  </a:lnTo>
                  <a:lnTo>
                    <a:pt x="62669" y="66374"/>
                  </a:lnTo>
                  <a:lnTo>
                    <a:pt x="62478" y="67805"/>
                  </a:lnTo>
                  <a:lnTo>
                    <a:pt x="61810" y="69427"/>
                  </a:lnTo>
                  <a:lnTo>
                    <a:pt x="60570" y="71192"/>
                  </a:lnTo>
                  <a:lnTo>
                    <a:pt x="58948" y="73101"/>
                  </a:lnTo>
                  <a:lnTo>
                    <a:pt x="58423" y="74962"/>
                  </a:lnTo>
                  <a:lnTo>
                    <a:pt x="54416" y="75814"/>
                  </a:lnTo>
                  <a:lnTo>
                    <a:pt x="52650" y="78639"/>
                  </a:lnTo>
                  <a:lnTo>
                    <a:pt x="49316" y="85814"/>
                  </a:lnTo>
                  <a:lnTo>
                    <a:pt x="48223" y="88435"/>
                  </a:lnTo>
                  <a:lnTo>
                    <a:pt x="46986" y="91401"/>
                  </a:lnTo>
                  <a:lnTo>
                    <a:pt x="43557" y="89135"/>
                  </a:lnTo>
                  <a:lnTo>
                    <a:pt x="43302" y="88884"/>
                  </a:lnTo>
                  <a:lnTo>
                    <a:pt x="41776" y="87414"/>
                  </a:lnTo>
                  <a:lnTo>
                    <a:pt x="40515" y="86557"/>
                  </a:lnTo>
                  <a:lnTo>
                    <a:pt x="39499" y="85840"/>
                  </a:lnTo>
                  <a:lnTo>
                    <a:pt x="38245" y="85406"/>
                  </a:lnTo>
                  <a:lnTo>
                    <a:pt x="37948" y="85303"/>
                  </a:lnTo>
                  <a:lnTo>
                    <a:pt x="36455" y="85237"/>
                  </a:lnTo>
                  <a:lnTo>
                    <a:pt x="35611" y="85199"/>
                  </a:lnTo>
                  <a:lnTo>
                    <a:pt x="33999" y="85199"/>
                  </a:lnTo>
                  <a:lnTo>
                    <a:pt x="32081" y="85199"/>
                  </a:lnTo>
                  <a:lnTo>
                    <a:pt x="31220" y="85100"/>
                  </a:lnTo>
                  <a:lnTo>
                    <a:pt x="29771" y="84932"/>
                  </a:lnTo>
                  <a:lnTo>
                    <a:pt x="28838" y="84736"/>
                  </a:lnTo>
                  <a:lnTo>
                    <a:pt x="28588" y="84684"/>
                  </a:lnTo>
                  <a:lnTo>
                    <a:pt x="28253" y="84393"/>
                  </a:lnTo>
                  <a:lnTo>
                    <a:pt x="27946" y="83786"/>
                  </a:lnTo>
                  <a:lnTo>
                    <a:pt x="27365" y="83070"/>
                  </a:lnTo>
                  <a:lnTo>
                    <a:pt x="26328" y="82190"/>
                  </a:lnTo>
                  <a:lnTo>
                    <a:pt x="25166" y="81330"/>
                  </a:lnTo>
                  <a:lnTo>
                    <a:pt x="24076" y="80497"/>
                  </a:lnTo>
                  <a:lnTo>
                    <a:pt x="23235" y="79746"/>
                  </a:lnTo>
                  <a:lnTo>
                    <a:pt x="22511" y="78985"/>
                  </a:lnTo>
                  <a:lnTo>
                    <a:pt x="21753" y="78189"/>
                  </a:lnTo>
                  <a:lnTo>
                    <a:pt x="20147" y="76498"/>
                  </a:lnTo>
                  <a:lnTo>
                    <a:pt x="17932" y="74233"/>
                  </a:lnTo>
                  <a:lnTo>
                    <a:pt x="15788" y="71991"/>
                  </a:lnTo>
                  <a:lnTo>
                    <a:pt x="14070" y="70379"/>
                  </a:lnTo>
                  <a:lnTo>
                    <a:pt x="12395" y="69053"/>
                  </a:lnTo>
                  <a:lnTo>
                    <a:pt x="11020" y="67973"/>
                  </a:lnTo>
                  <a:lnTo>
                    <a:pt x="10841" y="67585"/>
                  </a:lnTo>
                  <a:lnTo>
                    <a:pt x="11772" y="64459"/>
                  </a:lnTo>
                  <a:lnTo>
                    <a:pt x="12084" y="63175"/>
                  </a:lnTo>
                  <a:lnTo>
                    <a:pt x="12645" y="60867"/>
                  </a:lnTo>
                  <a:lnTo>
                    <a:pt x="12812" y="60770"/>
                  </a:lnTo>
                  <a:lnTo>
                    <a:pt x="14094" y="60032"/>
                  </a:lnTo>
                  <a:lnTo>
                    <a:pt x="15063" y="59365"/>
                  </a:lnTo>
                  <a:lnTo>
                    <a:pt x="15643" y="58705"/>
                  </a:lnTo>
                  <a:lnTo>
                    <a:pt x="15855" y="58289"/>
                  </a:lnTo>
                  <a:lnTo>
                    <a:pt x="15933" y="58138"/>
                  </a:lnTo>
                  <a:lnTo>
                    <a:pt x="16214" y="57588"/>
                  </a:lnTo>
                  <a:lnTo>
                    <a:pt x="16622" y="56946"/>
                  </a:lnTo>
                  <a:lnTo>
                    <a:pt x="17808" y="56058"/>
                  </a:lnTo>
                  <a:lnTo>
                    <a:pt x="18209" y="55818"/>
                  </a:lnTo>
                  <a:lnTo>
                    <a:pt x="11357" y="50048"/>
                  </a:lnTo>
                  <a:lnTo>
                    <a:pt x="10531" y="49313"/>
                  </a:lnTo>
                  <a:lnTo>
                    <a:pt x="6426" y="45657"/>
                  </a:lnTo>
                  <a:lnTo>
                    <a:pt x="5133" y="44275"/>
                  </a:lnTo>
                  <a:lnTo>
                    <a:pt x="3433" y="42456"/>
                  </a:lnTo>
                  <a:lnTo>
                    <a:pt x="2905" y="41891"/>
                  </a:lnTo>
                  <a:lnTo>
                    <a:pt x="1966" y="40887"/>
                  </a:lnTo>
                  <a:lnTo>
                    <a:pt x="601" y="39428"/>
                  </a:lnTo>
                  <a:lnTo>
                    <a:pt x="293" y="39098"/>
                  </a:lnTo>
                  <a:lnTo>
                    <a:pt x="0" y="38908"/>
                  </a:lnTo>
                  <a:lnTo>
                    <a:pt x="589" y="37861"/>
                  </a:lnTo>
                  <a:lnTo>
                    <a:pt x="947" y="37377"/>
                  </a:lnTo>
                  <a:lnTo>
                    <a:pt x="1144" y="37009"/>
                  </a:lnTo>
                  <a:lnTo>
                    <a:pt x="1233" y="36841"/>
                  </a:lnTo>
                  <a:lnTo>
                    <a:pt x="1400" y="36354"/>
                  </a:lnTo>
                  <a:lnTo>
                    <a:pt x="1357" y="36077"/>
                  </a:lnTo>
                  <a:lnTo>
                    <a:pt x="1341" y="35696"/>
                  </a:lnTo>
                  <a:lnTo>
                    <a:pt x="1309" y="35514"/>
                  </a:lnTo>
                  <a:lnTo>
                    <a:pt x="1233" y="35087"/>
                  </a:lnTo>
                  <a:lnTo>
                    <a:pt x="1066" y="34079"/>
                  </a:lnTo>
                  <a:lnTo>
                    <a:pt x="948" y="33370"/>
                  </a:lnTo>
                  <a:lnTo>
                    <a:pt x="690" y="31725"/>
                  </a:lnTo>
                  <a:lnTo>
                    <a:pt x="876" y="30473"/>
                  </a:lnTo>
                  <a:lnTo>
                    <a:pt x="987" y="29730"/>
                  </a:lnTo>
                  <a:lnTo>
                    <a:pt x="2031" y="27733"/>
                  </a:lnTo>
                  <a:lnTo>
                    <a:pt x="2625" y="27194"/>
                  </a:lnTo>
                  <a:lnTo>
                    <a:pt x="2771" y="26953"/>
                  </a:lnTo>
                  <a:lnTo>
                    <a:pt x="3201" y="26241"/>
                  </a:lnTo>
                  <a:lnTo>
                    <a:pt x="3575" y="25622"/>
                  </a:lnTo>
                  <a:lnTo>
                    <a:pt x="4107" y="24741"/>
                  </a:lnTo>
                  <a:lnTo>
                    <a:pt x="4459" y="24009"/>
                  </a:lnTo>
                  <a:lnTo>
                    <a:pt x="7747" y="26161"/>
                  </a:lnTo>
                  <a:lnTo>
                    <a:pt x="10330" y="22787"/>
                  </a:lnTo>
                  <a:lnTo>
                    <a:pt x="11736" y="23738"/>
                  </a:lnTo>
                  <a:lnTo>
                    <a:pt x="14149" y="25644"/>
                  </a:lnTo>
                  <a:lnTo>
                    <a:pt x="15340" y="26801"/>
                  </a:lnTo>
                  <a:lnTo>
                    <a:pt x="16348" y="27552"/>
                  </a:lnTo>
                  <a:lnTo>
                    <a:pt x="18363" y="29056"/>
                  </a:lnTo>
                  <a:lnTo>
                    <a:pt x="18794" y="29377"/>
                  </a:lnTo>
                  <a:lnTo>
                    <a:pt x="20021" y="30418"/>
                  </a:lnTo>
                  <a:lnTo>
                    <a:pt x="22021" y="34417"/>
                  </a:lnTo>
                  <a:lnTo>
                    <a:pt x="22310" y="32782"/>
                  </a:lnTo>
                  <a:lnTo>
                    <a:pt x="22817" y="29319"/>
                  </a:lnTo>
                  <a:lnTo>
                    <a:pt x="25112" y="29277"/>
                  </a:lnTo>
                  <a:lnTo>
                    <a:pt x="24459" y="32375"/>
                  </a:lnTo>
                  <a:lnTo>
                    <a:pt x="25470" y="32368"/>
                  </a:lnTo>
                  <a:lnTo>
                    <a:pt x="26758" y="31751"/>
                  </a:lnTo>
                  <a:lnTo>
                    <a:pt x="28959" y="31483"/>
                  </a:lnTo>
                  <a:lnTo>
                    <a:pt x="30704" y="26109"/>
                  </a:lnTo>
                  <a:lnTo>
                    <a:pt x="31416" y="26413"/>
                  </a:lnTo>
                  <a:lnTo>
                    <a:pt x="33033" y="27103"/>
                  </a:lnTo>
                  <a:lnTo>
                    <a:pt x="33338" y="27205"/>
                  </a:lnTo>
                  <a:lnTo>
                    <a:pt x="33620" y="27299"/>
                  </a:lnTo>
                  <a:lnTo>
                    <a:pt x="33969" y="27279"/>
                  </a:lnTo>
                  <a:lnTo>
                    <a:pt x="34550" y="27245"/>
                  </a:lnTo>
                  <a:lnTo>
                    <a:pt x="34924" y="27067"/>
                  </a:lnTo>
                  <a:lnTo>
                    <a:pt x="35830" y="26910"/>
                  </a:lnTo>
                  <a:lnTo>
                    <a:pt x="36671" y="26570"/>
                  </a:lnTo>
                  <a:lnTo>
                    <a:pt x="37333" y="26212"/>
                  </a:lnTo>
                  <a:lnTo>
                    <a:pt x="38084" y="25792"/>
                  </a:lnTo>
                  <a:lnTo>
                    <a:pt x="38022" y="25602"/>
                  </a:lnTo>
                  <a:lnTo>
                    <a:pt x="37597" y="24321"/>
                  </a:lnTo>
                  <a:lnTo>
                    <a:pt x="37577" y="23110"/>
                  </a:lnTo>
                  <a:lnTo>
                    <a:pt x="37609" y="22222"/>
                  </a:lnTo>
                  <a:lnTo>
                    <a:pt x="37431" y="21585"/>
                  </a:lnTo>
                  <a:lnTo>
                    <a:pt x="37168" y="20647"/>
                  </a:lnTo>
                  <a:lnTo>
                    <a:pt x="36929" y="18453"/>
                  </a:lnTo>
                  <a:lnTo>
                    <a:pt x="36491" y="17324"/>
                  </a:lnTo>
                  <a:lnTo>
                    <a:pt x="36202" y="16580"/>
                  </a:lnTo>
                  <a:lnTo>
                    <a:pt x="35398" y="15074"/>
                  </a:lnTo>
                  <a:lnTo>
                    <a:pt x="34973" y="14278"/>
                  </a:lnTo>
                  <a:lnTo>
                    <a:pt x="34115" y="12729"/>
                  </a:lnTo>
                  <a:lnTo>
                    <a:pt x="34437" y="11359"/>
                  </a:lnTo>
                  <a:lnTo>
                    <a:pt x="34527" y="10977"/>
                  </a:lnTo>
                  <a:lnTo>
                    <a:pt x="35385" y="9278"/>
                  </a:lnTo>
                  <a:lnTo>
                    <a:pt x="35422" y="9055"/>
                  </a:lnTo>
                  <a:lnTo>
                    <a:pt x="35637" y="7758"/>
                  </a:lnTo>
                  <a:lnTo>
                    <a:pt x="35660" y="7491"/>
                  </a:lnTo>
                  <a:lnTo>
                    <a:pt x="35815" y="5699"/>
                  </a:lnTo>
                  <a:lnTo>
                    <a:pt x="34960" y="3586"/>
                  </a:lnTo>
                  <a:lnTo>
                    <a:pt x="34785" y="3417"/>
                  </a:lnTo>
                  <a:lnTo>
                    <a:pt x="34757" y="3087"/>
                  </a:lnTo>
                  <a:lnTo>
                    <a:pt x="34680" y="2192"/>
                  </a:lnTo>
                  <a:lnTo>
                    <a:pt x="35302" y="2013"/>
                  </a:lnTo>
                  <a:lnTo>
                    <a:pt x="37432" y="1402"/>
                  </a:lnTo>
                  <a:lnTo>
                    <a:pt x="40847" y="733"/>
                  </a:lnTo>
                  <a:lnTo>
                    <a:pt x="46908" y="0"/>
                  </a:lnTo>
                  <a:lnTo>
                    <a:pt x="47972" y="2100"/>
                  </a:lnTo>
                  <a:lnTo>
                    <a:pt x="49631" y="1200"/>
                  </a:lnTo>
                  <a:lnTo>
                    <a:pt x="50770" y="4476"/>
                  </a:lnTo>
                  <a:lnTo>
                    <a:pt x="50907" y="4868"/>
                  </a:lnTo>
                  <a:lnTo>
                    <a:pt x="50501" y="5072"/>
                  </a:lnTo>
                  <a:lnTo>
                    <a:pt x="49798" y="6628"/>
                  </a:lnTo>
                  <a:lnTo>
                    <a:pt x="49805" y="6755"/>
                  </a:lnTo>
                  <a:lnTo>
                    <a:pt x="50142" y="13216"/>
                  </a:lnTo>
                  <a:lnTo>
                    <a:pt x="52265" y="17060"/>
                  </a:lnTo>
                  <a:lnTo>
                    <a:pt x="54009" y="18194"/>
                  </a:lnTo>
                  <a:lnTo>
                    <a:pt x="59233" y="28173"/>
                  </a:lnTo>
                  <a:lnTo>
                    <a:pt x="59301" y="31467"/>
                  </a:lnTo>
                  <a:lnTo>
                    <a:pt x="59480" y="33081"/>
                  </a:lnTo>
                  <a:lnTo>
                    <a:pt x="65837" y="39464"/>
                  </a:lnTo>
                  <a:lnTo>
                    <a:pt x="74484" y="4557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8" name="pg357"/>
            <p:cNvSpPr/>
            <p:nvPr/>
          </p:nvSpPr>
          <p:spPr>
            <a:xfrm>
              <a:off x="4496725" y="1589475"/>
              <a:ext cx="277062" cy="452437"/>
            </a:xfrm>
            <a:custGeom>
              <a:avLst/>
              <a:pathLst>
                <a:path w="277062" h="452437">
                  <a:moveTo>
                    <a:pt x="241891" y="26076"/>
                  </a:moveTo>
                  <a:lnTo>
                    <a:pt x="234018" y="39435"/>
                  </a:lnTo>
                  <a:lnTo>
                    <a:pt x="222147" y="32900"/>
                  </a:lnTo>
                  <a:lnTo>
                    <a:pt x="216007" y="43014"/>
                  </a:lnTo>
                  <a:lnTo>
                    <a:pt x="203858" y="52733"/>
                  </a:lnTo>
                  <a:lnTo>
                    <a:pt x="203512" y="53070"/>
                  </a:lnTo>
                  <a:lnTo>
                    <a:pt x="205511" y="55657"/>
                  </a:lnTo>
                  <a:lnTo>
                    <a:pt x="184876" y="76411"/>
                  </a:lnTo>
                  <a:lnTo>
                    <a:pt x="182709" y="73793"/>
                  </a:lnTo>
                  <a:lnTo>
                    <a:pt x="178084" y="77569"/>
                  </a:lnTo>
                  <a:lnTo>
                    <a:pt x="181417" y="83186"/>
                  </a:lnTo>
                  <a:lnTo>
                    <a:pt x="175262" y="87123"/>
                  </a:lnTo>
                  <a:lnTo>
                    <a:pt x="170829" y="82476"/>
                  </a:lnTo>
                  <a:lnTo>
                    <a:pt x="166982" y="85205"/>
                  </a:lnTo>
                  <a:lnTo>
                    <a:pt x="165506" y="89185"/>
                  </a:lnTo>
                  <a:lnTo>
                    <a:pt x="172842" y="90527"/>
                  </a:lnTo>
                  <a:lnTo>
                    <a:pt x="171500" y="104885"/>
                  </a:lnTo>
                  <a:lnTo>
                    <a:pt x="169800" y="112176"/>
                  </a:lnTo>
                  <a:lnTo>
                    <a:pt x="165417" y="118841"/>
                  </a:lnTo>
                  <a:lnTo>
                    <a:pt x="162644" y="117589"/>
                  </a:lnTo>
                  <a:lnTo>
                    <a:pt x="153832" y="125908"/>
                  </a:lnTo>
                  <a:lnTo>
                    <a:pt x="152624" y="125908"/>
                  </a:lnTo>
                  <a:lnTo>
                    <a:pt x="153250" y="131097"/>
                  </a:lnTo>
                  <a:lnTo>
                    <a:pt x="154413" y="131141"/>
                  </a:lnTo>
                  <a:lnTo>
                    <a:pt x="155218" y="148675"/>
                  </a:lnTo>
                  <a:lnTo>
                    <a:pt x="153027" y="148049"/>
                  </a:lnTo>
                  <a:lnTo>
                    <a:pt x="152535" y="151896"/>
                  </a:lnTo>
                  <a:lnTo>
                    <a:pt x="151471" y="152388"/>
                  </a:lnTo>
                  <a:lnTo>
                    <a:pt x="152831" y="158662"/>
                  </a:lnTo>
                  <a:lnTo>
                    <a:pt x="153097" y="159433"/>
                  </a:lnTo>
                  <a:lnTo>
                    <a:pt x="154848" y="164521"/>
                  </a:lnTo>
                  <a:lnTo>
                    <a:pt x="155134" y="165350"/>
                  </a:lnTo>
                  <a:lnTo>
                    <a:pt x="155450" y="167756"/>
                  </a:lnTo>
                  <a:lnTo>
                    <a:pt x="156152" y="169784"/>
                  </a:lnTo>
                  <a:lnTo>
                    <a:pt x="156280" y="170152"/>
                  </a:lnTo>
                  <a:lnTo>
                    <a:pt x="158017" y="174969"/>
                  </a:lnTo>
                  <a:lnTo>
                    <a:pt x="158248" y="175609"/>
                  </a:lnTo>
                  <a:lnTo>
                    <a:pt x="158747" y="176839"/>
                  </a:lnTo>
                  <a:lnTo>
                    <a:pt x="159813" y="179464"/>
                  </a:lnTo>
                  <a:lnTo>
                    <a:pt x="160152" y="180300"/>
                  </a:lnTo>
                  <a:lnTo>
                    <a:pt x="162216" y="185251"/>
                  </a:lnTo>
                  <a:lnTo>
                    <a:pt x="162287" y="185422"/>
                  </a:lnTo>
                  <a:lnTo>
                    <a:pt x="163781" y="189224"/>
                  </a:lnTo>
                  <a:lnTo>
                    <a:pt x="164108" y="190057"/>
                  </a:lnTo>
                  <a:lnTo>
                    <a:pt x="164381" y="190749"/>
                  </a:lnTo>
                  <a:lnTo>
                    <a:pt x="165480" y="193493"/>
                  </a:lnTo>
                  <a:lnTo>
                    <a:pt x="166224" y="195350"/>
                  </a:lnTo>
                  <a:lnTo>
                    <a:pt x="165558" y="195980"/>
                  </a:lnTo>
                  <a:lnTo>
                    <a:pt x="165088" y="196424"/>
                  </a:lnTo>
                  <a:lnTo>
                    <a:pt x="164721" y="197712"/>
                  </a:lnTo>
                  <a:lnTo>
                    <a:pt x="165348" y="198141"/>
                  </a:lnTo>
                  <a:lnTo>
                    <a:pt x="166135" y="198706"/>
                  </a:lnTo>
                  <a:lnTo>
                    <a:pt x="169110" y="199980"/>
                  </a:lnTo>
                  <a:lnTo>
                    <a:pt x="172109" y="204507"/>
                  </a:lnTo>
                  <a:lnTo>
                    <a:pt x="172735" y="207817"/>
                  </a:lnTo>
                  <a:lnTo>
                    <a:pt x="181054" y="209204"/>
                  </a:lnTo>
                  <a:lnTo>
                    <a:pt x="186333" y="216942"/>
                  </a:lnTo>
                  <a:lnTo>
                    <a:pt x="184927" y="217678"/>
                  </a:lnTo>
                  <a:lnTo>
                    <a:pt x="186333" y="222891"/>
                  </a:lnTo>
                  <a:lnTo>
                    <a:pt x="187317" y="222712"/>
                  </a:lnTo>
                  <a:lnTo>
                    <a:pt x="189956" y="226246"/>
                  </a:lnTo>
                  <a:lnTo>
                    <a:pt x="200870" y="228795"/>
                  </a:lnTo>
                  <a:lnTo>
                    <a:pt x="201467" y="230833"/>
                  </a:lnTo>
                  <a:lnTo>
                    <a:pt x="201288" y="231894"/>
                  </a:lnTo>
                  <a:lnTo>
                    <a:pt x="199993" y="231248"/>
                  </a:lnTo>
                  <a:lnTo>
                    <a:pt x="200218" y="232131"/>
                  </a:lnTo>
                  <a:lnTo>
                    <a:pt x="200924" y="234907"/>
                  </a:lnTo>
                  <a:lnTo>
                    <a:pt x="201591" y="236737"/>
                  </a:lnTo>
                  <a:lnTo>
                    <a:pt x="202225" y="236651"/>
                  </a:lnTo>
                  <a:lnTo>
                    <a:pt x="203275" y="236378"/>
                  </a:lnTo>
                  <a:lnTo>
                    <a:pt x="205217" y="242124"/>
                  </a:lnTo>
                  <a:lnTo>
                    <a:pt x="205733" y="243652"/>
                  </a:lnTo>
                  <a:lnTo>
                    <a:pt x="206354" y="245489"/>
                  </a:lnTo>
                  <a:lnTo>
                    <a:pt x="207123" y="247766"/>
                  </a:lnTo>
                  <a:lnTo>
                    <a:pt x="207281" y="248231"/>
                  </a:lnTo>
                  <a:lnTo>
                    <a:pt x="209093" y="253593"/>
                  </a:lnTo>
                  <a:lnTo>
                    <a:pt x="209217" y="253991"/>
                  </a:lnTo>
                  <a:lnTo>
                    <a:pt x="210202" y="256108"/>
                  </a:lnTo>
                  <a:lnTo>
                    <a:pt x="210452" y="257348"/>
                  </a:lnTo>
                  <a:lnTo>
                    <a:pt x="210370" y="257548"/>
                  </a:lnTo>
                  <a:lnTo>
                    <a:pt x="210214" y="257928"/>
                  </a:lnTo>
                  <a:lnTo>
                    <a:pt x="209089" y="259402"/>
                  </a:lnTo>
                  <a:lnTo>
                    <a:pt x="209636" y="267173"/>
                  </a:lnTo>
                  <a:lnTo>
                    <a:pt x="210486" y="271869"/>
                  </a:lnTo>
                  <a:lnTo>
                    <a:pt x="201809" y="275940"/>
                  </a:lnTo>
                  <a:lnTo>
                    <a:pt x="200780" y="273435"/>
                  </a:lnTo>
                  <a:lnTo>
                    <a:pt x="198409" y="273882"/>
                  </a:lnTo>
                  <a:lnTo>
                    <a:pt x="198946" y="276790"/>
                  </a:lnTo>
                  <a:lnTo>
                    <a:pt x="194742" y="277640"/>
                  </a:lnTo>
                  <a:lnTo>
                    <a:pt x="194876" y="279518"/>
                  </a:lnTo>
                  <a:lnTo>
                    <a:pt x="188927" y="279563"/>
                  </a:lnTo>
                  <a:lnTo>
                    <a:pt x="187406" y="273077"/>
                  </a:lnTo>
                  <a:lnTo>
                    <a:pt x="186746" y="273013"/>
                  </a:lnTo>
                  <a:lnTo>
                    <a:pt x="186388" y="269912"/>
                  </a:lnTo>
                  <a:lnTo>
                    <a:pt x="183823" y="270001"/>
                  </a:lnTo>
                  <a:lnTo>
                    <a:pt x="183018" y="264395"/>
                  </a:lnTo>
                  <a:lnTo>
                    <a:pt x="171269" y="264693"/>
                  </a:lnTo>
                  <a:lnTo>
                    <a:pt x="168675" y="267824"/>
                  </a:lnTo>
                  <a:lnTo>
                    <a:pt x="160581" y="274822"/>
                  </a:lnTo>
                  <a:lnTo>
                    <a:pt x="143733" y="275493"/>
                  </a:lnTo>
                  <a:lnTo>
                    <a:pt x="140254" y="274780"/>
                  </a:lnTo>
                  <a:lnTo>
                    <a:pt x="137391" y="275424"/>
                  </a:lnTo>
                  <a:lnTo>
                    <a:pt x="136389" y="278358"/>
                  </a:lnTo>
                  <a:lnTo>
                    <a:pt x="143536" y="282390"/>
                  </a:lnTo>
                  <a:lnTo>
                    <a:pt x="147163" y="287123"/>
                  </a:lnTo>
                  <a:lnTo>
                    <a:pt x="148728" y="295174"/>
                  </a:lnTo>
                  <a:lnTo>
                    <a:pt x="143895" y="295467"/>
                  </a:lnTo>
                  <a:lnTo>
                    <a:pt x="140039" y="295177"/>
                  </a:lnTo>
                  <a:lnTo>
                    <a:pt x="138347" y="299929"/>
                  </a:lnTo>
                  <a:lnTo>
                    <a:pt x="135029" y="299542"/>
                  </a:lnTo>
                  <a:lnTo>
                    <a:pt x="131737" y="307701"/>
                  </a:lnTo>
                  <a:lnTo>
                    <a:pt x="131379" y="311780"/>
                  </a:lnTo>
                  <a:lnTo>
                    <a:pt x="132667" y="312210"/>
                  </a:lnTo>
                  <a:lnTo>
                    <a:pt x="135673" y="310206"/>
                  </a:lnTo>
                  <a:lnTo>
                    <a:pt x="141756" y="310563"/>
                  </a:lnTo>
                  <a:lnTo>
                    <a:pt x="143455" y="308557"/>
                  </a:lnTo>
                  <a:lnTo>
                    <a:pt x="150724" y="313257"/>
                  </a:lnTo>
                  <a:lnTo>
                    <a:pt x="153708" y="315931"/>
                  </a:lnTo>
                  <a:lnTo>
                    <a:pt x="156538" y="314793"/>
                  </a:lnTo>
                  <a:lnTo>
                    <a:pt x="159687" y="317762"/>
                  </a:lnTo>
                  <a:lnTo>
                    <a:pt x="156082" y="321891"/>
                  </a:lnTo>
                  <a:lnTo>
                    <a:pt x="157191" y="322714"/>
                  </a:lnTo>
                  <a:lnTo>
                    <a:pt x="156762" y="324647"/>
                  </a:lnTo>
                  <a:lnTo>
                    <a:pt x="156762" y="325505"/>
                  </a:lnTo>
                  <a:lnTo>
                    <a:pt x="156762" y="326865"/>
                  </a:lnTo>
                  <a:lnTo>
                    <a:pt x="156654" y="328905"/>
                  </a:lnTo>
                  <a:lnTo>
                    <a:pt x="156264" y="330776"/>
                  </a:lnTo>
                  <a:lnTo>
                    <a:pt x="155566" y="331654"/>
                  </a:lnTo>
                  <a:lnTo>
                    <a:pt x="154729" y="332410"/>
                  </a:lnTo>
                  <a:lnTo>
                    <a:pt x="153501" y="332995"/>
                  </a:lnTo>
                  <a:lnTo>
                    <a:pt x="152602" y="333507"/>
                  </a:lnTo>
                  <a:lnTo>
                    <a:pt x="151380" y="334203"/>
                  </a:lnTo>
                  <a:lnTo>
                    <a:pt x="150923" y="334464"/>
                  </a:lnTo>
                  <a:lnTo>
                    <a:pt x="149941" y="335222"/>
                  </a:lnTo>
                  <a:lnTo>
                    <a:pt x="149504" y="335432"/>
                  </a:lnTo>
                  <a:lnTo>
                    <a:pt x="148510" y="335910"/>
                  </a:lnTo>
                  <a:lnTo>
                    <a:pt x="148094" y="336054"/>
                  </a:lnTo>
                  <a:lnTo>
                    <a:pt x="146898" y="336469"/>
                  </a:lnTo>
                  <a:lnTo>
                    <a:pt x="147634" y="337235"/>
                  </a:lnTo>
                  <a:lnTo>
                    <a:pt x="147775" y="337382"/>
                  </a:lnTo>
                  <a:lnTo>
                    <a:pt x="148419" y="338253"/>
                  </a:lnTo>
                  <a:lnTo>
                    <a:pt x="149030" y="339072"/>
                  </a:lnTo>
                  <a:lnTo>
                    <a:pt x="149783" y="339562"/>
                  </a:lnTo>
                  <a:lnTo>
                    <a:pt x="149998" y="339702"/>
                  </a:lnTo>
                  <a:lnTo>
                    <a:pt x="150454" y="339999"/>
                  </a:lnTo>
                  <a:lnTo>
                    <a:pt x="151772" y="340759"/>
                  </a:lnTo>
                  <a:lnTo>
                    <a:pt x="152277" y="341050"/>
                  </a:lnTo>
                  <a:lnTo>
                    <a:pt x="153410" y="341704"/>
                  </a:lnTo>
                  <a:lnTo>
                    <a:pt x="153633" y="341833"/>
                  </a:lnTo>
                  <a:lnTo>
                    <a:pt x="154097" y="342100"/>
                  </a:lnTo>
                  <a:lnTo>
                    <a:pt x="154602" y="342413"/>
                  </a:lnTo>
                  <a:lnTo>
                    <a:pt x="156060" y="343298"/>
                  </a:lnTo>
                  <a:lnTo>
                    <a:pt x="156370" y="343486"/>
                  </a:lnTo>
                  <a:lnTo>
                    <a:pt x="157759" y="344329"/>
                  </a:lnTo>
                  <a:lnTo>
                    <a:pt x="158381" y="344671"/>
                  </a:lnTo>
                  <a:lnTo>
                    <a:pt x="157250" y="346494"/>
                  </a:lnTo>
                  <a:lnTo>
                    <a:pt x="154969" y="350169"/>
                  </a:lnTo>
                  <a:lnTo>
                    <a:pt x="151354" y="355995"/>
                  </a:lnTo>
                  <a:lnTo>
                    <a:pt x="150193" y="357866"/>
                  </a:lnTo>
                  <a:lnTo>
                    <a:pt x="149585" y="358846"/>
                  </a:lnTo>
                  <a:lnTo>
                    <a:pt x="149426" y="359103"/>
                  </a:lnTo>
                  <a:lnTo>
                    <a:pt x="149295" y="359295"/>
                  </a:lnTo>
                  <a:lnTo>
                    <a:pt x="150026" y="359704"/>
                  </a:lnTo>
                  <a:lnTo>
                    <a:pt x="155823" y="363390"/>
                  </a:lnTo>
                  <a:lnTo>
                    <a:pt x="157213" y="364274"/>
                  </a:lnTo>
                  <a:lnTo>
                    <a:pt x="157797" y="364673"/>
                  </a:lnTo>
                  <a:lnTo>
                    <a:pt x="158012" y="364180"/>
                  </a:lnTo>
                  <a:lnTo>
                    <a:pt x="159658" y="360409"/>
                  </a:lnTo>
                  <a:lnTo>
                    <a:pt x="159860" y="360022"/>
                  </a:lnTo>
                  <a:lnTo>
                    <a:pt x="163345" y="361327"/>
                  </a:lnTo>
                  <a:lnTo>
                    <a:pt x="163744" y="361487"/>
                  </a:lnTo>
                  <a:lnTo>
                    <a:pt x="167606" y="363038"/>
                  </a:lnTo>
                  <a:lnTo>
                    <a:pt x="167697" y="362836"/>
                  </a:lnTo>
                  <a:lnTo>
                    <a:pt x="170052" y="357681"/>
                  </a:lnTo>
                  <a:lnTo>
                    <a:pt x="170522" y="357177"/>
                  </a:lnTo>
                  <a:lnTo>
                    <a:pt x="172212" y="356157"/>
                  </a:lnTo>
                  <a:lnTo>
                    <a:pt x="175185" y="354719"/>
                  </a:lnTo>
                  <a:lnTo>
                    <a:pt x="176042" y="354354"/>
                  </a:lnTo>
                  <a:lnTo>
                    <a:pt x="177621" y="353682"/>
                  </a:lnTo>
                  <a:lnTo>
                    <a:pt x="180996" y="352505"/>
                  </a:lnTo>
                  <a:lnTo>
                    <a:pt x="181729" y="352250"/>
                  </a:lnTo>
                  <a:lnTo>
                    <a:pt x="183525" y="351624"/>
                  </a:lnTo>
                  <a:lnTo>
                    <a:pt x="184404" y="351452"/>
                  </a:lnTo>
                  <a:lnTo>
                    <a:pt x="185044" y="351326"/>
                  </a:lnTo>
                  <a:lnTo>
                    <a:pt x="187557" y="350833"/>
                  </a:lnTo>
                  <a:lnTo>
                    <a:pt x="187826" y="350826"/>
                  </a:lnTo>
                  <a:lnTo>
                    <a:pt x="187959" y="350823"/>
                  </a:lnTo>
                  <a:lnTo>
                    <a:pt x="188227" y="350841"/>
                  </a:lnTo>
                  <a:lnTo>
                    <a:pt x="188503" y="350860"/>
                  </a:lnTo>
                  <a:lnTo>
                    <a:pt x="188867" y="350886"/>
                  </a:lnTo>
                  <a:lnTo>
                    <a:pt x="190474" y="350999"/>
                  </a:lnTo>
                  <a:lnTo>
                    <a:pt x="191144" y="350812"/>
                  </a:lnTo>
                  <a:lnTo>
                    <a:pt x="192315" y="350786"/>
                  </a:lnTo>
                  <a:lnTo>
                    <a:pt x="194138" y="350659"/>
                  </a:lnTo>
                  <a:lnTo>
                    <a:pt x="195553" y="350628"/>
                  </a:lnTo>
                  <a:lnTo>
                    <a:pt x="196079" y="350616"/>
                  </a:lnTo>
                  <a:lnTo>
                    <a:pt x="197626" y="351388"/>
                  </a:lnTo>
                  <a:lnTo>
                    <a:pt x="198927" y="352075"/>
                  </a:lnTo>
                  <a:lnTo>
                    <a:pt x="200608" y="352963"/>
                  </a:lnTo>
                  <a:lnTo>
                    <a:pt x="201310" y="352944"/>
                  </a:lnTo>
                  <a:lnTo>
                    <a:pt x="202374" y="352915"/>
                  </a:lnTo>
                  <a:lnTo>
                    <a:pt x="204878" y="352533"/>
                  </a:lnTo>
                  <a:lnTo>
                    <a:pt x="207031" y="351445"/>
                  </a:lnTo>
                  <a:lnTo>
                    <a:pt x="210592" y="353816"/>
                  </a:lnTo>
                  <a:lnTo>
                    <a:pt x="210817" y="353991"/>
                  </a:lnTo>
                  <a:lnTo>
                    <a:pt x="211154" y="354252"/>
                  </a:lnTo>
                  <a:lnTo>
                    <a:pt x="212144" y="353284"/>
                  </a:lnTo>
                  <a:lnTo>
                    <a:pt x="212971" y="352476"/>
                  </a:lnTo>
                  <a:lnTo>
                    <a:pt x="214791" y="350697"/>
                  </a:lnTo>
                  <a:lnTo>
                    <a:pt x="219565" y="346375"/>
                  </a:lnTo>
                  <a:lnTo>
                    <a:pt x="220377" y="347076"/>
                  </a:lnTo>
                  <a:lnTo>
                    <a:pt x="220943" y="348180"/>
                  </a:lnTo>
                  <a:lnTo>
                    <a:pt x="220913" y="349373"/>
                  </a:lnTo>
                  <a:lnTo>
                    <a:pt x="220585" y="350744"/>
                  </a:lnTo>
                  <a:lnTo>
                    <a:pt x="219691" y="352981"/>
                  </a:lnTo>
                  <a:lnTo>
                    <a:pt x="219303" y="354233"/>
                  </a:lnTo>
                  <a:lnTo>
                    <a:pt x="219542" y="354889"/>
                  </a:lnTo>
                  <a:lnTo>
                    <a:pt x="220516" y="353418"/>
                  </a:lnTo>
                  <a:lnTo>
                    <a:pt x="221619" y="352076"/>
                  </a:lnTo>
                  <a:lnTo>
                    <a:pt x="228510" y="341249"/>
                  </a:lnTo>
                  <a:lnTo>
                    <a:pt x="235733" y="344219"/>
                  </a:lnTo>
                  <a:lnTo>
                    <a:pt x="235056" y="347805"/>
                  </a:lnTo>
                  <a:lnTo>
                    <a:pt x="236621" y="350787"/>
                  </a:lnTo>
                  <a:lnTo>
                    <a:pt x="239827" y="352651"/>
                  </a:lnTo>
                  <a:lnTo>
                    <a:pt x="241467" y="355111"/>
                  </a:lnTo>
                  <a:lnTo>
                    <a:pt x="241765" y="358764"/>
                  </a:lnTo>
                  <a:lnTo>
                    <a:pt x="243703" y="360404"/>
                  </a:lnTo>
                  <a:lnTo>
                    <a:pt x="241482" y="364806"/>
                  </a:lnTo>
                  <a:lnTo>
                    <a:pt x="245433" y="368795"/>
                  </a:lnTo>
                  <a:lnTo>
                    <a:pt x="248191" y="368720"/>
                  </a:lnTo>
                  <a:lnTo>
                    <a:pt x="248154" y="372522"/>
                  </a:lnTo>
                  <a:lnTo>
                    <a:pt x="251583" y="370621"/>
                  </a:lnTo>
                  <a:lnTo>
                    <a:pt x="255497" y="371553"/>
                  </a:lnTo>
                  <a:lnTo>
                    <a:pt x="258180" y="374088"/>
                  </a:lnTo>
                  <a:lnTo>
                    <a:pt x="257920" y="376063"/>
                  </a:lnTo>
                  <a:lnTo>
                    <a:pt x="254714" y="380760"/>
                  </a:lnTo>
                  <a:lnTo>
                    <a:pt x="255571" y="381468"/>
                  </a:lnTo>
                  <a:lnTo>
                    <a:pt x="259783" y="377182"/>
                  </a:lnTo>
                  <a:lnTo>
                    <a:pt x="261670" y="374121"/>
                  </a:lnTo>
                  <a:lnTo>
                    <a:pt x="264741" y="375314"/>
                  </a:lnTo>
                  <a:lnTo>
                    <a:pt x="264294" y="377327"/>
                  </a:lnTo>
                  <a:lnTo>
                    <a:pt x="265144" y="379250"/>
                  </a:lnTo>
                  <a:lnTo>
                    <a:pt x="266754" y="381665"/>
                  </a:lnTo>
                  <a:lnTo>
                    <a:pt x="267057" y="381977"/>
                  </a:lnTo>
                  <a:lnTo>
                    <a:pt x="266950" y="382370"/>
                  </a:lnTo>
                  <a:lnTo>
                    <a:pt x="268083" y="384785"/>
                  </a:lnTo>
                  <a:lnTo>
                    <a:pt x="268305" y="386478"/>
                  </a:lnTo>
                  <a:lnTo>
                    <a:pt x="269805" y="397957"/>
                  </a:lnTo>
                  <a:lnTo>
                    <a:pt x="270729" y="399861"/>
                  </a:lnTo>
                  <a:lnTo>
                    <a:pt x="272413" y="398675"/>
                  </a:lnTo>
                  <a:lnTo>
                    <a:pt x="274320" y="398002"/>
                  </a:lnTo>
                  <a:lnTo>
                    <a:pt x="275161" y="398395"/>
                  </a:lnTo>
                  <a:lnTo>
                    <a:pt x="276324" y="400417"/>
                  </a:lnTo>
                  <a:lnTo>
                    <a:pt x="277062" y="402676"/>
                  </a:lnTo>
                  <a:lnTo>
                    <a:pt x="276826" y="402607"/>
                  </a:lnTo>
                  <a:lnTo>
                    <a:pt x="275055" y="404897"/>
                  </a:lnTo>
                  <a:lnTo>
                    <a:pt x="273391" y="407903"/>
                  </a:lnTo>
                  <a:lnTo>
                    <a:pt x="266881" y="422122"/>
                  </a:lnTo>
                  <a:lnTo>
                    <a:pt x="266292" y="423318"/>
                  </a:lnTo>
                  <a:lnTo>
                    <a:pt x="265853" y="423093"/>
                  </a:lnTo>
                  <a:lnTo>
                    <a:pt x="258674" y="419402"/>
                  </a:lnTo>
                  <a:lnTo>
                    <a:pt x="250607" y="415255"/>
                  </a:lnTo>
                  <a:lnTo>
                    <a:pt x="249596" y="414742"/>
                  </a:lnTo>
                  <a:lnTo>
                    <a:pt x="244422" y="412115"/>
                  </a:lnTo>
                  <a:lnTo>
                    <a:pt x="237171" y="408435"/>
                  </a:lnTo>
                  <a:lnTo>
                    <a:pt x="231919" y="405669"/>
                  </a:lnTo>
                  <a:lnTo>
                    <a:pt x="224888" y="402115"/>
                  </a:lnTo>
                  <a:lnTo>
                    <a:pt x="224761" y="402044"/>
                  </a:lnTo>
                  <a:lnTo>
                    <a:pt x="224561" y="401932"/>
                  </a:lnTo>
                  <a:lnTo>
                    <a:pt x="218755" y="398678"/>
                  </a:lnTo>
                  <a:lnTo>
                    <a:pt x="217428" y="398007"/>
                  </a:lnTo>
                  <a:lnTo>
                    <a:pt x="200054" y="398395"/>
                  </a:lnTo>
                  <a:lnTo>
                    <a:pt x="197693" y="398448"/>
                  </a:lnTo>
                  <a:lnTo>
                    <a:pt x="197403" y="398327"/>
                  </a:lnTo>
                  <a:lnTo>
                    <a:pt x="197040" y="398175"/>
                  </a:lnTo>
                  <a:lnTo>
                    <a:pt x="189895" y="395189"/>
                  </a:lnTo>
                  <a:lnTo>
                    <a:pt x="189534" y="395038"/>
                  </a:lnTo>
                  <a:lnTo>
                    <a:pt x="184002" y="392725"/>
                  </a:lnTo>
                  <a:lnTo>
                    <a:pt x="182227" y="391984"/>
                  </a:lnTo>
                  <a:lnTo>
                    <a:pt x="174661" y="388562"/>
                  </a:lnTo>
                  <a:lnTo>
                    <a:pt x="173102" y="387934"/>
                  </a:lnTo>
                  <a:lnTo>
                    <a:pt x="167180" y="385551"/>
                  </a:lnTo>
                  <a:lnTo>
                    <a:pt x="159381" y="382344"/>
                  </a:lnTo>
                  <a:lnTo>
                    <a:pt x="152242" y="379483"/>
                  </a:lnTo>
                  <a:lnTo>
                    <a:pt x="151367" y="379133"/>
                  </a:lnTo>
                  <a:lnTo>
                    <a:pt x="145720" y="376715"/>
                  </a:lnTo>
                  <a:lnTo>
                    <a:pt x="144725" y="376334"/>
                  </a:lnTo>
                  <a:lnTo>
                    <a:pt x="143772" y="375968"/>
                  </a:lnTo>
                  <a:lnTo>
                    <a:pt x="138289" y="375512"/>
                  </a:lnTo>
                  <a:lnTo>
                    <a:pt x="135982" y="375504"/>
                  </a:lnTo>
                  <a:lnTo>
                    <a:pt x="135373" y="376973"/>
                  </a:lnTo>
                  <a:lnTo>
                    <a:pt x="131617" y="383588"/>
                  </a:lnTo>
                  <a:lnTo>
                    <a:pt x="130063" y="384540"/>
                  </a:lnTo>
                  <a:lnTo>
                    <a:pt x="129132" y="384815"/>
                  </a:lnTo>
                  <a:lnTo>
                    <a:pt x="128071" y="385006"/>
                  </a:lnTo>
                  <a:lnTo>
                    <a:pt x="126329" y="385387"/>
                  </a:lnTo>
                  <a:lnTo>
                    <a:pt x="125326" y="385731"/>
                  </a:lnTo>
                  <a:lnTo>
                    <a:pt x="124500" y="386168"/>
                  </a:lnTo>
                  <a:lnTo>
                    <a:pt x="122716" y="387113"/>
                  </a:lnTo>
                  <a:lnTo>
                    <a:pt x="122282" y="387284"/>
                  </a:lnTo>
                  <a:lnTo>
                    <a:pt x="118219" y="388881"/>
                  </a:lnTo>
                  <a:lnTo>
                    <a:pt x="118079" y="388744"/>
                  </a:lnTo>
                  <a:lnTo>
                    <a:pt x="117751" y="388326"/>
                  </a:lnTo>
                  <a:lnTo>
                    <a:pt x="115466" y="386509"/>
                  </a:lnTo>
                  <a:lnTo>
                    <a:pt x="114018" y="385356"/>
                  </a:lnTo>
                  <a:lnTo>
                    <a:pt x="112382" y="383956"/>
                  </a:lnTo>
                  <a:lnTo>
                    <a:pt x="113128" y="382089"/>
                  </a:lnTo>
                  <a:lnTo>
                    <a:pt x="111188" y="381295"/>
                  </a:lnTo>
                  <a:lnTo>
                    <a:pt x="110798" y="381200"/>
                  </a:lnTo>
                  <a:lnTo>
                    <a:pt x="110584" y="381149"/>
                  </a:lnTo>
                  <a:lnTo>
                    <a:pt x="109629" y="380917"/>
                  </a:lnTo>
                  <a:lnTo>
                    <a:pt x="108301" y="383086"/>
                  </a:lnTo>
                  <a:lnTo>
                    <a:pt x="105683" y="384670"/>
                  </a:lnTo>
                  <a:lnTo>
                    <a:pt x="102600" y="386536"/>
                  </a:lnTo>
                  <a:lnTo>
                    <a:pt x="101988" y="387437"/>
                  </a:lnTo>
                  <a:lnTo>
                    <a:pt x="100473" y="389666"/>
                  </a:lnTo>
                  <a:lnTo>
                    <a:pt x="97834" y="393548"/>
                  </a:lnTo>
                  <a:lnTo>
                    <a:pt x="95448" y="397059"/>
                  </a:lnTo>
                  <a:lnTo>
                    <a:pt x="91909" y="402266"/>
                  </a:lnTo>
                  <a:lnTo>
                    <a:pt x="89016" y="406522"/>
                  </a:lnTo>
                  <a:lnTo>
                    <a:pt x="88205" y="407715"/>
                  </a:lnTo>
                  <a:lnTo>
                    <a:pt x="90084" y="408960"/>
                  </a:lnTo>
                  <a:lnTo>
                    <a:pt x="90360" y="409141"/>
                  </a:lnTo>
                  <a:lnTo>
                    <a:pt x="86413" y="415393"/>
                  </a:lnTo>
                  <a:lnTo>
                    <a:pt x="83449" y="420087"/>
                  </a:lnTo>
                  <a:lnTo>
                    <a:pt x="81779" y="422732"/>
                  </a:lnTo>
                  <a:lnTo>
                    <a:pt x="77784" y="429058"/>
                  </a:lnTo>
                  <a:lnTo>
                    <a:pt x="77486" y="429374"/>
                  </a:lnTo>
                  <a:lnTo>
                    <a:pt x="76166" y="430769"/>
                  </a:lnTo>
                  <a:lnTo>
                    <a:pt x="75483" y="431435"/>
                  </a:lnTo>
                  <a:lnTo>
                    <a:pt x="72198" y="436466"/>
                  </a:lnTo>
                  <a:lnTo>
                    <a:pt x="71489" y="437551"/>
                  </a:lnTo>
                  <a:lnTo>
                    <a:pt x="65922" y="446077"/>
                  </a:lnTo>
                  <a:lnTo>
                    <a:pt x="63508" y="449775"/>
                  </a:lnTo>
                  <a:lnTo>
                    <a:pt x="62120" y="451901"/>
                  </a:lnTo>
                  <a:lnTo>
                    <a:pt x="61747" y="452437"/>
                  </a:lnTo>
                  <a:lnTo>
                    <a:pt x="57190" y="449363"/>
                  </a:lnTo>
                  <a:lnTo>
                    <a:pt x="53258" y="446710"/>
                  </a:lnTo>
                  <a:lnTo>
                    <a:pt x="48169" y="443277"/>
                  </a:lnTo>
                  <a:lnTo>
                    <a:pt x="39430" y="437382"/>
                  </a:lnTo>
                  <a:lnTo>
                    <a:pt x="39748" y="436914"/>
                  </a:lnTo>
                  <a:lnTo>
                    <a:pt x="27031" y="428347"/>
                  </a:lnTo>
                  <a:lnTo>
                    <a:pt x="18057" y="422259"/>
                  </a:lnTo>
                  <a:lnTo>
                    <a:pt x="18515" y="421518"/>
                  </a:lnTo>
                  <a:lnTo>
                    <a:pt x="19474" y="419967"/>
                  </a:lnTo>
                  <a:lnTo>
                    <a:pt x="29114" y="405987"/>
                  </a:lnTo>
                  <a:lnTo>
                    <a:pt x="31381" y="402700"/>
                  </a:lnTo>
                  <a:lnTo>
                    <a:pt x="32224" y="401478"/>
                  </a:lnTo>
                  <a:lnTo>
                    <a:pt x="33249" y="399991"/>
                  </a:lnTo>
                  <a:lnTo>
                    <a:pt x="33992" y="398913"/>
                  </a:lnTo>
                  <a:lnTo>
                    <a:pt x="34680" y="397915"/>
                  </a:lnTo>
                  <a:lnTo>
                    <a:pt x="35006" y="396138"/>
                  </a:lnTo>
                  <a:lnTo>
                    <a:pt x="35380" y="395174"/>
                  </a:lnTo>
                  <a:lnTo>
                    <a:pt x="35432" y="395040"/>
                  </a:lnTo>
                  <a:lnTo>
                    <a:pt x="35834" y="394005"/>
                  </a:lnTo>
                  <a:lnTo>
                    <a:pt x="36033" y="393493"/>
                  </a:lnTo>
                  <a:lnTo>
                    <a:pt x="36135" y="393231"/>
                  </a:lnTo>
                  <a:lnTo>
                    <a:pt x="35638" y="392877"/>
                  </a:lnTo>
                  <a:lnTo>
                    <a:pt x="35343" y="392458"/>
                  </a:lnTo>
                  <a:lnTo>
                    <a:pt x="34326" y="391016"/>
                  </a:lnTo>
                  <a:lnTo>
                    <a:pt x="33769" y="390213"/>
                  </a:lnTo>
                  <a:lnTo>
                    <a:pt x="33476" y="389824"/>
                  </a:lnTo>
                  <a:lnTo>
                    <a:pt x="33076" y="389589"/>
                  </a:lnTo>
                  <a:lnTo>
                    <a:pt x="31854" y="388871"/>
                  </a:lnTo>
                  <a:lnTo>
                    <a:pt x="30044" y="387807"/>
                  </a:lnTo>
                  <a:lnTo>
                    <a:pt x="28648" y="386662"/>
                  </a:lnTo>
                  <a:lnTo>
                    <a:pt x="27642" y="385413"/>
                  </a:lnTo>
                  <a:lnTo>
                    <a:pt x="27217" y="384885"/>
                  </a:lnTo>
                  <a:lnTo>
                    <a:pt x="22243" y="388165"/>
                  </a:lnTo>
                  <a:lnTo>
                    <a:pt x="22018" y="387951"/>
                  </a:lnTo>
                  <a:lnTo>
                    <a:pt x="21684" y="387530"/>
                  </a:lnTo>
                  <a:lnTo>
                    <a:pt x="21052" y="386735"/>
                  </a:lnTo>
                  <a:lnTo>
                    <a:pt x="19604" y="385497"/>
                  </a:lnTo>
                  <a:lnTo>
                    <a:pt x="19333" y="385311"/>
                  </a:lnTo>
                  <a:lnTo>
                    <a:pt x="18343" y="384636"/>
                  </a:lnTo>
                  <a:lnTo>
                    <a:pt x="15634" y="382786"/>
                  </a:lnTo>
                  <a:lnTo>
                    <a:pt x="12456" y="380617"/>
                  </a:lnTo>
                  <a:lnTo>
                    <a:pt x="10501" y="379282"/>
                  </a:lnTo>
                  <a:lnTo>
                    <a:pt x="10069" y="379579"/>
                  </a:lnTo>
                  <a:lnTo>
                    <a:pt x="9279" y="380603"/>
                  </a:lnTo>
                  <a:lnTo>
                    <a:pt x="7678" y="382680"/>
                  </a:lnTo>
                  <a:lnTo>
                    <a:pt x="0" y="379249"/>
                  </a:lnTo>
                  <a:lnTo>
                    <a:pt x="1946" y="375141"/>
                  </a:lnTo>
                  <a:lnTo>
                    <a:pt x="2125" y="374833"/>
                  </a:lnTo>
                  <a:lnTo>
                    <a:pt x="2804" y="373666"/>
                  </a:lnTo>
                  <a:lnTo>
                    <a:pt x="3430" y="372588"/>
                  </a:lnTo>
                  <a:lnTo>
                    <a:pt x="4450" y="370833"/>
                  </a:lnTo>
                  <a:lnTo>
                    <a:pt x="4689" y="370356"/>
                  </a:lnTo>
                  <a:lnTo>
                    <a:pt x="5287" y="371032"/>
                  </a:lnTo>
                  <a:lnTo>
                    <a:pt x="6030" y="371434"/>
                  </a:lnTo>
                  <a:lnTo>
                    <a:pt x="7787" y="372384"/>
                  </a:lnTo>
                  <a:lnTo>
                    <a:pt x="9277" y="373190"/>
                  </a:lnTo>
                  <a:lnTo>
                    <a:pt x="10024" y="373594"/>
                  </a:lnTo>
                  <a:lnTo>
                    <a:pt x="10570" y="373890"/>
                  </a:lnTo>
                  <a:lnTo>
                    <a:pt x="14379" y="371437"/>
                  </a:lnTo>
                  <a:lnTo>
                    <a:pt x="17908" y="369164"/>
                  </a:lnTo>
                  <a:lnTo>
                    <a:pt x="20506" y="367492"/>
                  </a:lnTo>
                  <a:lnTo>
                    <a:pt x="21443" y="366903"/>
                  </a:lnTo>
                  <a:lnTo>
                    <a:pt x="22261" y="368207"/>
                  </a:lnTo>
                  <a:lnTo>
                    <a:pt x="25730" y="365788"/>
                  </a:lnTo>
                  <a:lnTo>
                    <a:pt x="29571" y="371084"/>
                  </a:lnTo>
                  <a:lnTo>
                    <a:pt x="26851" y="373088"/>
                  </a:lnTo>
                  <a:lnTo>
                    <a:pt x="27972" y="374638"/>
                  </a:lnTo>
                  <a:lnTo>
                    <a:pt x="31598" y="372062"/>
                  </a:lnTo>
                  <a:lnTo>
                    <a:pt x="37161" y="378965"/>
                  </a:lnTo>
                  <a:lnTo>
                    <a:pt x="37420" y="378607"/>
                  </a:lnTo>
                  <a:lnTo>
                    <a:pt x="38330" y="377343"/>
                  </a:lnTo>
                  <a:lnTo>
                    <a:pt x="45440" y="381508"/>
                  </a:lnTo>
                  <a:lnTo>
                    <a:pt x="45615" y="381236"/>
                  </a:lnTo>
                  <a:lnTo>
                    <a:pt x="46829" y="379835"/>
                  </a:lnTo>
                  <a:lnTo>
                    <a:pt x="48081" y="378225"/>
                  </a:lnTo>
                  <a:lnTo>
                    <a:pt x="48257" y="377612"/>
                  </a:lnTo>
                  <a:lnTo>
                    <a:pt x="41734" y="372534"/>
                  </a:lnTo>
                  <a:lnTo>
                    <a:pt x="39304" y="369274"/>
                  </a:lnTo>
                  <a:lnTo>
                    <a:pt x="39103" y="369019"/>
                  </a:lnTo>
                  <a:lnTo>
                    <a:pt x="38953" y="368829"/>
                  </a:lnTo>
                  <a:lnTo>
                    <a:pt x="41267" y="367879"/>
                  </a:lnTo>
                  <a:lnTo>
                    <a:pt x="43906" y="365613"/>
                  </a:lnTo>
                  <a:lnTo>
                    <a:pt x="42400" y="364092"/>
                  </a:lnTo>
                  <a:lnTo>
                    <a:pt x="44711" y="361020"/>
                  </a:lnTo>
                  <a:lnTo>
                    <a:pt x="47454" y="359887"/>
                  </a:lnTo>
                  <a:lnTo>
                    <a:pt x="46452" y="353454"/>
                  </a:lnTo>
                  <a:lnTo>
                    <a:pt x="48987" y="347043"/>
                  </a:lnTo>
                  <a:lnTo>
                    <a:pt x="51708" y="345663"/>
                  </a:lnTo>
                  <a:lnTo>
                    <a:pt x="51925" y="343296"/>
                  </a:lnTo>
                  <a:lnTo>
                    <a:pt x="53475" y="342222"/>
                  </a:lnTo>
                  <a:lnTo>
                    <a:pt x="54310" y="339717"/>
                  </a:lnTo>
                  <a:lnTo>
                    <a:pt x="52760" y="333873"/>
                  </a:lnTo>
                  <a:lnTo>
                    <a:pt x="51686" y="329459"/>
                  </a:lnTo>
                  <a:lnTo>
                    <a:pt x="50135" y="324450"/>
                  </a:lnTo>
                  <a:lnTo>
                    <a:pt x="49300" y="319798"/>
                  </a:lnTo>
                  <a:lnTo>
                    <a:pt x="44515" y="314229"/>
                  </a:lnTo>
                  <a:lnTo>
                    <a:pt x="44873" y="310054"/>
                  </a:lnTo>
                  <a:lnTo>
                    <a:pt x="45532" y="309463"/>
                  </a:lnTo>
                  <a:lnTo>
                    <a:pt x="46612" y="308495"/>
                  </a:lnTo>
                  <a:lnTo>
                    <a:pt x="47214" y="308458"/>
                  </a:lnTo>
                  <a:lnTo>
                    <a:pt x="50018" y="306846"/>
                  </a:lnTo>
                  <a:lnTo>
                    <a:pt x="50474" y="306584"/>
                  </a:lnTo>
                  <a:lnTo>
                    <a:pt x="51645" y="306656"/>
                  </a:lnTo>
                  <a:lnTo>
                    <a:pt x="52776" y="306726"/>
                  </a:lnTo>
                  <a:lnTo>
                    <a:pt x="53878" y="306794"/>
                  </a:lnTo>
                  <a:lnTo>
                    <a:pt x="56768" y="308388"/>
                  </a:lnTo>
                  <a:lnTo>
                    <a:pt x="58614" y="309407"/>
                  </a:lnTo>
                  <a:lnTo>
                    <a:pt x="59188" y="309830"/>
                  </a:lnTo>
                  <a:lnTo>
                    <a:pt x="62791" y="312367"/>
                  </a:lnTo>
                  <a:lnTo>
                    <a:pt x="68432" y="304823"/>
                  </a:lnTo>
                  <a:lnTo>
                    <a:pt x="67849" y="304113"/>
                  </a:lnTo>
                  <a:lnTo>
                    <a:pt x="67214" y="303340"/>
                  </a:lnTo>
                  <a:lnTo>
                    <a:pt x="69444" y="299617"/>
                  </a:lnTo>
                  <a:lnTo>
                    <a:pt x="67357" y="286019"/>
                  </a:lnTo>
                  <a:lnTo>
                    <a:pt x="63241" y="286198"/>
                  </a:lnTo>
                  <a:lnTo>
                    <a:pt x="62824" y="279578"/>
                  </a:lnTo>
                  <a:lnTo>
                    <a:pt x="63599" y="272481"/>
                  </a:lnTo>
                  <a:lnTo>
                    <a:pt x="68549" y="267949"/>
                  </a:lnTo>
                  <a:lnTo>
                    <a:pt x="63838" y="266994"/>
                  </a:lnTo>
                  <a:lnTo>
                    <a:pt x="60200" y="267233"/>
                  </a:lnTo>
                  <a:lnTo>
                    <a:pt x="60558" y="263893"/>
                  </a:lnTo>
                  <a:lnTo>
                    <a:pt x="64852" y="263595"/>
                  </a:lnTo>
                  <a:lnTo>
                    <a:pt x="68191" y="256975"/>
                  </a:lnTo>
                  <a:lnTo>
                    <a:pt x="73499" y="259599"/>
                  </a:lnTo>
                  <a:lnTo>
                    <a:pt x="75348" y="256319"/>
                  </a:lnTo>
                  <a:lnTo>
                    <a:pt x="72664" y="254470"/>
                  </a:lnTo>
                  <a:lnTo>
                    <a:pt x="76660" y="249818"/>
                  </a:lnTo>
                  <a:lnTo>
                    <a:pt x="77197" y="246598"/>
                  </a:lnTo>
                  <a:lnTo>
                    <a:pt x="75169" y="243735"/>
                  </a:lnTo>
                  <a:lnTo>
                    <a:pt x="76541" y="242125"/>
                  </a:lnTo>
                  <a:lnTo>
                    <a:pt x="70100" y="235505"/>
                  </a:lnTo>
                  <a:lnTo>
                    <a:pt x="68370" y="232285"/>
                  </a:lnTo>
                  <a:lnTo>
                    <a:pt x="67297" y="232046"/>
                  </a:lnTo>
                  <a:lnTo>
                    <a:pt x="65746" y="228229"/>
                  </a:lnTo>
                  <a:lnTo>
                    <a:pt x="66104" y="226559"/>
                  </a:lnTo>
                  <a:lnTo>
                    <a:pt x="68132" y="226679"/>
                  </a:lnTo>
                  <a:lnTo>
                    <a:pt x="69861" y="213975"/>
                  </a:lnTo>
                  <a:lnTo>
                    <a:pt x="68132" y="212663"/>
                  </a:lnTo>
                  <a:lnTo>
                    <a:pt x="76660" y="205686"/>
                  </a:lnTo>
                  <a:lnTo>
                    <a:pt x="79284" y="208846"/>
                  </a:lnTo>
                  <a:lnTo>
                    <a:pt x="75587" y="221371"/>
                  </a:lnTo>
                  <a:lnTo>
                    <a:pt x="76899" y="224889"/>
                  </a:lnTo>
                  <a:lnTo>
                    <a:pt x="80060" y="226977"/>
                  </a:lnTo>
                  <a:lnTo>
                    <a:pt x="87753" y="224531"/>
                  </a:lnTo>
                  <a:lnTo>
                    <a:pt x="91391" y="226559"/>
                  </a:lnTo>
                  <a:lnTo>
                    <a:pt x="92107" y="228826"/>
                  </a:lnTo>
                  <a:lnTo>
                    <a:pt x="96520" y="252025"/>
                  </a:lnTo>
                  <a:lnTo>
                    <a:pt x="118586" y="229243"/>
                  </a:lnTo>
                  <a:lnTo>
                    <a:pt x="124789" y="229780"/>
                  </a:lnTo>
                  <a:lnTo>
                    <a:pt x="129202" y="226857"/>
                  </a:lnTo>
                  <a:lnTo>
                    <a:pt x="126817" y="218985"/>
                  </a:lnTo>
                  <a:lnTo>
                    <a:pt x="124491" y="220118"/>
                  </a:lnTo>
                  <a:lnTo>
                    <a:pt x="122224" y="211172"/>
                  </a:lnTo>
                  <a:lnTo>
                    <a:pt x="120435" y="210755"/>
                  </a:lnTo>
                  <a:lnTo>
                    <a:pt x="121091" y="198529"/>
                  </a:lnTo>
                  <a:lnTo>
                    <a:pt x="123894" y="198589"/>
                  </a:lnTo>
                  <a:lnTo>
                    <a:pt x="124133" y="193937"/>
                  </a:lnTo>
                  <a:lnTo>
                    <a:pt x="121091" y="193638"/>
                  </a:lnTo>
                  <a:lnTo>
                    <a:pt x="122088" y="184144"/>
                  </a:lnTo>
                  <a:lnTo>
                    <a:pt x="112397" y="169607"/>
                  </a:lnTo>
                  <a:lnTo>
                    <a:pt x="113664" y="165581"/>
                  </a:lnTo>
                  <a:lnTo>
                    <a:pt x="119032" y="166923"/>
                  </a:lnTo>
                  <a:lnTo>
                    <a:pt x="128436" y="168034"/>
                  </a:lnTo>
                  <a:lnTo>
                    <a:pt x="132873" y="154047"/>
                  </a:lnTo>
                  <a:lnTo>
                    <a:pt x="138956" y="140628"/>
                  </a:lnTo>
                  <a:lnTo>
                    <a:pt x="135020" y="140718"/>
                  </a:lnTo>
                  <a:lnTo>
                    <a:pt x="132426" y="134814"/>
                  </a:lnTo>
                  <a:lnTo>
                    <a:pt x="133321" y="130430"/>
                  </a:lnTo>
                  <a:lnTo>
                    <a:pt x="135378" y="130520"/>
                  </a:lnTo>
                  <a:lnTo>
                    <a:pt x="137704" y="122289"/>
                  </a:lnTo>
                  <a:lnTo>
                    <a:pt x="140209" y="117459"/>
                  </a:lnTo>
                  <a:lnTo>
                    <a:pt x="142087" y="115759"/>
                  </a:lnTo>
                  <a:lnTo>
                    <a:pt x="138241" y="111018"/>
                  </a:lnTo>
                  <a:lnTo>
                    <a:pt x="147455" y="102877"/>
                  </a:lnTo>
                  <a:lnTo>
                    <a:pt x="154075" y="103056"/>
                  </a:lnTo>
                  <a:lnTo>
                    <a:pt x="157474" y="95273"/>
                  </a:lnTo>
                  <a:lnTo>
                    <a:pt x="160426" y="82480"/>
                  </a:lnTo>
                  <a:lnTo>
                    <a:pt x="163558" y="78544"/>
                  </a:lnTo>
                  <a:lnTo>
                    <a:pt x="161411" y="75950"/>
                  </a:lnTo>
                  <a:lnTo>
                    <a:pt x="169820" y="67362"/>
                  </a:lnTo>
                  <a:lnTo>
                    <a:pt x="175008" y="66378"/>
                  </a:lnTo>
                  <a:lnTo>
                    <a:pt x="197406" y="43902"/>
                  </a:lnTo>
                  <a:lnTo>
                    <a:pt x="203679" y="34789"/>
                  </a:lnTo>
                  <a:lnTo>
                    <a:pt x="214727" y="19466"/>
                  </a:lnTo>
                  <a:lnTo>
                    <a:pt x="218396" y="13239"/>
                  </a:lnTo>
                  <a:lnTo>
                    <a:pt x="229131" y="0"/>
                  </a:lnTo>
                  <a:lnTo>
                    <a:pt x="237848" y="6939"/>
                  </a:lnTo>
                  <a:lnTo>
                    <a:pt x="230543" y="1886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59" name="pg358"/>
            <p:cNvSpPr/>
            <p:nvPr/>
          </p:nvSpPr>
          <p:spPr>
            <a:xfrm>
              <a:off x="4648197" y="1733275"/>
              <a:ext cx="180606" cy="60707"/>
            </a:xfrm>
            <a:custGeom>
              <a:avLst/>
              <a:pathLst>
                <a:path w="180606" h="60707">
                  <a:moveTo>
                    <a:pt x="180606" y="16147"/>
                  </a:moveTo>
                  <a:lnTo>
                    <a:pt x="179980" y="20575"/>
                  </a:lnTo>
                  <a:lnTo>
                    <a:pt x="176938" y="22051"/>
                  </a:lnTo>
                  <a:lnTo>
                    <a:pt x="175651" y="21556"/>
                  </a:lnTo>
                  <a:lnTo>
                    <a:pt x="173992" y="16475"/>
                  </a:lnTo>
                  <a:lnTo>
                    <a:pt x="163973" y="21395"/>
                  </a:lnTo>
                  <a:lnTo>
                    <a:pt x="153745" y="24973"/>
                  </a:lnTo>
                  <a:lnTo>
                    <a:pt x="148079" y="25898"/>
                  </a:lnTo>
                  <a:lnTo>
                    <a:pt x="147393" y="24526"/>
                  </a:lnTo>
                  <a:lnTo>
                    <a:pt x="136271" y="27120"/>
                  </a:lnTo>
                  <a:lnTo>
                    <a:pt x="132126" y="25719"/>
                  </a:lnTo>
                  <a:lnTo>
                    <a:pt x="131261" y="23005"/>
                  </a:lnTo>
                  <a:lnTo>
                    <a:pt x="108300" y="25480"/>
                  </a:lnTo>
                  <a:lnTo>
                    <a:pt x="107883" y="26941"/>
                  </a:lnTo>
                  <a:lnTo>
                    <a:pt x="97655" y="33054"/>
                  </a:lnTo>
                  <a:lnTo>
                    <a:pt x="99175" y="39376"/>
                  </a:lnTo>
                  <a:lnTo>
                    <a:pt x="87933" y="42179"/>
                  </a:lnTo>
                  <a:lnTo>
                    <a:pt x="88351" y="43581"/>
                  </a:lnTo>
                  <a:lnTo>
                    <a:pt x="81999" y="45728"/>
                  </a:lnTo>
                  <a:lnTo>
                    <a:pt x="80836" y="42149"/>
                  </a:lnTo>
                  <a:lnTo>
                    <a:pt x="69952" y="44595"/>
                  </a:lnTo>
                  <a:lnTo>
                    <a:pt x="37768" y="50464"/>
                  </a:lnTo>
                  <a:lnTo>
                    <a:pt x="36158" y="58873"/>
                  </a:lnTo>
                  <a:lnTo>
                    <a:pt x="34771" y="59991"/>
                  </a:lnTo>
                  <a:lnTo>
                    <a:pt x="26452" y="59097"/>
                  </a:lnTo>
                  <a:lnTo>
                    <a:pt x="20637" y="60707"/>
                  </a:lnTo>
                  <a:lnTo>
                    <a:pt x="17638" y="56180"/>
                  </a:lnTo>
                  <a:lnTo>
                    <a:pt x="14663" y="54905"/>
                  </a:lnTo>
                  <a:lnTo>
                    <a:pt x="13876" y="54341"/>
                  </a:lnTo>
                  <a:lnTo>
                    <a:pt x="13250" y="53912"/>
                  </a:lnTo>
                  <a:lnTo>
                    <a:pt x="13616" y="52623"/>
                  </a:lnTo>
                  <a:lnTo>
                    <a:pt x="14086" y="52180"/>
                  </a:lnTo>
                  <a:lnTo>
                    <a:pt x="14734" y="51504"/>
                  </a:lnTo>
                  <a:lnTo>
                    <a:pt x="14008" y="49692"/>
                  </a:lnTo>
                  <a:lnTo>
                    <a:pt x="12909" y="46949"/>
                  </a:lnTo>
                  <a:lnTo>
                    <a:pt x="12636" y="46256"/>
                  </a:lnTo>
                  <a:lnTo>
                    <a:pt x="12309" y="45423"/>
                  </a:lnTo>
                  <a:lnTo>
                    <a:pt x="10815" y="41622"/>
                  </a:lnTo>
                  <a:lnTo>
                    <a:pt x="10744" y="41451"/>
                  </a:lnTo>
                  <a:lnTo>
                    <a:pt x="8680" y="36499"/>
                  </a:lnTo>
                  <a:lnTo>
                    <a:pt x="8341" y="35663"/>
                  </a:lnTo>
                  <a:lnTo>
                    <a:pt x="7276" y="33039"/>
                  </a:lnTo>
                  <a:lnTo>
                    <a:pt x="6776" y="31809"/>
                  </a:lnTo>
                  <a:lnTo>
                    <a:pt x="6521" y="31100"/>
                  </a:lnTo>
                  <a:lnTo>
                    <a:pt x="4808" y="26352"/>
                  </a:lnTo>
                  <a:lnTo>
                    <a:pt x="4681" y="25983"/>
                  </a:lnTo>
                  <a:lnTo>
                    <a:pt x="3978" y="23956"/>
                  </a:lnTo>
                  <a:lnTo>
                    <a:pt x="3662" y="21550"/>
                  </a:lnTo>
                  <a:lnTo>
                    <a:pt x="3376" y="20720"/>
                  </a:lnTo>
                  <a:lnTo>
                    <a:pt x="1625" y="15633"/>
                  </a:lnTo>
                  <a:lnTo>
                    <a:pt x="1359" y="14861"/>
                  </a:lnTo>
                  <a:lnTo>
                    <a:pt x="0" y="8587"/>
                  </a:lnTo>
                  <a:lnTo>
                    <a:pt x="1063" y="8095"/>
                  </a:lnTo>
                  <a:lnTo>
                    <a:pt x="5133" y="9393"/>
                  </a:lnTo>
                  <a:lnTo>
                    <a:pt x="10590" y="8811"/>
                  </a:lnTo>
                  <a:lnTo>
                    <a:pt x="10902" y="9461"/>
                  </a:lnTo>
                  <a:lnTo>
                    <a:pt x="14258" y="16460"/>
                  </a:lnTo>
                  <a:lnTo>
                    <a:pt x="17792" y="15431"/>
                  </a:lnTo>
                  <a:lnTo>
                    <a:pt x="19581" y="20038"/>
                  </a:lnTo>
                  <a:lnTo>
                    <a:pt x="20744" y="19949"/>
                  </a:lnTo>
                  <a:lnTo>
                    <a:pt x="22712" y="26345"/>
                  </a:lnTo>
                  <a:lnTo>
                    <a:pt x="25127" y="27732"/>
                  </a:lnTo>
                  <a:lnTo>
                    <a:pt x="29377" y="26971"/>
                  </a:lnTo>
                  <a:lnTo>
                    <a:pt x="28929" y="25182"/>
                  </a:lnTo>
                  <a:lnTo>
                    <a:pt x="31255" y="24735"/>
                  </a:lnTo>
                  <a:lnTo>
                    <a:pt x="30674" y="22454"/>
                  </a:lnTo>
                  <a:lnTo>
                    <a:pt x="35683" y="21291"/>
                  </a:lnTo>
                  <a:lnTo>
                    <a:pt x="36802" y="25093"/>
                  </a:lnTo>
                  <a:lnTo>
                    <a:pt x="40917" y="24422"/>
                  </a:lnTo>
                  <a:lnTo>
                    <a:pt x="40514" y="22230"/>
                  </a:lnTo>
                  <a:lnTo>
                    <a:pt x="47045" y="19457"/>
                  </a:lnTo>
                  <a:lnTo>
                    <a:pt x="48386" y="24824"/>
                  </a:lnTo>
                  <a:lnTo>
                    <a:pt x="58227" y="22767"/>
                  </a:lnTo>
                  <a:lnTo>
                    <a:pt x="57467" y="19009"/>
                  </a:lnTo>
                  <a:lnTo>
                    <a:pt x="71512" y="16102"/>
                  </a:lnTo>
                  <a:lnTo>
                    <a:pt x="72138" y="17623"/>
                  </a:lnTo>
                  <a:lnTo>
                    <a:pt x="79921" y="16281"/>
                  </a:lnTo>
                  <a:lnTo>
                    <a:pt x="79563" y="14492"/>
                  </a:lnTo>
                  <a:lnTo>
                    <a:pt x="85199" y="12211"/>
                  </a:lnTo>
                  <a:lnTo>
                    <a:pt x="83231" y="4249"/>
                  </a:lnTo>
                  <a:lnTo>
                    <a:pt x="90164" y="2594"/>
                  </a:lnTo>
                  <a:lnTo>
                    <a:pt x="93205" y="13910"/>
                  </a:lnTo>
                  <a:lnTo>
                    <a:pt x="97365" y="13060"/>
                  </a:lnTo>
                  <a:lnTo>
                    <a:pt x="96649" y="7514"/>
                  </a:lnTo>
                  <a:lnTo>
                    <a:pt x="104253" y="6709"/>
                  </a:lnTo>
                  <a:lnTo>
                    <a:pt x="104030" y="3354"/>
                  </a:lnTo>
                  <a:lnTo>
                    <a:pt x="110560" y="2907"/>
                  </a:lnTo>
                  <a:lnTo>
                    <a:pt x="111813" y="13239"/>
                  </a:lnTo>
                  <a:lnTo>
                    <a:pt x="134356" y="11495"/>
                  </a:lnTo>
                  <a:lnTo>
                    <a:pt x="135877" y="19949"/>
                  </a:lnTo>
                  <a:lnTo>
                    <a:pt x="171437" y="8811"/>
                  </a:lnTo>
                  <a:lnTo>
                    <a:pt x="171437" y="0"/>
                  </a:lnTo>
                  <a:lnTo>
                    <a:pt x="178951" y="7335"/>
                  </a:lnTo>
                  <a:lnTo>
                    <a:pt x="178325" y="1042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0" name="pg359"/>
            <p:cNvSpPr/>
            <p:nvPr/>
          </p:nvSpPr>
          <p:spPr>
            <a:xfrm>
              <a:off x="4696719" y="1802257"/>
              <a:ext cx="71489" cy="54391"/>
            </a:xfrm>
            <a:custGeom>
              <a:avLst/>
              <a:pathLst>
                <a:path w="71489" h="54391">
                  <a:moveTo>
                    <a:pt x="4472" y="27120"/>
                  </a:moveTo>
                  <a:lnTo>
                    <a:pt x="3281" y="23596"/>
                  </a:lnTo>
                  <a:lnTo>
                    <a:pt x="2231" y="23869"/>
                  </a:lnTo>
                  <a:lnTo>
                    <a:pt x="1597" y="23955"/>
                  </a:lnTo>
                  <a:lnTo>
                    <a:pt x="930" y="22125"/>
                  </a:lnTo>
                  <a:lnTo>
                    <a:pt x="224" y="19349"/>
                  </a:lnTo>
                  <a:lnTo>
                    <a:pt x="0" y="18466"/>
                  </a:lnTo>
                  <a:lnTo>
                    <a:pt x="1294" y="19112"/>
                  </a:lnTo>
                  <a:lnTo>
                    <a:pt x="1473" y="18052"/>
                  </a:lnTo>
                  <a:lnTo>
                    <a:pt x="1636" y="18608"/>
                  </a:lnTo>
                  <a:lnTo>
                    <a:pt x="5080" y="17802"/>
                  </a:lnTo>
                  <a:lnTo>
                    <a:pt x="7496" y="19234"/>
                  </a:lnTo>
                  <a:lnTo>
                    <a:pt x="8390" y="21381"/>
                  </a:lnTo>
                  <a:lnTo>
                    <a:pt x="19886" y="18071"/>
                  </a:lnTo>
                  <a:lnTo>
                    <a:pt x="19349" y="16774"/>
                  </a:lnTo>
                  <a:lnTo>
                    <a:pt x="35138" y="11451"/>
                  </a:lnTo>
                  <a:lnTo>
                    <a:pt x="34870" y="10601"/>
                  </a:lnTo>
                  <a:lnTo>
                    <a:pt x="40595" y="9125"/>
                  </a:lnTo>
                  <a:lnTo>
                    <a:pt x="40416" y="8186"/>
                  </a:lnTo>
                  <a:lnTo>
                    <a:pt x="52001" y="4473"/>
                  </a:lnTo>
                  <a:lnTo>
                    <a:pt x="54014" y="9885"/>
                  </a:lnTo>
                  <a:lnTo>
                    <a:pt x="67880" y="1163"/>
                  </a:lnTo>
                  <a:lnTo>
                    <a:pt x="68319" y="906"/>
                  </a:lnTo>
                  <a:lnTo>
                    <a:pt x="69861" y="0"/>
                  </a:lnTo>
                  <a:lnTo>
                    <a:pt x="69995" y="185"/>
                  </a:lnTo>
                  <a:lnTo>
                    <a:pt x="71489" y="2254"/>
                  </a:lnTo>
                  <a:lnTo>
                    <a:pt x="65837" y="6105"/>
                  </a:lnTo>
                  <a:lnTo>
                    <a:pt x="68681" y="10262"/>
                  </a:lnTo>
                  <a:lnTo>
                    <a:pt x="62742" y="14955"/>
                  </a:lnTo>
                  <a:lnTo>
                    <a:pt x="65575" y="19147"/>
                  </a:lnTo>
                  <a:lnTo>
                    <a:pt x="62519" y="26982"/>
                  </a:lnTo>
                  <a:lnTo>
                    <a:pt x="60654" y="30387"/>
                  </a:lnTo>
                  <a:lnTo>
                    <a:pt x="54322" y="34702"/>
                  </a:lnTo>
                  <a:lnTo>
                    <a:pt x="46282" y="36476"/>
                  </a:lnTo>
                  <a:lnTo>
                    <a:pt x="45290" y="34244"/>
                  </a:lnTo>
                  <a:lnTo>
                    <a:pt x="42706" y="36802"/>
                  </a:lnTo>
                  <a:lnTo>
                    <a:pt x="40519" y="37660"/>
                  </a:lnTo>
                  <a:lnTo>
                    <a:pt x="40884" y="39581"/>
                  </a:lnTo>
                  <a:lnTo>
                    <a:pt x="35263" y="42866"/>
                  </a:lnTo>
                  <a:lnTo>
                    <a:pt x="35692" y="49883"/>
                  </a:lnTo>
                  <a:lnTo>
                    <a:pt x="23500" y="53281"/>
                  </a:lnTo>
                  <a:lnTo>
                    <a:pt x="16651" y="51027"/>
                  </a:lnTo>
                  <a:lnTo>
                    <a:pt x="11758" y="53386"/>
                  </a:lnTo>
                  <a:lnTo>
                    <a:pt x="9643" y="54391"/>
                  </a:lnTo>
                  <a:lnTo>
                    <a:pt x="9095" y="46620"/>
                  </a:lnTo>
                  <a:lnTo>
                    <a:pt x="10220" y="45146"/>
                  </a:lnTo>
                  <a:lnTo>
                    <a:pt x="10376" y="44766"/>
                  </a:lnTo>
                  <a:lnTo>
                    <a:pt x="10458" y="44566"/>
                  </a:lnTo>
                  <a:lnTo>
                    <a:pt x="10208" y="43326"/>
                  </a:lnTo>
                  <a:lnTo>
                    <a:pt x="9212" y="41186"/>
                  </a:lnTo>
                  <a:lnTo>
                    <a:pt x="9099" y="40811"/>
                  </a:lnTo>
                  <a:lnTo>
                    <a:pt x="7287" y="35449"/>
                  </a:lnTo>
                  <a:lnTo>
                    <a:pt x="7130" y="34984"/>
                  </a:lnTo>
                  <a:lnTo>
                    <a:pt x="6360" y="32707"/>
                  </a:lnTo>
                  <a:lnTo>
                    <a:pt x="5739" y="30870"/>
                  </a:lnTo>
                  <a:lnTo>
                    <a:pt x="5223" y="29342"/>
                  </a:lnTo>
                  <a:lnTo>
                    <a:pt x="5024" y="287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1" name="pg360"/>
            <p:cNvSpPr/>
            <p:nvPr/>
          </p:nvSpPr>
          <p:spPr>
            <a:xfrm>
              <a:off x="4659600" y="1952697"/>
              <a:ext cx="204132" cy="88449"/>
            </a:xfrm>
            <a:custGeom>
              <a:avLst/>
              <a:pathLst>
                <a:path w="204132" h="88449">
                  <a:moveTo>
                    <a:pt x="175416" y="23169"/>
                  </a:moveTo>
                  <a:lnTo>
                    <a:pt x="179340" y="29235"/>
                  </a:lnTo>
                  <a:lnTo>
                    <a:pt x="176477" y="33886"/>
                  </a:lnTo>
                  <a:lnTo>
                    <a:pt x="170215" y="37703"/>
                  </a:lnTo>
                  <a:lnTo>
                    <a:pt x="146699" y="43076"/>
                  </a:lnTo>
                  <a:lnTo>
                    <a:pt x="143280" y="38563"/>
                  </a:lnTo>
                  <a:lnTo>
                    <a:pt x="136600" y="36297"/>
                  </a:lnTo>
                  <a:lnTo>
                    <a:pt x="130517" y="39279"/>
                  </a:lnTo>
                  <a:lnTo>
                    <a:pt x="129802" y="46435"/>
                  </a:lnTo>
                  <a:lnTo>
                    <a:pt x="133377" y="47448"/>
                  </a:lnTo>
                  <a:lnTo>
                    <a:pt x="130495" y="52792"/>
                  </a:lnTo>
                  <a:lnTo>
                    <a:pt x="137891" y="55714"/>
                  </a:lnTo>
                  <a:lnTo>
                    <a:pt x="146717" y="57265"/>
                  </a:lnTo>
                  <a:lnTo>
                    <a:pt x="152323" y="57623"/>
                  </a:lnTo>
                  <a:lnTo>
                    <a:pt x="163893" y="55476"/>
                  </a:lnTo>
                  <a:lnTo>
                    <a:pt x="163297" y="49810"/>
                  </a:lnTo>
                  <a:lnTo>
                    <a:pt x="177730" y="48021"/>
                  </a:lnTo>
                  <a:lnTo>
                    <a:pt x="177908" y="46232"/>
                  </a:lnTo>
                  <a:lnTo>
                    <a:pt x="181904" y="43786"/>
                  </a:lnTo>
                  <a:lnTo>
                    <a:pt x="183723" y="49094"/>
                  </a:lnTo>
                  <a:lnTo>
                    <a:pt x="184618" y="48647"/>
                  </a:lnTo>
                  <a:lnTo>
                    <a:pt x="191387" y="48289"/>
                  </a:lnTo>
                  <a:lnTo>
                    <a:pt x="194488" y="49810"/>
                  </a:lnTo>
                  <a:lnTo>
                    <a:pt x="193476" y="51785"/>
                  </a:lnTo>
                  <a:lnTo>
                    <a:pt x="186437" y="51301"/>
                  </a:lnTo>
                  <a:lnTo>
                    <a:pt x="181815" y="51987"/>
                  </a:lnTo>
                  <a:lnTo>
                    <a:pt x="181964" y="53925"/>
                  </a:lnTo>
                  <a:lnTo>
                    <a:pt x="186616" y="53299"/>
                  </a:lnTo>
                  <a:lnTo>
                    <a:pt x="186974" y="56400"/>
                  </a:lnTo>
                  <a:lnTo>
                    <a:pt x="181666" y="57414"/>
                  </a:lnTo>
                  <a:lnTo>
                    <a:pt x="182183" y="61403"/>
                  </a:lnTo>
                  <a:lnTo>
                    <a:pt x="185856" y="60616"/>
                  </a:lnTo>
                  <a:lnTo>
                    <a:pt x="190535" y="63157"/>
                  </a:lnTo>
                  <a:lnTo>
                    <a:pt x="204132" y="71209"/>
                  </a:lnTo>
                  <a:lnTo>
                    <a:pt x="199938" y="83218"/>
                  </a:lnTo>
                  <a:lnTo>
                    <a:pt x="198499" y="86927"/>
                  </a:lnTo>
                  <a:lnTo>
                    <a:pt x="193561" y="85949"/>
                  </a:lnTo>
                  <a:lnTo>
                    <a:pt x="172058" y="78191"/>
                  </a:lnTo>
                  <a:lnTo>
                    <a:pt x="150827" y="83142"/>
                  </a:lnTo>
                  <a:lnTo>
                    <a:pt x="140270" y="83798"/>
                  </a:lnTo>
                  <a:lnTo>
                    <a:pt x="139078" y="78013"/>
                  </a:lnTo>
                  <a:lnTo>
                    <a:pt x="118860" y="84752"/>
                  </a:lnTo>
                  <a:lnTo>
                    <a:pt x="119039" y="87793"/>
                  </a:lnTo>
                  <a:lnTo>
                    <a:pt x="110451" y="88449"/>
                  </a:lnTo>
                  <a:lnTo>
                    <a:pt x="110391" y="86660"/>
                  </a:lnTo>
                  <a:lnTo>
                    <a:pt x="102996" y="81770"/>
                  </a:lnTo>
                  <a:lnTo>
                    <a:pt x="86297" y="75448"/>
                  </a:lnTo>
                  <a:lnTo>
                    <a:pt x="89577" y="67874"/>
                  </a:lnTo>
                  <a:lnTo>
                    <a:pt x="83315" y="64713"/>
                  </a:lnTo>
                  <a:lnTo>
                    <a:pt x="81466" y="67814"/>
                  </a:lnTo>
                  <a:lnTo>
                    <a:pt x="78723" y="76641"/>
                  </a:lnTo>
                  <a:lnTo>
                    <a:pt x="58744" y="65250"/>
                  </a:lnTo>
                  <a:lnTo>
                    <a:pt x="49321" y="65309"/>
                  </a:lnTo>
                  <a:lnTo>
                    <a:pt x="48367" y="69723"/>
                  </a:lnTo>
                  <a:lnTo>
                    <a:pt x="45206" y="69484"/>
                  </a:lnTo>
                  <a:lnTo>
                    <a:pt x="45146" y="64952"/>
                  </a:lnTo>
                  <a:lnTo>
                    <a:pt x="27135" y="73301"/>
                  </a:lnTo>
                  <a:lnTo>
                    <a:pt x="19263" y="66443"/>
                  </a:lnTo>
                  <a:lnTo>
                    <a:pt x="21648" y="62745"/>
                  </a:lnTo>
                  <a:lnTo>
                    <a:pt x="20098" y="61015"/>
                  </a:lnTo>
                  <a:lnTo>
                    <a:pt x="20575" y="58690"/>
                  </a:lnTo>
                  <a:lnTo>
                    <a:pt x="16877" y="59167"/>
                  </a:lnTo>
                  <a:lnTo>
                    <a:pt x="16698" y="63043"/>
                  </a:lnTo>
                  <a:lnTo>
                    <a:pt x="12762" y="66085"/>
                  </a:lnTo>
                  <a:lnTo>
                    <a:pt x="7991" y="66323"/>
                  </a:lnTo>
                  <a:lnTo>
                    <a:pt x="0" y="62924"/>
                  </a:lnTo>
                  <a:lnTo>
                    <a:pt x="2206" y="58630"/>
                  </a:lnTo>
                  <a:lnTo>
                    <a:pt x="2889" y="58367"/>
                  </a:lnTo>
                  <a:lnTo>
                    <a:pt x="3517" y="58125"/>
                  </a:lnTo>
                  <a:lnTo>
                    <a:pt x="3698" y="58055"/>
                  </a:lnTo>
                  <a:lnTo>
                    <a:pt x="6096" y="56290"/>
                  </a:lnTo>
                  <a:lnTo>
                    <a:pt x="8064" y="57244"/>
                  </a:lnTo>
                  <a:lnTo>
                    <a:pt x="8227" y="56807"/>
                  </a:lnTo>
                  <a:lnTo>
                    <a:pt x="10275" y="51516"/>
                  </a:lnTo>
                  <a:lnTo>
                    <a:pt x="11981" y="47109"/>
                  </a:lnTo>
                  <a:lnTo>
                    <a:pt x="12129" y="46761"/>
                  </a:lnTo>
                  <a:lnTo>
                    <a:pt x="13122" y="44431"/>
                  </a:lnTo>
                  <a:lnTo>
                    <a:pt x="14173" y="42047"/>
                  </a:lnTo>
                  <a:lnTo>
                    <a:pt x="15776" y="38407"/>
                  </a:lnTo>
                  <a:lnTo>
                    <a:pt x="15447" y="38279"/>
                  </a:lnTo>
                  <a:lnTo>
                    <a:pt x="18877" y="29863"/>
                  </a:lnTo>
                  <a:lnTo>
                    <a:pt x="18933" y="29726"/>
                  </a:lnTo>
                  <a:lnTo>
                    <a:pt x="19352" y="28761"/>
                  </a:lnTo>
                  <a:lnTo>
                    <a:pt x="21127" y="29503"/>
                  </a:lnTo>
                  <a:lnTo>
                    <a:pt x="26731" y="31845"/>
                  </a:lnTo>
                  <a:lnTo>
                    <a:pt x="27021" y="31966"/>
                  </a:lnTo>
                  <a:lnTo>
                    <a:pt x="34165" y="34952"/>
                  </a:lnTo>
                  <a:lnTo>
                    <a:pt x="34529" y="35104"/>
                  </a:lnTo>
                  <a:lnTo>
                    <a:pt x="34818" y="35225"/>
                  </a:lnTo>
                  <a:lnTo>
                    <a:pt x="37179" y="35172"/>
                  </a:lnTo>
                  <a:lnTo>
                    <a:pt x="54680" y="34782"/>
                  </a:lnTo>
                  <a:lnTo>
                    <a:pt x="55880" y="35455"/>
                  </a:lnTo>
                  <a:lnTo>
                    <a:pt x="61687" y="38710"/>
                  </a:lnTo>
                  <a:lnTo>
                    <a:pt x="61886" y="38822"/>
                  </a:lnTo>
                  <a:lnTo>
                    <a:pt x="62013" y="38893"/>
                  </a:lnTo>
                  <a:lnTo>
                    <a:pt x="69045" y="42446"/>
                  </a:lnTo>
                  <a:lnTo>
                    <a:pt x="74297" y="45213"/>
                  </a:lnTo>
                  <a:lnTo>
                    <a:pt x="81547" y="48893"/>
                  </a:lnTo>
                  <a:lnTo>
                    <a:pt x="86722" y="51519"/>
                  </a:lnTo>
                  <a:lnTo>
                    <a:pt x="87732" y="52032"/>
                  </a:lnTo>
                  <a:lnTo>
                    <a:pt x="95800" y="56180"/>
                  </a:lnTo>
                  <a:lnTo>
                    <a:pt x="102978" y="59870"/>
                  </a:lnTo>
                  <a:lnTo>
                    <a:pt x="103417" y="60096"/>
                  </a:lnTo>
                  <a:lnTo>
                    <a:pt x="104007" y="58900"/>
                  </a:lnTo>
                  <a:lnTo>
                    <a:pt x="110516" y="44680"/>
                  </a:lnTo>
                  <a:lnTo>
                    <a:pt x="112180" y="41674"/>
                  </a:lnTo>
                  <a:lnTo>
                    <a:pt x="113952" y="39384"/>
                  </a:lnTo>
                  <a:lnTo>
                    <a:pt x="114188" y="39454"/>
                  </a:lnTo>
                  <a:lnTo>
                    <a:pt x="113449" y="37194"/>
                  </a:lnTo>
                  <a:lnTo>
                    <a:pt x="112286" y="35173"/>
                  </a:lnTo>
                  <a:lnTo>
                    <a:pt x="111446" y="34779"/>
                  </a:lnTo>
                  <a:lnTo>
                    <a:pt x="109539" y="35452"/>
                  </a:lnTo>
                  <a:lnTo>
                    <a:pt x="107822" y="36661"/>
                  </a:lnTo>
                  <a:lnTo>
                    <a:pt x="106931" y="34735"/>
                  </a:lnTo>
                  <a:lnTo>
                    <a:pt x="105430" y="23255"/>
                  </a:lnTo>
                  <a:lnTo>
                    <a:pt x="105209" y="21563"/>
                  </a:lnTo>
                  <a:lnTo>
                    <a:pt x="104076" y="19147"/>
                  </a:lnTo>
                  <a:lnTo>
                    <a:pt x="104183" y="18754"/>
                  </a:lnTo>
                  <a:lnTo>
                    <a:pt x="107413" y="22066"/>
                  </a:lnTo>
                  <a:lnTo>
                    <a:pt x="111125" y="20769"/>
                  </a:lnTo>
                  <a:lnTo>
                    <a:pt x="112646" y="22021"/>
                  </a:lnTo>
                  <a:lnTo>
                    <a:pt x="113317" y="24526"/>
                  </a:lnTo>
                  <a:lnTo>
                    <a:pt x="119266" y="21484"/>
                  </a:lnTo>
                  <a:lnTo>
                    <a:pt x="120474" y="23363"/>
                  </a:lnTo>
                  <a:lnTo>
                    <a:pt x="127496" y="24034"/>
                  </a:lnTo>
                  <a:lnTo>
                    <a:pt x="142048" y="34083"/>
                  </a:lnTo>
                  <a:lnTo>
                    <a:pt x="145627" y="31489"/>
                  </a:lnTo>
                  <a:lnTo>
                    <a:pt x="150547" y="18070"/>
                  </a:lnTo>
                  <a:lnTo>
                    <a:pt x="146163" y="12166"/>
                  </a:lnTo>
                  <a:lnTo>
                    <a:pt x="151173" y="5456"/>
                  </a:lnTo>
                  <a:lnTo>
                    <a:pt x="153320" y="8588"/>
                  </a:lnTo>
                  <a:lnTo>
                    <a:pt x="157614" y="26390"/>
                  </a:lnTo>
                  <a:lnTo>
                    <a:pt x="164950" y="22006"/>
                  </a:lnTo>
                  <a:lnTo>
                    <a:pt x="160835" y="7067"/>
                  </a:lnTo>
                  <a:lnTo>
                    <a:pt x="177653" y="0"/>
                  </a:lnTo>
                  <a:lnTo>
                    <a:pt x="182215" y="9482"/>
                  </a:lnTo>
                  <a:lnTo>
                    <a:pt x="172733" y="1332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2" name="pg361"/>
            <p:cNvSpPr/>
            <p:nvPr/>
          </p:nvSpPr>
          <p:spPr>
            <a:xfrm>
              <a:off x="4560234" y="1964980"/>
              <a:ext cx="118718" cy="88467"/>
            </a:xfrm>
            <a:custGeom>
              <a:avLst/>
              <a:pathLst>
                <a:path w="118718" h="88467">
                  <a:moveTo>
                    <a:pt x="111152" y="13057"/>
                  </a:moveTo>
                  <a:lnTo>
                    <a:pt x="118718" y="16479"/>
                  </a:lnTo>
                  <a:lnTo>
                    <a:pt x="118299" y="17443"/>
                  </a:lnTo>
                  <a:lnTo>
                    <a:pt x="118243" y="17581"/>
                  </a:lnTo>
                  <a:lnTo>
                    <a:pt x="114813" y="25996"/>
                  </a:lnTo>
                  <a:lnTo>
                    <a:pt x="115141" y="26125"/>
                  </a:lnTo>
                  <a:lnTo>
                    <a:pt x="113486" y="29884"/>
                  </a:lnTo>
                  <a:lnTo>
                    <a:pt x="112436" y="32268"/>
                  </a:lnTo>
                  <a:lnTo>
                    <a:pt x="111495" y="34479"/>
                  </a:lnTo>
                  <a:lnTo>
                    <a:pt x="111347" y="34826"/>
                  </a:lnTo>
                  <a:lnTo>
                    <a:pt x="109641" y="39234"/>
                  </a:lnTo>
                  <a:lnTo>
                    <a:pt x="107593" y="44524"/>
                  </a:lnTo>
                  <a:lnTo>
                    <a:pt x="107430" y="44962"/>
                  </a:lnTo>
                  <a:lnTo>
                    <a:pt x="105462" y="44007"/>
                  </a:lnTo>
                  <a:lnTo>
                    <a:pt x="103064" y="45773"/>
                  </a:lnTo>
                  <a:lnTo>
                    <a:pt x="102882" y="45843"/>
                  </a:lnTo>
                  <a:lnTo>
                    <a:pt x="102255" y="46084"/>
                  </a:lnTo>
                  <a:lnTo>
                    <a:pt x="101572" y="46347"/>
                  </a:lnTo>
                  <a:lnTo>
                    <a:pt x="98709" y="40324"/>
                  </a:lnTo>
                  <a:lnTo>
                    <a:pt x="97517" y="41517"/>
                  </a:lnTo>
                  <a:lnTo>
                    <a:pt x="97039" y="44320"/>
                  </a:lnTo>
                  <a:lnTo>
                    <a:pt x="92626" y="47361"/>
                  </a:lnTo>
                  <a:lnTo>
                    <a:pt x="90420" y="43127"/>
                  </a:lnTo>
                  <a:lnTo>
                    <a:pt x="88511" y="44678"/>
                  </a:lnTo>
                  <a:lnTo>
                    <a:pt x="85171" y="41576"/>
                  </a:lnTo>
                  <a:lnTo>
                    <a:pt x="84157" y="42769"/>
                  </a:lnTo>
                  <a:lnTo>
                    <a:pt x="79983" y="39966"/>
                  </a:lnTo>
                  <a:lnTo>
                    <a:pt x="78850" y="37223"/>
                  </a:lnTo>
                  <a:lnTo>
                    <a:pt x="71753" y="38654"/>
                  </a:lnTo>
                  <a:lnTo>
                    <a:pt x="66624" y="36686"/>
                  </a:lnTo>
                  <a:lnTo>
                    <a:pt x="58513" y="39728"/>
                  </a:lnTo>
                  <a:lnTo>
                    <a:pt x="58990" y="45155"/>
                  </a:lnTo>
                  <a:lnTo>
                    <a:pt x="59944" y="45095"/>
                  </a:lnTo>
                  <a:lnTo>
                    <a:pt x="61137" y="53087"/>
                  </a:lnTo>
                  <a:lnTo>
                    <a:pt x="56008" y="54220"/>
                  </a:lnTo>
                  <a:lnTo>
                    <a:pt x="58095" y="56725"/>
                  </a:lnTo>
                  <a:lnTo>
                    <a:pt x="48792" y="62987"/>
                  </a:lnTo>
                  <a:lnTo>
                    <a:pt x="49044" y="63960"/>
                  </a:lnTo>
                  <a:lnTo>
                    <a:pt x="50624" y="65839"/>
                  </a:lnTo>
                  <a:lnTo>
                    <a:pt x="50695" y="65969"/>
                  </a:lnTo>
                  <a:lnTo>
                    <a:pt x="50855" y="66653"/>
                  </a:lnTo>
                  <a:lnTo>
                    <a:pt x="50765" y="67064"/>
                  </a:lnTo>
                  <a:lnTo>
                    <a:pt x="50482" y="67408"/>
                  </a:lnTo>
                  <a:lnTo>
                    <a:pt x="49244" y="68012"/>
                  </a:lnTo>
                  <a:lnTo>
                    <a:pt x="47920" y="68943"/>
                  </a:lnTo>
                  <a:lnTo>
                    <a:pt x="47037" y="70016"/>
                  </a:lnTo>
                  <a:lnTo>
                    <a:pt x="46619" y="70523"/>
                  </a:lnTo>
                  <a:lnTo>
                    <a:pt x="45972" y="72190"/>
                  </a:lnTo>
                  <a:lnTo>
                    <a:pt x="45555" y="73532"/>
                  </a:lnTo>
                  <a:lnTo>
                    <a:pt x="43796" y="76067"/>
                  </a:lnTo>
                  <a:lnTo>
                    <a:pt x="43497" y="76931"/>
                  </a:lnTo>
                  <a:lnTo>
                    <a:pt x="43497" y="77826"/>
                  </a:lnTo>
                  <a:lnTo>
                    <a:pt x="42529" y="81706"/>
                  </a:lnTo>
                  <a:lnTo>
                    <a:pt x="39711" y="82377"/>
                  </a:lnTo>
                  <a:lnTo>
                    <a:pt x="36894" y="83048"/>
                  </a:lnTo>
                  <a:lnTo>
                    <a:pt x="28658" y="88467"/>
                  </a:lnTo>
                  <a:lnTo>
                    <a:pt x="24999" y="86482"/>
                  </a:lnTo>
                  <a:lnTo>
                    <a:pt x="26349" y="85434"/>
                  </a:lnTo>
                  <a:lnTo>
                    <a:pt x="27274" y="83376"/>
                  </a:lnTo>
                  <a:lnTo>
                    <a:pt x="21214" y="82777"/>
                  </a:lnTo>
                  <a:lnTo>
                    <a:pt x="20580" y="83790"/>
                  </a:lnTo>
                  <a:lnTo>
                    <a:pt x="20305" y="84230"/>
                  </a:lnTo>
                  <a:lnTo>
                    <a:pt x="19151" y="86073"/>
                  </a:lnTo>
                  <a:lnTo>
                    <a:pt x="16696" y="84628"/>
                  </a:lnTo>
                  <a:lnTo>
                    <a:pt x="14091" y="83131"/>
                  </a:lnTo>
                  <a:lnTo>
                    <a:pt x="14002" y="83430"/>
                  </a:lnTo>
                  <a:lnTo>
                    <a:pt x="11076" y="81516"/>
                  </a:lnTo>
                  <a:lnTo>
                    <a:pt x="7453" y="79145"/>
                  </a:lnTo>
                  <a:lnTo>
                    <a:pt x="6134" y="78283"/>
                  </a:lnTo>
                  <a:lnTo>
                    <a:pt x="3513" y="76568"/>
                  </a:lnTo>
                  <a:lnTo>
                    <a:pt x="0" y="74270"/>
                  </a:lnTo>
                  <a:lnTo>
                    <a:pt x="2414" y="70572"/>
                  </a:lnTo>
                  <a:lnTo>
                    <a:pt x="7980" y="62047"/>
                  </a:lnTo>
                  <a:lnTo>
                    <a:pt x="8689" y="60961"/>
                  </a:lnTo>
                  <a:lnTo>
                    <a:pt x="11974" y="55930"/>
                  </a:lnTo>
                  <a:lnTo>
                    <a:pt x="12658" y="55264"/>
                  </a:lnTo>
                  <a:lnTo>
                    <a:pt x="13977" y="53869"/>
                  </a:lnTo>
                  <a:lnTo>
                    <a:pt x="14275" y="53553"/>
                  </a:lnTo>
                  <a:lnTo>
                    <a:pt x="18270" y="47227"/>
                  </a:lnTo>
                  <a:lnTo>
                    <a:pt x="19940" y="44582"/>
                  </a:lnTo>
                  <a:lnTo>
                    <a:pt x="22904" y="39888"/>
                  </a:lnTo>
                  <a:lnTo>
                    <a:pt x="26854" y="33632"/>
                  </a:lnTo>
                  <a:lnTo>
                    <a:pt x="26576" y="33455"/>
                  </a:lnTo>
                  <a:lnTo>
                    <a:pt x="24697" y="32210"/>
                  </a:lnTo>
                  <a:lnTo>
                    <a:pt x="25508" y="31017"/>
                  </a:lnTo>
                  <a:lnTo>
                    <a:pt x="28400" y="26761"/>
                  </a:lnTo>
                  <a:lnTo>
                    <a:pt x="31939" y="21554"/>
                  </a:lnTo>
                  <a:lnTo>
                    <a:pt x="34326" y="18043"/>
                  </a:lnTo>
                  <a:lnTo>
                    <a:pt x="36964" y="14161"/>
                  </a:lnTo>
                  <a:lnTo>
                    <a:pt x="38479" y="11932"/>
                  </a:lnTo>
                  <a:lnTo>
                    <a:pt x="39092" y="11031"/>
                  </a:lnTo>
                  <a:lnTo>
                    <a:pt x="42174" y="9166"/>
                  </a:lnTo>
                  <a:lnTo>
                    <a:pt x="44793" y="7581"/>
                  </a:lnTo>
                  <a:lnTo>
                    <a:pt x="46121" y="5412"/>
                  </a:lnTo>
                  <a:lnTo>
                    <a:pt x="47076" y="5644"/>
                  </a:lnTo>
                  <a:lnTo>
                    <a:pt x="47289" y="5695"/>
                  </a:lnTo>
                  <a:lnTo>
                    <a:pt x="47679" y="5790"/>
                  </a:lnTo>
                  <a:lnTo>
                    <a:pt x="49619" y="6584"/>
                  </a:lnTo>
                  <a:lnTo>
                    <a:pt x="48873" y="8451"/>
                  </a:lnTo>
                  <a:lnTo>
                    <a:pt x="50509" y="9851"/>
                  </a:lnTo>
                  <a:lnTo>
                    <a:pt x="51958" y="11004"/>
                  </a:lnTo>
                  <a:lnTo>
                    <a:pt x="54242" y="12821"/>
                  </a:lnTo>
                  <a:lnTo>
                    <a:pt x="54571" y="13239"/>
                  </a:lnTo>
                  <a:lnTo>
                    <a:pt x="54710" y="13376"/>
                  </a:lnTo>
                  <a:lnTo>
                    <a:pt x="58773" y="11779"/>
                  </a:lnTo>
                  <a:lnTo>
                    <a:pt x="59208" y="11609"/>
                  </a:lnTo>
                  <a:lnTo>
                    <a:pt x="60992" y="10663"/>
                  </a:lnTo>
                  <a:lnTo>
                    <a:pt x="61817" y="10226"/>
                  </a:lnTo>
                  <a:lnTo>
                    <a:pt x="62821" y="9882"/>
                  </a:lnTo>
                  <a:lnTo>
                    <a:pt x="64562" y="9501"/>
                  </a:lnTo>
                  <a:lnTo>
                    <a:pt x="65636" y="9306"/>
                  </a:lnTo>
                  <a:lnTo>
                    <a:pt x="66554" y="9035"/>
                  </a:lnTo>
                  <a:lnTo>
                    <a:pt x="68108" y="8083"/>
                  </a:lnTo>
                  <a:lnTo>
                    <a:pt x="71864" y="1468"/>
                  </a:lnTo>
                  <a:lnTo>
                    <a:pt x="72474" y="0"/>
                  </a:lnTo>
                  <a:lnTo>
                    <a:pt x="74780" y="7"/>
                  </a:lnTo>
                  <a:lnTo>
                    <a:pt x="80264" y="463"/>
                  </a:lnTo>
                  <a:lnTo>
                    <a:pt x="81217" y="829"/>
                  </a:lnTo>
                  <a:lnTo>
                    <a:pt x="82212" y="1210"/>
                  </a:lnTo>
                  <a:lnTo>
                    <a:pt x="87859" y="3628"/>
                  </a:lnTo>
                  <a:lnTo>
                    <a:pt x="88733" y="3978"/>
                  </a:lnTo>
                  <a:lnTo>
                    <a:pt x="95872" y="6839"/>
                  </a:lnTo>
                  <a:lnTo>
                    <a:pt x="103671" y="10046"/>
                  </a:lnTo>
                  <a:lnTo>
                    <a:pt x="109593" y="1243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3" name="pg362"/>
            <p:cNvSpPr/>
            <p:nvPr/>
          </p:nvSpPr>
          <p:spPr>
            <a:xfrm>
              <a:off x="4184713" y="1818689"/>
              <a:ext cx="351379" cy="133750"/>
            </a:xfrm>
            <a:custGeom>
              <a:avLst/>
              <a:pathLst>
                <a:path w="351379" h="133750">
                  <a:moveTo>
                    <a:pt x="63780" y="28845"/>
                  </a:moveTo>
                  <a:lnTo>
                    <a:pt x="65605" y="32400"/>
                  </a:lnTo>
                  <a:lnTo>
                    <a:pt x="66052" y="33273"/>
                  </a:lnTo>
                  <a:lnTo>
                    <a:pt x="66296" y="33270"/>
                  </a:lnTo>
                  <a:lnTo>
                    <a:pt x="68565" y="33240"/>
                  </a:lnTo>
                  <a:lnTo>
                    <a:pt x="68515" y="32888"/>
                  </a:lnTo>
                  <a:lnTo>
                    <a:pt x="67588" y="26427"/>
                  </a:lnTo>
                  <a:lnTo>
                    <a:pt x="73320" y="25774"/>
                  </a:lnTo>
                  <a:lnTo>
                    <a:pt x="79106" y="25198"/>
                  </a:lnTo>
                  <a:lnTo>
                    <a:pt x="84883" y="24668"/>
                  </a:lnTo>
                  <a:lnTo>
                    <a:pt x="90556" y="24091"/>
                  </a:lnTo>
                  <a:lnTo>
                    <a:pt x="93102" y="23846"/>
                  </a:lnTo>
                  <a:lnTo>
                    <a:pt x="95589" y="23935"/>
                  </a:lnTo>
                  <a:lnTo>
                    <a:pt x="96097" y="23954"/>
                  </a:lnTo>
                  <a:lnTo>
                    <a:pt x="96347" y="23963"/>
                  </a:lnTo>
                  <a:lnTo>
                    <a:pt x="96470" y="27380"/>
                  </a:lnTo>
                  <a:lnTo>
                    <a:pt x="96597" y="30901"/>
                  </a:lnTo>
                  <a:lnTo>
                    <a:pt x="102024" y="30983"/>
                  </a:lnTo>
                  <a:lnTo>
                    <a:pt x="102118" y="32010"/>
                  </a:lnTo>
                  <a:lnTo>
                    <a:pt x="102369" y="34764"/>
                  </a:lnTo>
                  <a:lnTo>
                    <a:pt x="102629" y="38610"/>
                  </a:lnTo>
                  <a:lnTo>
                    <a:pt x="102639" y="38757"/>
                  </a:lnTo>
                  <a:lnTo>
                    <a:pt x="104714" y="38713"/>
                  </a:lnTo>
                  <a:lnTo>
                    <a:pt x="104806" y="39432"/>
                  </a:lnTo>
                  <a:lnTo>
                    <a:pt x="105607" y="45649"/>
                  </a:lnTo>
                  <a:lnTo>
                    <a:pt x="105691" y="46300"/>
                  </a:lnTo>
                  <a:lnTo>
                    <a:pt x="107683" y="45093"/>
                  </a:lnTo>
                  <a:lnTo>
                    <a:pt x="111664" y="44020"/>
                  </a:lnTo>
                  <a:lnTo>
                    <a:pt x="113915" y="44024"/>
                  </a:lnTo>
                  <a:lnTo>
                    <a:pt x="115419" y="44027"/>
                  </a:lnTo>
                  <a:lnTo>
                    <a:pt x="115702" y="44028"/>
                  </a:lnTo>
                  <a:lnTo>
                    <a:pt x="117235" y="44384"/>
                  </a:lnTo>
                  <a:lnTo>
                    <a:pt x="122387" y="45582"/>
                  </a:lnTo>
                  <a:lnTo>
                    <a:pt x="123654" y="45876"/>
                  </a:lnTo>
                  <a:lnTo>
                    <a:pt x="125709" y="46354"/>
                  </a:lnTo>
                  <a:lnTo>
                    <a:pt x="126083" y="46674"/>
                  </a:lnTo>
                  <a:lnTo>
                    <a:pt x="127397" y="47797"/>
                  </a:lnTo>
                  <a:lnTo>
                    <a:pt x="135234" y="48983"/>
                  </a:lnTo>
                  <a:lnTo>
                    <a:pt x="137057" y="49259"/>
                  </a:lnTo>
                  <a:lnTo>
                    <a:pt x="139098" y="49568"/>
                  </a:lnTo>
                  <a:lnTo>
                    <a:pt x="143571" y="49994"/>
                  </a:lnTo>
                  <a:lnTo>
                    <a:pt x="144961" y="50126"/>
                  </a:lnTo>
                  <a:lnTo>
                    <a:pt x="147937" y="50409"/>
                  </a:lnTo>
                  <a:lnTo>
                    <a:pt x="157831" y="51733"/>
                  </a:lnTo>
                  <a:lnTo>
                    <a:pt x="158050" y="51594"/>
                  </a:lnTo>
                  <a:lnTo>
                    <a:pt x="160038" y="50335"/>
                  </a:lnTo>
                  <a:lnTo>
                    <a:pt x="161342" y="49509"/>
                  </a:lnTo>
                  <a:lnTo>
                    <a:pt x="166789" y="46060"/>
                  </a:lnTo>
                  <a:lnTo>
                    <a:pt x="169224" y="44518"/>
                  </a:lnTo>
                  <a:lnTo>
                    <a:pt x="170460" y="43735"/>
                  </a:lnTo>
                  <a:lnTo>
                    <a:pt x="168400" y="42327"/>
                  </a:lnTo>
                  <a:lnTo>
                    <a:pt x="158436" y="35518"/>
                  </a:lnTo>
                  <a:lnTo>
                    <a:pt x="157355" y="34779"/>
                  </a:lnTo>
                  <a:lnTo>
                    <a:pt x="159210" y="31447"/>
                  </a:lnTo>
                  <a:lnTo>
                    <a:pt x="159940" y="31333"/>
                  </a:lnTo>
                  <a:lnTo>
                    <a:pt x="160428" y="31067"/>
                  </a:lnTo>
                  <a:lnTo>
                    <a:pt x="160602" y="30972"/>
                  </a:lnTo>
                  <a:lnTo>
                    <a:pt x="160673" y="30723"/>
                  </a:lnTo>
                  <a:lnTo>
                    <a:pt x="161693" y="27144"/>
                  </a:lnTo>
                  <a:lnTo>
                    <a:pt x="162928" y="21919"/>
                  </a:lnTo>
                  <a:lnTo>
                    <a:pt x="165523" y="17962"/>
                  </a:lnTo>
                  <a:lnTo>
                    <a:pt x="169100" y="12508"/>
                  </a:lnTo>
                  <a:lnTo>
                    <a:pt x="175154" y="3637"/>
                  </a:lnTo>
                  <a:lnTo>
                    <a:pt x="196589" y="18124"/>
                  </a:lnTo>
                  <a:lnTo>
                    <a:pt x="208073" y="25959"/>
                  </a:lnTo>
                  <a:lnTo>
                    <a:pt x="228921" y="39846"/>
                  </a:lnTo>
                  <a:lnTo>
                    <a:pt x="238182" y="26571"/>
                  </a:lnTo>
                  <a:lnTo>
                    <a:pt x="242591" y="20253"/>
                  </a:lnTo>
                  <a:lnTo>
                    <a:pt x="245143" y="17019"/>
                  </a:lnTo>
                  <a:lnTo>
                    <a:pt x="250474" y="20759"/>
                  </a:lnTo>
                  <a:lnTo>
                    <a:pt x="250975" y="21475"/>
                  </a:lnTo>
                  <a:lnTo>
                    <a:pt x="250778" y="26950"/>
                  </a:lnTo>
                  <a:lnTo>
                    <a:pt x="250943" y="29824"/>
                  </a:lnTo>
                  <a:lnTo>
                    <a:pt x="251297" y="36021"/>
                  </a:lnTo>
                  <a:lnTo>
                    <a:pt x="264884" y="41414"/>
                  </a:lnTo>
                  <a:lnTo>
                    <a:pt x="270311" y="39744"/>
                  </a:lnTo>
                  <a:lnTo>
                    <a:pt x="271941" y="36493"/>
                  </a:lnTo>
                  <a:lnTo>
                    <a:pt x="272871" y="34035"/>
                  </a:lnTo>
                  <a:lnTo>
                    <a:pt x="274685" y="34560"/>
                  </a:lnTo>
                  <a:lnTo>
                    <a:pt x="274524" y="36000"/>
                  </a:lnTo>
                  <a:lnTo>
                    <a:pt x="274897" y="37237"/>
                  </a:lnTo>
                  <a:lnTo>
                    <a:pt x="275761" y="38072"/>
                  </a:lnTo>
                  <a:lnTo>
                    <a:pt x="277103" y="38535"/>
                  </a:lnTo>
                  <a:lnTo>
                    <a:pt x="281010" y="38639"/>
                  </a:lnTo>
                  <a:lnTo>
                    <a:pt x="282963" y="37953"/>
                  </a:lnTo>
                  <a:lnTo>
                    <a:pt x="284051" y="36924"/>
                  </a:lnTo>
                  <a:lnTo>
                    <a:pt x="285199" y="36581"/>
                  </a:lnTo>
                  <a:lnTo>
                    <a:pt x="286228" y="36924"/>
                  </a:lnTo>
                  <a:lnTo>
                    <a:pt x="286464" y="37062"/>
                  </a:lnTo>
                  <a:lnTo>
                    <a:pt x="287779" y="37834"/>
                  </a:lnTo>
                  <a:lnTo>
                    <a:pt x="289046" y="38460"/>
                  </a:lnTo>
                  <a:lnTo>
                    <a:pt x="290731" y="38669"/>
                  </a:lnTo>
                  <a:lnTo>
                    <a:pt x="292192" y="38564"/>
                  </a:lnTo>
                  <a:lnTo>
                    <a:pt x="294190" y="38460"/>
                  </a:lnTo>
                  <a:lnTo>
                    <a:pt x="295472" y="38997"/>
                  </a:lnTo>
                  <a:lnTo>
                    <a:pt x="297038" y="39683"/>
                  </a:lnTo>
                  <a:lnTo>
                    <a:pt x="298678" y="39921"/>
                  </a:lnTo>
                  <a:lnTo>
                    <a:pt x="300616" y="39891"/>
                  </a:lnTo>
                  <a:lnTo>
                    <a:pt x="303359" y="39563"/>
                  </a:lnTo>
                  <a:lnTo>
                    <a:pt x="304550" y="39881"/>
                  </a:lnTo>
                  <a:lnTo>
                    <a:pt x="305149" y="40040"/>
                  </a:lnTo>
                  <a:lnTo>
                    <a:pt x="306207" y="41114"/>
                  </a:lnTo>
                  <a:lnTo>
                    <a:pt x="307609" y="42068"/>
                  </a:lnTo>
                  <a:lnTo>
                    <a:pt x="309294" y="42948"/>
                  </a:lnTo>
                  <a:lnTo>
                    <a:pt x="310919" y="43678"/>
                  </a:lnTo>
                  <a:lnTo>
                    <a:pt x="312499" y="43798"/>
                  </a:lnTo>
                  <a:lnTo>
                    <a:pt x="316614" y="43604"/>
                  </a:lnTo>
                  <a:lnTo>
                    <a:pt x="318582" y="43544"/>
                  </a:lnTo>
                  <a:lnTo>
                    <a:pt x="319643" y="43401"/>
                  </a:lnTo>
                  <a:lnTo>
                    <a:pt x="320014" y="43350"/>
                  </a:lnTo>
                  <a:lnTo>
                    <a:pt x="320387" y="42710"/>
                  </a:lnTo>
                  <a:lnTo>
                    <a:pt x="320637" y="42281"/>
                  </a:lnTo>
                  <a:lnTo>
                    <a:pt x="320995" y="40940"/>
                  </a:lnTo>
                  <a:lnTo>
                    <a:pt x="321711" y="39926"/>
                  </a:lnTo>
                  <a:lnTo>
                    <a:pt x="322218" y="38882"/>
                  </a:lnTo>
                  <a:lnTo>
                    <a:pt x="322188" y="37838"/>
                  </a:lnTo>
                  <a:lnTo>
                    <a:pt x="322337" y="37212"/>
                  </a:lnTo>
                  <a:lnTo>
                    <a:pt x="323261" y="36258"/>
                  </a:lnTo>
                  <a:lnTo>
                    <a:pt x="323530" y="35751"/>
                  </a:lnTo>
                  <a:lnTo>
                    <a:pt x="323530" y="35483"/>
                  </a:lnTo>
                  <a:lnTo>
                    <a:pt x="323082" y="34886"/>
                  </a:lnTo>
                  <a:lnTo>
                    <a:pt x="322815" y="34061"/>
                  </a:lnTo>
                  <a:lnTo>
                    <a:pt x="322754" y="33872"/>
                  </a:lnTo>
                  <a:lnTo>
                    <a:pt x="322754" y="33216"/>
                  </a:lnTo>
                  <a:lnTo>
                    <a:pt x="323381" y="32739"/>
                  </a:lnTo>
                  <a:lnTo>
                    <a:pt x="324395" y="32173"/>
                  </a:lnTo>
                  <a:lnTo>
                    <a:pt x="324365" y="31397"/>
                  </a:lnTo>
                  <a:lnTo>
                    <a:pt x="324484" y="30294"/>
                  </a:lnTo>
                  <a:lnTo>
                    <a:pt x="324484" y="28819"/>
                  </a:lnTo>
                  <a:lnTo>
                    <a:pt x="324818" y="27197"/>
                  </a:lnTo>
                  <a:lnTo>
                    <a:pt x="324436" y="26195"/>
                  </a:lnTo>
                  <a:lnTo>
                    <a:pt x="323898" y="25324"/>
                  </a:lnTo>
                  <a:lnTo>
                    <a:pt x="323434" y="24573"/>
                  </a:lnTo>
                  <a:lnTo>
                    <a:pt x="323434" y="23618"/>
                  </a:lnTo>
                  <a:lnTo>
                    <a:pt x="323959" y="23189"/>
                  </a:lnTo>
                  <a:lnTo>
                    <a:pt x="325343" y="22712"/>
                  </a:lnTo>
                  <a:lnTo>
                    <a:pt x="326774" y="21949"/>
                  </a:lnTo>
                  <a:lnTo>
                    <a:pt x="327199" y="21009"/>
                  </a:lnTo>
                  <a:lnTo>
                    <a:pt x="326903" y="19697"/>
                  </a:lnTo>
                  <a:lnTo>
                    <a:pt x="326698" y="18790"/>
                  </a:lnTo>
                  <a:lnTo>
                    <a:pt x="327379" y="17755"/>
                  </a:lnTo>
                  <a:lnTo>
                    <a:pt x="328657" y="15815"/>
                  </a:lnTo>
                  <a:lnTo>
                    <a:pt x="330657" y="21968"/>
                  </a:lnTo>
                  <a:lnTo>
                    <a:pt x="328009" y="25690"/>
                  </a:lnTo>
                  <a:lnTo>
                    <a:pt x="330414" y="36361"/>
                  </a:lnTo>
                  <a:lnTo>
                    <a:pt x="332332" y="36965"/>
                  </a:lnTo>
                  <a:lnTo>
                    <a:pt x="335649" y="37338"/>
                  </a:lnTo>
                  <a:lnTo>
                    <a:pt x="337662" y="40469"/>
                  </a:lnTo>
                  <a:lnTo>
                    <a:pt x="342657" y="42743"/>
                  </a:lnTo>
                  <a:lnTo>
                    <a:pt x="349172" y="47852"/>
                  </a:lnTo>
                  <a:lnTo>
                    <a:pt x="347323" y="49939"/>
                  </a:lnTo>
                  <a:lnTo>
                    <a:pt x="351169" y="54700"/>
                  </a:lnTo>
                  <a:lnTo>
                    <a:pt x="351379" y="54960"/>
                  </a:lnTo>
                  <a:lnTo>
                    <a:pt x="351183" y="55487"/>
                  </a:lnTo>
                  <a:lnTo>
                    <a:pt x="350763" y="56611"/>
                  </a:lnTo>
                  <a:lnTo>
                    <a:pt x="350435" y="57490"/>
                  </a:lnTo>
                  <a:lnTo>
                    <a:pt x="350298" y="57857"/>
                  </a:lnTo>
                  <a:lnTo>
                    <a:pt x="349656" y="59225"/>
                  </a:lnTo>
                  <a:lnTo>
                    <a:pt x="349198" y="59339"/>
                  </a:lnTo>
                  <a:lnTo>
                    <a:pt x="347654" y="59374"/>
                  </a:lnTo>
                  <a:lnTo>
                    <a:pt x="347051" y="59387"/>
                  </a:lnTo>
                  <a:lnTo>
                    <a:pt x="346210" y="59420"/>
                  </a:lnTo>
                  <a:lnTo>
                    <a:pt x="344618" y="59483"/>
                  </a:lnTo>
                  <a:lnTo>
                    <a:pt x="344112" y="60454"/>
                  </a:lnTo>
                  <a:lnTo>
                    <a:pt x="343765" y="61122"/>
                  </a:lnTo>
                  <a:lnTo>
                    <a:pt x="343397" y="61829"/>
                  </a:lnTo>
                  <a:lnTo>
                    <a:pt x="343271" y="62071"/>
                  </a:lnTo>
                  <a:lnTo>
                    <a:pt x="343091" y="62417"/>
                  </a:lnTo>
                  <a:lnTo>
                    <a:pt x="342867" y="62541"/>
                  </a:lnTo>
                  <a:lnTo>
                    <a:pt x="342185" y="62918"/>
                  </a:lnTo>
                  <a:lnTo>
                    <a:pt x="340542" y="62445"/>
                  </a:lnTo>
                  <a:lnTo>
                    <a:pt x="340023" y="62296"/>
                  </a:lnTo>
                  <a:lnTo>
                    <a:pt x="339663" y="62071"/>
                  </a:lnTo>
                  <a:lnTo>
                    <a:pt x="339275" y="61829"/>
                  </a:lnTo>
                  <a:lnTo>
                    <a:pt x="337689" y="60839"/>
                  </a:lnTo>
                  <a:lnTo>
                    <a:pt x="337175" y="60182"/>
                  </a:lnTo>
                  <a:lnTo>
                    <a:pt x="336234" y="58978"/>
                  </a:lnTo>
                  <a:lnTo>
                    <a:pt x="335386" y="58639"/>
                  </a:lnTo>
                  <a:lnTo>
                    <a:pt x="335160" y="58549"/>
                  </a:lnTo>
                  <a:lnTo>
                    <a:pt x="334836" y="58523"/>
                  </a:lnTo>
                  <a:lnTo>
                    <a:pt x="333323" y="58405"/>
                  </a:lnTo>
                  <a:lnTo>
                    <a:pt x="332369" y="58883"/>
                  </a:lnTo>
                  <a:lnTo>
                    <a:pt x="331932" y="59757"/>
                  </a:lnTo>
                  <a:lnTo>
                    <a:pt x="332043" y="60206"/>
                  </a:lnTo>
                  <a:lnTo>
                    <a:pt x="332077" y="60342"/>
                  </a:lnTo>
                  <a:lnTo>
                    <a:pt x="332919" y="63733"/>
                  </a:lnTo>
                  <a:lnTo>
                    <a:pt x="334620" y="70588"/>
                  </a:lnTo>
                  <a:lnTo>
                    <a:pt x="332553" y="73748"/>
                  </a:lnTo>
                  <a:lnTo>
                    <a:pt x="331602" y="75203"/>
                  </a:lnTo>
                  <a:lnTo>
                    <a:pt x="329529" y="74070"/>
                  </a:lnTo>
                  <a:lnTo>
                    <a:pt x="326641" y="72492"/>
                  </a:lnTo>
                  <a:lnTo>
                    <a:pt x="321223" y="75224"/>
                  </a:lnTo>
                  <a:lnTo>
                    <a:pt x="320990" y="80710"/>
                  </a:lnTo>
                  <a:lnTo>
                    <a:pt x="319752" y="82687"/>
                  </a:lnTo>
                  <a:lnTo>
                    <a:pt x="317181" y="86793"/>
                  </a:lnTo>
                  <a:lnTo>
                    <a:pt x="316195" y="88368"/>
                  </a:lnTo>
                  <a:lnTo>
                    <a:pt x="304530" y="90372"/>
                  </a:lnTo>
                  <a:lnTo>
                    <a:pt x="299564" y="90749"/>
                  </a:lnTo>
                  <a:lnTo>
                    <a:pt x="287568" y="91660"/>
                  </a:lnTo>
                  <a:lnTo>
                    <a:pt x="273899" y="92591"/>
                  </a:lnTo>
                  <a:lnTo>
                    <a:pt x="271035" y="95679"/>
                  </a:lnTo>
                  <a:lnTo>
                    <a:pt x="269366" y="96154"/>
                  </a:lnTo>
                  <a:lnTo>
                    <a:pt x="268975" y="96265"/>
                  </a:lnTo>
                  <a:lnTo>
                    <a:pt x="265206" y="97696"/>
                  </a:lnTo>
                  <a:lnTo>
                    <a:pt x="257526" y="102847"/>
                  </a:lnTo>
                  <a:lnTo>
                    <a:pt x="256969" y="103220"/>
                  </a:lnTo>
                  <a:lnTo>
                    <a:pt x="256518" y="103708"/>
                  </a:lnTo>
                  <a:lnTo>
                    <a:pt x="255822" y="106183"/>
                  </a:lnTo>
                  <a:lnTo>
                    <a:pt x="255476" y="107410"/>
                  </a:lnTo>
                  <a:lnTo>
                    <a:pt x="255155" y="108555"/>
                  </a:lnTo>
                  <a:lnTo>
                    <a:pt x="255101" y="108746"/>
                  </a:lnTo>
                  <a:lnTo>
                    <a:pt x="253481" y="112226"/>
                  </a:lnTo>
                  <a:lnTo>
                    <a:pt x="252290" y="112901"/>
                  </a:lnTo>
                  <a:lnTo>
                    <a:pt x="248511" y="111766"/>
                  </a:lnTo>
                  <a:lnTo>
                    <a:pt x="247128" y="111351"/>
                  </a:lnTo>
                  <a:lnTo>
                    <a:pt x="245887" y="110933"/>
                  </a:lnTo>
                  <a:lnTo>
                    <a:pt x="244336" y="110234"/>
                  </a:lnTo>
                  <a:lnTo>
                    <a:pt x="242991" y="109629"/>
                  </a:lnTo>
                  <a:lnTo>
                    <a:pt x="240112" y="107974"/>
                  </a:lnTo>
                  <a:lnTo>
                    <a:pt x="239125" y="107407"/>
                  </a:lnTo>
                  <a:lnTo>
                    <a:pt x="236224" y="106523"/>
                  </a:lnTo>
                  <a:lnTo>
                    <a:pt x="234535" y="106129"/>
                  </a:lnTo>
                  <a:lnTo>
                    <a:pt x="234391" y="106127"/>
                  </a:lnTo>
                  <a:lnTo>
                    <a:pt x="233526" y="106116"/>
                  </a:lnTo>
                  <a:lnTo>
                    <a:pt x="233081" y="106229"/>
                  </a:lnTo>
                  <a:lnTo>
                    <a:pt x="233130" y="106055"/>
                  </a:lnTo>
                  <a:lnTo>
                    <a:pt x="233212" y="105760"/>
                  </a:lnTo>
                  <a:lnTo>
                    <a:pt x="234586" y="100829"/>
                  </a:lnTo>
                  <a:lnTo>
                    <a:pt x="236132" y="95190"/>
                  </a:lnTo>
                  <a:lnTo>
                    <a:pt x="230722" y="94783"/>
                  </a:lnTo>
                  <a:lnTo>
                    <a:pt x="226838" y="94491"/>
                  </a:lnTo>
                  <a:lnTo>
                    <a:pt x="225903" y="94259"/>
                  </a:lnTo>
                  <a:lnTo>
                    <a:pt x="217176" y="90212"/>
                  </a:lnTo>
                  <a:lnTo>
                    <a:pt x="212962" y="88258"/>
                  </a:lnTo>
                  <a:lnTo>
                    <a:pt x="209690" y="86147"/>
                  </a:lnTo>
                  <a:lnTo>
                    <a:pt x="208695" y="85505"/>
                  </a:lnTo>
                  <a:lnTo>
                    <a:pt x="206160" y="83870"/>
                  </a:lnTo>
                  <a:lnTo>
                    <a:pt x="203859" y="82387"/>
                  </a:lnTo>
                  <a:lnTo>
                    <a:pt x="201777" y="81044"/>
                  </a:lnTo>
                  <a:lnTo>
                    <a:pt x="201194" y="80668"/>
                  </a:lnTo>
                  <a:lnTo>
                    <a:pt x="200824" y="81211"/>
                  </a:lnTo>
                  <a:lnTo>
                    <a:pt x="197149" y="86614"/>
                  </a:lnTo>
                  <a:lnTo>
                    <a:pt x="194972" y="89815"/>
                  </a:lnTo>
                  <a:lnTo>
                    <a:pt x="194262" y="90859"/>
                  </a:lnTo>
                  <a:lnTo>
                    <a:pt x="193488" y="91996"/>
                  </a:lnTo>
                  <a:lnTo>
                    <a:pt x="191848" y="94408"/>
                  </a:lnTo>
                  <a:lnTo>
                    <a:pt x="189698" y="97569"/>
                  </a:lnTo>
                  <a:lnTo>
                    <a:pt x="188674" y="99074"/>
                  </a:lnTo>
                  <a:lnTo>
                    <a:pt x="186838" y="101773"/>
                  </a:lnTo>
                  <a:lnTo>
                    <a:pt x="185877" y="103186"/>
                  </a:lnTo>
                  <a:lnTo>
                    <a:pt x="185256" y="104099"/>
                  </a:lnTo>
                  <a:lnTo>
                    <a:pt x="175620" y="118266"/>
                  </a:lnTo>
                  <a:lnTo>
                    <a:pt x="173090" y="121986"/>
                  </a:lnTo>
                  <a:lnTo>
                    <a:pt x="162276" y="114510"/>
                  </a:lnTo>
                  <a:lnTo>
                    <a:pt x="151950" y="107371"/>
                  </a:lnTo>
                  <a:lnTo>
                    <a:pt x="151808" y="107575"/>
                  </a:lnTo>
                  <a:lnTo>
                    <a:pt x="144049" y="118728"/>
                  </a:lnTo>
                  <a:lnTo>
                    <a:pt x="138046" y="127306"/>
                  </a:lnTo>
                  <a:lnTo>
                    <a:pt x="127317" y="119987"/>
                  </a:lnTo>
                  <a:lnTo>
                    <a:pt x="127224" y="120129"/>
                  </a:lnTo>
                  <a:lnTo>
                    <a:pt x="124967" y="123395"/>
                  </a:lnTo>
                  <a:lnTo>
                    <a:pt x="119587" y="120124"/>
                  </a:lnTo>
                  <a:lnTo>
                    <a:pt x="118957" y="119742"/>
                  </a:lnTo>
                  <a:lnTo>
                    <a:pt x="117508" y="118861"/>
                  </a:lnTo>
                  <a:lnTo>
                    <a:pt x="115837" y="119045"/>
                  </a:lnTo>
                  <a:lnTo>
                    <a:pt x="113417" y="119306"/>
                  </a:lnTo>
                  <a:lnTo>
                    <a:pt x="110570" y="118805"/>
                  </a:lnTo>
                  <a:lnTo>
                    <a:pt x="109809" y="118671"/>
                  </a:lnTo>
                  <a:lnTo>
                    <a:pt x="107159" y="118205"/>
                  </a:lnTo>
                  <a:lnTo>
                    <a:pt x="106554" y="118099"/>
                  </a:lnTo>
                  <a:lnTo>
                    <a:pt x="105092" y="117841"/>
                  </a:lnTo>
                  <a:lnTo>
                    <a:pt x="95108" y="118081"/>
                  </a:lnTo>
                  <a:lnTo>
                    <a:pt x="93476" y="118535"/>
                  </a:lnTo>
                  <a:lnTo>
                    <a:pt x="93460" y="122245"/>
                  </a:lnTo>
                  <a:lnTo>
                    <a:pt x="93680" y="125174"/>
                  </a:lnTo>
                  <a:lnTo>
                    <a:pt x="93693" y="125348"/>
                  </a:lnTo>
                  <a:lnTo>
                    <a:pt x="94061" y="125401"/>
                  </a:lnTo>
                  <a:lnTo>
                    <a:pt x="94412" y="132747"/>
                  </a:lnTo>
                  <a:lnTo>
                    <a:pt x="93981" y="132783"/>
                  </a:lnTo>
                  <a:lnTo>
                    <a:pt x="92453" y="132911"/>
                  </a:lnTo>
                  <a:lnTo>
                    <a:pt x="89106" y="133189"/>
                  </a:lnTo>
                  <a:lnTo>
                    <a:pt x="88123" y="133265"/>
                  </a:lnTo>
                  <a:lnTo>
                    <a:pt x="84384" y="133552"/>
                  </a:lnTo>
                  <a:lnTo>
                    <a:pt x="81811" y="133750"/>
                  </a:lnTo>
                  <a:lnTo>
                    <a:pt x="81749" y="132887"/>
                  </a:lnTo>
                  <a:lnTo>
                    <a:pt x="81235" y="128188"/>
                  </a:lnTo>
                  <a:lnTo>
                    <a:pt x="65995" y="125694"/>
                  </a:lnTo>
                  <a:lnTo>
                    <a:pt x="58133" y="121601"/>
                  </a:lnTo>
                  <a:lnTo>
                    <a:pt x="53229" y="119048"/>
                  </a:lnTo>
                  <a:lnTo>
                    <a:pt x="50876" y="108631"/>
                  </a:lnTo>
                  <a:lnTo>
                    <a:pt x="32078" y="117792"/>
                  </a:lnTo>
                  <a:lnTo>
                    <a:pt x="21677" y="118174"/>
                  </a:lnTo>
                  <a:lnTo>
                    <a:pt x="22292" y="128575"/>
                  </a:lnTo>
                  <a:lnTo>
                    <a:pt x="4681" y="129542"/>
                  </a:lnTo>
                  <a:lnTo>
                    <a:pt x="0" y="82221"/>
                  </a:lnTo>
                  <a:lnTo>
                    <a:pt x="2984" y="78263"/>
                  </a:lnTo>
                  <a:lnTo>
                    <a:pt x="29979" y="94413"/>
                  </a:lnTo>
                  <a:lnTo>
                    <a:pt x="37040" y="91551"/>
                  </a:lnTo>
                  <a:lnTo>
                    <a:pt x="39521" y="85539"/>
                  </a:lnTo>
                  <a:lnTo>
                    <a:pt x="50113" y="84489"/>
                  </a:lnTo>
                  <a:lnTo>
                    <a:pt x="51926" y="73516"/>
                  </a:lnTo>
                  <a:lnTo>
                    <a:pt x="48491" y="68554"/>
                  </a:lnTo>
                  <a:lnTo>
                    <a:pt x="50972" y="65977"/>
                  </a:lnTo>
                  <a:lnTo>
                    <a:pt x="47345" y="59775"/>
                  </a:lnTo>
                  <a:lnTo>
                    <a:pt x="34654" y="57867"/>
                  </a:lnTo>
                  <a:lnTo>
                    <a:pt x="26284" y="54679"/>
                  </a:lnTo>
                  <a:lnTo>
                    <a:pt x="26757" y="53752"/>
                  </a:lnTo>
                  <a:lnTo>
                    <a:pt x="29345" y="49581"/>
                  </a:lnTo>
                  <a:lnTo>
                    <a:pt x="32019" y="50912"/>
                  </a:lnTo>
                  <a:lnTo>
                    <a:pt x="32580" y="51192"/>
                  </a:lnTo>
                  <a:lnTo>
                    <a:pt x="29449" y="43230"/>
                  </a:lnTo>
                  <a:lnTo>
                    <a:pt x="29953" y="43337"/>
                  </a:lnTo>
                  <a:lnTo>
                    <a:pt x="33418" y="44062"/>
                  </a:lnTo>
                  <a:lnTo>
                    <a:pt x="33394" y="43831"/>
                  </a:lnTo>
                  <a:lnTo>
                    <a:pt x="33002" y="40196"/>
                  </a:lnTo>
                  <a:lnTo>
                    <a:pt x="32943" y="29819"/>
                  </a:lnTo>
                  <a:lnTo>
                    <a:pt x="33254" y="29819"/>
                  </a:lnTo>
                  <a:lnTo>
                    <a:pt x="32606" y="22838"/>
                  </a:lnTo>
                  <a:lnTo>
                    <a:pt x="32384" y="20443"/>
                  </a:lnTo>
                  <a:lnTo>
                    <a:pt x="32350" y="19880"/>
                  </a:lnTo>
                  <a:lnTo>
                    <a:pt x="32125" y="16092"/>
                  </a:lnTo>
                  <a:lnTo>
                    <a:pt x="32054" y="14906"/>
                  </a:lnTo>
                  <a:lnTo>
                    <a:pt x="34481" y="13213"/>
                  </a:lnTo>
                  <a:lnTo>
                    <a:pt x="34738" y="13034"/>
                  </a:lnTo>
                  <a:lnTo>
                    <a:pt x="34887" y="12791"/>
                  </a:lnTo>
                  <a:lnTo>
                    <a:pt x="36581" y="10022"/>
                  </a:lnTo>
                  <a:lnTo>
                    <a:pt x="36820" y="8811"/>
                  </a:lnTo>
                  <a:lnTo>
                    <a:pt x="38088" y="3097"/>
                  </a:lnTo>
                  <a:lnTo>
                    <a:pt x="38241" y="2934"/>
                  </a:lnTo>
                  <a:lnTo>
                    <a:pt x="39766" y="1306"/>
                  </a:lnTo>
                  <a:lnTo>
                    <a:pt x="42271" y="170"/>
                  </a:lnTo>
                  <a:lnTo>
                    <a:pt x="43567" y="65"/>
                  </a:lnTo>
                  <a:lnTo>
                    <a:pt x="44378" y="0"/>
                  </a:lnTo>
                  <a:lnTo>
                    <a:pt x="45394" y="622"/>
                  </a:lnTo>
                  <a:lnTo>
                    <a:pt x="46286" y="1168"/>
                  </a:lnTo>
                  <a:lnTo>
                    <a:pt x="51985" y="19272"/>
                  </a:lnTo>
                  <a:lnTo>
                    <a:pt x="52085" y="19559"/>
                  </a:lnTo>
                  <a:lnTo>
                    <a:pt x="52272" y="20097"/>
                  </a:lnTo>
                  <a:lnTo>
                    <a:pt x="52384" y="20421"/>
                  </a:lnTo>
                  <a:lnTo>
                    <a:pt x="60052" y="25287"/>
                  </a:lnTo>
                  <a:lnTo>
                    <a:pt x="62620" y="27454"/>
                  </a:lnTo>
                  <a:lnTo>
                    <a:pt x="62921" y="27708"/>
                  </a:lnTo>
                  <a:lnTo>
                    <a:pt x="63117" y="27874"/>
                  </a:lnTo>
                  <a:lnTo>
                    <a:pt x="63278" y="2801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4" name="pg363"/>
            <p:cNvSpPr/>
            <p:nvPr/>
          </p:nvSpPr>
          <p:spPr>
            <a:xfrm>
              <a:off x="4314270" y="1691398"/>
              <a:ext cx="201319" cy="171089"/>
            </a:xfrm>
            <a:custGeom>
              <a:avLst/>
              <a:pathLst>
                <a:path w="201319" h="171089">
                  <a:moveTo>
                    <a:pt x="36413" y="21544"/>
                  </a:moveTo>
                  <a:lnTo>
                    <a:pt x="38635" y="25367"/>
                  </a:lnTo>
                  <a:lnTo>
                    <a:pt x="42188" y="21665"/>
                  </a:lnTo>
                  <a:lnTo>
                    <a:pt x="44134" y="24400"/>
                  </a:lnTo>
                  <a:lnTo>
                    <a:pt x="46669" y="26750"/>
                  </a:lnTo>
                  <a:lnTo>
                    <a:pt x="52109" y="28575"/>
                  </a:lnTo>
                  <a:lnTo>
                    <a:pt x="53870" y="29166"/>
                  </a:lnTo>
                  <a:lnTo>
                    <a:pt x="56167" y="26686"/>
                  </a:lnTo>
                  <a:lnTo>
                    <a:pt x="63755" y="23440"/>
                  </a:lnTo>
                  <a:lnTo>
                    <a:pt x="66366" y="26196"/>
                  </a:lnTo>
                  <a:lnTo>
                    <a:pt x="69944" y="31700"/>
                  </a:lnTo>
                  <a:lnTo>
                    <a:pt x="69276" y="32177"/>
                  </a:lnTo>
                  <a:lnTo>
                    <a:pt x="72033" y="36543"/>
                  </a:lnTo>
                  <a:lnTo>
                    <a:pt x="73570" y="39161"/>
                  </a:lnTo>
                  <a:lnTo>
                    <a:pt x="75588" y="42057"/>
                  </a:lnTo>
                  <a:lnTo>
                    <a:pt x="76500" y="48337"/>
                  </a:lnTo>
                  <a:lnTo>
                    <a:pt x="74996" y="48451"/>
                  </a:lnTo>
                  <a:lnTo>
                    <a:pt x="74324" y="48502"/>
                  </a:lnTo>
                  <a:lnTo>
                    <a:pt x="70522" y="50467"/>
                  </a:lnTo>
                  <a:lnTo>
                    <a:pt x="68316" y="51608"/>
                  </a:lnTo>
                  <a:lnTo>
                    <a:pt x="70386" y="52644"/>
                  </a:lnTo>
                  <a:lnTo>
                    <a:pt x="73922" y="54411"/>
                  </a:lnTo>
                  <a:lnTo>
                    <a:pt x="78752" y="58258"/>
                  </a:lnTo>
                  <a:lnTo>
                    <a:pt x="81153" y="60346"/>
                  </a:lnTo>
                  <a:lnTo>
                    <a:pt x="83181" y="62597"/>
                  </a:lnTo>
                  <a:lnTo>
                    <a:pt x="85179" y="68963"/>
                  </a:lnTo>
                  <a:lnTo>
                    <a:pt x="86449" y="69930"/>
                  </a:lnTo>
                  <a:lnTo>
                    <a:pt x="87027" y="70324"/>
                  </a:lnTo>
                  <a:lnTo>
                    <a:pt x="90653" y="72491"/>
                  </a:lnTo>
                  <a:lnTo>
                    <a:pt x="95908" y="64006"/>
                  </a:lnTo>
                  <a:lnTo>
                    <a:pt x="96307" y="63362"/>
                  </a:lnTo>
                  <a:lnTo>
                    <a:pt x="96625" y="63536"/>
                  </a:lnTo>
                  <a:lnTo>
                    <a:pt x="99704" y="65268"/>
                  </a:lnTo>
                  <a:lnTo>
                    <a:pt x="105865" y="54140"/>
                  </a:lnTo>
                  <a:lnTo>
                    <a:pt x="106207" y="53628"/>
                  </a:lnTo>
                  <a:lnTo>
                    <a:pt x="107385" y="54394"/>
                  </a:lnTo>
                  <a:lnTo>
                    <a:pt x="109238" y="55599"/>
                  </a:lnTo>
                  <a:lnTo>
                    <a:pt x="110024" y="56109"/>
                  </a:lnTo>
                  <a:lnTo>
                    <a:pt x="122520" y="64640"/>
                  </a:lnTo>
                  <a:lnTo>
                    <a:pt x="133741" y="72316"/>
                  </a:lnTo>
                  <a:lnTo>
                    <a:pt x="144625" y="79562"/>
                  </a:lnTo>
                  <a:lnTo>
                    <a:pt x="148393" y="81914"/>
                  </a:lnTo>
                  <a:lnTo>
                    <a:pt x="148686" y="82108"/>
                  </a:lnTo>
                  <a:lnTo>
                    <a:pt x="151774" y="84150"/>
                  </a:lnTo>
                  <a:lnTo>
                    <a:pt x="155303" y="86740"/>
                  </a:lnTo>
                  <a:lnTo>
                    <a:pt x="159504" y="89321"/>
                  </a:lnTo>
                  <a:lnTo>
                    <a:pt x="163010" y="91754"/>
                  </a:lnTo>
                  <a:lnTo>
                    <a:pt x="166303" y="94134"/>
                  </a:lnTo>
                  <a:lnTo>
                    <a:pt x="166786" y="94384"/>
                  </a:lnTo>
                  <a:lnTo>
                    <a:pt x="169935" y="96728"/>
                  </a:lnTo>
                  <a:lnTo>
                    <a:pt x="167620" y="100582"/>
                  </a:lnTo>
                  <a:lnTo>
                    <a:pt x="172106" y="103581"/>
                  </a:lnTo>
                  <a:lnTo>
                    <a:pt x="177331" y="107074"/>
                  </a:lnTo>
                  <a:lnTo>
                    <a:pt x="177735" y="107344"/>
                  </a:lnTo>
                  <a:lnTo>
                    <a:pt x="188487" y="113780"/>
                  </a:lnTo>
                  <a:lnTo>
                    <a:pt x="189150" y="114177"/>
                  </a:lnTo>
                  <a:lnTo>
                    <a:pt x="191203" y="110777"/>
                  </a:lnTo>
                  <a:lnTo>
                    <a:pt x="194541" y="112905"/>
                  </a:lnTo>
                  <a:lnTo>
                    <a:pt x="197242" y="114627"/>
                  </a:lnTo>
                  <a:lnTo>
                    <a:pt x="197688" y="114911"/>
                  </a:lnTo>
                  <a:lnTo>
                    <a:pt x="200815" y="116162"/>
                  </a:lnTo>
                  <a:lnTo>
                    <a:pt x="195579" y="125458"/>
                  </a:lnTo>
                  <a:lnTo>
                    <a:pt x="196845" y="126175"/>
                  </a:lnTo>
                  <a:lnTo>
                    <a:pt x="200841" y="128437"/>
                  </a:lnTo>
                  <a:lnTo>
                    <a:pt x="201319" y="128708"/>
                  </a:lnTo>
                  <a:lnTo>
                    <a:pt x="197356" y="133056"/>
                  </a:lnTo>
                  <a:lnTo>
                    <a:pt x="193348" y="134487"/>
                  </a:lnTo>
                  <a:lnTo>
                    <a:pt x="193352" y="137856"/>
                  </a:lnTo>
                  <a:lnTo>
                    <a:pt x="198572" y="139067"/>
                  </a:lnTo>
                  <a:lnTo>
                    <a:pt x="198766" y="140552"/>
                  </a:lnTo>
                  <a:lnTo>
                    <a:pt x="199100" y="143106"/>
                  </a:lnTo>
                  <a:lnTo>
                    <a:pt x="197822" y="145046"/>
                  </a:lnTo>
                  <a:lnTo>
                    <a:pt x="197141" y="146081"/>
                  </a:lnTo>
                  <a:lnTo>
                    <a:pt x="197346" y="146988"/>
                  </a:lnTo>
                  <a:lnTo>
                    <a:pt x="197642" y="148299"/>
                  </a:lnTo>
                  <a:lnTo>
                    <a:pt x="197217" y="149239"/>
                  </a:lnTo>
                  <a:lnTo>
                    <a:pt x="195786" y="150003"/>
                  </a:lnTo>
                  <a:lnTo>
                    <a:pt x="194402" y="150480"/>
                  </a:lnTo>
                  <a:lnTo>
                    <a:pt x="193877" y="150909"/>
                  </a:lnTo>
                  <a:lnTo>
                    <a:pt x="193877" y="151864"/>
                  </a:lnTo>
                  <a:lnTo>
                    <a:pt x="194341" y="152615"/>
                  </a:lnTo>
                  <a:lnTo>
                    <a:pt x="194879" y="153486"/>
                  </a:lnTo>
                  <a:lnTo>
                    <a:pt x="195261" y="154488"/>
                  </a:lnTo>
                  <a:lnTo>
                    <a:pt x="194927" y="156110"/>
                  </a:lnTo>
                  <a:lnTo>
                    <a:pt x="194927" y="157585"/>
                  </a:lnTo>
                  <a:lnTo>
                    <a:pt x="194808" y="158688"/>
                  </a:lnTo>
                  <a:lnTo>
                    <a:pt x="194838" y="159463"/>
                  </a:lnTo>
                  <a:lnTo>
                    <a:pt x="193824" y="160030"/>
                  </a:lnTo>
                  <a:lnTo>
                    <a:pt x="193197" y="160507"/>
                  </a:lnTo>
                  <a:lnTo>
                    <a:pt x="193197" y="161163"/>
                  </a:lnTo>
                  <a:lnTo>
                    <a:pt x="193259" y="161352"/>
                  </a:lnTo>
                  <a:lnTo>
                    <a:pt x="193525" y="162177"/>
                  </a:lnTo>
                  <a:lnTo>
                    <a:pt x="193973" y="162773"/>
                  </a:lnTo>
                  <a:lnTo>
                    <a:pt x="193973" y="163042"/>
                  </a:lnTo>
                  <a:lnTo>
                    <a:pt x="193704" y="163549"/>
                  </a:lnTo>
                  <a:lnTo>
                    <a:pt x="192780" y="164503"/>
                  </a:lnTo>
                  <a:lnTo>
                    <a:pt x="192631" y="165129"/>
                  </a:lnTo>
                  <a:lnTo>
                    <a:pt x="192661" y="166173"/>
                  </a:lnTo>
                  <a:lnTo>
                    <a:pt x="192154" y="167217"/>
                  </a:lnTo>
                  <a:lnTo>
                    <a:pt x="191438" y="168230"/>
                  </a:lnTo>
                  <a:lnTo>
                    <a:pt x="191080" y="169572"/>
                  </a:lnTo>
                  <a:lnTo>
                    <a:pt x="190830" y="170001"/>
                  </a:lnTo>
                  <a:lnTo>
                    <a:pt x="190457" y="170641"/>
                  </a:lnTo>
                  <a:lnTo>
                    <a:pt x="190086" y="170691"/>
                  </a:lnTo>
                  <a:lnTo>
                    <a:pt x="189025" y="170835"/>
                  </a:lnTo>
                  <a:lnTo>
                    <a:pt x="187057" y="170895"/>
                  </a:lnTo>
                  <a:lnTo>
                    <a:pt x="182942" y="171089"/>
                  </a:lnTo>
                  <a:lnTo>
                    <a:pt x="181362" y="170969"/>
                  </a:lnTo>
                  <a:lnTo>
                    <a:pt x="179630" y="170183"/>
                  </a:lnTo>
                  <a:lnTo>
                    <a:pt x="178052" y="169359"/>
                  </a:lnTo>
                  <a:lnTo>
                    <a:pt x="176650" y="168405"/>
                  </a:lnTo>
                  <a:lnTo>
                    <a:pt x="175592" y="167331"/>
                  </a:lnTo>
                  <a:lnTo>
                    <a:pt x="174993" y="167172"/>
                  </a:lnTo>
                  <a:lnTo>
                    <a:pt x="173802" y="166854"/>
                  </a:lnTo>
                  <a:lnTo>
                    <a:pt x="171059" y="167182"/>
                  </a:lnTo>
                  <a:lnTo>
                    <a:pt x="169121" y="167212"/>
                  </a:lnTo>
                  <a:lnTo>
                    <a:pt x="167481" y="166973"/>
                  </a:lnTo>
                  <a:lnTo>
                    <a:pt x="165915" y="166288"/>
                  </a:lnTo>
                  <a:lnTo>
                    <a:pt x="164633" y="165751"/>
                  </a:lnTo>
                  <a:lnTo>
                    <a:pt x="162635" y="165855"/>
                  </a:lnTo>
                  <a:lnTo>
                    <a:pt x="161174" y="165960"/>
                  </a:lnTo>
                  <a:lnTo>
                    <a:pt x="159489" y="165751"/>
                  </a:lnTo>
                  <a:lnTo>
                    <a:pt x="158222" y="165125"/>
                  </a:lnTo>
                  <a:lnTo>
                    <a:pt x="156907" y="164353"/>
                  </a:lnTo>
                  <a:lnTo>
                    <a:pt x="156671" y="164215"/>
                  </a:lnTo>
                  <a:lnTo>
                    <a:pt x="155642" y="163872"/>
                  </a:lnTo>
                  <a:lnTo>
                    <a:pt x="154494" y="164215"/>
                  </a:lnTo>
                  <a:lnTo>
                    <a:pt x="153406" y="165244"/>
                  </a:lnTo>
                  <a:lnTo>
                    <a:pt x="151453" y="165930"/>
                  </a:lnTo>
                  <a:lnTo>
                    <a:pt x="147546" y="165825"/>
                  </a:lnTo>
                  <a:lnTo>
                    <a:pt x="146204" y="165363"/>
                  </a:lnTo>
                  <a:lnTo>
                    <a:pt x="145340" y="164528"/>
                  </a:lnTo>
                  <a:lnTo>
                    <a:pt x="144967" y="163291"/>
                  </a:lnTo>
                  <a:lnTo>
                    <a:pt x="145128" y="161851"/>
                  </a:lnTo>
                  <a:lnTo>
                    <a:pt x="143315" y="161326"/>
                  </a:lnTo>
                  <a:lnTo>
                    <a:pt x="142384" y="163784"/>
                  </a:lnTo>
                  <a:lnTo>
                    <a:pt x="140754" y="167035"/>
                  </a:lnTo>
                  <a:lnTo>
                    <a:pt x="135327" y="168705"/>
                  </a:lnTo>
                  <a:lnTo>
                    <a:pt x="121740" y="163312"/>
                  </a:lnTo>
                  <a:lnTo>
                    <a:pt x="121386" y="157115"/>
                  </a:lnTo>
                  <a:lnTo>
                    <a:pt x="121221" y="154241"/>
                  </a:lnTo>
                  <a:lnTo>
                    <a:pt x="121418" y="148766"/>
                  </a:lnTo>
                  <a:lnTo>
                    <a:pt x="120917" y="148050"/>
                  </a:lnTo>
                  <a:lnTo>
                    <a:pt x="115586" y="144310"/>
                  </a:lnTo>
                  <a:lnTo>
                    <a:pt x="113034" y="147544"/>
                  </a:lnTo>
                  <a:lnTo>
                    <a:pt x="108626" y="153862"/>
                  </a:lnTo>
                  <a:lnTo>
                    <a:pt x="99364" y="167136"/>
                  </a:lnTo>
                  <a:lnTo>
                    <a:pt x="78516" y="153250"/>
                  </a:lnTo>
                  <a:lnTo>
                    <a:pt x="67032" y="145415"/>
                  </a:lnTo>
                  <a:lnTo>
                    <a:pt x="45597" y="130928"/>
                  </a:lnTo>
                  <a:lnTo>
                    <a:pt x="39453" y="139731"/>
                  </a:lnTo>
                  <a:lnTo>
                    <a:pt x="35605" y="136861"/>
                  </a:lnTo>
                  <a:lnTo>
                    <a:pt x="31807" y="134383"/>
                  </a:lnTo>
                  <a:lnTo>
                    <a:pt x="31674" y="134298"/>
                  </a:lnTo>
                  <a:lnTo>
                    <a:pt x="27964" y="131932"/>
                  </a:lnTo>
                  <a:lnTo>
                    <a:pt x="27665" y="131741"/>
                  </a:lnTo>
                  <a:lnTo>
                    <a:pt x="24233" y="129552"/>
                  </a:lnTo>
                  <a:lnTo>
                    <a:pt x="19373" y="129493"/>
                  </a:lnTo>
                  <a:lnTo>
                    <a:pt x="11560" y="126837"/>
                  </a:lnTo>
                  <a:lnTo>
                    <a:pt x="10014" y="126311"/>
                  </a:lnTo>
                  <a:lnTo>
                    <a:pt x="9184" y="128057"/>
                  </a:lnTo>
                  <a:lnTo>
                    <a:pt x="9818" y="130300"/>
                  </a:lnTo>
                  <a:lnTo>
                    <a:pt x="9945" y="130748"/>
                  </a:lnTo>
                  <a:lnTo>
                    <a:pt x="10228" y="131748"/>
                  </a:lnTo>
                  <a:lnTo>
                    <a:pt x="924" y="132940"/>
                  </a:lnTo>
                  <a:lnTo>
                    <a:pt x="0" y="126947"/>
                  </a:lnTo>
                  <a:lnTo>
                    <a:pt x="520" y="125558"/>
                  </a:lnTo>
                  <a:lnTo>
                    <a:pt x="3440" y="117757"/>
                  </a:lnTo>
                  <a:lnTo>
                    <a:pt x="4666" y="114482"/>
                  </a:lnTo>
                  <a:lnTo>
                    <a:pt x="10123" y="110814"/>
                  </a:lnTo>
                  <a:lnTo>
                    <a:pt x="6815" y="102061"/>
                  </a:lnTo>
                  <a:lnTo>
                    <a:pt x="10264" y="93480"/>
                  </a:lnTo>
                  <a:lnTo>
                    <a:pt x="11804" y="92590"/>
                  </a:lnTo>
                  <a:lnTo>
                    <a:pt x="15976" y="90181"/>
                  </a:lnTo>
                  <a:lnTo>
                    <a:pt x="20455" y="84394"/>
                  </a:lnTo>
                  <a:lnTo>
                    <a:pt x="17941" y="82571"/>
                  </a:lnTo>
                  <a:lnTo>
                    <a:pt x="12839" y="78871"/>
                  </a:lnTo>
                  <a:lnTo>
                    <a:pt x="12119" y="78349"/>
                  </a:lnTo>
                  <a:lnTo>
                    <a:pt x="14715" y="74975"/>
                  </a:lnTo>
                  <a:lnTo>
                    <a:pt x="14827" y="74818"/>
                  </a:lnTo>
                  <a:lnTo>
                    <a:pt x="17368" y="71233"/>
                  </a:lnTo>
                  <a:lnTo>
                    <a:pt x="17506" y="71039"/>
                  </a:lnTo>
                  <a:lnTo>
                    <a:pt x="20057" y="67552"/>
                  </a:lnTo>
                  <a:lnTo>
                    <a:pt x="22975" y="63801"/>
                  </a:lnTo>
                  <a:lnTo>
                    <a:pt x="23106" y="63632"/>
                  </a:lnTo>
                  <a:lnTo>
                    <a:pt x="23543" y="63251"/>
                  </a:lnTo>
                  <a:lnTo>
                    <a:pt x="26670" y="60526"/>
                  </a:lnTo>
                  <a:lnTo>
                    <a:pt x="26864" y="60357"/>
                  </a:lnTo>
                  <a:lnTo>
                    <a:pt x="30048" y="57459"/>
                  </a:lnTo>
                  <a:lnTo>
                    <a:pt x="32515" y="55343"/>
                  </a:lnTo>
                  <a:lnTo>
                    <a:pt x="34177" y="53917"/>
                  </a:lnTo>
                  <a:lnTo>
                    <a:pt x="38535" y="56788"/>
                  </a:lnTo>
                  <a:lnTo>
                    <a:pt x="39692" y="57550"/>
                  </a:lnTo>
                  <a:lnTo>
                    <a:pt x="40610" y="58257"/>
                  </a:lnTo>
                  <a:lnTo>
                    <a:pt x="40764" y="58374"/>
                  </a:lnTo>
                  <a:lnTo>
                    <a:pt x="41044" y="58590"/>
                  </a:lnTo>
                  <a:lnTo>
                    <a:pt x="41552" y="58981"/>
                  </a:lnTo>
                  <a:lnTo>
                    <a:pt x="41958" y="58528"/>
                  </a:lnTo>
                  <a:lnTo>
                    <a:pt x="42433" y="57925"/>
                  </a:lnTo>
                  <a:lnTo>
                    <a:pt x="42840" y="57407"/>
                  </a:lnTo>
                  <a:lnTo>
                    <a:pt x="43443" y="56642"/>
                  </a:lnTo>
                  <a:lnTo>
                    <a:pt x="43977" y="55964"/>
                  </a:lnTo>
                  <a:lnTo>
                    <a:pt x="44134" y="55765"/>
                  </a:lnTo>
                  <a:lnTo>
                    <a:pt x="44741" y="55009"/>
                  </a:lnTo>
                  <a:lnTo>
                    <a:pt x="45017" y="54664"/>
                  </a:lnTo>
                  <a:lnTo>
                    <a:pt x="44732" y="54419"/>
                  </a:lnTo>
                  <a:lnTo>
                    <a:pt x="43594" y="53701"/>
                  </a:lnTo>
                  <a:lnTo>
                    <a:pt x="39175" y="50909"/>
                  </a:lnTo>
                  <a:lnTo>
                    <a:pt x="34447" y="47916"/>
                  </a:lnTo>
                  <a:lnTo>
                    <a:pt x="34612" y="47683"/>
                  </a:lnTo>
                  <a:lnTo>
                    <a:pt x="34807" y="47406"/>
                  </a:lnTo>
                  <a:lnTo>
                    <a:pt x="34980" y="47161"/>
                  </a:lnTo>
                  <a:lnTo>
                    <a:pt x="35079" y="47020"/>
                  </a:lnTo>
                  <a:lnTo>
                    <a:pt x="35494" y="46430"/>
                  </a:lnTo>
                  <a:lnTo>
                    <a:pt x="35594" y="46289"/>
                  </a:lnTo>
                  <a:lnTo>
                    <a:pt x="36024" y="45678"/>
                  </a:lnTo>
                  <a:lnTo>
                    <a:pt x="36558" y="44920"/>
                  </a:lnTo>
                  <a:lnTo>
                    <a:pt x="36770" y="44619"/>
                  </a:lnTo>
                  <a:lnTo>
                    <a:pt x="36934" y="44325"/>
                  </a:lnTo>
                  <a:lnTo>
                    <a:pt x="36986" y="44002"/>
                  </a:lnTo>
                  <a:lnTo>
                    <a:pt x="36768" y="43791"/>
                  </a:lnTo>
                  <a:lnTo>
                    <a:pt x="36269" y="43307"/>
                  </a:lnTo>
                  <a:lnTo>
                    <a:pt x="35770" y="42929"/>
                  </a:lnTo>
                  <a:lnTo>
                    <a:pt x="34409" y="41889"/>
                  </a:lnTo>
                  <a:lnTo>
                    <a:pt x="32523" y="40269"/>
                  </a:lnTo>
                  <a:lnTo>
                    <a:pt x="31713" y="39573"/>
                  </a:lnTo>
                  <a:lnTo>
                    <a:pt x="31380" y="39067"/>
                  </a:lnTo>
                  <a:lnTo>
                    <a:pt x="31054" y="38571"/>
                  </a:lnTo>
                  <a:lnTo>
                    <a:pt x="30677" y="37998"/>
                  </a:lnTo>
                  <a:lnTo>
                    <a:pt x="30343" y="37489"/>
                  </a:lnTo>
                  <a:lnTo>
                    <a:pt x="29769" y="36615"/>
                  </a:lnTo>
                  <a:lnTo>
                    <a:pt x="28854" y="34822"/>
                  </a:lnTo>
                  <a:lnTo>
                    <a:pt x="28371" y="33877"/>
                  </a:lnTo>
                  <a:lnTo>
                    <a:pt x="27346" y="31629"/>
                  </a:lnTo>
                  <a:lnTo>
                    <a:pt x="26867" y="31002"/>
                  </a:lnTo>
                  <a:lnTo>
                    <a:pt x="26317" y="30282"/>
                  </a:lnTo>
                  <a:lnTo>
                    <a:pt x="25926" y="29770"/>
                  </a:lnTo>
                  <a:lnTo>
                    <a:pt x="25637" y="29392"/>
                  </a:lnTo>
                  <a:lnTo>
                    <a:pt x="24651" y="28102"/>
                  </a:lnTo>
                  <a:lnTo>
                    <a:pt x="23977" y="27220"/>
                  </a:lnTo>
                  <a:lnTo>
                    <a:pt x="23456" y="26679"/>
                  </a:lnTo>
                  <a:lnTo>
                    <a:pt x="22029" y="25202"/>
                  </a:lnTo>
                  <a:lnTo>
                    <a:pt x="21685" y="24846"/>
                  </a:lnTo>
                  <a:lnTo>
                    <a:pt x="21157" y="24298"/>
                  </a:lnTo>
                  <a:lnTo>
                    <a:pt x="20545" y="23665"/>
                  </a:lnTo>
                  <a:lnTo>
                    <a:pt x="20151" y="23256"/>
                  </a:lnTo>
                  <a:lnTo>
                    <a:pt x="19803" y="22896"/>
                  </a:lnTo>
                  <a:lnTo>
                    <a:pt x="19619" y="22672"/>
                  </a:lnTo>
                  <a:lnTo>
                    <a:pt x="19391" y="22395"/>
                  </a:lnTo>
                  <a:lnTo>
                    <a:pt x="19147" y="22096"/>
                  </a:lnTo>
                  <a:lnTo>
                    <a:pt x="18515" y="21327"/>
                  </a:lnTo>
                  <a:lnTo>
                    <a:pt x="18012" y="20714"/>
                  </a:lnTo>
                  <a:lnTo>
                    <a:pt x="17070" y="19566"/>
                  </a:lnTo>
                  <a:lnTo>
                    <a:pt x="16812" y="19252"/>
                  </a:lnTo>
                  <a:lnTo>
                    <a:pt x="16560" y="18945"/>
                  </a:lnTo>
                  <a:lnTo>
                    <a:pt x="16432" y="18734"/>
                  </a:lnTo>
                  <a:lnTo>
                    <a:pt x="15735" y="17585"/>
                  </a:lnTo>
                  <a:lnTo>
                    <a:pt x="15326" y="16909"/>
                  </a:lnTo>
                  <a:lnTo>
                    <a:pt x="15227" y="16746"/>
                  </a:lnTo>
                  <a:lnTo>
                    <a:pt x="14851" y="16126"/>
                  </a:lnTo>
                  <a:lnTo>
                    <a:pt x="14552" y="15632"/>
                  </a:lnTo>
                  <a:lnTo>
                    <a:pt x="14208" y="15066"/>
                  </a:lnTo>
                  <a:lnTo>
                    <a:pt x="14135" y="14904"/>
                  </a:lnTo>
                  <a:lnTo>
                    <a:pt x="13926" y="14437"/>
                  </a:lnTo>
                  <a:lnTo>
                    <a:pt x="13848" y="14254"/>
                  </a:lnTo>
                  <a:lnTo>
                    <a:pt x="13456" y="13330"/>
                  </a:lnTo>
                  <a:lnTo>
                    <a:pt x="13321" y="13013"/>
                  </a:lnTo>
                  <a:lnTo>
                    <a:pt x="13191" y="12706"/>
                  </a:lnTo>
                  <a:lnTo>
                    <a:pt x="13137" y="12579"/>
                  </a:lnTo>
                  <a:lnTo>
                    <a:pt x="13022" y="12308"/>
                  </a:lnTo>
                  <a:lnTo>
                    <a:pt x="12891" y="11999"/>
                  </a:lnTo>
                  <a:lnTo>
                    <a:pt x="12548" y="11350"/>
                  </a:lnTo>
                  <a:lnTo>
                    <a:pt x="12077" y="10820"/>
                  </a:lnTo>
                  <a:lnTo>
                    <a:pt x="11821" y="10532"/>
                  </a:lnTo>
                  <a:lnTo>
                    <a:pt x="11547" y="10224"/>
                  </a:lnTo>
                  <a:lnTo>
                    <a:pt x="10928" y="9324"/>
                  </a:lnTo>
                  <a:lnTo>
                    <a:pt x="11390" y="8926"/>
                  </a:lnTo>
                  <a:lnTo>
                    <a:pt x="12098" y="8354"/>
                  </a:lnTo>
                  <a:lnTo>
                    <a:pt x="12594" y="7952"/>
                  </a:lnTo>
                  <a:lnTo>
                    <a:pt x="17870" y="3683"/>
                  </a:lnTo>
                  <a:lnTo>
                    <a:pt x="18260" y="3456"/>
                  </a:lnTo>
                  <a:lnTo>
                    <a:pt x="18470" y="3334"/>
                  </a:lnTo>
                  <a:lnTo>
                    <a:pt x="18604" y="3243"/>
                  </a:lnTo>
                  <a:lnTo>
                    <a:pt x="18780" y="3123"/>
                  </a:lnTo>
                  <a:lnTo>
                    <a:pt x="19437" y="2676"/>
                  </a:lnTo>
                  <a:lnTo>
                    <a:pt x="19696" y="2500"/>
                  </a:lnTo>
                  <a:lnTo>
                    <a:pt x="20273" y="2107"/>
                  </a:lnTo>
                  <a:lnTo>
                    <a:pt x="20602" y="1884"/>
                  </a:lnTo>
                  <a:lnTo>
                    <a:pt x="21134" y="1522"/>
                  </a:lnTo>
                  <a:lnTo>
                    <a:pt x="21334" y="1386"/>
                  </a:lnTo>
                  <a:lnTo>
                    <a:pt x="21927" y="983"/>
                  </a:lnTo>
                  <a:lnTo>
                    <a:pt x="22167" y="820"/>
                  </a:lnTo>
                  <a:lnTo>
                    <a:pt x="22493" y="600"/>
                  </a:lnTo>
                  <a:lnTo>
                    <a:pt x="22782" y="411"/>
                  </a:lnTo>
                  <a:lnTo>
                    <a:pt x="23362" y="31"/>
                  </a:lnTo>
                  <a:lnTo>
                    <a:pt x="24884" y="0"/>
                  </a:lnTo>
                  <a:lnTo>
                    <a:pt x="26203" y="199"/>
                  </a:lnTo>
                  <a:lnTo>
                    <a:pt x="28053" y="2481"/>
                  </a:lnTo>
                  <a:lnTo>
                    <a:pt x="28398" y="3395"/>
                  </a:lnTo>
                  <a:lnTo>
                    <a:pt x="28240" y="3465"/>
                  </a:lnTo>
                  <a:lnTo>
                    <a:pt x="28050" y="3548"/>
                  </a:lnTo>
                  <a:lnTo>
                    <a:pt x="26490" y="4230"/>
                  </a:lnTo>
                  <a:lnTo>
                    <a:pt x="28522" y="5460"/>
                  </a:lnTo>
                  <a:lnTo>
                    <a:pt x="29255" y="5903"/>
                  </a:lnTo>
                  <a:lnTo>
                    <a:pt x="32525" y="7880"/>
                  </a:lnTo>
                  <a:lnTo>
                    <a:pt x="31736" y="8222"/>
                  </a:lnTo>
                  <a:lnTo>
                    <a:pt x="29404" y="9232"/>
                  </a:lnTo>
                  <a:lnTo>
                    <a:pt x="28938" y="9434"/>
                  </a:lnTo>
                  <a:lnTo>
                    <a:pt x="29573" y="10482"/>
                  </a:lnTo>
                  <a:lnTo>
                    <a:pt x="30924" y="12708"/>
                  </a:lnTo>
                  <a:lnTo>
                    <a:pt x="33977" y="17739"/>
                  </a:lnTo>
                  <a:lnTo>
                    <a:pt x="34700" y="1886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5" name="pg364"/>
            <p:cNvSpPr/>
            <p:nvPr/>
          </p:nvSpPr>
          <p:spPr>
            <a:xfrm>
              <a:off x="4472451" y="1748827"/>
              <a:ext cx="89643" cy="107403"/>
            </a:xfrm>
            <a:custGeom>
              <a:avLst/>
              <a:pathLst>
                <a:path w="89643" h="107403">
                  <a:moveTo>
                    <a:pt x="25465" y="2206"/>
                  </a:moveTo>
                  <a:lnTo>
                    <a:pt x="19137" y="13939"/>
                  </a:lnTo>
                  <a:lnTo>
                    <a:pt x="29700" y="16579"/>
                  </a:lnTo>
                  <a:lnTo>
                    <a:pt x="35242" y="4792"/>
                  </a:lnTo>
                  <a:lnTo>
                    <a:pt x="35656" y="3912"/>
                  </a:lnTo>
                  <a:lnTo>
                    <a:pt x="48240" y="12888"/>
                  </a:lnTo>
                  <a:lnTo>
                    <a:pt x="66581" y="31301"/>
                  </a:lnTo>
                  <a:lnTo>
                    <a:pt x="67362" y="32085"/>
                  </a:lnTo>
                  <a:lnTo>
                    <a:pt x="71594" y="34118"/>
                  </a:lnTo>
                  <a:lnTo>
                    <a:pt x="74469" y="35077"/>
                  </a:lnTo>
                  <a:lnTo>
                    <a:pt x="77176" y="35979"/>
                  </a:lnTo>
                  <a:lnTo>
                    <a:pt x="83688" y="36909"/>
                  </a:lnTo>
                  <a:lnTo>
                    <a:pt x="89643" y="49811"/>
                  </a:lnTo>
                  <a:lnTo>
                    <a:pt x="86305" y="52972"/>
                  </a:lnTo>
                  <a:lnTo>
                    <a:pt x="88452" y="57565"/>
                  </a:lnTo>
                  <a:lnTo>
                    <a:pt x="85869" y="60565"/>
                  </a:lnTo>
                  <a:lnTo>
                    <a:pt x="84511" y="62142"/>
                  </a:lnTo>
                  <a:lnTo>
                    <a:pt x="82329" y="64677"/>
                  </a:lnTo>
                  <a:lnTo>
                    <a:pt x="85621" y="72550"/>
                  </a:lnTo>
                  <a:lnTo>
                    <a:pt x="85263" y="82140"/>
                  </a:lnTo>
                  <a:lnTo>
                    <a:pt x="84046" y="87221"/>
                  </a:lnTo>
                  <a:lnTo>
                    <a:pt x="81541" y="89797"/>
                  </a:lnTo>
                  <a:lnTo>
                    <a:pt x="79895" y="88437"/>
                  </a:lnTo>
                  <a:lnTo>
                    <a:pt x="77333" y="90519"/>
                  </a:lnTo>
                  <a:lnTo>
                    <a:pt x="76460" y="91228"/>
                  </a:lnTo>
                  <a:lnTo>
                    <a:pt x="74135" y="98506"/>
                  </a:lnTo>
                  <a:lnTo>
                    <a:pt x="72596" y="103323"/>
                  </a:lnTo>
                  <a:lnTo>
                    <a:pt x="65009" y="107403"/>
                  </a:lnTo>
                  <a:lnTo>
                    <a:pt x="58139" y="105112"/>
                  </a:lnTo>
                  <a:lnTo>
                    <a:pt x="53603" y="92943"/>
                  </a:lnTo>
                  <a:lnTo>
                    <a:pt x="51277" y="88709"/>
                  </a:lnTo>
                  <a:lnTo>
                    <a:pt x="51218" y="81851"/>
                  </a:lnTo>
                  <a:lnTo>
                    <a:pt x="52709" y="78988"/>
                  </a:lnTo>
                  <a:lnTo>
                    <a:pt x="52576" y="76623"/>
                  </a:lnTo>
                  <a:lnTo>
                    <a:pt x="52010" y="76302"/>
                  </a:lnTo>
                  <a:lnTo>
                    <a:pt x="48883" y="74532"/>
                  </a:lnTo>
                  <a:lnTo>
                    <a:pt x="46058" y="72933"/>
                  </a:lnTo>
                  <a:lnTo>
                    <a:pt x="43138" y="71279"/>
                  </a:lnTo>
                  <a:lnTo>
                    <a:pt x="42659" y="71008"/>
                  </a:lnTo>
                  <a:lnTo>
                    <a:pt x="38663" y="68746"/>
                  </a:lnTo>
                  <a:lnTo>
                    <a:pt x="37397" y="68029"/>
                  </a:lnTo>
                  <a:lnTo>
                    <a:pt x="42633" y="58733"/>
                  </a:lnTo>
                  <a:lnTo>
                    <a:pt x="39507" y="57482"/>
                  </a:lnTo>
                  <a:lnTo>
                    <a:pt x="46988" y="46620"/>
                  </a:lnTo>
                  <a:lnTo>
                    <a:pt x="55825" y="51676"/>
                  </a:lnTo>
                  <a:lnTo>
                    <a:pt x="58543" y="46508"/>
                  </a:lnTo>
                  <a:lnTo>
                    <a:pt x="51756" y="42761"/>
                  </a:lnTo>
                  <a:lnTo>
                    <a:pt x="49586" y="41563"/>
                  </a:lnTo>
                  <a:lnTo>
                    <a:pt x="47651" y="40494"/>
                  </a:lnTo>
                  <a:lnTo>
                    <a:pt x="29034" y="30888"/>
                  </a:lnTo>
                  <a:lnTo>
                    <a:pt x="23378" y="25346"/>
                  </a:lnTo>
                  <a:lnTo>
                    <a:pt x="18726" y="24750"/>
                  </a:lnTo>
                  <a:lnTo>
                    <a:pt x="0" y="12464"/>
                  </a:lnTo>
                  <a:lnTo>
                    <a:pt x="1013" y="7275"/>
                  </a:lnTo>
                  <a:lnTo>
                    <a:pt x="4771" y="4055"/>
                  </a:lnTo>
                  <a:lnTo>
                    <a:pt x="17474" y="8647"/>
                  </a:lnTo>
                  <a:lnTo>
                    <a:pt x="21589"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6" name="pg365"/>
            <p:cNvSpPr/>
            <p:nvPr/>
          </p:nvSpPr>
          <p:spPr>
            <a:xfrm>
              <a:off x="4386082" y="1589278"/>
              <a:ext cx="90250" cy="137236"/>
            </a:xfrm>
            <a:custGeom>
              <a:avLst/>
              <a:pathLst>
                <a:path w="90250" h="137236">
                  <a:moveTo>
                    <a:pt x="27320" y="0"/>
                  </a:moveTo>
                  <a:lnTo>
                    <a:pt x="33872" y="6911"/>
                  </a:lnTo>
                  <a:lnTo>
                    <a:pt x="37001" y="3861"/>
                  </a:lnTo>
                  <a:lnTo>
                    <a:pt x="38269" y="2624"/>
                  </a:lnTo>
                  <a:lnTo>
                    <a:pt x="39152" y="3626"/>
                  </a:lnTo>
                  <a:lnTo>
                    <a:pt x="42821" y="438"/>
                  </a:lnTo>
                  <a:lnTo>
                    <a:pt x="52956" y="12585"/>
                  </a:lnTo>
                  <a:lnTo>
                    <a:pt x="51453" y="13730"/>
                  </a:lnTo>
                  <a:lnTo>
                    <a:pt x="58020" y="21601"/>
                  </a:lnTo>
                  <a:lnTo>
                    <a:pt x="60892" y="25043"/>
                  </a:lnTo>
                  <a:lnTo>
                    <a:pt x="66837" y="32170"/>
                  </a:lnTo>
                  <a:lnTo>
                    <a:pt x="76895" y="44222"/>
                  </a:lnTo>
                  <a:lnTo>
                    <a:pt x="81653" y="49892"/>
                  </a:lnTo>
                  <a:lnTo>
                    <a:pt x="83961" y="52642"/>
                  </a:lnTo>
                  <a:lnTo>
                    <a:pt x="81489" y="54868"/>
                  </a:lnTo>
                  <a:lnTo>
                    <a:pt x="85592" y="60211"/>
                  </a:lnTo>
                  <a:lnTo>
                    <a:pt x="82724" y="64110"/>
                  </a:lnTo>
                  <a:lnTo>
                    <a:pt x="83088" y="64227"/>
                  </a:lnTo>
                  <a:lnTo>
                    <a:pt x="90250" y="66524"/>
                  </a:lnTo>
                  <a:lnTo>
                    <a:pt x="88907" y="71491"/>
                  </a:lnTo>
                  <a:lnTo>
                    <a:pt x="88668" y="71417"/>
                  </a:lnTo>
                  <a:lnTo>
                    <a:pt x="84472" y="70110"/>
                  </a:lnTo>
                  <a:lnTo>
                    <a:pt x="83939" y="70807"/>
                  </a:lnTo>
                  <a:lnTo>
                    <a:pt x="80285" y="75585"/>
                  </a:lnTo>
                  <a:lnTo>
                    <a:pt x="77655" y="79217"/>
                  </a:lnTo>
                  <a:lnTo>
                    <a:pt x="77510" y="79410"/>
                  </a:lnTo>
                  <a:lnTo>
                    <a:pt x="74989" y="82760"/>
                  </a:lnTo>
                  <a:lnTo>
                    <a:pt x="68799" y="88539"/>
                  </a:lnTo>
                  <a:lnTo>
                    <a:pt x="67350" y="89129"/>
                  </a:lnTo>
                  <a:lnTo>
                    <a:pt x="67030" y="89603"/>
                  </a:lnTo>
                  <a:lnTo>
                    <a:pt x="57844" y="103198"/>
                  </a:lnTo>
                  <a:lnTo>
                    <a:pt x="57007" y="104180"/>
                  </a:lnTo>
                  <a:lnTo>
                    <a:pt x="53050" y="101680"/>
                  </a:lnTo>
                  <a:lnTo>
                    <a:pt x="52736" y="102142"/>
                  </a:lnTo>
                  <a:lnTo>
                    <a:pt x="51095" y="104555"/>
                  </a:lnTo>
                  <a:lnTo>
                    <a:pt x="45051" y="113642"/>
                  </a:lnTo>
                  <a:lnTo>
                    <a:pt x="49005" y="116113"/>
                  </a:lnTo>
                  <a:lnTo>
                    <a:pt x="45585" y="121474"/>
                  </a:lnTo>
                  <a:lnTo>
                    <a:pt x="43218" y="125185"/>
                  </a:lnTo>
                  <a:lnTo>
                    <a:pt x="43197" y="125466"/>
                  </a:lnTo>
                  <a:lnTo>
                    <a:pt x="42708" y="132127"/>
                  </a:lnTo>
                  <a:lnTo>
                    <a:pt x="42699" y="133692"/>
                  </a:lnTo>
                  <a:lnTo>
                    <a:pt x="42323" y="133573"/>
                  </a:lnTo>
                  <a:lnTo>
                    <a:pt x="41809" y="133410"/>
                  </a:lnTo>
                  <a:lnTo>
                    <a:pt x="38323" y="132307"/>
                  </a:lnTo>
                  <a:lnTo>
                    <a:pt x="38197" y="132736"/>
                  </a:lnTo>
                  <a:lnTo>
                    <a:pt x="36756" y="134780"/>
                  </a:lnTo>
                  <a:lnTo>
                    <a:pt x="36588" y="134933"/>
                  </a:lnTo>
                  <a:lnTo>
                    <a:pt x="34066" y="137236"/>
                  </a:lnTo>
                  <a:lnTo>
                    <a:pt x="31044" y="134208"/>
                  </a:lnTo>
                  <a:lnTo>
                    <a:pt x="24746" y="128841"/>
                  </a:lnTo>
                  <a:lnTo>
                    <a:pt x="16134" y="121040"/>
                  </a:lnTo>
                  <a:lnTo>
                    <a:pt x="15109" y="120246"/>
                  </a:lnTo>
                  <a:lnTo>
                    <a:pt x="12756" y="118423"/>
                  </a:lnTo>
                  <a:lnTo>
                    <a:pt x="16382" y="114181"/>
                  </a:lnTo>
                  <a:lnTo>
                    <a:pt x="16634" y="113887"/>
                  </a:lnTo>
                  <a:lnTo>
                    <a:pt x="9214" y="107170"/>
                  </a:lnTo>
                  <a:lnTo>
                    <a:pt x="0" y="98749"/>
                  </a:lnTo>
                  <a:lnTo>
                    <a:pt x="3205" y="95154"/>
                  </a:lnTo>
                  <a:lnTo>
                    <a:pt x="6583" y="91740"/>
                  </a:lnTo>
                  <a:lnTo>
                    <a:pt x="10363" y="87919"/>
                  </a:lnTo>
                  <a:lnTo>
                    <a:pt x="10840" y="88328"/>
                  </a:lnTo>
                  <a:lnTo>
                    <a:pt x="12445" y="89706"/>
                  </a:lnTo>
                  <a:lnTo>
                    <a:pt x="14443" y="91419"/>
                  </a:lnTo>
                  <a:lnTo>
                    <a:pt x="19208" y="95508"/>
                  </a:lnTo>
                  <a:lnTo>
                    <a:pt x="22988" y="98998"/>
                  </a:lnTo>
                  <a:lnTo>
                    <a:pt x="23438" y="99393"/>
                  </a:lnTo>
                  <a:lnTo>
                    <a:pt x="33595" y="108283"/>
                  </a:lnTo>
                  <a:lnTo>
                    <a:pt x="35404" y="109866"/>
                  </a:lnTo>
                  <a:lnTo>
                    <a:pt x="35575" y="109665"/>
                  </a:lnTo>
                  <a:lnTo>
                    <a:pt x="37310" y="107626"/>
                  </a:lnTo>
                  <a:lnTo>
                    <a:pt x="38141" y="106650"/>
                  </a:lnTo>
                  <a:lnTo>
                    <a:pt x="39332" y="105250"/>
                  </a:lnTo>
                  <a:lnTo>
                    <a:pt x="41174" y="103087"/>
                  </a:lnTo>
                  <a:lnTo>
                    <a:pt x="42129" y="101965"/>
                  </a:lnTo>
                  <a:lnTo>
                    <a:pt x="43859" y="99931"/>
                  </a:lnTo>
                  <a:lnTo>
                    <a:pt x="44767" y="98865"/>
                  </a:lnTo>
                  <a:lnTo>
                    <a:pt x="46750" y="97857"/>
                  </a:lnTo>
                  <a:lnTo>
                    <a:pt x="46315" y="96905"/>
                  </a:lnTo>
                  <a:lnTo>
                    <a:pt x="46882" y="96748"/>
                  </a:lnTo>
                  <a:lnTo>
                    <a:pt x="48157" y="94788"/>
                  </a:lnTo>
                  <a:lnTo>
                    <a:pt x="47698" y="94217"/>
                  </a:lnTo>
                  <a:lnTo>
                    <a:pt x="47524" y="94000"/>
                  </a:lnTo>
                  <a:lnTo>
                    <a:pt x="51251" y="87248"/>
                  </a:lnTo>
                  <a:lnTo>
                    <a:pt x="50310" y="83567"/>
                  </a:lnTo>
                  <a:lnTo>
                    <a:pt x="49850" y="81767"/>
                  </a:lnTo>
                  <a:lnTo>
                    <a:pt x="50362" y="81292"/>
                  </a:lnTo>
                  <a:lnTo>
                    <a:pt x="53303" y="78564"/>
                  </a:lnTo>
                  <a:lnTo>
                    <a:pt x="52087" y="78139"/>
                  </a:lnTo>
                  <a:lnTo>
                    <a:pt x="51669" y="77992"/>
                  </a:lnTo>
                  <a:lnTo>
                    <a:pt x="51156" y="77813"/>
                  </a:lnTo>
                  <a:lnTo>
                    <a:pt x="51773" y="74396"/>
                  </a:lnTo>
                  <a:lnTo>
                    <a:pt x="55530" y="74468"/>
                  </a:lnTo>
                  <a:lnTo>
                    <a:pt x="55899" y="75729"/>
                  </a:lnTo>
                  <a:lnTo>
                    <a:pt x="56748" y="78634"/>
                  </a:lnTo>
                  <a:lnTo>
                    <a:pt x="59208" y="80039"/>
                  </a:lnTo>
                  <a:lnTo>
                    <a:pt x="59185" y="81010"/>
                  </a:lnTo>
                  <a:lnTo>
                    <a:pt x="61600" y="83425"/>
                  </a:lnTo>
                  <a:lnTo>
                    <a:pt x="61840" y="83028"/>
                  </a:lnTo>
                  <a:lnTo>
                    <a:pt x="63514" y="80255"/>
                  </a:lnTo>
                  <a:lnTo>
                    <a:pt x="64552" y="75496"/>
                  </a:lnTo>
                  <a:lnTo>
                    <a:pt x="65357" y="70218"/>
                  </a:lnTo>
                  <a:lnTo>
                    <a:pt x="63854" y="69055"/>
                  </a:lnTo>
                  <a:lnTo>
                    <a:pt x="66424" y="65652"/>
                  </a:lnTo>
                  <a:lnTo>
                    <a:pt x="56945" y="58681"/>
                  </a:lnTo>
                  <a:lnTo>
                    <a:pt x="55726" y="57784"/>
                  </a:lnTo>
                  <a:lnTo>
                    <a:pt x="55874" y="55332"/>
                  </a:lnTo>
                  <a:lnTo>
                    <a:pt x="59476" y="51421"/>
                  </a:lnTo>
                  <a:lnTo>
                    <a:pt x="51203" y="43090"/>
                  </a:lnTo>
                  <a:lnTo>
                    <a:pt x="44145" y="35258"/>
                  </a:lnTo>
                  <a:lnTo>
                    <a:pt x="40114" y="36953"/>
                  </a:lnTo>
                  <a:lnTo>
                    <a:pt x="39063" y="36407"/>
                  </a:lnTo>
                  <a:lnTo>
                    <a:pt x="37798" y="32251"/>
                  </a:lnTo>
                  <a:lnTo>
                    <a:pt x="36677" y="27748"/>
                  </a:lnTo>
                  <a:lnTo>
                    <a:pt x="36132" y="27895"/>
                  </a:lnTo>
                  <a:lnTo>
                    <a:pt x="28768" y="29878"/>
                  </a:lnTo>
                  <a:lnTo>
                    <a:pt x="28412" y="28684"/>
                  </a:lnTo>
                  <a:lnTo>
                    <a:pt x="27937" y="27095"/>
                  </a:lnTo>
                  <a:lnTo>
                    <a:pt x="26684" y="25787"/>
                  </a:lnTo>
                  <a:lnTo>
                    <a:pt x="21944" y="20836"/>
                  </a:lnTo>
                  <a:lnTo>
                    <a:pt x="20452" y="19277"/>
                  </a:lnTo>
                  <a:lnTo>
                    <a:pt x="17229" y="15911"/>
                  </a:lnTo>
                  <a:lnTo>
                    <a:pt x="26825" y="7303"/>
                  </a:lnTo>
                  <a:lnTo>
                    <a:pt x="25970" y="6442"/>
                  </a:lnTo>
                  <a:lnTo>
                    <a:pt x="23819" y="4274"/>
                  </a:lnTo>
                  <a:lnTo>
                    <a:pt x="24008" y="404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7" name="pg366"/>
            <p:cNvSpPr/>
            <p:nvPr/>
          </p:nvSpPr>
          <p:spPr>
            <a:xfrm>
              <a:off x="4378025" y="1591228"/>
              <a:ext cx="195206" cy="215082"/>
            </a:xfrm>
            <a:custGeom>
              <a:avLst/>
              <a:pathLst>
                <a:path w="195206" h="215082">
                  <a:moveTo>
                    <a:pt x="168393" y="4234"/>
                  </a:moveTo>
                  <a:lnTo>
                    <a:pt x="172091" y="11987"/>
                  </a:lnTo>
                  <a:lnTo>
                    <a:pt x="138931" y="30714"/>
                  </a:lnTo>
                  <a:lnTo>
                    <a:pt x="136298" y="26459"/>
                  </a:lnTo>
                  <a:lnTo>
                    <a:pt x="135830" y="25704"/>
                  </a:lnTo>
                  <a:lnTo>
                    <a:pt x="125560" y="29144"/>
                  </a:lnTo>
                  <a:lnTo>
                    <a:pt x="124722" y="29424"/>
                  </a:lnTo>
                  <a:lnTo>
                    <a:pt x="124528" y="28206"/>
                  </a:lnTo>
                  <a:lnTo>
                    <a:pt x="124312" y="26852"/>
                  </a:lnTo>
                  <a:lnTo>
                    <a:pt x="122337" y="26703"/>
                  </a:lnTo>
                  <a:lnTo>
                    <a:pt x="121846" y="29508"/>
                  </a:lnTo>
                  <a:lnTo>
                    <a:pt x="121416" y="31963"/>
                  </a:lnTo>
                  <a:lnTo>
                    <a:pt x="121032" y="34158"/>
                  </a:lnTo>
                  <a:lnTo>
                    <a:pt x="124156" y="35029"/>
                  </a:lnTo>
                  <a:lnTo>
                    <a:pt x="124909" y="35239"/>
                  </a:lnTo>
                  <a:lnTo>
                    <a:pt x="123604" y="42954"/>
                  </a:lnTo>
                  <a:lnTo>
                    <a:pt x="122337" y="50447"/>
                  </a:lnTo>
                  <a:lnTo>
                    <a:pt x="118572" y="49627"/>
                  </a:lnTo>
                  <a:lnTo>
                    <a:pt x="116448" y="55814"/>
                  </a:lnTo>
                  <a:lnTo>
                    <a:pt x="118107" y="55721"/>
                  </a:lnTo>
                  <a:lnTo>
                    <a:pt x="119973" y="55617"/>
                  </a:lnTo>
                  <a:lnTo>
                    <a:pt x="125095" y="55330"/>
                  </a:lnTo>
                  <a:lnTo>
                    <a:pt x="125201" y="54819"/>
                  </a:lnTo>
                  <a:lnTo>
                    <a:pt x="125505" y="53354"/>
                  </a:lnTo>
                  <a:lnTo>
                    <a:pt x="127538" y="53180"/>
                  </a:lnTo>
                  <a:lnTo>
                    <a:pt x="130122" y="52959"/>
                  </a:lnTo>
                  <a:lnTo>
                    <a:pt x="133780" y="52646"/>
                  </a:lnTo>
                  <a:lnTo>
                    <a:pt x="149622" y="54659"/>
                  </a:lnTo>
                  <a:lnTo>
                    <a:pt x="150628" y="55926"/>
                  </a:lnTo>
                  <a:lnTo>
                    <a:pt x="159723" y="57119"/>
                  </a:lnTo>
                  <a:lnTo>
                    <a:pt x="173415" y="58358"/>
                  </a:lnTo>
                  <a:lnTo>
                    <a:pt x="184821" y="52394"/>
                  </a:lnTo>
                  <a:lnTo>
                    <a:pt x="190961" y="55361"/>
                  </a:lnTo>
                  <a:lnTo>
                    <a:pt x="178365" y="64235"/>
                  </a:lnTo>
                  <a:lnTo>
                    <a:pt x="169968" y="64235"/>
                  </a:lnTo>
                  <a:lnTo>
                    <a:pt x="168632" y="72728"/>
                  </a:lnTo>
                  <a:lnTo>
                    <a:pt x="163305" y="72290"/>
                  </a:lnTo>
                  <a:lnTo>
                    <a:pt x="163479" y="66907"/>
                  </a:lnTo>
                  <a:lnTo>
                    <a:pt x="156953" y="67066"/>
                  </a:lnTo>
                  <a:lnTo>
                    <a:pt x="156260" y="69771"/>
                  </a:lnTo>
                  <a:lnTo>
                    <a:pt x="155151" y="80276"/>
                  </a:lnTo>
                  <a:lnTo>
                    <a:pt x="149634" y="79605"/>
                  </a:lnTo>
                  <a:lnTo>
                    <a:pt x="148218" y="79455"/>
                  </a:lnTo>
                  <a:lnTo>
                    <a:pt x="148591" y="81617"/>
                  </a:lnTo>
                  <a:lnTo>
                    <a:pt x="157611" y="94813"/>
                  </a:lnTo>
                  <a:lnTo>
                    <a:pt x="160369" y="93694"/>
                  </a:lnTo>
                  <a:lnTo>
                    <a:pt x="168868" y="106740"/>
                  </a:lnTo>
                  <a:lnTo>
                    <a:pt x="167302" y="108157"/>
                  </a:lnTo>
                  <a:lnTo>
                    <a:pt x="172819" y="111586"/>
                  </a:lnTo>
                  <a:lnTo>
                    <a:pt x="174832" y="110170"/>
                  </a:lnTo>
                  <a:lnTo>
                    <a:pt x="194669" y="126870"/>
                  </a:lnTo>
                  <a:lnTo>
                    <a:pt x="195206" y="138082"/>
                  </a:lnTo>
                  <a:lnTo>
                    <a:pt x="188467" y="138320"/>
                  </a:lnTo>
                  <a:lnTo>
                    <a:pt x="180893" y="136114"/>
                  </a:lnTo>
                  <a:lnTo>
                    <a:pt x="170814" y="128420"/>
                  </a:lnTo>
                  <a:lnTo>
                    <a:pt x="172424" y="125916"/>
                  </a:lnTo>
                  <a:lnTo>
                    <a:pt x="151729" y="113809"/>
                  </a:lnTo>
                  <a:lnTo>
                    <a:pt x="142008" y="112616"/>
                  </a:lnTo>
                  <a:lnTo>
                    <a:pt x="121671" y="106414"/>
                  </a:lnTo>
                  <a:lnTo>
                    <a:pt x="126442" y="113153"/>
                  </a:lnTo>
                  <a:lnTo>
                    <a:pt x="121253" y="124067"/>
                  </a:lnTo>
                  <a:lnTo>
                    <a:pt x="123955" y="124857"/>
                  </a:lnTo>
                  <a:lnTo>
                    <a:pt x="131536" y="127077"/>
                  </a:lnTo>
                  <a:lnTo>
                    <a:pt x="149165" y="132237"/>
                  </a:lnTo>
                  <a:lnTo>
                    <a:pt x="146243" y="140447"/>
                  </a:lnTo>
                  <a:lnTo>
                    <a:pt x="140331" y="139340"/>
                  </a:lnTo>
                  <a:lnTo>
                    <a:pt x="138244" y="144260"/>
                  </a:lnTo>
                  <a:lnTo>
                    <a:pt x="132459" y="144230"/>
                  </a:lnTo>
                  <a:lnTo>
                    <a:pt x="133503" y="146139"/>
                  </a:lnTo>
                  <a:lnTo>
                    <a:pt x="139198" y="149479"/>
                  </a:lnTo>
                  <a:lnTo>
                    <a:pt x="142023" y="146418"/>
                  </a:lnTo>
                  <a:lnTo>
                    <a:pt x="154402" y="153256"/>
                  </a:lnTo>
                  <a:lnTo>
                    <a:pt x="152922" y="157822"/>
                  </a:lnTo>
                  <a:lnTo>
                    <a:pt x="163001" y="158001"/>
                  </a:lnTo>
                  <a:lnTo>
                    <a:pt x="162822" y="160268"/>
                  </a:lnTo>
                  <a:lnTo>
                    <a:pt x="174539" y="156864"/>
                  </a:lnTo>
                  <a:lnTo>
                    <a:pt x="175166" y="158475"/>
                  </a:lnTo>
                  <a:lnTo>
                    <a:pt x="180296" y="171659"/>
                  </a:lnTo>
                  <a:lnTo>
                    <a:pt x="176181" y="174521"/>
                  </a:lnTo>
                  <a:lnTo>
                    <a:pt x="176730" y="178207"/>
                  </a:lnTo>
                  <a:lnTo>
                    <a:pt x="179600" y="179176"/>
                  </a:lnTo>
                  <a:lnTo>
                    <a:pt x="178780" y="184580"/>
                  </a:lnTo>
                  <a:lnTo>
                    <a:pt x="177982" y="184397"/>
                  </a:lnTo>
                  <a:lnTo>
                    <a:pt x="169052" y="182344"/>
                  </a:lnTo>
                  <a:lnTo>
                    <a:pt x="169251" y="182804"/>
                  </a:lnTo>
                  <a:lnTo>
                    <a:pt x="170505" y="185699"/>
                  </a:lnTo>
                  <a:lnTo>
                    <a:pt x="167147" y="188126"/>
                  </a:lnTo>
                  <a:lnTo>
                    <a:pt x="165628" y="187246"/>
                  </a:lnTo>
                  <a:lnTo>
                    <a:pt x="161671" y="189568"/>
                  </a:lnTo>
                  <a:lnTo>
                    <a:pt x="161007" y="188900"/>
                  </a:lnTo>
                  <a:lnTo>
                    <a:pt x="142667" y="170487"/>
                  </a:lnTo>
                  <a:lnTo>
                    <a:pt x="130082" y="161511"/>
                  </a:lnTo>
                  <a:lnTo>
                    <a:pt x="129668" y="162391"/>
                  </a:lnTo>
                  <a:lnTo>
                    <a:pt x="124126" y="174178"/>
                  </a:lnTo>
                  <a:lnTo>
                    <a:pt x="113563" y="171539"/>
                  </a:lnTo>
                  <a:lnTo>
                    <a:pt x="119891" y="159805"/>
                  </a:lnTo>
                  <a:lnTo>
                    <a:pt x="116015" y="157599"/>
                  </a:lnTo>
                  <a:lnTo>
                    <a:pt x="111900" y="166246"/>
                  </a:lnTo>
                  <a:lnTo>
                    <a:pt x="99197" y="161654"/>
                  </a:lnTo>
                  <a:lnTo>
                    <a:pt x="95439" y="164875"/>
                  </a:lnTo>
                  <a:lnTo>
                    <a:pt x="94426" y="170063"/>
                  </a:lnTo>
                  <a:lnTo>
                    <a:pt x="113152" y="182349"/>
                  </a:lnTo>
                  <a:lnTo>
                    <a:pt x="117804" y="182945"/>
                  </a:lnTo>
                  <a:lnTo>
                    <a:pt x="123460" y="188487"/>
                  </a:lnTo>
                  <a:lnTo>
                    <a:pt x="142077" y="198094"/>
                  </a:lnTo>
                  <a:lnTo>
                    <a:pt x="144012" y="199162"/>
                  </a:lnTo>
                  <a:lnTo>
                    <a:pt x="146182" y="200360"/>
                  </a:lnTo>
                  <a:lnTo>
                    <a:pt x="152969" y="204107"/>
                  </a:lnTo>
                  <a:lnTo>
                    <a:pt x="150251" y="209275"/>
                  </a:lnTo>
                  <a:lnTo>
                    <a:pt x="141414" y="204219"/>
                  </a:lnTo>
                  <a:lnTo>
                    <a:pt x="133933" y="215082"/>
                  </a:lnTo>
                  <a:lnTo>
                    <a:pt x="133486" y="214797"/>
                  </a:lnTo>
                  <a:lnTo>
                    <a:pt x="130786" y="213076"/>
                  </a:lnTo>
                  <a:lnTo>
                    <a:pt x="127447" y="210948"/>
                  </a:lnTo>
                  <a:lnTo>
                    <a:pt x="125394" y="214348"/>
                  </a:lnTo>
                  <a:lnTo>
                    <a:pt x="124731" y="213951"/>
                  </a:lnTo>
                  <a:lnTo>
                    <a:pt x="113979" y="207515"/>
                  </a:lnTo>
                  <a:lnTo>
                    <a:pt x="113575" y="207245"/>
                  </a:lnTo>
                  <a:lnTo>
                    <a:pt x="108350" y="203751"/>
                  </a:lnTo>
                  <a:lnTo>
                    <a:pt x="103865" y="200752"/>
                  </a:lnTo>
                  <a:lnTo>
                    <a:pt x="106179" y="196898"/>
                  </a:lnTo>
                  <a:lnTo>
                    <a:pt x="103030" y="194555"/>
                  </a:lnTo>
                  <a:lnTo>
                    <a:pt x="102547" y="194304"/>
                  </a:lnTo>
                  <a:lnTo>
                    <a:pt x="99255" y="191924"/>
                  </a:lnTo>
                  <a:lnTo>
                    <a:pt x="95748" y="189491"/>
                  </a:lnTo>
                  <a:lnTo>
                    <a:pt x="91548" y="186910"/>
                  </a:lnTo>
                  <a:lnTo>
                    <a:pt x="88019" y="184320"/>
                  </a:lnTo>
                  <a:lnTo>
                    <a:pt x="84931" y="182278"/>
                  </a:lnTo>
                  <a:lnTo>
                    <a:pt x="84637" y="182084"/>
                  </a:lnTo>
                  <a:lnTo>
                    <a:pt x="80870" y="179733"/>
                  </a:lnTo>
                  <a:lnTo>
                    <a:pt x="69986" y="172487"/>
                  </a:lnTo>
                  <a:lnTo>
                    <a:pt x="58764" y="164810"/>
                  </a:lnTo>
                  <a:lnTo>
                    <a:pt x="46268" y="156280"/>
                  </a:lnTo>
                  <a:lnTo>
                    <a:pt x="45482" y="155769"/>
                  </a:lnTo>
                  <a:lnTo>
                    <a:pt x="43629" y="154565"/>
                  </a:lnTo>
                  <a:lnTo>
                    <a:pt x="42451" y="153799"/>
                  </a:lnTo>
                  <a:lnTo>
                    <a:pt x="42109" y="154310"/>
                  </a:lnTo>
                  <a:lnTo>
                    <a:pt x="35948" y="165439"/>
                  </a:lnTo>
                  <a:lnTo>
                    <a:pt x="32870" y="163707"/>
                  </a:lnTo>
                  <a:lnTo>
                    <a:pt x="32551" y="163532"/>
                  </a:lnTo>
                  <a:lnTo>
                    <a:pt x="32152" y="164176"/>
                  </a:lnTo>
                  <a:lnTo>
                    <a:pt x="26852" y="172729"/>
                  </a:lnTo>
                  <a:lnTo>
                    <a:pt x="23272" y="170494"/>
                  </a:lnTo>
                  <a:lnTo>
                    <a:pt x="22693" y="170101"/>
                  </a:lnTo>
                  <a:lnTo>
                    <a:pt x="21423" y="169134"/>
                  </a:lnTo>
                  <a:lnTo>
                    <a:pt x="19425" y="162767"/>
                  </a:lnTo>
                  <a:lnTo>
                    <a:pt x="17397" y="160516"/>
                  </a:lnTo>
                  <a:lnTo>
                    <a:pt x="14997" y="158429"/>
                  </a:lnTo>
                  <a:lnTo>
                    <a:pt x="10166" y="154582"/>
                  </a:lnTo>
                  <a:lnTo>
                    <a:pt x="6630" y="152814"/>
                  </a:lnTo>
                  <a:lnTo>
                    <a:pt x="4560" y="151779"/>
                  </a:lnTo>
                  <a:lnTo>
                    <a:pt x="6767" y="150638"/>
                  </a:lnTo>
                  <a:lnTo>
                    <a:pt x="10568" y="148672"/>
                  </a:lnTo>
                  <a:lnTo>
                    <a:pt x="11240" y="148621"/>
                  </a:lnTo>
                  <a:lnTo>
                    <a:pt x="12744" y="148507"/>
                  </a:lnTo>
                  <a:lnTo>
                    <a:pt x="11832" y="142227"/>
                  </a:lnTo>
                  <a:lnTo>
                    <a:pt x="9815" y="139332"/>
                  </a:lnTo>
                  <a:lnTo>
                    <a:pt x="8277" y="136714"/>
                  </a:lnTo>
                  <a:lnTo>
                    <a:pt x="5521" y="132347"/>
                  </a:lnTo>
                  <a:lnTo>
                    <a:pt x="6189" y="131870"/>
                  </a:lnTo>
                  <a:lnTo>
                    <a:pt x="2610" y="126367"/>
                  </a:lnTo>
                  <a:lnTo>
                    <a:pt x="0" y="123611"/>
                  </a:lnTo>
                  <a:lnTo>
                    <a:pt x="3861" y="110760"/>
                  </a:lnTo>
                  <a:lnTo>
                    <a:pt x="3918" y="110572"/>
                  </a:lnTo>
                  <a:lnTo>
                    <a:pt x="8056" y="96799"/>
                  </a:lnTo>
                  <a:lnTo>
                    <a:pt x="17270" y="105220"/>
                  </a:lnTo>
                  <a:lnTo>
                    <a:pt x="24690" y="111937"/>
                  </a:lnTo>
                  <a:lnTo>
                    <a:pt x="24439" y="112231"/>
                  </a:lnTo>
                  <a:lnTo>
                    <a:pt x="20812" y="116473"/>
                  </a:lnTo>
                  <a:lnTo>
                    <a:pt x="23165" y="118296"/>
                  </a:lnTo>
                  <a:lnTo>
                    <a:pt x="24191" y="119090"/>
                  </a:lnTo>
                  <a:lnTo>
                    <a:pt x="32803" y="126891"/>
                  </a:lnTo>
                  <a:lnTo>
                    <a:pt x="39101" y="132258"/>
                  </a:lnTo>
                  <a:lnTo>
                    <a:pt x="42123" y="135286"/>
                  </a:lnTo>
                  <a:lnTo>
                    <a:pt x="44645" y="132983"/>
                  </a:lnTo>
                  <a:lnTo>
                    <a:pt x="44813" y="132830"/>
                  </a:lnTo>
                  <a:lnTo>
                    <a:pt x="46254" y="130786"/>
                  </a:lnTo>
                  <a:lnTo>
                    <a:pt x="46379" y="130357"/>
                  </a:lnTo>
                  <a:lnTo>
                    <a:pt x="49866" y="131460"/>
                  </a:lnTo>
                  <a:lnTo>
                    <a:pt x="50380" y="131623"/>
                  </a:lnTo>
                  <a:lnTo>
                    <a:pt x="50755" y="131742"/>
                  </a:lnTo>
                  <a:lnTo>
                    <a:pt x="50764" y="130176"/>
                  </a:lnTo>
                  <a:lnTo>
                    <a:pt x="51254" y="123516"/>
                  </a:lnTo>
                  <a:lnTo>
                    <a:pt x="51274" y="123235"/>
                  </a:lnTo>
                  <a:lnTo>
                    <a:pt x="53642" y="119524"/>
                  </a:lnTo>
                  <a:lnTo>
                    <a:pt x="57062" y="114163"/>
                  </a:lnTo>
                  <a:lnTo>
                    <a:pt x="53013" y="111632"/>
                  </a:lnTo>
                  <a:lnTo>
                    <a:pt x="59151" y="102605"/>
                  </a:lnTo>
                  <a:lnTo>
                    <a:pt x="60793" y="100191"/>
                  </a:lnTo>
                  <a:lnTo>
                    <a:pt x="61106" y="99730"/>
                  </a:lnTo>
                  <a:lnTo>
                    <a:pt x="65186" y="102307"/>
                  </a:lnTo>
                  <a:lnTo>
                    <a:pt x="65901" y="101248"/>
                  </a:lnTo>
                  <a:lnTo>
                    <a:pt x="75087" y="87653"/>
                  </a:lnTo>
                  <a:lnTo>
                    <a:pt x="75406" y="87179"/>
                  </a:lnTo>
                  <a:lnTo>
                    <a:pt x="76856" y="86589"/>
                  </a:lnTo>
                  <a:lnTo>
                    <a:pt x="83046" y="80810"/>
                  </a:lnTo>
                  <a:lnTo>
                    <a:pt x="85567" y="77460"/>
                  </a:lnTo>
                  <a:lnTo>
                    <a:pt x="85783" y="77169"/>
                  </a:lnTo>
                  <a:lnTo>
                    <a:pt x="88342" y="73635"/>
                  </a:lnTo>
                  <a:lnTo>
                    <a:pt x="91996" y="68857"/>
                  </a:lnTo>
                  <a:lnTo>
                    <a:pt x="92529" y="68160"/>
                  </a:lnTo>
                  <a:lnTo>
                    <a:pt x="96725" y="69467"/>
                  </a:lnTo>
                  <a:lnTo>
                    <a:pt x="96964" y="69541"/>
                  </a:lnTo>
                  <a:lnTo>
                    <a:pt x="98307" y="64574"/>
                  </a:lnTo>
                  <a:lnTo>
                    <a:pt x="100919" y="54915"/>
                  </a:lnTo>
                  <a:lnTo>
                    <a:pt x="102237" y="49246"/>
                  </a:lnTo>
                  <a:lnTo>
                    <a:pt x="104281" y="40304"/>
                  </a:lnTo>
                  <a:lnTo>
                    <a:pt x="100037" y="39290"/>
                  </a:lnTo>
                  <a:lnTo>
                    <a:pt x="103563" y="24881"/>
                  </a:lnTo>
                  <a:lnTo>
                    <a:pt x="104973" y="16996"/>
                  </a:lnTo>
                  <a:lnTo>
                    <a:pt x="105021" y="16800"/>
                  </a:lnTo>
                  <a:lnTo>
                    <a:pt x="118202" y="19893"/>
                  </a:lnTo>
                  <a:lnTo>
                    <a:pt x="118797" y="20033"/>
                  </a:lnTo>
                  <a:lnTo>
                    <a:pt x="120616" y="12041"/>
                  </a:lnTo>
                  <a:lnTo>
                    <a:pt x="122584" y="3930"/>
                  </a:lnTo>
                  <a:lnTo>
                    <a:pt x="125005" y="4574"/>
                  </a:lnTo>
                  <a:lnTo>
                    <a:pt x="127337" y="5193"/>
                  </a:lnTo>
                  <a:lnTo>
                    <a:pt x="128548" y="5498"/>
                  </a:lnTo>
                  <a:lnTo>
                    <a:pt x="127255" y="11737"/>
                  </a:lnTo>
                  <a:lnTo>
                    <a:pt x="126264" y="16514"/>
                  </a:lnTo>
                  <a:lnTo>
                    <a:pt x="132347" y="15619"/>
                  </a:lnTo>
                  <a:lnTo>
                    <a:pt x="134047" y="13472"/>
                  </a:lnTo>
                  <a:lnTo>
                    <a:pt x="133958" y="9894"/>
                  </a:lnTo>
                  <a:lnTo>
                    <a:pt x="138126" y="7583"/>
                  </a:lnTo>
                  <a:lnTo>
                    <a:pt x="140184" y="11331"/>
                  </a:lnTo>
                  <a:lnTo>
                    <a:pt x="152648" y="5117"/>
                  </a:lnTo>
                  <a:lnTo>
                    <a:pt x="160998" y="954"/>
                  </a:lnTo>
                  <a:lnTo>
                    <a:pt x="168512"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8" name="pg367"/>
            <p:cNvSpPr/>
            <p:nvPr/>
          </p:nvSpPr>
          <p:spPr>
            <a:xfrm>
              <a:off x="4333901" y="1623240"/>
              <a:ext cx="118605" cy="97324"/>
            </a:xfrm>
            <a:custGeom>
              <a:avLst/>
              <a:pathLst>
                <a:path w="118605" h="97324">
                  <a:moveTo>
                    <a:pt x="17744" y="3937"/>
                  </a:moveTo>
                  <a:lnTo>
                    <a:pt x="18321" y="11380"/>
                  </a:lnTo>
                  <a:lnTo>
                    <a:pt x="23473" y="10807"/>
                  </a:lnTo>
                  <a:lnTo>
                    <a:pt x="27195" y="7658"/>
                  </a:lnTo>
                  <a:lnTo>
                    <a:pt x="31918" y="9949"/>
                  </a:lnTo>
                  <a:lnTo>
                    <a:pt x="38932" y="15817"/>
                  </a:lnTo>
                  <a:lnTo>
                    <a:pt x="41795" y="12525"/>
                  </a:lnTo>
                  <a:lnTo>
                    <a:pt x="46519" y="12240"/>
                  </a:lnTo>
                  <a:lnTo>
                    <a:pt x="54247" y="17964"/>
                  </a:lnTo>
                  <a:lnTo>
                    <a:pt x="55535" y="16962"/>
                  </a:lnTo>
                  <a:lnTo>
                    <a:pt x="61701" y="21446"/>
                  </a:lnTo>
                  <a:lnTo>
                    <a:pt x="61833" y="21542"/>
                  </a:lnTo>
                  <a:lnTo>
                    <a:pt x="61417" y="22078"/>
                  </a:lnTo>
                  <a:lnTo>
                    <a:pt x="59829" y="24119"/>
                  </a:lnTo>
                  <a:lnTo>
                    <a:pt x="69443" y="31082"/>
                  </a:lnTo>
                  <a:lnTo>
                    <a:pt x="65886" y="35915"/>
                  </a:lnTo>
                  <a:lnTo>
                    <a:pt x="77799" y="46595"/>
                  </a:lnTo>
                  <a:lnTo>
                    <a:pt x="78410" y="47142"/>
                  </a:lnTo>
                  <a:lnTo>
                    <a:pt x="75077" y="51760"/>
                  </a:lnTo>
                  <a:lnTo>
                    <a:pt x="77426" y="53583"/>
                  </a:lnTo>
                  <a:lnTo>
                    <a:pt x="75502" y="57564"/>
                  </a:lnTo>
                  <a:lnTo>
                    <a:pt x="88742" y="66286"/>
                  </a:lnTo>
                  <a:lnTo>
                    <a:pt x="90576" y="64005"/>
                  </a:lnTo>
                  <a:lnTo>
                    <a:pt x="82122" y="59130"/>
                  </a:lnTo>
                  <a:lnTo>
                    <a:pt x="87311" y="54030"/>
                  </a:lnTo>
                  <a:lnTo>
                    <a:pt x="86891" y="50098"/>
                  </a:lnTo>
                  <a:lnTo>
                    <a:pt x="86514" y="46565"/>
                  </a:lnTo>
                  <a:lnTo>
                    <a:pt x="91792" y="38305"/>
                  </a:lnTo>
                  <a:lnTo>
                    <a:pt x="94109" y="39321"/>
                  </a:lnTo>
                  <a:lnTo>
                    <a:pt x="98113" y="41078"/>
                  </a:lnTo>
                  <a:lnTo>
                    <a:pt x="107715" y="35144"/>
                  </a:lnTo>
                  <a:lnTo>
                    <a:pt x="104208" y="32322"/>
                  </a:lnTo>
                  <a:lnTo>
                    <a:pt x="99634" y="28643"/>
                  </a:lnTo>
                  <a:lnTo>
                    <a:pt x="81380" y="8323"/>
                  </a:lnTo>
                  <a:lnTo>
                    <a:pt x="92294" y="2992"/>
                  </a:lnTo>
                  <a:lnTo>
                    <a:pt x="96326" y="1296"/>
                  </a:lnTo>
                  <a:lnTo>
                    <a:pt x="103384" y="9128"/>
                  </a:lnTo>
                  <a:lnTo>
                    <a:pt x="111706" y="17511"/>
                  </a:lnTo>
                  <a:lnTo>
                    <a:pt x="108055" y="21370"/>
                  </a:lnTo>
                  <a:lnTo>
                    <a:pt x="107945" y="23850"/>
                  </a:lnTo>
                  <a:lnTo>
                    <a:pt x="109126" y="24719"/>
                  </a:lnTo>
                  <a:lnTo>
                    <a:pt x="118605" y="31690"/>
                  </a:lnTo>
                  <a:lnTo>
                    <a:pt x="116035" y="35093"/>
                  </a:lnTo>
                  <a:lnTo>
                    <a:pt x="117538" y="36256"/>
                  </a:lnTo>
                  <a:lnTo>
                    <a:pt x="116733" y="41534"/>
                  </a:lnTo>
                  <a:lnTo>
                    <a:pt x="115695" y="46294"/>
                  </a:lnTo>
                  <a:lnTo>
                    <a:pt x="114021" y="49067"/>
                  </a:lnTo>
                  <a:lnTo>
                    <a:pt x="113781" y="49464"/>
                  </a:lnTo>
                  <a:lnTo>
                    <a:pt x="111366" y="47048"/>
                  </a:lnTo>
                  <a:lnTo>
                    <a:pt x="111389" y="46077"/>
                  </a:lnTo>
                  <a:lnTo>
                    <a:pt x="108929" y="44673"/>
                  </a:lnTo>
                  <a:lnTo>
                    <a:pt x="108080" y="41768"/>
                  </a:lnTo>
                  <a:lnTo>
                    <a:pt x="107711" y="40506"/>
                  </a:lnTo>
                  <a:lnTo>
                    <a:pt x="103954" y="40435"/>
                  </a:lnTo>
                  <a:lnTo>
                    <a:pt x="103337" y="43851"/>
                  </a:lnTo>
                  <a:lnTo>
                    <a:pt x="103850" y="44031"/>
                  </a:lnTo>
                  <a:lnTo>
                    <a:pt x="104268" y="44177"/>
                  </a:lnTo>
                  <a:lnTo>
                    <a:pt x="105484" y="44603"/>
                  </a:lnTo>
                  <a:lnTo>
                    <a:pt x="102542" y="47330"/>
                  </a:lnTo>
                  <a:lnTo>
                    <a:pt x="102031" y="47805"/>
                  </a:lnTo>
                  <a:lnTo>
                    <a:pt x="102491" y="49605"/>
                  </a:lnTo>
                  <a:lnTo>
                    <a:pt x="103432" y="53287"/>
                  </a:lnTo>
                  <a:lnTo>
                    <a:pt x="99705" y="60038"/>
                  </a:lnTo>
                  <a:lnTo>
                    <a:pt x="99926" y="60314"/>
                  </a:lnTo>
                  <a:lnTo>
                    <a:pt x="100338" y="60826"/>
                  </a:lnTo>
                  <a:lnTo>
                    <a:pt x="99063" y="62787"/>
                  </a:lnTo>
                  <a:lnTo>
                    <a:pt x="98496" y="62943"/>
                  </a:lnTo>
                  <a:lnTo>
                    <a:pt x="98930" y="63895"/>
                  </a:lnTo>
                  <a:lnTo>
                    <a:pt x="96948" y="64904"/>
                  </a:lnTo>
                  <a:lnTo>
                    <a:pt x="96040" y="65970"/>
                  </a:lnTo>
                  <a:lnTo>
                    <a:pt x="94310" y="68003"/>
                  </a:lnTo>
                  <a:lnTo>
                    <a:pt x="93355" y="69125"/>
                  </a:lnTo>
                  <a:lnTo>
                    <a:pt x="91513" y="71288"/>
                  </a:lnTo>
                  <a:lnTo>
                    <a:pt x="90321" y="72689"/>
                  </a:lnTo>
                  <a:lnTo>
                    <a:pt x="89491" y="73664"/>
                  </a:lnTo>
                  <a:lnTo>
                    <a:pt x="87755" y="75703"/>
                  </a:lnTo>
                  <a:lnTo>
                    <a:pt x="87584" y="75904"/>
                  </a:lnTo>
                  <a:lnTo>
                    <a:pt x="85776" y="74322"/>
                  </a:lnTo>
                  <a:lnTo>
                    <a:pt x="75619" y="65431"/>
                  </a:lnTo>
                  <a:lnTo>
                    <a:pt x="75168" y="65037"/>
                  </a:lnTo>
                  <a:lnTo>
                    <a:pt x="71389" y="61546"/>
                  </a:lnTo>
                  <a:lnTo>
                    <a:pt x="66623" y="57457"/>
                  </a:lnTo>
                  <a:lnTo>
                    <a:pt x="64626" y="55744"/>
                  </a:lnTo>
                  <a:lnTo>
                    <a:pt x="63021" y="54367"/>
                  </a:lnTo>
                  <a:lnTo>
                    <a:pt x="62544" y="53957"/>
                  </a:lnTo>
                  <a:lnTo>
                    <a:pt x="58763" y="57778"/>
                  </a:lnTo>
                  <a:lnTo>
                    <a:pt x="55386" y="61192"/>
                  </a:lnTo>
                  <a:lnTo>
                    <a:pt x="52180" y="64787"/>
                  </a:lnTo>
                  <a:lnTo>
                    <a:pt x="48042" y="78560"/>
                  </a:lnTo>
                  <a:lnTo>
                    <a:pt x="47985" y="78749"/>
                  </a:lnTo>
                  <a:lnTo>
                    <a:pt x="44124" y="91599"/>
                  </a:lnTo>
                  <a:lnTo>
                    <a:pt x="36535" y="94845"/>
                  </a:lnTo>
                  <a:lnTo>
                    <a:pt x="34238" y="97324"/>
                  </a:lnTo>
                  <a:lnTo>
                    <a:pt x="32478" y="96734"/>
                  </a:lnTo>
                  <a:lnTo>
                    <a:pt x="27037" y="94909"/>
                  </a:lnTo>
                  <a:lnTo>
                    <a:pt x="24503" y="92559"/>
                  </a:lnTo>
                  <a:lnTo>
                    <a:pt x="22556" y="89823"/>
                  </a:lnTo>
                  <a:lnTo>
                    <a:pt x="19004" y="93526"/>
                  </a:lnTo>
                  <a:lnTo>
                    <a:pt x="16782" y="89702"/>
                  </a:lnTo>
                  <a:lnTo>
                    <a:pt x="15068" y="87026"/>
                  </a:lnTo>
                  <a:lnTo>
                    <a:pt x="14346" y="85898"/>
                  </a:lnTo>
                  <a:lnTo>
                    <a:pt x="11293" y="80867"/>
                  </a:lnTo>
                  <a:lnTo>
                    <a:pt x="9942" y="78641"/>
                  </a:lnTo>
                  <a:lnTo>
                    <a:pt x="9306" y="77593"/>
                  </a:lnTo>
                  <a:lnTo>
                    <a:pt x="9773" y="77391"/>
                  </a:lnTo>
                  <a:lnTo>
                    <a:pt x="12105" y="76381"/>
                  </a:lnTo>
                  <a:lnTo>
                    <a:pt x="12893" y="76039"/>
                  </a:lnTo>
                  <a:lnTo>
                    <a:pt x="9623" y="74061"/>
                  </a:lnTo>
                  <a:lnTo>
                    <a:pt x="8891" y="73619"/>
                  </a:lnTo>
                  <a:lnTo>
                    <a:pt x="6858" y="72389"/>
                  </a:lnTo>
                  <a:lnTo>
                    <a:pt x="8419" y="71706"/>
                  </a:lnTo>
                  <a:lnTo>
                    <a:pt x="8608" y="71623"/>
                  </a:lnTo>
                  <a:lnTo>
                    <a:pt x="8766" y="71554"/>
                  </a:lnTo>
                  <a:lnTo>
                    <a:pt x="8422" y="70640"/>
                  </a:lnTo>
                  <a:lnTo>
                    <a:pt x="6572" y="68358"/>
                  </a:lnTo>
                  <a:lnTo>
                    <a:pt x="5253" y="68158"/>
                  </a:lnTo>
                  <a:lnTo>
                    <a:pt x="3731" y="68190"/>
                  </a:lnTo>
                  <a:lnTo>
                    <a:pt x="3944" y="67961"/>
                  </a:lnTo>
                  <a:lnTo>
                    <a:pt x="3782" y="67783"/>
                  </a:lnTo>
                  <a:lnTo>
                    <a:pt x="3357" y="67316"/>
                  </a:lnTo>
                  <a:lnTo>
                    <a:pt x="2439" y="66309"/>
                  </a:lnTo>
                  <a:lnTo>
                    <a:pt x="2322" y="66181"/>
                  </a:lnTo>
                  <a:lnTo>
                    <a:pt x="2185" y="66031"/>
                  </a:lnTo>
                  <a:lnTo>
                    <a:pt x="1988" y="65802"/>
                  </a:lnTo>
                  <a:lnTo>
                    <a:pt x="2270" y="59737"/>
                  </a:lnTo>
                  <a:lnTo>
                    <a:pt x="12842" y="58795"/>
                  </a:lnTo>
                  <a:lnTo>
                    <a:pt x="13618" y="64580"/>
                  </a:lnTo>
                  <a:lnTo>
                    <a:pt x="13970" y="64650"/>
                  </a:lnTo>
                  <a:lnTo>
                    <a:pt x="18866" y="65623"/>
                  </a:lnTo>
                  <a:lnTo>
                    <a:pt x="27961" y="56856"/>
                  </a:lnTo>
                  <a:lnTo>
                    <a:pt x="28718" y="56253"/>
                  </a:lnTo>
                  <a:lnTo>
                    <a:pt x="32076" y="53576"/>
                  </a:lnTo>
                  <a:lnTo>
                    <a:pt x="31510" y="45078"/>
                  </a:lnTo>
                  <a:lnTo>
                    <a:pt x="28311" y="45483"/>
                  </a:lnTo>
                  <a:lnTo>
                    <a:pt x="24046" y="38862"/>
                  </a:lnTo>
                  <a:lnTo>
                    <a:pt x="10373" y="39431"/>
                  </a:lnTo>
                  <a:lnTo>
                    <a:pt x="715" y="21542"/>
                  </a:lnTo>
                  <a:lnTo>
                    <a:pt x="0" y="5511"/>
                  </a:lnTo>
                  <a:lnTo>
                    <a:pt x="5868" y="5655"/>
                  </a:lnTo>
                  <a:lnTo>
                    <a:pt x="5997" y="368"/>
                  </a:lnTo>
                  <a:lnTo>
                    <a:pt x="11593" y="188"/>
                  </a:lnTo>
                  <a:lnTo>
                    <a:pt x="17439"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69" name="pg368"/>
            <p:cNvSpPr/>
            <p:nvPr/>
          </p:nvSpPr>
          <p:spPr>
            <a:xfrm>
              <a:off x="4360994" y="1540276"/>
              <a:ext cx="84689" cy="101103"/>
            </a:xfrm>
            <a:custGeom>
              <a:avLst/>
              <a:pathLst>
                <a:path w="84689" h="101103">
                  <a:moveTo>
                    <a:pt x="73453" y="335"/>
                  </a:moveTo>
                  <a:lnTo>
                    <a:pt x="76415" y="2460"/>
                  </a:lnTo>
                  <a:lnTo>
                    <a:pt x="79805" y="2172"/>
                  </a:lnTo>
                  <a:lnTo>
                    <a:pt x="80813" y="2087"/>
                  </a:lnTo>
                  <a:lnTo>
                    <a:pt x="80738" y="12822"/>
                  </a:lnTo>
                  <a:lnTo>
                    <a:pt x="84689" y="22528"/>
                  </a:lnTo>
                  <a:lnTo>
                    <a:pt x="82967" y="22927"/>
                  </a:lnTo>
                  <a:lnTo>
                    <a:pt x="81766" y="22605"/>
                  </a:lnTo>
                  <a:lnTo>
                    <a:pt x="79624" y="23258"/>
                  </a:lnTo>
                  <a:lnTo>
                    <a:pt x="77542" y="23893"/>
                  </a:lnTo>
                  <a:lnTo>
                    <a:pt x="78632" y="29369"/>
                  </a:lnTo>
                  <a:lnTo>
                    <a:pt x="79787" y="35008"/>
                  </a:lnTo>
                  <a:lnTo>
                    <a:pt x="75088" y="36179"/>
                  </a:lnTo>
                  <a:lnTo>
                    <a:pt x="71285" y="38270"/>
                  </a:lnTo>
                  <a:lnTo>
                    <a:pt x="74149" y="43207"/>
                  </a:lnTo>
                  <a:lnTo>
                    <a:pt x="74653" y="44075"/>
                  </a:lnTo>
                  <a:lnTo>
                    <a:pt x="73541" y="45059"/>
                  </a:lnTo>
                  <a:lnTo>
                    <a:pt x="71492" y="46580"/>
                  </a:lnTo>
                  <a:lnTo>
                    <a:pt x="70343" y="47474"/>
                  </a:lnTo>
                  <a:lnTo>
                    <a:pt x="69972" y="47763"/>
                  </a:lnTo>
                  <a:lnTo>
                    <a:pt x="67899" y="49428"/>
                  </a:lnTo>
                  <a:lnTo>
                    <a:pt x="64240" y="52628"/>
                  </a:lnTo>
                  <a:lnTo>
                    <a:pt x="63357" y="51626"/>
                  </a:lnTo>
                  <a:lnTo>
                    <a:pt x="62089" y="52863"/>
                  </a:lnTo>
                  <a:lnTo>
                    <a:pt x="58960" y="55913"/>
                  </a:lnTo>
                  <a:lnTo>
                    <a:pt x="52364" y="49055"/>
                  </a:lnTo>
                  <a:lnTo>
                    <a:pt x="49096" y="53046"/>
                  </a:lnTo>
                  <a:lnTo>
                    <a:pt x="48907" y="53276"/>
                  </a:lnTo>
                  <a:lnTo>
                    <a:pt x="51058" y="55444"/>
                  </a:lnTo>
                  <a:lnTo>
                    <a:pt x="51913" y="56305"/>
                  </a:lnTo>
                  <a:lnTo>
                    <a:pt x="42317" y="64913"/>
                  </a:lnTo>
                  <a:lnTo>
                    <a:pt x="45540" y="68279"/>
                  </a:lnTo>
                  <a:lnTo>
                    <a:pt x="47032" y="69839"/>
                  </a:lnTo>
                  <a:lnTo>
                    <a:pt x="51772" y="74789"/>
                  </a:lnTo>
                  <a:lnTo>
                    <a:pt x="53025" y="76097"/>
                  </a:lnTo>
                  <a:lnTo>
                    <a:pt x="53500" y="77686"/>
                  </a:lnTo>
                  <a:lnTo>
                    <a:pt x="53856" y="78880"/>
                  </a:lnTo>
                  <a:lnTo>
                    <a:pt x="61220" y="76897"/>
                  </a:lnTo>
                  <a:lnTo>
                    <a:pt x="61765" y="76750"/>
                  </a:lnTo>
                  <a:lnTo>
                    <a:pt x="62886" y="81253"/>
                  </a:lnTo>
                  <a:lnTo>
                    <a:pt x="64151" y="85409"/>
                  </a:lnTo>
                  <a:lnTo>
                    <a:pt x="65202" y="85956"/>
                  </a:lnTo>
                  <a:lnTo>
                    <a:pt x="54287" y="91286"/>
                  </a:lnTo>
                  <a:lnTo>
                    <a:pt x="50537" y="94125"/>
                  </a:lnTo>
                  <a:lnTo>
                    <a:pt x="42420" y="100268"/>
                  </a:lnTo>
                  <a:lnTo>
                    <a:pt x="39285" y="100630"/>
                  </a:lnTo>
                  <a:lnTo>
                    <a:pt x="35204" y="101103"/>
                  </a:lnTo>
                  <a:lnTo>
                    <a:pt x="35555" y="100029"/>
                  </a:lnTo>
                  <a:lnTo>
                    <a:pt x="40512" y="84881"/>
                  </a:lnTo>
                  <a:lnTo>
                    <a:pt x="45104" y="85239"/>
                  </a:lnTo>
                  <a:lnTo>
                    <a:pt x="39856" y="78678"/>
                  </a:lnTo>
                  <a:lnTo>
                    <a:pt x="39181" y="79276"/>
                  </a:lnTo>
                  <a:lnTo>
                    <a:pt x="36839" y="81348"/>
                  </a:lnTo>
                  <a:lnTo>
                    <a:pt x="31029" y="86491"/>
                  </a:lnTo>
                  <a:lnTo>
                    <a:pt x="26683" y="82228"/>
                  </a:lnTo>
                  <a:lnTo>
                    <a:pt x="24767" y="80348"/>
                  </a:lnTo>
                  <a:lnTo>
                    <a:pt x="25295" y="82827"/>
                  </a:lnTo>
                  <a:lnTo>
                    <a:pt x="25542" y="83986"/>
                  </a:lnTo>
                  <a:lnTo>
                    <a:pt x="20318" y="84976"/>
                  </a:lnTo>
                  <a:lnTo>
                    <a:pt x="16698" y="85663"/>
                  </a:lnTo>
                  <a:lnTo>
                    <a:pt x="16418" y="85716"/>
                  </a:lnTo>
                  <a:lnTo>
                    <a:pt x="12509" y="82321"/>
                  </a:lnTo>
                  <a:lnTo>
                    <a:pt x="10421" y="75015"/>
                  </a:lnTo>
                  <a:lnTo>
                    <a:pt x="0" y="60796"/>
                  </a:lnTo>
                  <a:lnTo>
                    <a:pt x="1669" y="54951"/>
                  </a:lnTo>
                  <a:lnTo>
                    <a:pt x="5844" y="47795"/>
                  </a:lnTo>
                  <a:lnTo>
                    <a:pt x="14671" y="47198"/>
                  </a:lnTo>
                  <a:lnTo>
                    <a:pt x="23388" y="27547"/>
                  </a:lnTo>
                  <a:lnTo>
                    <a:pt x="27145" y="25311"/>
                  </a:lnTo>
                  <a:lnTo>
                    <a:pt x="39580" y="25221"/>
                  </a:lnTo>
                  <a:lnTo>
                    <a:pt x="52730" y="20838"/>
                  </a:lnTo>
                  <a:lnTo>
                    <a:pt x="55483" y="19276"/>
                  </a:lnTo>
                  <a:lnTo>
                    <a:pt x="59457" y="17000"/>
                  </a:lnTo>
                  <a:lnTo>
                    <a:pt x="56880" y="11118"/>
                  </a:lnTo>
                  <a:lnTo>
                    <a:pt x="65140" y="6943"/>
                  </a:lnTo>
                  <a:lnTo>
                    <a:pt x="72382" y="534"/>
                  </a:lnTo>
                  <a:lnTo>
                    <a:pt x="72985"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0" name="pg369"/>
            <p:cNvSpPr/>
            <p:nvPr/>
          </p:nvSpPr>
          <p:spPr>
            <a:xfrm>
              <a:off x="4428893" y="1562881"/>
              <a:ext cx="53413" cy="92921"/>
            </a:xfrm>
            <a:custGeom>
              <a:avLst/>
              <a:pathLst>
                <a:path w="53413" h="92921">
                  <a:moveTo>
                    <a:pt x="26382" y="41307"/>
                  </a:moveTo>
                  <a:lnTo>
                    <a:pt x="33849" y="49800"/>
                  </a:lnTo>
                  <a:lnTo>
                    <a:pt x="36377" y="48082"/>
                  </a:lnTo>
                  <a:lnTo>
                    <a:pt x="43797" y="58149"/>
                  </a:lnTo>
                  <a:lnTo>
                    <a:pt x="47454" y="52134"/>
                  </a:lnTo>
                  <a:lnTo>
                    <a:pt x="48068" y="52259"/>
                  </a:lnTo>
                  <a:lnTo>
                    <a:pt x="52206" y="53098"/>
                  </a:lnTo>
                  <a:lnTo>
                    <a:pt x="52695" y="53228"/>
                  </a:lnTo>
                  <a:lnTo>
                    <a:pt x="49169" y="67637"/>
                  </a:lnTo>
                  <a:lnTo>
                    <a:pt x="53413" y="68651"/>
                  </a:lnTo>
                  <a:lnTo>
                    <a:pt x="51369" y="77593"/>
                  </a:lnTo>
                  <a:lnTo>
                    <a:pt x="50051" y="83262"/>
                  </a:lnTo>
                  <a:lnTo>
                    <a:pt x="47439" y="92921"/>
                  </a:lnTo>
                  <a:lnTo>
                    <a:pt x="40277" y="90624"/>
                  </a:lnTo>
                  <a:lnTo>
                    <a:pt x="39913" y="90507"/>
                  </a:lnTo>
                  <a:lnTo>
                    <a:pt x="42781" y="86608"/>
                  </a:lnTo>
                  <a:lnTo>
                    <a:pt x="38678" y="81265"/>
                  </a:lnTo>
                  <a:lnTo>
                    <a:pt x="41149" y="79039"/>
                  </a:lnTo>
                  <a:lnTo>
                    <a:pt x="38842" y="76289"/>
                  </a:lnTo>
                  <a:lnTo>
                    <a:pt x="34084" y="70619"/>
                  </a:lnTo>
                  <a:lnTo>
                    <a:pt x="24027" y="58566"/>
                  </a:lnTo>
                  <a:lnTo>
                    <a:pt x="18081" y="51440"/>
                  </a:lnTo>
                  <a:lnTo>
                    <a:pt x="15209" y="47998"/>
                  </a:lnTo>
                  <a:lnTo>
                    <a:pt x="8641" y="40127"/>
                  </a:lnTo>
                  <a:lnTo>
                    <a:pt x="10144" y="38982"/>
                  </a:lnTo>
                  <a:lnTo>
                    <a:pt x="0" y="26823"/>
                  </a:lnTo>
                  <a:lnTo>
                    <a:pt x="2072" y="25158"/>
                  </a:lnTo>
                  <a:lnTo>
                    <a:pt x="2444" y="24869"/>
                  </a:lnTo>
                  <a:lnTo>
                    <a:pt x="3593" y="23975"/>
                  </a:lnTo>
                  <a:lnTo>
                    <a:pt x="5641" y="22454"/>
                  </a:lnTo>
                  <a:lnTo>
                    <a:pt x="6754" y="21470"/>
                  </a:lnTo>
                  <a:lnTo>
                    <a:pt x="6180" y="20481"/>
                  </a:lnTo>
                  <a:lnTo>
                    <a:pt x="3386" y="15665"/>
                  </a:lnTo>
                  <a:lnTo>
                    <a:pt x="7189" y="13574"/>
                  </a:lnTo>
                  <a:lnTo>
                    <a:pt x="11888" y="12403"/>
                  </a:lnTo>
                  <a:lnTo>
                    <a:pt x="10733" y="6764"/>
                  </a:lnTo>
                  <a:lnTo>
                    <a:pt x="9642" y="1288"/>
                  </a:lnTo>
                  <a:lnTo>
                    <a:pt x="11725" y="653"/>
                  </a:lnTo>
                  <a:lnTo>
                    <a:pt x="13867" y="0"/>
                  </a:lnTo>
                  <a:lnTo>
                    <a:pt x="15067" y="322"/>
                  </a:lnTo>
                  <a:lnTo>
                    <a:pt x="17294" y="10208"/>
                  </a:lnTo>
                  <a:lnTo>
                    <a:pt x="15719" y="10342"/>
                  </a:lnTo>
                  <a:lnTo>
                    <a:pt x="16864" y="16807"/>
                  </a:lnTo>
                  <a:lnTo>
                    <a:pt x="27984" y="31011"/>
                  </a:lnTo>
                  <a:lnTo>
                    <a:pt x="28219" y="31311"/>
                  </a:lnTo>
                  <a:lnTo>
                    <a:pt x="26621" y="32886"/>
                  </a:lnTo>
                  <a:lnTo>
                    <a:pt x="26048" y="37371"/>
                  </a:lnTo>
                  <a:lnTo>
                    <a:pt x="27766" y="3997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1" name="pg370"/>
            <p:cNvSpPr/>
            <p:nvPr/>
          </p:nvSpPr>
          <p:spPr>
            <a:xfrm>
              <a:off x="4454320" y="1427369"/>
              <a:ext cx="238791" cy="188740"/>
            </a:xfrm>
            <a:custGeom>
              <a:avLst/>
              <a:pathLst>
                <a:path w="238791" h="188740">
                  <a:moveTo>
                    <a:pt x="85630" y="3089"/>
                  </a:moveTo>
                  <a:lnTo>
                    <a:pt x="82225" y="14190"/>
                  </a:lnTo>
                  <a:lnTo>
                    <a:pt x="86561" y="15180"/>
                  </a:lnTo>
                  <a:lnTo>
                    <a:pt x="88153" y="19880"/>
                  </a:lnTo>
                  <a:lnTo>
                    <a:pt x="95348" y="20039"/>
                  </a:lnTo>
                  <a:lnTo>
                    <a:pt x="95688" y="16285"/>
                  </a:lnTo>
                  <a:lnTo>
                    <a:pt x="102369" y="16806"/>
                  </a:lnTo>
                  <a:lnTo>
                    <a:pt x="102220" y="18014"/>
                  </a:lnTo>
                  <a:lnTo>
                    <a:pt x="104319" y="22848"/>
                  </a:lnTo>
                  <a:lnTo>
                    <a:pt x="106263" y="24637"/>
                  </a:lnTo>
                  <a:lnTo>
                    <a:pt x="107635" y="25030"/>
                  </a:lnTo>
                  <a:lnTo>
                    <a:pt x="113533" y="27865"/>
                  </a:lnTo>
                  <a:lnTo>
                    <a:pt x="113271" y="30943"/>
                  </a:lnTo>
                  <a:lnTo>
                    <a:pt x="113129" y="32605"/>
                  </a:lnTo>
                  <a:lnTo>
                    <a:pt x="115438" y="33182"/>
                  </a:lnTo>
                  <a:lnTo>
                    <a:pt x="116350" y="33410"/>
                  </a:lnTo>
                  <a:lnTo>
                    <a:pt x="116976" y="37107"/>
                  </a:lnTo>
                  <a:lnTo>
                    <a:pt x="117214" y="37996"/>
                  </a:lnTo>
                  <a:lnTo>
                    <a:pt x="117801" y="40193"/>
                  </a:lnTo>
                  <a:lnTo>
                    <a:pt x="130284" y="38087"/>
                  </a:lnTo>
                  <a:lnTo>
                    <a:pt x="142138" y="36223"/>
                  </a:lnTo>
                  <a:lnTo>
                    <a:pt x="150226" y="34770"/>
                  </a:lnTo>
                  <a:lnTo>
                    <a:pt x="160887" y="33577"/>
                  </a:lnTo>
                  <a:lnTo>
                    <a:pt x="171045" y="34275"/>
                  </a:lnTo>
                  <a:lnTo>
                    <a:pt x="176229" y="35045"/>
                  </a:lnTo>
                  <a:lnTo>
                    <a:pt x="177185" y="35187"/>
                  </a:lnTo>
                  <a:lnTo>
                    <a:pt x="176400" y="44251"/>
                  </a:lnTo>
                  <a:lnTo>
                    <a:pt x="174739" y="49792"/>
                  </a:lnTo>
                  <a:lnTo>
                    <a:pt x="181836" y="48838"/>
                  </a:lnTo>
                  <a:lnTo>
                    <a:pt x="190185" y="52476"/>
                  </a:lnTo>
                  <a:lnTo>
                    <a:pt x="188217" y="60646"/>
                  </a:lnTo>
                  <a:lnTo>
                    <a:pt x="183148" y="59036"/>
                  </a:lnTo>
                  <a:lnTo>
                    <a:pt x="176469" y="67922"/>
                  </a:lnTo>
                  <a:lnTo>
                    <a:pt x="184579" y="79075"/>
                  </a:lnTo>
                  <a:lnTo>
                    <a:pt x="189291" y="78478"/>
                  </a:lnTo>
                  <a:lnTo>
                    <a:pt x="194957" y="75377"/>
                  </a:lnTo>
                  <a:lnTo>
                    <a:pt x="194420" y="74125"/>
                  </a:lnTo>
                  <a:lnTo>
                    <a:pt x="207004" y="62614"/>
                  </a:lnTo>
                  <a:lnTo>
                    <a:pt x="209160" y="63485"/>
                  </a:lnTo>
                  <a:lnTo>
                    <a:pt x="213926" y="54512"/>
                  </a:lnTo>
                  <a:lnTo>
                    <a:pt x="215711" y="53072"/>
                  </a:lnTo>
                  <a:lnTo>
                    <a:pt x="237539" y="51283"/>
                  </a:lnTo>
                  <a:lnTo>
                    <a:pt x="238791" y="60825"/>
                  </a:lnTo>
                  <a:lnTo>
                    <a:pt x="219528" y="63688"/>
                  </a:lnTo>
                  <a:lnTo>
                    <a:pt x="218037" y="65894"/>
                  </a:lnTo>
                  <a:lnTo>
                    <a:pt x="221496" y="81222"/>
                  </a:lnTo>
                  <a:lnTo>
                    <a:pt x="226148" y="83965"/>
                  </a:lnTo>
                  <a:lnTo>
                    <a:pt x="218514" y="90645"/>
                  </a:lnTo>
                  <a:lnTo>
                    <a:pt x="221436" y="96489"/>
                  </a:lnTo>
                  <a:lnTo>
                    <a:pt x="214101" y="100545"/>
                  </a:lnTo>
                  <a:lnTo>
                    <a:pt x="207839" y="92672"/>
                  </a:lnTo>
                  <a:lnTo>
                    <a:pt x="198774" y="100425"/>
                  </a:lnTo>
                  <a:lnTo>
                    <a:pt x="171936" y="102036"/>
                  </a:lnTo>
                  <a:lnTo>
                    <a:pt x="169670" y="105018"/>
                  </a:lnTo>
                  <a:lnTo>
                    <a:pt x="174441" y="110385"/>
                  </a:lnTo>
                  <a:lnTo>
                    <a:pt x="174500" y="119450"/>
                  </a:lnTo>
                  <a:lnTo>
                    <a:pt x="180010" y="122887"/>
                  </a:lnTo>
                  <a:lnTo>
                    <a:pt x="185104" y="126064"/>
                  </a:lnTo>
                  <a:lnTo>
                    <a:pt x="182528" y="131145"/>
                  </a:lnTo>
                  <a:lnTo>
                    <a:pt x="172293" y="127782"/>
                  </a:lnTo>
                  <a:lnTo>
                    <a:pt x="154330" y="117548"/>
                  </a:lnTo>
                  <a:lnTo>
                    <a:pt x="154613" y="119355"/>
                  </a:lnTo>
                  <a:lnTo>
                    <a:pt x="155046" y="122128"/>
                  </a:lnTo>
                  <a:lnTo>
                    <a:pt x="154491" y="122314"/>
                  </a:lnTo>
                  <a:lnTo>
                    <a:pt x="152046" y="123136"/>
                  </a:lnTo>
                  <a:lnTo>
                    <a:pt x="147812" y="124560"/>
                  </a:lnTo>
                  <a:lnTo>
                    <a:pt x="146744" y="124919"/>
                  </a:lnTo>
                  <a:lnTo>
                    <a:pt x="135169" y="128001"/>
                  </a:lnTo>
                  <a:lnTo>
                    <a:pt x="133827" y="128359"/>
                  </a:lnTo>
                  <a:lnTo>
                    <a:pt x="133576" y="128426"/>
                  </a:lnTo>
                  <a:lnTo>
                    <a:pt x="134005" y="130072"/>
                  </a:lnTo>
                  <a:lnTo>
                    <a:pt x="154478" y="144291"/>
                  </a:lnTo>
                  <a:lnTo>
                    <a:pt x="156263" y="145530"/>
                  </a:lnTo>
                  <a:lnTo>
                    <a:pt x="158052" y="145888"/>
                  </a:lnTo>
                  <a:lnTo>
                    <a:pt x="159900" y="150299"/>
                  </a:lnTo>
                  <a:lnTo>
                    <a:pt x="163025" y="157759"/>
                  </a:lnTo>
                  <a:lnTo>
                    <a:pt x="162913" y="164414"/>
                  </a:lnTo>
                  <a:lnTo>
                    <a:pt x="156907" y="165569"/>
                  </a:lnTo>
                  <a:lnTo>
                    <a:pt x="150466" y="161060"/>
                  </a:lnTo>
                  <a:lnTo>
                    <a:pt x="149032" y="162327"/>
                  </a:lnTo>
                  <a:lnTo>
                    <a:pt x="141162" y="164066"/>
                  </a:lnTo>
                  <a:lnTo>
                    <a:pt x="133862" y="159056"/>
                  </a:lnTo>
                  <a:lnTo>
                    <a:pt x="129139" y="151828"/>
                  </a:lnTo>
                  <a:lnTo>
                    <a:pt x="123035" y="146604"/>
                  </a:lnTo>
                  <a:lnTo>
                    <a:pt x="128280" y="139089"/>
                  </a:lnTo>
                  <a:lnTo>
                    <a:pt x="126133" y="137729"/>
                  </a:lnTo>
                  <a:lnTo>
                    <a:pt x="116374" y="139131"/>
                  </a:lnTo>
                  <a:lnTo>
                    <a:pt x="115356" y="139277"/>
                  </a:lnTo>
                  <a:lnTo>
                    <a:pt x="110388" y="147003"/>
                  </a:lnTo>
                  <a:lnTo>
                    <a:pt x="105498" y="144320"/>
                  </a:lnTo>
                  <a:lnTo>
                    <a:pt x="97029" y="153504"/>
                  </a:lnTo>
                  <a:lnTo>
                    <a:pt x="91841" y="147182"/>
                  </a:lnTo>
                  <a:lnTo>
                    <a:pt x="93153" y="145512"/>
                  </a:lnTo>
                  <a:lnTo>
                    <a:pt x="83133" y="146109"/>
                  </a:lnTo>
                  <a:lnTo>
                    <a:pt x="82895" y="149568"/>
                  </a:lnTo>
                  <a:lnTo>
                    <a:pt x="77945" y="149866"/>
                  </a:lnTo>
                  <a:lnTo>
                    <a:pt x="77706" y="154160"/>
                  </a:lnTo>
                  <a:lnTo>
                    <a:pt x="76634" y="154144"/>
                  </a:lnTo>
                  <a:lnTo>
                    <a:pt x="61783" y="153922"/>
                  </a:lnTo>
                  <a:lnTo>
                    <a:pt x="60828" y="159110"/>
                  </a:lnTo>
                  <a:lnTo>
                    <a:pt x="56952" y="157917"/>
                  </a:lnTo>
                  <a:lnTo>
                    <a:pt x="52253" y="169358"/>
                  </a:lnTo>
                  <a:lnTo>
                    <a:pt x="50963" y="169032"/>
                  </a:lnTo>
                  <a:lnTo>
                    <a:pt x="48710" y="168433"/>
                  </a:lnTo>
                  <a:lnTo>
                    <a:pt x="46261" y="167904"/>
                  </a:lnTo>
                  <a:lnTo>
                    <a:pt x="44321" y="175901"/>
                  </a:lnTo>
                  <a:lnTo>
                    <a:pt x="42502" y="183892"/>
                  </a:lnTo>
                  <a:lnTo>
                    <a:pt x="41907" y="183753"/>
                  </a:lnTo>
                  <a:lnTo>
                    <a:pt x="28726" y="180659"/>
                  </a:lnTo>
                  <a:lnTo>
                    <a:pt x="28678" y="180856"/>
                  </a:lnTo>
                  <a:lnTo>
                    <a:pt x="27268" y="188740"/>
                  </a:lnTo>
                  <a:lnTo>
                    <a:pt x="26779" y="188611"/>
                  </a:lnTo>
                  <a:lnTo>
                    <a:pt x="22641" y="187771"/>
                  </a:lnTo>
                  <a:lnTo>
                    <a:pt x="22027" y="187647"/>
                  </a:lnTo>
                  <a:lnTo>
                    <a:pt x="20858" y="187355"/>
                  </a:lnTo>
                  <a:lnTo>
                    <a:pt x="25853" y="165848"/>
                  </a:lnTo>
                  <a:lnTo>
                    <a:pt x="19246" y="162170"/>
                  </a:lnTo>
                  <a:lnTo>
                    <a:pt x="16294" y="157876"/>
                  </a:lnTo>
                  <a:lnTo>
                    <a:pt x="10300" y="141684"/>
                  </a:lnTo>
                  <a:lnTo>
                    <a:pt x="12352" y="135368"/>
                  </a:lnTo>
                  <a:lnTo>
                    <a:pt x="18494" y="132804"/>
                  </a:lnTo>
                  <a:lnTo>
                    <a:pt x="20620" y="132977"/>
                  </a:lnTo>
                  <a:lnTo>
                    <a:pt x="25366" y="120475"/>
                  </a:lnTo>
                  <a:lnTo>
                    <a:pt x="29446" y="111565"/>
                  </a:lnTo>
                  <a:lnTo>
                    <a:pt x="28313" y="108166"/>
                  </a:lnTo>
                  <a:lnTo>
                    <a:pt x="30699" y="106079"/>
                  </a:lnTo>
                  <a:lnTo>
                    <a:pt x="37140" y="104767"/>
                  </a:lnTo>
                  <a:lnTo>
                    <a:pt x="36901" y="101725"/>
                  </a:lnTo>
                  <a:lnTo>
                    <a:pt x="34836" y="97002"/>
                  </a:lnTo>
                  <a:lnTo>
                    <a:pt x="31221" y="91486"/>
                  </a:lnTo>
                  <a:lnTo>
                    <a:pt x="27717" y="92753"/>
                  </a:lnTo>
                  <a:lnTo>
                    <a:pt x="22349" y="81459"/>
                  </a:lnTo>
                  <a:lnTo>
                    <a:pt x="24623" y="75607"/>
                  </a:lnTo>
                  <a:lnTo>
                    <a:pt x="30624" y="74712"/>
                  </a:lnTo>
                  <a:lnTo>
                    <a:pt x="30699" y="79148"/>
                  </a:lnTo>
                  <a:lnTo>
                    <a:pt x="27717" y="80080"/>
                  </a:lnTo>
                  <a:lnTo>
                    <a:pt x="29431" y="81981"/>
                  </a:lnTo>
                  <a:lnTo>
                    <a:pt x="33755" y="82279"/>
                  </a:lnTo>
                  <a:lnTo>
                    <a:pt x="36513" y="80676"/>
                  </a:lnTo>
                  <a:lnTo>
                    <a:pt x="32935" y="74488"/>
                  </a:lnTo>
                  <a:lnTo>
                    <a:pt x="33308" y="69680"/>
                  </a:lnTo>
                  <a:lnTo>
                    <a:pt x="32078" y="61964"/>
                  </a:lnTo>
                  <a:lnTo>
                    <a:pt x="43724" y="60228"/>
                  </a:lnTo>
                  <a:lnTo>
                    <a:pt x="43751" y="58814"/>
                  </a:lnTo>
                  <a:lnTo>
                    <a:pt x="42868" y="56079"/>
                  </a:lnTo>
                  <a:lnTo>
                    <a:pt x="32920" y="57096"/>
                  </a:lnTo>
                  <a:lnTo>
                    <a:pt x="32622" y="49820"/>
                  </a:lnTo>
                  <a:lnTo>
                    <a:pt x="0" y="43677"/>
                  </a:lnTo>
                  <a:lnTo>
                    <a:pt x="775" y="35566"/>
                  </a:lnTo>
                  <a:lnTo>
                    <a:pt x="7633" y="34314"/>
                  </a:lnTo>
                  <a:lnTo>
                    <a:pt x="12882" y="20716"/>
                  </a:lnTo>
                  <a:lnTo>
                    <a:pt x="21589" y="21909"/>
                  </a:lnTo>
                  <a:lnTo>
                    <a:pt x="22185" y="18331"/>
                  </a:lnTo>
                  <a:lnTo>
                    <a:pt x="54211" y="21611"/>
                  </a:lnTo>
                  <a:lnTo>
                    <a:pt x="53854" y="25726"/>
                  </a:lnTo>
                  <a:lnTo>
                    <a:pt x="56239" y="25905"/>
                  </a:lnTo>
                  <a:lnTo>
                    <a:pt x="56895" y="21969"/>
                  </a:lnTo>
                  <a:lnTo>
                    <a:pt x="60414" y="22267"/>
                  </a:lnTo>
                  <a:lnTo>
                    <a:pt x="61428" y="15647"/>
                  </a:lnTo>
                  <a:lnTo>
                    <a:pt x="63635" y="6540"/>
                  </a:lnTo>
                  <a:lnTo>
                    <a:pt x="71754" y="8573"/>
                  </a:lnTo>
                  <a:lnTo>
                    <a:pt x="73755" y="2147"/>
                  </a:lnTo>
                  <a:lnTo>
                    <a:pt x="74423" y="0"/>
                  </a:lnTo>
                  <a:lnTo>
                    <a:pt x="78455" y="70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2" name="pg371"/>
            <p:cNvSpPr/>
            <p:nvPr/>
          </p:nvSpPr>
          <p:spPr>
            <a:xfrm>
              <a:off x="4507659" y="1361175"/>
              <a:ext cx="88940" cy="91224"/>
            </a:xfrm>
            <a:custGeom>
              <a:avLst/>
              <a:pathLst>
                <a:path w="88940" h="91224">
                  <a:moveTo>
                    <a:pt x="83763" y="27879"/>
                  </a:moveTo>
                  <a:lnTo>
                    <a:pt x="79924" y="43420"/>
                  </a:lnTo>
                  <a:lnTo>
                    <a:pt x="79539" y="44585"/>
                  </a:lnTo>
                  <a:lnTo>
                    <a:pt x="78877" y="46591"/>
                  </a:lnTo>
                  <a:lnTo>
                    <a:pt x="80487" y="48702"/>
                  </a:lnTo>
                  <a:lnTo>
                    <a:pt x="81274" y="48988"/>
                  </a:lnTo>
                  <a:lnTo>
                    <a:pt x="82359" y="49214"/>
                  </a:lnTo>
                  <a:lnTo>
                    <a:pt x="83161" y="51023"/>
                  </a:lnTo>
                  <a:lnTo>
                    <a:pt x="86806" y="59236"/>
                  </a:lnTo>
                  <a:lnTo>
                    <a:pt x="87070" y="59529"/>
                  </a:lnTo>
                  <a:lnTo>
                    <a:pt x="88762" y="61407"/>
                  </a:lnTo>
                  <a:lnTo>
                    <a:pt x="88817" y="63639"/>
                  </a:lnTo>
                  <a:lnTo>
                    <a:pt x="88940" y="68607"/>
                  </a:lnTo>
                  <a:lnTo>
                    <a:pt x="86973" y="74136"/>
                  </a:lnTo>
                  <a:lnTo>
                    <a:pt x="80436" y="81412"/>
                  </a:lnTo>
                  <a:lnTo>
                    <a:pt x="77645" y="82199"/>
                  </a:lnTo>
                  <a:lnTo>
                    <a:pt x="75834" y="80347"/>
                  </a:lnTo>
                  <a:lnTo>
                    <a:pt x="75475" y="79980"/>
                  </a:lnTo>
                  <a:lnTo>
                    <a:pt x="73542" y="81340"/>
                  </a:lnTo>
                  <a:lnTo>
                    <a:pt x="73089" y="83630"/>
                  </a:lnTo>
                  <a:lnTo>
                    <a:pt x="71324" y="84036"/>
                  </a:lnTo>
                  <a:lnTo>
                    <a:pt x="70179" y="82747"/>
                  </a:lnTo>
                  <a:lnTo>
                    <a:pt x="68580" y="82127"/>
                  </a:lnTo>
                  <a:lnTo>
                    <a:pt x="63499" y="84584"/>
                  </a:lnTo>
                  <a:lnTo>
                    <a:pt x="62354" y="86469"/>
                  </a:lnTo>
                  <a:lnTo>
                    <a:pt x="60620" y="84168"/>
                  </a:lnTo>
                  <a:lnTo>
                    <a:pt x="59658" y="82891"/>
                  </a:lnTo>
                  <a:lnTo>
                    <a:pt x="54983" y="85181"/>
                  </a:lnTo>
                  <a:lnTo>
                    <a:pt x="53146" y="88664"/>
                  </a:lnTo>
                  <a:lnTo>
                    <a:pt x="53408" y="90000"/>
                  </a:lnTo>
                  <a:lnTo>
                    <a:pt x="54297" y="91224"/>
                  </a:lnTo>
                  <a:lnTo>
                    <a:pt x="52925" y="90830"/>
                  </a:lnTo>
                  <a:lnTo>
                    <a:pt x="50981" y="89041"/>
                  </a:lnTo>
                  <a:lnTo>
                    <a:pt x="48881" y="84207"/>
                  </a:lnTo>
                  <a:lnTo>
                    <a:pt x="49031" y="82999"/>
                  </a:lnTo>
                  <a:lnTo>
                    <a:pt x="42350" y="82478"/>
                  </a:lnTo>
                  <a:lnTo>
                    <a:pt x="42010" y="86233"/>
                  </a:lnTo>
                  <a:lnTo>
                    <a:pt x="34814" y="86074"/>
                  </a:lnTo>
                  <a:lnTo>
                    <a:pt x="33223" y="81373"/>
                  </a:lnTo>
                  <a:lnTo>
                    <a:pt x="28887" y="80383"/>
                  </a:lnTo>
                  <a:lnTo>
                    <a:pt x="32291" y="69282"/>
                  </a:lnTo>
                  <a:lnTo>
                    <a:pt x="25117" y="66902"/>
                  </a:lnTo>
                  <a:lnTo>
                    <a:pt x="21085" y="66193"/>
                  </a:lnTo>
                  <a:lnTo>
                    <a:pt x="20416" y="68340"/>
                  </a:lnTo>
                  <a:lnTo>
                    <a:pt x="18416" y="74766"/>
                  </a:lnTo>
                  <a:lnTo>
                    <a:pt x="10297" y="72733"/>
                  </a:lnTo>
                  <a:lnTo>
                    <a:pt x="1179" y="70158"/>
                  </a:lnTo>
                  <a:lnTo>
                    <a:pt x="579" y="69989"/>
                  </a:lnTo>
                  <a:lnTo>
                    <a:pt x="0" y="60464"/>
                  </a:lnTo>
                  <a:lnTo>
                    <a:pt x="7943" y="48083"/>
                  </a:lnTo>
                  <a:lnTo>
                    <a:pt x="3732" y="45416"/>
                  </a:lnTo>
                  <a:lnTo>
                    <a:pt x="7943" y="38707"/>
                  </a:lnTo>
                  <a:lnTo>
                    <a:pt x="12595" y="38707"/>
                  </a:lnTo>
                  <a:lnTo>
                    <a:pt x="15315" y="37491"/>
                  </a:lnTo>
                  <a:lnTo>
                    <a:pt x="16531" y="34628"/>
                  </a:lnTo>
                  <a:lnTo>
                    <a:pt x="16245" y="30978"/>
                  </a:lnTo>
                  <a:lnTo>
                    <a:pt x="24404" y="28473"/>
                  </a:lnTo>
                  <a:lnTo>
                    <a:pt x="35783" y="30549"/>
                  </a:lnTo>
                  <a:lnTo>
                    <a:pt x="33063" y="41856"/>
                  </a:lnTo>
                  <a:lnTo>
                    <a:pt x="34208" y="42787"/>
                  </a:lnTo>
                  <a:lnTo>
                    <a:pt x="41150" y="35558"/>
                  </a:lnTo>
                  <a:lnTo>
                    <a:pt x="56537" y="21961"/>
                  </a:lnTo>
                  <a:lnTo>
                    <a:pt x="61976" y="12657"/>
                  </a:lnTo>
                  <a:lnTo>
                    <a:pt x="66414" y="4498"/>
                  </a:lnTo>
                  <a:lnTo>
                    <a:pt x="75749" y="0"/>
                  </a:lnTo>
                  <a:lnTo>
                    <a:pt x="83077" y="5561"/>
                  </a:lnTo>
                  <a:lnTo>
                    <a:pt x="77435" y="15162"/>
                  </a:lnTo>
                  <a:lnTo>
                    <a:pt x="81156" y="17810"/>
                  </a:lnTo>
                  <a:lnTo>
                    <a:pt x="78866" y="2217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3" name="pg372"/>
            <p:cNvSpPr/>
            <p:nvPr/>
          </p:nvSpPr>
          <p:spPr>
            <a:xfrm>
              <a:off x="4560805" y="1398976"/>
              <a:ext cx="89432" cy="68585"/>
            </a:xfrm>
            <a:custGeom>
              <a:avLst/>
              <a:pathLst>
                <a:path w="89432" h="68585">
                  <a:moveTo>
                    <a:pt x="49050" y="8949"/>
                  </a:moveTo>
                  <a:lnTo>
                    <a:pt x="48335" y="17581"/>
                  </a:lnTo>
                  <a:lnTo>
                    <a:pt x="58751" y="17513"/>
                  </a:lnTo>
                  <a:lnTo>
                    <a:pt x="59142" y="23593"/>
                  </a:lnTo>
                  <a:lnTo>
                    <a:pt x="62817" y="24855"/>
                  </a:lnTo>
                  <a:lnTo>
                    <a:pt x="63937" y="25239"/>
                  </a:lnTo>
                  <a:lnTo>
                    <a:pt x="62655" y="27771"/>
                  </a:lnTo>
                  <a:lnTo>
                    <a:pt x="58211" y="36547"/>
                  </a:lnTo>
                  <a:lnTo>
                    <a:pt x="69233" y="43274"/>
                  </a:lnTo>
                  <a:lnTo>
                    <a:pt x="71895" y="40830"/>
                  </a:lnTo>
                  <a:lnTo>
                    <a:pt x="82403" y="39694"/>
                  </a:lnTo>
                  <a:lnTo>
                    <a:pt x="84780" y="47065"/>
                  </a:lnTo>
                  <a:lnTo>
                    <a:pt x="87755" y="46498"/>
                  </a:lnTo>
                  <a:lnTo>
                    <a:pt x="88725" y="46313"/>
                  </a:lnTo>
                  <a:lnTo>
                    <a:pt x="89432" y="50975"/>
                  </a:lnTo>
                  <a:lnTo>
                    <a:pt x="75888" y="53937"/>
                  </a:lnTo>
                  <a:lnTo>
                    <a:pt x="71666" y="57731"/>
                  </a:lnTo>
                  <a:lnTo>
                    <a:pt x="71809" y="58661"/>
                  </a:lnTo>
                  <a:lnTo>
                    <a:pt x="81916" y="60039"/>
                  </a:lnTo>
                  <a:lnTo>
                    <a:pt x="81066" y="65291"/>
                  </a:lnTo>
                  <a:lnTo>
                    <a:pt x="78929" y="64802"/>
                  </a:lnTo>
                  <a:lnTo>
                    <a:pt x="70700" y="63579"/>
                  </a:lnTo>
                  <a:lnTo>
                    <a:pt x="69745" y="63437"/>
                  </a:lnTo>
                  <a:lnTo>
                    <a:pt x="64560" y="62667"/>
                  </a:lnTo>
                  <a:lnTo>
                    <a:pt x="54402" y="61969"/>
                  </a:lnTo>
                  <a:lnTo>
                    <a:pt x="43742" y="63162"/>
                  </a:lnTo>
                  <a:lnTo>
                    <a:pt x="35653" y="64615"/>
                  </a:lnTo>
                  <a:lnTo>
                    <a:pt x="23800" y="66479"/>
                  </a:lnTo>
                  <a:lnTo>
                    <a:pt x="11317" y="68585"/>
                  </a:lnTo>
                  <a:lnTo>
                    <a:pt x="10729" y="66388"/>
                  </a:lnTo>
                  <a:lnTo>
                    <a:pt x="10491" y="65500"/>
                  </a:lnTo>
                  <a:lnTo>
                    <a:pt x="9865" y="61802"/>
                  </a:lnTo>
                  <a:lnTo>
                    <a:pt x="8953" y="61574"/>
                  </a:lnTo>
                  <a:lnTo>
                    <a:pt x="6645" y="60997"/>
                  </a:lnTo>
                  <a:lnTo>
                    <a:pt x="6786" y="59335"/>
                  </a:lnTo>
                  <a:lnTo>
                    <a:pt x="7049" y="56257"/>
                  </a:lnTo>
                  <a:lnTo>
                    <a:pt x="1151" y="53423"/>
                  </a:lnTo>
                  <a:lnTo>
                    <a:pt x="262" y="52199"/>
                  </a:lnTo>
                  <a:lnTo>
                    <a:pt x="0" y="50863"/>
                  </a:lnTo>
                  <a:lnTo>
                    <a:pt x="1836" y="47380"/>
                  </a:lnTo>
                  <a:lnTo>
                    <a:pt x="6512" y="45090"/>
                  </a:lnTo>
                  <a:lnTo>
                    <a:pt x="7474" y="46367"/>
                  </a:lnTo>
                  <a:lnTo>
                    <a:pt x="9208" y="48668"/>
                  </a:lnTo>
                  <a:lnTo>
                    <a:pt x="10353" y="46783"/>
                  </a:lnTo>
                  <a:lnTo>
                    <a:pt x="15434" y="44326"/>
                  </a:lnTo>
                  <a:lnTo>
                    <a:pt x="17032" y="44946"/>
                  </a:lnTo>
                  <a:lnTo>
                    <a:pt x="18177" y="46235"/>
                  </a:lnTo>
                  <a:lnTo>
                    <a:pt x="19943" y="45829"/>
                  </a:lnTo>
                  <a:lnTo>
                    <a:pt x="20396" y="43539"/>
                  </a:lnTo>
                  <a:lnTo>
                    <a:pt x="22328" y="42179"/>
                  </a:lnTo>
                  <a:lnTo>
                    <a:pt x="22688" y="42546"/>
                  </a:lnTo>
                  <a:lnTo>
                    <a:pt x="24499" y="44398"/>
                  </a:lnTo>
                  <a:lnTo>
                    <a:pt x="27290" y="43611"/>
                  </a:lnTo>
                  <a:lnTo>
                    <a:pt x="33827" y="36335"/>
                  </a:lnTo>
                  <a:lnTo>
                    <a:pt x="35794" y="30806"/>
                  </a:lnTo>
                  <a:lnTo>
                    <a:pt x="35671" y="25838"/>
                  </a:lnTo>
                  <a:lnTo>
                    <a:pt x="35616" y="23606"/>
                  </a:lnTo>
                  <a:lnTo>
                    <a:pt x="33923" y="21728"/>
                  </a:lnTo>
                  <a:lnTo>
                    <a:pt x="33660" y="21435"/>
                  </a:lnTo>
                  <a:lnTo>
                    <a:pt x="30015" y="13222"/>
                  </a:lnTo>
                  <a:lnTo>
                    <a:pt x="29212" y="11413"/>
                  </a:lnTo>
                  <a:lnTo>
                    <a:pt x="28128" y="11187"/>
                  </a:lnTo>
                  <a:lnTo>
                    <a:pt x="27341" y="10901"/>
                  </a:lnTo>
                  <a:lnTo>
                    <a:pt x="25731" y="8790"/>
                  </a:lnTo>
                  <a:lnTo>
                    <a:pt x="26393" y="6784"/>
                  </a:lnTo>
                  <a:lnTo>
                    <a:pt x="32233" y="5057"/>
                  </a:lnTo>
                  <a:lnTo>
                    <a:pt x="37958" y="2624"/>
                  </a:lnTo>
                  <a:lnTo>
                    <a:pt x="41509" y="0"/>
                  </a:lnTo>
                  <a:lnTo>
                    <a:pt x="45919" y="4134"/>
                  </a:lnTo>
                  <a:lnTo>
                    <a:pt x="49194" y="720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4" name="pg373"/>
            <p:cNvSpPr/>
            <p:nvPr/>
          </p:nvSpPr>
          <p:spPr>
            <a:xfrm>
              <a:off x="3756760" y="2250569"/>
              <a:ext cx="57965" cy="38599"/>
            </a:xfrm>
            <a:custGeom>
              <a:avLst/>
              <a:pathLst>
                <a:path w="57965" h="38599">
                  <a:moveTo>
                    <a:pt x="21230" y="0"/>
                  </a:moveTo>
                  <a:lnTo>
                    <a:pt x="32890" y="4264"/>
                  </a:lnTo>
                  <a:lnTo>
                    <a:pt x="35853" y="5647"/>
                  </a:lnTo>
                  <a:lnTo>
                    <a:pt x="37361" y="6349"/>
                  </a:lnTo>
                  <a:lnTo>
                    <a:pt x="38764" y="7976"/>
                  </a:lnTo>
                  <a:lnTo>
                    <a:pt x="42239" y="10200"/>
                  </a:lnTo>
                  <a:lnTo>
                    <a:pt x="43786" y="11190"/>
                  </a:lnTo>
                  <a:lnTo>
                    <a:pt x="43934" y="11264"/>
                  </a:lnTo>
                  <a:lnTo>
                    <a:pt x="44717" y="11704"/>
                  </a:lnTo>
                  <a:lnTo>
                    <a:pt x="46775" y="12860"/>
                  </a:lnTo>
                  <a:lnTo>
                    <a:pt x="47552" y="13296"/>
                  </a:lnTo>
                  <a:lnTo>
                    <a:pt x="50741" y="15813"/>
                  </a:lnTo>
                  <a:lnTo>
                    <a:pt x="51061" y="16527"/>
                  </a:lnTo>
                  <a:lnTo>
                    <a:pt x="52477" y="19435"/>
                  </a:lnTo>
                  <a:lnTo>
                    <a:pt x="55310" y="21224"/>
                  </a:lnTo>
                  <a:lnTo>
                    <a:pt x="56184" y="22047"/>
                  </a:lnTo>
                  <a:lnTo>
                    <a:pt x="56418" y="22312"/>
                  </a:lnTo>
                  <a:lnTo>
                    <a:pt x="57415" y="23441"/>
                  </a:lnTo>
                  <a:lnTo>
                    <a:pt x="57965" y="24365"/>
                  </a:lnTo>
                  <a:lnTo>
                    <a:pt x="56337" y="25051"/>
                  </a:lnTo>
                  <a:lnTo>
                    <a:pt x="56688" y="25807"/>
                  </a:lnTo>
                  <a:lnTo>
                    <a:pt x="57084" y="26662"/>
                  </a:lnTo>
                  <a:lnTo>
                    <a:pt x="56751" y="27143"/>
                  </a:lnTo>
                  <a:lnTo>
                    <a:pt x="56247" y="27512"/>
                  </a:lnTo>
                  <a:lnTo>
                    <a:pt x="53456" y="27591"/>
                  </a:lnTo>
                  <a:lnTo>
                    <a:pt x="50912" y="26876"/>
                  </a:lnTo>
                  <a:lnTo>
                    <a:pt x="50144" y="28089"/>
                  </a:lnTo>
                  <a:lnTo>
                    <a:pt x="48983" y="29919"/>
                  </a:lnTo>
                  <a:lnTo>
                    <a:pt x="48521" y="30648"/>
                  </a:lnTo>
                  <a:lnTo>
                    <a:pt x="47132" y="33156"/>
                  </a:lnTo>
                  <a:lnTo>
                    <a:pt x="45737" y="32652"/>
                  </a:lnTo>
                  <a:lnTo>
                    <a:pt x="41854" y="31248"/>
                  </a:lnTo>
                  <a:lnTo>
                    <a:pt x="41560" y="33160"/>
                  </a:lnTo>
                  <a:lnTo>
                    <a:pt x="41412" y="34122"/>
                  </a:lnTo>
                  <a:lnTo>
                    <a:pt x="41288" y="34930"/>
                  </a:lnTo>
                  <a:lnTo>
                    <a:pt x="41143" y="35716"/>
                  </a:lnTo>
                  <a:lnTo>
                    <a:pt x="40340" y="36609"/>
                  </a:lnTo>
                  <a:lnTo>
                    <a:pt x="38752" y="38356"/>
                  </a:lnTo>
                  <a:lnTo>
                    <a:pt x="38599" y="38599"/>
                  </a:lnTo>
                  <a:lnTo>
                    <a:pt x="35073" y="35987"/>
                  </a:lnTo>
                  <a:lnTo>
                    <a:pt x="34638" y="35664"/>
                  </a:lnTo>
                  <a:lnTo>
                    <a:pt x="34058" y="35256"/>
                  </a:lnTo>
                  <a:lnTo>
                    <a:pt x="33886" y="35136"/>
                  </a:lnTo>
                  <a:lnTo>
                    <a:pt x="31997" y="34066"/>
                  </a:lnTo>
                  <a:lnTo>
                    <a:pt x="31086" y="33550"/>
                  </a:lnTo>
                  <a:lnTo>
                    <a:pt x="30662" y="33310"/>
                  </a:lnTo>
                  <a:lnTo>
                    <a:pt x="30497" y="33216"/>
                  </a:lnTo>
                  <a:lnTo>
                    <a:pt x="30046" y="32961"/>
                  </a:lnTo>
                  <a:lnTo>
                    <a:pt x="29130" y="32442"/>
                  </a:lnTo>
                  <a:lnTo>
                    <a:pt x="28604" y="32144"/>
                  </a:lnTo>
                  <a:lnTo>
                    <a:pt x="28726" y="31515"/>
                  </a:lnTo>
                  <a:lnTo>
                    <a:pt x="29233" y="30420"/>
                  </a:lnTo>
                  <a:lnTo>
                    <a:pt x="29636" y="30368"/>
                  </a:lnTo>
                  <a:lnTo>
                    <a:pt x="29790" y="30101"/>
                  </a:lnTo>
                  <a:lnTo>
                    <a:pt x="30268" y="29268"/>
                  </a:lnTo>
                  <a:lnTo>
                    <a:pt x="29160" y="28595"/>
                  </a:lnTo>
                  <a:lnTo>
                    <a:pt x="28978" y="28485"/>
                  </a:lnTo>
                  <a:lnTo>
                    <a:pt x="28205" y="28016"/>
                  </a:lnTo>
                  <a:lnTo>
                    <a:pt x="26708" y="26913"/>
                  </a:lnTo>
                  <a:lnTo>
                    <a:pt x="26391" y="26679"/>
                  </a:lnTo>
                  <a:lnTo>
                    <a:pt x="26000" y="26356"/>
                  </a:lnTo>
                  <a:lnTo>
                    <a:pt x="25706" y="26114"/>
                  </a:lnTo>
                  <a:lnTo>
                    <a:pt x="24878" y="25432"/>
                  </a:lnTo>
                  <a:lnTo>
                    <a:pt x="24434" y="24991"/>
                  </a:lnTo>
                  <a:lnTo>
                    <a:pt x="23779" y="24116"/>
                  </a:lnTo>
                  <a:lnTo>
                    <a:pt x="23591" y="23868"/>
                  </a:lnTo>
                  <a:lnTo>
                    <a:pt x="23205" y="23442"/>
                  </a:lnTo>
                  <a:lnTo>
                    <a:pt x="22689" y="22873"/>
                  </a:lnTo>
                  <a:lnTo>
                    <a:pt x="21974" y="22254"/>
                  </a:lnTo>
                  <a:lnTo>
                    <a:pt x="21677" y="22030"/>
                  </a:lnTo>
                  <a:lnTo>
                    <a:pt x="21084" y="21583"/>
                  </a:lnTo>
                  <a:lnTo>
                    <a:pt x="19244" y="20037"/>
                  </a:lnTo>
                  <a:lnTo>
                    <a:pt x="18773" y="19643"/>
                  </a:lnTo>
                  <a:lnTo>
                    <a:pt x="19004" y="19401"/>
                  </a:lnTo>
                  <a:lnTo>
                    <a:pt x="19220" y="19174"/>
                  </a:lnTo>
                  <a:lnTo>
                    <a:pt x="19451" y="18931"/>
                  </a:lnTo>
                  <a:lnTo>
                    <a:pt x="19783" y="18521"/>
                  </a:lnTo>
                  <a:lnTo>
                    <a:pt x="20056" y="18182"/>
                  </a:lnTo>
                  <a:lnTo>
                    <a:pt x="20304" y="17929"/>
                  </a:lnTo>
                  <a:lnTo>
                    <a:pt x="20988" y="16804"/>
                  </a:lnTo>
                  <a:lnTo>
                    <a:pt x="20710" y="15893"/>
                  </a:lnTo>
                  <a:lnTo>
                    <a:pt x="20454" y="15763"/>
                  </a:lnTo>
                  <a:lnTo>
                    <a:pt x="20123" y="15660"/>
                  </a:lnTo>
                  <a:lnTo>
                    <a:pt x="14693" y="13974"/>
                  </a:lnTo>
                  <a:lnTo>
                    <a:pt x="11287" y="13113"/>
                  </a:lnTo>
                  <a:lnTo>
                    <a:pt x="10131" y="12821"/>
                  </a:lnTo>
                  <a:lnTo>
                    <a:pt x="8037" y="12292"/>
                  </a:lnTo>
                  <a:lnTo>
                    <a:pt x="451" y="13223"/>
                  </a:lnTo>
                  <a:lnTo>
                    <a:pt x="0" y="7493"/>
                  </a:lnTo>
                  <a:lnTo>
                    <a:pt x="2707" y="7482"/>
                  </a:lnTo>
                  <a:lnTo>
                    <a:pt x="2742" y="4568"/>
                  </a:lnTo>
                  <a:lnTo>
                    <a:pt x="2778" y="4192"/>
                  </a:lnTo>
                  <a:lnTo>
                    <a:pt x="9328" y="4114"/>
                  </a:lnTo>
                  <a:lnTo>
                    <a:pt x="11259" y="4121"/>
                  </a:lnTo>
                  <a:lnTo>
                    <a:pt x="12064" y="2081"/>
                  </a:lnTo>
                  <a:lnTo>
                    <a:pt x="19441" y="417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5" name="pg374"/>
            <p:cNvSpPr/>
            <p:nvPr/>
          </p:nvSpPr>
          <p:spPr>
            <a:xfrm>
              <a:off x="3905074" y="2232137"/>
              <a:ext cx="39974" cy="22330"/>
            </a:xfrm>
            <a:custGeom>
              <a:avLst/>
              <a:pathLst>
                <a:path w="39974" h="22330">
                  <a:moveTo>
                    <a:pt x="25059" y="3214"/>
                  </a:moveTo>
                  <a:lnTo>
                    <a:pt x="25841" y="3587"/>
                  </a:lnTo>
                  <a:lnTo>
                    <a:pt x="26825" y="2916"/>
                  </a:lnTo>
                  <a:lnTo>
                    <a:pt x="30143" y="5273"/>
                  </a:lnTo>
                  <a:lnTo>
                    <a:pt x="31817" y="7347"/>
                  </a:lnTo>
                  <a:lnTo>
                    <a:pt x="35863" y="7358"/>
                  </a:lnTo>
                  <a:lnTo>
                    <a:pt x="38647" y="7365"/>
                  </a:lnTo>
                  <a:lnTo>
                    <a:pt x="39974" y="7369"/>
                  </a:lnTo>
                  <a:lnTo>
                    <a:pt x="39942" y="11309"/>
                  </a:lnTo>
                  <a:lnTo>
                    <a:pt x="39934" y="12358"/>
                  </a:lnTo>
                  <a:lnTo>
                    <a:pt x="39926" y="13313"/>
                  </a:lnTo>
                  <a:lnTo>
                    <a:pt x="39897" y="17154"/>
                  </a:lnTo>
                  <a:lnTo>
                    <a:pt x="39880" y="19278"/>
                  </a:lnTo>
                  <a:lnTo>
                    <a:pt x="39879" y="19425"/>
                  </a:lnTo>
                  <a:lnTo>
                    <a:pt x="39796" y="21214"/>
                  </a:lnTo>
                  <a:lnTo>
                    <a:pt x="39573" y="22330"/>
                  </a:lnTo>
                  <a:lnTo>
                    <a:pt x="37751" y="22174"/>
                  </a:lnTo>
                  <a:lnTo>
                    <a:pt x="36847" y="22097"/>
                  </a:lnTo>
                  <a:lnTo>
                    <a:pt x="36348" y="22054"/>
                  </a:lnTo>
                  <a:lnTo>
                    <a:pt x="35856" y="21591"/>
                  </a:lnTo>
                  <a:lnTo>
                    <a:pt x="35081" y="20861"/>
                  </a:lnTo>
                  <a:lnTo>
                    <a:pt x="30943" y="20265"/>
                  </a:lnTo>
                  <a:lnTo>
                    <a:pt x="25939" y="19461"/>
                  </a:lnTo>
                  <a:lnTo>
                    <a:pt x="23361" y="19047"/>
                  </a:lnTo>
                  <a:lnTo>
                    <a:pt x="23071" y="19483"/>
                  </a:lnTo>
                  <a:lnTo>
                    <a:pt x="22616" y="20166"/>
                  </a:lnTo>
                  <a:lnTo>
                    <a:pt x="22470" y="20384"/>
                  </a:lnTo>
                  <a:lnTo>
                    <a:pt x="22353" y="20560"/>
                  </a:lnTo>
                  <a:lnTo>
                    <a:pt x="21676" y="20191"/>
                  </a:lnTo>
                  <a:lnTo>
                    <a:pt x="20635" y="19267"/>
                  </a:lnTo>
                  <a:lnTo>
                    <a:pt x="20150" y="19059"/>
                  </a:lnTo>
                  <a:lnTo>
                    <a:pt x="19239" y="18679"/>
                  </a:lnTo>
                  <a:lnTo>
                    <a:pt x="18889" y="18554"/>
                  </a:lnTo>
                  <a:lnTo>
                    <a:pt x="17363" y="18010"/>
                  </a:lnTo>
                  <a:lnTo>
                    <a:pt x="17041" y="17895"/>
                  </a:lnTo>
                  <a:lnTo>
                    <a:pt x="16753" y="17732"/>
                  </a:lnTo>
                  <a:lnTo>
                    <a:pt x="16235" y="17406"/>
                  </a:lnTo>
                  <a:lnTo>
                    <a:pt x="15968" y="17179"/>
                  </a:lnTo>
                  <a:lnTo>
                    <a:pt x="13985" y="16643"/>
                  </a:lnTo>
                  <a:lnTo>
                    <a:pt x="13779" y="16639"/>
                  </a:lnTo>
                  <a:lnTo>
                    <a:pt x="12935" y="16625"/>
                  </a:lnTo>
                  <a:lnTo>
                    <a:pt x="12211" y="16613"/>
                  </a:lnTo>
                  <a:lnTo>
                    <a:pt x="11601" y="16647"/>
                  </a:lnTo>
                  <a:lnTo>
                    <a:pt x="10758" y="16694"/>
                  </a:lnTo>
                  <a:lnTo>
                    <a:pt x="10078" y="16732"/>
                  </a:lnTo>
                  <a:lnTo>
                    <a:pt x="9713" y="16667"/>
                  </a:lnTo>
                  <a:lnTo>
                    <a:pt x="9575" y="16642"/>
                  </a:lnTo>
                  <a:lnTo>
                    <a:pt x="8990" y="16538"/>
                  </a:lnTo>
                  <a:lnTo>
                    <a:pt x="8808" y="16411"/>
                  </a:lnTo>
                  <a:lnTo>
                    <a:pt x="8525" y="16043"/>
                  </a:lnTo>
                  <a:lnTo>
                    <a:pt x="7755" y="15043"/>
                  </a:lnTo>
                  <a:lnTo>
                    <a:pt x="6676" y="13642"/>
                  </a:lnTo>
                  <a:lnTo>
                    <a:pt x="5530" y="12154"/>
                  </a:lnTo>
                  <a:lnTo>
                    <a:pt x="4990" y="11251"/>
                  </a:lnTo>
                  <a:lnTo>
                    <a:pt x="4826" y="10901"/>
                  </a:lnTo>
                  <a:lnTo>
                    <a:pt x="4742" y="10698"/>
                  </a:lnTo>
                  <a:lnTo>
                    <a:pt x="4478" y="10056"/>
                  </a:lnTo>
                  <a:lnTo>
                    <a:pt x="4371" y="9796"/>
                  </a:lnTo>
                  <a:lnTo>
                    <a:pt x="4081" y="9090"/>
                  </a:lnTo>
                  <a:lnTo>
                    <a:pt x="4005" y="8909"/>
                  </a:lnTo>
                  <a:lnTo>
                    <a:pt x="3922" y="8709"/>
                  </a:lnTo>
                  <a:lnTo>
                    <a:pt x="3741" y="8347"/>
                  </a:lnTo>
                  <a:lnTo>
                    <a:pt x="3401" y="8079"/>
                  </a:lnTo>
                  <a:lnTo>
                    <a:pt x="1923" y="7220"/>
                  </a:lnTo>
                  <a:lnTo>
                    <a:pt x="1662" y="7119"/>
                  </a:lnTo>
                  <a:lnTo>
                    <a:pt x="1119" y="6904"/>
                  </a:lnTo>
                  <a:lnTo>
                    <a:pt x="820" y="6929"/>
                  </a:lnTo>
                  <a:lnTo>
                    <a:pt x="105" y="6988"/>
                  </a:lnTo>
                  <a:lnTo>
                    <a:pt x="0" y="6713"/>
                  </a:lnTo>
                  <a:lnTo>
                    <a:pt x="1246" y="5442"/>
                  </a:lnTo>
                  <a:lnTo>
                    <a:pt x="1628" y="5151"/>
                  </a:lnTo>
                  <a:lnTo>
                    <a:pt x="2343" y="4606"/>
                  </a:lnTo>
                  <a:lnTo>
                    <a:pt x="2544" y="4452"/>
                  </a:lnTo>
                  <a:lnTo>
                    <a:pt x="2956" y="4138"/>
                  </a:lnTo>
                  <a:lnTo>
                    <a:pt x="4569" y="2907"/>
                  </a:lnTo>
                  <a:lnTo>
                    <a:pt x="5059" y="2534"/>
                  </a:lnTo>
                  <a:lnTo>
                    <a:pt x="5911" y="1894"/>
                  </a:lnTo>
                  <a:lnTo>
                    <a:pt x="7104" y="2798"/>
                  </a:lnTo>
                  <a:lnTo>
                    <a:pt x="8191" y="1249"/>
                  </a:lnTo>
                  <a:lnTo>
                    <a:pt x="10308" y="3068"/>
                  </a:lnTo>
                  <a:lnTo>
                    <a:pt x="14781" y="4320"/>
                  </a:lnTo>
                  <a:lnTo>
                    <a:pt x="16597" y="0"/>
                  </a:lnTo>
                  <a:lnTo>
                    <a:pt x="23200" y="233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6" name="pg375"/>
            <p:cNvSpPr/>
            <p:nvPr/>
          </p:nvSpPr>
          <p:spPr>
            <a:xfrm>
              <a:off x="3870539" y="2153991"/>
              <a:ext cx="52701" cy="61267"/>
            </a:xfrm>
            <a:custGeom>
              <a:avLst/>
              <a:pathLst>
                <a:path w="52701" h="61267">
                  <a:moveTo>
                    <a:pt x="34373" y="15325"/>
                  </a:moveTo>
                  <a:lnTo>
                    <a:pt x="34856" y="15945"/>
                  </a:lnTo>
                  <a:lnTo>
                    <a:pt x="37025" y="16958"/>
                  </a:lnTo>
                  <a:lnTo>
                    <a:pt x="37849" y="18000"/>
                  </a:lnTo>
                  <a:lnTo>
                    <a:pt x="38447" y="19162"/>
                  </a:lnTo>
                  <a:lnTo>
                    <a:pt x="39431" y="20385"/>
                  </a:lnTo>
                  <a:lnTo>
                    <a:pt x="40937" y="21473"/>
                  </a:lnTo>
                  <a:lnTo>
                    <a:pt x="42413" y="22950"/>
                  </a:lnTo>
                  <a:lnTo>
                    <a:pt x="44650" y="27512"/>
                  </a:lnTo>
                  <a:lnTo>
                    <a:pt x="45813" y="28809"/>
                  </a:lnTo>
                  <a:lnTo>
                    <a:pt x="49078" y="31851"/>
                  </a:lnTo>
                  <a:lnTo>
                    <a:pt x="52701" y="40975"/>
                  </a:lnTo>
                  <a:lnTo>
                    <a:pt x="52022" y="41261"/>
                  </a:lnTo>
                  <a:lnTo>
                    <a:pt x="44258" y="43375"/>
                  </a:lnTo>
                  <a:lnTo>
                    <a:pt x="44597" y="44630"/>
                  </a:lnTo>
                  <a:lnTo>
                    <a:pt x="40810" y="54769"/>
                  </a:lnTo>
                  <a:lnTo>
                    <a:pt x="40062" y="54379"/>
                  </a:lnTo>
                  <a:lnTo>
                    <a:pt x="36870" y="52655"/>
                  </a:lnTo>
                  <a:lnTo>
                    <a:pt x="39675" y="46619"/>
                  </a:lnTo>
                  <a:lnTo>
                    <a:pt x="39761" y="45582"/>
                  </a:lnTo>
                  <a:lnTo>
                    <a:pt x="39406" y="45463"/>
                  </a:lnTo>
                  <a:lnTo>
                    <a:pt x="39175" y="45456"/>
                  </a:lnTo>
                  <a:lnTo>
                    <a:pt x="38666" y="45440"/>
                  </a:lnTo>
                  <a:lnTo>
                    <a:pt x="38329" y="45541"/>
                  </a:lnTo>
                  <a:lnTo>
                    <a:pt x="37950" y="45654"/>
                  </a:lnTo>
                  <a:lnTo>
                    <a:pt x="37282" y="46036"/>
                  </a:lnTo>
                  <a:lnTo>
                    <a:pt x="36376" y="46799"/>
                  </a:lnTo>
                  <a:lnTo>
                    <a:pt x="36134" y="47086"/>
                  </a:lnTo>
                  <a:lnTo>
                    <a:pt x="35732" y="47563"/>
                  </a:lnTo>
                  <a:lnTo>
                    <a:pt x="34825" y="48255"/>
                  </a:lnTo>
                  <a:lnTo>
                    <a:pt x="34120" y="48738"/>
                  </a:lnTo>
                  <a:lnTo>
                    <a:pt x="33990" y="48827"/>
                  </a:lnTo>
                  <a:lnTo>
                    <a:pt x="32799" y="49272"/>
                  </a:lnTo>
                  <a:lnTo>
                    <a:pt x="32201" y="49495"/>
                  </a:lnTo>
                  <a:lnTo>
                    <a:pt x="31685" y="49607"/>
                  </a:lnTo>
                  <a:lnTo>
                    <a:pt x="31050" y="49745"/>
                  </a:lnTo>
                  <a:lnTo>
                    <a:pt x="30770" y="49805"/>
                  </a:lnTo>
                  <a:lnTo>
                    <a:pt x="30560" y="49793"/>
                  </a:lnTo>
                  <a:lnTo>
                    <a:pt x="29380" y="49722"/>
                  </a:lnTo>
                  <a:lnTo>
                    <a:pt x="29317" y="49859"/>
                  </a:lnTo>
                  <a:lnTo>
                    <a:pt x="29898" y="50569"/>
                  </a:lnTo>
                  <a:lnTo>
                    <a:pt x="30347" y="51294"/>
                  </a:lnTo>
                  <a:lnTo>
                    <a:pt x="31480" y="53226"/>
                  </a:lnTo>
                  <a:lnTo>
                    <a:pt x="30021" y="53985"/>
                  </a:lnTo>
                  <a:lnTo>
                    <a:pt x="29592" y="53894"/>
                  </a:lnTo>
                  <a:lnTo>
                    <a:pt x="25068" y="52935"/>
                  </a:lnTo>
                  <a:lnTo>
                    <a:pt x="23446" y="52591"/>
                  </a:lnTo>
                  <a:lnTo>
                    <a:pt x="21867" y="52256"/>
                  </a:lnTo>
                  <a:lnTo>
                    <a:pt x="19836" y="53073"/>
                  </a:lnTo>
                  <a:lnTo>
                    <a:pt x="18881" y="53457"/>
                  </a:lnTo>
                  <a:lnTo>
                    <a:pt x="16543" y="52074"/>
                  </a:lnTo>
                  <a:lnTo>
                    <a:pt x="15636" y="52455"/>
                  </a:lnTo>
                  <a:lnTo>
                    <a:pt x="15294" y="53045"/>
                  </a:lnTo>
                  <a:lnTo>
                    <a:pt x="14607" y="59143"/>
                  </a:lnTo>
                  <a:lnTo>
                    <a:pt x="3723" y="61267"/>
                  </a:lnTo>
                  <a:lnTo>
                    <a:pt x="0" y="57740"/>
                  </a:lnTo>
                  <a:lnTo>
                    <a:pt x="2507" y="54143"/>
                  </a:lnTo>
                  <a:lnTo>
                    <a:pt x="3388" y="53322"/>
                  </a:lnTo>
                  <a:lnTo>
                    <a:pt x="4057" y="53458"/>
                  </a:lnTo>
                  <a:lnTo>
                    <a:pt x="6609" y="53978"/>
                  </a:lnTo>
                  <a:lnTo>
                    <a:pt x="7295" y="51354"/>
                  </a:lnTo>
                  <a:lnTo>
                    <a:pt x="7262" y="49967"/>
                  </a:lnTo>
                  <a:lnTo>
                    <a:pt x="7176" y="46315"/>
                  </a:lnTo>
                  <a:lnTo>
                    <a:pt x="7861" y="43750"/>
                  </a:lnTo>
                  <a:lnTo>
                    <a:pt x="8577" y="41961"/>
                  </a:lnTo>
                  <a:lnTo>
                    <a:pt x="8875" y="38830"/>
                  </a:lnTo>
                  <a:lnTo>
                    <a:pt x="9651" y="38025"/>
                  </a:lnTo>
                  <a:lnTo>
                    <a:pt x="14332" y="35937"/>
                  </a:lnTo>
                  <a:lnTo>
                    <a:pt x="19491" y="33134"/>
                  </a:lnTo>
                  <a:lnTo>
                    <a:pt x="22725" y="30707"/>
                  </a:lnTo>
                  <a:lnTo>
                    <a:pt x="23135" y="30012"/>
                  </a:lnTo>
                  <a:lnTo>
                    <a:pt x="23666" y="27230"/>
                  </a:lnTo>
                  <a:lnTo>
                    <a:pt x="23964" y="23354"/>
                  </a:lnTo>
                  <a:lnTo>
                    <a:pt x="23487" y="20849"/>
                  </a:lnTo>
                  <a:lnTo>
                    <a:pt x="21597" y="21215"/>
                  </a:lnTo>
                  <a:lnTo>
                    <a:pt x="21296" y="19795"/>
                  </a:lnTo>
                  <a:lnTo>
                    <a:pt x="21145" y="16857"/>
                  </a:lnTo>
                  <a:lnTo>
                    <a:pt x="21088" y="15753"/>
                  </a:lnTo>
                  <a:lnTo>
                    <a:pt x="18775" y="15723"/>
                  </a:lnTo>
                  <a:lnTo>
                    <a:pt x="13587" y="16078"/>
                  </a:lnTo>
                  <a:lnTo>
                    <a:pt x="11341" y="15746"/>
                  </a:lnTo>
                  <a:lnTo>
                    <a:pt x="9330" y="14683"/>
                  </a:lnTo>
                  <a:lnTo>
                    <a:pt x="6102" y="12976"/>
                  </a:lnTo>
                  <a:lnTo>
                    <a:pt x="9256" y="3565"/>
                  </a:lnTo>
                  <a:lnTo>
                    <a:pt x="9836" y="1699"/>
                  </a:lnTo>
                  <a:lnTo>
                    <a:pt x="10552" y="0"/>
                  </a:lnTo>
                  <a:lnTo>
                    <a:pt x="15744" y="1005"/>
                  </a:lnTo>
                  <a:lnTo>
                    <a:pt x="17103" y="1246"/>
                  </a:lnTo>
                  <a:lnTo>
                    <a:pt x="30882" y="3442"/>
                  </a:lnTo>
                  <a:lnTo>
                    <a:pt x="31143" y="4075"/>
                  </a:lnTo>
                  <a:lnTo>
                    <a:pt x="32746" y="9443"/>
                  </a:lnTo>
                  <a:lnTo>
                    <a:pt x="33991" y="1448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7" name="pg376"/>
            <p:cNvSpPr/>
            <p:nvPr/>
          </p:nvSpPr>
          <p:spPr>
            <a:xfrm>
              <a:off x="3973207" y="2232647"/>
              <a:ext cx="54238" cy="21336"/>
            </a:xfrm>
            <a:custGeom>
              <a:avLst/>
              <a:pathLst>
                <a:path w="54238" h="21336">
                  <a:moveTo>
                    <a:pt x="26047" y="7332"/>
                  </a:moveTo>
                  <a:lnTo>
                    <a:pt x="26299" y="7593"/>
                  </a:lnTo>
                  <a:lnTo>
                    <a:pt x="26465" y="7479"/>
                  </a:lnTo>
                  <a:lnTo>
                    <a:pt x="26724" y="7302"/>
                  </a:lnTo>
                  <a:lnTo>
                    <a:pt x="27571" y="6722"/>
                  </a:lnTo>
                  <a:lnTo>
                    <a:pt x="28544" y="6274"/>
                  </a:lnTo>
                  <a:lnTo>
                    <a:pt x="28765" y="6172"/>
                  </a:lnTo>
                  <a:lnTo>
                    <a:pt x="29443" y="5860"/>
                  </a:lnTo>
                  <a:lnTo>
                    <a:pt x="29784" y="5717"/>
                  </a:lnTo>
                  <a:lnTo>
                    <a:pt x="30547" y="5425"/>
                  </a:lnTo>
                  <a:lnTo>
                    <a:pt x="31302" y="5444"/>
                  </a:lnTo>
                  <a:lnTo>
                    <a:pt x="31610" y="5452"/>
                  </a:lnTo>
                  <a:lnTo>
                    <a:pt x="31787" y="5517"/>
                  </a:lnTo>
                  <a:lnTo>
                    <a:pt x="32483" y="5772"/>
                  </a:lnTo>
                  <a:lnTo>
                    <a:pt x="33175" y="6026"/>
                  </a:lnTo>
                  <a:lnTo>
                    <a:pt x="33495" y="6147"/>
                  </a:lnTo>
                  <a:lnTo>
                    <a:pt x="34152" y="6395"/>
                  </a:lnTo>
                  <a:lnTo>
                    <a:pt x="34685" y="5768"/>
                  </a:lnTo>
                  <a:lnTo>
                    <a:pt x="36306" y="6349"/>
                  </a:lnTo>
                  <a:lnTo>
                    <a:pt x="37043" y="6614"/>
                  </a:lnTo>
                  <a:lnTo>
                    <a:pt x="39231" y="7399"/>
                  </a:lnTo>
                  <a:lnTo>
                    <a:pt x="39950" y="7657"/>
                  </a:lnTo>
                  <a:lnTo>
                    <a:pt x="42197" y="8463"/>
                  </a:lnTo>
                  <a:lnTo>
                    <a:pt x="43297" y="8858"/>
                  </a:lnTo>
                  <a:lnTo>
                    <a:pt x="43596" y="8284"/>
                  </a:lnTo>
                  <a:lnTo>
                    <a:pt x="44215" y="8522"/>
                  </a:lnTo>
                  <a:lnTo>
                    <a:pt x="45459" y="9002"/>
                  </a:lnTo>
                  <a:lnTo>
                    <a:pt x="45743" y="9111"/>
                  </a:lnTo>
                  <a:lnTo>
                    <a:pt x="48039" y="9779"/>
                  </a:lnTo>
                  <a:lnTo>
                    <a:pt x="48723" y="9995"/>
                  </a:lnTo>
                  <a:lnTo>
                    <a:pt x="50223" y="10470"/>
                  </a:lnTo>
                  <a:lnTo>
                    <a:pt x="51561" y="10893"/>
                  </a:lnTo>
                  <a:lnTo>
                    <a:pt x="51727" y="10954"/>
                  </a:lnTo>
                  <a:lnTo>
                    <a:pt x="52127" y="11103"/>
                  </a:lnTo>
                  <a:lnTo>
                    <a:pt x="52592" y="11275"/>
                  </a:lnTo>
                  <a:lnTo>
                    <a:pt x="53270" y="11525"/>
                  </a:lnTo>
                  <a:lnTo>
                    <a:pt x="53581" y="11819"/>
                  </a:lnTo>
                  <a:lnTo>
                    <a:pt x="54238" y="12428"/>
                  </a:lnTo>
                  <a:lnTo>
                    <a:pt x="52665" y="13892"/>
                  </a:lnTo>
                  <a:lnTo>
                    <a:pt x="52127" y="14392"/>
                  </a:lnTo>
                  <a:lnTo>
                    <a:pt x="50897" y="15535"/>
                  </a:lnTo>
                  <a:lnTo>
                    <a:pt x="49862" y="17050"/>
                  </a:lnTo>
                  <a:lnTo>
                    <a:pt x="49609" y="17420"/>
                  </a:lnTo>
                  <a:lnTo>
                    <a:pt x="48226" y="16346"/>
                  </a:lnTo>
                  <a:lnTo>
                    <a:pt x="46719" y="17050"/>
                  </a:lnTo>
                  <a:lnTo>
                    <a:pt x="46344" y="17712"/>
                  </a:lnTo>
                  <a:lnTo>
                    <a:pt x="45139" y="19839"/>
                  </a:lnTo>
                  <a:lnTo>
                    <a:pt x="45035" y="20080"/>
                  </a:lnTo>
                  <a:lnTo>
                    <a:pt x="44870" y="20460"/>
                  </a:lnTo>
                  <a:lnTo>
                    <a:pt x="44199" y="21336"/>
                  </a:lnTo>
                  <a:lnTo>
                    <a:pt x="41320" y="21069"/>
                  </a:lnTo>
                  <a:lnTo>
                    <a:pt x="41082" y="21047"/>
                  </a:lnTo>
                  <a:lnTo>
                    <a:pt x="40156" y="20962"/>
                  </a:lnTo>
                  <a:lnTo>
                    <a:pt x="39484" y="20876"/>
                  </a:lnTo>
                  <a:lnTo>
                    <a:pt x="38331" y="20729"/>
                  </a:lnTo>
                  <a:lnTo>
                    <a:pt x="37652" y="20530"/>
                  </a:lnTo>
                  <a:lnTo>
                    <a:pt x="37131" y="20378"/>
                  </a:lnTo>
                  <a:lnTo>
                    <a:pt x="36510" y="20196"/>
                  </a:lnTo>
                  <a:lnTo>
                    <a:pt x="34967" y="19745"/>
                  </a:lnTo>
                  <a:lnTo>
                    <a:pt x="34821" y="19674"/>
                  </a:lnTo>
                  <a:lnTo>
                    <a:pt x="34063" y="19310"/>
                  </a:lnTo>
                  <a:lnTo>
                    <a:pt x="33870" y="19217"/>
                  </a:lnTo>
                  <a:lnTo>
                    <a:pt x="33690" y="19130"/>
                  </a:lnTo>
                  <a:lnTo>
                    <a:pt x="33501" y="19064"/>
                  </a:lnTo>
                  <a:lnTo>
                    <a:pt x="33322" y="19000"/>
                  </a:lnTo>
                  <a:lnTo>
                    <a:pt x="32696" y="18779"/>
                  </a:lnTo>
                  <a:lnTo>
                    <a:pt x="30733" y="18083"/>
                  </a:lnTo>
                  <a:lnTo>
                    <a:pt x="30383" y="17970"/>
                  </a:lnTo>
                  <a:lnTo>
                    <a:pt x="30254" y="17928"/>
                  </a:lnTo>
                  <a:lnTo>
                    <a:pt x="29449" y="17669"/>
                  </a:lnTo>
                  <a:lnTo>
                    <a:pt x="28077" y="17238"/>
                  </a:lnTo>
                  <a:lnTo>
                    <a:pt x="27870" y="17218"/>
                  </a:lnTo>
                  <a:lnTo>
                    <a:pt x="27634" y="17196"/>
                  </a:lnTo>
                  <a:lnTo>
                    <a:pt x="27017" y="17137"/>
                  </a:lnTo>
                  <a:lnTo>
                    <a:pt x="26497" y="17085"/>
                  </a:lnTo>
                  <a:lnTo>
                    <a:pt x="26203" y="17036"/>
                  </a:lnTo>
                  <a:lnTo>
                    <a:pt x="24049" y="16675"/>
                  </a:lnTo>
                  <a:lnTo>
                    <a:pt x="22491" y="16319"/>
                  </a:lnTo>
                  <a:lnTo>
                    <a:pt x="22224" y="16257"/>
                  </a:lnTo>
                  <a:lnTo>
                    <a:pt x="20076" y="15917"/>
                  </a:lnTo>
                  <a:lnTo>
                    <a:pt x="19378" y="15806"/>
                  </a:lnTo>
                  <a:lnTo>
                    <a:pt x="18943" y="17265"/>
                  </a:lnTo>
                  <a:lnTo>
                    <a:pt x="18828" y="17704"/>
                  </a:lnTo>
                  <a:lnTo>
                    <a:pt x="18668" y="18320"/>
                  </a:lnTo>
                  <a:lnTo>
                    <a:pt x="18415" y="18233"/>
                  </a:lnTo>
                  <a:lnTo>
                    <a:pt x="16905" y="17711"/>
                  </a:lnTo>
                  <a:lnTo>
                    <a:pt x="16752" y="17655"/>
                  </a:lnTo>
                  <a:lnTo>
                    <a:pt x="16721" y="19576"/>
                  </a:lnTo>
                  <a:lnTo>
                    <a:pt x="14524" y="19320"/>
                  </a:lnTo>
                  <a:lnTo>
                    <a:pt x="13129" y="19158"/>
                  </a:lnTo>
                  <a:lnTo>
                    <a:pt x="12837" y="19124"/>
                  </a:lnTo>
                  <a:lnTo>
                    <a:pt x="12781" y="18186"/>
                  </a:lnTo>
                  <a:lnTo>
                    <a:pt x="12711" y="17355"/>
                  </a:lnTo>
                  <a:lnTo>
                    <a:pt x="12492" y="17351"/>
                  </a:lnTo>
                  <a:lnTo>
                    <a:pt x="11727" y="17340"/>
                  </a:lnTo>
                  <a:lnTo>
                    <a:pt x="10169" y="17316"/>
                  </a:lnTo>
                  <a:lnTo>
                    <a:pt x="9500" y="17306"/>
                  </a:lnTo>
                  <a:lnTo>
                    <a:pt x="9321" y="17737"/>
                  </a:lnTo>
                  <a:lnTo>
                    <a:pt x="8518" y="17751"/>
                  </a:lnTo>
                  <a:lnTo>
                    <a:pt x="7284" y="17774"/>
                  </a:lnTo>
                  <a:lnTo>
                    <a:pt x="7261" y="16245"/>
                  </a:lnTo>
                  <a:lnTo>
                    <a:pt x="7247" y="15307"/>
                  </a:lnTo>
                  <a:lnTo>
                    <a:pt x="7232" y="14276"/>
                  </a:lnTo>
                  <a:lnTo>
                    <a:pt x="7219" y="13426"/>
                  </a:lnTo>
                  <a:lnTo>
                    <a:pt x="5574" y="13114"/>
                  </a:lnTo>
                  <a:lnTo>
                    <a:pt x="5367" y="13084"/>
                  </a:lnTo>
                  <a:lnTo>
                    <a:pt x="4793" y="13000"/>
                  </a:lnTo>
                  <a:lnTo>
                    <a:pt x="5255" y="11265"/>
                  </a:lnTo>
                  <a:lnTo>
                    <a:pt x="3391" y="10691"/>
                  </a:lnTo>
                  <a:lnTo>
                    <a:pt x="3019" y="9764"/>
                  </a:lnTo>
                  <a:lnTo>
                    <a:pt x="478" y="7850"/>
                  </a:lnTo>
                  <a:lnTo>
                    <a:pt x="0" y="7490"/>
                  </a:lnTo>
                  <a:lnTo>
                    <a:pt x="578" y="5419"/>
                  </a:lnTo>
                  <a:lnTo>
                    <a:pt x="1043" y="3756"/>
                  </a:lnTo>
                  <a:lnTo>
                    <a:pt x="1100" y="3552"/>
                  </a:lnTo>
                  <a:lnTo>
                    <a:pt x="1118" y="2075"/>
                  </a:lnTo>
                  <a:lnTo>
                    <a:pt x="1143" y="0"/>
                  </a:lnTo>
                  <a:lnTo>
                    <a:pt x="5157" y="351"/>
                  </a:lnTo>
                  <a:lnTo>
                    <a:pt x="5494" y="381"/>
                  </a:lnTo>
                  <a:lnTo>
                    <a:pt x="5787" y="837"/>
                  </a:lnTo>
                  <a:lnTo>
                    <a:pt x="6213" y="915"/>
                  </a:lnTo>
                  <a:lnTo>
                    <a:pt x="7493" y="1153"/>
                  </a:lnTo>
                  <a:lnTo>
                    <a:pt x="9142" y="1458"/>
                  </a:lnTo>
                  <a:lnTo>
                    <a:pt x="10434" y="1698"/>
                  </a:lnTo>
                  <a:lnTo>
                    <a:pt x="10663" y="1740"/>
                  </a:lnTo>
                  <a:lnTo>
                    <a:pt x="12840" y="2143"/>
                  </a:lnTo>
                  <a:lnTo>
                    <a:pt x="16372" y="2798"/>
                  </a:lnTo>
                  <a:lnTo>
                    <a:pt x="16604" y="2841"/>
                  </a:lnTo>
                  <a:lnTo>
                    <a:pt x="16939" y="2903"/>
                  </a:lnTo>
                  <a:lnTo>
                    <a:pt x="17121" y="2937"/>
                  </a:lnTo>
                  <a:lnTo>
                    <a:pt x="20514" y="3566"/>
                  </a:lnTo>
                  <a:lnTo>
                    <a:pt x="21039" y="3663"/>
                  </a:lnTo>
                  <a:lnTo>
                    <a:pt x="21315" y="3714"/>
                  </a:lnTo>
                  <a:lnTo>
                    <a:pt x="23737" y="4163"/>
                  </a:lnTo>
                  <a:lnTo>
                    <a:pt x="24600" y="4323"/>
                  </a:lnTo>
                  <a:lnTo>
                    <a:pt x="25154" y="4425"/>
                  </a:lnTo>
                  <a:lnTo>
                    <a:pt x="26238" y="4626"/>
                  </a:lnTo>
                  <a:lnTo>
                    <a:pt x="26054" y="5877"/>
                  </a:lnTo>
                  <a:lnTo>
                    <a:pt x="25867" y="714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8" name="pg377"/>
            <p:cNvSpPr/>
            <p:nvPr/>
          </p:nvSpPr>
          <p:spPr>
            <a:xfrm>
              <a:off x="3680719" y="2679418"/>
              <a:ext cx="61979" cy="47582"/>
            </a:xfrm>
            <a:custGeom>
              <a:avLst/>
              <a:pathLst>
                <a:path w="61979" h="47582">
                  <a:moveTo>
                    <a:pt x="49803" y="166"/>
                  </a:moveTo>
                  <a:lnTo>
                    <a:pt x="51054" y="1567"/>
                  </a:lnTo>
                  <a:lnTo>
                    <a:pt x="53453" y="1240"/>
                  </a:lnTo>
                  <a:lnTo>
                    <a:pt x="56745" y="2147"/>
                  </a:lnTo>
                  <a:lnTo>
                    <a:pt x="59381" y="411"/>
                  </a:lnTo>
                  <a:lnTo>
                    <a:pt x="61826" y="2547"/>
                  </a:lnTo>
                  <a:lnTo>
                    <a:pt x="61979" y="3405"/>
                  </a:lnTo>
                  <a:lnTo>
                    <a:pt x="61115" y="10171"/>
                  </a:lnTo>
                  <a:lnTo>
                    <a:pt x="60462" y="10583"/>
                  </a:lnTo>
                  <a:lnTo>
                    <a:pt x="58190" y="12014"/>
                  </a:lnTo>
                  <a:lnTo>
                    <a:pt x="57424" y="12397"/>
                  </a:lnTo>
                  <a:lnTo>
                    <a:pt x="56383" y="12917"/>
                  </a:lnTo>
                  <a:lnTo>
                    <a:pt x="54942" y="12551"/>
                  </a:lnTo>
                  <a:lnTo>
                    <a:pt x="54354" y="12344"/>
                  </a:lnTo>
                  <a:lnTo>
                    <a:pt x="53976" y="12211"/>
                  </a:lnTo>
                  <a:lnTo>
                    <a:pt x="51169" y="12121"/>
                  </a:lnTo>
                  <a:lnTo>
                    <a:pt x="47874" y="12047"/>
                  </a:lnTo>
                  <a:lnTo>
                    <a:pt x="46054" y="12007"/>
                  </a:lnTo>
                  <a:lnTo>
                    <a:pt x="44771" y="11978"/>
                  </a:lnTo>
                  <a:lnTo>
                    <a:pt x="44616" y="11968"/>
                  </a:lnTo>
                  <a:lnTo>
                    <a:pt x="41410" y="11758"/>
                  </a:lnTo>
                  <a:lnTo>
                    <a:pt x="38625" y="11576"/>
                  </a:lnTo>
                  <a:lnTo>
                    <a:pt x="37680" y="11600"/>
                  </a:lnTo>
                  <a:lnTo>
                    <a:pt x="37477" y="11606"/>
                  </a:lnTo>
                  <a:lnTo>
                    <a:pt x="37174" y="11556"/>
                  </a:lnTo>
                  <a:lnTo>
                    <a:pt x="35598" y="11295"/>
                  </a:lnTo>
                  <a:lnTo>
                    <a:pt x="35282" y="11263"/>
                  </a:lnTo>
                  <a:lnTo>
                    <a:pt x="34822" y="11215"/>
                  </a:lnTo>
                  <a:lnTo>
                    <a:pt x="30276" y="10744"/>
                  </a:lnTo>
                  <a:lnTo>
                    <a:pt x="30738" y="8098"/>
                  </a:lnTo>
                  <a:lnTo>
                    <a:pt x="31081" y="6137"/>
                  </a:lnTo>
                  <a:lnTo>
                    <a:pt x="29828" y="5928"/>
                  </a:lnTo>
                  <a:lnTo>
                    <a:pt x="29440" y="7796"/>
                  </a:lnTo>
                  <a:lnTo>
                    <a:pt x="28874" y="10528"/>
                  </a:lnTo>
                  <a:lnTo>
                    <a:pt x="25127" y="10316"/>
                  </a:lnTo>
                  <a:lnTo>
                    <a:pt x="18369" y="9933"/>
                  </a:lnTo>
                  <a:lnTo>
                    <a:pt x="17625" y="10296"/>
                  </a:lnTo>
                  <a:lnTo>
                    <a:pt x="17352" y="10188"/>
                  </a:lnTo>
                  <a:lnTo>
                    <a:pt x="11436" y="7852"/>
                  </a:lnTo>
                  <a:lnTo>
                    <a:pt x="8717" y="6773"/>
                  </a:lnTo>
                  <a:lnTo>
                    <a:pt x="8544" y="7007"/>
                  </a:lnTo>
                  <a:lnTo>
                    <a:pt x="7201" y="8834"/>
                  </a:lnTo>
                  <a:lnTo>
                    <a:pt x="7006" y="9102"/>
                  </a:lnTo>
                  <a:lnTo>
                    <a:pt x="6907" y="9239"/>
                  </a:lnTo>
                  <a:lnTo>
                    <a:pt x="6910" y="10702"/>
                  </a:lnTo>
                  <a:lnTo>
                    <a:pt x="6910" y="10859"/>
                  </a:lnTo>
                  <a:lnTo>
                    <a:pt x="6911" y="11274"/>
                  </a:lnTo>
                  <a:lnTo>
                    <a:pt x="7631" y="11564"/>
                  </a:lnTo>
                  <a:lnTo>
                    <a:pt x="12064" y="13344"/>
                  </a:lnTo>
                  <a:lnTo>
                    <a:pt x="16222" y="15015"/>
                  </a:lnTo>
                  <a:lnTo>
                    <a:pt x="16414" y="15027"/>
                  </a:lnTo>
                  <a:lnTo>
                    <a:pt x="17268" y="15080"/>
                  </a:lnTo>
                  <a:lnTo>
                    <a:pt x="24426" y="15522"/>
                  </a:lnTo>
                  <a:lnTo>
                    <a:pt x="25877" y="15980"/>
                  </a:lnTo>
                  <a:lnTo>
                    <a:pt x="27060" y="16639"/>
                  </a:lnTo>
                  <a:lnTo>
                    <a:pt x="27635" y="17150"/>
                  </a:lnTo>
                  <a:lnTo>
                    <a:pt x="28098" y="16686"/>
                  </a:lnTo>
                  <a:lnTo>
                    <a:pt x="30538" y="18326"/>
                  </a:lnTo>
                  <a:lnTo>
                    <a:pt x="30323" y="18868"/>
                  </a:lnTo>
                  <a:lnTo>
                    <a:pt x="33352" y="20828"/>
                  </a:lnTo>
                  <a:lnTo>
                    <a:pt x="34061" y="19777"/>
                  </a:lnTo>
                  <a:lnTo>
                    <a:pt x="34217" y="19546"/>
                  </a:lnTo>
                  <a:lnTo>
                    <a:pt x="35636" y="20203"/>
                  </a:lnTo>
                  <a:lnTo>
                    <a:pt x="37808" y="21646"/>
                  </a:lnTo>
                  <a:lnTo>
                    <a:pt x="38658" y="21887"/>
                  </a:lnTo>
                  <a:lnTo>
                    <a:pt x="39094" y="22010"/>
                  </a:lnTo>
                  <a:lnTo>
                    <a:pt x="39392" y="22095"/>
                  </a:lnTo>
                  <a:lnTo>
                    <a:pt x="39637" y="22268"/>
                  </a:lnTo>
                  <a:lnTo>
                    <a:pt x="40259" y="22709"/>
                  </a:lnTo>
                  <a:lnTo>
                    <a:pt x="41034" y="23453"/>
                  </a:lnTo>
                  <a:lnTo>
                    <a:pt x="41190" y="23604"/>
                  </a:lnTo>
                  <a:lnTo>
                    <a:pt x="43117" y="24165"/>
                  </a:lnTo>
                  <a:lnTo>
                    <a:pt x="44294" y="24508"/>
                  </a:lnTo>
                  <a:lnTo>
                    <a:pt x="44446" y="24552"/>
                  </a:lnTo>
                  <a:lnTo>
                    <a:pt x="44870" y="24651"/>
                  </a:lnTo>
                  <a:lnTo>
                    <a:pt x="46014" y="24918"/>
                  </a:lnTo>
                  <a:lnTo>
                    <a:pt x="46720" y="25083"/>
                  </a:lnTo>
                  <a:lnTo>
                    <a:pt x="46897" y="25124"/>
                  </a:lnTo>
                  <a:lnTo>
                    <a:pt x="47304" y="25255"/>
                  </a:lnTo>
                  <a:lnTo>
                    <a:pt x="47611" y="25625"/>
                  </a:lnTo>
                  <a:lnTo>
                    <a:pt x="48834" y="27097"/>
                  </a:lnTo>
                  <a:lnTo>
                    <a:pt x="49282" y="27636"/>
                  </a:lnTo>
                  <a:lnTo>
                    <a:pt x="49510" y="27643"/>
                  </a:lnTo>
                  <a:lnTo>
                    <a:pt x="50127" y="27663"/>
                  </a:lnTo>
                  <a:lnTo>
                    <a:pt x="50968" y="27690"/>
                  </a:lnTo>
                  <a:lnTo>
                    <a:pt x="54713" y="27811"/>
                  </a:lnTo>
                  <a:lnTo>
                    <a:pt x="55292" y="27704"/>
                  </a:lnTo>
                  <a:lnTo>
                    <a:pt x="56195" y="27723"/>
                  </a:lnTo>
                  <a:lnTo>
                    <a:pt x="56908" y="28102"/>
                  </a:lnTo>
                  <a:lnTo>
                    <a:pt x="57039" y="28184"/>
                  </a:lnTo>
                  <a:lnTo>
                    <a:pt x="57145" y="28331"/>
                  </a:lnTo>
                  <a:lnTo>
                    <a:pt x="57516" y="28840"/>
                  </a:lnTo>
                  <a:lnTo>
                    <a:pt x="57420" y="29435"/>
                  </a:lnTo>
                  <a:lnTo>
                    <a:pt x="57229" y="29598"/>
                  </a:lnTo>
                  <a:lnTo>
                    <a:pt x="56989" y="29802"/>
                  </a:lnTo>
                  <a:lnTo>
                    <a:pt x="56567" y="30162"/>
                  </a:lnTo>
                  <a:lnTo>
                    <a:pt x="56419" y="30288"/>
                  </a:lnTo>
                  <a:lnTo>
                    <a:pt x="56149" y="30519"/>
                  </a:lnTo>
                  <a:lnTo>
                    <a:pt x="54867" y="30678"/>
                  </a:lnTo>
                  <a:lnTo>
                    <a:pt x="54124" y="30588"/>
                  </a:lnTo>
                  <a:lnTo>
                    <a:pt x="53512" y="30670"/>
                  </a:lnTo>
                  <a:lnTo>
                    <a:pt x="53185" y="30714"/>
                  </a:lnTo>
                  <a:lnTo>
                    <a:pt x="51443" y="31621"/>
                  </a:lnTo>
                  <a:lnTo>
                    <a:pt x="50707" y="32015"/>
                  </a:lnTo>
                  <a:lnTo>
                    <a:pt x="50375" y="32193"/>
                  </a:lnTo>
                  <a:lnTo>
                    <a:pt x="47846" y="33301"/>
                  </a:lnTo>
                  <a:lnTo>
                    <a:pt x="47071" y="33574"/>
                  </a:lnTo>
                  <a:lnTo>
                    <a:pt x="46477" y="33784"/>
                  </a:lnTo>
                  <a:lnTo>
                    <a:pt x="46565" y="33989"/>
                  </a:lnTo>
                  <a:lnTo>
                    <a:pt x="46267" y="34750"/>
                  </a:lnTo>
                  <a:lnTo>
                    <a:pt x="45963" y="34886"/>
                  </a:lnTo>
                  <a:lnTo>
                    <a:pt x="45577" y="35060"/>
                  </a:lnTo>
                  <a:lnTo>
                    <a:pt x="45304" y="35182"/>
                  </a:lnTo>
                  <a:lnTo>
                    <a:pt x="43447" y="36017"/>
                  </a:lnTo>
                  <a:lnTo>
                    <a:pt x="42702" y="36498"/>
                  </a:lnTo>
                  <a:lnTo>
                    <a:pt x="42185" y="36969"/>
                  </a:lnTo>
                  <a:lnTo>
                    <a:pt x="41805" y="36861"/>
                  </a:lnTo>
                  <a:lnTo>
                    <a:pt x="40434" y="36469"/>
                  </a:lnTo>
                  <a:lnTo>
                    <a:pt x="39541" y="36251"/>
                  </a:lnTo>
                  <a:lnTo>
                    <a:pt x="38658" y="36035"/>
                  </a:lnTo>
                  <a:lnTo>
                    <a:pt x="38322" y="35953"/>
                  </a:lnTo>
                  <a:lnTo>
                    <a:pt x="38068" y="35865"/>
                  </a:lnTo>
                  <a:lnTo>
                    <a:pt x="37065" y="35521"/>
                  </a:lnTo>
                  <a:lnTo>
                    <a:pt x="36479" y="35319"/>
                  </a:lnTo>
                  <a:lnTo>
                    <a:pt x="35235" y="34417"/>
                  </a:lnTo>
                  <a:lnTo>
                    <a:pt x="34807" y="34106"/>
                  </a:lnTo>
                  <a:lnTo>
                    <a:pt x="34326" y="34648"/>
                  </a:lnTo>
                  <a:lnTo>
                    <a:pt x="33592" y="35475"/>
                  </a:lnTo>
                  <a:lnTo>
                    <a:pt x="33247" y="35863"/>
                  </a:lnTo>
                  <a:lnTo>
                    <a:pt x="32247" y="37302"/>
                  </a:lnTo>
                  <a:lnTo>
                    <a:pt x="31504" y="38370"/>
                  </a:lnTo>
                  <a:lnTo>
                    <a:pt x="31201" y="38806"/>
                  </a:lnTo>
                  <a:lnTo>
                    <a:pt x="31009" y="39043"/>
                  </a:lnTo>
                  <a:lnTo>
                    <a:pt x="30564" y="38755"/>
                  </a:lnTo>
                  <a:lnTo>
                    <a:pt x="29657" y="38166"/>
                  </a:lnTo>
                  <a:lnTo>
                    <a:pt x="29081" y="37767"/>
                  </a:lnTo>
                  <a:lnTo>
                    <a:pt x="27093" y="36388"/>
                  </a:lnTo>
                  <a:lnTo>
                    <a:pt x="27033" y="36651"/>
                  </a:lnTo>
                  <a:lnTo>
                    <a:pt x="26929" y="37107"/>
                  </a:lnTo>
                  <a:lnTo>
                    <a:pt x="26827" y="37607"/>
                  </a:lnTo>
                  <a:lnTo>
                    <a:pt x="26761" y="39329"/>
                  </a:lnTo>
                  <a:lnTo>
                    <a:pt x="26754" y="39509"/>
                  </a:lnTo>
                  <a:lnTo>
                    <a:pt x="26724" y="40281"/>
                  </a:lnTo>
                  <a:lnTo>
                    <a:pt x="26011" y="41403"/>
                  </a:lnTo>
                  <a:lnTo>
                    <a:pt x="25854" y="41650"/>
                  </a:lnTo>
                  <a:lnTo>
                    <a:pt x="25359" y="42529"/>
                  </a:lnTo>
                  <a:lnTo>
                    <a:pt x="25084" y="43019"/>
                  </a:lnTo>
                  <a:lnTo>
                    <a:pt x="24546" y="43973"/>
                  </a:lnTo>
                  <a:lnTo>
                    <a:pt x="24278" y="44527"/>
                  </a:lnTo>
                  <a:lnTo>
                    <a:pt x="23863" y="45384"/>
                  </a:lnTo>
                  <a:lnTo>
                    <a:pt x="23766" y="45584"/>
                  </a:lnTo>
                  <a:lnTo>
                    <a:pt x="23629" y="45807"/>
                  </a:lnTo>
                  <a:lnTo>
                    <a:pt x="23115" y="46643"/>
                  </a:lnTo>
                  <a:lnTo>
                    <a:pt x="22613" y="47295"/>
                  </a:lnTo>
                  <a:lnTo>
                    <a:pt x="22342" y="47582"/>
                  </a:lnTo>
                  <a:lnTo>
                    <a:pt x="22227" y="47401"/>
                  </a:lnTo>
                  <a:lnTo>
                    <a:pt x="20757" y="45094"/>
                  </a:lnTo>
                  <a:lnTo>
                    <a:pt x="20526" y="44732"/>
                  </a:lnTo>
                  <a:lnTo>
                    <a:pt x="20189" y="44494"/>
                  </a:lnTo>
                  <a:lnTo>
                    <a:pt x="19788" y="44209"/>
                  </a:lnTo>
                  <a:lnTo>
                    <a:pt x="19094" y="45284"/>
                  </a:lnTo>
                  <a:lnTo>
                    <a:pt x="18879" y="45617"/>
                  </a:lnTo>
                  <a:lnTo>
                    <a:pt x="18073" y="46612"/>
                  </a:lnTo>
                  <a:lnTo>
                    <a:pt x="15634" y="45066"/>
                  </a:lnTo>
                  <a:lnTo>
                    <a:pt x="15343" y="44822"/>
                  </a:lnTo>
                  <a:lnTo>
                    <a:pt x="15095" y="44613"/>
                  </a:lnTo>
                  <a:lnTo>
                    <a:pt x="16303" y="43131"/>
                  </a:lnTo>
                  <a:lnTo>
                    <a:pt x="16485" y="42930"/>
                  </a:lnTo>
                  <a:lnTo>
                    <a:pt x="16623" y="42667"/>
                  </a:lnTo>
                  <a:lnTo>
                    <a:pt x="16731" y="42461"/>
                  </a:lnTo>
                  <a:lnTo>
                    <a:pt x="16843" y="42068"/>
                  </a:lnTo>
                  <a:lnTo>
                    <a:pt x="17281" y="40541"/>
                  </a:lnTo>
                  <a:lnTo>
                    <a:pt x="17335" y="40352"/>
                  </a:lnTo>
                  <a:lnTo>
                    <a:pt x="17051" y="40209"/>
                  </a:lnTo>
                  <a:lnTo>
                    <a:pt x="19735" y="34814"/>
                  </a:lnTo>
                  <a:lnTo>
                    <a:pt x="19379" y="34637"/>
                  </a:lnTo>
                  <a:lnTo>
                    <a:pt x="17429" y="33665"/>
                  </a:lnTo>
                  <a:lnTo>
                    <a:pt x="18426" y="31583"/>
                  </a:lnTo>
                  <a:lnTo>
                    <a:pt x="19262" y="29836"/>
                  </a:lnTo>
                  <a:lnTo>
                    <a:pt x="19003" y="29473"/>
                  </a:lnTo>
                  <a:lnTo>
                    <a:pt x="18335" y="28558"/>
                  </a:lnTo>
                  <a:lnTo>
                    <a:pt x="16320" y="26919"/>
                  </a:lnTo>
                  <a:lnTo>
                    <a:pt x="11942" y="23819"/>
                  </a:lnTo>
                  <a:lnTo>
                    <a:pt x="7202" y="20855"/>
                  </a:lnTo>
                  <a:lnTo>
                    <a:pt x="6440" y="18631"/>
                  </a:lnTo>
                  <a:lnTo>
                    <a:pt x="4838" y="14266"/>
                  </a:lnTo>
                  <a:lnTo>
                    <a:pt x="4026" y="11283"/>
                  </a:lnTo>
                  <a:lnTo>
                    <a:pt x="4191" y="9419"/>
                  </a:lnTo>
                  <a:lnTo>
                    <a:pt x="3333" y="7145"/>
                  </a:lnTo>
                  <a:lnTo>
                    <a:pt x="231" y="5664"/>
                  </a:lnTo>
                  <a:lnTo>
                    <a:pt x="0" y="5107"/>
                  </a:lnTo>
                  <a:lnTo>
                    <a:pt x="223" y="3855"/>
                  </a:lnTo>
                  <a:lnTo>
                    <a:pt x="901" y="3247"/>
                  </a:lnTo>
                  <a:lnTo>
                    <a:pt x="1457" y="3355"/>
                  </a:lnTo>
                  <a:lnTo>
                    <a:pt x="3290" y="3709"/>
                  </a:lnTo>
                  <a:lnTo>
                    <a:pt x="3675" y="3783"/>
                  </a:lnTo>
                  <a:lnTo>
                    <a:pt x="4874" y="4015"/>
                  </a:lnTo>
                  <a:lnTo>
                    <a:pt x="5420" y="4120"/>
                  </a:lnTo>
                  <a:lnTo>
                    <a:pt x="8811" y="3244"/>
                  </a:lnTo>
                  <a:lnTo>
                    <a:pt x="15842" y="4713"/>
                  </a:lnTo>
                  <a:lnTo>
                    <a:pt x="17802" y="5122"/>
                  </a:lnTo>
                  <a:lnTo>
                    <a:pt x="31807" y="2420"/>
                  </a:lnTo>
                  <a:lnTo>
                    <a:pt x="33989" y="1251"/>
                  </a:lnTo>
                  <a:lnTo>
                    <a:pt x="34085" y="141"/>
                  </a:lnTo>
                  <a:lnTo>
                    <a:pt x="41406" y="0"/>
                  </a:lnTo>
                  <a:lnTo>
                    <a:pt x="44357" y="58"/>
                  </a:lnTo>
                  <a:lnTo>
                    <a:pt x="48214" y="13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79" name="pg378"/>
            <p:cNvSpPr/>
            <p:nvPr/>
          </p:nvSpPr>
          <p:spPr>
            <a:xfrm>
              <a:off x="4436837" y="2267948"/>
              <a:ext cx="65941" cy="62970"/>
            </a:xfrm>
            <a:custGeom>
              <a:avLst/>
              <a:pathLst>
                <a:path w="65941" h="62970">
                  <a:moveTo>
                    <a:pt x="16618" y="11777"/>
                  </a:moveTo>
                  <a:lnTo>
                    <a:pt x="17033" y="12089"/>
                  </a:lnTo>
                  <a:lnTo>
                    <a:pt x="17274" y="11749"/>
                  </a:lnTo>
                  <a:lnTo>
                    <a:pt x="17468" y="11499"/>
                  </a:lnTo>
                  <a:lnTo>
                    <a:pt x="18530" y="12191"/>
                  </a:lnTo>
                  <a:lnTo>
                    <a:pt x="18949" y="12464"/>
                  </a:lnTo>
                  <a:lnTo>
                    <a:pt x="20328" y="13362"/>
                  </a:lnTo>
                  <a:lnTo>
                    <a:pt x="22508" y="14782"/>
                  </a:lnTo>
                  <a:lnTo>
                    <a:pt x="23163" y="15208"/>
                  </a:lnTo>
                  <a:lnTo>
                    <a:pt x="25441" y="16692"/>
                  </a:lnTo>
                  <a:lnTo>
                    <a:pt x="25680" y="16848"/>
                  </a:lnTo>
                  <a:lnTo>
                    <a:pt x="26443" y="17749"/>
                  </a:lnTo>
                  <a:lnTo>
                    <a:pt x="27386" y="18863"/>
                  </a:lnTo>
                  <a:lnTo>
                    <a:pt x="28427" y="19902"/>
                  </a:lnTo>
                  <a:lnTo>
                    <a:pt x="30064" y="22014"/>
                  </a:lnTo>
                  <a:lnTo>
                    <a:pt x="32763" y="25496"/>
                  </a:lnTo>
                  <a:lnTo>
                    <a:pt x="33941" y="27015"/>
                  </a:lnTo>
                  <a:lnTo>
                    <a:pt x="34181" y="27161"/>
                  </a:lnTo>
                  <a:lnTo>
                    <a:pt x="36593" y="28624"/>
                  </a:lnTo>
                  <a:lnTo>
                    <a:pt x="36814" y="28757"/>
                  </a:lnTo>
                  <a:lnTo>
                    <a:pt x="37125" y="28955"/>
                  </a:lnTo>
                  <a:lnTo>
                    <a:pt x="37294" y="29081"/>
                  </a:lnTo>
                  <a:lnTo>
                    <a:pt x="37908" y="29538"/>
                  </a:lnTo>
                  <a:lnTo>
                    <a:pt x="39936" y="31050"/>
                  </a:lnTo>
                  <a:lnTo>
                    <a:pt x="41074" y="31899"/>
                  </a:lnTo>
                  <a:lnTo>
                    <a:pt x="43299" y="33557"/>
                  </a:lnTo>
                  <a:lnTo>
                    <a:pt x="43590" y="33774"/>
                  </a:lnTo>
                  <a:lnTo>
                    <a:pt x="46685" y="36081"/>
                  </a:lnTo>
                  <a:lnTo>
                    <a:pt x="47676" y="36671"/>
                  </a:lnTo>
                  <a:lnTo>
                    <a:pt x="50416" y="38302"/>
                  </a:lnTo>
                  <a:lnTo>
                    <a:pt x="53042" y="39866"/>
                  </a:lnTo>
                  <a:lnTo>
                    <a:pt x="55838" y="41531"/>
                  </a:lnTo>
                  <a:lnTo>
                    <a:pt x="57114" y="42463"/>
                  </a:lnTo>
                  <a:lnTo>
                    <a:pt x="58029" y="43132"/>
                  </a:lnTo>
                  <a:lnTo>
                    <a:pt x="61282" y="45508"/>
                  </a:lnTo>
                  <a:lnTo>
                    <a:pt x="65941" y="48912"/>
                  </a:lnTo>
                  <a:lnTo>
                    <a:pt x="63294" y="55115"/>
                  </a:lnTo>
                  <a:lnTo>
                    <a:pt x="60832" y="58590"/>
                  </a:lnTo>
                  <a:lnTo>
                    <a:pt x="57017" y="62970"/>
                  </a:lnTo>
                  <a:lnTo>
                    <a:pt x="49224" y="62161"/>
                  </a:lnTo>
                  <a:lnTo>
                    <a:pt x="47109" y="61763"/>
                  </a:lnTo>
                  <a:lnTo>
                    <a:pt x="46057" y="61702"/>
                  </a:lnTo>
                  <a:lnTo>
                    <a:pt x="46754" y="57462"/>
                  </a:lnTo>
                  <a:lnTo>
                    <a:pt x="43939" y="57510"/>
                  </a:lnTo>
                  <a:lnTo>
                    <a:pt x="41696" y="56651"/>
                  </a:lnTo>
                  <a:lnTo>
                    <a:pt x="38595" y="54838"/>
                  </a:lnTo>
                  <a:lnTo>
                    <a:pt x="35043" y="50681"/>
                  </a:lnTo>
                  <a:lnTo>
                    <a:pt x="39215" y="45534"/>
                  </a:lnTo>
                  <a:lnTo>
                    <a:pt x="37927" y="44389"/>
                  </a:lnTo>
                  <a:lnTo>
                    <a:pt x="36734" y="45439"/>
                  </a:lnTo>
                  <a:lnTo>
                    <a:pt x="35670" y="44848"/>
                  </a:lnTo>
                  <a:lnTo>
                    <a:pt x="26590" y="39479"/>
                  </a:lnTo>
                  <a:lnTo>
                    <a:pt x="23528" y="39074"/>
                  </a:lnTo>
                  <a:lnTo>
                    <a:pt x="22692" y="38741"/>
                  </a:lnTo>
                  <a:lnTo>
                    <a:pt x="20624" y="37918"/>
                  </a:lnTo>
                  <a:lnTo>
                    <a:pt x="11274" y="31254"/>
                  </a:lnTo>
                  <a:lnTo>
                    <a:pt x="11452" y="30069"/>
                  </a:lnTo>
                  <a:lnTo>
                    <a:pt x="11655" y="28726"/>
                  </a:lnTo>
                  <a:lnTo>
                    <a:pt x="6435" y="25833"/>
                  </a:lnTo>
                  <a:lnTo>
                    <a:pt x="1745" y="23204"/>
                  </a:lnTo>
                  <a:lnTo>
                    <a:pt x="683" y="17241"/>
                  </a:lnTo>
                  <a:lnTo>
                    <a:pt x="0" y="13409"/>
                  </a:lnTo>
                  <a:lnTo>
                    <a:pt x="772" y="12995"/>
                  </a:lnTo>
                  <a:lnTo>
                    <a:pt x="1998" y="5962"/>
                  </a:lnTo>
                  <a:lnTo>
                    <a:pt x="2224" y="5497"/>
                  </a:lnTo>
                  <a:lnTo>
                    <a:pt x="2459" y="5014"/>
                  </a:lnTo>
                  <a:lnTo>
                    <a:pt x="2598" y="4728"/>
                  </a:lnTo>
                  <a:lnTo>
                    <a:pt x="3534" y="2801"/>
                  </a:lnTo>
                  <a:lnTo>
                    <a:pt x="5924" y="0"/>
                  </a:lnTo>
                  <a:lnTo>
                    <a:pt x="7325" y="1394"/>
                  </a:lnTo>
                  <a:lnTo>
                    <a:pt x="7817" y="1922"/>
                  </a:lnTo>
                  <a:lnTo>
                    <a:pt x="7977" y="2150"/>
                  </a:lnTo>
                  <a:lnTo>
                    <a:pt x="8699" y="3178"/>
                  </a:lnTo>
                  <a:lnTo>
                    <a:pt x="9832" y="4791"/>
                  </a:lnTo>
                  <a:lnTo>
                    <a:pt x="10043" y="5025"/>
                  </a:lnTo>
                  <a:lnTo>
                    <a:pt x="10381" y="5399"/>
                  </a:lnTo>
                  <a:lnTo>
                    <a:pt x="12934" y="8229"/>
                  </a:lnTo>
                  <a:lnTo>
                    <a:pt x="13244" y="8719"/>
                  </a:lnTo>
                  <a:lnTo>
                    <a:pt x="13501" y="9127"/>
                  </a:lnTo>
                  <a:lnTo>
                    <a:pt x="13633" y="9336"/>
                  </a:lnTo>
                  <a:lnTo>
                    <a:pt x="13876" y="972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0" name="pg379"/>
            <p:cNvSpPr/>
            <p:nvPr/>
          </p:nvSpPr>
          <p:spPr>
            <a:xfrm>
              <a:off x="4398754" y="2374230"/>
              <a:ext cx="63946" cy="46295"/>
            </a:xfrm>
            <a:custGeom>
              <a:avLst/>
              <a:pathLst>
                <a:path w="63946" h="46295">
                  <a:moveTo>
                    <a:pt x="18391" y="699"/>
                  </a:moveTo>
                  <a:lnTo>
                    <a:pt x="20768" y="1038"/>
                  </a:lnTo>
                  <a:lnTo>
                    <a:pt x="21400" y="1136"/>
                  </a:lnTo>
                  <a:lnTo>
                    <a:pt x="21874" y="1210"/>
                  </a:lnTo>
                  <a:lnTo>
                    <a:pt x="22618" y="1121"/>
                  </a:lnTo>
                  <a:lnTo>
                    <a:pt x="28718" y="384"/>
                  </a:lnTo>
                  <a:lnTo>
                    <a:pt x="28908" y="519"/>
                  </a:lnTo>
                  <a:lnTo>
                    <a:pt x="29350" y="833"/>
                  </a:lnTo>
                  <a:lnTo>
                    <a:pt x="30018" y="1309"/>
                  </a:lnTo>
                  <a:lnTo>
                    <a:pt x="30786" y="1502"/>
                  </a:lnTo>
                  <a:lnTo>
                    <a:pt x="31726" y="1738"/>
                  </a:lnTo>
                  <a:lnTo>
                    <a:pt x="32671" y="3036"/>
                  </a:lnTo>
                  <a:lnTo>
                    <a:pt x="34104" y="4046"/>
                  </a:lnTo>
                  <a:lnTo>
                    <a:pt x="34246" y="4146"/>
                  </a:lnTo>
                  <a:lnTo>
                    <a:pt x="34529" y="4345"/>
                  </a:lnTo>
                  <a:lnTo>
                    <a:pt x="35674" y="5381"/>
                  </a:lnTo>
                  <a:lnTo>
                    <a:pt x="36021" y="5694"/>
                  </a:lnTo>
                  <a:lnTo>
                    <a:pt x="37196" y="6757"/>
                  </a:lnTo>
                  <a:lnTo>
                    <a:pt x="39732" y="9050"/>
                  </a:lnTo>
                  <a:lnTo>
                    <a:pt x="44909" y="12437"/>
                  </a:lnTo>
                  <a:lnTo>
                    <a:pt x="48496" y="13674"/>
                  </a:lnTo>
                  <a:lnTo>
                    <a:pt x="52521" y="15821"/>
                  </a:lnTo>
                  <a:lnTo>
                    <a:pt x="57028" y="17144"/>
                  </a:lnTo>
                  <a:lnTo>
                    <a:pt x="60129" y="18337"/>
                  </a:lnTo>
                  <a:lnTo>
                    <a:pt x="62157" y="19828"/>
                  </a:lnTo>
                  <a:lnTo>
                    <a:pt x="63946" y="24003"/>
                  </a:lnTo>
                  <a:lnTo>
                    <a:pt x="62892" y="30490"/>
                  </a:lnTo>
                  <a:lnTo>
                    <a:pt x="60804" y="33920"/>
                  </a:lnTo>
                  <a:lnTo>
                    <a:pt x="57673" y="37498"/>
                  </a:lnTo>
                  <a:lnTo>
                    <a:pt x="56779" y="40480"/>
                  </a:lnTo>
                  <a:lnTo>
                    <a:pt x="55884" y="44505"/>
                  </a:lnTo>
                  <a:lnTo>
                    <a:pt x="51560" y="46295"/>
                  </a:lnTo>
                  <a:lnTo>
                    <a:pt x="47833" y="45847"/>
                  </a:lnTo>
                  <a:lnTo>
                    <a:pt x="42913" y="42418"/>
                  </a:lnTo>
                  <a:lnTo>
                    <a:pt x="39484" y="40778"/>
                  </a:lnTo>
                  <a:lnTo>
                    <a:pt x="33221" y="42567"/>
                  </a:lnTo>
                  <a:lnTo>
                    <a:pt x="26363" y="42567"/>
                  </a:lnTo>
                  <a:lnTo>
                    <a:pt x="21741" y="40629"/>
                  </a:lnTo>
                  <a:lnTo>
                    <a:pt x="16075" y="36305"/>
                  </a:lnTo>
                  <a:lnTo>
                    <a:pt x="12348" y="34963"/>
                  </a:lnTo>
                  <a:lnTo>
                    <a:pt x="9366" y="32578"/>
                  </a:lnTo>
                  <a:lnTo>
                    <a:pt x="4893" y="27807"/>
                  </a:lnTo>
                  <a:lnTo>
                    <a:pt x="2358" y="22141"/>
                  </a:lnTo>
                  <a:lnTo>
                    <a:pt x="0" y="17631"/>
                  </a:lnTo>
                  <a:lnTo>
                    <a:pt x="6112" y="18525"/>
                  </a:lnTo>
                  <a:lnTo>
                    <a:pt x="5963" y="15394"/>
                  </a:lnTo>
                  <a:lnTo>
                    <a:pt x="6560" y="11965"/>
                  </a:lnTo>
                  <a:lnTo>
                    <a:pt x="7131" y="9149"/>
                  </a:lnTo>
                  <a:lnTo>
                    <a:pt x="6996" y="9052"/>
                  </a:lnTo>
                  <a:lnTo>
                    <a:pt x="7138" y="8628"/>
                  </a:lnTo>
                  <a:lnTo>
                    <a:pt x="7530" y="7457"/>
                  </a:lnTo>
                  <a:lnTo>
                    <a:pt x="8054" y="6062"/>
                  </a:lnTo>
                  <a:lnTo>
                    <a:pt x="8314" y="5367"/>
                  </a:lnTo>
                  <a:lnTo>
                    <a:pt x="8379" y="5076"/>
                  </a:lnTo>
                  <a:lnTo>
                    <a:pt x="8648" y="3864"/>
                  </a:lnTo>
                  <a:lnTo>
                    <a:pt x="9071" y="3173"/>
                  </a:lnTo>
                  <a:lnTo>
                    <a:pt x="9431" y="2585"/>
                  </a:lnTo>
                  <a:lnTo>
                    <a:pt x="10308" y="1153"/>
                  </a:lnTo>
                  <a:lnTo>
                    <a:pt x="10505" y="868"/>
                  </a:lnTo>
                  <a:lnTo>
                    <a:pt x="10983" y="266"/>
                  </a:lnTo>
                  <a:lnTo>
                    <a:pt x="12241" y="866"/>
                  </a:lnTo>
                  <a:lnTo>
                    <a:pt x="12428" y="851"/>
                  </a:lnTo>
                  <a:lnTo>
                    <a:pt x="14974" y="657"/>
                  </a:lnTo>
                  <a:lnTo>
                    <a:pt x="15479" y="610"/>
                  </a:lnTo>
                  <a:lnTo>
                    <a:pt x="16171" y="0"/>
                  </a:lnTo>
                  <a:lnTo>
                    <a:pt x="18236" y="66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1" name="pg380"/>
            <p:cNvSpPr/>
            <p:nvPr/>
          </p:nvSpPr>
          <p:spPr>
            <a:xfrm>
              <a:off x="4340981" y="2484810"/>
              <a:ext cx="57524" cy="40241"/>
            </a:xfrm>
            <a:custGeom>
              <a:avLst/>
              <a:pathLst>
                <a:path w="57524" h="40241">
                  <a:moveTo>
                    <a:pt x="44284" y="4007"/>
                  </a:moveTo>
                  <a:lnTo>
                    <a:pt x="45779" y="5619"/>
                  </a:lnTo>
                  <a:lnTo>
                    <a:pt x="45653" y="8026"/>
                  </a:lnTo>
                  <a:lnTo>
                    <a:pt x="37737" y="12608"/>
                  </a:lnTo>
                  <a:lnTo>
                    <a:pt x="39209" y="13650"/>
                  </a:lnTo>
                  <a:lnTo>
                    <a:pt x="42171" y="15745"/>
                  </a:lnTo>
                  <a:lnTo>
                    <a:pt x="42673" y="14118"/>
                  </a:lnTo>
                  <a:lnTo>
                    <a:pt x="42776" y="13783"/>
                  </a:lnTo>
                  <a:lnTo>
                    <a:pt x="45888" y="16622"/>
                  </a:lnTo>
                  <a:lnTo>
                    <a:pt x="45764" y="17009"/>
                  </a:lnTo>
                  <a:lnTo>
                    <a:pt x="45410" y="18108"/>
                  </a:lnTo>
                  <a:lnTo>
                    <a:pt x="48408" y="21710"/>
                  </a:lnTo>
                  <a:lnTo>
                    <a:pt x="47650" y="23241"/>
                  </a:lnTo>
                  <a:lnTo>
                    <a:pt x="51327" y="24982"/>
                  </a:lnTo>
                  <a:lnTo>
                    <a:pt x="53165" y="25852"/>
                  </a:lnTo>
                  <a:lnTo>
                    <a:pt x="51189" y="30250"/>
                  </a:lnTo>
                  <a:lnTo>
                    <a:pt x="53536" y="31460"/>
                  </a:lnTo>
                  <a:lnTo>
                    <a:pt x="56574" y="33026"/>
                  </a:lnTo>
                  <a:lnTo>
                    <a:pt x="56506" y="33236"/>
                  </a:lnTo>
                  <a:lnTo>
                    <a:pt x="56029" y="34694"/>
                  </a:lnTo>
                  <a:lnTo>
                    <a:pt x="57340" y="35110"/>
                  </a:lnTo>
                  <a:lnTo>
                    <a:pt x="57524" y="35169"/>
                  </a:lnTo>
                  <a:lnTo>
                    <a:pt x="56067" y="38340"/>
                  </a:lnTo>
                  <a:lnTo>
                    <a:pt x="54061" y="37760"/>
                  </a:lnTo>
                  <a:lnTo>
                    <a:pt x="51833" y="37117"/>
                  </a:lnTo>
                  <a:lnTo>
                    <a:pt x="51277" y="37024"/>
                  </a:lnTo>
                  <a:lnTo>
                    <a:pt x="48710" y="36593"/>
                  </a:lnTo>
                  <a:lnTo>
                    <a:pt x="49613" y="39823"/>
                  </a:lnTo>
                  <a:lnTo>
                    <a:pt x="46124" y="40241"/>
                  </a:lnTo>
                  <a:lnTo>
                    <a:pt x="44842" y="39108"/>
                  </a:lnTo>
                  <a:lnTo>
                    <a:pt x="41085" y="37825"/>
                  </a:lnTo>
                  <a:lnTo>
                    <a:pt x="39106" y="37318"/>
                  </a:lnTo>
                  <a:lnTo>
                    <a:pt x="38759" y="37229"/>
                  </a:lnTo>
                  <a:lnTo>
                    <a:pt x="37656" y="37348"/>
                  </a:lnTo>
                  <a:lnTo>
                    <a:pt x="37343" y="38253"/>
                  </a:lnTo>
                  <a:lnTo>
                    <a:pt x="37119" y="38899"/>
                  </a:lnTo>
                  <a:lnTo>
                    <a:pt x="34823" y="38810"/>
                  </a:lnTo>
                  <a:lnTo>
                    <a:pt x="34711" y="37772"/>
                  </a:lnTo>
                  <a:lnTo>
                    <a:pt x="34584" y="36603"/>
                  </a:lnTo>
                  <a:lnTo>
                    <a:pt x="33004" y="36096"/>
                  </a:lnTo>
                  <a:lnTo>
                    <a:pt x="31695" y="36582"/>
                  </a:lnTo>
                  <a:lnTo>
                    <a:pt x="30678" y="36961"/>
                  </a:lnTo>
                  <a:lnTo>
                    <a:pt x="28978" y="35052"/>
                  </a:lnTo>
                  <a:lnTo>
                    <a:pt x="28322" y="34128"/>
                  </a:lnTo>
                  <a:lnTo>
                    <a:pt x="29783" y="33889"/>
                  </a:lnTo>
                  <a:lnTo>
                    <a:pt x="28829" y="30878"/>
                  </a:lnTo>
                  <a:lnTo>
                    <a:pt x="27565" y="25140"/>
                  </a:lnTo>
                  <a:lnTo>
                    <a:pt x="24129" y="24782"/>
                  </a:lnTo>
                  <a:lnTo>
                    <a:pt x="22555" y="24496"/>
                  </a:lnTo>
                  <a:lnTo>
                    <a:pt x="20909" y="24854"/>
                  </a:lnTo>
                  <a:lnTo>
                    <a:pt x="19835" y="23494"/>
                  </a:lnTo>
                  <a:lnTo>
                    <a:pt x="18046" y="23995"/>
                  </a:lnTo>
                  <a:lnTo>
                    <a:pt x="20122" y="29005"/>
                  </a:lnTo>
                  <a:lnTo>
                    <a:pt x="20265" y="32440"/>
                  </a:lnTo>
                  <a:lnTo>
                    <a:pt x="18507" y="35956"/>
                  </a:lnTo>
                  <a:lnTo>
                    <a:pt x="17026" y="36841"/>
                  </a:lnTo>
                  <a:lnTo>
                    <a:pt x="12017" y="35321"/>
                  </a:lnTo>
                  <a:lnTo>
                    <a:pt x="2445" y="31921"/>
                  </a:lnTo>
                  <a:lnTo>
                    <a:pt x="0" y="29565"/>
                  </a:lnTo>
                  <a:lnTo>
                    <a:pt x="1685" y="27080"/>
                  </a:lnTo>
                  <a:lnTo>
                    <a:pt x="3182" y="27990"/>
                  </a:lnTo>
                  <a:lnTo>
                    <a:pt x="4404" y="28258"/>
                  </a:lnTo>
                  <a:lnTo>
                    <a:pt x="4941" y="24829"/>
                  </a:lnTo>
                  <a:lnTo>
                    <a:pt x="2088" y="24055"/>
                  </a:lnTo>
                  <a:lnTo>
                    <a:pt x="1746" y="23962"/>
                  </a:lnTo>
                  <a:lnTo>
                    <a:pt x="3635" y="19088"/>
                  </a:lnTo>
                  <a:lnTo>
                    <a:pt x="5687" y="19372"/>
                  </a:lnTo>
                  <a:lnTo>
                    <a:pt x="6283" y="17702"/>
                  </a:lnTo>
                  <a:lnTo>
                    <a:pt x="4375" y="16867"/>
                  </a:lnTo>
                  <a:lnTo>
                    <a:pt x="5620" y="13018"/>
                  </a:lnTo>
                  <a:lnTo>
                    <a:pt x="5963" y="13161"/>
                  </a:lnTo>
                  <a:lnTo>
                    <a:pt x="6265" y="13287"/>
                  </a:lnTo>
                  <a:lnTo>
                    <a:pt x="11770" y="15585"/>
                  </a:lnTo>
                  <a:lnTo>
                    <a:pt x="13517" y="16787"/>
                  </a:lnTo>
                  <a:lnTo>
                    <a:pt x="14776" y="16433"/>
                  </a:lnTo>
                  <a:lnTo>
                    <a:pt x="17924" y="15548"/>
                  </a:lnTo>
                  <a:lnTo>
                    <a:pt x="18919" y="15268"/>
                  </a:lnTo>
                  <a:lnTo>
                    <a:pt x="23266" y="14885"/>
                  </a:lnTo>
                  <a:lnTo>
                    <a:pt x="23700" y="14917"/>
                  </a:lnTo>
                  <a:lnTo>
                    <a:pt x="26880" y="15148"/>
                  </a:lnTo>
                  <a:lnTo>
                    <a:pt x="28585" y="17108"/>
                  </a:lnTo>
                  <a:lnTo>
                    <a:pt x="30826" y="16128"/>
                  </a:lnTo>
                  <a:lnTo>
                    <a:pt x="30332" y="15548"/>
                  </a:lnTo>
                  <a:lnTo>
                    <a:pt x="29559" y="14417"/>
                  </a:lnTo>
                  <a:lnTo>
                    <a:pt x="28348" y="12648"/>
                  </a:lnTo>
                  <a:lnTo>
                    <a:pt x="28076" y="12251"/>
                  </a:lnTo>
                  <a:lnTo>
                    <a:pt x="27724" y="11322"/>
                  </a:lnTo>
                  <a:lnTo>
                    <a:pt x="27544" y="10847"/>
                  </a:lnTo>
                  <a:lnTo>
                    <a:pt x="27253" y="8415"/>
                  </a:lnTo>
                  <a:lnTo>
                    <a:pt x="26798" y="6724"/>
                  </a:lnTo>
                  <a:lnTo>
                    <a:pt x="27194" y="6506"/>
                  </a:lnTo>
                  <a:lnTo>
                    <a:pt x="28998" y="5544"/>
                  </a:lnTo>
                  <a:lnTo>
                    <a:pt x="28952" y="5367"/>
                  </a:lnTo>
                  <a:lnTo>
                    <a:pt x="28509" y="3657"/>
                  </a:lnTo>
                  <a:lnTo>
                    <a:pt x="28365" y="2988"/>
                  </a:lnTo>
                  <a:lnTo>
                    <a:pt x="29633" y="2854"/>
                  </a:lnTo>
                  <a:lnTo>
                    <a:pt x="31305" y="2678"/>
                  </a:lnTo>
                  <a:lnTo>
                    <a:pt x="32004" y="2604"/>
                  </a:lnTo>
                  <a:lnTo>
                    <a:pt x="32424" y="2591"/>
                  </a:lnTo>
                  <a:lnTo>
                    <a:pt x="32727" y="4549"/>
                  </a:lnTo>
                  <a:lnTo>
                    <a:pt x="32801" y="5030"/>
                  </a:lnTo>
                  <a:lnTo>
                    <a:pt x="33807" y="5557"/>
                  </a:lnTo>
                  <a:lnTo>
                    <a:pt x="34805" y="6080"/>
                  </a:lnTo>
                  <a:lnTo>
                    <a:pt x="34972" y="6167"/>
                  </a:lnTo>
                  <a:lnTo>
                    <a:pt x="36580" y="5940"/>
                  </a:lnTo>
                  <a:lnTo>
                    <a:pt x="37489" y="5199"/>
                  </a:lnTo>
                  <a:lnTo>
                    <a:pt x="37998" y="5494"/>
                  </a:lnTo>
                  <a:lnTo>
                    <a:pt x="39340" y="5439"/>
                  </a:lnTo>
                  <a:lnTo>
                    <a:pt x="39498" y="5333"/>
                  </a:lnTo>
                  <a:lnTo>
                    <a:pt x="39423" y="4023"/>
                  </a:lnTo>
                  <a:lnTo>
                    <a:pt x="39284" y="2817"/>
                  </a:lnTo>
                  <a:lnTo>
                    <a:pt x="39197" y="2501"/>
                  </a:lnTo>
                  <a:lnTo>
                    <a:pt x="39097" y="2132"/>
                  </a:lnTo>
                  <a:lnTo>
                    <a:pt x="39983" y="1116"/>
                  </a:lnTo>
                  <a:lnTo>
                    <a:pt x="40957" y="0"/>
                  </a:lnTo>
                  <a:lnTo>
                    <a:pt x="41517" y="7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2" name="pg381"/>
            <p:cNvSpPr/>
            <p:nvPr/>
          </p:nvSpPr>
          <p:spPr>
            <a:xfrm>
              <a:off x="4321387" y="2414983"/>
              <a:ext cx="77536" cy="54641"/>
            </a:xfrm>
            <a:custGeom>
              <a:avLst/>
              <a:pathLst>
                <a:path w="77536" h="54641">
                  <a:moveTo>
                    <a:pt x="73159" y="15450"/>
                  </a:moveTo>
                  <a:lnTo>
                    <a:pt x="74743" y="26797"/>
                  </a:lnTo>
                  <a:lnTo>
                    <a:pt x="73931" y="31711"/>
                  </a:lnTo>
                  <a:lnTo>
                    <a:pt x="74616" y="34625"/>
                  </a:lnTo>
                  <a:lnTo>
                    <a:pt x="77536" y="38906"/>
                  </a:lnTo>
                  <a:lnTo>
                    <a:pt x="73311" y="39021"/>
                  </a:lnTo>
                  <a:lnTo>
                    <a:pt x="70687" y="38783"/>
                  </a:lnTo>
                  <a:lnTo>
                    <a:pt x="67335" y="37167"/>
                  </a:lnTo>
                  <a:lnTo>
                    <a:pt x="65842" y="37148"/>
                  </a:lnTo>
                  <a:lnTo>
                    <a:pt x="63614" y="37120"/>
                  </a:lnTo>
                  <a:lnTo>
                    <a:pt x="63609" y="38808"/>
                  </a:lnTo>
                  <a:lnTo>
                    <a:pt x="63602" y="40969"/>
                  </a:lnTo>
                  <a:lnTo>
                    <a:pt x="63596" y="42821"/>
                  </a:lnTo>
                  <a:lnTo>
                    <a:pt x="60491" y="43143"/>
                  </a:lnTo>
                  <a:lnTo>
                    <a:pt x="59349" y="43261"/>
                  </a:lnTo>
                  <a:lnTo>
                    <a:pt x="59222" y="43719"/>
                  </a:lnTo>
                  <a:lnTo>
                    <a:pt x="59098" y="44168"/>
                  </a:lnTo>
                  <a:lnTo>
                    <a:pt x="58940" y="44737"/>
                  </a:lnTo>
                  <a:lnTo>
                    <a:pt x="58734" y="45482"/>
                  </a:lnTo>
                  <a:lnTo>
                    <a:pt x="58569" y="46080"/>
                  </a:lnTo>
                  <a:lnTo>
                    <a:pt x="58446" y="46523"/>
                  </a:lnTo>
                  <a:lnTo>
                    <a:pt x="58298" y="47058"/>
                  </a:lnTo>
                  <a:lnTo>
                    <a:pt x="58166" y="47538"/>
                  </a:lnTo>
                  <a:lnTo>
                    <a:pt x="57994" y="48159"/>
                  </a:lnTo>
                  <a:lnTo>
                    <a:pt x="57864" y="48628"/>
                  </a:lnTo>
                  <a:lnTo>
                    <a:pt x="57750" y="49010"/>
                  </a:lnTo>
                  <a:lnTo>
                    <a:pt x="57704" y="49143"/>
                  </a:lnTo>
                  <a:lnTo>
                    <a:pt x="57199" y="50588"/>
                  </a:lnTo>
                  <a:lnTo>
                    <a:pt x="56206" y="53427"/>
                  </a:lnTo>
                  <a:lnTo>
                    <a:pt x="53763" y="52965"/>
                  </a:lnTo>
                  <a:lnTo>
                    <a:pt x="53630" y="52902"/>
                  </a:lnTo>
                  <a:lnTo>
                    <a:pt x="49487" y="50958"/>
                  </a:lnTo>
                  <a:lnTo>
                    <a:pt x="42886" y="52622"/>
                  </a:lnTo>
                  <a:lnTo>
                    <a:pt x="37732" y="53692"/>
                  </a:lnTo>
                  <a:lnTo>
                    <a:pt x="33764" y="54516"/>
                  </a:lnTo>
                  <a:lnTo>
                    <a:pt x="33161" y="54641"/>
                  </a:lnTo>
                  <a:lnTo>
                    <a:pt x="31805" y="51674"/>
                  </a:lnTo>
                  <a:lnTo>
                    <a:pt x="31584" y="51696"/>
                  </a:lnTo>
                  <a:lnTo>
                    <a:pt x="28757" y="51978"/>
                  </a:lnTo>
                  <a:lnTo>
                    <a:pt x="27459" y="52282"/>
                  </a:lnTo>
                  <a:lnTo>
                    <a:pt x="26877" y="52419"/>
                  </a:lnTo>
                  <a:lnTo>
                    <a:pt x="21292" y="53728"/>
                  </a:lnTo>
                  <a:lnTo>
                    <a:pt x="21106" y="53559"/>
                  </a:lnTo>
                  <a:lnTo>
                    <a:pt x="21156" y="51715"/>
                  </a:lnTo>
                  <a:lnTo>
                    <a:pt x="21253" y="48163"/>
                  </a:lnTo>
                  <a:lnTo>
                    <a:pt x="16520" y="47964"/>
                  </a:lnTo>
                  <a:lnTo>
                    <a:pt x="16673" y="53585"/>
                  </a:lnTo>
                  <a:lnTo>
                    <a:pt x="12781" y="53597"/>
                  </a:lnTo>
                  <a:lnTo>
                    <a:pt x="12091" y="53599"/>
                  </a:lnTo>
                  <a:lnTo>
                    <a:pt x="10724" y="53603"/>
                  </a:lnTo>
                  <a:lnTo>
                    <a:pt x="8764" y="53608"/>
                  </a:lnTo>
                  <a:lnTo>
                    <a:pt x="8598" y="53609"/>
                  </a:lnTo>
                  <a:lnTo>
                    <a:pt x="4590" y="53518"/>
                  </a:lnTo>
                  <a:lnTo>
                    <a:pt x="4411" y="53514"/>
                  </a:lnTo>
                  <a:lnTo>
                    <a:pt x="1009" y="53470"/>
                  </a:lnTo>
                  <a:lnTo>
                    <a:pt x="0" y="48137"/>
                  </a:lnTo>
                  <a:lnTo>
                    <a:pt x="4033" y="47989"/>
                  </a:lnTo>
                  <a:lnTo>
                    <a:pt x="2542" y="43516"/>
                  </a:lnTo>
                  <a:lnTo>
                    <a:pt x="4363" y="41602"/>
                  </a:lnTo>
                  <a:lnTo>
                    <a:pt x="4844" y="40196"/>
                  </a:lnTo>
                  <a:lnTo>
                    <a:pt x="8783" y="41038"/>
                  </a:lnTo>
                  <a:lnTo>
                    <a:pt x="9105" y="39929"/>
                  </a:lnTo>
                  <a:lnTo>
                    <a:pt x="6902" y="38860"/>
                  </a:lnTo>
                  <a:lnTo>
                    <a:pt x="6354" y="35788"/>
                  </a:lnTo>
                  <a:lnTo>
                    <a:pt x="6599" y="35071"/>
                  </a:lnTo>
                  <a:lnTo>
                    <a:pt x="7259" y="33688"/>
                  </a:lnTo>
                  <a:lnTo>
                    <a:pt x="9677" y="34633"/>
                  </a:lnTo>
                  <a:lnTo>
                    <a:pt x="9999" y="33989"/>
                  </a:lnTo>
                  <a:lnTo>
                    <a:pt x="7671" y="32825"/>
                  </a:lnTo>
                  <a:lnTo>
                    <a:pt x="7906" y="32332"/>
                  </a:lnTo>
                  <a:lnTo>
                    <a:pt x="8478" y="31135"/>
                  </a:lnTo>
                  <a:lnTo>
                    <a:pt x="8731" y="30558"/>
                  </a:lnTo>
                  <a:lnTo>
                    <a:pt x="11108" y="31234"/>
                  </a:lnTo>
                  <a:lnTo>
                    <a:pt x="12933" y="26689"/>
                  </a:lnTo>
                  <a:lnTo>
                    <a:pt x="13137" y="26179"/>
                  </a:lnTo>
                  <a:lnTo>
                    <a:pt x="11534" y="25254"/>
                  </a:lnTo>
                  <a:lnTo>
                    <a:pt x="11151" y="25033"/>
                  </a:lnTo>
                  <a:lnTo>
                    <a:pt x="11885" y="22631"/>
                  </a:lnTo>
                  <a:lnTo>
                    <a:pt x="12421" y="20901"/>
                  </a:lnTo>
                  <a:lnTo>
                    <a:pt x="13674" y="19172"/>
                  </a:lnTo>
                  <a:lnTo>
                    <a:pt x="16119" y="17710"/>
                  </a:lnTo>
                  <a:lnTo>
                    <a:pt x="19580" y="15746"/>
                  </a:lnTo>
                  <a:lnTo>
                    <a:pt x="21118" y="15407"/>
                  </a:lnTo>
                  <a:lnTo>
                    <a:pt x="21417" y="15124"/>
                  </a:lnTo>
                  <a:lnTo>
                    <a:pt x="23211" y="13427"/>
                  </a:lnTo>
                  <a:lnTo>
                    <a:pt x="23556" y="13100"/>
                  </a:lnTo>
                  <a:lnTo>
                    <a:pt x="23632" y="12844"/>
                  </a:lnTo>
                  <a:lnTo>
                    <a:pt x="23752" y="12442"/>
                  </a:lnTo>
                  <a:lnTo>
                    <a:pt x="24088" y="11313"/>
                  </a:lnTo>
                  <a:lnTo>
                    <a:pt x="24403" y="9976"/>
                  </a:lnTo>
                  <a:lnTo>
                    <a:pt x="24463" y="9722"/>
                  </a:lnTo>
                  <a:lnTo>
                    <a:pt x="24712" y="9774"/>
                  </a:lnTo>
                  <a:lnTo>
                    <a:pt x="25646" y="9970"/>
                  </a:lnTo>
                  <a:lnTo>
                    <a:pt x="27095" y="10138"/>
                  </a:lnTo>
                  <a:lnTo>
                    <a:pt x="27955" y="10237"/>
                  </a:lnTo>
                  <a:lnTo>
                    <a:pt x="29873" y="10237"/>
                  </a:lnTo>
                  <a:lnTo>
                    <a:pt x="31486" y="10237"/>
                  </a:lnTo>
                  <a:lnTo>
                    <a:pt x="32330" y="10275"/>
                  </a:lnTo>
                  <a:lnTo>
                    <a:pt x="33823" y="10341"/>
                  </a:lnTo>
                  <a:lnTo>
                    <a:pt x="34119" y="10444"/>
                  </a:lnTo>
                  <a:lnTo>
                    <a:pt x="35373" y="10878"/>
                  </a:lnTo>
                  <a:lnTo>
                    <a:pt x="36495" y="11670"/>
                  </a:lnTo>
                  <a:lnTo>
                    <a:pt x="37650" y="12452"/>
                  </a:lnTo>
                  <a:lnTo>
                    <a:pt x="39177" y="13922"/>
                  </a:lnTo>
                  <a:lnTo>
                    <a:pt x="39431" y="14173"/>
                  </a:lnTo>
                  <a:lnTo>
                    <a:pt x="42861" y="16439"/>
                  </a:lnTo>
                  <a:lnTo>
                    <a:pt x="44097" y="13473"/>
                  </a:lnTo>
                  <a:lnTo>
                    <a:pt x="45191" y="10852"/>
                  </a:lnTo>
                  <a:lnTo>
                    <a:pt x="48525" y="3677"/>
                  </a:lnTo>
                  <a:lnTo>
                    <a:pt x="50290" y="852"/>
                  </a:lnTo>
                  <a:lnTo>
                    <a:pt x="54297" y="0"/>
                  </a:lnTo>
                  <a:lnTo>
                    <a:pt x="56158" y="1908"/>
                  </a:lnTo>
                  <a:lnTo>
                    <a:pt x="60491" y="3580"/>
                  </a:lnTo>
                  <a:lnTo>
                    <a:pt x="64937" y="5295"/>
                  </a:lnTo>
                  <a:lnTo>
                    <a:pt x="66845" y="8110"/>
                  </a:lnTo>
                  <a:lnTo>
                    <a:pt x="68992" y="1183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3" name="pg382"/>
            <p:cNvSpPr/>
            <p:nvPr/>
          </p:nvSpPr>
          <p:spPr>
            <a:xfrm>
              <a:off x="4326458" y="2688410"/>
              <a:ext cx="64326" cy="75965"/>
            </a:xfrm>
            <a:custGeom>
              <a:avLst/>
              <a:pathLst>
                <a:path w="64326" h="75965">
                  <a:moveTo>
                    <a:pt x="4383" y="38553"/>
                  </a:moveTo>
                  <a:lnTo>
                    <a:pt x="1965" y="33973"/>
                  </a:lnTo>
                  <a:lnTo>
                    <a:pt x="1273" y="31009"/>
                  </a:lnTo>
                  <a:lnTo>
                    <a:pt x="3577" y="30882"/>
                  </a:lnTo>
                  <a:lnTo>
                    <a:pt x="4471" y="28377"/>
                  </a:lnTo>
                  <a:lnTo>
                    <a:pt x="5724" y="26543"/>
                  </a:lnTo>
                  <a:lnTo>
                    <a:pt x="4516" y="24038"/>
                  </a:lnTo>
                  <a:lnTo>
                    <a:pt x="6887" y="19610"/>
                  </a:lnTo>
                  <a:lnTo>
                    <a:pt x="6752" y="18134"/>
                  </a:lnTo>
                  <a:lnTo>
                    <a:pt x="7609" y="17327"/>
                  </a:lnTo>
                  <a:lnTo>
                    <a:pt x="5308" y="11490"/>
                  </a:lnTo>
                  <a:lnTo>
                    <a:pt x="4303" y="10914"/>
                  </a:lnTo>
                  <a:lnTo>
                    <a:pt x="1209" y="5441"/>
                  </a:lnTo>
                  <a:lnTo>
                    <a:pt x="0" y="353"/>
                  </a:lnTo>
                  <a:lnTo>
                    <a:pt x="1698" y="19"/>
                  </a:lnTo>
                  <a:lnTo>
                    <a:pt x="4109" y="0"/>
                  </a:lnTo>
                  <a:lnTo>
                    <a:pt x="4675" y="143"/>
                  </a:lnTo>
                  <a:lnTo>
                    <a:pt x="5152" y="3418"/>
                  </a:lnTo>
                  <a:lnTo>
                    <a:pt x="5473" y="4561"/>
                  </a:lnTo>
                  <a:lnTo>
                    <a:pt x="8020" y="8270"/>
                  </a:lnTo>
                  <a:lnTo>
                    <a:pt x="9580" y="10887"/>
                  </a:lnTo>
                  <a:lnTo>
                    <a:pt x="12175" y="18190"/>
                  </a:lnTo>
                  <a:lnTo>
                    <a:pt x="13107" y="18875"/>
                  </a:lnTo>
                  <a:lnTo>
                    <a:pt x="15146" y="16456"/>
                  </a:lnTo>
                  <a:lnTo>
                    <a:pt x="17732" y="18840"/>
                  </a:lnTo>
                  <a:lnTo>
                    <a:pt x="17901" y="18677"/>
                  </a:lnTo>
                  <a:lnTo>
                    <a:pt x="18092" y="18494"/>
                  </a:lnTo>
                  <a:lnTo>
                    <a:pt x="18376" y="18220"/>
                  </a:lnTo>
                  <a:lnTo>
                    <a:pt x="20238" y="20817"/>
                  </a:lnTo>
                  <a:lnTo>
                    <a:pt x="20238" y="21444"/>
                  </a:lnTo>
                  <a:lnTo>
                    <a:pt x="21803" y="24888"/>
                  </a:lnTo>
                  <a:lnTo>
                    <a:pt x="21356" y="25738"/>
                  </a:lnTo>
                  <a:lnTo>
                    <a:pt x="22653" y="29003"/>
                  </a:lnTo>
                  <a:lnTo>
                    <a:pt x="25945" y="28664"/>
                  </a:lnTo>
                  <a:lnTo>
                    <a:pt x="26666" y="33413"/>
                  </a:lnTo>
                  <a:lnTo>
                    <a:pt x="27545" y="33351"/>
                  </a:lnTo>
                  <a:lnTo>
                    <a:pt x="32725" y="32984"/>
                  </a:lnTo>
                  <a:lnTo>
                    <a:pt x="33202" y="35703"/>
                  </a:lnTo>
                  <a:lnTo>
                    <a:pt x="33395" y="36947"/>
                  </a:lnTo>
                  <a:lnTo>
                    <a:pt x="34270" y="38405"/>
                  </a:lnTo>
                  <a:lnTo>
                    <a:pt x="36149" y="39717"/>
                  </a:lnTo>
                  <a:lnTo>
                    <a:pt x="37808" y="40806"/>
                  </a:lnTo>
                  <a:lnTo>
                    <a:pt x="39697" y="43564"/>
                  </a:lnTo>
                  <a:lnTo>
                    <a:pt x="40979" y="45442"/>
                  </a:lnTo>
                  <a:lnTo>
                    <a:pt x="41844" y="46188"/>
                  </a:lnTo>
                  <a:lnTo>
                    <a:pt x="43394" y="47248"/>
                  </a:lnTo>
                  <a:lnTo>
                    <a:pt x="50083" y="56091"/>
                  </a:lnTo>
                  <a:lnTo>
                    <a:pt x="51614" y="58034"/>
                  </a:lnTo>
                  <a:lnTo>
                    <a:pt x="53040" y="59594"/>
                  </a:lnTo>
                  <a:lnTo>
                    <a:pt x="55024" y="63394"/>
                  </a:lnTo>
                  <a:lnTo>
                    <a:pt x="57559" y="69358"/>
                  </a:lnTo>
                  <a:lnTo>
                    <a:pt x="62479" y="71863"/>
                  </a:lnTo>
                  <a:lnTo>
                    <a:pt x="64326" y="73827"/>
                  </a:lnTo>
                  <a:lnTo>
                    <a:pt x="62357" y="75965"/>
                  </a:lnTo>
                  <a:lnTo>
                    <a:pt x="59855" y="74427"/>
                  </a:lnTo>
                  <a:lnTo>
                    <a:pt x="53056" y="69716"/>
                  </a:lnTo>
                  <a:lnTo>
                    <a:pt x="50402" y="67032"/>
                  </a:lnTo>
                  <a:lnTo>
                    <a:pt x="51893" y="65958"/>
                  </a:lnTo>
                  <a:lnTo>
                    <a:pt x="50074" y="64139"/>
                  </a:lnTo>
                  <a:lnTo>
                    <a:pt x="48911" y="63155"/>
                  </a:lnTo>
                  <a:lnTo>
                    <a:pt x="48583" y="62917"/>
                  </a:lnTo>
                  <a:lnTo>
                    <a:pt x="47927" y="62529"/>
                  </a:lnTo>
                  <a:lnTo>
                    <a:pt x="46013" y="64389"/>
                  </a:lnTo>
                  <a:lnTo>
                    <a:pt x="45754" y="64159"/>
                  </a:lnTo>
                  <a:lnTo>
                    <a:pt x="35330" y="55425"/>
                  </a:lnTo>
                  <a:lnTo>
                    <a:pt x="34421" y="54178"/>
                  </a:lnTo>
                  <a:lnTo>
                    <a:pt x="29313" y="50841"/>
                  </a:lnTo>
                  <a:lnTo>
                    <a:pt x="25314" y="46812"/>
                  </a:lnTo>
                  <a:lnTo>
                    <a:pt x="20210" y="44903"/>
                  </a:lnTo>
                  <a:lnTo>
                    <a:pt x="19282" y="43465"/>
                  </a:lnTo>
                  <a:lnTo>
                    <a:pt x="18544" y="39651"/>
                  </a:lnTo>
                  <a:lnTo>
                    <a:pt x="16074" y="41381"/>
                  </a:lnTo>
                  <a:lnTo>
                    <a:pt x="14443" y="395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4" name="pg383"/>
            <p:cNvSpPr/>
            <p:nvPr/>
          </p:nvSpPr>
          <p:spPr>
            <a:xfrm>
              <a:off x="4394436" y="2687614"/>
              <a:ext cx="79102" cy="69941"/>
            </a:xfrm>
            <a:custGeom>
              <a:avLst/>
              <a:pathLst>
                <a:path w="79102" h="69941">
                  <a:moveTo>
                    <a:pt x="52634" y="9859"/>
                  </a:moveTo>
                  <a:lnTo>
                    <a:pt x="53839" y="9945"/>
                  </a:lnTo>
                  <a:lnTo>
                    <a:pt x="55880" y="2186"/>
                  </a:lnTo>
                  <a:lnTo>
                    <a:pt x="58802" y="2365"/>
                  </a:lnTo>
                  <a:lnTo>
                    <a:pt x="66316" y="4274"/>
                  </a:lnTo>
                  <a:lnTo>
                    <a:pt x="70968" y="7196"/>
                  </a:lnTo>
                  <a:lnTo>
                    <a:pt x="68097" y="12020"/>
                  </a:lnTo>
                  <a:lnTo>
                    <a:pt x="68251" y="12111"/>
                  </a:lnTo>
                  <a:lnTo>
                    <a:pt x="70610" y="13495"/>
                  </a:lnTo>
                  <a:lnTo>
                    <a:pt x="75448" y="15427"/>
                  </a:lnTo>
                  <a:lnTo>
                    <a:pt x="75899" y="21506"/>
                  </a:lnTo>
                  <a:lnTo>
                    <a:pt x="77163" y="24043"/>
                  </a:lnTo>
                  <a:lnTo>
                    <a:pt x="79102" y="28435"/>
                  </a:lnTo>
                  <a:lnTo>
                    <a:pt x="76746" y="32517"/>
                  </a:lnTo>
                  <a:lnTo>
                    <a:pt x="73054" y="30922"/>
                  </a:lnTo>
                  <a:lnTo>
                    <a:pt x="72557" y="30707"/>
                  </a:lnTo>
                  <a:lnTo>
                    <a:pt x="70014" y="34212"/>
                  </a:lnTo>
                  <a:lnTo>
                    <a:pt x="68240" y="32797"/>
                  </a:lnTo>
                  <a:lnTo>
                    <a:pt x="64007" y="30196"/>
                  </a:lnTo>
                  <a:lnTo>
                    <a:pt x="52286" y="22994"/>
                  </a:lnTo>
                  <a:lnTo>
                    <a:pt x="47776" y="22248"/>
                  </a:lnTo>
                  <a:lnTo>
                    <a:pt x="45447" y="21912"/>
                  </a:lnTo>
                  <a:lnTo>
                    <a:pt x="45312" y="23835"/>
                  </a:lnTo>
                  <a:lnTo>
                    <a:pt x="38935" y="23092"/>
                  </a:lnTo>
                  <a:lnTo>
                    <a:pt x="37065" y="22862"/>
                  </a:lnTo>
                  <a:lnTo>
                    <a:pt x="31363" y="22126"/>
                  </a:lnTo>
                  <a:lnTo>
                    <a:pt x="29817" y="21927"/>
                  </a:lnTo>
                  <a:lnTo>
                    <a:pt x="30002" y="19949"/>
                  </a:lnTo>
                  <a:lnTo>
                    <a:pt x="30204" y="17796"/>
                  </a:lnTo>
                  <a:lnTo>
                    <a:pt x="28307" y="17618"/>
                  </a:lnTo>
                  <a:lnTo>
                    <a:pt x="25588" y="17582"/>
                  </a:lnTo>
                  <a:lnTo>
                    <a:pt x="22653" y="17832"/>
                  </a:lnTo>
                  <a:lnTo>
                    <a:pt x="19683" y="17832"/>
                  </a:lnTo>
                  <a:lnTo>
                    <a:pt x="19709" y="21974"/>
                  </a:lnTo>
                  <a:lnTo>
                    <a:pt x="18502" y="21840"/>
                  </a:lnTo>
                  <a:lnTo>
                    <a:pt x="16677" y="21482"/>
                  </a:lnTo>
                  <a:lnTo>
                    <a:pt x="16141" y="25597"/>
                  </a:lnTo>
                  <a:lnTo>
                    <a:pt x="15497" y="29533"/>
                  </a:lnTo>
                  <a:lnTo>
                    <a:pt x="12383" y="34436"/>
                  </a:lnTo>
                  <a:lnTo>
                    <a:pt x="11781" y="34925"/>
                  </a:lnTo>
                  <a:lnTo>
                    <a:pt x="7839" y="34364"/>
                  </a:lnTo>
                  <a:lnTo>
                    <a:pt x="5602" y="42105"/>
                  </a:lnTo>
                  <a:lnTo>
                    <a:pt x="5644" y="43879"/>
                  </a:lnTo>
                  <a:lnTo>
                    <a:pt x="13456" y="56940"/>
                  </a:lnTo>
                  <a:lnTo>
                    <a:pt x="14768" y="62367"/>
                  </a:lnTo>
                  <a:lnTo>
                    <a:pt x="15365" y="63977"/>
                  </a:lnTo>
                  <a:lnTo>
                    <a:pt x="21090" y="66721"/>
                  </a:lnTo>
                  <a:lnTo>
                    <a:pt x="16975" y="69941"/>
                  </a:lnTo>
                  <a:lnTo>
                    <a:pt x="11429" y="65289"/>
                  </a:lnTo>
                  <a:lnTo>
                    <a:pt x="1946" y="43939"/>
                  </a:lnTo>
                  <a:lnTo>
                    <a:pt x="2347" y="41135"/>
                  </a:lnTo>
                  <a:lnTo>
                    <a:pt x="3312" y="37728"/>
                  </a:lnTo>
                  <a:lnTo>
                    <a:pt x="4638" y="33048"/>
                  </a:lnTo>
                  <a:lnTo>
                    <a:pt x="5640" y="30293"/>
                  </a:lnTo>
                  <a:lnTo>
                    <a:pt x="5568" y="25140"/>
                  </a:lnTo>
                  <a:lnTo>
                    <a:pt x="5640" y="23744"/>
                  </a:lnTo>
                  <a:lnTo>
                    <a:pt x="5803" y="21756"/>
                  </a:lnTo>
                  <a:lnTo>
                    <a:pt x="1827" y="20978"/>
                  </a:lnTo>
                  <a:lnTo>
                    <a:pt x="1946" y="14417"/>
                  </a:lnTo>
                  <a:lnTo>
                    <a:pt x="6956" y="15789"/>
                  </a:lnTo>
                  <a:lnTo>
                    <a:pt x="7389" y="13927"/>
                  </a:lnTo>
                  <a:lnTo>
                    <a:pt x="5439" y="12377"/>
                  </a:lnTo>
                  <a:lnTo>
                    <a:pt x="2316" y="9703"/>
                  </a:lnTo>
                  <a:lnTo>
                    <a:pt x="3123" y="8753"/>
                  </a:lnTo>
                  <a:lnTo>
                    <a:pt x="0" y="5861"/>
                  </a:lnTo>
                  <a:lnTo>
                    <a:pt x="2102" y="3535"/>
                  </a:lnTo>
                  <a:lnTo>
                    <a:pt x="5542" y="5907"/>
                  </a:lnTo>
                  <a:lnTo>
                    <a:pt x="10564" y="0"/>
                  </a:lnTo>
                  <a:lnTo>
                    <a:pt x="17082" y="4231"/>
                  </a:lnTo>
                  <a:lnTo>
                    <a:pt x="18264" y="4998"/>
                  </a:lnTo>
                  <a:lnTo>
                    <a:pt x="18631" y="5236"/>
                  </a:lnTo>
                  <a:lnTo>
                    <a:pt x="18794" y="2176"/>
                  </a:lnTo>
                  <a:lnTo>
                    <a:pt x="21687" y="2266"/>
                  </a:lnTo>
                  <a:lnTo>
                    <a:pt x="21606" y="5977"/>
                  </a:lnTo>
                  <a:lnTo>
                    <a:pt x="21957" y="6065"/>
                  </a:lnTo>
                  <a:lnTo>
                    <a:pt x="25860" y="6398"/>
                  </a:lnTo>
                  <a:lnTo>
                    <a:pt x="34555" y="7150"/>
                  </a:lnTo>
                  <a:lnTo>
                    <a:pt x="40281" y="7830"/>
                  </a:lnTo>
                  <a:lnTo>
                    <a:pt x="40573" y="6316"/>
                  </a:lnTo>
                  <a:lnTo>
                    <a:pt x="49371" y="92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5" name="pg384"/>
            <p:cNvSpPr/>
            <p:nvPr/>
          </p:nvSpPr>
          <p:spPr>
            <a:xfrm>
              <a:off x="4455748" y="1856218"/>
              <a:ext cx="109410" cy="118342"/>
            </a:xfrm>
            <a:custGeom>
              <a:avLst/>
              <a:pathLst>
                <a:path w="109410" h="118342">
                  <a:moveTo>
                    <a:pt x="97545" y="13178"/>
                  </a:moveTo>
                  <a:lnTo>
                    <a:pt x="97445" y="14010"/>
                  </a:lnTo>
                  <a:lnTo>
                    <a:pt x="97418" y="14229"/>
                  </a:lnTo>
                  <a:lnTo>
                    <a:pt x="97360" y="14715"/>
                  </a:lnTo>
                  <a:lnTo>
                    <a:pt x="93482" y="13763"/>
                  </a:lnTo>
                  <a:lnTo>
                    <a:pt x="92990" y="15274"/>
                  </a:lnTo>
                  <a:lnTo>
                    <a:pt x="91549" y="19703"/>
                  </a:lnTo>
                  <a:lnTo>
                    <a:pt x="90358" y="22825"/>
                  </a:lnTo>
                  <a:lnTo>
                    <a:pt x="90046" y="23640"/>
                  </a:lnTo>
                  <a:lnTo>
                    <a:pt x="89675" y="24543"/>
                  </a:lnTo>
                  <a:lnTo>
                    <a:pt x="89546" y="24856"/>
                  </a:lnTo>
                  <a:lnTo>
                    <a:pt x="89832" y="26574"/>
                  </a:lnTo>
                  <a:lnTo>
                    <a:pt x="90476" y="27934"/>
                  </a:lnTo>
                  <a:lnTo>
                    <a:pt x="91170" y="29090"/>
                  </a:lnTo>
                  <a:lnTo>
                    <a:pt x="91335" y="29365"/>
                  </a:lnTo>
                  <a:lnTo>
                    <a:pt x="91871" y="30066"/>
                  </a:lnTo>
                  <a:lnTo>
                    <a:pt x="98206" y="24149"/>
                  </a:lnTo>
                  <a:lnTo>
                    <a:pt x="98634" y="23661"/>
                  </a:lnTo>
                  <a:lnTo>
                    <a:pt x="100281" y="25917"/>
                  </a:lnTo>
                  <a:lnTo>
                    <a:pt x="101533" y="27633"/>
                  </a:lnTo>
                  <a:lnTo>
                    <a:pt x="101244" y="28145"/>
                  </a:lnTo>
                  <a:lnTo>
                    <a:pt x="99493" y="31247"/>
                  </a:lnTo>
                  <a:lnTo>
                    <a:pt x="100798" y="32049"/>
                  </a:lnTo>
                  <a:lnTo>
                    <a:pt x="103199" y="33526"/>
                  </a:lnTo>
                  <a:lnTo>
                    <a:pt x="106059" y="35285"/>
                  </a:lnTo>
                  <a:lnTo>
                    <a:pt x="108191" y="36597"/>
                  </a:lnTo>
                  <a:lnTo>
                    <a:pt x="108827" y="37370"/>
                  </a:lnTo>
                  <a:lnTo>
                    <a:pt x="109410" y="38080"/>
                  </a:lnTo>
                  <a:lnTo>
                    <a:pt x="103712" y="45706"/>
                  </a:lnTo>
                  <a:lnTo>
                    <a:pt x="100165" y="43087"/>
                  </a:lnTo>
                  <a:lnTo>
                    <a:pt x="99591" y="42663"/>
                  </a:lnTo>
                  <a:lnTo>
                    <a:pt x="97745" y="41645"/>
                  </a:lnTo>
                  <a:lnTo>
                    <a:pt x="94855" y="40051"/>
                  </a:lnTo>
                  <a:lnTo>
                    <a:pt x="93753" y="39983"/>
                  </a:lnTo>
                  <a:lnTo>
                    <a:pt x="92623" y="39913"/>
                  </a:lnTo>
                  <a:lnTo>
                    <a:pt x="91451" y="39841"/>
                  </a:lnTo>
                  <a:lnTo>
                    <a:pt x="90996" y="40103"/>
                  </a:lnTo>
                  <a:lnTo>
                    <a:pt x="88192" y="41714"/>
                  </a:lnTo>
                  <a:lnTo>
                    <a:pt x="87589" y="41751"/>
                  </a:lnTo>
                  <a:lnTo>
                    <a:pt x="86509" y="42720"/>
                  </a:lnTo>
                  <a:lnTo>
                    <a:pt x="85850" y="43311"/>
                  </a:lnTo>
                  <a:lnTo>
                    <a:pt x="85492" y="47485"/>
                  </a:lnTo>
                  <a:lnTo>
                    <a:pt x="90278" y="53055"/>
                  </a:lnTo>
                  <a:lnTo>
                    <a:pt x="91113" y="57706"/>
                  </a:lnTo>
                  <a:lnTo>
                    <a:pt x="92663" y="62716"/>
                  </a:lnTo>
                  <a:lnTo>
                    <a:pt x="93737" y="67129"/>
                  </a:lnTo>
                  <a:lnTo>
                    <a:pt x="95287" y="72974"/>
                  </a:lnTo>
                  <a:lnTo>
                    <a:pt x="94453" y="75479"/>
                  </a:lnTo>
                  <a:lnTo>
                    <a:pt x="92902" y="76552"/>
                  </a:lnTo>
                  <a:lnTo>
                    <a:pt x="92685" y="78920"/>
                  </a:lnTo>
                  <a:lnTo>
                    <a:pt x="89964" y="80299"/>
                  </a:lnTo>
                  <a:lnTo>
                    <a:pt x="87430" y="86711"/>
                  </a:lnTo>
                  <a:lnTo>
                    <a:pt x="88432" y="93144"/>
                  </a:lnTo>
                  <a:lnTo>
                    <a:pt x="85688" y="94277"/>
                  </a:lnTo>
                  <a:lnTo>
                    <a:pt x="83377" y="97349"/>
                  </a:lnTo>
                  <a:lnTo>
                    <a:pt x="84883" y="98869"/>
                  </a:lnTo>
                  <a:lnTo>
                    <a:pt x="82244" y="101136"/>
                  </a:lnTo>
                  <a:lnTo>
                    <a:pt x="79930" y="102086"/>
                  </a:lnTo>
                  <a:lnTo>
                    <a:pt x="80080" y="102276"/>
                  </a:lnTo>
                  <a:lnTo>
                    <a:pt x="80281" y="102531"/>
                  </a:lnTo>
                  <a:lnTo>
                    <a:pt x="82711" y="105791"/>
                  </a:lnTo>
                  <a:lnTo>
                    <a:pt x="89235" y="110869"/>
                  </a:lnTo>
                  <a:lnTo>
                    <a:pt x="89058" y="111481"/>
                  </a:lnTo>
                  <a:lnTo>
                    <a:pt x="87682" y="113200"/>
                  </a:lnTo>
                  <a:lnTo>
                    <a:pt x="86592" y="114493"/>
                  </a:lnTo>
                  <a:lnTo>
                    <a:pt x="86417" y="114765"/>
                  </a:lnTo>
                  <a:lnTo>
                    <a:pt x="79308" y="110600"/>
                  </a:lnTo>
                  <a:lnTo>
                    <a:pt x="78397" y="111864"/>
                  </a:lnTo>
                  <a:lnTo>
                    <a:pt x="78139" y="112222"/>
                  </a:lnTo>
                  <a:lnTo>
                    <a:pt x="72576" y="105319"/>
                  </a:lnTo>
                  <a:lnTo>
                    <a:pt x="68950" y="107895"/>
                  </a:lnTo>
                  <a:lnTo>
                    <a:pt x="67828" y="106344"/>
                  </a:lnTo>
                  <a:lnTo>
                    <a:pt x="70548" y="104341"/>
                  </a:lnTo>
                  <a:lnTo>
                    <a:pt x="66707" y="99045"/>
                  </a:lnTo>
                  <a:lnTo>
                    <a:pt x="63238" y="101464"/>
                  </a:lnTo>
                  <a:lnTo>
                    <a:pt x="62420" y="100160"/>
                  </a:lnTo>
                  <a:lnTo>
                    <a:pt x="61483" y="100748"/>
                  </a:lnTo>
                  <a:lnTo>
                    <a:pt x="58885" y="102421"/>
                  </a:lnTo>
                  <a:lnTo>
                    <a:pt x="55357" y="104693"/>
                  </a:lnTo>
                  <a:lnTo>
                    <a:pt x="51547" y="107147"/>
                  </a:lnTo>
                  <a:lnTo>
                    <a:pt x="50878" y="106785"/>
                  </a:lnTo>
                  <a:lnTo>
                    <a:pt x="50254" y="106447"/>
                  </a:lnTo>
                  <a:lnTo>
                    <a:pt x="48764" y="105641"/>
                  </a:lnTo>
                  <a:lnTo>
                    <a:pt x="47007" y="104690"/>
                  </a:lnTo>
                  <a:lnTo>
                    <a:pt x="46172" y="104238"/>
                  </a:lnTo>
                  <a:lnTo>
                    <a:pt x="45698" y="103465"/>
                  </a:lnTo>
                  <a:lnTo>
                    <a:pt x="43109" y="102376"/>
                  </a:lnTo>
                  <a:lnTo>
                    <a:pt x="41076" y="101521"/>
                  </a:lnTo>
                  <a:lnTo>
                    <a:pt x="37192" y="99887"/>
                  </a:lnTo>
                  <a:lnTo>
                    <a:pt x="37057" y="100171"/>
                  </a:lnTo>
                  <a:lnTo>
                    <a:pt x="35298" y="103895"/>
                  </a:lnTo>
                  <a:lnTo>
                    <a:pt x="33650" y="107385"/>
                  </a:lnTo>
                  <a:lnTo>
                    <a:pt x="32827" y="109127"/>
                  </a:lnTo>
                  <a:lnTo>
                    <a:pt x="32420" y="110018"/>
                  </a:lnTo>
                  <a:lnTo>
                    <a:pt x="32402" y="110639"/>
                  </a:lnTo>
                  <a:lnTo>
                    <a:pt x="32391" y="111015"/>
                  </a:lnTo>
                  <a:lnTo>
                    <a:pt x="32353" y="112284"/>
                  </a:lnTo>
                  <a:lnTo>
                    <a:pt x="32341" y="112694"/>
                  </a:lnTo>
                  <a:lnTo>
                    <a:pt x="32419" y="112887"/>
                  </a:lnTo>
                  <a:lnTo>
                    <a:pt x="33201" y="114827"/>
                  </a:lnTo>
                  <a:lnTo>
                    <a:pt x="33605" y="115828"/>
                  </a:lnTo>
                  <a:lnTo>
                    <a:pt x="34206" y="116814"/>
                  </a:lnTo>
                  <a:lnTo>
                    <a:pt x="34529" y="118214"/>
                  </a:lnTo>
                  <a:lnTo>
                    <a:pt x="34585" y="118342"/>
                  </a:lnTo>
                  <a:lnTo>
                    <a:pt x="34427" y="118323"/>
                  </a:lnTo>
                  <a:lnTo>
                    <a:pt x="29511" y="117739"/>
                  </a:lnTo>
                  <a:lnTo>
                    <a:pt x="26755" y="117478"/>
                  </a:lnTo>
                  <a:lnTo>
                    <a:pt x="26494" y="117432"/>
                  </a:lnTo>
                  <a:lnTo>
                    <a:pt x="26135" y="116225"/>
                  </a:lnTo>
                  <a:lnTo>
                    <a:pt x="25922" y="115510"/>
                  </a:lnTo>
                  <a:lnTo>
                    <a:pt x="24597" y="111976"/>
                  </a:lnTo>
                  <a:lnTo>
                    <a:pt x="24587" y="111392"/>
                  </a:lnTo>
                  <a:lnTo>
                    <a:pt x="24544" y="108908"/>
                  </a:lnTo>
                  <a:lnTo>
                    <a:pt x="24921" y="107943"/>
                  </a:lnTo>
                  <a:lnTo>
                    <a:pt x="25078" y="107541"/>
                  </a:lnTo>
                  <a:lnTo>
                    <a:pt x="25726" y="105875"/>
                  </a:lnTo>
                  <a:lnTo>
                    <a:pt x="25831" y="105285"/>
                  </a:lnTo>
                  <a:lnTo>
                    <a:pt x="26090" y="103825"/>
                  </a:lnTo>
                  <a:lnTo>
                    <a:pt x="26122" y="103644"/>
                  </a:lnTo>
                  <a:lnTo>
                    <a:pt x="26172" y="103361"/>
                  </a:lnTo>
                  <a:lnTo>
                    <a:pt x="26305" y="99551"/>
                  </a:lnTo>
                  <a:lnTo>
                    <a:pt x="26351" y="98226"/>
                  </a:lnTo>
                  <a:lnTo>
                    <a:pt x="26086" y="97545"/>
                  </a:lnTo>
                  <a:lnTo>
                    <a:pt x="25928" y="95852"/>
                  </a:lnTo>
                  <a:lnTo>
                    <a:pt x="25151" y="95507"/>
                  </a:lnTo>
                  <a:lnTo>
                    <a:pt x="24949" y="95417"/>
                  </a:lnTo>
                  <a:lnTo>
                    <a:pt x="24344" y="95148"/>
                  </a:lnTo>
                  <a:lnTo>
                    <a:pt x="23897" y="94950"/>
                  </a:lnTo>
                  <a:lnTo>
                    <a:pt x="23645" y="94363"/>
                  </a:lnTo>
                  <a:lnTo>
                    <a:pt x="23477" y="93971"/>
                  </a:lnTo>
                  <a:lnTo>
                    <a:pt x="23908" y="91442"/>
                  </a:lnTo>
                  <a:lnTo>
                    <a:pt x="23805" y="90570"/>
                  </a:lnTo>
                  <a:lnTo>
                    <a:pt x="23753" y="90127"/>
                  </a:lnTo>
                  <a:lnTo>
                    <a:pt x="19295" y="84281"/>
                  </a:lnTo>
                  <a:lnTo>
                    <a:pt x="19295" y="80899"/>
                  </a:lnTo>
                  <a:lnTo>
                    <a:pt x="25271" y="76229"/>
                  </a:lnTo>
                  <a:lnTo>
                    <a:pt x="27299" y="72192"/>
                  </a:lnTo>
                  <a:lnTo>
                    <a:pt x="29118" y="69061"/>
                  </a:lnTo>
                  <a:lnTo>
                    <a:pt x="28313" y="66765"/>
                  </a:lnTo>
                  <a:lnTo>
                    <a:pt x="26374" y="65154"/>
                  </a:lnTo>
                  <a:lnTo>
                    <a:pt x="23631" y="64469"/>
                  </a:lnTo>
                  <a:lnTo>
                    <a:pt x="18860" y="64797"/>
                  </a:lnTo>
                  <a:lnTo>
                    <a:pt x="15580" y="66198"/>
                  </a:lnTo>
                  <a:lnTo>
                    <a:pt x="14637" y="65029"/>
                  </a:lnTo>
                  <a:lnTo>
                    <a:pt x="4159" y="58594"/>
                  </a:lnTo>
                  <a:lnTo>
                    <a:pt x="0" y="58151"/>
                  </a:lnTo>
                  <a:lnTo>
                    <a:pt x="2864" y="55062"/>
                  </a:lnTo>
                  <a:lnTo>
                    <a:pt x="16533" y="54132"/>
                  </a:lnTo>
                  <a:lnTo>
                    <a:pt x="28528" y="53220"/>
                  </a:lnTo>
                  <a:lnTo>
                    <a:pt x="33494" y="52843"/>
                  </a:lnTo>
                  <a:lnTo>
                    <a:pt x="45160" y="50839"/>
                  </a:lnTo>
                  <a:lnTo>
                    <a:pt x="46146" y="49264"/>
                  </a:lnTo>
                  <a:lnTo>
                    <a:pt x="48717" y="45158"/>
                  </a:lnTo>
                  <a:lnTo>
                    <a:pt x="49955" y="43182"/>
                  </a:lnTo>
                  <a:lnTo>
                    <a:pt x="50187" y="37695"/>
                  </a:lnTo>
                  <a:lnTo>
                    <a:pt x="55605" y="34964"/>
                  </a:lnTo>
                  <a:lnTo>
                    <a:pt x="58493" y="36542"/>
                  </a:lnTo>
                  <a:lnTo>
                    <a:pt x="60566" y="37674"/>
                  </a:lnTo>
                  <a:lnTo>
                    <a:pt x="61518" y="36219"/>
                  </a:lnTo>
                  <a:lnTo>
                    <a:pt x="63585" y="33059"/>
                  </a:lnTo>
                  <a:lnTo>
                    <a:pt x="61883" y="26205"/>
                  </a:lnTo>
                  <a:lnTo>
                    <a:pt x="61041" y="22813"/>
                  </a:lnTo>
                  <a:lnTo>
                    <a:pt x="61008" y="22678"/>
                  </a:lnTo>
                  <a:lnTo>
                    <a:pt x="60896" y="22228"/>
                  </a:lnTo>
                  <a:lnTo>
                    <a:pt x="61334" y="21354"/>
                  </a:lnTo>
                  <a:lnTo>
                    <a:pt x="62288" y="20877"/>
                  </a:lnTo>
                  <a:lnTo>
                    <a:pt x="63800" y="20995"/>
                  </a:lnTo>
                  <a:lnTo>
                    <a:pt x="64142" y="21027"/>
                  </a:lnTo>
                  <a:lnTo>
                    <a:pt x="64350" y="21110"/>
                  </a:lnTo>
                  <a:lnTo>
                    <a:pt x="65198" y="21449"/>
                  </a:lnTo>
                  <a:lnTo>
                    <a:pt x="66140" y="22653"/>
                  </a:lnTo>
                  <a:lnTo>
                    <a:pt x="66653" y="23310"/>
                  </a:lnTo>
                  <a:lnTo>
                    <a:pt x="68240" y="24300"/>
                  </a:lnTo>
                  <a:lnTo>
                    <a:pt x="68628" y="24543"/>
                  </a:lnTo>
                  <a:lnTo>
                    <a:pt x="68987" y="24767"/>
                  </a:lnTo>
                  <a:lnTo>
                    <a:pt x="69506" y="24916"/>
                  </a:lnTo>
                  <a:lnTo>
                    <a:pt x="71149" y="25389"/>
                  </a:lnTo>
                  <a:lnTo>
                    <a:pt x="71831" y="25012"/>
                  </a:lnTo>
                  <a:lnTo>
                    <a:pt x="72056" y="24888"/>
                  </a:lnTo>
                  <a:lnTo>
                    <a:pt x="72235" y="24543"/>
                  </a:lnTo>
                  <a:lnTo>
                    <a:pt x="72361" y="24300"/>
                  </a:lnTo>
                  <a:lnTo>
                    <a:pt x="72729" y="23594"/>
                  </a:lnTo>
                  <a:lnTo>
                    <a:pt x="73077" y="22926"/>
                  </a:lnTo>
                  <a:lnTo>
                    <a:pt x="73582" y="21954"/>
                  </a:lnTo>
                  <a:lnTo>
                    <a:pt x="75175" y="21891"/>
                  </a:lnTo>
                  <a:lnTo>
                    <a:pt x="76016" y="21858"/>
                  </a:lnTo>
                  <a:lnTo>
                    <a:pt x="76704" y="21843"/>
                  </a:lnTo>
                  <a:lnTo>
                    <a:pt x="78163" y="21811"/>
                  </a:lnTo>
                  <a:lnTo>
                    <a:pt x="78621" y="21696"/>
                  </a:lnTo>
                  <a:lnTo>
                    <a:pt x="79263" y="20328"/>
                  </a:lnTo>
                  <a:lnTo>
                    <a:pt x="79400" y="19961"/>
                  </a:lnTo>
                  <a:lnTo>
                    <a:pt x="79728" y="19082"/>
                  </a:lnTo>
                  <a:lnTo>
                    <a:pt x="80147" y="17959"/>
                  </a:lnTo>
                  <a:lnTo>
                    <a:pt x="80344" y="17431"/>
                  </a:lnTo>
                  <a:lnTo>
                    <a:pt x="80134" y="17171"/>
                  </a:lnTo>
                  <a:lnTo>
                    <a:pt x="81152" y="15274"/>
                  </a:lnTo>
                  <a:lnTo>
                    <a:pt x="82783" y="12236"/>
                  </a:lnTo>
                  <a:lnTo>
                    <a:pt x="82964" y="11851"/>
                  </a:lnTo>
                  <a:lnTo>
                    <a:pt x="83397" y="10929"/>
                  </a:lnTo>
                  <a:lnTo>
                    <a:pt x="84805" y="8757"/>
                  </a:lnTo>
                  <a:lnTo>
                    <a:pt x="85264" y="8049"/>
                  </a:lnTo>
                  <a:lnTo>
                    <a:pt x="85812" y="7202"/>
                  </a:lnTo>
                  <a:lnTo>
                    <a:pt x="86184" y="6477"/>
                  </a:lnTo>
                  <a:lnTo>
                    <a:pt x="86717" y="5436"/>
                  </a:lnTo>
                  <a:lnTo>
                    <a:pt x="88023" y="2890"/>
                  </a:lnTo>
                  <a:lnTo>
                    <a:pt x="88886" y="1205"/>
                  </a:lnTo>
                  <a:lnTo>
                    <a:pt x="89504" y="0"/>
                  </a:lnTo>
                  <a:lnTo>
                    <a:pt x="91829" y="1205"/>
                  </a:lnTo>
                  <a:lnTo>
                    <a:pt x="92545" y="1577"/>
                  </a:lnTo>
                  <a:lnTo>
                    <a:pt x="94397" y="1859"/>
                  </a:lnTo>
                  <a:lnTo>
                    <a:pt x="100901" y="2849"/>
                  </a:lnTo>
                  <a:lnTo>
                    <a:pt x="100645" y="3638"/>
                  </a:lnTo>
                  <a:lnTo>
                    <a:pt x="99722" y="6477"/>
                  </a:lnTo>
                  <a:lnTo>
                    <a:pt x="99211" y="8049"/>
                  </a:lnTo>
                  <a:lnTo>
                    <a:pt x="97976" y="1185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6" name="pg385"/>
            <p:cNvSpPr/>
            <p:nvPr/>
          </p:nvSpPr>
          <p:spPr>
            <a:xfrm>
              <a:off x="4165069" y="1761946"/>
              <a:ext cx="66291" cy="107935"/>
            </a:xfrm>
            <a:custGeom>
              <a:avLst/>
              <a:pathLst>
                <a:path w="66291" h="107935">
                  <a:moveTo>
                    <a:pt x="58309" y="25913"/>
                  </a:moveTo>
                  <a:lnTo>
                    <a:pt x="59813" y="29237"/>
                  </a:lnTo>
                  <a:lnTo>
                    <a:pt x="60857" y="31545"/>
                  </a:lnTo>
                  <a:lnTo>
                    <a:pt x="66291" y="44137"/>
                  </a:lnTo>
                  <a:lnTo>
                    <a:pt x="65701" y="44461"/>
                  </a:lnTo>
                  <a:lnTo>
                    <a:pt x="65368" y="44644"/>
                  </a:lnTo>
                  <a:lnTo>
                    <a:pt x="65012" y="44839"/>
                  </a:lnTo>
                  <a:lnTo>
                    <a:pt x="64742" y="44987"/>
                  </a:lnTo>
                  <a:lnTo>
                    <a:pt x="64441" y="45152"/>
                  </a:lnTo>
                  <a:lnTo>
                    <a:pt x="64044" y="45471"/>
                  </a:lnTo>
                  <a:lnTo>
                    <a:pt x="63808" y="45858"/>
                  </a:lnTo>
                  <a:lnTo>
                    <a:pt x="63645" y="46123"/>
                  </a:lnTo>
                  <a:lnTo>
                    <a:pt x="63497" y="46367"/>
                  </a:lnTo>
                  <a:lnTo>
                    <a:pt x="63324" y="46649"/>
                  </a:lnTo>
                  <a:lnTo>
                    <a:pt x="63063" y="47076"/>
                  </a:lnTo>
                  <a:lnTo>
                    <a:pt x="62821" y="47471"/>
                  </a:lnTo>
                  <a:lnTo>
                    <a:pt x="62633" y="47779"/>
                  </a:lnTo>
                  <a:lnTo>
                    <a:pt x="62550" y="47916"/>
                  </a:lnTo>
                  <a:lnTo>
                    <a:pt x="62382" y="48189"/>
                  </a:lnTo>
                  <a:lnTo>
                    <a:pt x="62208" y="48474"/>
                  </a:lnTo>
                  <a:lnTo>
                    <a:pt x="62037" y="48753"/>
                  </a:lnTo>
                  <a:lnTo>
                    <a:pt x="61847" y="49065"/>
                  </a:lnTo>
                  <a:lnTo>
                    <a:pt x="61618" y="49650"/>
                  </a:lnTo>
                  <a:lnTo>
                    <a:pt x="61436" y="50115"/>
                  </a:lnTo>
                  <a:lnTo>
                    <a:pt x="61289" y="50490"/>
                  </a:lnTo>
                  <a:lnTo>
                    <a:pt x="61186" y="50754"/>
                  </a:lnTo>
                  <a:lnTo>
                    <a:pt x="61125" y="50909"/>
                  </a:lnTo>
                  <a:lnTo>
                    <a:pt x="60930" y="51408"/>
                  </a:lnTo>
                  <a:lnTo>
                    <a:pt x="60846" y="51622"/>
                  </a:lnTo>
                  <a:lnTo>
                    <a:pt x="60756" y="51832"/>
                  </a:lnTo>
                  <a:lnTo>
                    <a:pt x="60601" y="52194"/>
                  </a:lnTo>
                  <a:lnTo>
                    <a:pt x="59942" y="53735"/>
                  </a:lnTo>
                  <a:lnTo>
                    <a:pt x="59874" y="53894"/>
                  </a:lnTo>
                  <a:lnTo>
                    <a:pt x="59810" y="54042"/>
                  </a:lnTo>
                  <a:lnTo>
                    <a:pt x="59606" y="54520"/>
                  </a:lnTo>
                  <a:lnTo>
                    <a:pt x="59247" y="55314"/>
                  </a:lnTo>
                  <a:lnTo>
                    <a:pt x="59063" y="55694"/>
                  </a:lnTo>
                  <a:lnTo>
                    <a:pt x="58877" y="56077"/>
                  </a:lnTo>
                  <a:lnTo>
                    <a:pt x="58728" y="56384"/>
                  </a:lnTo>
                  <a:lnTo>
                    <a:pt x="58620" y="56609"/>
                  </a:lnTo>
                  <a:lnTo>
                    <a:pt x="58479" y="56898"/>
                  </a:lnTo>
                  <a:lnTo>
                    <a:pt x="58218" y="57396"/>
                  </a:lnTo>
                  <a:lnTo>
                    <a:pt x="57827" y="58075"/>
                  </a:lnTo>
                  <a:lnTo>
                    <a:pt x="57810" y="58530"/>
                  </a:lnTo>
                  <a:lnTo>
                    <a:pt x="57804" y="58686"/>
                  </a:lnTo>
                  <a:lnTo>
                    <a:pt x="57800" y="58814"/>
                  </a:lnTo>
                  <a:lnTo>
                    <a:pt x="57791" y="58949"/>
                  </a:lnTo>
                  <a:lnTo>
                    <a:pt x="57778" y="59138"/>
                  </a:lnTo>
                  <a:lnTo>
                    <a:pt x="57767" y="59313"/>
                  </a:lnTo>
                  <a:lnTo>
                    <a:pt x="57548" y="60080"/>
                  </a:lnTo>
                  <a:lnTo>
                    <a:pt x="56464" y="65554"/>
                  </a:lnTo>
                  <a:lnTo>
                    <a:pt x="56225" y="66765"/>
                  </a:lnTo>
                  <a:lnTo>
                    <a:pt x="54531" y="69534"/>
                  </a:lnTo>
                  <a:lnTo>
                    <a:pt x="54382" y="69777"/>
                  </a:lnTo>
                  <a:lnTo>
                    <a:pt x="54125" y="69956"/>
                  </a:lnTo>
                  <a:lnTo>
                    <a:pt x="51699" y="71674"/>
                  </a:lnTo>
                  <a:lnTo>
                    <a:pt x="51769" y="72835"/>
                  </a:lnTo>
                  <a:lnTo>
                    <a:pt x="51994" y="76623"/>
                  </a:lnTo>
                  <a:lnTo>
                    <a:pt x="52028" y="77185"/>
                  </a:lnTo>
                  <a:lnTo>
                    <a:pt x="52250" y="79581"/>
                  </a:lnTo>
                  <a:lnTo>
                    <a:pt x="52898" y="86562"/>
                  </a:lnTo>
                  <a:lnTo>
                    <a:pt x="52587" y="86570"/>
                  </a:lnTo>
                  <a:lnTo>
                    <a:pt x="52646" y="96939"/>
                  </a:lnTo>
                  <a:lnTo>
                    <a:pt x="53038" y="100574"/>
                  </a:lnTo>
                  <a:lnTo>
                    <a:pt x="52977" y="100802"/>
                  </a:lnTo>
                  <a:lnTo>
                    <a:pt x="49597" y="100080"/>
                  </a:lnTo>
                  <a:lnTo>
                    <a:pt x="49093" y="99973"/>
                  </a:lnTo>
                  <a:lnTo>
                    <a:pt x="52224" y="107935"/>
                  </a:lnTo>
                  <a:lnTo>
                    <a:pt x="51663" y="107655"/>
                  </a:lnTo>
                  <a:lnTo>
                    <a:pt x="48930" y="106418"/>
                  </a:lnTo>
                  <a:lnTo>
                    <a:pt x="45013" y="103594"/>
                  </a:lnTo>
                  <a:lnTo>
                    <a:pt x="43343" y="102460"/>
                  </a:lnTo>
                  <a:lnTo>
                    <a:pt x="40182" y="103951"/>
                  </a:lnTo>
                  <a:lnTo>
                    <a:pt x="35888" y="106933"/>
                  </a:lnTo>
                  <a:lnTo>
                    <a:pt x="27807" y="103623"/>
                  </a:lnTo>
                  <a:lnTo>
                    <a:pt x="15611" y="98465"/>
                  </a:lnTo>
                  <a:lnTo>
                    <a:pt x="12256" y="96736"/>
                  </a:lnTo>
                  <a:lnTo>
                    <a:pt x="10691" y="95930"/>
                  </a:lnTo>
                  <a:lnTo>
                    <a:pt x="9420" y="95298"/>
                  </a:lnTo>
                  <a:lnTo>
                    <a:pt x="9840" y="85276"/>
                  </a:lnTo>
                  <a:lnTo>
                    <a:pt x="9895" y="84011"/>
                  </a:lnTo>
                  <a:lnTo>
                    <a:pt x="10311" y="73095"/>
                  </a:lnTo>
                  <a:lnTo>
                    <a:pt x="0" y="72394"/>
                  </a:lnTo>
                  <a:lnTo>
                    <a:pt x="262" y="65547"/>
                  </a:lnTo>
                  <a:lnTo>
                    <a:pt x="305" y="64901"/>
                  </a:lnTo>
                  <a:lnTo>
                    <a:pt x="548" y="61229"/>
                  </a:lnTo>
                  <a:lnTo>
                    <a:pt x="644" y="59665"/>
                  </a:lnTo>
                  <a:lnTo>
                    <a:pt x="590" y="59063"/>
                  </a:lnTo>
                  <a:lnTo>
                    <a:pt x="478" y="57802"/>
                  </a:lnTo>
                  <a:lnTo>
                    <a:pt x="442" y="57399"/>
                  </a:lnTo>
                  <a:lnTo>
                    <a:pt x="1029" y="53517"/>
                  </a:lnTo>
                  <a:lnTo>
                    <a:pt x="1248" y="52222"/>
                  </a:lnTo>
                  <a:lnTo>
                    <a:pt x="2726" y="48353"/>
                  </a:lnTo>
                  <a:lnTo>
                    <a:pt x="3966" y="47685"/>
                  </a:lnTo>
                  <a:lnTo>
                    <a:pt x="5684" y="47399"/>
                  </a:lnTo>
                  <a:lnTo>
                    <a:pt x="6829" y="47542"/>
                  </a:lnTo>
                  <a:lnTo>
                    <a:pt x="13842" y="49212"/>
                  </a:lnTo>
                  <a:lnTo>
                    <a:pt x="17898" y="49880"/>
                  </a:lnTo>
                  <a:lnTo>
                    <a:pt x="20331" y="49546"/>
                  </a:lnTo>
                  <a:lnTo>
                    <a:pt x="20288" y="49418"/>
                  </a:lnTo>
                  <a:lnTo>
                    <a:pt x="19952" y="48420"/>
                  </a:lnTo>
                  <a:lnTo>
                    <a:pt x="19612" y="47275"/>
                  </a:lnTo>
                  <a:lnTo>
                    <a:pt x="19487" y="46148"/>
                  </a:lnTo>
                  <a:lnTo>
                    <a:pt x="19004" y="44394"/>
                  </a:lnTo>
                  <a:lnTo>
                    <a:pt x="18628" y="42784"/>
                  </a:lnTo>
                  <a:lnTo>
                    <a:pt x="18235" y="41746"/>
                  </a:lnTo>
                  <a:lnTo>
                    <a:pt x="17823" y="41013"/>
                  </a:lnTo>
                  <a:lnTo>
                    <a:pt x="16893" y="40226"/>
                  </a:lnTo>
                  <a:lnTo>
                    <a:pt x="13892" y="37282"/>
                  </a:lnTo>
                  <a:lnTo>
                    <a:pt x="12688" y="36100"/>
                  </a:lnTo>
                  <a:lnTo>
                    <a:pt x="8781" y="32768"/>
                  </a:lnTo>
                  <a:lnTo>
                    <a:pt x="7611" y="31135"/>
                  </a:lnTo>
                  <a:lnTo>
                    <a:pt x="13465" y="24279"/>
                  </a:lnTo>
                  <a:lnTo>
                    <a:pt x="18467" y="20297"/>
                  </a:lnTo>
                  <a:lnTo>
                    <a:pt x="18940" y="19985"/>
                  </a:lnTo>
                  <a:lnTo>
                    <a:pt x="26104" y="26787"/>
                  </a:lnTo>
                  <a:lnTo>
                    <a:pt x="29348" y="23829"/>
                  </a:lnTo>
                  <a:lnTo>
                    <a:pt x="33547" y="22589"/>
                  </a:lnTo>
                  <a:lnTo>
                    <a:pt x="35169" y="16768"/>
                  </a:lnTo>
                  <a:lnTo>
                    <a:pt x="37746" y="15623"/>
                  </a:lnTo>
                  <a:lnTo>
                    <a:pt x="39272" y="13905"/>
                  </a:lnTo>
                  <a:lnTo>
                    <a:pt x="39394" y="11880"/>
                  </a:lnTo>
                  <a:lnTo>
                    <a:pt x="39559" y="9134"/>
                  </a:lnTo>
                  <a:lnTo>
                    <a:pt x="40434" y="8988"/>
                  </a:lnTo>
                  <a:lnTo>
                    <a:pt x="45284" y="8180"/>
                  </a:lnTo>
                  <a:lnTo>
                    <a:pt x="46256" y="0"/>
                  </a:lnTo>
                  <a:lnTo>
                    <a:pt x="47590" y="1237"/>
                  </a:lnTo>
                  <a:lnTo>
                    <a:pt x="47763" y="1916"/>
                  </a:lnTo>
                  <a:lnTo>
                    <a:pt x="48441" y="4573"/>
                  </a:lnTo>
                  <a:lnTo>
                    <a:pt x="49003" y="5755"/>
                  </a:lnTo>
                  <a:lnTo>
                    <a:pt x="51780" y="11587"/>
                  </a:lnTo>
                  <a:lnTo>
                    <a:pt x="52735" y="1359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7" name="pg386"/>
            <p:cNvSpPr/>
            <p:nvPr/>
          </p:nvSpPr>
          <p:spPr>
            <a:xfrm>
              <a:off x="4080606" y="1777697"/>
              <a:ext cx="104793" cy="106296"/>
            </a:xfrm>
            <a:custGeom>
              <a:avLst/>
              <a:pathLst>
                <a:path w="104793" h="106296">
                  <a:moveTo>
                    <a:pt x="76099" y="6083"/>
                  </a:moveTo>
                  <a:lnTo>
                    <a:pt x="82421" y="11450"/>
                  </a:lnTo>
                  <a:lnTo>
                    <a:pt x="83852" y="11450"/>
                  </a:lnTo>
                  <a:lnTo>
                    <a:pt x="86200" y="9157"/>
                  </a:lnTo>
                  <a:lnTo>
                    <a:pt x="86416" y="8945"/>
                  </a:lnTo>
                  <a:lnTo>
                    <a:pt x="89449" y="12397"/>
                  </a:lnTo>
                  <a:lnTo>
                    <a:pt x="92073" y="15384"/>
                  </a:lnTo>
                  <a:lnTo>
                    <a:pt x="93243" y="17017"/>
                  </a:lnTo>
                  <a:lnTo>
                    <a:pt x="97151" y="20349"/>
                  </a:lnTo>
                  <a:lnTo>
                    <a:pt x="98355" y="21531"/>
                  </a:lnTo>
                  <a:lnTo>
                    <a:pt x="101355" y="24475"/>
                  </a:lnTo>
                  <a:lnTo>
                    <a:pt x="102285" y="25262"/>
                  </a:lnTo>
                  <a:lnTo>
                    <a:pt x="102697" y="25996"/>
                  </a:lnTo>
                  <a:lnTo>
                    <a:pt x="103090" y="27033"/>
                  </a:lnTo>
                  <a:lnTo>
                    <a:pt x="103466" y="28644"/>
                  </a:lnTo>
                  <a:lnTo>
                    <a:pt x="103949" y="30397"/>
                  </a:lnTo>
                  <a:lnTo>
                    <a:pt x="104074" y="31524"/>
                  </a:lnTo>
                  <a:lnTo>
                    <a:pt x="104414" y="32669"/>
                  </a:lnTo>
                  <a:lnTo>
                    <a:pt x="104750" y="33667"/>
                  </a:lnTo>
                  <a:lnTo>
                    <a:pt x="104793" y="33795"/>
                  </a:lnTo>
                  <a:lnTo>
                    <a:pt x="102360" y="34129"/>
                  </a:lnTo>
                  <a:lnTo>
                    <a:pt x="98304" y="33461"/>
                  </a:lnTo>
                  <a:lnTo>
                    <a:pt x="91291" y="31791"/>
                  </a:lnTo>
                  <a:lnTo>
                    <a:pt x="90146" y="31648"/>
                  </a:lnTo>
                  <a:lnTo>
                    <a:pt x="88428" y="31934"/>
                  </a:lnTo>
                  <a:lnTo>
                    <a:pt x="87188" y="32602"/>
                  </a:lnTo>
                  <a:lnTo>
                    <a:pt x="85672" y="36571"/>
                  </a:lnTo>
                  <a:lnTo>
                    <a:pt x="85492" y="37767"/>
                  </a:lnTo>
                  <a:lnTo>
                    <a:pt x="84904" y="41648"/>
                  </a:lnTo>
                  <a:lnTo>
                    <a:pt x="84940" y="42051"/>
                  </a:lnTo>
                  <a:lnTo>
                    <a:pt x="85052" y="43313"/>
                  </a:lnTo>
                  <a:lnTo>
                    <a:pt x="85106" y="43914"/>
                  </a:lnTo>
                  <a:lnTo>
                    <a:pt x="85010" y="45478"/>
                  </a:lnTo>
                  <a:lnTo>
                    <a:pt x="84767" y="49150"/>
                  </a:lnTo>
                  <a:lnTo>
                    <a:pt x="84724" y="49796"/>
                  </a:lnTo>
                  <a:lnTo>
                    <a:pt x="84462" y="56643"/>
                  </a:lnTo>
                  <a:lnTo>
                    <a:pt x="94773" y="57344"/>
                  </a:lnTo>
                  <a:lnTo>
                    <a:pt x="94357" y="68260"/>
                  </a:lnTo>
                  <a:lnTo>
                    <a:pt x="94302" y="69525"/>
                  </a:lnTo>
                  <a:lnTo>
                    <a:pt x="93882" y="79547"/>
                  </a:lnTo>
                  <a:lnTo>
                    <a:pt x="78341" y="73852"/>
                  </a:lnTo>
                  <a:lnTo>
                    <a:pt x="72296" y="75003"/>
                  </a:lnTo>
                  <a:lnTo>
                    <a:pt x="56776" y="77956"/>
                  </a:lnTo>
                  <a:lnTo>
                    <a:pt x="49810" y="84444"/>
                  </a:lnTo>
                  <a:lnTo>
                    <a:pt x="48996" y="88887"/>
                  </a:lnTo>
                  <a:lnTo>
                    <a:pt x="48651" y="90765"/>
                  </a:lnTo>
                  <a:lnTo>
                    <a:pt x="48149" y="93507"/>
                  </a:lnTo>
                  <a:lnTo>
                    <a:pt x="47711" y="95895"/>
                  </a:lnTo>
                  <a:lnTo>
                    <a:pt x="38932" y="104769"/>
                  </a:lnTo>
                  <a:lnTo>
                    <a:pt x="25764" y="106296"/>
                  </a:lnTo>
                  <a:lnTo>
                    <a:pt x="21088" y="101525"/>
                  </a:lnTo>
                  <a:lnTo>
                    <a:pt x="20918" y="98685"/>
                  </a:lnTo>
                  <a:lnTo>
                    <a:pt x="20877" y="97988"/>
                  </a:lnTo>
                  <a:lnTo>
                    <a:pt x="20855" y="97624"/>
                  </a:lnTo>
                  <a:lnTo>
                    <a:pt x="20821" y="97063"/>
                  </a:lnTo>
                  <a:lnTo>
                    <a:pt x="20625" y="93776"/>
                  </a:lnTo>
                  <a:lnTo>
                    <a:pt x="20071" y="84497"/>
                  </a:lnTo>
                  <a:lnTo>
                    <a:pt x="19943" y="82345"/>
                  </a:lnTo>
                  <a:lnTo>
                    <a:pt x="18754" y="81700"/>
                  </a:lnTo>
                  <a:lnTo>
                    <a:pt x="16059" y="80240"/>
                  </a:lnTo>
                  <a:lnTo>
                    <a:pt x="6183" y="74885"/>
                  </a:lnTo>
                  <a:lnTo>
                    <a:pt x="5340" y="74428"/>
                  </a:lnTo>
                  <a:lnTo>
                    <a:pt x="4103" y="73757"/>
                  </a:lnTo>
                  <a:lnTo>
                    <a:pt x="5900" y="64211"/>
                  </a:lnTo>
                  <a:lnTo>
                    <a:pt x="1908" y="63261"/>
                  </a:lnTo>
                  <a:lnTo>
                    <a:pt x="2063" y="62459"/>
                  </a:lnTo>
                  <a:lnTo>
                    <a:pt x="2212" y="61688"/>
                  </a:lnTo>
                  <a:lnTo>
                    <a:pt x="3053" y="57344"/>
                  </a:lnTo>
                  <a:lnTo>
                    <a:pt x="909" y="56808"/>
                  </a:lnTo>
                  <a:lnTo>
                    <a:pt x="0" y="56581"/>
                  </a:lnTo>
                  <a:lnTo>
                    <a:pt x="108" y="55168"/>
                  </a:lnTo>
                  <a:lnTo>
                    <a:pt x="667" y="47898"/>
                  </a:lnTo>
                  <a:lnTo>
                    <a:pt x="4233" y="47867"/>
                  </a:lnTo>
                  <a:lnTo>
                    <a:pt x="4868" y="47861"/>
                  </a:lnTo>
                  <a:lnTo>
                    <a:pt x="22615" y="47707"/>
                  </a:lnTo>
                  <a:lnTo>
                    <a:pt x="22233" y="44558"/>
                  </a:lnTo>
                  <a:lnTo>
                    <a:pt x="22882" y="40734"/>
                  </a:lnTo>
                  <a:lnTo>
                    <a:pt x="23092" y="39500"/>
                  </a:lnTo>
                  <a:lnTo>
                    <a:pt x="30630" y="35397"/>
                  </a:lnTo>
                  <a:lnTo>
                    <a:pt x="34447" y="31580"/>
                  </a:lnTo>
                  <a:lnTo>
                    <a:pt x="33046" y="27799"/>
                  </a:lnTo>
                  <a:lnTo>
                    <a:pt x="32539" y="26428"/>
                  </a:lnTo>
                  <a:lnTo>
                    <a:pt x="37310" y="24328"/>
                  </a:lnTo>
                  <a:lnTo>
                    <a:pt x="44251" y="24447"/>
                  </a:lnTo>
                  <a:lnTo>
                    <a:pt x="61904" y="24566"/>
                  </a:lnTo>
                  <a:lnTo>
                    <a:pt x="62033" y="20052"/>
                  </a:lnTo>
                  <a:lnTo>
                    <a:pt x="63873" y="13239"/>
                  </a:lnTo>
                  <a:lnTo>
                    <a:pt x="67594" y="11195"/>
                  </a:lnTo>
                  <a:lnTo>
                    <a:pt x="68107" y="10913"/>
                  </a:lnTo>
                  <a:lnTo>
                    <a:pt x="67625" y="10171"/>
                  </a:lnTo>
                  <a:lnTo>
                    <a:pt x="61913" y="1379"/>
                  </a:lnTo>
                  <a:lnTo>
                    <a:pt x="63575" y="0"/>
                  </a:lnTo>
                  <a:lnTo>
                    <a:pt x="69327" y="1224"/>
                  </a:lnTo>
                  <a:lnTo>
                    <a:pt x="72819" y="196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8" name="pg387"/>
            <p:cNvSpPr/>
            <p:nvPr/>
          </p:nvSpPr>
          <p:spPr>
            <a:xfrm>
              <a:off x="4209597" y="1737607"/>
              <a:ext cx="145576" cy="132815"/>
            </a:xfrm>
            <a:custGeom>
              <a:avLst/>
              <a:pathLst>
                <a:path w="145576" h="132815">
                  <a:moveTo>
                    <a:pt x="7490" y="13072"/>
                  </a:moveTo>
                  <a:lnTo>
                    <a:pt x="8485" y="13334"/>
                  </a:lnTo>
                  <a:lnTo>
                    <a:pt x="10401" y="12118"/>
                  </a:lnTo>
                  <a:lnTo>
                    <a:pt x="13788" y="13168"/>
                  </a:lnTo>
                  <a:lnTo>
                    <a:pt x="14551" y="18034"/>
                  </a:lnTo>
                  <a:lnTo>
                    <a:pt x="15421" y="18112"/>
                  </a:lnTo>
                  <a:lnTo>
                    <a:pt x="28497" y="19284"/>
                  </a:lnTo>
                  <a:lnTo>
                    <a:pt x="28617" y="21431"/>
                  </a:lnTo>
                  <a:lnTo>
                    <a:pt x="33576" y="22390"/>
                  </a:lnTo>
                  <a:lnTo>
                    <a:pt x="37217" y="25108"/>
                  </a:lnTo>
                  <a:lnTo>
                    <a:pt x="35974" y="31346"/>
                  </a:lnTo>
                  <a:lnTo>
                    <a:pt x="39809" y="31641"/>
                  </a:lnTo>
                  <a:lnTo>
                    <a:pt x="42176" y="31823"/>
                  </a:lnTo>
                  <a:lnTo>
                    <a:pt x="43770" y="38331"/>
                  </a:lnTo>
                  <a:lnTo>
                    <a:pt x="45628" y="38804"/>
                  </a:lnTo>
                  <a:lnTo>
                    <a:pt x="45585" y="40869"/>
                  </a:lnTo>
                  <a:lnTo>
                    <a:pt x="45439" y="47823"/>
                  </a:lnTo>
                  <a:lnTo>
                    <a:pt x="50922" y="55783"/>
                  </a:lnTo>
                  <a:lnTo>
                    <a:pt x="59089" y="49595"/>
                  </a:lnTo>
                  <a:lnTo>
                    <a:pt x="69168" y="45241"/>
                  </a:lnTo>
                  <a:lnTo>
                    <a:pt x="73044" y="49535"/>
                  </a:lnTo>
                  <a:lnTo>
                    <a:pt x="80917" y="46493"/>
                  </a:lnTo>
                  <a:lnTo>
                    <a:pt x="83224" y="50255"/>
                  </a:lnTo>
                  <a:lnTo>
                    <a:pt x="77318" y="53654"/>
                  </a:lnTo>
                  <a:lnTo>
                    <a:pt x="78153" y="55801"/>
                  </a:lnTo>
                  <a:lnTo>
                    <a:pt x="76423" y="63733"/>
                  </a:lnTo>
                  <a:lnTo>
                    <a:pt x="80360" y="71785"/>
                  </a:lnTo>
                  <a:lnTo>
                    <a:pt x="86681" y="73156"/>
                  </a:lnTo>
                  <a:lnTo>
                    <a:pt x="89816" y="71319"/>
                  </a:lnTo>
                  <a:lnTo>
                    <a:pt x="90140" y="71128"/>
                  </a:lnTo>
                  <a:lnTo>
                    <a:pt x="98609" y="81148"/>
                  </a:lnTo>
                  <a:lnTo>
                    <a:pt x="103261" y="96535"/>
                  </a:lnTo>
                  <a:lnTo>
                    <a:pt x="106214" y="96546"/>
                  </a:lnTo>
                  <a:lnTo>
                    <a:pt x="108421" y="92929"/>
                  </a:lnTo>
                  <a:lnTo>
                    <a:pt x="112358" y="94479"/>
                  </a:lnTo>
                  <a:lnTo>
                    <a:pt x="116886" y="93988"/>
                  </a:lnTo>
                  <a:lnTo>
                    <a:pt x="117694" y="88364"/>
                  </a:lnTo>
                  <a:lnTo>
                    <a:pt x="114900" y="85539"/>
                  </a:lnTo>
                  <a:lnTo>
                    <a:pt x="114615" y="84532"/>
                  </a:lnTo>
                  <a:lnTo>
                    <a:pt x="114491" y="84091"/>
                  </a:lnTo>
                  <a:lnTo>
                    <a:pt x="113857" y="81849"/>
                  </a:lnTo>
                  <a:lnTo>
                    <a:pt x="114687" y="80103"/>
                  </a:lnTo>
                  <a:lnTo>
                    <a:pt x="116232" y="80628"/>
                  </a:lnTo>
                  <a:lnTo>
                    <a:pt x="124080" y="83284"/>
                  </a:lnTo>
                  <a:lnTo>
                    <a:pt x="128906" y="83343"/>
                  </a:lnTo>
                  <a:lnTo>
                    <a:pt x="132337" y="85532"/>
                  </a:lnTo>
                  <a:lnTo>
                    <a:pt x="132637" y="85723"/>
                  </a:lnTo>
                  <a:lnTo>
                    <a:pt x="136346" y="88089"/>
                  </a:lnTo>
                  <a:lnTo>
                    <a:pt x="136480" y="88174"/>
                  </a:lnTo>
                  <a:lnTo>
                    <a:pt x="140386" y="90724"/>
                  </a:lnTo>
                  <a:lnTo>
                    <a:pt x="144216" y="93590"/>
                  </a:lnTo>
                  <a:lnTo>
                    <a:pt x="140639" y="99044"/>
                  </a:lnTo>
                  <a:lnTo>
                    <a:pt x="138043" y="103001"/>
                  </a:lnTo>
                  <a:lnTo>
                    <a:pt x="136808" y="108226"/>
                  </a:lnTo>
                  <a:lnTo>
                    <a:pt x="135788" y="111805"/>
                  </a:lnTo>
                  <a:lnTo>
                    <a:pt x="135717" y="112054"/>
                  </a:lnTo>
                  <a:lnTo>
                    <a:pt x="135543" y="112149"/>
                  </a:lnTo>
                  <a:lnTo>
                    <a:pt x="135056" y="112415"/>
                  </a:lnTo>
                  <a:lnTo>
                    <a:pt x="134326" y="112529"/>
                  </a:lnTo>
                  <a:lnTo>
                    <a:pt x="132470" y="115861"/>
                  </a:lnTo>
                  <a:lnTo>
                    <a:pt x="133551" y="116600"/>
                  </a:lnTo>
                  <a:lnTo>
                    <a:pt x="143515" y="123409"/>
                  </a:lnTo>
                  <a:lnTo>
                    <a:pt x="145576" y="124817"/>
                  </a:lnTo>
                  <a:lnTo>
                    <a:pt x="144339" y="125600"/>
                  </a:lnTo>
                  <a:lnTo>
                    <a:pt x="141904" y="127142"/>
                  </a:lnTo>
                  <a:lnTo>
                    <a:pt x="136458" y="130591"/>
                  </a:lnTo>
                  <a:lnTo>
                    <a:pt x="135154" y="131417"/>
                  </a:lnTo>
                  <a:lnTo>
                    <a:pt x="133166" y="132676"/>
                  </a:lnTo>
                  <a:lnTo>
                    <a:pt x="132946" y="132815"/>
                  </a:lnTo>
                  <a:lnTo>
                    <a:pt x="123052" y="131491"/>
                  </a:lnTo>
                  <a:lnTo>
                    <a:pt x="120077" y="131208"/>
                  </a:lnTo>
                  <a:lnTo>
                    <a:pt x="118687" y="131076"/>
                  </a:lnTo>
                  <a:lnTo>
                    <a:pt x="114213" y="130651"/>
                  </a:lnTo>
                  <a:lnTo>
                    <a:pt x="112172" y="130342"/>
                  </a:lnTo>
                  <a:lnTo>
                    <a:pt x="110350" y="130066"/>
                  </a:lnTo>
                  <a:lnTo>
                    <a:pt x="102512" y="128879"/>
                  </a:lnTo>
                  <a:lnTo>
                    <a:pt x="101199" y="127756"/>
                  </a:lnTo>
                  <a:lnTo>
                    <a:pt x="100824" y="127436"/>
                  </a:lnTo>
                  <a:lnTo>
                    <a:pt x="98770" y="126958"/>
                  </a:lnTo>
                  <a:lnTo>
                    <a:pt x="97503" y="126664"/>
                  </a:lnTo>
                  <a:lnTo>
                    <a:pt x="92350" y="125466"/>
                  </a:lnTo>
                  <a:lnTo>
                    <a:pt x="90817" y="125110"/>
                  </a:lnTo>
                  <a:lnTo>
                    <a:pt x="90534" y="125109"/>
                  </a:lnTo>
                  <a:lnTo>
                    <a:pt x="89031" y="125107"/>
                  </a:lnTo>
                  <a:lnTo>
                    <a:pt x="86779" y="125102"/>
                  </a:lnTo>
                  <a:lnTo>
                    <a:pt x="82798" y="126176"/>
                  </a:lnTo>
                  <a:lnTo>
                    <a:pt x="80807" y="127382"/>
                  </a:lnTo>
                  <a:lnTo>
                    <a:pt x="80723" y="126731"/>
                  </a:lnTo>
                  <a:lnTo>
                    <a:pt x="79922" y="120514"/>
                  </a:lnTo>
                  <a:lnTo>
                    <a:pt x="79829" y="119795"/>
                  </a:lnTo>
                  <a:lnTo>
                    <a:pt x="77755" y="119839"/>
                  </a:lnTo>
                  <a:lnTo>
                    <a:pt x="77745" y="119692"/>
                  </a:lnTo>
                  <a:lnTo>
                    <a:pt x="77484" y="115846"/>
                  </a:lnTo>
                  <a:lnTo>
                    <a:pt x="77233" y="113092"/>
                  </a:lnTo>
                  <a:lnTo>
                    <a:pt x="77140" y="112065"/>
                  </a:lnTo>
                  <a:lnTo>
                    <a:pt x="71713" y="111983"/>
                  </a:lnTo>
                  <a:lnTo>
                    <a:pt x="71586" y="108462"/>
                  </a:lnTo>
                  <a:lnTo>
                    <a:pt x="71462" y="105045"/>
                  </a:lnTo>
                  <a:lnTo>
                    <a:pt x="71212" y="105036"/>
                  </a:lnTo>
                  <a:lnTo>
                    <a:pt x="70705" y="105018"/>
                  </a:lnTo>
                  <a:lnTo>
                    <a:pt x="68217" y="104928"/>
                  </a:lnTo>
                  <a:lnTo>
                    <a:pt x="65558" y="105185"/>
                  </a:lnTo>
                  <a:lnTo>
                    <a:pt x="59998" y="105750"/>
                  </a:lnTo>
                  <a:lnTo>
                    <a:pt x="54222" y="106280"/>
                  </a:lnTo>
                  <a:lnTo>
                    <a:pt x="48435" y="106856"/>
                  </a:lnTo>
                  <a:lnTo>
                    <a:pt x="42703" y="107509"/>
                  </a:lnTo>
                  <a:lnTo>
                    <a:pt x="43630" y="113970"/>
                  </a:lnTo>
                  <a:lnTo>
                    <a:pt x="43680" y="114322"/>
                  </a:lnTo>
                  <a:lnTo>
                    <a:pt x="41411" y="114352"/>
                  </a:lnTo>
                  <a:lnTo>
                    <a:pt x="41168" y="114355"/>
                  </a:lnTo>
                  <a:lnTo>
                    <a:pt x="40720" y="113483"/>
                  </a:lnTo>
                  <a:lnTo>
                    <a:pt x="38896" y="109928"/>
                  </a:lnTo>
                  <a:lnTo>
                    <a:pt x="38394" y="109092"/>
                  </a:lnTo>
                  <a:lnTo>
                    <a:pt x="38233" y="108956"/>
                  </a:lnTo>
                  <a:lnTo>
                    <a:pt x="38036" y="108790"/>
                  </a:lnTo>
                  <a:lnTo>
                    <a:pt x="37735" y="108536"/>
                  </a:lnTo>
                  <a:lnTo>
                    <a:pt x="35167" y="106369"/>
                  </a:lnTo>
                  <a:lnTo>
                    <a:pt x="27500" y="101503"/>
                  </a:lnTo>
                  <a:lnTo>
                    <a:pt x="27387" y="101179"/>
                  </a:lnTo>
                  <a:lnTo>
                    <a:pt x="27200" y="100641"/>
                  </a:lnTo>
                  <a:lnTo>
                    <a:pt x="27101" y="100354"/>
                  </a:lnTo>
                  <a:lnTo>
                    <a:pt x="21402" y="82251"/>
                  </a:lnTo>
                  <a:lnTo>
                    <a:pt x="20509" y="81704"/>
                  </a:lnTo>
                  <a:lnTo>
                    <a:pt x="19493" y="81082"/>
                  </a:lnTo>
                  <a:lnTo>
                    <a:pt x="18682" y="81147"/>
                  </a:lnTo>
                  <a:lnTo>
                    <a:pt x="17386" y="81252"/>
                  </a:lnTo>
                  <a:lnTo>
                    <a:pt x="14881" y="82388"/>
                  </a:lnTo>
                  <a:lnTo>
                    <a:pt x="13356" y="84017"/>
                  </a:lnTo>
                  <a:lnTo>
                    <a:pt x="13226" y="83846"/>
                  </a:lnTo>
                  <a:lnTo>
                    <a:pt x="13240" y="83625"/>
                  </a:lnTo>
                  <a:lnTo>
                    <a:pt x="13251" y="83454"/>
                  </a:lnTo>
                  <a:lnTo>
                    <a:pt x="13262" y="83288"/>
                  </a:lnTo>
                  <a:lnTo>
                    <a:pt x="13271" y="83154"/>
                  </a:lnTo>
                  <a:lnTo>
                    <a:pt x="13276" y="83025"/>
                  </a:lnTo>
                  <a:lnTo>
                    <a:pt x="13293" y="82547"/>
                  </a:lnTo>
                  <a:lnTo>
                    <a:pt x="13574" y="81920"/>
                  </a:lnTo>
                  <a:lnTo>
                    <a:pt x="13859" y="81426"/>
                  </a:lnTo>
                  <a:lnTo>
                    <a:pt x="13988" y="81161"/>
                  </a:lnTo>
                  <a:lnTo>
                    <a:pt x="14114" y="80900"/>
                  </a:lnTo>
                  <a:lnTo>
                    <a:pt x="14262" y="80595"/>
                  </a:lnTo>
                  <a:lnTo>
                    <a:pt x="14409" y="80291"/>
                  </a:lnTo>
                  <a:lnTo>
                    <a:pt x="14639" y="79816"/>
                  </a:lnTo>
                  <a:lnTo>
                    <a:pt x="14932" y="79199"/>
                  </a:lnTo>
                  <a:lnTo>
                    <a:pt x="15150" y="78689"/>
                  </a:lnTo>
                  <a:lnTo>
                    <a:pt x="15281" y="78382"/>
                  </a:lnTo>
                  <a:lnTo>
                    <a:pt x="15349" y="78224"/>
                  </a:lnTo>
                  <a:lnTo>
                    <a:pt x="15413" y="78075"/>
                  </a:lnTo>
                  <a:lnTo>
                    <a:pt x="16076" y="76525"/>
                  </a:lnTo>
                  <a:lnTo>
                    <a:pt x="16231" y="76162"/>
                  </a:lnTo>
                  <a:lnTo>
                    <a:pt x="16346" y="75887"/>
                  </a:lnTo>
                  <a:lnTo>
                    <a:pt x="16401" y="75747"/>
                  </a:lnTo>
                  <a:lnTo>
                    <a:pt x="16597" y="75248"/>
                  </a:lnTo>
                  <a:lnTo>
                    <a:pt x="16657" y="75093"/>
                  </a:lnTo>
                  <a:lnTo>
                    <a:pt x="16795" y="74742"/>
                  </a:lnTo>
                  <a:lnTo>
                    <a:pt x="16949" y="74348"/>
                  </a:lnTo>
                  <a:lnTo>
                    <a:pt x="17090" y="73989"/>
                  </a:lnTo>
                  <a:lnTo>
                    <a:pt x="17430" y="73220"/>
                  </a:lnTo>
                  <a:lnTo>
                    <a:pt x="17565" y="73001"/>
                  </a:lnTo>
                  <a:lnTo>
                    <a:pt x="17679" y="72813"/>
                  </a:lnTo>
                  <a:lnTo>
                    <a:pt x="17893" y="72464"/>
                  </a:lnTo>
                  <a:lnTo>
                    <a:pt x="18021" y="72255"/>
                  </a:lnTo>
                  <a:lnTo>
                    <a:pt x="18160" y="72027"/>
                  </a:lnTo>
                  <a:lnTo>
                    <a:pt x="18441" y="71567"/>
                  </a:lnTo>
                  <a:lnTo>
                    <a:pt x="18603" y="71304"/>
                  </a:lnTo>
                  <a:lnTo>
                    <a:pt x="18795" y="70988"/>
                  </a:lnTo>
                  <a:lnTo>
                    <a:pt x="19028" y="70607"/>
                  </a:lnTo>
                  <a:lnTo>
                    <a:pt x="19117" y="70463"/>
                  </a:lnTo>
                  <a:lnTo>
                    <a:pt x="19279" y="70197"/>
                  </a:lnTo>
                  <a:lnTo>
                    <a:pt x="19609" y="69658"/>
                  </a:lnTo>
                  <a:lnTo>
                    <a:pt x="20043" y="69419"/>
                  </a:lnTo>
                  <a:lnTo>
                    <a:pt x="20213" y="69326"/>
                  </a:lnTo>
                  <a:lnTo>
                    <a:pt x="20483" y="69178"/>
                  </a:lnTo>
                  <a:lnTo>
                    <a:pt x="20839" y="68983"/>
                  </a:lnTo>
                  <a:lnTo>
                    <a:pt x="21239" y="68763"/>
                  </a:lnTo>
                  <a:lnTo>
                    <a:pt x="21922" y="68248"/>
                  </a:lnTo>
                  <a:lnTo>
                    <a:pt x="16329" y="55884"/>
                  </a:lnTo>
                  <a:lnTo>
                    <a:pt x="15284" y="53576"/>
                  </a:lnTo>
                  <a:lnTo>
                    <a:pt x="13780" y="50252"/>
                  </a:lnTo>
                  <a:lnTo>
                    <a:pt x="8206" y="37930"/>
                  </a:lnTo>
                  <a:lnTo>
                    <a:pt x="7252" y="35926"/>
                  </a:lnTo>
                  <a:lnTo>
                    <a:pt x="4474" y="30094"/>
                  </a:lnTo>
                  <a:lnTo>
                    <a:pt x="3912" y="28912"/>
                  </a:lnTo>
                  <a:lnTo>
                    <a:pt x="3235" y="26255"/>
                  </a:lnTo>
                  <a:lnTo>
                    <a:pt x="5248" y="24571"/>
                  </a:lnTo>
                  <a:lnTo>
                    <a:pt x="5352" y="22501"/>
                  </a:lnTo>
                  <a:lnTo>
                    <a:pt x="5629" y="16985"/>
                  </a:lnTo>
                  <a:lnTo>
                    <a:pt x="1717" y="15506"/>
                  </a:lnTo>
                  <a:lnTo>
                    <a:pt x="685" y="6565"/>
                  </a:lnTo>
                  <a:lnTo>
                    <a:pt x="595" y="5784"/>
                  </a:lnTo>
                  <a:lnTo>
                    <a:pt x="0" y="620"/>
                  </a:lnTo>
                  <a:lnTo>
                    <a:pt x="5343" y="0"/>
                  </a:lnTo>
                  <a:lnTo>
                    <a:pt x="5041" y="1448"/>
                  </a:lnTo>
                  <a:lnTo>
                    <a:pt x="4866" y="2290"/>
                  </a:lnTo>
                  <a:lnTo>
                    <a:pt x="8033" y="108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89" name="pg388"/>
            <p:cNvSpPr/>
            <p:nvPr/>
          </p:nvSpPr>
          <p:spPr>
            <a:xfrm>
              <a:off x="4288182" y="1662273"/>
              <a:ext cx="71035" cy="89651"/>
            </a:xfrm>
            <a:custGeom>
              <a:avLst/>
              <a:pathLst>
                <a:path w="71035" h="89651">
                  <a:moveTo>
                    <a:pt x="15451" y="13643"/>
                  </a:moveTo>
                  <a:lnTo>
                    <a:pt x="17087" y="14650"/>
                  </a:lnTo>
                  <a:lnTo>
                    <a:pt x="17412" y="13837"/>
                  </a:lnTo>
                  <a:lnTo>
                    <a:pt x="18327" y="11549"/>
                  </a:lnTo>
                  <a:lnTo>
                    <a:pt x="19781" y="11867"/>
                  </a:lnTo>
                  <a:lnTo>
                    <a:pt x="24863" y="12980"/>
                  </a:lnTo>
                  <a:lnTo>
                    <a:pt x="27678" y="14793"/>
                  </a:lnTo>
                  <a:lnTo>
                    <a:pt x="29110" y="21473"/>
                  </a:lnTo>
                  <a:lnTo>
                    <a:pt x="35694" y="14412"/>
                  </a:lnTo>
                  <a:lnTo>
                    <a:pt x="36934" y="15938"/>
                  </a:lnTo>
                  <a:lnTo>
                    <a:pt x="38795" y="11835"/>
                  </a:lnTo>
                  <a:lnTo>
                    <a:pt x="47001" y="18114"/>
                  </a:lnTo>
                  <a:lnTo>
                    <a:pt x="44315" y="23126"/>
                  </a:lnTo>
                  <a:lnTo>
                    <a:pt x="44525" y="23345"/>
                  </a:lnTo>
                  <a:lnTo>
                    <a:pt x="45396" y="24246"/>
                  </a:lnTo>
                  <a:lnTo>
                    <a:pt x="45710" y="24591"/>
                  </a:lnTo>
                  <a:lnTo>
                    <a:pt x="45947" y="24851"/>
                  </a:lnTo>
                  <a:lnTo>
                    <a:pt x="46843" y="25834"/>
                  </a:lnTo>
                  <a:lnTo>
                    <a:pt x="46986" y="25990"/>
                  </a:lnTo>
                  <a:lnTo>
                    <a:pt x="47731" y="26808"/>
                  </a:lnTo>
                  <a:lnTo>
                    <a:pt x="47904" y="26997"/>
                  </a:lnTo>
                  <a:lnTo>
                    <a:pt x="48041" y="27148"/>
                  </a:lnTo>
                  <a:lnTo>
                    <a:pt x="48158" y="27275"/>
                  </a:lnTo>
                  <a:lnTo>
                    <a:pt x="49076" y="28283"/>
                  </a:lnTo>
                  <a:lnTo>
                    <a:pt x="49501" y="28749"/>
                  </a:lnTo>
                  <a:lnTo>
                    <a:pt x="49702" y="28970"/>
                  </a:lnTo>
                  <a:lnTo>
                    <a:pt x="49450" y="29157"/>
                  </a:lnTo>
                  <a:lnTo>
                    <a:pt x="48869" y="29537"/>
                  </a:lnTo>
                  <a:lnTo>
                    <a:pt x="48491" y="29784"/>
                  </a:lnTo>
                  <a:lnTo>
                    <a:pt x="48254" y="29945"/>
                  </a:lnTo>
                  <a:lnTo>
                    <a:pt x="48015" y="30108"/>
                  </a:lnTo>
                  <a:lnTo>
                    <a:pt x="47421" y="30512"/>
                  </a:lnTo>
                  <a:lnTo>
                    <a:pt x="47221" y="30648"/>
                  </a:lnTo>
                  <a:lnTo>
                    <a:pt x="46689" y="31010"/>
                  </a:lnTo>
                  <a:lnTo>
                    <a:pt x="46361" y="31233"/>
                  </a:lnTo>
                  <a:lnTo>
                    <a:pt x="45783" y="31626"/>
                  </a:lnTo>
                  <a:lnTo>
                    <a:pt x="45525" y="31801"/>
                  </a:lnTo>
                  <a:lnTo>
                    <a:pt x="44867" y="32249"/>
                  </a:lnTo>
                  <a:lnTo>
                    <a:pt x="44692" y="32368"/>
                  </a:lnTo>
                  <a:lnTo>
                    <a:pt x="44557" y="32459"/>
                  </a:lnTo>
                  <a:lnTo>
                    <a:pt x="44348" y="32581"/>
                  </a:lnTo>
                  <a:lnTo>
                    <a:pt x="43706" y="33013"/>
                  </a:lnTo>
                  <a:lnTo>
                    <a:pt x="38681" y="37078"/>
                  </a:lnTo>
                  <a:lnTo>
                    <a:pt x="38081" y="37563"/>
                  </a:lnTo>
                  <a:lnTo>
                    <a:pt x="37275" y="38215"/>
                  </a:lnTo>
                  <a:lnTo>
                    <a:pt x="36915" y="38540"/>
                  </a:lnTo>
                  <a:lnTo>
                    <a:pt x="37635" y="39350"/>
                  </a:lnTo>
                  <a:lnTo>
                    <a:pt x="37948" y="39701"/>
                  </a:lnTo>
                  <a:lnTo>
                    <a:pt x="38165" y="39946"/>
                  </a:lnTo>
                  <a:lnTo>
                    <a:pt x="38764" y="40620"/>
                  </a:lnTo>
                  <a:lnTo>
                    <a:pt x="39009" y="41197"/>
                  </a:lnTo>
                  <a:lnTo>
                    <a:pt x="39110" y="41434"/>
                  </a:lnTo>
                  <a:lnTo>
                    <a:pt x="39224" y="41704"/>
                  </a:lnTo>
                  <a:lnTo>
                    <a:pt x="39278" y="41831"/>
                  </a:lnTo>
                  <a:lnTo>
                    <a:pt x="39409" y="42139"/>
                  </a:lnTo>
                  <a:lnTo>
                    <a:pt x="39543" y="42455"/>
                  </a:lnTo>
                  <a:lnTo>
                    <a:pt x="39956" y="43428"/>
                  </a:lnTo>
                  <a:lnTo>
                    <a:pt x="40044" y="43632"/>
                  </a:lnTo>
                  <a:lnTo>
                    <a:pt x="40223" y="44029"/>
                  </a:lnTo>
                  <a:lnTo>
                    <a:pt x="40295" y="44191"/>
                  </a:lnTo>
                  <a:lnTo>
                    <a:pt x="40639" y="44758"/>
                  </a:lnTo>
                  <a:lnTo>
                    <a:pt x="40999" y="45351"/>
                  </a:lnTo>
                  <a:lnTo>
                    <a:pt x="41314" y="45872"/>
                  </a:lnTo>
                  <a:lnTo>
                    <a:pt x="41413" y="46035"/>
                  </a:lnTo>
                  <a:lnTo>
                    <a:pt x="41823" y="46710"/>
                  </a:lnTo>
                  <a:lnTo>
                    <a:pt x="42519" y="47860"/>
                  </a:lnTo>
                  <a:lnTo>
                    <a:pt x="42647" y="48070"/>
                  </a:lnTo>
                  <a:lnTo>
                    <a:pt x="42899" y="48377"/>
                  </a:lnTo>
                  <a:lnTo>
                    <a:pt x="43157" y="48691"/>
                  </a:lnTo>
                  <a:lnTo>
                    <a:pt x="44099" y="49840"/>
                  </a:lnTo>
                  <a:lnTo>
                    <a:pt x="44603" y="50453"/>
                  </a:lnTo>
                  <a:lnTo>
                    <a:pt x="45234" y="51222"/>
                  </a:lnTo>
                  <a:lnTo>
                    <a:pt x="45479" y="51520"/>
                  </a:lnTo>
                  <a:lnTo>
                    <a:pt x="45706" y="51797"/>
                  </a:lnTo>
                  <a:lnTo>
                    <a:pt x="45923" y="52055"/>
                  </a:lnTo>
                  <a:lnTo>
                    <a:pt x="46252" y="52397"/>
                  </a:lnTo>
                  <a:lnTo>
                    <a:pt x="46632" y="52790"/>
                  </a:lnTo>
                  <a:lnTo>
                    <a:pt x="47244" y="53424"/>
                  </a:lnTo>
                  <a:lnTo>
                    <a:pt x="47773" y="53971"/>
                  </a:lnTo>
                  <a:lnTo>
                    <a:pt x="48170" y="54383"/>
                  </a:lnTo>
                  <a:lnTo>
                    <a:pt x="49543" y="55805"/>
                  </a:lnTo>
                  <a:lnTo>
                    <a:pt x="50110" y="56404"/>
                  </a:lnTo>
                  <a:lnTo>
                    <a:pt x="50739" y="57227"/>
                  </a:lnTo>
                  <a:lnTo>
                    <a:pt x="51725" y="58518"/>
                  </a:lnTo>
                  <a:lnTo>
                    <a:pt x="52013" y="58895"/>
                  </a:lnTo>
                  <a:lnTo>
                    <a:pt x="52404" y="59407"/>
                  </a:lnTo>
                  <a:lnTo>
                    <a:pt x="52955" y="60128"/>
                  </a:lnTo>
                  <a:lnTo>
                    <a:pt x="53433" y="60754"/>
                  </a:lnTo>
                  <a:lnTo>
                    <a:pt x="54459" y="63003"/>
                  </a:lnTo>
                  <a:lnTo>
                    <a:pt x="54941" y="63947"/>
                  </a:lnTo>
                  <a:lnTo>
                    <a:pt x="55856" y="65741"/>
                  </a:lnTo>
                  <a:lnTo>
                    <a:pt x="56430" y="66614"/>
                  </a:lnTo>
                  <a:lnTo>
                    <a:pt x="56765" y="67123"/>
                  </a:lnTo>
                  <a:lnTo>
                    <a:pt x="57141" y="67696"/>
                  </a:lnTo>
                  <a:lnTo>
                    <a:pt x="57467" y="68192"/>
                  </a:lnTo>
                  <a:lnTo>
                    <a:pt x="57800" y="68699"/>
                  </a:lnTo>
                  <a:lnTo>
                    <a:pt x="58610" y="69394"/>
                  </a:lnTo>
                  <a:lnTo>
                    <a:pt x="60703" y="71181"/>
                  </a:lnTo>
                  <a:lnTo>
                    <a:pt x="61858" y="72054"/>
                  </a:lnTo>
                  <a:lnTo>
                    <a:pt x="62429" y="72503"/>
                  </a:lnTo>
                  <a:lnTo>
                    <a:pt x="62855" y="72916"/>
                  </a:lnTo>
                  <a:lnTo>
                    <a:pt x="63116" y="73279"/>
                  </a:lnTo>
                  <a:lnTo>
                    <a:pt x="63021" y="73450"/>
                  </a:lnTo>
                  <a:lnTo>
                    <a:pt x="62858" y="73744"/>
                  </a:lnTo>
                  <a:lnTo>
                    <a:pt x="62617" y="74086"/>
                  </a:lnTo>
                  <a:lnTo>
                    <a:pt x="62040" y="74905"/>
                  </a:lnTo>
                  <a:lnTo>
                    <a:pt x="61681" y="75415"/>
                  </a:lnTo>
                  <a:lnTo>
                    <a:pt x="61582" y="75555"/>
                  </a:lnTo>
                  <a:lnTo>
                    <a:pt x="61166" y="76145"/>
                  </a:lnTo>
                  <a:lnTo>
                    <a:pt x="61067" y="76286"/>
                  </a:lnTo>
                  <a:lnTo>
                    <a:pt x="60894" y="76531"/>
                  </a:lnTo>
                  <a:lnTo>
                    <a:pt x="60667" y="76854"/>
                  </a:lnTo>
                  <a:lnTo>
                    <a:pt x="60531" y="77047"/>
                  </a:lnTo>
                  <a:lnTo>
                    <a:pt x="65262" y="80035"/>
                  </a:lnTo>
                  <a:lnTo>
                    <a:pt x="69682" y="82826"/>
                  </a:lnTo>
                  <a:lnTo>
                    <a:pt x="70819" y="83545"/>
                  </a:lnTo>
                  <a:lnTo>
                    <a:pt x="71035" y="83877"/>
                  </a:lnTo>
                  <a:lnTo>
                    <a:pt x="70828" y="84134"/>
                  </a:lnTo>
                  <a:lnTo>
                    <a:pt x="70221" y="84891"/>
                  </a:lnTo>
                  <a:lnTo>
                    <a:pt x="70065" y="85090"/>
                  </a:lnTo>
                  <a:lnTo>
                    <a:pt x="69476" y="85837"/>
                  </a:lnTo>
                  <a:lnTo>
                    <a:pt x="68892" y="86578"/>
                  </a:lnTo>
                  <a:lnTo>
                    <a:pt x="68447" y="87143"/>
                  </a:lnTo>
                  <a:lnTo>
                    <a:pt x="67887" y="87831"/>
                  </a:lnTo>
                  <a:lnTo>
                    <a:pt x="67640" y="88107"/>
                  </a:lnTo>
                  <a:lnTo>
                    <a:pt x="67131" y="87716"/>
                  </a:lnTo>
                  <a:lnTo>
                    <a:pt x="66851" y="87500"/>
                  </a:lnTo>
                  <a:lnTo>
                    <a:pt x="66637" y="87335"/>
                  </a:lnTo>
                  <a:lnTo>
                    <a:pt x="65779" y="86675"/>
                  </a:lnTo>
                  <a:lnTo>
                    <a:pt x="64623" y="85913"/>
                  </a:lnTo>
                  <a:lnTo>
                    <a:pt x="60264" y="83043"/>
                  </a:lnTo>
                  <a:lnTo>
                    <a:pt x="58603" y="84468"/>
                  </a:lnTo>
                  <a:lnTo>
                    <a:pt x="56136" y="86584"/>
                  </a:lnTo>
                  <a:lnTo>
                    <a:pt x="52951" y="89483"/>
                  </a:lnTo>
                  <a:lnTo>
                    <a:pt x="52758" y="89651"/>
                  </a:lnTo>
                  <a:lnTo>
                    <a:pt x="52447" y="89306"/>
                  </a:lnTo>
                  <a:lnTo>
                    <a:pt x="52128" y="88950"/>
                  </a:lnTo>
                  <a:lnTo>
                    <a:pt x="50631" y="87284"/>
                  </a:lnTo>
                  <a:lnTo>
                    <a:pt x="50080" y="86670"/>
                  </a:lnTo>
                  <a:lnTo>
                    <a:pt x="48511" y="84923"/>
                  </a:lnTo>
                  <a:lnTo>
                    <a:pt x="46593" y="83835"/>
                  </a:lnTo>
                  <a:lnTo>
                    <a:pt x="45989" y="83492"/>
                  </a:lnTo>
                  <a:lnTo>
                    <a:pt x="43146" y="81880"/>
                  </a:lnTo>
                  <a:lnTo>
                    <a:pt x="41854" y="81147"/>
                  </a:lnTo>
                  <a:lnTo>
                    <a:pt x="41071" y="80703"/>
                  </a:lnTo>
                  <a:lnTo>
                    <a:pt x="40738" y="80549"/>
                  </a:lnTo>
                  <a:lnTo>
                    <a:pt x="40610" y="80490"/>
                  </a:lnTo>
                  <a:lnTo>
                    <a:pt x="40075" y="80243"/>
                  </a:lnTo>
                  <a:lnTo>
                    <a:pt x="40418" y="79587"/>
                  </a:lnTo>
                  <a:lnTo>
                    <a:pt x="41986" y="77002"/>
                  </a:lnTo>
                  <a:lnTo>
                    <a:pt x="42433" y="76231"/>
                  </a:lnTo>
                  <a:lnTo>
                    <a:pt x="42174" y="76100"/>
                  </a:lnTo>
                  <a:lnTo>
                    <a:pt x="39865" y="74929"/>
                  </a:lnTo>
                  <a:lnTo>
                    <a:pt x="38726" y="74350"/>
                  </a:lnTo>
                  <a:lnTo>
                    <a:pt x="37806" y="73875"/>
                  </a:lnTo>
                  <a:lnTo>
                    <a:pt x="34034" y="71926"/>
                  </a:lnTo>
                  <a:lnTo>
                    <a:pt x="33034" y="71410"/>
                  </a:lnTo>
                  <a:lnTo>
                    <a:pt x="31901" y="70824"/>
                  </a:lnTo>
                  <a:lnTo>
                    <a:pt x="31437" y="70062"/>
                  </a:lnTo>
                  <a:lnTo>
                    <a:pt x="31793" y="69538"/>
                  </a:lnTo>
                  <a:lnTo>
                    <a:pt x="31889" y="69404"/>
                  </a:lnTo>
                  <a:lnTo>
                    <a:pt x="32038" y="69071"/>
                  </a:lnTo>
                  <a:lnTo>
                    <a:pt x="32417" y="68246"/>
                  </a:lnTo>
                  <a:lnTo>
                    <a:pt x="32798" y="67416"/>
                  </a:lnTo>
                  <a:lnTo>
                    <a:pt x="32824" y="67288"/>
                  </a:lnTo>
                  <a:lnTo>
                    <a:pt x="32902" y="66902"/>
                  </a:lnTo>
                  <a:lnTo>
                    <a:pt x="33024" y="66387"/>
                  </a:lnTo>
                  <a:lnTo>
                    <a:pt x="33074" y="66179"/>
                  </a:lnTo>
                  <a:lnTo>
                    <a:pt x="33198" y="65813"/>
                  </a:lnTo>
                  <a:lnTo>
                    <a:pt x="33297" y="65523"/>
                  </a:lnTo>
                  <a:lnTo>
                    <a:pt x="33458" y="64956"/>
                  </a:lnTo>
                  <a:lnTo>
                    <a:pt x="33823" y="63664"/>
                  </a:lnTo>
                  <a:lnTo>
                    <a:pt x="34048" y="62872"/>
                  </a:lnTo>
                  <a:lnTo>
                    <a:pt x="34192" y="62234"/>
                  </a:lnTo>
                  <a:lnTo>
                    <a:pt x="34397" y="61333"/>
                  </a:lnTo>
                  <a:lnTo>
                    <a:pt x="34652" y="60207"/>
                  </a:lnTo>
                  <a:lnTo>
                    <a:pt x="34874" y="58981"/>
                  </a:lnTo>
                  <a:lnTo>
                    <a:pt x="34062" y="57656"/>
                  </a:lnTo>
                  <a:lnTo>
                    <a:pt x="33603" y="56909"/>
                  </a:lnTo>
                  <a:lnTo>
                    <a:pt x="32979" y="55891"/>
                  </a:lnTo>
                  <a:lnTo>
                    <a:pt x="32820" y="55617"/>
                  </a:lnTo>
                  <a:lnTo>
                    <a:pt x="32018" y="54239"/>
                  </a:lnTo>
                  <a:lnTo>
                    <a:pt x="31790" y="53847"/>
                  </a:lnTo>
                  <a:lnTo>
                    <a:pt x="31114" y="52806"/>
                  </a:lnTo>
                  <a:lnTo>
                    <a:pt x="29540" y="50381"/>
                  </a:lnTo>
                  <a:lnTo>
                    <a:pt x="29449" y="50240"/>
                  </a:lnTo>
                  <a:lnTo>
                    <a:pt x="28298" y="48467"/>
                  </a:lnTo>
                  <a:lnTo>
                    <a:pt x="28008" y="48062"/>
                  </a:lnTo>
                  <a:lnTo>
                    <a:pt x="27364" y="47161"/>
                  </a:lnTo>
                  <a:lnTo>
                    <a:pt x="26660" y="46410"/>
                  </a:lnTo>
                  <a:lnTo>
                    <a:pt x="26495" y="46366"/>
                  </a:lnTo>
                  <a:lnTo>
                    <a:pt x="26167" y="46278"/>
                  </a:lnTo>
                  <a:lnTo>
                    <a:pt x="25453" y="46088"/>
                  </a:lnTo>
                  <a:lnTo>
                    <a:pt x="23789" y="46061"/>
                  </a:lnTo>
                  <a:lnTo>
                    <a:pt x="20947" y="46017"/>
                  </a:lnTo>
                  <a:lnTo>
                    <a:pt x="19980" y="46001"/>
                  </a:lnTo>
                  <a:lnTo>
                    <a:pt x="19266" y="45990"/>
                  </a:lnTo>
                  <a:lnTo>
                    <a:pt x="18993" y="46163"/>
                  </a:lnTo>
                  <a:lnTo>
                    <a:pt x="18623" y="46398"/>
                  </a:lnTo>
                  <a:lnTo>
                    <a:pt x="16449" y="47779"/>
                  </a:lnTo>
                  <a:lnTo>
                    <a:pt x="15264" y="48361"/>
                  </a:lnTo>
                  <a:lnTo>
                    <a:pt x="13269" y="49053"/>
                  </a:lnTo>
                  <a:lnTo>
                    <a:pt x="13043" y="46596"/>
                  </a:lnTo>
                  <a:lnTo>
                    <a:pt x="13008" y="46220"/>
                  </a:lnTo>
                  <a:lnTo>
                    <a:pt x="11927" y="44393"/>
                  </a:lnTo>
                  <a:lnTo>
                    <a:pt x="8796" y="42641"/>
                  </a:lnTo>
                  <a:lnTo>
                    <a:pt x="6373" y="42120"/>
                  </a:lnTo>
                  <a:lnTo>
                    <a:pt x="2990" y="42737"/>
                  </a:lnTo>
                  <a:lnTo>
                    <a:pt x="74" y="30900"/>
                  </a:lnTo>
                  <a:lnTo>
                    <a:pt x="0" y="25980"/>
                  </a:lnTo>
                  <a:lnTo>
                    <a:pt x="1230" y="9728"/>
                  </a:lnTo>
                  <a:lnTo>
                    <a:pt x="2795" y="894"/>
                  </a:lnTo>
                  <a:lnTo>
                    <a:pt x="2795" y="0"/>
                  </a:lnTo>
                  <a:lnTo>
                    <a:pt x="10121" y="4392"/>
                  </a:lnTo>
                  <a:lnTo>
                    <a:pt x="13205" y="1226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0" name="pg389"/>
            <p:cNvSpPr/>
            <p:nvPr/>
          </p:nvSpPr>
          <p:spPr>
            <a:xfrm>
              <a:off x="4270507" y="1708264"/>
              <a:ext cx="70296" cy="83612"/>
            </a:xfrm>
            <a:custGeom>
              <a:avLst/>
              <a:pathLst>
                <a:path w="70296" h="83612">
                  <a:moveTo>
                    <a:pt x="45974" y="2477"/>
                  </a:moveTo>
                  <a:lnTo>
                    <a:pt x="47124" y="4250"/>
                  </a:lnTo>
                  <a:lnTo>
                    <a:pt x="47221" y="4398"/>
                  </a:lnTo>
                  <a:lnTo>
                    <a:pt x="48859" y="6921"/>
                  </a:lnTo>
                  <a:lnTo>
                    <a:pt x="49465" y="7856"/>
                  </a:lnTo>
                  <a:lnTo>
                    <a:pt x="49693" y="8248"/>
                  </a:lnTo>
                  <a:lnTo>
                    <a:pt x="50519" y="9668"/>
                  </a:lnTo>
                  <a:lnTo>
                    <a:pt x="50655" y="9901"/>
                  </a:lnTo>
                  <a:lnTo>
                    <a:pt x="51279" y="10918"/>
                  </a:lnTo>
                  <a:lnTo>
                    <a:pt x="51737" y="11666"/>
                  </a:lnTo>
                  <a:lnTo>
                    <a:pt x="52590" y="13057"/>
                  </a:lnTo>
                  <a:lnTo>
                    <a:pt x="52327" y="14217"/>
                  </a:lnTo>
                  <a:lnTo>
                    <a:pt x="52072" y="15342"/>
                  </a:lnTo>
                  <a:lnTo>
                    <a:pt x="51868" y="16244"/>
                  </a:lnTo>
                  <a:lnTo>
                    <a:pt x="51723" y="16881"/>
                  </a:lnTo>
                  <a:lnTo>
                    <a:pt x="51499" y="17673"/>
                  </a:lnTo>
                  <a:lnTo>
                    <a:pt x="51133" y="18965"/>
                  </a:lnTo>
                  <a:lnTo>
                    <a:pt x="50973" y="19532"/>
                  </a:lnTo>
                  <a:lnTo>
                    <a:pt x="50874" y="19823"/>
                  </a:lnTo>
                  <a:lnTo>
                    <a:pt x="50749" y="20188"/>
                  </a:lnTo>
                  <a:lnTo>
                    <a:pt x="50700" y="20397"/>
                  </a:lnTo>
                  <a:lnTo>
                    <a:pt x="50578" y="20911"/>
                  </a:lnTo>
                  <a:lnTo>
                    <a:pt x="50499" y="21297"/>
                  </a:lnTo>
                  <a:lnTo>
                    <a:pt x="50473" y="21426"/>
                  </a:lnTo>
                  <a:lnTo>
                    <a:pt x="50092" y="22255"/>
                  </a:lnTo>
                  <a:lnTo>
                    <a:pt x="49654" y="23286"/>
                  </a:lnTo>
                  <a:lnTo>
                    <a:pt x="49564" y="23413"/>
                  </a:lnTo>
                  <a:lnTo>
                    <a:pt x="49191" y="23941"/>
                  </a:lnTo>
                  <a:lnTo>
                    <a:pt x="48888" y="24478"/>
                  </a:lnTo>
                  <a:lnTo>
                    <a:pt x="49576" y="24834"/>
                  </a:lnTo>
                  <a:lnTo>
                    <a:pt x="50710" y="25419"/>
                  </a:lnTo>
                  <a:lnTo>
                    <a:pt x="51709" y="25936"/>
                  </a:lnTo>
                  <a:lnTo>
                    <a:pt x="55481" y="27884"/>
                  </a:lnTo>
                  <a:lnTo>
                    <a:pt x="56401" y="28360"/>
                  </a:lnTo>
                  <a:lnTo>
                    <a:pt x="57541" y="28938"/>
                  </a:lnTo>
                  <a:lnTo>
                    <a:pt x="59963" y="30167"/>
                  </a:lnTo>
                  <a:lnTo>
                    <a:pt x="60203" y="30289"/>
                  </a:lnTo>
                  <a:lnTo>
                    <a:pt x="59662" y="31011"/>
                  </a:lnTo>
                  <a:lnTo>
                    <a:pt x="58093" y="33596"/>
                  </a:lnTo>
                  <a:lnTo>
                    <a:pt x="57940" y="34339"/>
                  </a:lnTo>
                  <a:lnTo>
                    <a:pt x="58285" y="34499"/>
                  </a:lnTo>
                  <a:lnTo>
                    <a:pt x="58413" y="34558"/>
                  </a:lnTo>
                  <a:lnTo>
                    <a:pt x="58747" y="34713"/>
                  </a:lnTo>
                  <a:lnTo>
                    <a:pt x="59529" y="35156"/>
                  </a:lnTo>
                  <a:lnTo>
                    <a:pt x="60821" y="35889"/>
                  </a:lnTo>
                  <a:lnTo>
                    <a:pt x="63664" y="37501"/>
                  </a:lnTo>
                  <a:lnTo>
                    <a:pt x="64283" y="37853"/>
                  </a:lnTo>
                  <a:lnTo>
                    <a:pt x="66187" y="38932"/>
                  </a:lnTo>
                  <a:lnTo>
                    <a:pt x="67755" y="40679"/>
                  </a:lnTo>
                  <a:lnTo>
                    <a:pt x="68307" y="41293"/>
                  </a:lnTo>
                  <a:lnTo>
                    <a:pt x="69803" y="42959"/>
                  </a:lnTo>
                  <a:lnTo>
                    <a:pt x="70123" y="43316"/>
                  </a:lnTo>
                  <a:lnTo>
                    <a:pt x="70296" y="43780"/>
                  </a:lnTo>
                  <a:lnTo>
                    <a:pt x="67306" y="46386"/>
                  </a:lnTo>
                  <a:lnTo>
                    <a:pt x="66869" y="46766"/>
                  </a:lnTo>
                  <a:lnTo>
                    <a:pt x="66738" y="46936"/>
                  </a:lnTo>
                  <a:lnTo>
                    <a:pt x="63738" y="50792"/>
                  </a:lnTo>
                  <a:lnTo>
                    <a:pt x="61269" y="54174"/>
                  </a:lnTo>
                  <a:lnTo>
                    <a:pt x="61131" y="54368"/>
                  </a:lnTo>
                  <a:lnTo>
                    <a:pt x="58589" y="57953"/>
                  </a:lnTo>
                  <a:lnTo>
                    <a:pt x="58478" y="58110"/>
                  </a:lnTo>
                  <a:lnTo>
                    <a:pt x="55882" y="61484"/>
                  </a:lnTo>
                  <a:lnTo>
                    <a:pt x="56602" y="62006"/>
                  </a:lnTo>
                  <a:lnTo>
                    <a:pt x="61704" y="65706"/>
                  </a:lnTo>
                  <a:lnTo>
                    <a:pt x="64218" y="67529"/>
                  </a:lnTo>
                  <a:lnTo>
                    <a:pt x="59739" y="73316"/>
                  </a:lnTo>
                  <a:lnTo>
                    <a:pt x="55567" y="75725"/>
                  </a:lnTo>
                  <a:lnTo>
                    <a:pt x="54027" y="76615"/>
                  </a:lnTo>
                  <a:lnTo>
                    <a:pt x="47660" y="80269"/>
                  </a:lnTo>
                  <a:lnTo>
                    <a:pt x="37374" y="81513"/>
                  </a:lnTo>
                  <a:lnTo>
                    <a:pt x="36665" y="83348"/>
                  </a:lnTo>
                  <a:lnTo>
                    <a:pt x="36563" y="83612"/>
                  </a:lnTo>
                  <a:lnTo>
                    <a:pt x="33510" y="82937"/>
                  </a:lnTo>
                  <a:lnTo>
                    <a:pt x="34082" y="79414"/>
                  </a:lnTo>
                  <a:lnTo>
                    <a:pt x="33122" y="79561"/>
                  </a:lnTo>
                  <a:lnTo>
                    <a:pt x="29741" y="80081"/>
                  </a:lnTo>
                  <a:lnTo>
                    <a:pt x="29120" y="80177"/>
                  </a:lnTo>
                  <a:lnTo>
                    <a:pt x="28356" y="76933"/>
                  </a:lnTo>
                  <a:lnTo>
                    <a:pt x="31648" y="75120"/>
                  </a:lnTo>
                  <a:lnTo>
                    <a:pt x="39091" y="74404"/>
                  </a:lnTo>
                  <a:lnTo>
                    <a:pt x="48681" y="62715"/>
                  </a:lnTo>
                  <a:lnTo>
                    <a:pt x="41095" y="56894"/>
                  </a:lnTo>
                  <a:lnTo>
                    <a:pt x="37994" y="56226"/>
                  </a:lnTo>
                  <a:lnTo>
                    <a:pt x="38210" y="55027"/>
                  </a:lnTo>
                  <a:lnTo>
                    <a:pt x="38423" y="53840"/>
                  </a:lnTo>
                  <a:lnTo>
                    <a:pt x="37764" y="53473"/>
                  </a:lnTo>
                  <a:lnTo>
                    <a:pt x="36444" y="52738"/>
                  </a:lnTo>
                  <a:lnTo>
                    <a:pt x="34654" y="51741"/>
                  </a:lnTo>
                  <a:lnTo>
                    <a:pt x="35268" y="51214"/>
                  </a:lnTo>
                  <a:lnTo>
                    <a:pt x="36719" y="49969"/>
                  </a:lnTo>
                  <a:lnTo>
                    <a:pt x="38572" y="48379"/>
                  </a:lnTo>
                  <a:lnTo>
                    <a:pt x="40729" y="46528"/>
                  </a:lnTo>
                  <a:lnTo>
                    <a:pt x="41048" y="46254"/>
                  </a:lnTo>
                  <a:lnTo>
                    <a:pt x="38379" y="44594"/>
                  </a:lnTo>
                  <a:lnTo>
                    <a:pt x="34457" y="42155"/>
                  </a:lnTo>
                  <a:lnTo>
                    <a:pt x="33658" y="41658"/>
                  </a:lnTo>
                  <a:lnTo>
                    <a:pt x="33223" y="41388"/>
                  </a:lnTo>
                  <a:lnTo>
                    <a:pt x="33414" y="39699"/>
                  </a:lnTo>
                  <a:lnTo>
                    <a:pt x="34048" y="34096"/>
                  </a:lnTo>
                  <a:lnTo>
                    <a:pt x="34082" y="33802"/>
                  </a:lnTo>
                  <a:lnTo>
                    <a:pt x="32746" y="32227"/>
                  </a:lnTo>
                  <a:lnTo>
                    <a:pt x="29740" y="32227"/>
                  </a:lnTo>
                  <a:lnTo>
                    <a:pt x="29311" y="34374"/>
                  </a:lnTo>
                  <a:lnTo>
                    <a:pt x="27593" y="34613"/>
                  </a:lnTo>
                  <a:lnTo>
                    <a:pt x="25065" y="39069"/>
                  </a:lnTo>
                  <a:lnTo>
                    <a:pt x="22411" y="38741"/>
                  </a:lnTo>
                  <a:lnTo>
                    <a:pt x="20675" y="35042"/>
                  </a:lnTo>
                  <a:lnTo>
                    <a:pt x="20866" y="34193"/>
                  </a:lnTo>
                  <a:lnTo>
                    <a:pt x="21099" y="33164"/>
                  </a:lnTo>
                  <a:lnTo>
                    <a:pt x="21343" y="32084"/>
                  </a:lnTo>
                  <a:lnTo>
                    <a:pt x="12516" y="28697"/>
                  </a:lnTo>
                  <a:lnTo>
                    <a:pt x="9988" y="26550"/>
                  </a:lnTo>
                  <a:lnTo>
                    <a:pt x="6552" y="26263"/>
                  </a:lnTo>
                  <a:lnTo>
                    <a:pt x="5655" y="27065"/>
                  </a:lnTo>
                  <a:lnTo>
                    <a:pt x="4310" y="28267"/>
                  </a:lnTo>
                  <a:lnTo>
                    <a:pt x="2640" y="26502"/>
                  </a:lnTo>
                  <a:lnTo>
                    <a:pt x="739" y="24952"/>
                  </a:lnTo>
                  <a:lnTo>
                    <a:pt x="0" y="22892"/>
                  </a:lnTo>
                  <a:lnTo>
                    <a:pt x="2199" y="18829"/>
                  </a:lnTo>
                  <a:lnTo>
                    <a:pt x="8526" y="20293"/>
                  </a:lnTo>
                  <a:lnTo>
                    <a:pt x="13059" y="18206"/>
                  </a:lnTo>
                  <a:lnTo>
                    <a:pt x="12568" y="15690"/>
                  </a:lnTo>
                  <a:lnTo>
                    <a:pt x="10256" y="3833"/>
                  </a:lnTo>
                  <a:lnTo>
                    <a:pt x="11010" y="3714"/>
                  </a:lnTo>
                  <a:lnTo>
                    <a:pt x="11639" y="3615"/>
                  </a:lnTo>
                  <a:lnTo>
                    <a:pt x="14744" y="3125"/>
                  </a:lnTo>
                  <a:lnTo>
                    <a:pt x="30718" y="605"/>
                  </a:lnTo>
                  <a:lnTo>
                    <a:pt x="30945" y="3062"/>
                  </a:lnTo>
                  <a:lnTo>
                    <a:pt x="32940" y="2371"/>
                  </a:lnTo>
                  <a:lnTo>
                    <a:pt x="34125" y="1789"/>
                  </a:lnTo>
                  <a:lnTo>
                    <a:pt x="36298" y="408"/>
                  </a:lnTo>
                  <a:lnTo>
                    <a:pt x="36669" y="173"/>
                  </a:lnTo>
                  <a:lnTo>
                    <a:pt x="36941" y="0"/>
                  </a:lnTo>
                  <a:lnTo>
                    <a:pt x="37656" y="11"/>
                  </a:lnTo>
                  <a:lnTo>
                    <a:pt x="38623" y="26"/>
                  </a:lnTo>
                  <a:lnTo>
                    <a:pt x="41464" y="71"/>
                  </a:lnTo>
                  <a:lnTo>
                    <a:pt x="43129" y="97"/>
                  </a:lnTo>
                  <a:lnTo>
                    <a:pt x="43843" y="288"/>
                  </a:lnTo>
                  <a:lnTo>
                    <a:pt x="44171" y="375"/>
                  </a:lnTo>
                  <a:lnTo>
                    <a:pt x="44336" y="420"/>
                  </a:lnTo>
                  <a:lnTo>
                    <a:pt x="45040" y="1170"/>
                  </a:lnTo>
                  <a:lnTo>
                    <a:pt x="45684" y="207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1" name="pg390"/>
            <p:cNvSpPr/>
            <p:nvPr/>
          </p:nvSpPr>
          <p:spPr>
            <a:xfrm>
              <a:off x="4643624" y="1913316"/>
              <a:ext cx="84877" cy="40832"/>
            </a:xfrm>
            <a:custGeom>
              <a:avLst/>
              <a:pathLst>
                <a:path w="84877" h="40832">
                  <a:moveTo>
                    <a:pt x="28268" y="7895"/>
                  </a:moveTo>
                  <a:lnTo>
                    <a:pt x="29270" y="13405"/>
                  </a:lnTo>
                  <a:lnTo>
                    <a:pt x="30701" y="13012"/>
                  </a:lnTo>
                  <a:lnTo>
                    <a:pt x="31130" y="11401"/>
                  </a:lnTo>
                  <a:lnTo>
                    <a:pt x="33484" y="5630"/>
                  </a:lnTo>
                  <a:lnTo>
                    <a:pt x="35413" y="4003"/>
                  </a:lnTo>
                  <a:lnTo>
                    <a:pt x="37393" y="2599"/>
                  </a:lnTo>
                  <a:lnTo>
                    <a:pt x="38072" y="3390"/>
                  </a:lnTo>
                  <a:lnTo>
                    <a:pt x="39326" y="4850"/>
                  </a:lnTo>
                  <a:lnTo>
                    <a:pt x="38353" y="5999"/>
                  </a:lnTo>
                  <a:lnTo>
                    <a:pt x="39403" y="6906"/>
                  </a:lnTo>
                  <a:lnTo>
                    <a:pt x="39975" y="8003"/>
                  </a:lnTo>
                  <a:lnTo>
                    <a:pt x="41931" y="8385"/>
                  </a:lnTo>
                  <a:lnTo>
                    <a:pt x="43404" y="7644"/>
                  </a:lnTo>
                  <a:lnTo>
                    <a:pt x="45014" y="6928"/>
                  </a:lnTo>
                  <a:lnTo>
                    <a:pt x="45945" y="6606"/>
                  </a:lnTo>
                  <a:lnTo>
                    <a:pt x="47305" y="6070"/>
                  </a:lnTo>
                  <a:lnTo>
                    <a:pt x="47806" y="7895"/>
                  </a:lnTo>
                  <a:lnTo>
                    <a:pt x="45890" y="10276"/>
                  </a:lnTo>
                  <a:lnTo>
                    <a:pt x="50286" y="8235"/>
                  </a:lnTo>
                  <a:lnTo>
                    <a:pt x="55728" y="17031"/>
                  </a:lnTo>
                  <a:lnTo>
                    <a:pt x="63019" y="14625"/>
                  </a:lnTo>
                  <a:lnTo>
                    <a:pt x="62487" y="12272"/>
                  </a:lnTo>
                  <a:lnTo>
                    <a:pt x="63337" y="12119"/>
                  </a:lnTo>
                  <a:lnTo>
                    <a:pt x="69072" y="11087"/>
                  </a:lnTo>
                  <a:lnTo>
                    <a:pt x="68833" y="9744"/>
                  </a:lnTo>
                  <a:lnTo>
                    <a:pt x="72268" y="8462"/>
                  </a:lnTo>
                  <a:lnTo>
                    <a:pt x="77273" y="6595"/>
                  </a:lnTo>
                  <a:lnTo>
                    <a:pt x="84877" y="8980"/>
                  </a:lnTo>
                  <a:lnTo>
                    <a:pt x="81612" y="17408"/>
                  </a:lnTo>
                  <a:lnTo>
                    <a:pt x="74721" y="28235"/>
                  </a:lnTo>
                  <a:lnTo>
                    <a:pt x="73617" y="29577"/>
                  </a:lnTo>
                  <a:lnTo>
                    <a:pt x="72643" y="31048"/>
                  </a:lnTo>
                  <a:lnTo>
                    <a:pt x="72405" y="30392"/>
                  </a:lnTo>
                  <a:lnTo>
                    <a:pt x="72792" y="29140"/>
                  </a:lnTo>
                  <a:lnTo>
                    <a:pt x="73687" y="26903"/>
                  </a:lnTo>
                  <a:lnTo>
                    <a:pt x="74015" y="25532"/>
                  </a:lnTo>
                  <a:lnTo>
                    <a:pt x="74045" y="24339"/>
                  </a:lnTo>
                  <a:lnTo>
                    <a:pt x="73478" y="23236"/>
                  </a:lnTo>
                  <a:lnTo>
                    <a:pt x="72667" y="22534"/>
                  </a:lnTo>
                  <a:lnTo>
                    <a:pt x="67893" y="26856"/>
                  </a:lnTo>
                  <a:lnTo>
                    <a:pt x="66073" y="28635"/>
                  </a:lnTo>
                  <a:lnTo>
                    <a:pt x="65246" y="29443"/>
                  </a:lnTo>
                  <a:lnTo>
                    <a:pt x="64255" y="30411"/>
                  </a:lnTo>
                  <a:lnTo>
                    <a:pt x="63919" y="30150"/>
                  </a:lnTo>
                  <a:lnTo>
                    <a:pt x="63693" y="29975"/>
                  </a:lnTo>
                  <a:lnTo>
                    <a:pt x="60133" y="27604"/>
                  </a:lnTo>
                  <a:lnTo>
                    <a:pt x="57980" y="28693"/>
                  </a:lnTo>
                  <a:lnTo>
                    <a:pt x="55475" y="29074"/>
                  </a:lnTo>
                  <a:lnTo>
                    <a:pt x="54412" y="29103"/>
                  </a:lnTo>
                  <a:lnTo>
                    <a:pt x="53710" y="29122"/>
                  </a:lnTo>
                  <a:lnTo>
                    <a:pt x="52029" y="28235"/>
                  </a:lnTo>
                  <a:lnTo>
                    <a:pt x="50728" y="27548"/>
                  </a:lnTo>
                  <a:lnTo>
                    <a:pt x="49181" y="26775"/>
                  </a:lnTo>
                  <a:lnTo>
                    <a:pt x="48655" y="26787"/>
                  </a:lnTo>
                  <a:lnTo>
                    <a:pt x="47239" y="26818"/>
                  </a:lnTo>
                  <a:lnTo>
                    <a:pt x="45416" y="26945"/>
                  </a:lnTo>
                  <a:lnTo>
                    <a:pt x="44246" y="26971"/>
                  </a:lnTo>
                  <a:lnTo>
                    <a:pt x="43575" y="27158"/>
                  </a:lnTo>
                  <a:lnTo>
                    <a:pt x="41968" y="27045"/>
                  </a:lnTo>
                  <a:lnTo>
                    <a:pt x="41605" y="27019"/>
                  </a:lnTo>
                  <a:lnTo>
                    <a:pt x="41329" y="27000"/>
                  </a:lnTo>
                  <a:lnTo>
                    <a:pt x="41061" y="26982"/>
                  </a:lnTo>
                  <a:lnTo>
                    <a:pt x="40928" y="26985"/>
                  </a:lnTo>
                  <a:lnTo>
                    <a:pt x="40659" y="26992"/>
                  </a:lnTo>
                  <a:lnTo>
                    <a:pt x="38145" y="27485"/>
                  </a:lnTo>
                  <a:lnTo>
                    <a:pt x="37506" y="27611"/>
                  </a:lnTo>
                  <a:lnTo>
                    <a:pt x="36627" y="27783"/>
                  </a:lnTo>
                  <a:lnTo>
                    <a:pt x="34830" y="28409"/>
                  </a:lnTo>
                  <a:lnTo>
                    <a:pt x="34098" y="28665"/>
                  </a:lnTo>
                  <a:lnTo>
                    <a:pt x="30723" y="29841"/>
                  </a:lnTo>
                  <a:lnTo>
                    <a:pt x="29144" y="30514"/>
                  </a:lnTo>
                  <a:lnTo>
                    <a:pt x="28287" y="30879"/>
                  </a:lnTo>
                  <a:lnTo>
                    <a:pt x="25258" y="32343"/>
                  </a:lnTo>
                  <a:lnTo>
                    <a:pt x="23604" y="33356"/>
                  </a:lnTo>
                  <a:lnTo>
                    <a:pt x="23109" y="33888"/>
                  </a:lnTo>
                  <a:lnTo>
                    <a:pt x="20799" y="38995"/>
                  </a:lnTo>
                  <a:lnTo>
                    <a:pt x="20708" y="39197"/>
                  </a:lnTo>
                  <a:lnTo>
                    <a:pt x="16846" y="37647"/>
                  </a:lnTo>
                  <a:lnTo>
                    <a:pt x="16447" y="37487"/>
                  </a:lnTo>
                  <a:lnTo>
                    <a:pt x="12958" y="36180"/>
                  </a:lnTo>
                  <a:lnTo>
                    <a:pt x="12760" y="36568"/>
                  </a:lnTo>
                  <a:lnTo>
                    <a:pt x="11114" y="40339"/>
                  </a:lnTo>
                  <a:lnTo>
                    <a:pt x="10899" y="40832"/>
                  </a:lnTo>
                  <a:lnTo>
                    <a:pt x="10314" y="40434"/>
                  </a:lnTo>
                  <a:lnTo>
                    <a:pt x="8924" y="39549"/>
                  </a:lnTo>
                  <a:lnTo>
                    <a:pt x="3128" y="35863"/>
                  </a:lnTo>
                  <a:lnTo>
                    <a:pt x="2397" y="35454"/>
                  </a:lnTo>
                  <a:lnTo>
                    <a:pt x="2527" y="35262"/>
                  </a:lnTo>
                  <a:lnTo>
                    <a:pt x="2686" y="35006"/>
                  </a:lnTo>
                  <a:lnTo>
                    <a:pt x="3295" y="34025"/>
                  </a:lnTo>
                  <a:lnTo>
                    <a:pt x="4456" y="32154"/>
                  </a:lnTo>
                  <a:lnTo>
                    <a:pt x="8071" y="26329"/>
                  </a:lnTo>
                  <a:lnTo>
                    <a:pt x="10352" y="22653"/>
                  </a:lnTo>
                  <a:lnTo>
                    <a:pt x="11483" y="20830"/>
                  </a:lnTo>
                  <a:lnTo>
                    <a:pt x="10860" y="20488"/>
                  </a:lnTo>
                  <a:lnTo>
                    <a:pt x="9472" y="19645"/>
                  </a:lnTo>
                  <a:lnTo>
                    <a:pt x="9162" y="19457"/>
                  </a:lnTo>
                  <a:lnTo>
                    <a:pt x="7703" y="18572"/>
                  </a:lnTo>
                  <a:lnTo>
                    <a:pt x="7198" y="18259"/>
                  </a:lnTo>
                  <a:lnTo>
                    <a:pt x="6735" y="17992"/>
                  </a:lnTo>
                  <a:lnTo>
                    <a:pt x="6512" y="17863"/>
                  </a:lnTo>
                  <a:lnTo>
                    <a:pt x="5379" y="17210"/>
                  </a:lnTo>
                  <a:lnTo>
                    <a:pt x="4873" y="16918"/>
                  </a:lnTo>
                  <a:lnTo>
                    <a:pt x="3483" y="16110"/>
                  </a:lnTo>
                  <a:lnTo>
                    <a:pt x="3100" y="15861"/>
                  </a:lnTo>
                  <a:lnTo>
                    <a:pt x="2885" y="15722"/>
                  </a:lnTo>
                  <a:lnTo>
                    <a:pt x="2132" y="15231"/>
                  </a:lnTo>
                  <a:lnTo>
                    <a:pt x="1521" y="14412"/>
                  </a:lnTo>
                  <a:lnTo>
                    <a:pt x="877" y="13541"/>
                  </a:lnTo>
                  <a:lnTo>
                    <a:pt x="736" y="13394"/>
                  </a:lnTo>
                  <a:lnTo>
                    <a:pt x="0" y="12628"/>
                  </a:lnTo>
                  <a:lnTo>
                    <a:pt x="1196" y="12214"/>
                  </a:lnTo>
                  <a:lnTo>
                    <a:pt x="1612" y="12069"/>
                  </a:lnTo>
                  <a:lnTo>
                    <a:pt x="2606" y="11591"/>
                  </a:lnTo>
                  <a:lnTo>
                    <a:pt x="3043" y="11381"/>
                  </a:lnTo>
                  <a:lnTo>
                    <a:pt x="4025" y="10623"/>
                  </a:lnTo>
                  <a:lnTo>
                    <a:pt x="4482" y="10363"/>
                  </a:lnTo>
                  <a:lnTo>
                    <a:pt x="5744" y="9643"/>
                  </a:lnTo>
                  <a:lnTo>
                    <a:pt x="6602" y="9154"/>
                  </a:lnTo>
                  <a:lnTo>
                    <a:pt x="7831" y="8570"/>
                  </a:lnTo>
                  <a:lnTo>
                    <a:pt x="8668" y="7813"/>
                  </a:lnTo>
                  <a:lnTo>
                    <a:pt x="9366" y="6935"/>
                  </a:lnTo>
                  <a:lnTo>
                    <a:pt x="10464" y="5552"/>
                  </a:lnTo>
                  <a:lnTo>
                    <a:pt x="13353" y="2808"/>
                  </a:lnTo>
                  <a:lnTo>
                    <a:pt x="17069" y="0"/>
                  </a:lnTo>
                  <a:lnTo>
                    <a:pt x="18647" y="523"/>
                  </a:lnTo>
                  <a:lnTo>
                    <a:pt x="21401" y="1903"/>
                  </a:lnTo>
                  <a:lnTo>
                    <a:pt x="24775" y="3593"/>
                  </a:lnTo>
                  <a:lnTo>
                    <a:pt x="25161" y="3780"/>
                  </a:lnTo>
                  <a:lnTo>
                    <a:pt x="27481" y="513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2" name="pg391"/>
            <p:cNvSpPr/>
            <p:nvPr/>
          </p:nvSpPr>
          <p:spPr>
            <a:xfrm>
              <a:off x="4269988" y="1936531"/>
              <a:ext cx="39777" cy="44145"/>
            </a:xfrm>
            <a:custGeom>
              <a:avLst/>
              <a:pathLst>
                <a:path w="39777" h="44145">
                  <a:moveTo>
                    <a:pt x="28154" y="1467"/>
                  </a:moveTo>
                  <a:lnTo>
                    <a:pt x="30562" y="1203"/>
                  </a:lnTo>
                  <a:lnTo>
                    <a:pt x="32233" y="1019"/>
                  </a:lnTo>
                  <a:lnTo>
                    <a:pt x="33682" y="1900"/>
                  </a:lnTo>
                  <a:lnTo>
                    <a:pt x="34325" y="2291"/>
                  </a:lnTo>
                  <a:lnTo>
                    <a:pt x="39777" y="5604"/>
                  </a:lnTo>
                  <a:lnTo>
                    <a:pt x="38737" y="6980"/>
                  </a:lnTo>
                  <a:lnTo>
                    <a:pt x="38263" y="7689"/>
                  </a:lnTo>
                  <a:lnTo>
                    <a:pt x="38138" y="8515"/>
                  </a:lnTo>
                  <a:lnTo>
                    <a:pt x="37620" y="11959"/>
                  </a:lnTo>
                  <a:lnTo>
                    <a:pt x="36415" y="19957"/>
                  </a:lnTo>
                  <a:lnTo>
                    <a:pt x="35938" y="23121"/>
                  </a:lnTo>
                  <a:lnTo>
                    <a:pt x="35751" y="24373"/>
                  </a:lnTo>
                  <a:lnTo>
                    <a:pt x="35502" y="26022"/>
                  </a:lnTo>
                  <a:lnTo>
                    <a:pt x="34538" y="26562"/>
                  </a:lnTo>
                  <a:lnTo>
                    <a:pt x="33617" y="27078"/>
                  </a:lnTo>
                  <a:lnTo>
                    <a:pt x="33133" y="34701"/>
                  </a:lnTo>
                  <a:lnTo>
                    <a:pt x="33094" y="35311"/>
                  </a:lnTo>
                  <a:lnTo>
                    <a:pt x="33070" y="35694"/>
                  </a:lnTo>
                  <a:lnTo>
                    <a:pt x="33014" y="36449"/>
                  </a:lnTo>
                  <a:lnTo>
                    <a:pt x="32697" y="40704"/>
                  </a:lnTo>
                  <a:lnTo>
                    <a:pt x="32655" y="41713"/>
                  </a:lnTo>
                  <a:lnTo>
                    <a:pt x="32553" y="44145"/>
                  </a:lnTo>
                  <a:lnTo>
                    <a:pt x="26582" y="43781"/>
                  </a:lnTo>
                  <a:lnTo>
                    <a:pt x="23099" y="42113"/>
                  </a:lnTo>
                  <a:lnTo>
                    <a:pt x="22026" y="42710"/>
                  </a:lnTo>
                  <a:lnTo>
                    <a:pt x="21340" y="42561"/>
                  </a:lnTo>
                  <a:lnTo>
                    <a:pt x="19700" y="40205"/>
                  </a:lnTo>
                  <a:lnTo>
                    <a:pt x="18626" y="39012"/>
                  </a:lnTo>
                  <a:lnTo>
                    <a:pt x="17553" y="38654"/>
                  </a:lnTo>
                  <a:lnTo>
                    <a:pt x="16002" y="40771"/>
                  </a:lnTo>
                  <a:lnTo>
                    <a:pt x="15244" y="42124"/>
                  </a:lnTo>
                  <a:lnTo>
                    <a:pt x="14948" y="42654"/>
                  </a:lnTo>
                  <a:lnTo>
                    <a:pt x="14036" y="42348"/>
                  </a:lnTo>
                  <a:lnTo>
                    <a:pt x="11950" y="41649"/>
                  </a:lnTo>
                  <a:lnTo>
                    <a:pt x="10035" y="40629"/>
                  </a:lnTo>
                  <a:lnTo>
                    <a:pt x="8273" y="39382"/>
                  </a:lnTo>
                  <a:lnTo>
                    <a:pt x="6721" y="38570"/>
                  </a:lnTo>
                  <a:lnTo>
                    <a:pt x="6043" y="38552"/>
                  </a:lnTo>
                  <a:lnTo>
                    <a:pt x="5853" y="38546"/>
                  </a:lnTo>
                  <a:lnTo>
                    <a:pt x="5191" y="38774"/>
                  </a:lnTo>
                  <a:lnTo>
                    <a:pt x="4186" y="36392"/>
                  </a:lnTo>
                  <a:lnTo>
                    <a:pt x="0" y="31955"/>
                  </a:lnTo>
                  <a:lnTo>
                    <a:pt x="836" y="31599"/>
                  </a:lnTo>
                  <a:lnTo>
                    <a:pt x="1218" y="31437"/>
                  </a:lnTo>
                  <a:lnTo>
                    <a:pt x="2325" y="30965"/>
                  </a:lnTo>
                  <a:lnTo>
                    <a:pt x="3340" y="30542"/>
                  </a:lnTo>
                  <a:lnTo>
                    <a:pt x="3742" y="30375"/>
                  </a:lnTo>
                  <a:lnTo>
                    <a:pt x="4572" y="30143"/>
                  </a:lnTo>
                  <a:lnTo>
                    <a:pt x="5354" y="29925"/>
                  </a:lnTo>
                  <a:lnTo>
                    <a:pt x="5732" y="29909"/>
                  </a:lnTo>
                  <a:lnTo>
                    <a:pt x="7490" y="29832"/>
                  </a:lnTo>
                  <a:lnTo>
                    <a:pt x="7815" y="30047"/>
                  </a:lnTo>
                  <a:lnTo>
                    <a:pt x="10830" y="32039"/>
                  </a:lnTo>
                  <a:lnTo>
                    <a:pt x="11343" y="30250"/>
                  </a:lnTo>
                  <a:lnTo>
                    <a:pt x="11728" y="27964"/>
                  </a:lnTo>
                  <a:lnTo>
                    <a:pt x="12272" y="24741"/>
                  </a:lnTo>
                  <a:lnTo>
                    <a:pt x="12990" y="20480"/>
                  </a:lnTo>
                  <a:lnTo>
                    <a:pt x="13037" y="20206"/>
                  </a:lnTo>
                  <a:lnTo>
                    <a:pt x="13347" y="17785"/>
                  </a:lnTo>
                  <a:lnTo>
                    <a:pt x="8910" y="17201"/>
                  </a:lnTo>
                  <a:lnTo>
                    <a:pt x="8706" y="14941"/>
                  </a:lnTo>
                  <a:lnTo>
                    <a:pt x="9137" y="14905"/>
                  </a:lnTo>
                  <a:lnTo>
                    <a:pt x="8786" y="7559"/>
                  </a:lnTo>
                  <a:lnTo>
                    <a:pt x="8417" y="7506"/>
                  </a:lnTo>
                  <a:lnTo>
                    <a:pt x="8404" y="7332"/>
                  </a:lnTo>
                  <a:lnTo>
                    <a:pt x="8185" y="4403"/>
                  </a:lnTo>
                  <a:lnTo>
                    <a:pt x="8201" y="693"/>
                  </a:lnTo>
                  <a:lnTo>
                    <a:pt x="9833" y="239"/>
                  </a:lnTo>
                  <a:lnTo>
                    <a:pt x="19816" y="0"/>
                  </a:lnTo>
                  <a:lnTo>
                    <a:pt x="21279" y="257"/>
                  </a:lnTo>
                  <a:lnTo>
                    <a:pt x="21884" y="363"/>
                  </a:lnTo>
                  <a:lnTo>
                    <a:pt x="24534" y="830"/>
                  </a:lnTo>
                  <a:lnTo>
                    <a:pt x="25295" y="96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3" name="pg392"/>
            <p:cNvSpPr/>
            <p:nvPr/>
          </p:nvSpPr>
          <p:spPr>
            <a:xfrm>
              <a:off x="4411358" y="4546274"/>
              <a:ext cx="99243" cy="160780"/>
            </a:xfrm>
            <a:custGeom>
              <a:avLst/>
              <a:pathLst>
                <a:path w="99243" h="160780">
                  <a:moveTo>
                    <a:pt x="84218" y="18254"/>
                  </a:moveTo>
                  <a:lnTo>
                    <a:pt x="84406" y="18694"/>
                  </a:lnTo>
                  <a:lnTo>
                    <a:pt x="84486" y="18914"/>
                  </a:lnTo>
                  <a:lnTo>
                    <a:pt x="84572" y="19147"/>
                  </a:lnTo>
                  <a:lnTo>
                    <a:pt x="84712" y="19601"/>
                  </a:lnTo>
                  <a:lnTo>
                    <a:pt x="84830" y="20065"/>
                  </a:lnTo>
                  <a:lnTo>
                    <a:pt x="84923" y="20533"/>
                  </a:lnTo>
                  <a:lnTo>
                    <a:pt x="86652" y="23216"/>
                  </a:lnTo>
                  <a:lnTo>
                    <a:pt x="86821" y="23898"/>
                  </a:lnTo>
                  <a:lnTo>
                    <a:pt x="87036" y="24565"/>
                  </a:lnTo>
                  <a:lnTo>
                    <a:pt x="87296" y="25214"/>
                  </a:lnTo>
                  <a:lnTo>
                    <a:pt x="87601" y="25843"/>
                  </a:lnTo>
                  <a:lnTo>
                    <a:pt x="87973" y="26490"/>
                  </a:lnTo>
                  <a:lnTo>
                    <a:pt x="88393" y="27107"/>
                  </a:lnTo>
                  <a:lnTo>
                    <a:pt x="88829" y="27659"/>
                  </a:lnTo>
                  <a:lnTo>
                    <a:pt x="89103" y="27877"/>
                  </a:lnTo>
                  <a:lnTo>
                    <a:pt x="89343" y="28130"/>
                  </a:lnTo>
                  <a:lnTo>
                    <a:pt x="89532" y="28393"/>
                  </a:lnTo>
                  <a:lnTo>
                    <a:pt x="89685" y="28680"/>
                  </a:lnTo>
                  <a:lnTo>
                    <a:pt x="89783" y="28932"/>
                  </a:lnTo>
                  <a:lnTo>
                    <a:pt x="89853" y="29194"/>
                  </a:lnTo>
                  <a:lnTo>
                    <a:pt x="89894" y="29462"/>
                  </a:lnTo>
                  <a:lnTo>
                    <a:pt x="89903" y="29806"/>
                  </a:lnTo>
                  <a:lnTo>
                    <a:pt x="89794" y="30313"/>
                  </a:lnTo>
                  <a:lnTo>
                    <a:pt x="89766" y="30447"/>
                  </a:lnTo>
                  <a:lnTo>
                    <a:pt x="89658" y="31092"/>
                  </a:lnTo>
                  <a:lnTo>
                    <a:pt x="89585" y="31691"/>
                  </a:lnTo>
                  <a:lnTo>
                    <a:pt x="89536" y="32296"/>
                  </a:lnTo>
                  <a:lnTo>
                    <a:pt x="89513" y="32917"/>
                  </a:lnTo>
                  <a:lnTo>
                    <a:pt x="89517" y="33542"/>
                  </a:lnTo>
                  <a:lnTo>
                    <a:pt x="89547" y="34166"/>
                  </a:lnTo>
                  <a:lnTo>
                    <a:pt x="89649" y="34908"/>
                  </a:lnTo>
                  <a:lnTo>
                    <a:pt x="89993" y="35831"/>
                  </a:lnTo>
                  <a:lnTo>
                    <a:pt x="90461" y="36931"/>
                  </a:lnTo>
                  <a:lnTo>
                    <a:pt x="90549" y="37115"/>
                  </a:lnTo>
                  <a:lnTo>
                    <a:pt x="91179" y="38633"/>
                  </a:lnTo>
                  <a:lnTo>
                    <a:pt x="91656" y="39468"/>
                  </a:lnTo>
                  <a:lnTo>
                    <a:pt x="92539" y="40160"/>
                  </a:lnTo>
                  <a:lnTo>
                    <a:pt x="93446" y="40756"/>
                  </a:lnTo>
                  <a:lnTo>
                    <a:pt x="93923" y="40900"/>
                  </a:lnTo>
                  <a:lnTo>
                    <a:pt x="93874" y="41782"/>
                  </a:lnTo>
                  <a:lnTo>
                    <a:pt x="93732" y="44382"/>
                  </a:lnTo>
                  <a:lnTo>
                    <a:pt x="93756" y="45647"/>
                  </a:lnTo>
                  <a:lnTo>
                    <a:pt x="94352" y="47889"/>
                  </a:lnTo>
                  <a:lnTo>
                    <a:pt x="94959" y="48901"/>
                  </a:lnTo>
                  <a:lnTo>
                    <a:pt x="95466" y="49746"/>
                  </a:lnTo>
                  <a:lnTo>
                    <a:pt x="95635" y="50008"/>
                  </a:lnTo>
                  <a:lnTo>
                    <a:pt x="95915" y="50443"/>
                  </a:lnTo>
                  <a:lnTo>
                    <a:pt x="96278" y="51007"/>
                  </a:lnTo>
                  <a:lnTo>
                    <a:pt x="98249" y="54067"/>
                  </a:lnTo>
                  <a:lnTo>
                    <a:pt x="98580" y="54458"/>
                  </a:lnTo>
                  <a:lnTo>
                    <a:pt x="98817" y="54738"/>
                  </a:lnTo>
                  <a:lnTo>
                    <a:pt x="99078" y="55047"/>
                  </a:lnTo>
                  <a:lnTo>
                    <a:pt x="99154" y="55278"/>
                  </a:lnTo>
                  <a:lnTo>
                    <a:pt x="99206" y="55514"/>
                  </a:lnTo>
                  <a:lnTo>
                    <a:pt x="99236" y="55753"/>
                  </a:lnTo>
                  <a:lnTo>
                    <a:pt x="99243" y="55994"/>
                  </a:lnTo>
                  <a:lnTo>
                    <a:pt x="99227" y="56236"/>
                  </a:lnTo>
                  <a:lnTo>
                    <a:pt x="99188" y="56475"/>
                  </a:lnTo>
                  <a:lnTo>
                    <a:pt x="99126" y="56709"/>
                  </a:lnTo>
                  <a:lnTo>
                    <a:pt x="99043" y="56935"/>
                  </a:lnTo>
                  <a:lnTo>
                    <a:pt x="98615" y="57566"/>
                  </a:lnTo>
                  <a:lnTo>
                    <a:pt x="98163" y="58177"/>
                  </a:lnTo>
                  <a:lnTo>
                    <a:pt x="97687" y="58768"/>
                  </a:lnTo>
                  <a:lnTo>
                    <a:pt x="97185" y="59341"/>
                  </a:lnTo>
                  <a:lnTo>
                    <a:pt x="96787" y="59764"/>
                  </a:lnTo>
                  <a:lnTo>
                    <a:pt x="96376" y="60173"/>
                  </a:lnTo>
                  <a:lnTo>
                    <a:pt x="96242" y="60500"/>
                  </a:lnTo>
                  <a:lnTo>
                    <a:pt x="96109" y="60822"/>
                  </a:lnTo>
                  <a:lnTo>
                    <a:pt x="95653" y="61931"/>
                  </a:lnTo>
                  <a:lnTo>
                    <a:pt x="94389" y="64998"/>
                  </a:lnTo>
                  <a:lnTo>
                    <a:pt x="94075" y="65855"/>
                  </a:lnTo>
                  <a:lnTo>
                    <a:pt x="93602" y="67145"/>
                  </a:lnTo>
                  <a:lnTo>
                    <a:pt x="92701" y="69659"/>
                  </a:lnTo>
                  <a:lnTo>
                    <a:pt x="92654" y="69789"/>
                  </a:lnTo>
                  <a:lnTo>
                    <a:pt x="92582" y="69990"/>
                  </a:lnTo>
                  <a:lnTo>
                    <a:pt x="92531" y="70144"/>
                  </a:lnTo>
                  <a:lnTo>
                    <a:pt x="91877" y="72091"/>
                  </a:lnTo>
                  <a:lnTo>
                    <a:pt x="91670" y="72709"/>
                  </a:lnTo>
                  <a:lnTo>
                    <a:pt x="91598" y="73121"/>
                  </a:lnTo>
                  <a:lnTo>
                    <a:pt x="91473" y="73890"/>
                  </a:lnTo>
                  <a:lnTo>
                    <a:pt x="91759" y="75500"/>
                  </a:lnTo>
                  <a:lnTo>
                    <a:pt x="91885" y="76663"/>
                  </a:lnTo>
                  <a:lnTo>
                    <a:pt x="91724" y="77046"/>
                  </a:lnTo>
                  <a:lnTo>
                    <a:pt x="91269" y="78124"/>
                  </a:lnTo>
                  <a:lnTo>
                    <a:pt x="90471" y="79920"/>
                  </a:lnTo>
                  <a:lnTo>
                    <a:pt x="90310" y="80778"/>
                  </a:lnTo>
                  <a:lnTo>
                    <a:pt x="90238" y="82246"/>
                  </a:lnTo>
                  <a:lnTo>
                    <a:pt x="89738" y="84106"/>
                  </a:lnTo>
                  <a:lnTo>
                    <a:pt x="88813" y="85801"/>
                  </a:lnTo>
                  <a:lnTo>
                    <a:pt x="87972" y="87331"/>
                  </a:lnTo>
                  <a:lnTo>
                    <a:pt x="87483" y="88221"/>
                  </a:lnTo>
                  <a:lnTo>
                    <a:pt x="87386" y="88397"/>
                  </a:lnTo>
                  <a:lnTo>
                    <a:pt x="86980" y="89127"/>
                  </a:lnTo>
                  <a:lnTo>
                    <a:pt x="85943" y="90994"/>
                  </a:lnTo>
                  <a:lnTo>
                    <a:pt x="85753" y="91336"/>
                  </a:lnTo>
                  <a:lnTo>
                    <a:pt x="85587" y="91256"/>
                  </a:lnTo>
                  <a:lnTo>
                    <a:pt x="83753" y="90371"/>
                  </a:lnTo>
                  <a:lnTo>
                    <a:pt x="82829" y="92324"/>
                  </a:lnTo>
                  <a:lnTo>
                    <a:pt x="81739" y="94626"/>
                  </a:lnTo>
                  <a:lnTo>
                    <a:pt x="79785" y="98755"/>
                  </a:lnTo>
                  <a:lnTo>
                    <a:pt x="79700" y="98934"/>
                  </a:lnTo>
                  <a:lnTo>
                    <a:pt x="79163" y="100070"/>
                  </a:lnTo>
                  <a:lnTo>
                    <a:pt x="78903" y="100810"/>
                  </a:lnTo>
                  <a:lnTo>
                    <a:pt x="78680" y="101448"/>
                  </a:lnTo>
                  <a:lnTo>
                    <a:pt x="78139" y="105300"/>
                  </a:lnTo>
                  <a:lnTo>
                    <a:pt x="77369" y="105233"/>
                  </a:lnTo>
                  <a:lnTo>
                    <a:pt x="76118" y="110576"/>
                  </a:lnTo>
                  <a:lnTo>
                    <a:pt x="76155" y="110758"/>
                  </a:lnTo>
                  <a:lnTo>
                    <a:pt x="77212" y="115902"/>
                  </a:lnTo>
                  <a:lnTo>
                    <a:pt x="77401" y="116824"/>
                  </a:lnTo>
                  <a:lnTo>
                    <a:pt x="77715" y="118353"/>
                  </a:lnTo>
                  <a:lnTo>
                    <a:pt x="77587" y="118706"/>
                  </a:lnTo>
                  <a:lnTo>
                    <a:pt x="76886" y="120643"/>
                  </a:lnTo>
                  <a:lnTo>
                    <a:pt x="76027" y="122808"/>
                  </a:lnTo>
                  <a:lnTo>
                    <a:pt x="75840" y="123214"/>
                  </a:lnTo>
                  <a:lnTo>
                    <a:pt x="75737" y="123578"/>
                  </a:lnTo>
                  <a:lnTo>
                    <a:pt x="75688" y="123953"/>
                  </a:lnTo>
                  <a:lnTo>
                    <a:pt x="76819" y="127319"/>
                  </a:lnTo>
                  <a:lnTo>
                    <a:pt x="77688" y="129904"/>
                  </a:lnTo>
                  <a:lnTo>
                    <a:pt x="77852" y="130394"/>
                  </a:lnTo>
                  <a:lnTo>
                    <a:pt x="78001" y="131135"/>
                  </a:lnTo>
                  <a:lnTo>
                    <a:pt x="78172" y="131866"/>
                  </a:lnTo>
                  <a:lnTo>
                    <a:pt x="78368" y="132593"/>
                  </a:lnTo>
                  <a:lnTo>
                    <a:pt x="78586" y="133311"/>
                  </a:lnTo>
                  <a:lnTo>
                    <a:pt x="78908" y="133742"/>
                  </a:lnTo>
                  <a:lnTo>
                    <a:pt x="79105" y="133947"/>
                  </a:lnTo>
                  <a:lnTo>
                    <a:pt x="79402" y="134235"/>
                  </a:lnTo>
                  <a:lnTo>
                    <a:pt x="79470" y="134378"/>
                  </a:lnTo>
                  <a:lnTo>
                    <a:pt x="79498" y="134545"/>
                  </a:lnTo>
                  <a:lnTo>
                    <a:pt x="79558" y="134716"/>
                  </a:lnTo>
                  <a:lnTo>
                    <a:pt x="79343" y="134852"/>
                  </a:lnTo>
                  <a:lnTo>
                    <a:pt x="78232" y="135518"/>
                  </a:lnTo>
                  <a:lnTo>
                    <a:pt x="76361" y="136641"/>
                  </a:lnTo>
                  <a:lnTo>
                    <a:pt x="70462" y="139048"/>
                  </a:lnTo>
                  <a:lnTo>
                    <a:pt x="70541" y="139236"/>
                  </a:lnTo>
                  <a:lnTo>
                    <a:pt x="70827" y="139909"/>
                  </a:lnTo>
                  <a:lnTo>
                    <a:pt x="71280" y="140977"/>
                  </a:lnTo>
                  <a:lnTo>
                    <a:pt x="71595" y="141717"/>
                  </a:lnTo>
                  <a:lnTo>
                    <a:pt x="71663" y="141879"/>
                  </a:lnTo>
                  <a:lnTo>
                    <a:pt x="71988" y="142627"/>
                  </a:lnTo>
                  <a:lnTo>
                    <a:pt x="72196" y="143106"/>
                  </a:lnTo>
                  <a:lnTo>
                    <a:pt x="72521" y="143854"/>
                  </a:lnTo>
                  <a:lnTo>
                    <a:pt x="72993" y="145966"/>
                  </a:lnTo>
                  <a:lnTo>
                    <a:pt x="73211" y="146942"/>
                  </a:lnTo>
                  <a:lnTo>
                    <a:pt x="73706" y="148859"/>
                  </a:lnTo>
                  <a:lnTo>
                    <a:pt x="74040" y="150149"/>
                  </a:lnTo>
                  <a:lnTo>
                    <a:pt x="74201" y="150771"/>
                  </a:lnTo>
                  <a:lnTo>
                    <a:pt x="74371" y="151117"/>
                  </a:lnTo>
                  <a:lnTo>
                    <a:pt x="74568" y="151447"/>
                  </a:lnTo>
                  <a:lnTo>
                    <a:pt x="74793" y="151759"/>
                  </a:lnTo>
                  <a:lnTo>
                    <a:pt x="75044" y="152051"/>
                  </a:lnTo>
                  <a:lnTo>
                    <a:pt x="78522" y="155467"/>
                  </a:lnTo>
                  <a:lnTo>
                    <a:pt x="77663" y="156389"/>
                  </a:lnTo>
                  <a:lnTo>
                    <a:pt x="77239" y="156844"/>
                  </a:lnTo>
                  <a:lnTo>
                    <a:pt x="76881" y="157229"/>
                  </a:lnTo>
                  <a:lnTo>
                    <a:pt x="76438" y="157704"/>
                  </a:lnTo>
                  <a:lnTo>
                    <a:pt x="74630" y="159645"/>
                  </a:lnTo>
                  <a:lnTo>
                    <a:pt x="73382" y="160780"/>
                  </a:lnTo>
                  <a:lnTo>
                    <a:pt x="68214" y="155479"/>
                  </a:lnTo>
                  <a:lnTo>
                    <a:pt x="67998" y="155258"/>
                  </a:lnTo>
                  <a:lnTo>
                    <a:pt x="65876" y="153082"/>
                  </a:lnTo>
                  <a:lnTo>
                    <a:pt x="64179" y="151341"/>
                  </a:lnTo>
                  <a:lnTo>
                    <a:pt x="63271" y="150409"/>
                  </a:lnTo>
                  <a:lnTo>
                    <a:pt x="59370" y="146408"/>
                  </a:lnTo>
                  <a:lnTo>
                    <a:pt x="55043" y="141962"/>
                  </a:lnTo>
                  <a:lnTo>
                    <a:pt x="54051" y="140849"/>
                  </a:lnTo>
                  <a:lnTo>
                    <a:pt x="49115" y="135310"/>
                  </a:lnTo>
                  <a:lnTo>
                    <a:pt x="45530" y="131286"/>
                  </a:lnTo>
                  <a:lnTo>
                    <a:pt x="45907" y="130977"/>
                  </a:lnTo>
                  <a:lnTo>
                    <a:pt x="48114" y="129166"/>
                  </a:lnTo>
                  <a:lnTo>
                    <a:pt x="48219" y="128760"/>
                  </a:lnTo>
                  <a:lnTo>
                    <a:pt x="48319" y="128373"/>
                  </a:lnTo>
                  <a:lnTo>
                    <a:pt x="48337" y="127007"/>
                  </a:lnTo>
                  <a:lnTo>
                    <a:pt x="48355" y="125660"/>
                  </a:lnTo>
                  <a:lnTo>
                    <a:pt x="48400" y="122359"/>
                  </a:lnTo>
                  <a:lnTo>
                    <a:pt x="48390" y="117001"/>
                  </a:lnTo>
                  <a:lnTo>
                    <a:pt x="48336" y="116200"/>
                  </a:lnTo>
                  <a:lnTo>
                    <a:pt x="48305" y="115732"/>
                  </a:lnTo>
                  <a:lnTo>
                    <a:pt x="45277" y="112615"/>
                  </a:lnTo>
                  <a:lnTo>
                    <a:pt x="42161" y="109234"/>
                  </a:lnTo>
                  <a:lnTo>
                    <a:pt x="36863" y="103483"/>
                  </a:lnTo>
                  <a:lnTo>
                    <a:pt x="35706" y="102228"/>
                  </a:lnTo>
                  <a:lnTo>
                    <a:pt x="37095" y="94985"/>
                  </a:lnTo>
                  <a:lnTo>
                    <a:pt x="36448" y="94232"/>
                  </a:lnTo>
                  <a:lnTo>
                    <a:pt x="35662" y="93318"/>
                  </a:lnTo>
                  <a:lnTo>
                    <a:pt x="31919" y="88965"/>
                  </a:lnTo>
                  <a:lnTo>
                    <a:pt x="28603" y="85109"/>
                  </a:lnTo>
                  <a:lnTo>
                    <a:pt x="21394" y="77215"/>
                  </a:lnTo>
                  <a:lnTo>
                    <a:pt x="19050" y="74416"/>
                  </a:lnTo>
                  <a:lnTo>
                    <a:pt x="18323" y="73548"/>
                  </a:lnTo>
                  <a:lnTo>
                    <a:pt x="17056" y="72032"/>
                  </a:lnTo>
                  <a:lnTo>
                    <a:pt x="16469" y="71305"/>
                  </a:lnTo>
                  <a:lnTo>
                    <a:pt x="15928" y="70635"/>
                  </a:lnTo>
                  <a:lnTo>
                    <a:pt x="14126" y="69343"/>
                  </a:lnTo>
                  <a:lnTo>
                    <a:pt x="13986" y="69274"/>
                  </a:lnTo>
                  <a:lnTo>
                    <a:pt x="12666" y="68630"/>
                  </a:lnTo>
                  <a:lnTo>
                    <a:pt x="11335" y="67876"/>
                  </a:lnTo>
                  <a:lnTo>
                    <a:pt x="9861" y="67072"/>
                  </a:lnTo>
                  <a:lnTo>
                    <a:pt x="9328" y="66782"/>
                  </a:lnTo>
                  <a:lnTo>
                    <a:pt x="7155" y="65672"/>
                  </a:lnTo>
                  <a:lnTo>
                    <a:pt x="4459" y="64360"/>
                  </a:lnTo>
                  <a:lnTo>
                    <a:pt x="847" y="63010"/>
                  </a:lnTo>
                  <a:lnTo>
                    <a:pt x="0" y="62335"/>
                  </a:lnTo>
                  <a:lnTo>
                    <a:pt x="716" y="61563"/>
                  </a:lnTo>
                  <a:lnTo>
                    <a:pt x="1872" y="59694"/>
                  </a:lnTo>
                  <a:lnTo>
                    <a:pt x="2513" y="56704"/>
                  </a:lnTo>
                  <a:lnTo>
                    <a:pt x="2890" y="50383"/>
                  </a:lnTo>
                  <a:lnTo>
                    <a:pt x="7528" y="42584"/>
                  </a:lnTo>
                  <a:lnTo>
                    <a:pt x="8579" y="39618"/>
                  </a:lnTo>
                  <a:lnTo>
                    <a:pt x="10371" y="36014"/>
                  </a:lnTo>
                  <a:lnTo>
                    <a:pt x="11956" y="32512"/>
                  </a:lnTo>
                  <a:lnTo>
                    <a:pt x="12961" y="30459"/>
                  </a:lnTo>
                  <a:lnTo>
                    <a:pt x="14127" y="28078"/>
                  </a:lnTo>
                  <a:lnTo>
                    <a:pt x="16521" y="23205"/>
                  </a:lnTo>
                  <a:lnTo>
                    <a:pt x="19102" y="18605"/>
                  </a:lnTo>
                  <a:lnTo>
                    <a:pt x="22262" y="13518"/>
                  </a:lnTo>
                  <a:lnTo>
                    <a:pt x="25305" y="10645"/>
                  </a:lnTo>
                  <a:lnTo>
                    <a:pt x="28272" y="7868"/>
                  </a:lnTo>
                  <a:lnTo>
                    <a:pt x="29212" y="7014"/>
                  </a:lnTo>
                  <a:lnTo>
                    <a:pt x="32538" y="5865"/>
                  </a:lnTo>
                  <a:lnTo>
                    <a:pt x="38192" y="4137"/>
                  </a:lnTo>
                  <a:lnTo>
                    <a:pt x="40542" y="3456"/>
                  </a:lnTo>
                  <a:lnTo>
                    <a:pt x="43219" y="2682"/>
                  </a:lnTo>
                  <a:lnTo>
                    <a:pt x="45329" y="2913"/>
                  </a:lnTo>
                  <a:lnTo>
                    <a:pt x="48956" y="4467"/>
                  </a:lnTo>
                  <a:lnTo>
                    <a:pt x="48899" y="4875"/>
                  </a:lnTo>
                  <a:lnTo>
                    <a:pt x="48871" y="5307"/>
                  </a:lnTo>
                  <a:lnTo>
                    <a:pt x="53135" y="6906"/>
                  </a:lnTo>
                  <a:lnTo>
                    <a:pt x="54653" y="7475"/>
                  </a:lnTo>
                  <a:lnTo>
                    <a:pt x="54426" y="8149"/>
                  </a:lnTo>
                  <a:lnTo>
                    <a:pt x="54349" y="8377"/>
                  </a:lnTo>
                  <a:lnTo>
                    <a:pt x="55686" y="8968"/>
                  </a:lnTo>
                  <a:lnTo>
                    <a:pt x="56957" y="9578"/>
                  </a:lnTo>
                  <a:lnTo>
                    <a:pt x="57616" y="9865"/>
                  </a:lnTo>
                  <a:lnTo>
                    <a:pt x="57907" y="9992"/>
                  </a:lnTo>
                  <a:lnTo>
                    <a:pt x="58354" y="9364"/>
                  </a:lnTo>
                  <a:lnTo>
                    <a:pt x="60252" y="9891"/>
                  </a:lnTo>
                  <a:lnTo>
                    <a:pt x="63494" y="10791"/>
                  </a:lnTo>
                  <a:lnTo>
                    <a:pt x="65067" y="11248"/>
                  </a:lnTo>
                  <a:lnTo>
                    <a:pt x="66040" y="11503"/>
                  </a:lnTo>
                  <a:lnTo>
                    <a:pt x="67187" y="11803"/>
                  </a:lnTo>
                  <a:lnTo>
                    <a:pt x="67360" y="11814"/>
                  </a:lnTo>
                  <a:lnTo>
                    <a:pt x="67385" y="13852"/>
                  </a:lnTo>
                  <a:lnTo>
                    <a:pt x="67392" y="14416"/>
                  </a:lnTo>
                  <a:lnTo>
                    <a:pt x="67355" y="14721"/>
                  </a:lnTo>
                  <a:lnTo>
                    <a:pt x="67013" y="17567"/>
                  </a:lnTo>
                  <a:lnTo>
                    <a:pt x="67890" y="17703"/>
                  </a:lnTo>
                  <a:lnTo>
                    <a:pt x="69432" y="17944"/>
                  </a:lnTo>
                  <a:lnTo>
                    <a:pt x="71937" y="18158"/>
                  </a:lnTo>
                  <a:lnTo>
                    <a:pt x="75592" y="18514"/>
                  </a:lnTo>
                  <a:lnTo>
                    <a:pt x="75570" y="15614"/>
                  </a:lnTo>
                  <a:lnTo>
                    <a:pt x="75568" y="15368"/>
                  </a:lnTo>
                  <a:lnTo>
                    <a:pt x="75551" y="13177"/>
                  </a:lnTo>
                  <a:lnTo>
                    <a:pt x="75545" y="12367"/>
                  </a:lnTo>
                  <a:lnTo>
                    <a:pt x="75541" y="11905"/>
                  </a:lnTo>
                  <a:lnTo>
                    <a:pt x="75675" y="9330"/>
                  </a:lnTo>
                  <a:lnTo>
                    <a:pt x="75690" y="9037"/>
                  </a:lnTo>
                  <a:lnTo>
                    <a:pt x="75702" y="8792"/>
                  </a:lnTo>
                  <a:lnTo>
                    <a:pt x="75836" y="6718"/>
                  </a:lnTo>
                  <a:lnTo>
                    <a:pt x="76098" y="2658"/>
                  </a:lnTo>
                  <a:lnTo>
                    <a:pt x="76269" y="0"/>
                  </a:lnTo>
                  <a:lnTo>
                    <a:pt x="78914" y="255"/>
                  </a:lnTo>
                  <a:lnTo>
                    <a:pt x="79116" y="1388"/>
                  </a:lnTo>
                  <a:lnTo>
                    <a:pt x="79120" y="2758"/>
                  </a:lnTo>
                  <a:lnTo>
                    <a:pt x="79114" y="4017"/>
                  </a:lnTo>
                  <a:lnTo>
                    <a:pt x="79102" y="6569"/>
                  </a:lnTo>
                  <a:lnTo>
                    <a:pt x="79120" y="6718"/>
                  </a:lnTo>
                  <a:lnTo>
                    <a:pt x="79354" y="8725"/>
                  </a:lnTo>
                  <a:lnTo>
                    <a:pt x="79488" y="9867"/>
                  </a:lnTo>
                  <a:lnTo>
                    <a:pt x="79602" y="10845"/>
                  </a:lnTo>
                  <a:lnTo>
                    <a:pt x="80000" y="12407"/>
                  </a:lnTo>
                  <a:lnTo>
                    <a:pt x="80352" y="13787"/>
                  </a:lnTo>
                  <a:lnTo>
                    <a:pt x="80534" y="14498"/>
                  </a:lnTo>
                  <a:lnTo>
                    <a:pt x="80604" y="14956"/>
                  </a:lnTo>
                  <a:lnTo>
                    <a:pt x="81050" y="15059"/>
                  </a:lnTo>
                  <a:lnTo>
                    <a:pt x="81482" y="15211"/>
                  </a:lnTo>
                  <a:lnTo>
                    <a:pt x="81895" y="15408"/>
                  </a:lnTo>
                  <a:lnTo>
                    <a:pt x="82284" y="15650"/>
                  </a:lnTo>
                  <a:lnTo>
                    <a:pt x="82641" y="15931"/>
                  </a:lnTo>
                  <a:lnTo>
                    <a:pt x="82966" y="16248"/>
                  </a:lnTo>
                  <a:lnTo>
                    <a:pt x="83246" y="16605"/>
                  </a:lnTo>
                  <a:lnTo>
                    <a:pt x="83522" y="17000"/>
                  </a:lnTo>
                  <a:lnTo>
                    <a:pt x="83776" y="17406"/>
                  </a:lnTo>
                  <a:lnTo>
                    <a:pt x="84008" y="1782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4" name="pg393"/>
            <p:cNvSpPr/>
            <p:nvPr/>
          </p:nvSpPr>
          <p:spPr>
            <a:xfrm>
              <a:off x="4460230" y="4499273"/>
              <a:ext cx="73720" cy="171161"/>
            </a:xfrm>
            <a:custGeom>
              <a:avLst/>
              <a:pathLst>
                <a:path w="73720" h="171161">
                  <a:moveTo>
                    <a:pt x="64804" y="27235"/>
                  </a:moveTo>
                  <a:lnTo>
                    <a:pt x="65997" y="34391"/>
                  </a:lnTo>
                  <a:lnTo>
                    <a:pt x="66295" y="47214"/>
                  </a:lnTo>
                  <a:lnTo>
                    <a:pt x="67061" y="57809"/>
                  </a:lnTo>
                  <a:lnTo>
                    <a:pt x="68134" y="60999"/>
                  </a:lnTo>
                  <a:lnTo>
                    <a:pt x="70652" y="64153"/>
                  </a:lnTo>
                  <a:lnTo>
                    <a:pt x="67952" y="67819"/>
                  </a:lnTo>
                  <a:lnTo>
                    <a:pt x="68261" y="68321"/>
                  </a:lnTo>
                  <a:lnTo>
                    <a:pt x="69136" y="69745"/>
                  </a:lnTo>
                  <a:lnTo>
                    <a:pt x="70368" y="71746"/>
                  </a:lnTo>
                  <a:lnTo>
                    <a:pt x="71185" y="73076"/>
                  </a:lnTo>
                  <a:lnTo>
                    <a:pt x="71639" y="73945"/>
                  </a:lnTo>
                  <a:lnTo>
                    <a:pt x="72080" y="74790"/>
                  </a:lnTo>
                  <a:lnTo>
                    <a:pt x="72714" y="76281"/>
                  </a:lnTo>
                  <a:lnTo>
                    <a:pt x="73012" y="77474"/>
                  </a:lnTo>
                  <a:lnTo>
                    <a:pt x="73086" y="78667"/>
                  </a:lnTo>
                  <a:lnTo>
                    <a:pt x="73264" y="79733"/>
                  </a:lnTo>
                  <a:lnTo>
                    <a:pt x="73720" y="82469"/>
                  </a:lnTo>
                  <a:lnTo>
                    <a:pt x="73273" y="84407"/>
                  </a:lnTo>
                  <a:lnTo>
                    <a:pt x="72117" y="86644"/>
                  </a:lnTo>
                  <a:lnTo>
                    <a:pt x="71751" y="88230"/>
                  </a:lnTo>
                  <a:lnTo>
                    <a:pt x="71558" y="89066"/>
                  </a:lnTo>
                  <a:lnTo>
                    <a:pt x="71430" y="90002"/>
                  </a:lnTo>
                  <a:lnTo>
                    <a:pt x="71297" y="90967"/>
                  </a:lnTo>
                  <a:lnTo>
                    <a:pt x="71297" y="93204"/>
                  </a:lnTo>
                  <a:lnTo>
                    <a:pt x="71109" y="94279"/>
                  </a:lnTo>
                  <a:lnTo>
                    <a:pt x="71013" y="94829"/>
                  </a:lnTo>
                  <a:lnTo>
                    <a:pt x="70864" y="95676"/>
                  </a:lnTo>
                  <a:lnTo>
                    <a:pt x="70711" y="96553"/>
                  </a:lnTo>
                  <a:lnTo>
                    <a:pt x="70452" y="98032"/>
                  </a:lnTo>
                  <a:lnTo>
                    <a:pt x="70124" y="98619"/>
                  </a:lnTo>
                  <a:lnTo>
                    <a:pt x="69864" y="99238"/>
                  </a:lnTo>
                  <a:lnTo>
                    <a:pt x="69675" y="99883"/>
                  </a:lnTo>
                  <a:lnTo>
                    <a:pt x="69560" y="100545"/>
                  </a:lnTo>
                  <a:lnTo>
                    <a:pt x="69525" y="100966"/>
                  </a:lnTo>
                  <a:lnTo>
                    <a:pt x="69520" y="101387"/>
                  </a:lnTo>
                  <a:lnTo>
                    <a:pt x="69718" y="103673"/>
                  </a:lnTo>
                  <a:lnTo>
                    <a:pt x="69784" y="104305"/>
                  </a:lnTo>
                  <a:lnTo>
                    <a:pt x="70053" y="106871"/>
                  </a:lnTo>
                  <a:lnTo>
                    <a:pt x="70151" y="107644"/>
                  </a:lnTo>
                  <a:lnTo>
                    <a:pt x="70452" y="110035"/>
                  </a:lnTo>
                  <a:lnTo>
                    <a:pt x="70455" y="110681"/>
                  </a:lnTo>
                  <a:lnTo>
                    <a:pt x="70409" y="111325"/>
                  </a:lnTo>
                  <a:lnTo>
                    <a:pt x="70316" y="111964"/>
                  </a:lnTo>
                  <a:lnTo>
                    <a:pt x="70175" y="112594"/>
                  </a:lnTo>
                  <a:lnTo>
                    <a:pt x="69993" y="113199"/>
                  </a:lnTo>
                  <a:lnTo>
                    <a:pt x="69766" y="113790"/>
                  </a:lnTo>
                  <a:lnTo>
                    <a:pt x="69496" y="114364"/>
                  </a:lnTo>
                  <a:lnTo>
                    <a:pt x="69187" y="114914"/>
                  </a:lnTo>
                  <a:lnTo>
                    <a:pt x="67023" y="117750"/>
                  </a:lnTo>
                  <a:lnTo>
                    <a:pt x="66004" y="118951"/>
                  </a:lnTo>
                  <a:lnTo>
                    <a:pt x="64302" y="120956"/>
                  </a:lnTo>
                  <a:lnTo>
                    <a:pt x="62307" y="123371"/>
                  </a:lnTo>
                  <a:lnTo>
                    <a:pt x="57954" y="127198"/>
                  </a:lnTo>
                  <a:lnTo>
                    <a:pt x="56999" y="128659"/>
                  </a:lnTo>
                  <a:lnTo>
                    <a:pt x="56133" y="130240"/>
                  </a:lnTo>
                  <a:lnTo>
                    <a:pt x="56499" y="131402"/>
                  </a:lnTo>
                  <a:lnTo>
                    <a:pt x="56700" y="131405"/>
                  </a:lnTo>
                  <a:lnTo>
                    <a:pt x="57326" y="132061"/>
                  </a:lnTo>
                  <a:lnTo>
                    <a:pt x="57325" y="132486"/>
                  </a:lnTo>
                  <a:lnTo>
                    <a:pt x="56341" y="133810"/>
                  </a:lnTo>
                  <a:lnTo>
                    <a:pt x="54856" y="135367"/>
                  </a:lnTo>
                  <a:lnTo>
                    <a:pt x="53738" y="137585"/>
                  </a:lnTo>
                  <a:lnTo>
                    <a:pt x="53061" y="138929"/>
                  </a:lnTo>
                  <a:lnTo>
                    <a:pt x="52789" y="139467"/>
                  </a:lnTo>
                  <a:lnTo>
                    <a:pt x="51164" y="140957"/>
                  </a:lnTo>
                  <a:lnTo>
                    <a:pt x="46526" y="141464"/>
                  </a:lnTo>
                  <a:lnTo>
                    <a:pt x="43110" y="140815"/>
                  </a:lnTo>
                  <a:lnTo>
                    <a:pt x="42706" y="140739"/>
                  </a:lnTo>
                  <a:lnTo>
                    <a:pt x="41888" y="142147"/>
                  </a:lnTo>
                  <a:lnTo>
                    <a:pt x="41149" y="143422"/>
                  </a:lnTo>
                  <a:lnTo>
                    <a:pt x="40908" y="144245"/>
                  </a:lnTo>
                  <a:lnTo>
                    <a:pt x="40333" y="146214"/>
                  </a:lnTo>
                  <a:lnTo>
                    <a:pt x="40310" y="146379"/>
                  </a:lnTo>
                  <a:lnTo>
                    <a:pt x="40093" y="147916"/>
                  </a:lnTo>
                  <a:lnTo>
                    <a:pt x="39925" y="149115"/>
                  </a:lnTo>
                  <a:lnTo>
                    <a:pt x="39983" y="149450"/>
                  </a:lnTo>
                  <a:lnTo>
                    <a:pt x="40038" y="149764"/>
                  </a:lnTo>
                  <a:lnTo>
                    <a:pt x="40367" y="151646"/>
                  </a:lnTo>
                  <a:lnTo>
                    <a:pt x="40444" y="152088"/>
                  </a:lnTo>
                  <a:lnTo>
                    <a:pt x="40571" y="152254"/>
                  </a:lnTo>
                  <a:lnTo>
                    <a:pt x="42020" y="154150"/>
                  </a:lnTo>
                  <a:lnTo>
                    <a:pt x="41665" y="154835"/>
                  </a:lnTo>
                  <a:lnTo>
                    <a:pt x="41302" y="155534"/>
                  </a:lnTo>
                  <a:lnTo>
                    <a:pt x="40997" y="156123"/>
                  </a:lnTo>
                  <a:lnTo>
                    <a:pt x="40347" y="157378"/>
                  </a:lnTo>
                  <a:lnTo>
                    <a:pt x="39748" y="158533"/>
                  </a:lnTo>
                  <a:lnTo>
                    <a:pt x="39550" y="158863"/>
                  </a:lnTo>
                  <a:lnTo>
                    <a:pt x="39049" y="159697"/>
                  </a:lnTo>
                  <a:lnTo>
                    <a:pt x="38799" y="160115"/>
                  </a:lnTo>
                  <a:lnTo>
                    <a:pt x="38475" y="160654"/>
                  </a:lnTo>
                  <a:lnTo>
                    <a:pt x="38113" y="161259"/>
                  </a:lnTo>
                  <a:lnTo>
                    <a:pt x="38017" y="161418"/>
                  </a:lnTo>
                  <a:lnTo>
                    <a:pt x="37421" y="162486"/>
                  </a:lnTo>
                  <a:lnTo>
                    <a:pt x="36698" y="163781"/>
                  </a:lnTo>
                  <a:lnTo>
                    <a:pt x="36013" y="165008"/>
                  </a:lnTo>
                  <a:lnTo>
                    <a:pt x="35681" y="165387"/>
                  </a:lnTo>
                  <a:lnTo>
                    <a:pt x="35166" y="165974"/>
                  </a:lnTo>
                  <a:lnTo>
                    <a:pt x="33306" y="167763"/>
                  </a:lnTo>
                  <a:lnTo>
                    <a:pt x="32997" y="168519"/>
                  </a:lnTo>
                  <a:lnTo>
                    <a:pt x="32213" y="170444"/>
                  </a:lnTo>
                  <a:lnTo>
                    <a:pt x="31891" y="170997"/>
                  </a:lnTo>
                  <a:lnTo>
                    <a:pt x="31697" y="171161"/>
                  </a:lnTo>
                  <a:lnTo>
                    <a:pt x="29608" y="171063"/>
                  </a:lnTo>
                  <a:lnTo>
                    <a:pt x="26819" y="170933"/>
                  </a:lnTo>
                  <a:lnTo>
                    <a:pt x="26866" y="170579"/>
                  </a:lnTo>
                  <a:lnTo>
                    <a:pt x="26969" y="170215"/>
                  </a:lnTo>
                  <a:lnTo>
                    <a:pt x="27156" y="169809"/>
                  </a:lnTo>
                  <a:lnTo>
                    <a:pt x="28015" y="167644"/>
                  </a:lnTo>
                  <a:lnTo>
                    <a:pt x="28716" y="165707"/>
                  </a:lnTo>
                  <a:lnTo>
                    <a:pt x="28844" y="165354"/>
                  </a:lnTo>
                  <a:lnTo>
                    <a:pt x="28529" y="163825"/>
                  </a:lnTo>
                  <a:lnTo>
                    <a:pt x="28340" y="162903"/>
                  </a:lnTo>
                  <a:lnTo>
                    <a:pt x="27284" y="157759"/>
                  </a:lnTo>
                  <a:lnTo>
                    <a:pt x="27246" y="157577"/>
                  </a:lnTo>
                  <a:lnTo>
                    <a:pt x="28497" y="152234"/>
                  </a:lnTo>
                  <a:lnTo>
                    <a:pt x="29267" y="152301"/>
                  </a:lnTo>
                  <a:lnTo>
                    <a:pt x="29808" y="148449"/>
                  </a:lnTo>
                  <a:lnTo>
                    <a:pt x="30071" y="147700"/>
                  </a:lnTo>
                  <a:lnTo>
                    <a:pt x="30291" y="147071"/>
                  </a:lnTo>
                  <a:lnTo>
                    <a:pt x="30829" y="145935"/>
                  </a:lnTo>
                  <a:lnTo>
                    <a:pt x="30914" y="145756"/>
                  </a:lnTo>
                  <a:lnTo>
                    <a:pt x="32868" y="141627"/>
                  </a:lnTo>
                  <a:lnTo>
                    <a:pt x="33957" y="139325"/>
                  </a:lnTo>
                  <a:lnTo>
                    <a:pt x="34881" y="137372"/>
                  </a:lnTo>
                  <a:lnTo>
                    <a:pt x="36715" y="138257"/>
                  </a:lnTo>
                  <a:lnTo>
                    <a:pt x="36881" y="138337"/>
                  </a:lnTo>
                  <a:lnTo>
                    <a:pt x="37071" y="137995"/>
                  </a:lnTo>
                  <a:lnTo>
                    <a:pt x="38115" y="136116"/>
                  </a:lnTo>
                  <a:lnTo>
                    <a:pt x="38514" y="135398"/>
                  </a:lnTo>
                  <a:lnTo>
                    <a:pt x="38611" y="135222"/>
                  </a:lnTo>
                  <a:lnTo>
                    <a:pt x="39100" y="134332"/>
                  </a:lnTo>
                  <a:lnTo>
                    <a:pt x="40007" y="132682"/>
                  </a:lnTo>
                  <a:lnTo>
                    <a:pt x="40866" y="131107"/>
                  </a:lnTo>
                  <a:lnTo>
                    <a:pt x="41367" y="129247"/>
                  </a:lnTo>
                  <a:lnTo>
                    <a:pt x="41438" y="127780"/>
                  </a:lnTo>
                  <a:lnTo>
                    <a:pt x="41599" y="126921"/>
                  </a:lnTo>
                  <a:lnTo>
                    <a:pt x="42442" y="125024"/>
                  </a:lnTo>
                  <a:lnTo>
                    <a:pt x="42852" y="124047"/>
                  </a:lnTo>
                  <a:lnTo>
                    <a:pt x="43013" y="123664"/>
                  </a:lnTo>
                  <a:lnTo>
                    <a:pt x="42888" y="122501"/>
                  </a:lnTo>
                  <a:lnTo>
                    <a:pt x="42601" y="120891"/>
                  </a:lnTo>
                  <a:lnTo>
                    <a:pt x="42727" y="120122"/>
                  </a:lnTo>
                  <a:lnTo>
                    <a:pt x="42798" y="119710"/>
                  </a:lnTo>
                  <a:lnTo>
                    <a:pt x="43006" y="119092"/>
                  </a:lnTo>
                  <a:lnTo>
                    <a:pt x="43659" y="117145"/>
                  </a:lnTo>
                  <a:lnTo>
                    <a:pt x="43711" y="116991"/>
                  </a:lnTo>
                  <a:lnTo>
                    <a:pt x="43783" y="116790"/>
                  </a:lnTo>
                  <a:lnTo>
                    <a:pt x="43829" y="116660"/>
                  </a:lnTo>
                  <a:lnTo>
                    <a:pt x="44730" y="114146"/>
                  </a:lnTo>
                  <a:lnTo>
                    <a:pt x="45203" y="112856"/>
                  </a:lnTo>
                  <a:lnTo>
                    <a:pt x="45518" y="111999"/>
                  </a:lnTo>
                  <a:lnTo>
                    <a:pt x="46781" y="108932"/>
                  </a:lnTo>
                  <a:lnTo>
                    <a:pt x="47237" y="107824"/>
                  </a:lnTo>
                  <a:lnTo>
                    <a:pt x="47370" y="107501"/>
                  </a:lnTo>
                  <a:lnTo>
                    <a:pt x="47505" y="107174"/>
                  </a:lnTo>
                  <a:lnTo>
                    <a:pt x="47917" y="106763"/>
                  </a:lnTo>
                  <a:lnTo>
                    <a:pt x="48316" y="106339"/>
                  </a:lnTo>
                  <a:lnTo>
                    <a:pt x="48817" y="105767"/>
                  </a:lnTo>
                  <a:lnTo>
                    <a:pt x="49293" y="105175"/>
                  </a:lnTo>
                  <a:lnTo>
                    <a:pt x="49745" y="104565"/>
                  </a:lnTo>
                  <a:lnTo>
                    <a:pt x="50171" y="103936"/>
                  </a:lnTo>
                  <a:lnTo>
                    <a:pt x="50255" y="103709"/>
                  </a:lnTo>
                  <a:lnTo>
                    <a:pt x="50316" y="103475"/>
                  </a:lnTo>
                  <a:lnTo>
                    <a:pt x="50355" y="103237"/>
                  </a:lnTo>
                  <a:lnTo>
                    <a:pt x="50372" y="102995"/>
                  </a:lnTo>
                  <a:lnTo>
                    <a:pt x="50365" y="102754"/>
                  </a:lnTo>
                  <a:lnTo>
                    <a:pt x="50334" y="102514"/>
                  </a:lnTo>
                  <a:lnTo>
                    <a:pt x="50282" y="102278"/>
                  </a:lnTo>
                  <a:lnTo>
                    <a:pt x="50207" y="102048"/>
                  </a:lnTo>
                  <a:lnTo>
                    <a:pt x="49945" y="101739"/>
                  </a:lnTo>
                  <a:lnTo>
                    <a:pt x="49708" y="101459"/>
                  </a:lnTo>
                  <a:lnTo>
                    <a:pt x="49377" y="101068"/>
                  </a:lnTo>
                  <a:lnTo>
                    <a:pt x="47406" y="98008"/>
                  </a:lnTo>
                  <a:lnTo>
                    <a:pt x="47043" y="97444"/>
                  </a:lnTo>
                  <a:lnTo>
                    <a:pt x="46696" y="96904"/>
                  </a:lnTo>
                  <a:lnTo>
                    <a:pt x="46585" y="96733"/>
                  </a:lnTo>
                  <a:lnTo>
                    <a:pt x="46087" y="95902"/>
                  </a:lnTo>
                  <a:lnTo>
                    <a:pt x="45480" y="94890"/>
                  </a:lnTo>
                  <a:lnTo>
                    <a:pt x="44884" y="92648"/>
                  </a:lnTo>
                  <a:lnTo>
                    <a:pt x="44860" y="91383"/>
                  </a:lnTo>
                  <a:lnTo>
                    <a:pt x="45003" y="88783"/>
                  </a:lnTo>
                  <a:lnTo>
                    <a:pt x="45051" y="87901"/>
                  </a:lnTo>
                  <a:lnTo>
                    <a:pt x="44574" y="87757"/>
                  </a:lnTo>
                  <a:lnTo>
                    <a:pt x="43667" y="87161"/>
                  </a:lnTo>
                  <a:lnTo>
                    <a:pt x="42785" y="86469"/>
                  </a:lnTo>
                  <a:lnTo>
                    <a:pt x="42308" y="85634"/>
                  </a:lnTo>
                  <a:lnTo>
                    <a:pt x="41677" y="84116"/>
                  </a:lnTo>
                  <a:lnTo>
                    <a:pt x="41487" y="83699"/>
                  </a:lnTo>
                  <a:lnTo>
                    <a:pt x="41120" y="82831"/>
                  </a:lnTo>
                  <a:lnTo>
                    <a:pt x="40733" y="81787"/>
                  </a:lnTo>
                  <a:lnTo>
                    <a:pt x="40675" y="81165"/>
                  </a:lnTo>
                  <a:lnTo>
                    <a:pt x="40645" y="80541"/>
                  </a:lnTo>
                  <a:lnTo>
                    <a:pt x="40641" y="79916"/>
                  </a:lnTo>
                  <a:lnTo>
                    <a:pt x="40665" y="79291"/>
                  </a:lnTo>
                  <a:lnTo>
                    <a:pt x="40713" y="78689"/>
                  </a:lnTo>
                  <a:lnTo>
                    <a:pt x="40787" y="78090"/>
                  </a:lnTo>
                  <a:lnTo>
                    <a:pt x="40894" y="77446"/>
                  </a:lnTo>
                  <a:lnTo>
                    <a:pt x="40923" y="77314"/>
                  </a:lnTo>
                  <a:lnTo>
                    <a:pt x="41033" y="76732"/>
                  </a:lnTo>
                  <a:lnTo>
                    <a:pt x="41022" y="76462"/>
                  </a:lnTo>
                  <a:lnTo>
                    <a:pt x="40981" y="76194"/>
                  </a:lnTo>
                  <a:lnTo>
                    <a:pt x="40911" y="75931"/>
                  </a:lnTo>
                  <a:lnTo>
                    <a:pt x="40813" y="75680"/>
                  </a:lnTo>
                  <a:lnTo>
                    <a:pt x="40660" y="75394"/>
                  </a:lnTo>
                  <a:lnTo>
                    <a:pt x="40471" y="75131"/>
                  </a:lnTo>
                  <a:lnTo>
                    <a:pt x="40231" y="74878"/>
                  </a:lnTo>
                  <a:lnTo>
                    <a:pt x="39958" y="74660"/>
                  </a:lnTo>
                  <a:lnTo>
                    <a:pt x="39520" y="74107"/>
                  </a:lnTo>
                  <a:lnTo>
                    <a:pt x="39101" y="73490"/>
                  </a:lnTo>
                  <a:lnTo>
                    <a:pt x="38729" y="72844"/>
                  </a:lnTo>
                  <a:lnTo>
                    <a:pt x="38424" y="72214"/>
                  </a:lnTo>
                  <a:lnTo>
                    <a:pt x="38163" y="71564"/>
                  </a:lnTo>
                  <a:lnTo>
                    <a:pt x="37949" y="70897"/>
                  </a:lnTo>
                  <a:lnTo>
                    <a:pt x="37781" y="70217"/>
                  </a:lnTo>
                  <a:lnTo>
                    <a:pt x="36051" y="67534"/>
                  </a:lnTo>
                  <a:lnTo>
                    <a:pt x="35958" y="67064"/>
                  </a:lnTo>
                  <a:lnTo>
                    <a:pt x="35840" y="66600"/>
                  </a:lnTo>
                  <a:lnTo>
                    <a:pt x="35699" y="66143"/>
                  </a:lnTo>
                  <a:lnTo>
                    <a:pt x="35615" y="65915"/>
                  </a:lnTo>
                  <a:lnTo>
                    <a:pt x="35534" y="65694"/>
                  </a:lnTo>
                  <a:lnTo>
                    <a:pt x="35346" y="65254"/>
                  </a:lnTo>
                  <a:lnTo>
                    <a:pt x="35135" y="64824"/>
                  </a:lnTo>
                  <a:lnTo>
                    <a:pt x="34903" y="64406"/>
                  </a:lnTo>
                  <a:lnTo>
                    <a:pt x="34650" y="64000"/>
                  </a:lnTo>
                  <a:lnTo>
                    <a:pt x="34373" y="63604"/>
                  </a:lnTo>
                  <a:lnTo>
                    <a:pt x="34094" y="63249"/>
                  </a:lnTo>
                  <a:lnTo>
                    <a:pt x="33769" y="62931"/>
                  </a:lnTo>
                  <a:lnTo>
                    <a:pt x="33412" y="62651"/>
                  </a:lnTo>
                  <a:lnTo>
                    <a:pt x="33023" y="62409"/>
                  </a:lnTo>
                  <a:lnTo>
                    <a:pt x="32610" y="62211"/>
                  </a:lnTo>
                  <a:lnTo>
                    <a:pt x="32178" y="62060"/>
                  </a:lnTo>
                  <a:lnTo>
                    <a:pt x="31732" y="61957"/>
                  </a:lnTo>
                  <a:lnTo>
                    <a:pt x="31662" y="61499"/>
                  </a:lnTo>
                  <a:lnTo>
                    <a:pt x="31481" y="60788"/>
                  </a:lnTo>
                  <a:lnTo>
                    <a:pt x="31129" y="59408"/>
                  </a:lnTo>
                  <a:lnTo>
                    <a:pt x="30730" y="57846"/>
                  </a:lnTo>
                  <a:lnTo>
                    <a:pt x="30616" y="56868"/>
                  </a:lnTo>
                  <a:lnTo>
                    <a:pt x="30483" y="55726"/>
                  </a:lnTo>
                  <a:lnTo>
                    <a:pt x="30248" y="53719"/>
                  </a:lnTo>
                  <a:lnTo>
                    <a:pt x="30231" y="53570"/>
                  </a:lnTo>
                  <a:lnTo>
                    <a:pt x="30243" y="51018"/>
                  </a:lnTo>
                  <a:lnTo>
                    <a:pt x="30249" y="49759"/>
                  </a:lnTo>
                  <a:lnTo>
                    <a:pt x="30244" y="48389"/>
                  </a:lnTo>
                  <a:lnTo>
                    <a:pt x="30043" y="47256"/>
                  </a:lnTo>
                  <a:lnTo>
                    <a:pt x="27397" y="47001"/>
                  </a:lnTo>
                  <a:lnTo>
                    <a:pt x="27226" y="49660"/>
                  </a:lnTo>
                  <a:lnTo>
                    <a:pt x="26964" y="53719"/>
                  </a:lnTo>
                  <a:lnTo>
                    <a:pt x="26831" y="55793"/>
                  </a:lnTo>
                  <a:lnTo>
                    <a:pt x="26818" y="56038"/>
                  </a:lnTo>
                  <a:lnTo>
                    <a:pt x="26803" y="56331"/>
                  </a:lnTo>
                  <a:lnTo>
                    <a:pt x="26670" y="58906"/>
                  </a:lnTo>
                  <a:lnTo>
                    <a:pt x="26673" y="59368"/>
                  </a:lnTo>
                  <a:lnTo>
                    <a:pt x="26679" y="60178"/>
                  </a:lnTo>
                  <a:lnTo>
                    <a:pt x="26696" y="62369"/>
                  </a:lnTo>
                  <a:lnTo>
                    <a:pt x="26698" y="62615"/>
                  </a:lnTo>
                  <a:lnTo>
                    <a:pt x="26720" y="65515"/>
                  </a:lnTo>
                  <a:lnTo>
                    <a:pt x="23065" y="65159"/>
                  </a:lnTo>
                  <a:lnTo>
                    <a:pt x="20560" y="64945"/>
                  </a:lnTo>
                  <a:lnTo>
                    <a:pt x="19018" y="64704"/>
                  </a:lnTo>
                  <a:lnTo>
                    <a:pt x="18141" y="64568"/>
                  </a:lnTo>
                  <a:lnTo>
                    <a:pt x="18483" y="61722"/>
                  </a:lnTo>
                  <a:lnTo>
                    <a:pt x="18520" y="61417"/>
                  </a:lnTo>
                  <a:lnTo>
                    <a:pt x="18513" y="60854"/>
                  </a:lnTo>
                  <a:lnTo>
                    <a:pt x="18489" y="58816"/>
                  </a:lnTo>
                  <a:lnTo>
                    <a:pt x="18315" y="58804"/>
                  </a:lnTo>
                  <a:lnTo>
                    <a:pt x="17169" y="58504"/>
                  </a:lnTo>
                  <a:lnTo>
                    <a:pt x="16195" y="58249"/>
                  </a:lnTo>
                  <a:lnTo>
                    <a:pt x="14612" y="57789"/>
                  </a:lnTo>
                  <a:lnTo>
                    <a:pt x="11380" y="56892"/>
                  </a:lnTo>
                  <a:lnTo>
                    <a:pt x="9482" y="56365"/>
                  </a:lnTo>
                  <a:lnTo>
                    <a:pt x="9035" y="56993"/>
                  </a:lnTo>
                  <a:lnTo>
                    <a:pt x="8744" y="56866"/>
                  </a:lnTo>
                  <a:lnTo>
                    <a:pt x="8085" y="56579"/>
                  </a:lnTo>
                  <a:lnTo>
                    <a:pt x="6814" y="55969"/>
                  </a:lnTo>
                  <a:lnTo>
                    <a:pt x="5478" y="55378"/>
                  </a:lnTo>
                  <a:lnTo>
                    <a:pt x="5554" y="55150"/>
                  </a:lnTo>
                  <a:lnTo>
                    <a:pt x="5781" y="54476"/>
                  </a:lnTo>
                  <a:lnTo>
                    <a:pt x="4263" y="53907"/>
                  </a:lnTo>
                  <a:lnTo>
                    <a:pt x="0" y="52308"/>
                  </a:lnTo>
                  <a:lnTo>
                    <a:pt x="27" y="51876"/>
                  </a:lnTo>
                  <a:lnTo>
                    <a:pt x="107" y="51348"/>
                  </a:lnTo>
                  <a:lnTo>
                    <a:pt x="827" y="47443"/>
                  </a:lnTo>
                  <a:lnTo>
                    <a:pt x="2265" y="43672"/>
                  </a:lnTo>
                  <a:lnTo>
                    <a:pt x="3563" y="40724"/>
                  </a:lnTo>
                  <a:lnTo>
                    <a:pt x="3681" y="40455"/>
                  </a:lnTo>
                  <a:lnTo>
                    <a:pt x="5104" y="35282"/>
                  </a:lnTo>
                  <a:lnTo>
                    <a:pt x="5625" y="33387"/>
                  </a:lnTo>
                  <a:lnTo>
                    <a:pt x="6979" y="28475"/>
                  </a:lnTo>
                  <a:lnTo>
                    <a:pt x="7318" y="27347"/>
                  </a:lnTo>
                  <a:lnTo>
                    <a:pt x="8870" y="22185"/>
                  </a:lnTo>
                  <a:lnTo>
                    <a:pt x="11220" y="21335"/>
                  </a:lnTo>
                  <a:lnTo>
                    <a:pt x="18524" y="18696"/>
                  </a:lnTo>
                  <a:lnTo>
                    <a:pt x="23795" y="22531"/>
                  </a:lnTo>
                  <a:lnTo>
                    <a:pt x="24329" y="28162"/>
                  </a:lnTo>
                  <a:lnTo>
                    <a:pt x="26216" y="31454"/>
                  </a:lnTo>
                  <a:lnTo>
                    <a:pt x="27233" y="30728"/>
                  </a:lnTo>
                  <a:lnTo>
                    <a:pt x="28093" y="30115"/>
                  </a:lnTo>
                  <a:lnTo>
                    <a:pt x="28552" y="29788"/>
                  </a:lnTo>
                  <a:lnTo>
                    <a:pt x="28770" y="29646"/>
                  </a:lnTo>
                  <a:lnTo>
                    <a:pt x="30685" y="28398"/>
                  </a:lnTo>
                  <a:lnTo>
                    <a:pt x="32985" y="27621"/>
                  </a:lnTo>
                  <a:lnTo>
                    <a:pt x="35744" y="26886"/>
                  </a:lnTo>
                  <a:lnTo>
                    <a:pt x="37541" y="26723"/>
                  </a:lnTo>
                  <a:lnTo>
                    <a:pt x="38419" y="27255"/>
                  </a:lnTo>
                  <a:lnTo>
                    <a:pt x="46555" y="0"/>
                  </a:lnTo>
                  <a:lnTo>
                    <a:pt x="59616" y="9482"/>
                  </a:lnTo>
                  <a:lnTo>
                    <a:pt x="64506" y="16201"/>
                  </a:lnTo>
                  <a:lnTo>
                    <a:pt x="67190" y="2283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5" name="pg394"/>
            <p:cNvSpPr/>
            <p:nvPr/>
          </p:nvSpPr>
          <p:spPr>
            <a:xfrm>
              <a:off x="4449824" y="4695271"/>
              <a:ext cx="92004" cy="92797"/>
            </a:xfrm>
            <a:custGeom>
              <a:avLst/>
              <a:pathLst>
                <a:path w="92004" h="92797">
                  <a:moveTo>
                    <a:pt x="67689" y="50776"/>
                  </a:moveTo>
                  <a:lnTo>
                    <a:pt x="68140" y="50778"/>
                  </a:lnTo>
                  <a:lnTo>
                    <a:pt x="68288" y="50774"/>
                  </a:lnTo>
                  <a:lnTo>
                    <a:pt x="68625" y="50763"/>
                  </a:lnTo>
                  <a:lnTo>
                    <a:pt x="68949" y="50753"/>
                  </a:lnTo>
                  <a:lnTo>
                    <a:pt x="73579" y="50611"/>
                  </a:lnTo>
                  <a:lnTo>
                    <a:pt x="73879" y="50558"/>
                  </a:lnTo>
                  <a:lnTo>
                    <a:pt x="74444" y="50456"/>
                  </a:lnTo>
                  <a:lnTo>
                    <a:pt x="76500" y="50087"/>
                  </a:lnTo>
                  <a:lnTo>
                    <a:pt x="77574" y="49895"/>
                  </a:lnTo>
                  <a:lnTo>
                    <a:pt x="78857" y="48817"/>
                  </a:lnTo>
                  <a:lnTo>
                    <a:pt x="79342" y="47650"/>
                  </a:lnTo>
                  <a:lnTo>
                    <a:pt x="79283" y="46624"/>
                  </a:lnTo>
                  <a:lnTo>
                    <a:pt x="78495" y="44745"/>
                  </a:lnTo>
                  <a:lnTo>
                    <a:pt x="78254" y="44376"/>
                  </a:lnTo>
                  <a:lnTo>
                    <a:pt x="77869" y="43899"/>
                  </a:lnTo>
                  <a:lnTo>
                    <a:pt x="77439" y="43461"/>
                  </a:lnTo>
                  <a:lnTo>
                    <a:pt x="76985" y="43078"/>
                  </a:lnTo>
                  <a:lnTo>
                    <a:pt x="77393" y="42980"/>
                  </a:lnTo>
                  <a:lnTo>
                    <a:pt x="77810" y="42927"/>
                  </a:lnTo>
                  <a:lnTo>
                    <a:pt x="78231" y="42922"/>
                  </a:lnTo>
                  <a:lnTo>
                    <a:pt x="78654" y="42964"/>
                  </a:lnTo>
                  <a:lnTo>
                    <a:pt x="79067" y="43053"/>
                  </a:lnTo>
                  <a:lnTo>
                    <a:pt x="79469" y="43189"/>
                  </a:lnTo>
                  <a:lnTo>
                    <a:pt x="79852" y="43368"/>
                  </a:lnTo>
                  <a:lnTo>
                    <a:pt x="80213" y="43590"/>
                  </a:lnTo>
                  <a:lnTo>
                    <a:pt x="80663" y="43955"/>
                  </a:lnTo>
                  <a:lnTo>
                    <a:pt x="80839" y="44114"/>
                  </a:lnTo>
                  <a:lnTo>
                    <a:pt x="81138" y="44387"/>
                  </a:lnTo>
                  <a:lnTo>
                    <a:pt x="81452" y="44724"/>
                  </a:lnTo>
                  <a:lnTo>
                    <a:pt x="81818" y="45206"/>
                  </a:lnTo>
                  <a:lnTo>
                    <a:pt x="81985" y="45462"/>
                  </a:lnTo>
                  <a:lnTo>
                    <a:pt x="82199" y="45854"/>
                  </a:lnTo>
                  <a:lnTo>
                    <a:pt x="82388" y="46276"/>
                  </a:lnTo>
                  <a:lnTo>
                    <a:pt x="82694" y="46619"/>
                  </a:lnTo>
                  <a:lnTo>
                    <a:pt x="85721" y="44344"/>
                  </a:lnTo>
                  <a:lnTo>
                    <a:pt x="87310" y="43150"/>
                  </a:lnTo>
                  <a:lnTo>
                    <a:pt x="87782" y="42931"/>
                  </a:lnTo>
                  <a:lnTo>
                    <a:pt x="87991" y="42795"/>
                  </a:lnTo>
                  <a:lnTo>
                    <a:pt x="88507" y="42459"/>
                  </a:lnTo>
                  <a:lnTo>
                    <a:pt x="89027" y="42120"/>
                  </a:lnTo>
                  <a:lnTo>
                    <a:pt x="90576" y="41198"/>
                  </a:lnTo>
                  <a:lnTo>
                    <a:pt x="90807" y="41616"/>
                  </a:lnTo>
                  <a:lnTo>
                    <a:pt x="90885" y="41800"/>
                  </a:lnTo>
                  <a:lnTo>
                    <a:pt x="91640" y="44981"/>
                  </a:lnTo>
                  <a:lnTo>
                    <a:pt x="91734" y="45374"/>
                  </a:lnTo>
                  <a:lnTo>
                    <a:pt x="92004" y="46543"/>
                  </a:lnTo>
                  <a:lnTo>
                    <a:pt x="91948" y="46974"/>
                  </a:lnTo>
                  <a:lnTo>
                    <a:pt x="91829" y="47391"/>
                  </a:lnTo>
                  <a:lnTo>
                    <a:pt x="91648" y="47784"/>
                  </a:lnTo>
                  <a:lnTo>
                    <a:pt x="91407" y="48149"/>
                  </a:lnTo>
                  <a:lnTo>
                    <a:pt x="88059" y="51606"/>
                  </a:lnTo>
                  <a:lnTo>
                    <a:pt x="86063" y="53045"/>
                  </a:lnTo>
                  <a:lnTo>
                    <a:pt x="85257" y="54109"/>
                  </a:lnTo>
                  <a:lnTo>
                    <a:pt x="84438" y="55189"/>
                  </a:lnTo>
                  <a:lnTo>
                    <a:pt x="83543" y="56244"/>
                  </a:lnTo>
                  <a:lnTo>
                    <a:pt x="82434" y="57318"/>
                  </a:lnTo>
                  <a:lnTo>
                    <a:pt x="80031" y="56855"/>
                  </a:lnTo>
                  <a:lnTo>
                    <a:pt x="76802" y="57367"/>
                  </a:lnTo>
                  <a:lnTo>
                    <a:pt x="75094" y="58040"/>
                  </a:lnTo>
                  <a:lnTo>
                    <a:pt x="74641" y="58218"/>
                  </a:lnTo>
                  <a:lnTo>
                    <a:pt x="72774" y="58953"/>
                  </a:lnTo>
                  <a:lnTo>
                    <a:pt x="71873" y="59527"/>
                  </a:lnTo>
                  <a:lnTo>
                    <a:pt x="71064" y="60042"/>
                  </a:lnTo>
                  <a:lnTo>
                    <a:pt x="69376" y="62215"/>
                  </a:lnTo>
                  <a:lnTo>
                    <a:pt x="69250" y="62555"/>
                  </a:lnTo>
                  <a:lnTo>
                    <a:pt x="68310" y="66136"/>
                  </a:lnTo>
                  <a:lnTo>
                    <a:pt x="67977" y="67233"/>
                  </a:lnTo>
                  <a:lnTo>
                    <a:pt x="67659" y="68681"/>
                  </a:lnTo>
                  <a:lnTo>
                    <a:pt x="67759" y="70306"/>
                  </a:lnTo>
                  <a:lnTo>
                    <a:pt x="67492" y="71795"/>
                  </a:lnTo>
                  <a:lnTo>
                    <a:pt x="67775" y="73405"/>
                  </a:lnTo>
                  <a:lnTo>
                    <a:pt x="67612" y="74147"/>
                  </a:lnTo>
                  <a:lnTo>
                    <a:pt x="67348" y="75322"/>
                  </a:lnTo>
                  <a:lnTo>
                    <a:pt x="65771" y="76894"/>
                  </a:lnTo>
                  <a:lnTo>
                    <a:pt x="65249" y="77893"/>
                  </a:lnTo>
                  <a:lnTo>
                    <a:pt x="65083" y="78842"/>
                  </a:lnTo>
                  <a:lnTo>
                    <a:pt x="64593" y="80994"/>
                  </a:lnTo>
                  <a:lnTo>
                    <a:pt x="63446" y="82660"/>
                  </a:lnTo>
                  <a:lnTo>
                    <a:pt x="62252" y="83737"/>
                  </a:lnTo>
                  <a:lnTo>
                    <a:pt x="61656" y="85376"/>
                  </a:lnTo>
                  <a:lnTo>
                    <a:pt x="61601" y="85522"/>
                  </a:lnTo>
                  <a:lnTo>
                    <a:pt x="60609" y="87301"/>
                  </a:lnTo>
                  <a:lnTo>
                    <a:pt x="60172" y="88085"/>
                  </a:lnTo>
                  <a:lnTo>
                    <a:pt x="59671" y="88984"/>
                  </a:lnTo>
                  <a:lnTo>
                    <a:pt x="56658" y="92797"/>
                  </a:lnTo>
                  <a:lnTo>
                    <a:pt x="56163" y="91943"/>
                  </a:lnTo>
                  <a:lnTo>
                    <a:pt x="55744" y="91220"/>
                  </a:lnTo>
                  <a:lnTo>
                    <a:pt x="55127" y="90158"/>
                  </a:lnTo>
                  <a:lnTo>
                    <a:pt x="54163" y="88496"/>
                  </a:lnTo>
                  <a:lnTo>
                    <a:pt x="54089" y="88369"/>
                  </a:lnTo>
                  <a:lnTo>
                    <a:pt x="53774" y="87829"/>
                  </a:lnTo>
                  <a:lnTo>
                    <a:pt x="53607" y="87543"/>
                  </a:lnTo>
                  <a:lnTo>
                    <a:pt x="53404" y="87194"/>
                  </a:lnTo>
                  <a:lnTo>
                    <a:pt x="53254" y="86939"/>
                  </a:lnTo>
                  <a:lnTo>
                    <a:pt x="53070" y="86931"/>
                  </a:lnTo>
                  <a:lnTo>
                    <a:pt x="52304" y="86901"/>
                  </a:lnTo>
                  <a:lnTo>
                    <a:pt x="51974" y="86888"/>
                  </a:lnTo>
                  <a:lnTo>
                    <a:pt x="51840" y="86895"/>
                  </a:lnTo>
                  <a:lnTo>
                    <a:pt x="50669" y="86902"/>
                  </a:lnTo>
                  <a:lnTo>
                    <a:pt x="49994" y="86574"/>
                  </a:lnTo>
                  <a:lnTo>
                    <a:pt x="49808" y="86483"/>
                  </a:lnTo>
                  <a:lnTo>
                    <a:pt x="48998" y="86031"/>
                  </a:lnTo>
                  <a:lnTo>
                    <a:pt x="48375" y="85302"/>
                  </a:lnTo>
                  <a:lnTo>
                    <a:pt x="47908" y="84756"/>
                  </a:lnTo>
                  <a:lnTo>
                    <a:pt x="47504" y="83405"/>
                  </a:lnTo>
                  <a:lnTo>
                    <a:pt x="47241" y="82994"/>
                  </a:lnTo>
                  <a:lnTo>
                    <a:pt x="46474" y="82804"/>
                  </a:lnTo>
                  <a:lnTo>
                    <a:pt x="45971" y="83721"/>
                  </a:lnTo>
                  <a:lnTo>
                    <a:pt x="45284" y="83969"/>
                  </a:lnTo>
                  <a:lnTo>
                    <a:pt x="44381" y="84297"/>
                  </a:lnTo>
                  <a:lnTo>
                    <a:pt x="45253" y="85504"/>
                  </a:lnTo>
                  <a:lnTo>
                    <a:pt x="45887" y="86725"/>
                  </a:lnTo>
                  <a:lnTo>
                    <a:pt x="45968" y="86882"/>
                  </a:lnTo>
                  <a:lnTo>
                    <a:pt x="46183" y="88832"/>
                  </a:lnTo>
                  <a:lnTo>
                    <a:pt x="45421" y="88678"/>
                  </a:lnTo>
                  <a:lnTo>
                    <a:pt x="45223" y="88595"/>
                  </a:lnTo>
                  <a:lnTo>
                    <a:pt x="44812" y="88414"/>
                  </a:lnTo>
                  <a:lnTo>
                    <a:pt x="43520" y="87846"/>
                  </a:lnTo>
                  <a:lnTo>
                    <a:pt x="43105" y="87664"/>
                  </a:lnTo>
                  <a:lnTo>
                    <a:pt x="42509" y="87402"/>
                  </a:lnTo>
                  <a:lnTo>
                    <a:pt x="41882" y="87285"/>
                  </a:lnTo>
                  <a:lnTo>
                    <a:pt x="41137" y="87146"/>
                  </a:lnTo>
                  <a:lnTo>
                    <a:pt x="40942" y="87119"/>
                  </a:lnTo>
                  <a:lnTo>
                    <a:pt x="40683" y="86889"/>
                  </a:lnTo>
                  <a:lnTo>
                    <a:pt x="40162" y="86428"/>
                  </a:lnTo>
                  <a:lnTo>
                    <a:pt x="39994" y="86279"/>
                  </a:lnTo>
                  <a:lnTo>
                    <a:pt x="39580" y="85942"/>
                  </a:lnTo>
                  <a:lnTo>
                    <a:pt x="39035" y="85497"/>
                  </a:lnTo>
                  <a:lnTo>
                    <a:pt x="37924" y="84591"/>
                  </a:lnTo>
                  <a:lnTo>
                    <a:pt x="37319" y="84098"/>
                  </a:lnTo>
                  <a:lnTo>
                    <a:pt x="37017" y="83851"/>
                  </a:lnTo>
                  <a:lnTo>
                    <a:pt x="36777" y="83656"/>
                  </a:lnTo>
                  <a:lnTo>
                    <a:pt x="36360" y="83315"/>
                  </a:lnTo>
                  <a:lnTo>
                    <a:pt x="34829" y="82062"/>
                  </a:lnTo>
                  <a:lnTo>
                    <a:pt x="34278" y="81611"/>
                  </a:lnTo>
                  <a:lnTo>
                    <a:pt x="32991" y="80559"/>
                  </a:lnTo>
                  <a:lnTo>
                    <a:pt x="32410" y="80084"/>
                  </a:lnTo>
                  <a:lnTo>
                    <a:pt x="32224" y="79932"/>
                  </a:lnTo>
                  <a:lnTo>
                    <a:pt x="31990" y="79725"/>
                  </a:lnTo>
                  <a:lnTo>
                    <a:pt x="31031" y="78895"/>
                  </a:lnTo>
                  <a:lnTo>
                    <a:pt x="30855" y="78744"/>
                  </a:lnTo>
                  <a:lnTo>
                    <a:pt x="30120" y="78108"/>
                  </a:lnTo>
                  <a:lnTo>
                    <a:pt x="29771" y="77806"/>
                  </a:lnTo>
                  <a:lnTo>
                    <a:pt x="29033" y="77168"/>
                  </a:lnTo>
                  <a:lnTo>
                    <a:pt x="28153" y="76407"/>
                  </a:lnTo>
                  <a:lnTo>
                    <a:pt x="27961" y="76241"/>
                  </a:lnTo>
                  <a:lnTo>
                    <a:pt x="27829" y="76127"/>
                  </a:lnTo>
                  <a:lnTo>
                    <a:pt x="26796" y="75296"/>
                  </a:lnTo>
                  <a:lnTo>
                    <a:pt x="25440" y="74205"/>
                  </a:lnTo>
                  <a:lnTo>
                    <a:pt x="24958" y="73817"/>
                  </a:lnTo>
                  <a:lnTo>
                    <a:pt x="24413" y="73379"/>
                  </a:lnTo>
                  <a:lnTo>
                    <a:pt x="24187" y="73243"/>
                  </a:lnTo>
                  <a:lnTo>
                    <a:pt x="23576" y="72875"/>
                  </a:lnTo>
                  <a:lnTo>
                    <a:pt x="21505" y="71369"/>
                  </a:lnTo>
                  <a:lnTo>
                    <a:pt x="18498" y="69156"/>
                  </a:lnTo>
                  <a:lnTo>
                    <a:pt x="17909" y="68722"/>
                  </a:lnTo>
                  <a:lnTo>
                    <a:pt x="17919" y="67695"/>
                  </a:lnTo>
                  <a:lnTo>
                    <a:pt x="17105" y="67120"/>
                  </a:lnTo>
                  <a:lnTo>
                    <a:pt x="14860" y="65535"/>
                  </a:lnTo>
                  <a:lnTo>
                    <a:pt x="14636" y="65346"/>
                  </a:lnTo>
                  <a:lnTo>
                    <a:pt x="13237" y="64165"/>
                  </a:lnTo>
                  <a:lnTo>
                    <a:pt x="12122" y="63223"/>
                  </a:lnTo>
                  <a:lnTo>
                    <a:pt x="11826" y="62973"/>
                  </a:lnTo>
                  <a:lnTo>
                    <a:pt x="13259" y="61537"/>
                  </a:lnTo>
                  <a:lnTo>
                    <a:pt x="12649" y="61084"/>
                  </a:lnTo>
                  <a:lnTo>
                    <a:pt x="9846" y="59001"/>
                  </a:lnTo>
                  <a:lnTo>
                    <a:pt x="7300" y="57117"/>
                  </a:lnTo>
                  <a:lnTo>
                    <a:pt x="7101" y="56970"/>
                  </a:lnTo>
                  <a:lnTo>
                    <a:pt x="6240" y="58028"/>
                  </a:lnTo>
                  <a:lnTo>
                    <a:pt x="5939" y="58398"/>
                  </a:lnTo>
                  <a:lnTo>
                    <a:pt x="4016" y="57240"/>
                  </a:lnTo>
                  <a:lnTo>
                    <a:pt x="1210" y="55437"/>
                  </a:lnTo>
                  <a:lnTo>
                    <a:pt x="747" y="55152"/>
                  </a:lnTo>
                  <a:lnTo>
                    <a:pt x="0" y="54691"/>
                  </a:lnTo>
                  <a:lnTo>
                    <a:pt x="247" y="54385"/>
                  </a:lnTo>
                  <a:lnTo>
                    <a:pt x="368" y="54234"/>
                  </a:lnTo>
                  <a:lnTo>
                    <a:pt x="7774" y="45033"/>
                  </a:lnTo>
                  <a:lnTo>
                    <a:pt x="8001" y="44695"/>
                  </a:lnTo>
                  <a:lnTo>
                    <a:pt x="8090" y="44563"/>
                  </a:lnTo>
                  <a:lnTo>
                    <a:pt x="8411" y="44102"/>
                  </a:lnTo>
                  <a:lnTo>
                    <a:pt x="15660" y="35307"/>
                  </a:lnTo>
                  <a:lnTo>
                    <a:pt x="17926" y="32557"/>
                  </a:lnTo>
                  <a:lnTo>
                    <a:pt x="18169" y="32215"/>
                  </a:lnTo>
                  <a:lnTo>
                    <a:pt x="18293" y="32041"/>
                  </a:lnTo>
                  <a:lnTo>
                    <a:pt x="18472" y="31789"/>
                  </a:lnTo>
                  <a:lnTo>
                    <a:pt x="18921" y="31157"/>
                  </a:lnTo>
                  <a:lnTo>
                    <a:pt x="19336" y="30650"/>
                  </a:lnTo>
                  <a:lnTo>
                    <a:pt x="21887" y="27534"/>
                  </a:lnTo>
                  <a:lnTo>
                    <a:pt x="25920" y="22610"/>
                  </a:lnTo>
                  <a:lnTo>
                    <a:pt x="28864" y="19015"/>
                  </a:lnTo>
                  <a:lnTo>
                    <a:pt x="29022" y="18822"/>
                  </a:lnTo>
                  <a:lnTo>
                    <a:pt x="29244" y="18552"/>
                  </a:lnTo>
                  <a:lnTo>
                    <a:pt x="29675" y="18026"/>
                  </a:lnTo>
                  <a:lnTo>
                    <a:pt x="30484" y="17041"/>
                  </a:lnTo>
                  <a:lnTo>
                    <a:pt x="32533" y="14546"/>
                  </a:lnTo>
                  <a:lnTo>
                    <a:pt x="34601" y="12326"/>
                  </a:lnTo>
                  <a:lnTo>
                    <a:pt x="35014" y="11883"/>
                  </a:lnTo>
                  <a:lnTo>
                    <a:pt x="36164" y="10649"/>
                  </a:lnTo>
                  <a:lnTo>
                    <a:pt x="37972" y="8708"/>
                  </a:lnTo>
                  <a:lnTo>
                    <a:pt x="38415" y="8232"/>
                  </a:lnTo>
                  <a:lnTo>
                    <a:pt x="38773" y="7847"/>
                  </a:lnTo>
                  <a:lnTo>
                    <a:pt x="39197" y="7392"/>
                  </a:lnTo>
                  <a:lnTo>
                    <a:pt x="40092" y="6446"/>
                  </a:lnTo>
                  <a:lnTo>
                    <a:pt x="40271" y="6324"/>
                  </a:lnTo>
                  <a:lnTo>
                    <a:pt x="42835" y="4579"/>
                  </a:lnTo>
                  <a:lnTo>
                    <a:pt x="45342" y="2725"/>
                  </a:lnTo>
                  <a:lnTo>
                    <a:pt x="46379" y="2185"/>
                  </a:lnTo>
                  <a:lnTo>
                    <a:pt x="46774" y="1979"/>
                  </a:lnTo>
                  <a:lnTo>
                    <a:pt x="47955" y="1364"/>
                  </a:lnTo>
                  <a:lnTo>
                    <a:pt x="49949" y="461"/>
                  </a:lnTo>
                  <a:lnTo>
                    <a:pt x="50124" y="382"/>
                  </a:lnTo>
                  <a:lnTo>
                    <a:pt x="51693" y="7"/>
                  </a:lnTo>
                  <a:lnTo>
                    <a:pt x="52260" y="0"/>
                  </a:lnTo>
                  <a:lnTo>
                    <a:pt x="52823" y="67"/>
                  </a:lnTo>
                  <a:lnTo>
                    <a:pt x="53373" y="209"/>
                  </a:lnTo>
                  <a:lnTo>
                    <a:pt x="53682" y="334"/>
                  </a:lnTo>
                  <a:lnTo>
                    <a:pt x="53899" y="423"/>
                  </a:lnTo>
                  <a:lnTo>
                    <a:pt x="54391" y="704"/>
                  </a:lnTo>
                  <a:lnTo>
                    <a:pt x="54841" y="1048"/>
                  </a:lnTo>
                  <a:lnTo>
                    <a:pt x="55242" y="1449"/>
                  </a:lnTo>
                  <a:lnTo>
                    <a:pt x="55586" y="1900"/>
                  </a:lnTo>
                  <a:lnTo>
                    <a:pt x="54790" y="4594"/>
                  </a:lnTo>
                  <a:lnTo>
                    <a:pt x="54330" y="6648"/>
                  </a:lnTo>
                  <a:lnTo>
                    <a:pt x="53921" y="8722"/>
                  </a:lnTo>
                  <a:lnTo>
                    <a:pt x="53762" y="9531"/>
                  </a:lnTo>
                  <a:lnTo>
                    <a:pt x="53309" y="11826"/>
                  </a:lnTo>
                  <a:lnTo>
                    <a:pt x="53040" y="13457"/>
                  </a:lnTo>
                  <a:lnTo>
                    <a:pt x="52899" y="14311"/>
                  </a:lnTo>
                  <a:lnTo>
                    <a:pt x="52668" y="15407"/>
                  </a:lnTo>
                  <a:lnTo>
                    <a:pt x="52573" y="15978"/>
                  </a:lnTo>
                  <a:lnTo>
                    <a:pt x="52484" y="16511"/>
                  </a:lnTo>
                  <a:lnTo>
                    <a:pt x="52433" y="16901"/>
                  </a:lnTo>
                  <a:lnTo>
                    <a:pt x="52411" y="17046"/>
                  </a:lnTo>
                  <a:lnTo>
                    <a:pt x="52375" y="17349"/>
                  </a:lnTo>
                  <a:lnTo>
                    <a:pt x="52292" y="18192"/>
                  </a:lnTo>
                  <a:lnTo>
                    <a:pt x="52236" y="19035"/>
                  </a:lnTo>
                  <a:lnTo>
                    <a:pt x="52206" y="19892"/>
                  </a:lnTo>
                  <a:lnTo>
                    <a:pt x="52202" y="20728"/>
                  </a:lnTo>
                  <a:lnTo>
                    <a:pt x="52225" y="21574"/>
                  </a:lnTo>
                  <a:lnTo>
                    <a:pt x="52275" y="22417"/>
                  </a:lnTo>
                  <a:lnTo>
                    <a:pt x="52350" y="23258"/>
                  </a:lnTo>
                  <a:lnTo>
                    <a:pt x="52181" y="24296"/>
                  </a:lnTo>
                  <a:lnTo>
                    <a:pt x="51912" y="25953"/>
                  </a:lnTo>
                  <a:lnTo>
                    <a:pt x="51713" y="27177"/>
                  </a:lnTo>
                  <a:lnTo>
                    <a:pt x="51545" y="28208"/>
                  </a:lnTo>
                  <a:lnTo>
                    <a:pt x="51163" y="31797"/>
                  </a:lnTo>
                  <a:lnTo>
                    <a:pt x="51115" y="32248"/>
                  </a:lnTo>
                  <a:lnTo>
                    <a:pt x="51008" y="33247"/>
                  </a:lnTo>
                  <a:lnTo>
                    <a:pt x="51103" y="33705"/>
                  </a:lnTo>
                  <a:lnTo>
                    <a:pt x="51240" y="34151"/>
                  </a:lnTo>
                  <a:lnTo>
                    <a:pt x="51415" y="34583"/>
                  </a:lnTo>
                  <a:lnTo>
                    <a:pt x="51630" y="34997"/>
                  </a:lnTo>
                  <a:lnTo>
                    <a:pt x="51909" y="35429"/>
                  </a:lnTo>
                  <a:lnTo>
                    <a:pt x="52231" y="35833"/>
                  </a:lnTo>
                  <a:lnTo>
                    <a:pt x="52364" y="35972"/>
                  </a:lnTo>
                  <a:lnTo>
                    <a:pt x="52624" y="36162"/>
                  </a:lnTo>
                  <a:lnTo>
                    <a:pt x="52866" y="36379"/>
                  </a:lnTo>
                  <a:lnTo>
                    <a:pt x="53087" y="36623"/>
                  </a:lnTo>
                  <a:lnTo>
                    <a:pt x="53241" y="36826"/>
                  </a:lnTo>
                  <a:lnTo>
                    <a:pt x="53414" y="37106"/>
                  </a:lnTo>
                  <a:lnTo>
                    <a:pt x="53558" y="37400"/>
                  </a:lnTo>
                  <a:lnTo>
                    <a:pt x="53670" y="37707"/>
                  </a:lnTo>
                  <a:lnTo>
                    <a:pt x="53780" y="38197"/>
                  </a:lnTo>
                  <a:lnTo>
                    <a:pt x="53687" y="40178"/>
                  </a:lnTo>
                  <a:lnTo>
                    <a:pt x="53621" y="41580"/>
                  </a:lnTo>
                  <a:lnTo>
                    <a:pt x="53571" y="42640"/>
                  </a:lnTo>
                  <a:lnTo>
                    <a:pt x="53695" y="43377"/>
                  </a:lnTo>
                  <a:lnTo>
                    <a:pt x="53785" y="43814"/>
                  </a:lnTo>
                  <a:lnTo>
                    <a:pt x="54078" y="44966"/>
                  </a:lnTo>
                  <a:lnTo>
                    <a:pt x="54247" y="46398"/>
                  </a:lnTo>
                  <a:lnTo>
                    <a:pt x="54290" y="46761"/>
                  </a:lnTo>
                  <a:lnTo>
                    <a:pt x="54418" y="47842"/>
                  </a:lnTo>
                  <a:lnTo>
                    <a:pt x="55515" y="48098"/>
                  </a:lnTo>
                  <a:lnTo>
                    <a:pt x="66145" y="50577"/>
                  </a:lnTo>
                  <a:lnTo>
                    <a:pt x="66690" y="50681"/>
                  </a:lnTo>
                  <a:lnTo>
                    <a:pt x="67236" y="5074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6" name="pg395"/>
            <p:cNvSpPr/>
            <p:nvPr/>
          </p:nvSpPr>
          <p:spPr>
            <a:xfrm>
              <a:off x="4548374" y="4540852"/>
              <a:ext cx="124543" cy="91107"/>
            </a:xfrm>
            <a:custGeom>
              <a:avLst/>
              <a:pathLst>
                <a:path w="124543" h="91107">
                  <a:moveTo>
                    <a:pt x="120009" y="27032"/>
                  </a:moveTo>
                  <a:lnTo>
                    <a:pt x="123112" y="30278"/>
                  </a:lnTo>
                  <a:lnTo>
                    <a:pt x="124040" y="33179"/>
                  </a:lnTo>
                  <a:lnTo>
                    <a:pt x="124543" y="34751"/>
                  </a:lnTo>
                  <a:lnTo>
                    <a:pt x="117478" y="38448"/>
                  </a:lnTo>
                  <a:lnTo>
                    <a:pt x="106532" y="44174"/>
                  </a:lnTo>
                  <a:lnTo>
                    <a:pt x="104288" y="45056"/>
                  </a:lnTo>
                  <a:lnTo>
                    <a:pt x="99201" y="47055"/>
                  </a:lnTo>
                  <a:lnTo>
                    <a:pt x="93834" y="49164"/>
                  </a:lnTo>
                  <a:lnTo>
                    <a:pt x="93461" y="49326"/>
                  </a:lnTo>
                  <a:lnTo>
                    <a:pt x="86305" y="52444"/>
                  </a:lnTo>
                  <a:lnTo>
                    <a:pt x="78775" y="54308"/>
                  </a:lnTo>
                  <a:lnTo>
                    <a:pt x="77923" y="57585"/>
                  </a:lnTo>
                  <a:lnTo>
                    <a:pt x="77806" y="58035"/>
                  </a:lnTo>
                  <a:lnTo>
                    <a:pt x="76837" y="64819"/>
                  </a:lnTo>
                  <a:lnTo>
                    <a:pt x="76691" y="65906"/>
                  </a:lnTo>
                  <a:lnTo>
                    <a:pt x="76647" y="66234"/>
                  </a:lnTo>
                  <a:lnTo>
                    <a:pt x="76451" y="67693"/>
                  </a:lnTo>
                  <a:lnTo>
                    <a:pt x="76166" y="69814"/>
                  </a:lnTo>
                  <a:lnTo>
                    <a:pt x="73414" y="74999"/>
                  </a:lnTo>
                  <a:lnTo>
                    <a:pt x="71641" y="78339"/>
                  </a:lnTo>
                  <a:lnTo>
                    <a:pt x="70718" y="81012"/>
                  </a:lnTo>
                  <a:lnTo>
                    <a:pt x="70017" y="83040"/>
                  </a:lnTo>
                  <a:lnTo>
                    <a:pt x="69811" y="86559"/>
                  </a:lnTo>
                  <a:lnTo>
                    <a:pt x="66833" y="88192"/>
                  </a:lnTo>
                  <a:lnTo>
                    <a:pt x="61127" y="88448"/>
                  </a:lnTo>
                  <a:lnTo>
                    <a:pt x="48898" y="91107"/>
                  </a:lnTo>
                  <a:lnTo>
                    <a:pt x="48199" y="87567"/>
                  </a:lnTo>
                  <a:lnTo>
                    <a:pt x="46980" y="86660"/>
                  </a:lnTo>
                  <a:lnTo>
                    <a:pt x="43354" y="86112"/>
                  </a:lnTo>
                  <a:lnTo>
                    <a:pt x="42472" y="85969"/>
                  </a:lnTo>
                  <a:lnTo>
                    <a:pt x="41508" y="85475"/>
                  </a:lnTo>
                  <a:lnTo>
                    <a:pt x="40971" y="84983"/>
                  </a:lnTo>
                  <a:lnTo>
                    <a:pt x="40945" y="84461"/>
                  </a:lnTo>
                  <a:lnTo>
                    <a:pt x="41005" y="83000"/>
                  </a:lnTo>
                  <a:lnTo>
                    <a:pt x="41065" y="81330"/>
                  </a:lnTo>
                  <a:lnTo>
                    <a:pt x="41363" y="78676"/>
                  </a:lnTo>
                  <a:lnTo>
                    <a:pt x="41065" y="76141"/>
                  </a:lnTo>
                  <a:lnTo>
                    <a:pt x="41244" y="74173"/>
                  </a:lnTo>
                  <a:lnTo>
                    <a:pt x="42675" y="70863"/>
                  </a:lnTo>
                  <a:lnTo>
                    <a:pt x="40574" y="69501"/>
                  </a:lnTo>
                  <a:lnTo>
                    <a:pt x="39674" y="69272"/>
                  </a:lnTo>
                  <a:lnTo>
                    <a:pt x="38711" y="68940"/>
                  </a:lnTo>
                  <a:lnTo>
                    <a:pt x="37955" y="68679"/>
                  </a:lnTo>
                  <a:lnTo>
                    <a:pt x="37125" y="68392"/>
                  </a:lnTo>
                  <a:lnTo>
                    <a:pt x="36687" y="68255"/>
                  </a:lnTo>
                  <a:lnTo>
                    <a:pt x="33211" y="67160"/>
                  </a:lnTo>
                  <a:lnTo>
                    <a:pt x="33457" y="66872"/>
                  </a:lnTo>
                  <a:lnTo>
                    <a:pt x="33904" y="66382"/>
                  </a:lnTo>
                  <a:lnTo>
                    <a:pt x="35607" y="63798"/>
                  </a:lnTo>
                  <a:lnTo>
                    <a:pt x="35718" y="63570"/>
                  </a:lnTo>
                  <a:lnTo>
                    <a:pt x="35801" y="63330"/>
                  </a:lnTo>
                  <a:lnTo>
                    <a:pt x="35855" y="63083"/>
                  </a:lnTo>
                  <a:lnTo>
                    <a:pt x="35881" y="62830"/>
                  </a:lnTo>
                  <a:lnTo>
                    <a:pt x="35874" y="62660"/>
                  </a:lnTo>
                  <a:lnTo>
                    <a:pt x="35839" y="61850"/>
                  </a:lnTo>
                  <a:lnTo>
                    <a:pt x="35819" y="61376"/>
                  </a:lnTo>
                  <a:lnTo>
                    <a:pt x="35586" y="59014"/>
                  </a:lnTo>
                  <a:lnTo>
                    <a:pt x="35300" y="58066"/>
                  </a:lnTo>
                  <a:lnTo>
                    <a:pt x="34441" y="56921"/>
                  </a:lnTo>
                  <a:lnTo>
                    <a:pt x="33412" y="56146"/>
                  </a:lnTo>
                  <a:lnTo>
                    <a:pt x="33085" y="55915"/>
                  </a:lnTo>
                  <a:lnTo>
                    <a:pt x="32737" y="55752"/>
                  </a:lnTo>
                  <a:lnTo>
                    <a:pt x="31498" y="55172"/>
                  </a:lnTo>
                  <a:lnTo>
                    <a:pt x="30998" y="55193"/>
                  </a:lnTo>
                  <a:lnTo>
                    <a:pt x="30499" y="55157"/>
                  </a:lnTo>
                  <a:lnTo>
                    <a:pt x="30009" y="55064"/>
                  </a:lnTo>
                  <a:lnTo>
                    <a:pt x="29531" y="54915"/>
                  </a:lnTo>
                  <a:lnTo>
                    <a:pt x="29387" y="54848"/>
                  </a:lnTo>
                  <a:lnTo>
                    <a:pt x="26511" y="53524"/>
                  </a:lnTo>
                  <a:lnTo>
                    <a:pt x="25748" y="53155"/>
                  </a:lnTo>
                  <a:lnTo>
                    <a:pt x="25242" y="52910"/>
                  </a:lnTo>
                  <a:lnTo>
                    <a:pt x="24317" y="52462"/>
                  </a:lnTo>
                  <a:lnTo>
                    <a:pt x="22599" y="51317"/>
                  </a:lnTo>
                  <a:lnTo>
                    <a:pt x="22013" y="50858"/>
                  </a:lnTo>
                  <a:lnTo>
                    <a:pt x="21254" y="50265"/>
                  </a:lnTo>
                  <a:lnTo>
                    <a:pt x="20953" y="50029"/>
                  </a:lnTo>
                  <a:lnTo>
                    <a:pt x="18678" y="48387"/>
                  </a:lnTo>
                  <a:lnTo>
                    <a:pt x="17818" y="47766"/>
                  </a:lnTo>
                  <a:lnTo>
                    <a:pt x="17624" y="47562"/>
                  </a:lnTo>
                  <a:lnTo>
                    <a:pt x="16564" y="46451"/>
                  </a:lnTo>
                  <a:lnTo>
                    <a:pt x="16393" y="46319"/>
                  </a:lnTo>
                  <a:lnTo>
                    <a:pt x="15621" y="45723"/>
                  </a:lnTo>
                  <a:lnTo>
                    <a:pt x="14179" y="45024"/>
                  </a:lnTo>
                  <a:lnTo>
                    <a:pt x="12377" y="44435"/>
                  </a:lnTo>
                  <a:lnTo>
                    <a:pt x="10373" y="43815"/>
                  </a:lnTo>
                  <a:lnTo>
                    <a:pt x="9821" y="43627"/>
                  </a:lnTo>
                  <a:lnTo>
                    <a:pt x="9634" y="43564"/>
                  </a:lnTo>
                  <a:lnTo>
                    <a:pt x="9205" y="43452"/>
                  </a:lnTo>
                  <a:lnTo>
                    <a:pt x="8811" y="43349"/>
                  </a:lnTo>
                  <a:lnTo>
                    <a:pt x="1141" y="41739"/>
                  </a:lnTo>
                  <a:lnTo>
                    <a:pt x="838" y="41748"/>
                  </a:lnTo>
                  <a:lnTo>
                    <a:pt x="204" y="34005"/>
                  </a:lnTo>
                  <a:lnTo>
                    <a:pt x="199" y="33809"/>
                  </a:lnTo>
                  <a:lnTo>
                    <a:pt x="154" y="33652"/>
                  </a:lnTo>
                  <a:lnTo>
                    <a:pt x="102" y="32743"/>
                  </a:lnTo>
                  <a:lnTo>
                    <a:pt x="0" y="30965"/>
                  </a:lnTo>
                  <a:lnTo>
                    <a:pt x="76" y="30766"/>
                  </a:lnTo>
                  <a:lnTo>
                    <a:pt x="113" y="30607"/>
                  </a:lnTo>
                  <a:lnTo>
                    <a:pt x="1088" y="28566"/>
                  </a:lnTo>
                  <a:lnTo>
                    <a:pt x="1818" y="26222"/>
                  </a:lnTo>
                  <a:lnTo>
                    <a:pt x="1775" y="22493"/>
                  </a:lnTo>
                  <a:lnTo>
                    <a:pt x="1198" y="20199"/>
                  </a:lnTo>
                  <a:lnTo>
                    <a:pt x="1458" y="20079"/>
                  </a:lnTo>
                  <a:lnTo>
                    <a:pt x="1721" y="19978"/>
                  </a:lnTo>
                  <a:lnTo>
                    <a:pt x="1992" y="19896"/>
                  </a:lnTo>
                  <a:lnTo>
                    <a:pt x="2269" y="19832"/>
                  </a:lnTo>
                  <a:lnTo>
                    <a:pt x="2550" y="19789"/>
                  </a:lnTo>
                  <a:lnTo>
                    <a:pt x="2832" y="19765"/>
                  </a:lnTo>
                  <a:lnTo>
                    <a:pt x="3116" y="19761"/>
                  </a:lnTo>
                  <a:lnTo>
                    <a:pt x="3400" y="19777"/>
                  </a:lnTo>
                  <a:lnTo>
                    <a:pt x="3651" y="19808"/>
                  </a:lnTo>
                  <a:lnTo>
                    <a:pt x="4030" y="19882"/>
                  </a:lnTo>
                  <a:lnTo>
                    <a:pt x="4474" y="19982"/>
                  </a:lnTo>
                  <a:lnTo>
                    <a:pt x="4912" y="20094"/>
                  </a:lnTo>
                  <a:lnTo>
                    <a:pt x="5344" y="20217"/>
                  </a:lnTo>
                  <a:lnTo>
                    <a:pt x="5771" y="20352"/>
                  </a:lnTo>
                  <a:lnTo>
                    <a:pt x="6153" y="20484"/>
                  </a:lnTo>
                  <a:lnTo>
                    <a:pt x="6408" y="20579"/>
                  </a:lnTo>
                  <a:lnTo>
                    <a:pt x="6708" y="20690"/>
                  </a:lnTo>
                  <a:lnTo>
                    <a:pt x="7086" y="20793"/>
                  </a:lnTo>
                  <a:lnTo>
                    <a:pt x="7469" y="20875"/>
                  </a:lnTo>
                  <a:lnTo>
                    <a:pt x="7900" y="20940"/>
                  </a:lnTo>
                  <a:lnTo>
                    <a:pt x="8336" y="20977"/>
                  </a:lnTo>
                  <a:lnTo>
                    <a:pt x="8702" y="20987"/>
                  </a:lnTo>
                  <a:lnTo>
                    <a:pt x="9067" y="20977"/>
                  </a:lnTo>
                  <a:lnTo>
                    <a:pt x="9619" y="21006"/>
                  </a:lnTo>
                  <a:lnTo>
                    <a:pt x="10165" y="21019"/>
                  </a:lnTo>
                  <a:lnTo>
                    <a:pt x="10657" y="21015"/>
                  </a:lnTo>
                  <a:lnTo>
                    <a:pt x="11150" y="20998"/>
                  </a:lnTo>
                  <a:lnTo>
                    <a:pt x="11640" y="20967"/>
                  </a:lnTo>
                  <a:lnTo>
                    <a:pt x="12130" y="20922"/>
                  </a:lnTo>
                  <a:lnTo>
                    <a:pt x="12577" y="20869"/>
                  </a:lnTo>
                  <a:lnTo>
                    <a:pt x="13023" y="20805"/>
                  </a:lnTo>
                  <a:lnTo>
                    <a:pt x="13467" y="20730"/>
                  </a:lnTo>
                  <a:lnTo>
                    <a:pt x="13909" y="20643"/>
                  </a:lnTo>
                  <a:lnTo>
                    <a:pt x="14238" y="20606"/>
                  </a:lnTo>
                  <a:lnTo>
                    <a:pt x="14777" y="20546"/>
                  </a:lnTo>
                  <a:lnTo>
                    <a:pt x="15586" y="20456"/>
                  </a:lnTo>
                  <a:lnTo>
                    <a:pt x="16318" y="20375"/>
                  </a:lnTo>
                  <a:lnTo>
                    <a:pt x="16915" y="20309"/>
                  </a:lnTo>
                  <a:lnTo>
                    <a:pt x="18036" y="20452"/>
                  </a:lnTo>
                  <a:lnTo>
                    <a:pt x="19243" y="20867"/>
                  </a:lnTo>
                  <a:lnTo>
                    <a:pt x="19491" y="20953"/>
                  </a:lnTo>
                  <a:lnTo>
                    <a:pt x="19758" y="21038"/>
                  </a:lnTo>
                  <a:lnTo>
                    <a:pt x="20004" y="21117"/>
                  </a:lnTo>
                  <a:lnTo>
                    <a:pt x="20197" y="21179"/>
                  </a:lnTo>
                  <a:lnTo>
                    <a:pt x="20587" y="21321"/>
                  </a:lnTo>
                  <a:lnTo>
                    <a:pt x="20966" y="21470"/>
                  </a:lnTo>
                  <a:lnTo>
                    <a:pt x="21297" y="21610"/>
                  </a:lnTo>
                  <a:lnTo>
                    <a:pt x="21732" y="21808"/>
                  </a:lnTo>
                  <a:lnTo>
                    <a:pt x="22084" y="21981"/>
                  </a:lnTo>
                  <a:lnTo>
                    <a:pt x="22414" y="22154"/>
                  </a:lnTo>
                  <a:lnTo>
                    <a:pt x="22766" y="22349"/>
                  </a:lnTo>
                  <a:lnTo>
                    <a:pt x="23211" y="22616"/>
                  </a:lnTo>
                  <a:lnTo>
                    <a:pt x="23453" y="22768"/>
                  </a:lnTo>
                  <a:lnTo>
                    <a:pt x="23809" y="23004"/>
                  </a:lnTo>
                  <a:lnTo>
                    <a:pt x="26140" y="21027"/>
                  </a:lnTo>
                  <a:lnTo>
                    <a:pt x="27404" y="20383"/>
                  </a:lnTo>
                  <a:lnTo>
                    <a:pt x="33225" y="17950"/>
                  </a:lnTo>
                  <a:lnTo>
                    <a:pt x="34179" y="17783"/>
                  </a:lnTo>
                  <a:lnTo>
                    <a:pt x="35062" y="18021"/>
                  </a:lnTo>
                  <a:lnTo>
                    <a:pt x="35521" y="18385"/>
                  </a:lnTo>
                  <a:lnTo>
                    <a:pt x="36237" y="19309"/>
                  </a:lnTo>
                  <a:lnTo>
                    <a:pt x="36395" y="19908"/>
                  </a:lnTo>
                  <a:lnTo>
                    <a:pt x="37116" y="22108"/>
                  </a:lnTo>
                  <a:lnTo>
                    <a:pt x="36708" y="23293"/>
                  </a:lnTo>
                  <a:lnTo>
                    <a:pt x="37729" y="23977"/>
                  </a:lnTo>
                  <a:lnTo>
                    <a:pt x="39281" y="25017"/>
                  </a:lnTo>
                  <a:lnTo>
                    <a:pt x="37367" y="28507"/>
                  </a:lnTo>
                  <a:lnTo>
                    <a:pt x="39361" y="28953"/>
                  </a:lnTo>
                  <a:lnTo>
                    <a:pt x="39406" y="29092"/>
                  </a:lnTo>
                  <a:lnTo>
                    <a:pt x="40332" y="29185"/>
                  </a:lnTo>
                  <a:lnTo>
                    <a:pt x="42985" y="29399"/>
                  </a:lnTo>
                  <a:lnTo>
                    <a:pt x="47422" y="29721"/>
                  </a:lnTo>
                  <a:lnTo>
                    <a:pt x="49065" y="29794"/>
                  </a:lnTo>
                  <a:lnTo>
                    <a:pt x="51045" y="29882"/>
                  </a:lnTo>
                  <a:lnTo>
                    <a:pt x="55820" y="28753"/>
                  </a:lnTo>
                  <a:lnTo>
                    <a:pt x="60023" y="26882"/>
                  </a:lnTo>
                  <a:lnTo>
                    <a:pt x="60962" y="25495"/>
                  </a:lnTo>
                  <a:lnTo>
                    <a:pt x="61668" y="24186"/>
                  </a:lnTo>
                  <a:lnTo>
                    <a:pt x="62020" y="23531"/>
                  </a:lnTo>
                  <a:lnTo>
                    <a:pt x="63376" y="21013"/>
                  </a:lnTo>
                  <a:lnTo>
                    <a:pt x="67756" y="12882"/>
                  </a:lnTo>
                  <a:lnTo>
                    <a:pt x="68584" y="11343"/>
                  </a:lnTo>
                  <a:lnTo>
                    <a:pt x="68698" y="11133"/>
                  </a:lnTo>
                  <a:lnTo>
                    <a:pt x="69613" y="9434"/>
                  </a:lnTo>
                  <a:lnTo>
                    <a:pt x="70691" y="7432"/>
                  </a:lnTo>
                  <a:lnTo>
                    <a:pt x="74694" y="0"/>
                  </a:lnTo>
                  <a:lnTo>
                    <a:pt x="76214" y="703"/>
                  </a:lnTo>
                  <a:lnTo>
                    <a:pt x="85574" y="5034"/>
                  </a:lnTo>
                  <a:lnTo>
                    <a:pt x="86225" y="5449"/>
                  </a:lnTo>
                  <a:lnTo>
                    <a:pt x="91682" y="8927"/>
                  </a:lnTo>
                  <a:lnTo>
                    <a:pt x="95486" y="12520"/>
                  </a:lnTo>
                  <a:lnTo>
                    <a:pt x="98123" y="15011"/>
                  </a:lnTo>
                  <a:lnTo>
                    <a:pt x="104684" y="19245"/>
                  </a:lnTo>
                  <a:lnTo>
                    <a:pt x="105589" y="19626"/>
                  </a:lnTo>
                  <a:lnTo>
                    <a:pt x="110349" y="21631"/>
                  </a:lnTo>
                  <a:lnTo>
                    <a:pt x="116611" y="23479"/>
                  </a:lnTo>
                  <a:lnTo>
                    <a:pt x="117758" y="2467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7" name="pg396"/>
            <p:cNvSpPr/>
            <p:nvPr/>
          </p:nvSpPr>
          <p:spPr>
            <a:xfrm>
              <a:off x="4516431" y="4533810"/>
              <a:ext cx="65027" cy="102206"/>
            </a:xfrm>
            <a:custGeom>
              <a:avLst/>
              <a:pathLst>
                <a:path w="65027" h="102206">
                  <a:moveTo>
                    <a:pt x="36958" y="20770"/>
                  </a:moveTo>
                  <a:lnTo>
                    <a:pt x="36918" y="22419"/>
                  </a:lnTo>
                  <a:lnTo>
                    <a:pt x="48652" y="18816"/>
                  </a:lnTo>
                  <a:lnTo>
                    <a:pt x="57001" y="20933"/>
                  </a:lnTo>
                  <a:lnTo>
                    <a:pt x="55752" y="30046"/>
                  </a:lnTo>
                  <a:lnTo>
                    <a:pt x="55393" y="29807"/>
                  </a:lnTo>
                  <a:lnTo>
                    <a:pt x="55052" y="29594"/>
                  </a:lnTo>
                  <a:lnTo>
                    <a:pt x="54706" y="29389"/>
                  </a:lnTo>
                  <a:lnTo>
                    <a:pt x="54352" y="29193"/>
                  </a:lnTo>
                  <a:lnTo>
                    <a:pt x="54018" y="29019"/>
                  </a:lnTo>
                  <a:lnTo>
                    <a:pt x="53675" y="28850"/>
                  </a:lnTo>
                  <a:lnTo>
                    <a:pt x="53240" y="28652"/>
                  </a:lnTo>
                  <a:lnTo>
                    <a:pt x="52907" y="28511"/>
                  </a:lnTo>
                  <a:lnTo>
                    <a:pt x="52523" y="28360"/>
                  </a:lnTo>
                  <a:lnTo>
                    <a:pt x="52136" y="28220"/>
                  </a:lnTo>
                  <a:lnTo>
                    <a:pt x="51947" y="28159"/>
                  </a:lnTo>
                  <a:lnTo>
                    <a:pt x="51700" y="28080"/>
                  </a:lnTo>
                  <a:lnTo>
                    <a:pt x="51434" y="27995"/>
                  </a:lnTo>
                  <a:lnTo>
                    <a:pt x="51186" y="27909"/>
                  </a:lnTo>
                  <a:lnTo>
                    <a:pt x="49979" y="27494"/>
                  </a:lnTo>
                  <a:lnTo>
                    <a:pt x="48858" y="27350"/>
                  </a:lnTo>
                  <a:lnTo>
                    <a:pt x="48261" y="27417"/>
                  </a:lnTo>
                  <a:lnTo>
                    <a:pt x="47529" y="27498"/>
                  </a:lnTo>
                  <a:lnTo>
                    <a:pt x="46719" y="27588"/>
                  </a:lnTo>
                  <a:lnTo>
                    <a:pt x="46181" y="27648"/>
                  </a:lnTo>
                  <a:lnTo>
                    <a:pt x="45852" y="27684"/>
                  </a:lnTo>
                  <a:lnTo>
                    <a:pt x="45407" y="27772"/>
                  </a:lnTo>
                  <a:lnTo>
                    <a:pt x="44962" y="27848"/>
                  </a:lnTo>
                  <a:lnTo>
                    <a:pt x="44516" y="27912"/>
                  </a:lnTo>
                  <a:lnTo>
                    <a:pt x="44071" y="27964"/>
                  </a:lnTo>
                  <a:lnTo>
                    <a:pt x="43581" y="28009"/>
                  </a:lnTo>
                  <a:lnTo>
                    <a:pt x="43089" y="28040"/>
                  </a:lnTo>
                  <a:lnTo>
                    <a:pt x="42596" y="28057"/>
                  </a:lnTo>
                  <a:lnTo>
                    <a:pt x="42108" y="28060"/>
                  </a:lnTo>
                  <a:lnTo>
                    <a:pt x="41558" y="28048"/>
                  </a:lnTo>
                  <a:lnTo>
                    <a:pt x="41009" y="28018"/>
                  </a:lnTo>
                  <a:lnTo>
                    <a:pt x="40643" y="28028"/>
                  </a:lnTo>
                  <a:lnTo>
                    <a:pt x="40277" y="28019"/>
                  </a:lnTo>
                  <a:lnTo>
                    <a:pt x="39842" y="27982"/>
                  </a:lnTo>
                  <a:lnTo>
                    <a:pt x="39410" y="27917"/>
                  </a:lnTo>
                  <a:lnTo>
                    <a:pt x="39027" y="27835"/>
                  </a:lnTo>
                  <a:lnTo>
                    <a:pt x="38649" y="27731"/>
                  </a:lnTo>
                  <a:lnTo>
                    <a:pt x="38350" y="27620"/>
                  </a:lnTo>
                  <a:lnTo>
                    <a:pt x="38091" y="27524"/>
                  </a:lnTo>
                  <a:lnTo>
                    <a:pt x="37710" y="27393"/>
                  </a:lnTo>
                  <a:lnTo>
                    <a:pt x="37283" y="27257"/>
                  </a:lnTo>
                  <a:lnTo>
                    <a:pt x="36851" y="27134"/>
                  </a:lnTo>
                  <a:lnTo>
                    <a:pt x="36413" y="27023"/>
                  </a:lnTo>
                  <a:lnTo>
                    <a:pt x="35971" y="26924"/>
                  </a:lnTo>
                  <a:lnTo>
                    <a:pt x="35594" y="26850"/>
                  </a:lnTo>
                  <a:lnTo>
                    <a:pt x="35341" y="26818"/>
                  </a:lnTo>
                  <a:lnTo>
                    <a:pt x="35057" y="26803"/>
                  </a:lnTo>
                  <a:lnTo>
                    <a:pt x="34773" y="26807"/>
                  </a:lnTo>
                  <a:lnTo>
                    <a:pt x="34492" y="26831"/>
                  </a:lnTo>
                  <a:lnTo>
                    <a:pt x="34210" y="26875"/>
                  </a:lnTo>
                  <a:lnTo>
                    <a:pt x="33934" y="26938"/>
                  </a:lnTo>
                  <a:lnTo>
                    <a:pt x="33662" y="27020"/>
                  </a:lnTo>
                  <a:lnTo>
                    <a:pt x="33398" y="27121"/>
                  </a:lnTo>
                  <a:lnTo>
                    <a:pt x="33141" y="27241"/>
                  </a:lnTo>
                  <a:lnTo>
                    <a:pt x="33718" y="29535"/>
                  </a:lnTo>
                  <a:lnTo>
                    <a:pt x="33761" y="33264"/>
                  </a:lnTo>
                  <a:lnTo>
                    <a:pt x="33031" y="35608"/>
                  </a:lnTo>
                  <a:lnTo>
                    <a:pt x="32056" y="37649"/>
                  </a:lnTo>
                  <a:lnTo>
                    <a:pt x="32019" y="37808"/>
                  </a:lnTo>
                  <a:lnTo>
                    <a:pt x="31942" y="38007"/>
                  </a:lnTo>
                  <a:lnTo>
                    <a:pt x="32044" y="39785"/>
                  </a:lnTo>
                  <a:lnTo>
                    <a:pt x="32096" y="40694"/>
                  </a:lnTo>
                  <a:lnTo>
                    <a:pt x="32141" y="40851"/>
                  </a:lnTo>
                  <a:lnTo>
                    <a:pt x="32147" y="41047"/>
                  </a:lnTo>
                  <a:lnTo>
                    <a:pt x="32781" y="48789"/>
                  </a:lnTo>
                  <a:lnTo>
                    <a:pt x="33084" y="48781"/>
                  </a:lnTo>
                  <a:lnTo>
                    <a:pt x="40753" y="50391"/>
                  </a:lnTo>
                  <a:lnTo>
                    <a:pt x="41147" y="50494"/>
                  </a:lnTo>
                  <a:lnTo>
                    <a:pt x="41576" y="50606"/>
                  </a:lnTo>
                  <a:lnTo>
                    <a:pt x="41819" y="50688"/>
                  </a:lnTo>
                  <a:lnTo>
                    <a:pt x="42316" y="50856"/>
                  </a:lnTo>
                  <a:lnTo>
                    <a:pt x="44320" y="51477"/>
                  </a:lnTo>
                  <a:lnTo>
                    <a:pt x="46145" y="52073"/>
                  </a:lnTo>
                  <a:lnTo>
                    <a:pt x="47564" y="52765"/>
                  </a:lnTo>
                  <a:lnTo>
                    <a:pt x="48335" y="53360"/>
                  </a:lnTo>
                  <a:lnTo>
                    <a:pt x="48506" y="53492"/>
                  </a:lnTo>
                  <a:lnTo>
                    <a:pt x="49618" y="54658"/>
                  </a:lnTo>
                  <a:lnTo>
                    <a:pt x="49760" y="54807"/>
                  </a:lnTo>
                  <a:lnTo>
                    <a:pt x="50621" y="55429"/>
                  </a:lnTo>
                  <a:lnTo>
                    <a:pt x="52896" y="57071"/>
                  </a:lnTo>
                  <a:lnTo>
                    <a:pt x="53197" y="57307"/>
                  </a:lnTo>
                  <a:lnTo>
                    <a:pt x="53956" y="57900"/>
                  </a:lnTo>
                  <a:lnTo>
                    <a:pt x="54542" y="58359"/>
                  </a:lnTo>
                  <a:lnTo>
                    <a:pt x="56260" y="59504"/>
                  </a:lnTo>
                  <a:lnTo>
                    <a:pt x="57184" y="59951"/>
                  </a:lnTo>
                  <a:lnTo>
                    <a:pt x="57691" y="60196"/>
                  </a:lnTo>
                  <a:lnTo>
                    <a:pt x="58454" y="60566"/>
                  </a:lnTo>
                  <a:lnTo>
                    <a:pt x="61330" y="61890"/>
                  </a:lnTo>
                  <a:lnTo>
                    <a:pt x="61475" y="61957"/>
                  </a:lnTo>
                  <a:lnTo>
                    <a:pt x="61952" y="62106"/>
                  </a:lnTo>
                  <a:lnTo>
                    <a:pt x="62443" y="62199"/>
                  </a:lnTo>
                  <a:lnTo>
                    <a:pt x="62941" y="62235"/>
                  </a:lnTo>
                  <a:lnTo>
                    <a:pt x="63441" y="62214"/>
                  </a:lnTo>
                  <a:lnTo>
                    <a:pt x="64679" y="62794"/>
                  </a:lnTo>
                  <a:lnTo>
                    <a:pt x="65027" y="62957"/>
                  </a:lnTo>
                  <a:lnTo>
                    <a:pt x="64811" y="64624"/>
                  </a:lnTo>
                  <a:lnTo>
                    <a:pt x="64727" y="65816"/>
                  </a:lnTo>
                  <a:lnTo>
                    <a:pt x="64668" y="67010"/>
                  </a:lnTo>
                  <a:lnTo>
                    <a:pt x="64484" y="67652"/>
                  </a:lnTo>
                  <a:lnTo>
                    <a:pt x="64219" y="68265"/>
                  </a:lnTo>
                  <a:lnTo>
                    <a:pt x="63871" y="68844"/>
                  </a:lnTo>
                  <a:lnTo>
                    <a:pt x="63451" y="69371"/>
                  </a:lnTo>
                  <a:lnTo>
                    <a:pt x="62938" y="69628"/>
                  </a:lnTo>
                  <a:lnTo>
                    <a:pt x="62664" y="69765"/>
                  </a:lnTo>
                  <a:lnTo>
                    <a:pt x="61638" y="70278"/>
                  </a:lnTo>
                  <a:lnTo>
                    <a:pt x="60366" y="70980"/>
                  </a:lnTo>
                  <a:lnTo>
                    <a:pt x="59245" y="71599"/>
                  </a:lnTo>
                  <a:lnTo>
                    <a:pt x="59040" y="71734"/>
                  </a:lnTo>
                  <a:lnTo>
                    <a:pt x="58850" y="71890"/>
                  </a:lnTo>
                  <a:lnTo>
                    <a:pt x="58611" y="72142"/>
                  </a:lnTo>
                  <a:lnTo>
                    <a:pt x="56733" y="71395"/>
                  </a:lnTo>
                  <a:lnTo>
                    <a:pt x="55758" y="71007"/>
                  </a:lnTo>
                  <a:lnTo>
                    <a:pt x="54386" y="70620"/>
                  </a:lnTo>
                  <a:lnTo>
                    <a:pt x="51971" y="69039"/>
                  </a:lnTo>
                  <a:lnTo>
                    <a:pt x="50122" y="67876"/>
                  </a:lnTo>
                  <a:lnTo>
                    <a:pt x="47319" y="66177"/>
                  </a:lnTo>
                  <a:lnTo>
                    <a:pt x="44863" y="64907"/>
                  </a:lnTo>
                  <a:lnTo>
                    <a:pt x="44617" y="64991"/>
                  </a:lnTo>
                  <a:lnTo>
                    <a:pt x="44384" y="65106"/>
                  </a:lnTo>
                  <a:lnTo>
                    <a:pt x="44175" y="65245"/>
                  </a:lnTo>
                  <a:lnTo>
                    <a:pt x="43984" y="65410"/>
                  </a:lnTo>
                  <a:lnTo>
                    <a:pt x="43812" y="65600"/>
                  </a:lnTo>
                  <a:lnTo>
                    <a:pt x="43667" y="65811"/>
                  </a:lnTo>
                  <a:lnTo>
                    <a:pt x="43549" y="66038"/>
                  </a:lnTo>
                  <a:lnTo>
                    <a:pt x="43462" y="66279"/>
                  </a:lnTo>
                  <a:lnTo>
                    <a:pt x="43460" y="67147"/>
                  </a:lnTo>
                  <a:lnTo>
                    <a:pt x="43494" y="68013"/>
                  </a:lnTo>
                  <a:lnTo>
                    <a:pt x="43564" y="68878"/>
                  </a:lnTo>
                  <a:lnTo>
                    <a:pt x="43671" y="69738"/>
                  </a:lnTo>
                  <a:lnTo>
                    <a:pt x="43851" y="70548"/>
                  </a:lnTo>
                  <a:lnTo>
                    <a:pt x="44061" y="71350"/>
                  </a:lnTo>
                  <a:lnTo>
                    <a:pt x="44265" y="72031"/>
                  </a:lnTo>
                  <a:lnTo>
                    <a:pt x="44490" y="72704"/>
                  </a:lnTo>
                  <a:lnTo>
                    <a:pt x="44887" y="74049"/>
                  </a:lnTo>
                  <a:lnTo>
                    <a:pt x="44939" y="74287"/>
                  </a:lnTo>
                  <a:lnTo>
                    <a:pt x="45018" y="74652"/>
                  </a:lnTo>
                  <a:lnTo>
                    <a:pt x="45176" y="75247"/>
                  </a:lnTo>
                  <a:lnTo>
                    <a:pt x="45360" y="75835"/>
                  </a:lnTo>
                  <a:lnTo>
                    <a:pt x="45570" y="76414"/>
                  </a:lnTo>
                  <a:lnTo>
                    <a:pt x="45753" y="76864"/>
                  </a:lnTo>
                  <a:lnTo>
                    <a:pt x="46343" y="77883"/>
                  </a:lnTo>
                  <a:lnTo>
                    <a:pt x="46642" y="78472"/>
                  </a:lnTo>
                  <a:lnTo>
                    <a:pt x="46916" y="79071"/>
                  </a:lnTo>
                  <a:lnTo>
                    <a:pt x="47075" y="79328"/>
                  </a:lnTo>
                  <a:lnTo>
                    <a:pt x="47208" y="79595"/>
                  </a:lnTo>
                  <a:lnTo>
                    <a:pt x="47315" y="79872"/>
                  </a:lnTo>
                  <a:lnTo>
                    <a:pt x="47397" y="80158"/>
                  </a:lnTo>
                  <a:lnTo>
                    <a:pt x="47452" y="80450"/>
                  </a:lnTo>
                  <a:lnTo>
                    <a:pt x="47480" y="80745"/>
                  </a:lnTo>
                  <a:lnTo>
                    <a:pt x="47473" y="81169"/>
                  </a:lnTo>
                  <a:lnTo>
                    <a:pt x="47411" y="81590"/>
                  </a:lnTo>
                  <a:lnTo>
                    <a:pt x="47273" y="82083"/>
                  </a:lnTo>
                  <a:lnTo>
                    <a:pt x="47037" y="82805"/>
                  </a:lnTo>
                  <a:lnTo>
                    <a:pt x="46735" y="83622"/>
                  </a:lnTo>
                  <a:lnTo>
                    <a:pt x="46400" y="84426"/>
                  </a:lnTo>
                  <a:lnTo>
                    <a:pt x="46033" y="85215"/>
                  </a:lnTo>
                  <a:lnTo>
                    <a:pt x="45634" y="85989"/>
                  </a:lnTo>
                  <a:lnTo>
                    <a:pt x="45589" y="86216"/>
                  </a:lnTo>
                  <a:lnTo>
                    <a:pt x="45505" y="86432"/>
                  </a:lnTo>
                  <a:lnTo>
                    <a:pt x="45348" y="86676"/>
                  </a:lnTo>
                  <a:lnTo>
                    <a:pt x="45141" y="86878"/>
                  </a:lnTo>
                  <a:lnTo>
                    <a:pt x="44894" y="87029"/>
                  </a:lnTo>
                  <a:lnTo>
                    <a:pt x="44620" y="87122"/>
                  </a:lnTo>
                  <a:lnTo>
                    <a:pt x="43491" y="86958"/>
                  </a:lnTo>
                  <a:lnTo>
                    <a:pt x="42370" y="86749"/>
                  </a:lnTo>
                  <a:lnTo>
                    <a:pt x="41262" y="86496"/>
                  </a:lnTo>
                  <a:lnTo>
                    <a:pt x="40433" y="86271"/>
                  </a:lnTo>
                  <a:lnTo>
                    <a:pt x="40150" y="86194"/>
                  </a:lnTo>
                  <a:lnTo>
                    <a:pt x="39830" y="86167"/>
                  </a:lnTo>
                  <a:lnTo>
                    <a:pt x="39511" y="86201"/>
                  </a:lnTo>
                  <a:lnTo>
                    <a:pt x="39243" y="86279"/>
                  </a:lnTo>
                  <a:lnTo>
                    <a:pt x="38992" y="86399"/>
                  </a:lnTo>
                  <a:lnTo>
                    <a:pt x="38764" y="86560"/>
                  </a:lnTo>
                  <a:lnTo>
                    <a:pt x="38566" y="86754"/>
                  </a:lnTo>
                  <a:lnTo>
                    <a:pt x="38394" y="86997"/>
                  </a:lnTo>
                  <a:lnTo>
                    <a:pt x="38195" y="87472"/>
                  </a:lnTo>
                  <a:lnTo>
                    <a:pt x="37991" y="87957"/>
                  </a:lnTo>
                  <a:lnTo>
                    <a:pt x="37836" y="88201"/>
                  </a:lnTo>
                  <a:lnTo>
                    <a:pt x="37659" y="88436"/>
                  </a:lnTo>
                  <a:lnTo>
                    <a:pt x="37483" y="88670"/>
                  </a:lnTo>
                  <a:lnTo>
                    <a:pt x="36208" y="90362"/>
                  </a:lnTo>
                  <a:lnTo>
                    <a:pt x="34840" y="92178"/>
                  </a:lnTo>
                  <a:lnTo>
                    <a:pt x="33311" y="94208"/>
                  </a:lnTo>
                  <a:lnTo>
                    <a:pt x="32617" y="95129"/>
                  </a:lnTo>
                  <a:lnTo>
                    <a:pt x="31522" y="96583"/>
                  </a:lnTo>
                  <a:lnTo>
                    <a:pt x="31097" y="97147"/>
                  </a:lnTo>
                  <a:lnTo>
                    <a:pt x="30212" y="98801"/>
                  </a:lnTo>
                  <a:lnTo>
                    <a:pt x="29737" y="99689"/>
                  </a:lnTo>
                  <a:lnTo>
                    <a:pt x="29253" y="100596"/>
                  </a:lnTo>
                  <a:lnTo>
                    <a:pt x="28932" y="101230"/>
                  </a:lnTo>
                  <a:lnTo>
                    <a:pt x="28823" y="101444"/>
                  </a:lnTo>
                  <a:lnTo>
                    <a:pt x="28400" y="102206"/>
                  </a:lnTo>
                  <a:lnTo>
                    <a:pt x="24447" y="99853"/>
                  </a:lnTo>
                  <a:lnTo>
                    <a:pt x="22992" y="98755"/>
                  </a:lnTo>
                  <a:lnTo>
                    <a:pt x="21190" y="97723"/>
                  </a:lnTo>
                  <a:lnTo>
                    <a:pt x="21477" y="97479"/>
                  </a:lnTo>
                  <a:lnTo>
                    <a:pt x="17341" y="93630"/>
                  </a:lnTo>
                  <a:lnTo>
                    <a:pt x="14634" y="96042"/>
                  </a:lnTo>
                  <a:lnTo>
                    <a:pt x="10052" y="91847"/>
                  </a:lnTo>
                  <a:lnTo>
                    <a:pt x="9255" y="92202"/>
                  </a:lnTo>
                  <a:lnTo>
                    <a:pt x="8781" y="92438"/>
                  </a:lnTo>
                  <a:lnTo>
                    <a:pt x="7333" y="93158"/>
                  </a:lnTo>
                  <a:lnTo>
                    <a:pt x="7156" y="93245"/>
                  </a:lnTo>
                  <a:lnTo>
                    <a:pt x="6977" y="93335"/>
                  </a:lnTo>
                  <a:lnTo>
                    <a:pt x="6507" y="93667"/>
                  </a:lnTo>
                  <a:lnTo>
                    <a:pt x="6162" y="93973"/>
                  </a:lnTo>
                  <a:lnTo>
                    <a:pt x="5929" y="94228"/>
                  </a:lnTo>
                  <a:lnTo>
                    <a:pt x="5717" y="94500"/>
                  </a:lnTo>
                  <a:lnTo>
                    <a:pt x="5528" y="94789"/>
                  </a:lnTo>
                  <a:lnTo>
                    <a:pt x="5363" y="95093"/>
                  </a:lnTo>
                  <a:lnTo>
                    <a:pt x="5227" y="95402"/>
                  </a:lnTo>
                  <a:lnTo>
                    <a:pt x="5116" y="95720"/>
                  </a:lnTo>
                  <a:lnTo>
                    <a:pt x="4684" y="96601"/>
                  </a:lnTo>
                  <a:lnTo>
                    <a:pt x="4437" y="97160"/>
                  </a:lnTo>
                  <a:lnTo>
                    <a:pt x="4288" y="97499"/>
                  </a:lnTo>
                  <a:lnTo>
                    <a:pt x="4149" y="97839"/>
                  </a:lnTo>
                  <a:lnTo>
                    <a:pt x="3719" y="97643"/>
                  </a:lnTo>
                  <a:lnTo>
                    <a:pt x="2169" y="97076"/>
                  </a:lnTo>
                  <a:lnTo>
                    <a:pt x="499" y="96867"/>
                  </a:lnTo>
                  <a:lnTo>
                    <a:pt x="298" y="96865"/>
                  </a:lnTo>
                  <a:lnTo>
                    <a:pt x="0" y="95656"/>
                  </a:lnTo>
                  <a:lnTo>
                    <a:pt x="798" y="94122"/>
                  </a:lnTo>
                  <a:lnTo>
                    <a:pt x="1753" y="92661"/>
                  </a:lnTo>
                  <a:lnTo>
                    <a:pt x="6106" y="88834"/>
                  </a:lnTo>
                  <a:lnTo>
                    <a:pt x="8101" y="86419"/>
                  </a:lnTo>
                  <a:lnTo>
                    <a:pt x="9802" y="84414"/>
                  </a:lnTo>
                  <a:lnTo>
                    <a:pt x="10822" y="83213"/>
                  </a:lnTo>
                  <a:lnTo>
                    <a:pt x="12986" y="80377"/>
                  </a:lnTo>
                  <a:lnTo>
                    <a:pt x="13296" y="79825"/>
                  </a:lnTo>
                  <a:lnTo>
                    <a:pt x="13565" y="79252"/>
                  </a:lnTo>
                  <a:lnTo>
                    <a:pt x="13792" y="78661"/>
                  </a:lnTo>
                  <a:lnTo>
                    <a:pt x="13974" y="78055"/>
                  </a:lnTo>
                  <a:lnTo>
                    <a:pt x="14115" y="77425"/>
                  </a:lnTo>
                  <a:lnTo>
                    <a:pt x="14208" y="76787"/>
                  </a:lnTo>
                  <a:lnTo>
                    <a:pt x="14253" y="76143"/>
                  </a:lnTo>
                  <a:lnTo>
                    <a:pt x="14251" y="75497"/>
                  </a:lnTo>
                  <a:lnTo>
                    <a:pt x="13949" y="73107"/>
                  </a:lnTo>
                  <a:lnTo>
                    <a:pt x="13850" y="72319"/>
                  </a:lnTo>
                  <a:lnTo>
                    <a:pt x="13583" y="69768"/>
                  </a:lnTo>
                  <a:lnTo>
                    <a:pt x="13516" y="69132"/>
                  </a:lnTo>
                  <a:lnTo>
                    <a:pt x="13319" y="66850"/>
                  </a:lnTo>
                  <a:lnTo>
                    <a:pt x="13324" y="66427"/>
                  </a:lnTo>
                  <a:lnTo>
                    <a:pt x="13358" y="66006"/>
                  </a:lnTo>
                  <a:lnTo>
                    <a:pt x="13474" y="65345"/>
                  </a:lnTo>
                  <a:lnTo>
                    <a:pt x="13663" y="64700"/>
                  </a:lnTo>
                  <a:lnTo>
                    <a:pt x="13923" y="64081"/>
                  </a:lnTo>
                  <a:lnTo>
                    <a:pt x="14251" y="63495"/>
                  </a:lnTo>
                  <a:lnTo>
                    <a:pt x="14510" y="62016"/>
                  </a:lnTo>
                  <a:lnTo>
                    <a:pt x="14663" y="61139"/>
                  </a:lnTo>
                  <a:lnTo>
                    <a:pt x="14811" y="60292"/>
                  </a:lnTo>
                  <a:lnTo>
                    <a:pt x="14908" y="59742"/>
                  </a:lnTo>
                  <a:lnTo>
                    <a:pt x="15096" y="58667"/>
                  </a:lnTo>
                  <a:lnTo>
                    <a:pt x="15096" y="56430"/>
                  </a:lnTo>
                  <a:lnTo>
                    <a:pt x="15228" y="55465"/>
                  </a:lnTo>
                  <a:lnTo>
                    <a:pt x="15357" y="54529"/>
                  </a:lnTo>
                  <a:lnTo>
                    <a:pt x="15550" y="53693"/>
                  </a:lnTo>
                  <a:lnTo>
                    <a:pt x="15916" y="52106"/>
                  </a:lnTo>
                  <a:lnTo>
                    <a:pt x="17071" y="49870"/>
                  </a:lnTo>
                  <a:lnTo>
                    <a:pt x="17519" y="47932"/>
                  </a:lnTo>
                  <a:lnTo>
                    <a:pt x="17063" y="45196"/>
                  </a:lnTo>
                  <a:lnTo>
                    <a:pt x="16885" y="44130"/>
                  </a:lnTo>
                  <a:lnTo>
                    <a:pt x="16810" y="42937"/>
                  </a:lnTo>
                  <a:lnTo>
                    <a:pt x="16512" y="41744"/>
                  </a:lnTo>
                  <a:lnTo>
                    <a:pt x="15879" y="40253"/>
                  </a:lnTo>
                  <a:lnTo>
                    <a:pt x="15437" y="39408"/>
                  </a:lnTo>
                  <a:lnTo>
                    <a:pt x="14984" y="38538"/>
                  </a:lnTo>
                  <a:lnTo>
                    <a:pt x="14166" y="37209"/>
                  </a:lnTo>
                  <a:lnTo>
                    <a:pt x="12935" y="35207"/>
                  </a:lnTo>
                  <a:lnTo>
                    <a:pt x="12060" y="33784"/>
                  </a:lnTo>
                  <a:lnTo>
                    <a:pt x="11751" y="33282"/>
                  </a:lnTo>
                  <a:lnTo>
                    <a:pt x="14457" y="29607"/>
                  </a:lnTo>
                  <a:lnTo>
                    <a:pt x="14633" y="29353"/>
                  </a:lnTo>
                  <a:lnTo>
                    <a:pt x="14856" y="28979"/>
                  </a:lnTo>
                  <a:lnTo>
                    <a:pt x="15050" y="28589"/>
                  </a:lnTo>
                  <a:lnTo>
                    <a:pt x="15212" y="28185"/>
                  </a:lnTo>
                  <a:lnTo>
                    <a:pt x="15343" y="27769"/>
                  </a:lnTo>
                  <a:lnTo>
                    <a:pt x="15445" y="27322"/>
                  </a:lnTo>
                  <a:lnTo>
                    <a:pt x="15510" y="26867"/>
                  </a:lnTo>
                  <a:lnTo>
                    <a:pt x="15534" y="26527"/>
                  </a:lnTo>
                  <a:lnTo>
                    <a:pt x="15559" y="25634"/>
                  </a:lnTo>
                  <a:lnTo>
                    <a:pt x="15484" y="25277"/>
                  </a:lnTo>
                  <a:lnTo>
                    <a:pt x="14809" y="22030"/>
                  </a:lnTo>
                  <a:lnTo>
                    <a:pt x="17081" y="21925"/>
                  </a:lnTo>
                  <a:lnTo>
                    <a:pt x="18804" y="21845"/>
                  </a:lnTo>
                  <a:lnTo>
                    <a:pt x="21433" y="21724"/>
                  </a:lnTo>
                  <a:lnTo>
                    <a:pt x="25158" y="13224"/>
                  </a:lnTo>
                  <a:lnTo>
                    <a:pt x="22361" y="11303"/>
                  </a:lnTo>
                  <a:lnTo>
                    <a:pt x="27391" y="0"/>
                  </a:lnTo>
                  <a:lnTo>
                    <a:pt x="35829" y="626"/>
                  </a:lnTo>
                  <a:lnTo>
                    <a:pt x="36843" y="4502"/>
                  </a:lnTo>
                  <a:lnTo>
                    <a:pt x="37171" y="6947"/>
                  </a:lnTo>
                  <a:lnTo>
                    <a:pt x="36814" y="10347"/>
                  </a:lnTo>
                  <a:lnTo>
                    <a:pt x="35442" y="14611"/>
                  </a:lnTo>
                  <a:lnTo>
                    <a:pt x="36958" y="17341"/>
                  </a:lnTo>
                  <a:lnTo>
                    <a:pt x="37167" y="1925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8" name="pg397"/>
            <p:cNvSpPr/>
            <p:nvPr/>
          </p:nvSpPr>
          <p:spPr>
            <a:xfrm>
              <a:off x="4481821" y="4625658"/>
              <a:ext cx="63015" cy="80284"/>
            </a:xfrm>
            <a:custGeom>
              <a:avLst/>
              <a:pathLst>
                <a:path w="63015" h="80284">
                  <a:moveTo>
                    <a:pt x="49331" y="4247"/>
                  </a:moveTo>
                  <a:lnTo>
                    <a:pt x="51953" y="1781"/>
                  </a:lnTo>
                  <a:lnTo>
                    <a:pt x="56088" y="5632"/>
                  </a:lnTo>
                  <a:lnTo>
                    <a:pt x="55800" y="5875"/>
                  </a:lnTo>
                  <a:lnTo>
                    <a:pt x="57603" y="6908"/>
                  </a:lnTo>
                  <a:lnTo>
                    <a:pt x="59058" y="8005"/>
                  </a:lnTo>
                  <a:lnTo>
                    <a:pt x="63015" y="10423"/>
                  </a:lnTo>
                  <a:lnTo>
                    <a:pt x="61922" y="12580"/>
                  </a:lnTo>
                  <a:lnTo>
                    <a:pt x="59262" y="17828"/>
                  </a:lnTo>
                  <a:lnTo>
                    <a:pt x="58052" y="20216"/>
                  </a:lnTo>
                  <a:lnTo>
                    <a:pt x="57824" y="20667"/>
                  </a:lnTo>
                  <a:lnTo>
                    <a:pt x="56832" y="22624"/>
                  </a:lnTo>
                  <a:lnTo>
                    <a:pt x="56602" y="23059"/>
                  </a:lnTo>
                  <a:lnTo>
                    <a:pt x="55790" y="24594"/>
                  </a:lnTo>
                  <a:lnTo>
                    <a:pt x="52239" y="30996"/>
                  </a:lnTo>
                  <a:lnTo>
                    <a:pt x="51242" y="32794"/>
                  </a:lnTo>
                  <a:lnTo>
                    <a:pt x="47033" y="38211"/>
                  </a:lnTo>
                  <a:lnTo>
                    <a:pt x="46785" y="38530"/>
                  </a:lnTo>
                  <a:lnTo>
                    <a:pt x="46434" y="38982"/>
                  </a:lnTo>
                  <a:lnTo>
                    <a:pt x="45789" y="39813"/>
                  </a:lnTo>
                  <a:lnTo>
                    <a:pt x="43601" y="42634"/>
                  </a:lnTo>
                  <a:lnTo>
                    <a:pt x="42689" y="44184"/>
                  </a:lnTo>
                  <a:lnTo>
                    <a:pt x="41248" y="46633"/>
                  </a:lnTo>
                  <a:lnTo>
                    <a:pt x="40408" y="48351"/>
                  </a:lnTo>
                  <a:lnTo>
                    <a:pt x="38721" y="51804"/>
                  </a:lnTo>
                  <a:lnTo>
                    <a:pt x="36766" y="55805"/>
                  </a:lnTo>
                  <a:lnTo>
                    <a:pt x="36525" y="56298"/>
                  </a:lnTo>
                  <a:lnTo>
                    <a:pt x="36444" y="56463"/>
                  </a:lnTo>
                  <a:lnTo>
                    <a:pt x="30835" y="62836"/>
                  </a:lnTo>
                  <a:lnTo>
                    <a:pt x="30145" y="63620"/>
                  </a:lnTo>
                  <a:lnTo>
                    <a:pt x="29688" y="64124"/>
                  </a:lnTo>
                  <a:lnTo>
                    <a:pt x="31043" y="65102"/>
                  </a:lnTo>
                  <a:lnTo>
                    <a:pt x="31180" y="65206"/>
                  </a:lnTo>
                  <a:lnTo>
                    <a:pt x="32176" y="65967"/>
                  </a:lnTo>
                  <a:lnTo>
                    <a:pt x="34651" y="67338"/>
                  </a:lnTo>
                  <a:lnTo>
                    <a:pt x="35310" y="67689"/>
                  </a:lnTo>
                  <a:lnTo>
                    <a:pt x="36947" y="68561"/>
                  </a:lnTo>
                  <a:lnTo>
                    <a:pt x="39303" y="69903"/>
                  </a:lnTo>
                  <a:lnTo>
                    <a:pt x="41879" y="71659"/>
                  </a:lnTo>
                  <a:lnTo>
                    <a:pt x="46459" y="74614"/>
                  </a:lnTo>
                  <a:lnTo>
                    <a:pt x="50658" y="77398"/>
                  </a:lnTo>
                  <a:lnTo>
                    <a:pt x="51278" y="77808"/>
                  </a:lnTo>
                  <a:lnTo>
                    <a:pt x="51904" y="78420"/>
                  </a:lnTo>
                  <a:lnTo>
                    <a:pt x="51537" y="79194"/>
                  </a:lnTo>
                  <a:lnTo>
                    <a:pt x="51018" y="80284"/>
                  </a:lnTo>
                  <a:lnTo>
                    <a:pt x="49846" y="79766"/>
                  </a:lnTo>
                  <a:lnTo>
                    <a:pt x="48318" y="79091"/>
                  </a:lnTo>
                  <a:lnTo>
                    <a:pt x="44992" y="77622"/>
                  </a:lnTo>
                  <a:lnTo>
                    <a:pt x="43651" y="77030"/>
                  </a:lnTo>
                  <a:lnTo>
                    <a:pt x="37654" y="74382"/>
                  </a:lnTo>
                  <a:lnTo>
                    <a:pt x="35926" y="78336"/>
                  </a:lnTo>
                  <a:lnTo>
                    <a:pt x="35819" y="78577"/>
                  </a:lnTo>
                  <a:lnTo>
                    <a:pt x="34217" y="77733"/>
                  </a:lnTo>
                  <a:lnTo>
                    <a:pt x="29985" y="75504"/>
                  </a:lnTo>
                  <a:lnTo>
                    <a:pt x="29434" y="75214"/>
                  </a:lnTo>
                  <a:lnTo>
                    <a:pt x="23744" y="71611"/>
                  </a:lnTo>
                  <a:lnTo>
                    <a:pt x="23589" y="71512"/>
                  </a:lnTo>
                  <a:lnTo>
                    <a:pt x="23245" y="71062"/>
                  </a:lnTo>
                  <a:lnTo>
                    <a:pt x="22844" y="70661"/>
                  </a:lnTo>
                  <a:lnTo>
                    <a:pt x="22394" y="70317"/>
                  </a:lnTo>
                  <a:lnTo>
                    <a:pt x="21901" y="70035"/>
                  </a:lnTo>
                  <a:lnTo>
                    <a:pt x="21685" y="69947"/>
                  </a:lnTo>
                  <a:lnTo>
                    <a:pt x="21376" y="69822"/>
                  </a:lnTo>
                  <a:lnTo>
                    <a:pt x="20827" y="69680"/>
                  </a:lnTo>
                  <a:lnTo>
                    <a:pt x="20263" y="69612"/>
                  </a:lnTo>
                  <a:lnTo>
                    <a:pt x="19697" y="69620"/>
                  </a:lnTo>
                  <a:lnTo>
                    <a:pt x="18128" y="69995"/>
                  </a:lnTo>
                  <a:lnTo>
                    <a:pt x="17953" y="70074"/>
                  </a:lnTo>
                  <a:lnTo>
                    <a:pt x="15958" y="70977"/>
                  </a:lnTo>
                  <a:lnTo>
                    <a:pt x="14777" y="71592"/>
                  </a:lnTo>
                  <a:lnTo>
                    <a:pt x="14382" y="71797"/>
                  </a:lnTo>
                  <a:lnTo>
                    <a:pt x="13345" y="72337"/>
                  </a:lnTo>
                  <a:lnTo>
                    <a:pt x="10838" y="74192"/>
                  </a:lnTo>
                  <a:lnTo>
                    <a:pt x="8274" y="75937"/>
                  </a:lnTo>
                  <a:lnTo>
                    <a:pt x="8095" y="76059"/>
                  </a:lnTo>
                  <a:lnTo>
                    <a:pt x="4581" y="72666"/>
                  </a:lnTo>
                  <a:lnTo>
                    <a:pt x="4330" y="72374"/>
                  </a:lnTo>
                  <a:lnTo>
                    <a:pt x="4105" y="72062"/>
                  </a:lnTo>
                  <a:lnTo>
                    <a:pt x="3908" y="71732"/>
                  </a:lnTo>
                  <a:lnTo>
                    <a:pt x="3738" y="71387"/>
                  </a:lnTo>
                  <a:lnTo>
                    <a:pt x="3578" y="70765"/>
                  </a:lnTo>
                  <a:lnTo>
                    <a:pt x="3215" y="69362"/>
                  </a:lnTo>
                  <a:lnTo>
                    <a:pt x="2748" y="67558"/>
                  </a:lnTo>
                  <a:lnTo>
                    <a:pt x="2530" y="66582"/>
                  </a:lnTo>
                  <a:lnTo>
                    <a:pt x="2058" y="64471"/>
                  </a:lnTo>
                  <a:lnTo>
                    <a:pt x="1733" y="63722"/>
                  </a:lnTo>
                  <a:lnTo>
                    <a:pt x="1526" y="63243"/>
                  </a:lnTo>
                  <a:lnTo>
                    <a:pt x="1201" y="62495"/>
                  </a:lnTo>
                  <a:lnTo>
                    <a:pt x="1132" y="62334"/>
                  </a:lnTo>
                  <a:lnTo>
                    <a:pt x="818" y="61593"/>
                  </a:lnTo>
                  <a:lnTo>
                    <a:pt x="365" y="60525"/>
                  </a:lnTo>
                  <a:lnTo>
                    <a:pt x="79" y="59852"/>
                  </a:lnTo>
                  <a:lnTo>
                    <a:pt x="0" y="59664"/>
                  </a:lnTo>
                  <a:lnTo>
                    <a:pt x="5899" y="57257"/>
                  </a:lnTo>
                  <a:lnTo>
                    <a:pt x="7770" y="56134"/>
                  </a:lnTo>
                  <a:lnTo>
                    <a:pt x="8881" y="55468"/>
                  </a:lnTo>
                  <a:lnTo>
                    <a:pt x="9083" y="55297"/>
                  </a:lnTo>
                  <a:lnTo>
                    <a:pt x="9036" y="55161"/>
                  </a:lnTo>
                  <a:lnTo>
                    <a:pt x="9008" y="54994"/>
                  </a:lnTo>
                  <a:lnTo>
                    <a:pt x="8853" y="54746"/>
                  </a:lnTo>
                  <a:lnTo>
                    <a:pt x="8642" y="54563"/>
                  </a:lnTo>
                  <a:lnTo>
                    <a:pt x="8445" y="54358"/>
                  </a:lnTo>
                  <a:lnTo>
                    <a:pt x="8124" y="53927"/>
                  </a:lnTo>
                  <a:lnTo>
                    <a:pt x="7905" y="53207"/>
                  </a:lnTo>
                  <a:lnTo>
                    <a:pt x="7709" y="52480"/>
                  </a:lnTo>
                  <a:lnTo>
                    <a:pt x="7538" y="51748"/>
                  </a:lnTo>
                  <a:lnTo>
                    <a:pt x="7390" y="51010"/>
                  </a:lnTo>
                  <a:lnTo>
                    <a:pt x="7225" y="50520"/>
                  </a:lnTo>
                  <a:lnTo>
                    <a:pt x="6356" y="47935"/>
                  </a:lnTo>
                  <a:lnTo>
                    <a:pt x="5245" y="44549"/>
                  </a:lnTo>
                  <a:lnTo>
                    <a:pt x="8017" y="44679"/>
                  </a:lnTo>
                  <a:lnTo>
                    <a:pt x="10106" y="44776"/>
                  </a:lnTo>
                  <a:lnTo>
                    <a:pt x="10397" y="44611"/>
                  </a:lnTo>
                  <a:lnTo>
                    <a:pt x="10622" y="44059"/>
                  </a:lnTo>
                  <a:lnTo>
                    <a:pt x="11407" y="42134"/>
                  </a:lnTo>
                  <a:lnTo>
                    <a:pt x="11715" y="41378"/>
                  </a:lnTo>
                  <a:lnTo>
                    <a:pt x="13576" y="39589"/>
                  </a:lnTo>
                  <a:lnTo>
                    <a:pt x="14181" y="38898"/>
                  </a:lnTo>
                  <a:lnTo>
                    <a:pt x="14422" y="38623"/>
                  </a:lnTo>
                  <a:lnTo>
                    <a:pt x="15107" y="37396"/>
                  </a:lnTo>
                  <a:lnTo>
                    <a:pt x="15830" y="36101"/>
                  </a:lnTo>
                  <a:lnTo>
                    <a:pt x="16426" y="35033"/>
                  </a:lnTo>
                  <a:lnTo>
                    <a:pt x="16522" y="34874"/>
                  </a:lnTo>
                  <a:lnTo>
                    <a:pt x="16884" y="34270"/>
                  </a:lnTo>
                  <a:lnTo>
                    <a:pt x="17208" y="33730"/>
                  </a:lnTo>
                  <a:lnTo>
                    <a:pt x="17459" y="33312"/>
                  </a:lnTo>
                  <a:lnTo>
                    <a:pt x="17959" y="32478"/>
                  </a:lnTo>
                  <a:lnTo>
                    <a:pt x="18157" y="32148"/>
                  </a:lnTo>
                  <a:lnTo>
                    <a:pt x="18756" y="30993"/>
                  </a:lnTo>
                  <a:lnTo>
                    <a:pt x="19407" y="29738"/>
                  </a:lnTo>
                  <a:lnTo>
                    <a:pt x="19712" y="29150"/>
                  </a:lnTo>
                  <a:lnTo>
                    <a:pt x="20074" y="28451"/>
                  </a:lnTo>
                  <a:lnTo>
                    <a:pt x="20429" y="27765"/>
                  </a:lnTo>
                  <a:lnTo>
                    <a:pt x="18980" y="25869"/>
                  </a:lnTo>
                  <a:lnTo>
                    <a:pt x="18854" y="25703"/>
                  </a:lnTo>
                  <a:lnTo>
                    <a:pt x="18776" y="25261"/>
                  </a:lnTo>
                  <a:lnTo>
                    <a:pt x="18448" y="23379"/>
                  </a:lnTo>
                  <a:lnTo>
                    <a:pt x="18389" y="23046"/>
                  </a:lnTo>
                  <a:lnTo>
                    <a:pt x="18334" y="22730"/>
                  </a:lnTo>
                  <a:lnTo>
                    <a:pt x="18503" y="21531"/>
                  </a:lnTo>
                  <a:lnTo>
                    <a:pt x="18719" y="19995"/>
                  </a:lnTo>
                  <a:lnTo>
                    <a:pt x="18742" y="19829"/>
                  </a:lnTo>
                  <a:lnTo>
                    <a:pt x="19318" y="17860"/>
                  </a:lnTo>
                  <a:lnTo>
                    <a:pt x="19558" y="17037"/>
                  </a:lnTo>
                  <a:lnTo>
                    <a:pt x="20298" y="15762"/>
                  </a:lnTo>
                  <a:lnTo>
                    <a:pt x="21116" y="14354"/>
                  </a:lnTo>
                  <a:lnTo>
                    <a:pt x="21519" y="14430"/>
                  </a:lnTo>
                  <a:lnTo>
                    <a:pt x="24936" y="15079"/>
                  </a:lnTo>
                  <a:lnTo>
                    <a:pt x="29573" y="14572"/>
                  </a:lnTo>
                  <a:lnTo>
                    <a:pt x="31199" y="13082"/>
                  </a:lnTo>
                  <a:lnTo>
                    <a:pt x="31470" y="12544"/>
                  </a:lnTo>
                  <a:lnTo>
                    <a:pt x="32147" y="11201"/>
                  </a:lnTo>
                  <a:lnTo>
                    <a:pt x="33265" y="8982"/>
                  </a:lnTo>
                  <a:lnTo>
                    <a:pt x="34750" y="7425"/>
                  </a:lnTo>
                  <a:lnTo>
                    <a:pt x="35734" y="6101"/>
                  </a:lnTo>
                  <a:lnTo>
                    <a:pt x="35736" y="5676"/>
                  </a:lnTo>
                  <a:lnTo>
                    <a:pt x="35109" y="5020"/>
                  </a:lnTo>
                  <a:lnTo>
                    <a:pt x="36779" y="5228"/>
                  </a:lnTo>
                  <a:lnTo>
                    <a:pt x="38330" y="5795"/>
                  </a:lnTo>
                  <a:lnTo>
                    <a:pt x="38764" y="5990"/>
                  </a:lnTo>
                  <a:lnTo>
                    <a:pt x="38899" y="5649"/>
                  </a:lnTo>
                  <a:lnTo>
                    <a:pt x="39048" y="5313"/>
                  </a:lnTo>
                  <a:lnTo>
                    <a:pt x="39295" y="4752"/>
                  </a:lnTo>
                  <a:lnTo>
                    <a:pt x="39727" y="3873"/>
                  </a:lnTo>
                  <a:lnTo>
                    <a:pt x="39838" y="3553"/>
                  </a:lnTo>
                  <a:lnTo>
                    <a:pt x="39975" y="3244"/>
                  </a:lnTo>
                  <a:lnTo>
                    <a:pt x="40139" y="2941"/>
                  </a:lnTo>
                  <a:lnTo>
                    <a:pt x="40328" y="2652"/>
                  </a:lnTo>
                  <a:lnTo>
                    <a:pt x="40540" y="2379"/>
                  </a:lnTo>
                  <a:lnTo>
                    <a:pt x="40773" y="2125"/>
                  </a:lnTo>
                  <a:lnTo>
                    <a:pt x="41161" y="1781"/>
                  </a:lnTo>
                  <a:lnTo>
                    <a:pt x="41587" y="1487"/>
                  </a:lnTo>
                  <a:lnTo>
                    <a:pt x="41767" y="1398"/>
                  </a:lnTo>
                  <a:lnTo>
                    <a:pt x="41944" y="1310"/>
                  </a:lnTo>
                  <a:lnTo>
                    <a:pt x="43391" y="590"/>
                  </a:lnTo>
                  <a:lnTo>
                    <a:pt x="43866" y="355"/>
                  </a:lnTo>
                  <a:lnTo>
                    <a:pt x="44662"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399" name="pg398"/>
            <p:cNvSpPr/>
            <p:nvPr/>
          </p:nvSpPr>
          <p:spPr>
            <a:xfrm>
              <a:off x="4539645" y="4596792"/>
              <a:ext cx="51404" cy="53829"/>
            </a:xfrm>
            <a:custGeom>
              <a:avLst/>
              <a:pathLst>
                <a:path w="51404" h="53829">
                  <a:moveTo>
                    <a:pt x="44336" y="7858"/>
                  </a:moveTo>
                  <a:lnTo>
                    <a:pt x="42633" y="10441"/>
                  </a:lnTo>
                  <a:lnTo>
                    <a:pt x="42186" y="10931"/>
                  </a:lnTo>
                  <a:lnTo>
                    <a:pt x="41940" y="11220"/>
                  </a:lnTo>
                  <a:lnTo>
                    <a:pt x="45416" y="12314"/>
                  </a:lnTo>
                  <a:lnTo>
                    <a:pt x="45854" y="12452"/>
                  </a:lnTo>
                  <a:lnTo>
                    <a:pt x="46685" y="12739"/>
                  </a:lnTo>
                  <a:lnTo>
                    <a:pt x="47440" y="12999"/>
                  </a:lnTo>
                  <a:lnTo>
                    <a:pt x="48404" y="13332"/>
                  </a:lnTo>
                  <a:lnTo>
                    <a:pt x="49303" y="13561"/>
                  </a:lnTo>
                  <a:lnTo>
                    <a:pt x="51404" y="14923"/>
                  </a:lnTo>
                  <a:lnTo>
                    <a:pt x="49973" y="18233"/>
                  </a:lnTo>
                  <a:lnTo>
                    <a:pt x="49808" y="20321"/>
                  </a:lnTo>
                  <a:lnTo>
                    <a:pt x="50092" y="22736"/>
                  </a:lnTo>
                  <a:lnTo>
                    <a:pt x="49794" y="25390"/>
                  </a:lnTo>
                  <a:lnTo>
                    <a:pt x="49734" y="27059"/>
                  </a:lnTo>
                  <a:lnTo>
                    <a:pt x="49675" y="28521"/>
                  </a:lnTo>
                  <a:lnTo>
                    <a:pt x="49700" y="29043"/>
                  </a:lnTo>
                  <a:lnTo>
                    <a:pt x="48701" y="28998"/>
                  </a:lnTo>
                  <a:lnTo>
                    <a:pt x="47150" y="29386"/>
                  </a:lnTo>
                  <a:lnTo>
                    <a:pt x="45053" y="30748"/>
                  </a:lnTo>
                  <a:lnTo>
                    <a:pt x="44212" y="31512"/>
                  </a:lnTo>
                  <a:lnTo>
                    <a:pt x="43663" y="32936"/>
                  </a:lnTo>
                  <a:lnTo>
                    <a:pt x="42213" y="35855"/>
                  </a:lnTo>
                  <a:lnTo>
                    <a:pt x="41483" y="36242"/>
                  </a:lnTo>
                  <a:lnTo>
                    <a:pt x="40454" y="36406"/>
                  </a:lnTo>
                  <a:lnTo>
                    <a:pt x="39172" y="36585"/>
                  </a:lnTo>
                  <a:lnTo>
                    <a:pt x="37532" y="37137"/>
                  </a:lnTo>
                  <a:lnTo>
                    <a:pt x="36399" y="37778"/>
                  </a:lnTo>
                  <a:lnTo>
                    <a:pt x="36640" y="38294"/>
                  </a:lnTo>
                  <a:lnTo>
                    <a:pt x="36727" y="38498"/>
                  </a:lnTo>
                  <a:lnTo>
                    <a:pt x="37828" y="38607"/>
                  </a:lnTo>
                  <a:lnTo>
                    <a:pt x="38634" y="38819"/>
                  </a:lnTo>
                  <a:lnTo>
                    <a:pt x="39385" y="38914"/>
                  </a:lnTo>
                  <a:lnTo>
                    <a:pt x="40383" y="40163"/>
                  </a:lnTo>
                  <a:lnTo>
                    <a:pt x="41576" y="42683"/>
                  </a:lnTo>
                  <a:lnTo>
                    <a:pt x="38295" y="43458"/>
                  </a:lnTo>
                  <a:lnTo>
                    <a:pt x="36059" y="43383"/>
                  </a:lnTo>
                  <a:lnTo>
                    <a:pt x="35015" y="43413"/>
                  </a:lnTo>
                  <a:lnTo>
                    <a:pt x="33599" y="43771"/>
                  </a:lnTo>
                  <a:lnTo>
                    <a:pt x="32943" y="43846"/>
                  </a:lnTo>
                  <a:lnTo>
                    <a:pt x="31616" y="43577"/>
                  </a:lnTo>
                  <a:lnTo>
                    <a:pt x="30586" y="42992"/>
                  </a:lnTo>
                  <a:lnTo>
                    <a:pt x="27981" y="40697"/>
                  </a:lnTo>
                  <a:lnTo>
                    <a:pt x="25798" y="38711"/>
                  </a:lnTo>
                  <a:lnTo>
                    <a:pt x="20225" y="34586"/>
                  </a:lnTo>
                  <a:lnTo>
                    <a:pt x="18685" y="37422"/>
                  </a:lnTo>
                  <a:lnTo>
                    <a:pt x="18603" y="37574"/>
                  </a:lnTo>
                  <a:lnTo>
                    <a:pt x="11782" y="47281"/>
                  </a:lnTo>
                  <a:lnTo>
                    <a:pt x="10510" y="49091"/>
                  </a:lnTo>
                  <a:lnTo>
                    <a:pt x="8650" y="51738"/>
                  </a:lnTo>
                  <a:lnTo>
                    <a:pt x="7948" y="53829"/>
                  </a:lnTo>
                  <a:lnTo>
                    <a:pt x="5160" y="52322"/>
                  </a:lnTo>
                  <a:lnTo>
                    <a:pt x="4295" y="51855"/>
                  </a:lnTo>
                  <a:lnTo>
                    <a:pt x="3816" y="51596"/>
                  </a:lnTo>
                  <a:lnTo>
                    <a:pt x="3081" y="51198"/>
                  </a:lnTo>
                  <a:lnTo>
                    <a:pt x="0" y="49532"/>
                  </a:lnTo>
                  <a:lnTo>
                    <a:pt x="228" y="49082"/>
                  </a:lnTo>
                  <a:lnTo>
                    <a:pt x="1438" y="46693"/>
                  </a:lnTo>
                  <a:lnTo>
                    <a:pt x="4098" y="41445"/>
                  </a:lnTo>
                  <a:lnTo>
                    <a:pt x="5215" y="39240"/>
                  </a:lnTo>
                  <a:lnTo>
                    <a:pt x="5634" y="38413"/>
                  </a:lnTo>
                  <a:lnTo>
                    <a:pt x="5718" y="38248"/>
                  </a:lnTo>
                  <a:lnTo>
                    <a:pt x="6057" y="37579"/>
                  </a:lnTo>
                  <a:lnTo>
                    <a:pt x="6523" y="36707"/>
                  </a:lnTo>
                  <a:lnTo>
                    <a:pt x="6999" y="35819"/>
                  </a:lnTo>
                  <a:lnTo>
                    <a:pt x="7951" y="34074"/>
                  </a:lnTo>
                  <a:lnTo>
                    <a:pt x="8308" y="33601"/>
                  </a:lnTo>
                  <a:lnTo>
                    <a:pt x="9404" y="32147"/>
                  </a:lnTo>
                  <a:lnTo>
                    <a:pt x="10097" y="31226"/>
                  </a:lnTo>
                  <a:lnTo>
                    <a:pt x="11626" y="29196"/>
                  </a:lnTo>
                  <a:lnTo>
                    <a:pt x="12995" y="27380"/>
                  </a:lnTo>
                  <a:lnTo>
                    <a:pt x="14269" y="25688"/>
                  </a:lnTo>
                  <a:lnTo>
                    <a:pt x="14446" y="25454"/>
                  </a:lnTo>
                  <a:lnTo>
                    <a:pt x="14633" y="25202"/>
                  </a:lnTo>
                  <a:lnTo>
                    <a:pt x="14778" y="24975"/>
                  </a:lnTo>
                  <a:lnTo>
                    <a:pt x="14982" y="24490"/>
                  </a:lnTo>
                  <a:lnTo>
                    <a:pt x="15191" y="23992"/>
                  </a:lnTo>
                  <a:lnTo>
                    <a:pt x="15352" y="23772"/>
                  </a:lnTo>
                  <a:lnTo>
                    <a:pt x="15551" y="23577"/>
                  </a:lnTo>
                  <a:lnTo>
                    <a:pt x="15779" y="23417"/>
                  </a:lnTo>
                  <a:lnTo>
                    <a:pt x="16030" y="23297"/>
                  </a:lnTo>
                  <a:lnTo>
                    <a:pt x="16298" y="23219"/>
                  </a:lnTo>
                  <a:lnTo>
                    <a:pt x="16617" y="23185"/>
                  </a:lnTo>
                  <a:lnTo>
                    <a:pt x="16937" y="23212"/>
                  </a:lnTo>
                  <a:lnTo>
                    <a:pt x="17219" y="23289"/>
                  </a:lnTo>
                  <a:lnTo>
                    <a:pt x="18051" y="23514"/>
                  </a:lnTo>
                  <a:lnTo>
                    <a:pt x="19159" y="23767"/>
                  </a:lnTo>
                  <a:lnTo>
                    <a:pt x="20279" y="23976"/>
                  </a:lnTo>
                  <a:lnTo>
                    <a:pt x="21406" y="24140"/>
                  </a:lnTo>
                  <a:lnTo>
                    <a:pt x="21681" y="24047"/>
                  </a:lnTo>
                  <a:lnTo>
                    <a:pt x="21928" y="23896"/>
                  </a:lnTo>
                  <a:lnTo>
                    <a:pt x="22135" y="23693"/>
                  </a:lnTo>
                  <a:lnTo>
                    <a:pt x="22292" y="23449"/>
                  </a:lnTo>
                  <a:lnTo>
                    <a:pt x="22376" y="23234"/>
                  </a:lnTo>
                  <a:lnTo>
                    <a:pt x="22420" y="23006"/>
                  </a:lnTo>
                  <a:lnTo>
                    <a:pt x="22820" y="22231"/>
                  </a:lnTo>
                  <a:lnTo>
                    <a:pt x="23188" y="21440"/>
                  </a:lnTo>
                  <a:lnTo>
                    <a:pt x="23523" y="20635"/>
                  </a:lnTo>
                  <a:lnTo>
                    <a:pt x="23825" y="19817"/>
                  </a:lnTo>
                  <a:lnTo>
                    <a:pt x="24061" y="19098"/>
                  </a:lnTo>
                  <a:lnTo>
                    <a:pt x="24198" y="18607"/>
                  </a:lnTo>
                  <a:lnTo>
                    <a:pt x="24260" y="18186"/>
                  </a:lnTo>
                  <a:lnTo>
                    <a:pt x="24266" y="17762"/>
                  </a:lnTo>
                  <a:lnTo>
                    <a:pt x="24238" y="17466"/>
                  </a:lnTo>
                  <a:lnTo>
                    <a:pt x="24183" y="17174"/>
                  </a:lnTo>
                  <a:lnTo>
                    <a:pt x="24101" y="16889"/>
                  </a:lnTo>
                  <a:lnTo>
                    <a:pt x="23994" y="16612"/>
                  </a:lnTo>
                  <a:lnTo>
                    <a:pt x="23860" y="16343"/>
                  </a:lnTo>
                  <a:lnTo>
                    <a:pt x="23702" y="16088"/>
                  </a:lnTo>
                  <a:lnTo>
                    <a:pt x="23427" y="15488"/>
                  </a:lnTo>
                  <a:lnTo>
                    <a:pt x="23128" y="14898"/>
                  </a:lnTo>
                  <a:lnTo>
                    <a:pt x="22539" y="13882"/>
                  </a:lnTo>
                  <a:lnTo>
                    <a:pt x="22355" y="13430"/>
                  </a:lnTo>
                  <a:lnTo>
                    <a:pt x="22146" y="12851"/>
                  </a:lnTo>
                  <a:lnTo>
                    <a:pt x="21962" y="12263"/>
                  </a:lnTo>
                  <a:lnTo>
                    <a:pt x="21804" y="11668"/>
                  </a:lnTo>
                  <a:lnTo>
                    <a:pt x="21725" y="11304"/>
                  </a:lnTo>
                  <a:lnTo>
                    <a:pt x="21673" y="11066"/>
                  </a:lnTo>
                  <a:lnTo>
                    <a:pt x="21277" y="9722"/>
                  </a:lnTo>
                  <a:lnTo>
                    <a:pt x="21052" y="9048"/>
                  </a:lnTo>
                  <a:lnTo>
                    <a:pt x="20848" y="8368"/>
                  </a:lnTo>
                  <a:lnTo>
                    <a:pt x="20638" y="7566"/>
                  </a:lnTo>
                  <a:lnTo>
                    <a:pt x="20457" y="6756"/>
                  </a:lnTo>
                  <a:lnTo>
                    <a:pt x="20351" y="5895"/>
                  </a:lnTo>
                  <a:lnTo>
                    <a:pt x="20281" y="5031"/>
                  </a:lnTo>
                  <a:lnTo>
                    <a:pt x="20246" y="4164"/>
                  </a:lnTo>
                  <a:lnTo>
                    <a:pt x="20248" y="3297"/>
                  </a:lnTo>
                  <a:lnTo>
                    <a:pt x="20336" y="3056"/>
                  </a:lnTo>
                  <a:lnTo>
                    <a:pt x="20453" y="2829"/>
                  </a:lnTo>
                  <a:lnTo>
                    <a:pt x="20599" y="2618"/>
                  </a:lnTo>
                  <a:lnTo>
                    <a:pt x="20770" y="2428"/>
                  </a:lnTo>
                  <a:lnTo>
                    <a:pt x="20961" y="2263"/>
                  </a:lnTo>
                  <a:lnTo>
                    <a:pt x="21171" y="2124"/>
                  </a:lnTo>
                  <a:lnTo>
                    <a:pt x="21404" y="2009"/>
                  </a:lnTo>
                  <a:lnTo>
                    <a:pt x="21650" y="1925"/>
                  </a:lnTo>
                  <a:lnTo>
                    <a:pt x="24105" y="3194"/>
                  </a:lnTo>
                  <a:lnTo>
                    <a:pt x="26908" y="4894"/>
                  </a:lnTo>
                  <a:lnTo>
                    <a:pt x="28757" y="6057"/>
                  </a:lnTo>
                  <a:lnTo>
                    <a:pt x="31172" y="7637"/>
                  </a:lnTo>
                  <a:lnTo>
                    <a:pt x="32544" y="8025"/>
                  </a:lnTo>
                  <a:lnTo>
                    <a:pt x="33519" y="8413"/>
                  </a:lnTo>
                  <a:lnTo>
                    <a:pt x="35464" y="9082"/>
                  </a:lnTo>
                  <a:lnTo>
                    <a:pt x="35639" y="8905"/>
                  </a:lnTo>
                  <a:lnTo>
                    <a:pt x="35827" y="8752"/>
                  </a:lnTo>
                  <a:lnTo>
                    <a:pt x="36134" y="8560"/>
                  </a:lnTo>
                  <a:lnTo>
                    <a:pt x="37152" y="7998"/>
                  </a:lnTo>
                  <a:lnTo>
                    <a:pt x="38424" y="7296"/>
                  </a:lnTo>
                  <a:lnTo>
                    <a:pt x="39450" y="6783"/>
                  </a:lnTo>
                  <a:lnTo>
                    <a:pt x="39724" y="6646"/>
                  </a:lnTo>
                  <a:lnTo>
                    <a:pt x="40238" y="6389"/>
                  </a:lnTo>
                  <a:lnTo>
                    <a:pt x="40658" y="5861"/>
                  </a:lnTo>
                  <a:lnTo>
                    <a:pt x="41006" y="5282"/>
                  </a:lnTo>
                  <a:lnTo>
                    <a:pt x="41271" y="4669"/>
                  </a:lnTo>
                  <a:lnTo>
                    <a:pt x="41454" y="4027"/>
                  </a:lnTo>
                  <a:lnTo>
                    <a:pt x="41513" y="2834"/>
                  </a:lnTo>
                  <a:lnTo>
                    <a:pt x="41597" y="1642"/>
                  </a:lnTo>
                  <a:lnTo>
                    <a:pt x="41867" y="0"/>
                  </a:lnTo>
                  <a:lnTo>
                    <a:pt x="42141" y="206"/>
                  </a:lnTo>
                  <a:lnTo>
                    <a:pt x="43170" y="980"/>
                  </a:lnTo>
                  <a:lnTo>
                    <a:pt x="44029" y="2125"/>
                  </a:lnTo>
                  <a:lnTo>
                    <a:pt x="44315" y="3074"/>
                  </a:lnTo>
                  <a:lnTo>
                    <a:pt x="44548" y="5435"/>
                  </a:lnTo>
                  <a:lnTo>
                    <a:pt x="44568" y="5909"/>
                  </a:lnTo>
                  <a:lnTo>
                    <a:pt x="44603" y="6720"/>
                  </a:lnTo>
                  <a:lnTo>
                    <a:pt x="44610" y="6890"/>
                  </a:lnTo>
                  <a:lnTo>
                    <a:pt x="44584" y="7143"/>
                  </a:lnTo>
                  <a:lnTo>
                    <a:pt x="44530" y="7390"/>
                  </a:lnTo>
                  <a:lnTo>
                    <a:pt x="44447" y="763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0" name="pg399"/>
            <p:cNvSpPr/>
            <p:nvPr/>
          </p:nvSpPr>
          <p:spPr>
            <a:xfrm>
              <a:off x="4511509" y="4645884"/>
              <a:ext cx="95127" cy="57170"/>
            </a:xfrm>
            <a:custGeom>
              <a:avLst/>
              <a:pathLst>
                <a:path w="95127" h="57170">
                  <a:moveTo>
                    <a:pt x="42504" y="2731"/>
                  </a:moveTo>
                  <a:lnTo>
                    <a:pt x="46202" y="5176"/>
                  </a:lnTo>
                  <a:lnTo>
                    <a:pt x="42509" y="8142"/>
                  </a:lnTo>
                  <a:lnTo>
                    <a:pt x="42647" y="8246"/>
                  </a:lnTo>
                  <a:lnTo>
                    <a:pt x="43827" y="9133"/>
                  </a:lnTo>
                  <a:lnTo>
                    <a:pt x="46545" y="11174"/>
                  </a:lnTo>
                  <a:lnTo>
                    <a:pt x="46945" y="11152"/>
                  </a:lnTo>
                  <a:lnTo>
                    <a:pt x="49030" y="10979"/>
                  </a:lnTo>
                  <a:lnTo>
                    <a:pt x="48348" y="13329"/>
                  </a:lnTo>
                  <a:lnTo>
                    <a:pt x="48275" y="13764"/>
                  </a:lnTo>
                  <a:lnTo>
                    <a:pt x="47902" y="16002"/>
                  </a:lnTo>
                  <a:lnTo>
                    <a:pt x="47755" y="16884"/>
                  </a:lnTo>
                  <a:lnTo>
                    <a:pt x="47578" y="17945"/>
                  </a:lnTo>
                  <a:lnTo>
                    <a:pt x="47651" y="18287"/>
                  </a:lnTo>
                  <a:lnTo>
                    <a:pt x="47830" y="19141"/>
                  </a:lnTo>
                  <a:lnTo>
                    <a:pt x="47933" y="19630"/>
                  </a:lnTo>
                  <a:lnTo>
                    <a:pt x="48008" y="19985"/>
                  </a:lnTo>
                  <a:lnTo>
                    <a:pt x="48070" y="20232"/>
                  </a:lnTo>
                  <a:lnTo>
                    <a:pt x="48230" y="20867"/>
                  </a:lnTo>
                  <a:lnTo>
                    <a:pt x="51660" y="20768"/>
                  </a:lnTo>
                  <a:lnTo>
                    <a:pt x="52136" y="20757"/>
                  </a:lnTo>
                  <a:lnTo>
                    <a:pt x="54633" y="20697"/>
                  </a:lnTo>
                  <a:lnTo>
                    <a:pt x="54386" y="20138"/>
                  </a:lnTo>
                  <a:lnTo>
                    <a:pt x="58142" y="19781"/>
                  </a:lnTo>
                  <a:lnTo>
                    <a:pt x="60134" y="19592"/>
                  </a:lnTo>
                  <a:lnTo>
                    <a:pt x="62419" y="19375"/>
                  </a:lnTo>
                  <a:lnTo>
                    <a:pt x="62623" y="19697"/>
                  </a:lnTo>
                  <a:lnTo>
                    <a:pt x="63670" y="19541"/>
                  </a:lnTo>
                  <a:lnTo>
                    <a:pt x="66314" y="19145"/>
                  </a:lnTo>
                  <a:lnTo>
                    <a:pt x="66389" y="20081"/>
                  </a:lnTo>
                  <a:lnTo>
                    <a:pt x="66531" y="21872"/>
                  </a:lnTo>
                  <a:lnTo>
                    <a:pt x="66611" y="22883"/>
                  </a:lnTo>
                  <a:lnTo>
                    <a:pt x="66787" y="23194"/>
                  </a:lnTo>
                  <a:lnTo>
                    <a:pt x="67244" y="24001"/>
                  </a:lnTo>
                  <a:lnTo>
                    <a:pt x="68096" y="25087"/>
                  </a:lnTo>
                  <a:lnTo>
                    <a:pt x="68952" y="26179"/>
                  </a:lnTo>
                  <a:lnTo>
                    <a:pt x="69406" y="26759"/>
                  </a:lnTo>
                  <a:lnTo>
                    <a:pt x="69631" y="26991"/>
                  </a:lnTo>
                  <a:lnTo>
                    <a:pt x="70674" y="28064"/>
                  </a:lnTo>
                  <a:lnTo>
                    <a:pt x="70854" y="28188"/>
                  </a:lnTo>
                  <a:lnTo>
                    <a:pt x="72963" y="29639"/>
                  </a:lnTo>
                  <a:lnTo>
                    <a:pt x="75333" y="31269"/>
                  </a:lnTo>
                  <a:lnTo>
                    <a:pt x="77286" y="32675"/>
                  </a:lnTo>
                  <a:lnTo>
                    <a:pt x="77522" y="32845"/>
                  </a:lnTo>
                  <a:lnTo>
                    <a:pt x="78389" y="33468"/>
                  </a:lnTo>
                  <a:lnTo>
                    <a:pt x="79606" y="34198"/>
                  </a:lnTo>
                  <a:lnTo>
                    <a:pt x="80812" y="34922"/>
                  </a:lnTo>
                  <a:lnTo>
                    <a:pt x="81245" y="35124"/>
                  </a:lnTo>
                  <a:lnTo>
                    <a:pt x="81837" y="35400"/>
                  </a:lnTo>
                  <a:lnTo>
                    <a:pt x="82828" y="35863"/>
                  </a:lnTo>
                  <a:lnTo>
                    <a:pt x="83049" y="35966"/>
                  </a:lnTo>
                  <a:lnTo>
                    <a:pt x="86142" y="35444"/>
                  </a:lnTo>
                  <a:lnTo>
                    <a:pt x="89274" y="34400"/>
                  </a:lnTo>
                  <a:lnTo>
                    <a:pt x="91925" y="33284"/>
                  </a:lnTo>
                  <a:lnTo>
                    <a:pt x="92658" y="33000"/>
                  </a:lnTo>
                  <a:lnTo>
                    <a:pt x="95127" y="36524"/>
                  </a:lnTo>
                  <a:lnTo>
                    <a:pt x="94108" y="37204"/>
                  </a:lnTo>
                  <a:lnTo>
                    <a:pt x="92596" y="38496"/>
                  </a:lnTo>
                  <a:lnTo>
                    <a:pt x="91905" y="39305"/>
                  </a:lnTo>
                  <a:lnTo>
                    <a:pt x="91446" y="40549"/>
                  </a:lnTo>
                  <a:lnTo>
                    <a:pt x="90221" y="43866"/>
                  </a:lnTo>
                  <a:lnTo>
                    <a:pt x="90047" y="44314"/>
                  </a:lnTo>
                  <a:lnTo>
                    <a:pt x="89667" y="44370"/>
                  </a:lnTo>
                  <a:lnTo>
                    <a:pt x="83763" y="45524"/>
                  </a:lnTo>
                  <a:lnTo>
                    <a:pt x="83186" y="44129"/>
                  </a:lnTo>
                  <a:lnTo>
                    <a:pt x="82953" y="43565"/>
                  </a:lnTo>
                  <a:lnTo>
                    <a:pt x="82411" y="42254"/>
                  </a:lnTo>
                  <a:lnTo>
                    <a:pt x="81259" y="42342"/>
                  </a:lnTo>
                  <a:lnTo>
                    <a:pt x="81020" y="42453"/>
                  </a:lnTo>
                  <a:lnTo>
                    <a:pt x="78873" y="43992"/>
                  </a:lnTo>
                  <a:lnTo>
                    <a:pt x="78037" y="44624"/>
                  </a:lnTo>
                  <a:lnTo>
                    <a:pt x="76962" y="45437"/>
                  </a:lnTo>
                  <a:lnTo>
                    <a:pt x="76660" y="45666"/>
                  </a:lnTo>
                  <a:lnTo>
                    <a:pt x="76153" y="46049"/>
                  </a:lnTo>
                  <a:lnTo>
                    <a:pt x="75469" y="46953"/>
                  </a:lnTo>
                  <a:lnTo>
                    <a:pt x="74494" y="48242"/>
                  </a:lnTo>
                  <a:lnTo>
                    <a:pt x="74254" y="48560"/>
                  </a:lnTo>
                  <a:lnTo>
                    <a:pt x="74042" y="48840"/>
                  </a:lnTo>
                  <a:lnTo>
                    <a:pt x="72661" y="50612"/>
                  </a:lnTo>
                  <a:lnTo>
                    <a:pt x="72395" y="50951"/>
                  </a:lnTo>
                  <a:lnTo>
                    <a:pt x="71070" y="50612"/>
                  </a:lnTo>
                  <a:lnTo>
                    <a:pt x="69658" y="50522"/>
                  </a:lnTo>
                  <a:lnTo>
                    <a:pt x="69157" y="50672"/>
                  </a:lnTo>
                  <a:lnTo>
                    <a:pt x="68639" y="50826"/>
                  </a:lnTo>
                  <a:lnTo>
                    <a:pt x="67422" y="51596"/>
                  </a:lnTo>
                  <a:lnTo>
                    <a:pt x="66800" y="52129"/>
                  </a:lnTo>
                  <a:lnTo>
                    <a:pt x="66044" y="52777"/>
                  </a:lnTo>
                  <a:lnTo>
                    <a:pt x="65436" y="53206"/>
                  </a:lnTo>
                  <a:lnTo>
                    <a:pt x="64236" y="53546"/>
                  </a:lnTo>
                  <a:lnTo>
                    <a:pt x="63825" y="53558"/>
                  </a:lnTo>
                  <a:lnTo>
                    <a:pt x="62660" y="53593"/>
                  </a:lnTo>
                  <a:lnTo>
                    <a:pt x="62447" y="53600"/>
                  </a:lnTo>
                  <a:lnTo>
                    <a:pt x="61189" y="53617"/>
                  </a:lnTo>
                  <a:lnTo>
                    <a:pt x="58176" y="53659"/>
                  </a:lnTo>
                  <a:lnTo>
                    <a:pt x="57702" y="53693"/>
                  </a:lnTo>
                  <a:lnTo>
                    <a:pt x="57465" y="53668"/>
                  </a:lnTo>
                  <a:lnTo>
                    <a:pt x="56582" y="53573"/>
                  </a:lnTo>
                  <a:lnTo>
                    <a:pt x="56287" y="53542"/>
                  </a:lnTo>
                  <a:lnTo>
                    <a:pt x="55937" y="53282"/>
                  </a:lnTo>
                  <a:lnTo>
                    <a:pt x="55563" y="53059"/>
                  </a:lnTo>
                  <a:lnTo>
                    <a:pt x="55168" y="52875"/>
                  </a:lnTo>
                  <a:lnTo>
                    <a:pt x="54756" y="52733"/>
                  </a:lnTo>
                  <a:lnTo>
                    <a:pt x="54332" y="52633"/>
                  </a:lnTo>
                  <a:lnTo>
                    <a:pt x="53898" y="52577"/>
                  </a:lnTo>
                  <a:lnTo>
                    <a:pt x="53463" y="52565"/>
                  </a:lnTo>
                  <a:lnTo>
                    <a:pt x="53028" y="52598"/>
                  </a:lnTo>
                  <a:lnTo>
                    <a:pt x="52652" y="52663"/>
                  </a:lnTo>
                  <a:lnTo>
                    <a:pt x="52281" y="52762"/>
                  </a:lnTo>
                  <a:lnTo>
                    <a:pt x="49623" y="53696"/>
                  </a:lnTo>
                  <a:lnTo>
                    <a:pt x="46946" y="54600"/>
                  </a:lnTo>
                  <a:lnTo>
                    <a:pt x="44268" y="55469"/>
                  </a:lnTo>
                  <a:lnTo>
                    <a:pt x="41582" y="56303"/>
                  </a:lnTo>
                  <a:lnTo>
                    <a:pt x="38778" y="56496"/>
                  </a:lnTo>
                  <a:lnTo>
                    <a:pt x="35971" y="56648"/>
                  </a:lnTo>
                  <a:lnTo>
                    <a:pt x="34800" y="56693"/>
                  </a:lnTo>
                  <a:lnTo>
                    <a:pt x="33168" y="56757"/>
                  </a:lnTo>
                  <a:lnTo>
                    <a:pt x="30885" y="56812"/>
                  </a:lnTo>
                  <a:lnTo>
                    <a:pt x="30364" y="56825"/>
                  </a:lnTo>
                  <a:lnTo>
                    <a:pt x="29558" y="56450"/>
                  </a:lnTo>
                  <a:lnTo>
                    <a:pt x="28782" y="56030"/>
                  </a:lnTo>
                  <a:lnTo>
                    <a:pt x="28031" y="55564"/>
                  </a:lnTo>
                  <a:lnTo>
                    <a:pt x="27305" y="55049"/>
                  </a:lnTo>
                  <a:lnTo>
                    <a:pt x="26691" y="54560"/>
                  </a:lnTo>
                  <a:lnTo>
                    <a:pt x="26101" y="54036"/>
                  </a:lnTo>
                  <a:lnTo>
                    <a:pt x="25587" y="53529"/>
                  </a:lnTo>
                  <a:lnTo>
                    <a:pt x="25097" y="52996"/>
                  </a:lnTo>
                  <a:lnTo>
                    <a:pt x="24411" y="52336"/>
                  </a:lnTo>
                  <a:lnTo>
                    <a:pt x="23329" y="53856"/>
                  </a:lnTo>
                  <a:lnTo>
                    <a:pt x="22389" y="55177"/>
                  </a:lnTo>
                  <a:lnTo>
                    <a:pt x="21993" y="55734"/>
                  </a:lnTo>
                  <a:lnTo>
                    <a:pt x="20968" y="57170"/>
                  </a:lnTo>
                  <a:lnTo>
                    <a:pt x="16771" y="54388"/>
                  </a:lnTo>
                  <a:lnTo>
                    <a:pt x="12191" y="51433"/>
                  </a:lnTo>
                  <a:lnTo>
                    <a:pt x="9600" y="49668"/>
                  </a:lnTo>
                  <a:lnTo>
                    <a:pt x="7259" y="48335"/>
                  </a:lnTo>
                  <a:lnTo>
                    <a:pt x="5622" y="47463"/>
                  </a:lnTo>
                  <a:lnTo>
                    <a:pt x="4963" y="47112"/>
                  </a:lnTo>
                  <a:lnTo>
                    <a:pt x="2488" y="45740"/>
                  </a:lnTo>
                  <a:lnTo>
                    <a:pt x="1491" y="44980"/>
                  </a:lnTo>
                  <a:lnTo>
                    <a:pt x="1354" y="44876"/>
                  </a:lnTo>
                  <a:lnTo>
                    <a:pt x="0" y="43898"/>
                  </a:lnTo>
                  <a:lnTo>
                    <a:pt x="457" y="43394"/>
                  </a:lnTo>
                  <a:lnTo>
                    <a:pt x="1257" y="42485"/>
                  </a:lnTo>
                  <a:lnTo>
                    <a:pt x="6756" y="36237"/>
                  </a:lnTo>
                  <a:lnTo>
                    <a:pt x="6837" y="36072"/>
                  </a:lnTo>
                  <a:lnTo>
                    <a:pt x="7078" y="35579"/>
                  </a:lnTo>
                  <a:lnTo>
                    <a:pt x="9033" y="31578"/>
                  </a:lnTo>
                  <a:lnTo>
                    <a:pt x="10720" y="28125"/>
                  </a:lnTo>
                  <a:lnTo>
                    <a:pt x="11565" y="26397"/>
                  </a:lnTo>
                  <a:lnTo>
                    <a:pt x="13001" y="23957"/>
                  </a:lnTo>
                  <a:lnTo>
                    <a:pt x="13913" y="22408"/>
                  </a:lnTo>
                  <a:lnTo>
                    <a:pt x="16105" y="19581"/>
                  </a:lnTo>
                  <a:lnTo>
                    <a:pt x="16746" y="18756"/>
                  </a:lnTo>
                  <a:lnTo>
                    <a:pt x="17097" y="18304"/>
                  </a:lnTo>
                  <a:lnTo>
                    <a:pt x="17344" y="17985"/>
                  </a:lnTo>
                  <a:lnTo>
                    <a:pt x="21554" y="12568"/>
                  </a:lnTo>
                  <a:lnTo>
                    <a:pt x="22551" y="10770"/>
                  </a:lnTo>
                  <a:lnTo>
                    <a:pt x="26163" y="4251"/>
                  </a:lnTo>
                  <a:lnTo>
                    <a:pt x="26914" y="2833"/>
                  </a:lnTo>
                  <a:lnTo>
                    <a:pt x="27144" y="2398"/>
                  </a:lnTo>
                  <a:lnTo>
                    <a:pt x="28136" y="441"/>
                  </a:lnTo>
                  <a:lnTo>
                    <a:pt x="31217" y="2107"/>
                  </a:lnTo>
                  <a:lnTo>
                    <a:pt x="31952" y="2504"/>
                  </a:lnTo>
                  <a:lnTo>
                    <a:pt x="32431" y="2763"/>
                  </a:lnTo>
                  <a:lnTo>
                    <a:pt x="33359" y="3265"/>
                  </a:lnTo>
                  <a:lnTo>
                    <a:pt x="36084" y="4737"/>
                  </a:lnTo>
                  <a:lnTo>
                    <a:pt x="36858" y="2545"/>
                  </a:lnTo>
                  <a:lnTo>
                    <a:pt x="38646"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1" name="pg400"/>
            <p:cNvSpPr/>
            <p:nvPr/>
          </p:nvSpPr>
          <p:spPr>
            <a:xfrm>
              <a:off x="4500833" y="4688138"/>
              <a:ext cx="112355" cy="61241"/>
            </a:xfrm>
            <a:custGeom>
              <a:avLst/>
              <a:pathLst>
                <a:path w="112355" h="61241">
                  <a:moveTo>
                    <a:pt x="97036" y="8510"/>
                  </a:moveTo>
                  <a:lnTo>
                    <a:pt x="97365" y="9616"/>
                  </a:lnTo>
                  <a:lnTo>
                    <a:pt x="97411" y="9867"/>
                  </a:lnTo>
                  <a:lnTo>
                    <a:pt x="97516" y="10444"/>
                  </a:lnTo>
                  <a:lnTo>
                    <a:pt x="97611" y="10969"/>
                  </a:lnTo>
                  <a:lnTo>
                    <a:pt x="97699" y="11454"/>
                  </a:lnTo>
                  <a:lnTo>
                    <a:pt x="97762" y="11798"/>
                  </a:lnTo>
                  <a:lnTo>
                    <a:pt x="97647" y="12064"/>
                  </a:lnTo>
                  <a:lnTo>
                    <a:pt x="97485" y="12316"/>
                  </a:lnTo>
                  <a:lnTo>
                    <a:pt x="97336" y="12485"/>
                  </a:lnTo>
                  <a:lnTo>
                    <a:pt x="98363" y="13046"/>
                  </a:lnTo>
                  <a:lnTo>
                    <a:pt x="99645" y="13762"/>
                  </a:lnTo>
                  <a:lnTo>
                    <a:pt x="102299" y="14657"/>
                  </a:lnTo>
                  <a:lnTo>
                    <a:pt x="105149" y="15348"/>
                  </a:lnTo>
                  <a:lnTo>
                    <a:pt x="110115" y="16757"/>
                  </a:lnTo>
                  <a:lnTo>
                    <a:pt x="111139" y="17047"/>
                  </a:lnTo>
                  <a:lnTo>
                    <a:pt x="111592" y="17176"/>
                  </a:lnTo>
                  <a:lnTo>
                    <a:pt x="112027" y="17299"/>
                  </a:lnTo>
                  <a:lnTo>
                    <a:pt x="112355" y="17392"/>
                  </a:lnTo>
                  <a:lnTo>
                    <a:pt x="112248" y="17529"/>
                  </a:lnTo>
                  <a:lnTo>
                    <a:pt x="112131" y="17673"/>
                  </a:lnTo>
                  <a:lnTo>
                    <a:pt x="109853" y="20031"/>
                  </a:lnTo>
                  <a:lnTo>
                    <a:pt x="109250" y="20654"/>
                  </a:lnTo>
                  <a:lnTo>
                    <a:pt x="107257" y="22407"/>
                  </a:lnTo>
                  <a:lnTo>
                    <a:pt x="106526" y="22630"/>
                  </a:lnTo>
                  <a:lnTo>
                    <a:pt x="104345" y="23096"/>
                  </a:lnTo>
                  <a:lnTo>
                    <a:pt x="103857" y="23060"/>
                  </a:lnTo>
                  <a:lnTo>
                    <a:pt x="102419" y="22980"/>
                  </a:lnTo>
                  <a:lnTo>
                    <a:pt x="102015" y="22900"/>
                  </a:lnTo>
                  <a:lnTo>
                    <a:pt x="100900" y="22678"/>
                  </a:lnTo>
                  <a:lnTo>
                    <a:pt x="99773" y="22349"/>
                  </a:lnTo>
                  <a:lnTo>
                    <a:pt x="99127" y="22541"/>
                  </a:lnTo>
                  <a:lnTo>
                    <a:pt x="98963" y="23095"/>
                  </a:lnTo>
                  <a:lnTo>
                    <a:pt x="98761" y="23779"/>
                  </a:lnTo>
                  <a:lnTo>
                    <a:pt x="98369" y="25120"/>
                  </a:lnTo>
                  <a:lnTo>
                    <a:pt x="98271" y="25363"/>
                  </a:lnTo>
                  <a:lnTo>
                    <a:pt x="97728" y="26701"/>
                  </a:lnTo>
                  <a:lnTo>
                    <a:pt x="97198" y="27587"/>
                  </a:lnTo>
                  <a:lnTo>
                    <a:pt x="97060" y="27818"/>
                  </a:lnTo>
                  <a:lnTo>
                    <a:pt x="95750" y="28472"/>
                  </a:lnTo>
                  <a:lnTo>
                    <a:pt x="95439" y="28519"/>
                  </a:lnTo>
                  <a:lnTo>
                    <a:pt x="94188" y="28706"/>
                  </a:lnTo>
                  <a:lnTo>
                    <a:pt x="93741" y="28773"/>
                  </a:lnTo>
                  <a:lnTo>
                    <a:pt x="92928" y="28830"/>
                  </a:lnTo>
                  <a:lnTo>
                    <a:pt x="91861" y="28905"/>
                  </a:lnTo>
                  <a:lnTo>
                    <a:pt x="91520" y="28929"/>
                  </a:lnTo>
                  <a:lnTo>
                    <a:pt x="90618" y="28992"/>
                  </a:lnTo>
                  <a:lnTo>
                    <a:pt x="89721" y="29042"/>
                  </a:lnTo>
                  <a:lnTo>
                    <a:pt x="87663" y="29157"/>
                  </a:lnTo>
                  <a:lnTo>
                    <a:pt x="86363" y="29642"/>
                  </a:lnTo>
                  <a:lnTo>
                    <a:pt x="86128" y="29730"/>
                  </a:lnTo>
                  <a:lnTo>
                    <a:pt x="85454" y="30050"/>
                  </a:lnTo>
                  <a:lnTo>
                    <a:pt x="84762" y="30360"/>
                  </a:lnTo>
                  <a:lnTo>
                    <a:pt x="84445" y="30463"/>
                  </a:lnTo>
                  <a:lnTo>
                    <a:pt x="84023" y="30599"/>
                  </a:lnTo>
                  <a:lnTo>
                    <a:pt x="82866" y="31185"/>
                  </a:lnTo>
                  <a:lnTo>
                    <a:pt x="82080" y="31794"/>
                  </a:lnTo>
                  <a:lnTo>
                    <a:pt x="81143" y="32506"/>
                  </a:lnTo>
                  <a:lnTo>
                    <a:pt x="80900" y="32691"/>
                  </a:lnTo>
                  <a:lnTo>
                    <a:pt x="79923" y="33380"/>
                  </a:lnTo>
                  <a:lnTo>
                    <a:pt x="78351" y="31990"/>
                  </a:lnTo>
                  <a:lnTo>
                    <a:pt x="77035" y="31190"/>
                  </a:lnTo>
                  <a:lnTo>
                    <a:pt x="76510" y="31144"/>
                  </a:lnTo>
                  <a:lnTo>
                    <a:pt x="75559" y="31071"/>
                  </a:lnTo>
                  <a:lnTo>
                    <a:pt x="74796" y="31071"/>
                  </a:lnTo>
                  <a:lnTo>
                    <a:pt x="74068" y="31238"/>
                  </a:lnTo>
                  <a:lnTo>
                    <a:pt x="72303" y="32073"/>
                  </a:lnTo>
                  <a:lnTo>
                    <a:pt x="71284" y="33287"/>
                  </a:lnTo>
                  <a:lnTo>
                    <a:pt x="70759" y="34224"/>
                  </a:lnTo>
                  <a:lnTo>
                    <a:pt x="69959" y="35475"/>
                  </a:lnTo>
                  <a:lnTo>
                    <a:pt x="69549" y="35513"/>
                  </a:lnTo>
                  <a:lnTo>
                    <a:pt x="67791" y="35676"/>
                  </a:lnTo>
                  <a:lnTo>
                    <a:pt x="65758" y="36078"/>
                  </a:lnTo>
                  <a:lnTo>
                    <a:pt x="65529" y="36134"/>
                  </a:lnTo>
                  <a:lnTo>
                    <a:pt x="65228" y="36207"/>
                  </a:lnTo>
                  <a:lnTo>
                    <a:pt x="64878" y="36292"/>
                  </a:lnTo>
                  <a:lnTo>
                    <a:pt x="63836" y="36579"/>
                  </a:lnTo>
                  <a:lnTo>
                    <a:pt x="63523" y="36991"/>
                  </a:lnTo>
                  <a:lnTo>
                    <a:pt x="63374" y="37188"/>
                  </a:lnTo>
                  <a:lnTo>
                    <a:pt x="63207" y="37408"/>
                  </a:lnTo>
                  <a:lnTo>
                    <a:pt x="63033" y="37704"/>
                  </a:lnTo>
                  <a:lnTo>
                    <a:pt x="62474" y="38655"/>
                  </a:lnTo>
                  <a:lnTo>
                    <a:pt x="62066" y="39802"/>
                  </a:lnTo>
                  <a:lnTo>
                    <a:pt x="61363" y="40587"/>
                  </a:lnTo>
                  <a:lnTo>
                    <a:pt x="60290" y="41241"/>
                  </a:lnTo>
                  <a:lnTo>
                    <a:pt x="58789" y="42394"/>
                  </a:lnTo>
                  <a:lnTo>
                    <a:pt x="58474" y="42683"/>
                  </a:lnTo>
                  <a:lnTo>
                    <a:pt x="57912" y="43199"/>
                  </a:lnTo>
                  <a:lnTo>
                    <a:pt x="56731" y="43852"/>
                  </a:lnTo>
                  <a:lnTo>
                    <a:pt x="55384" y="45387"/>
                  </a:lnTo>
                  <a:lnTo>
                    <a:pt x="54940" y="45893"/>
                  </a:lnTo>
                  <a:lnTo>
                    <a:pt x="54217" y="46536"/>
                  </a:lnTo>
                  <a:lnTo>
                    <a:pt x="50496" y="49237"/>
                  </a:lnTo>
                  <a:lnTo>
                    <a:pt x="50365" y="49439"/>
                  </a:lnTo>
                  <a:lnTo>
                    <a:pt x="49235" y="51179"/>
                  </a:lnTo>
                  <a:lnTo>
                    <a:pt x="49586" y="53020"/>
                  </a:lnTo>
                  <a:lnTo>
                    <a:pt x="49658" y="53401"/>
                  </a:lnTo>
                  <a:lnTo>
                    <a:pt x="49816" y="54229"/>
                  </a:lnTo>
                  <a:lnTo>
                    <a:pt x="48598" y="55106"/>
                  </a:lnTo>
                  <a:lnTo>
                    <a:pt x="48213" y="55308"/>
                  </a:lnTo>
                  <a:lnTo>
                    <a:pt x="46205" y="56362"/>
                  </a:lnTo>
                  <a:lnTo>
                    <a:pt x="46057" y="56491"/>
                  </a:lnTo>
                  <a:lnTo>
                    <a:pt x="44859" y="57533"/>
                  </a:lnTo>
                  <a:lnTo>
                    <a:pt x="43689" y="58195"/>
                  </a:lnTo>
                  <a:lnTo>
                    <a:pt x="43438" y="58337"/>
                  </a:lnTo>
                  <a:lnTo>
                    <a:pt x="42079" y="58852"/>
                  </a:lnTo>
                  <a:lnTo>
                    <a:pt x="41118" y="59216"/>
                  </a:lnTo>
                  <a:lnTo>
                    <a:pt x="37896" y="60347"/>
                  </a:lnTo>
                  <a:lnTo>
                    <a:pt x="34248" y="61241"/>
                  </a:lnTo>
                  <a:lnTo>
                    <a:pt x="35054" y="60178"/>
                  </a:lnTo>
                  <a:lnTo>
                    <a:pt x="37050" y="58738"/>
                  </a:lnTo>
                  <a:lnTo>
                    <a:pt x="40421" y="55251"/>
                  </a:lnTo>
                  <a:lnTo>
                    <a:pt x="40657" y="54885"/>
                  </a:lnTo>
                  <a:lnTo>
                    <a:pt x="40833" y="54487"/>
                  </a:lnTo>
                  <a:lnTo>
                    <a:pt x="40947" y="54067"/>
                  </a:lnTo>
                  <a:lnTo>
                    <a:pt x="40997" y="53655"/>
                  </a:lnTo>
                  <a:lnTo>
                    <a:pt x="40725" y="52507"/>
                  </a:lnTo>
                  <a:lnTo>
                    <a:pt x="40631" y="52113"/>
                  </a:lnTo>
                  <a:lnTo>
                    <a:pt x="39859" y="48893"/>
                  </a:lnTo>
                  <a:lnTo>
                    <a:pt x="39772" y="48693"/>
                  </a:lnTo>
                  <a:lnTo>
                    <a:pt x="39524" y="48271"/>
                  </a:lnTo>
                  <a:lnTo>
                    <a:pt x="38018" y="49252"/>
                  </a:lnTo>
                  <a:lnTo>
                    <a:pt x="37498" y="49592"/>
                  </a:lnTo>
                  <a:lnTo>
                    <a:pt x="36982" y="49928"/>
                  </a:lnTo>
                  <a:lnTo>
                    <a:pt x="36774" y="50063"/>
                  </a:lnTo>
                  <a:lnTo>
                    <a:pt x="36301" y="50282"/>
                  </a:lnTo>
                  <a:lnTo>
                    <a:pt x="34712" y="51476"/>
                  </a:lnTo>
                  <a:lnTo>
                    <a:pt x="31477" y="53627"/>
                  </a:lnTo>
                  <a:lnTo>
                    <a:pt x="31366" y="53378"/>
                  </a:lnTo>
                  <a:lnTo>
                    <a:pt x="31161" y="52927"/>
                  </a:lnTo>
                  <a:lnTo>
                    <a:pt x="30942" y="52538"/>
                  </a:lnTo>
                  <a:lnTo>
                    <a:pt x="30692" y="52168"/>
                  </a:lnTo>
                  <a:lnTo>
                    <a:pt x="30405" y="51812"/>
                  </a:lnTo>
                  <a:lnTo>
                    <a:pt x="30088" y="51479"/>
                  </a:lnTo>
                  <a:lnTo>
                    <a:pt x="29809" y="51228"/>
                  </a:lnTo>
                  <a:lnTo>
                    <a:pt x="29493" y="50944"/>
                  </a:lnTo>
                  <a:lnTo>
                    <a:pt x="29177" y="50703"/>
                  </a:lnTo>
                  <a:lnTo>
                    <a:pt x="28819" y="50488"/>
                  </a:lnTo>
                  <a:lnTo>
                    <a:pt x="28440" y="50313"/>
                  </a:lnTo>
                  <a:lnTo>
                    <a:pt x="28044" y="50182"/>
                  </a:lnTo>
                  <a:lnTo>
                    <a:pt x="27636" y="50095"/>
                  </a:lnTo>
                  <a:lnTo>
                    <a:pt x="27219" y="50054"/>
                  </a:lnTo>
                  <a:lnTo>
                    <a:pt x="26799" y="50060"/>
                  </a:lnTo>
                  <a:lnTo>
                    <a:pt x="26384" y="50112"/>
                  </a:lnTo>
                  <a:lnTo>
                    <a:pt x="25991" y="50223"/>
                  </a:lnTo>
                  <a:lnTo>
                    <a:pt x="26463" y="50623"/>
                  </a:lnTo>
                  <a:lnTo>
                    <a:pt x="26892" y="51067"/>
                  </a:lnTo>
                  <a:lnTo>
                    <a:pt x="27275" y="51551"/>
                  </a:lnTo>
                  <a:lnTo>
                    <a:pt x="27497" y="51881"/>
                  </a:lnTo>
                  <a:lnTo>
                    <a:pt x="28274" y="53756"/>
                  </a:lnTo>
                  <a:lnTo>
                    <a:pt x="28333" y="54782"/>
                  </a:lnTo>
                  <a:lnTo>
                    <a:pt x="27848" y="55949"/>
                  </a:lnTo>
                  <a:lnTo>
                    <a:pt x="26566" y="57027"/>
                  </a:lnTo>
                  <a:lnTo>
                    <a:pt x="25491" y="57220"/>
                  </a:lnTo>
                  <a:lnTo>
                    <a:pt x="23436" y="57588"/>
                  </a:lnTo>
                  <a:lnTo>
                    <a:pt x="22869" y="57689"/>
                  </a:lnTo>
                  <a:lnTo>
                    <a:pt x="22568" y="57743"/>
                  </a:lnTo>
                  <a:lnTo>
                    <a:pt x="17941" y="57886"/>
                  </a:lnTo>
                  <a:lnTo>
                    <a:pt x="17616" y="57896"/>
                  </a:lnTo>
                  <a:lnTo>
                    <a:pt x="17278" y="57906"/>
                  </a:lnTo>
                  <a:lnTo>
                    <a:pt x="17130" y="57911"/>
                  </a:lnTo>
                  <a:lnTo>
                    <a:pt x="16677" y="57908"/>
                  </a:lnTo>
                  <a:lnTo>
                    <a:pt x="16223" y="57880"/>
                  </a:lnTo>
                  <a:lnTo>
                    <a:pt x="15678" y="57813"/>
                  </a:lnTo>
                  <a:lnTo>
                    <a:pt x="14996" y="57677"/>
                  </a:lnTo>
                  <a:lnTo>
                    <a:pt x="4506" y="55230"/>
                  </a:lnTo>
                  <a:lnTo>
                    <a:pt x="3408" y="54974"/>
                  </a:lnTo>
                  <a:lnTo>
                    <a:pt x="3281" y="53894"/>
                  </a:lnTo>
                  <a:lnTo>
                    <a:pt x="3238" y="53530"/>
                  </a:lnTo>
                  <a:lnTo>
                    <a:pt x="3069" y="52099"/>
                  </a:lnTo>
                  <a:lnTo>
                    <a:pt x="2776" y="50945"/>
                  </a:lnTo>
                  <a:lnTo>
                    <a:pt x="2687" y="50509"/>
                  </a:lnTo>
                  <a:lnTo>
                    <a:pt x="2563" y="49773"/>
                  </a:lnTo>
                  <a:lnTo>
                    <a:pt x="2612" y="48713"/>
                  </a:lnTo>
                  <a:lnTo>
                    <a:pt x="2678" y="47310"/>
                  </a:lnTo>
                  <a:lnTo>
                    <a:pt x="2729" y="45095"/>
                  </a:lnTo>
                  <a:lnTo>
                    <a:pt x="2643" y="44782"/>
                  </a:lnTo>
                  <a:lnTo>
                    <a:pt x="2525" y="44478"/>
                  </a:lnTo>
                  <a:lnTo>
                    <a:pt x="2378" y="44189"/>
                  </a:lnTo>
                  <a:lnTo>
                    <a:pt x="2199" y="43912"/>
                  </a:lnTo>
                  <a:lnTo>
                    <a:pt x="2020" y="43686"/>
                  </a:lnTo>
                  <a:lnTo>
                    <a:pt x="1822" y="43477"/>
                  </a:lnTo>
                  <a:lnTo>
                    <a:pt x="1584" y="43269"/>
                  </a:lnTo>
                  <a:lnTo>
                    <a:pt x="1341" y="43094"/>
                  </a:lnTo>
                  <a:lnTo>
                    <a:pt x="1221" y="42963"/>
                  </a:lnTo>
                  <a:lnTo>
                    <a:pt x="900" y="42561"/>
                  </a:lnTo>
                  <a:lnTo>
                    <a:pt x="621" y="42129"/>
                  </a:lnTo>
                  <a:lnTo>
                    <a:pt x="406" y="41714"/>
                  </a:lnTo>
                  <a:lnTo>
                    <a:pt x="230" y="41282"/>
                  </a:lnTo>
                  <a:lnTo>
                    <a:pt x="94" y="40836"/>
                  </a:lnTo>
                  <a:lnTo>
                    <a:pt x="0" y="40380"/>
                  </a:lnTo>
                  <a:lnTo>
                    <a:pt x="106" y="39380"/>
                  </a:lnTo>
                  <a:lnTo>
                    <a:pt x="154" y="38929"/>
                  </a:lnTo>
                  <a:lnTo>
                    <a:pt x="536" y="35340"/>
                  </a:lnTo>
                  <a:lnTo>
                    <a:pt x="704" y="34309"/>
                  </a:lnTo>
                  <a:lnTo>
                    <a:pt x="903" y="33085"/>
                  </a:lnTo>
                  <a:lnTo>
                    <a:pt x="1173" y="31428"/>
                  </a:lnTo>
                  <a:lnTo>
                    <a:pt x="1341" y="30390"/>
                  </a:lnTo>
                  <a:lnTo>
                    <a:pt x="1266" y="29547"/>
                  </a:lnTo>
                  <a:lnTo>
                    <a:pt x="1216" y="28703"/>
                  </a:lnTo>
                  <a:lnTo>
                    <a:pt x="1194" y="27857"/>
                  </a:lnTo>
                  <a:lnTo>
                    <a:pt x="1197" y="27011"/>
                  </a:lnTo>
                  <a:lnTo>
                    <a:pt x="1227" y="26165"/>
                  </a:lnTo>
                  <a:lnTo>
                    <a:pt x="1284" y="25321"/>
                  </a:lnTo>
                  <a:lnTo>
                    <a:pt x="1366" y="24479"/>
                  </a:lnTo>
                  <a:lnTo>
                    <a:pt x="1407" y="24164"/>
                  </a:lnTo>
                  <a:lnTo>
                    <a:pt x="1424" y="24034"/>
                  </a:lnTo>
                  <a:lnTo>
                    <a:pt x="1476" y="23640"/>
                  </a:lnTo>
                  <a:lnTo>
                    <a:pt x="1564" y="23110"/>
                  </a:lnTo>
                  <a:lnTo>
                    <a:pt x="1660" y="22537"/>
                  </a:lnTo>
                  <a:lnTo>
                    <a:pt x="1890" y="21443"/>
                  </a:lnTo>
                  <a:lnTo>
                    <a:pt x="2031" y="20589"/>
                  </a:lnTo>
                  <a:lnTo>
                    <a:pt x="2300" y="18958"/>
                  </a:lnTo>
                  <a:lnTo>
                    <a:pt x="2753" y="16663"/>
                  </a:lnTo>
                  <a:lnTo>
                    <a:pt x="2912" y="15855"/>
                  </a:lnTo>
                  <a:lnTo>
                    <a:pt x="3321" y="13780"/>
                  </a:lnTo>
                  <a:lnTo>
                    <a:pt x="3781" y="11726"/>
                  </a:lnTo>
                  <a:lnTo>
                    <a:pt x="4586" y="9038"/>
                  </a:lnTo>
                  <a:lnTo>
                    <a:pt x="4732" y="9130"/>
                  </a:lnTo>
                  <a:lnTo>
                    <a:pt x="10422" y="12733"/>
                  </a:lnTo>
                  <a:lnTo>
                    <a:pt x="10972" y="13023"/>
                  </a:lnTo>
                  <a:lnTo>
                    <a:pt x="15205" y="15253"/>
                  </a:lnTo>
                  <a:lnTo>
                    <a:pt x="16808" y="16097"/>
                  </a:lnTo>
                  <a:lnTo>
                    <a:pt x="16914" y="15855"/>
                  </a:lnTo>
                  <a:lnTo>
                    <a:pt x="18642" y="11900"/>
                  </a:lnTo>
                  <a:lnTo>
                    <a:pt x="24639" y="14549"/>
                  </a:lnTo>
                  <a:lnTo>
                    <a:pt x="25979" y="15141"/>
                  </a:lnTo>
                  <a:lnTo>
                    <a:pt x="29306" y="16611"/>
                  </a:lnTo>
                  <a:lnTo>
                    <a:pt x="30834" y="17286"/>
                  </a:lnTo>
                  <a:lnTo>
                    <a:pt x="32007" y="17804"/>
                  </a:lnTo>
                  <a:lnTo>
                    <a:pt x="32524" y="16714"/>
                  </a:lnTo>
                  <a:lnTo>
                    <a:pt x="32892" y="15939"/>
                  </a:lnTo>
                  <a:lnTo>
                    <a:pt x="32266" y="15328"/>
                  </a:lnTo>
                  <a:lnTo>
                    <a:pt x="31646" y="14917"/>
                  </a:lnTo>
                  <a:lnTo>
                    <a:pt x="32669" y="13480"/>
                  </a:lnTo>
                  <a:lnTo>
                    <a:pt x="33065" y="12922"/>
                  </a:lnTo>
                  <a:lnTo>
                    <a:pt x="34005" y="11601"/>
                  </a:lnTo>
                  <a:lnTo>
                    <a:pt x="35087" y="10081"/>
                  </a:lnTo>
                  <a:lnTo>
                    <a:pt x="35773" y="10742"/>
                  </a:lnTo>
                  <a:lnTo>
                    <a:pt x="36263" y="11275"/>
                  </a:lnTo>
                  <a:lnTo>
                    <a:pt x="36779" y="11783"/>
                  </a:lnTo>
                  <a:lnTo>
                    <a:pt x="37368" y="12307"/>
                  </a:lnTo>
                  <a:lnTo>
                    <a:pt x="37984" y="12797"/>
                  </a:lnTo>
                  <a:lnTo>
                    <a:pt x="38708" y="13310"/>
                  </a:lnTo>
                  <a:lnTo>
                    <a:pt x="39460" y="13777"/>
                  </a:lnTo>
                  <a:lnTo>
                    <a:pt x="40237" y="14197"/>
                  </a:lnTo>
                  <a:lnTo>
                    <a:pt x="41040" y="14570"/>
                  </a:lnTo>
                  <a:lnTo>
                    <a:pt x="41562" y="14557"/>
                  </a:lnTo>
                  <a:lnTo>
                    <a:pt x="43848" y="14502"/>
                  </a:lnTo>
                  <a:lnTo>
                    <a:pt x="45478" y="14439"/>
                  </a:lnTo>
                  <a:lnTo>
                    <a:pt x="46655" y="14393"/>
                  </a:lnTo>
                  <a:lnTo>
                    <a:pt x="49460" y="14241"/>
                  </a:lnTo>
                  <a:lnTo>
                    <a:pt x="52259" y="14048"/>
                  </a:lnTo>
                  <a:lnTo>
                    <a:pt x="54951" y="13212"/>
                  </a:lnTo>
                  <a:lnTo>
                    <a:pt x="57631" y="12343"/>
                  </a:lnTo>
                  <a:lnTo>
                    <a:pt x="60301" y="11441"/>
                  </a:lnTo>
                  <a:lnTo>
                    <a:pt x="62957" y="10507"/>
                  </a:lnTo>
                  <a:lnTo>
                    <a:pt x="63329" y="10408"/>
                  </a:lnTo>
                  <a:lnTo>
                    <a:pt x="63709" y="10343"/>
                  </a:lnTo>
                  <a:lnTo>
                    <a:pt x="64141" y="10310"/>
                  </a:lnTo>
                  <a:lnTo>
                    <a:pt x="64576" y="10322"/>
                  </a:lnTo>
                  <a:lnTo>
                    <a:pt x="65008" y="10378"/>
                  </a:lnTo>
                  <a:lnTo>
                    <a:pt x="65433" y="10478"/>
                  </a:lnTo>
                  <a:lnTo>
                    <a:pt x="65844" y="10621"/>
                  </a:lnTo>
                  <a:lnTo>
                    <a:pt x="66239" y="10805"/>
                  </a:lnTo>
                  <a:lnTo>
                    <a:pt x="66614" y="11028"/>
                  </a:lnTo>
                  <a:lnTo>
                    <a:pt x="66963" y="11287"/>
                  </a:lnTo>
                  <a:lnTo>
                    <a:pt x="67258" y="11319"/>
                  </a:lnTo>
                  <a:lnTo>
                    <a:pt x="68142" y="11413"/>
                  </a:lnTo>
                  <a:lnTo>
                    <a:pt x="68380" y="11439"/>
                  </a:lnTo>
                  <a:lnTo>
                    <a:pt x="68881" y="11404"/>
                  </a:lnTo>
                  <a:lnTo>
                    <a:pt x="71866" y="11362"/>
                  </a:lnTo>
                  <a:lnTo>
                    <a:pt x="73124" y="11345"/>
                  </a:lnTo>
                  <a:lnTo>
                    <a:pt x="73337" y="11339"/>
                  </a:lnTo>
                  <a:lnTo>
                    <a:pt x="74502" y="11304"/>
                  </a:lnTo>
                  <a:lnTo>
                    <a:pt x="74913" y="11291"/>
                  </a:lnTo>
                  <a:lnTo>
                    <a:pt x="76112" y="10951"/>
                  </a:lnTo>
                  <a:lnTo>
                    <a:pt x="76720" y="10522"/>
                  </a:lnTo>
                  <a:lnTo>
                    <a:pt x="77475" y="9875"/>
                  </a:lnTo>
                  <a:lnTo>
                    <a:pt x="78098" y="9341"/>
                  </a:lnTo>
                  <a:lnTo>
                    <a:pt x="79314" y="8572"/>
                  </a:lnTo>
                  <a:lnTo>
                    <a:pt x="79833" y="8417"/>
                  </a:lnTo>
                  <a:lnTo>
                    <a:pt x="80334" y="8268"/>
                  </a:lnTo>
                  <a:lnTo>
                    <a:pt x="81748" y="8357"/>
                  </a:lnTo>
                  <a:lnTo>
                    <a:pt x="83072" y="8697"/>
                  </a:lnTo>
                  <a:lnTo>
                    <a:pt x="83337" y="8357"/>
                  </a:lnTo>
                  <a:lnTo>
                    <a:pt x="84718" y="6586"/>
                  </a:lnTo>
                  <a:lnTo>
                    <a:pt x="84929" y="6306"/>
                  </a:lnTo>
                  <a:lnTo>
                    <a:pt x="85170" y="5987"/>
                  </a:lnTo>
                  <a:lnTo>
                    <a:pt x="86145" y="4699"/>
                  </a:lnTo>
                  <a:lnTo>
                    <a:pt x="86829" y="3795"/>
                  </a:lnTo>
                  <a:lnTo>
                    <a:pt x="87336" y="3411"/>
                  </a:lnTo>
                  <a:lnTo>
                    <a:pt x="87638" y="3182"/>
                  </a:lnTo>
                  <a:lnTo>
                    <a:pt x="88712" y="2370"/>
                  </a:lnTo>
                  <a:lnTo>
                    <a:pt x="89548" y="1737"/>
                  </a:lnTo>
                  <a:lnTo>
                    <a:pt x="91695" y="198"/>
                  </a:lnTo>
                  <a:lnTo>
                    <a:pt x="91934" y="88"/>
                  </a:lnTo>
                  <a:lnTo>
                    <a:pt x="93087" y="0"/>
                  </a:lnTo>
                  <a:lnTo>
                    <a:pt x="93629" y="1311"/>
                  </a:lnTo>
                  <a:lnTo>
                    <a:pt x="93862" y="1874"/>
                  </a:lnTo>
                  <a:lnTo>
                    <a:pt x="94439" y="3270"/>
                  </a:lnTo>
                  <a:lnTo>
                    <a:pt x="94510" y="3441"/>
                  </a:lnTo>
                  <a:lnTo>
                    <a:pt x="94651" y="3708"/>
                  </a:lnTo>
                  <a:lnTo>
                    <a:pt x="94989" y="4343"/>
                  </a:lnTo>
                  <a:lnTo>
                    <a:pt x="96133" y="6205"/>
                  </a:lnTo>
                  <a:lnTo>
                    <a:pt x="96509" y="681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2" name="pg401"/>
            <p:cNvSpPr/>
            <p:nvPr/>
          </p:nvSpPr>
          <p:spPr>
            <a:xfrm>
              <a:off x="4550156" y="4625791"/>
              <a:ext cx="54095" cy="38664"/>
            </a:xfrm>
            <a:custGeom>
              <a:avLst/>
              <a:pathLst>
                <a:path w="54095" h="38664">
                  <a:moveTo>
                    <a:pt x="43215" y="12492"/>
                  </a:moveTo>
                  <a:lnTo>
                    <a:pt x="44719" y="16167"/>
                  </a:lnTo>
                  <a:lnTo>
                    <a:pt x="54095" y="19842"/>
                  </a:lnTo>
                  <a:lnTo>
                    <a:pt x="53826" y="21957"/>
                  </a:lnTo>
                  <a:lnTo>
                    <a:pt x="52541" y="24353"/>
                  </a:lnTo>
                  <a:lnTo>
                    <a:pt x="51626" y="26066"/>
                  </a:lnTo>
                  <a:lnTo>
                    <a:pt x="44792" y="28079"/>
                  </a:lnTo>
                  <a:lnTo>
                    <a:pt x="44057" y="28096"/>
                  </a:lnTo>
                  <a:lnTo>
                    <a:pt x="42324" y="27487"/>
                  </a:lnTo>
                  <a:lnTo>
                    <a:pt x="42116" y="26291"/>
                  </a:lnTo>
                  <a:lnTo>
                    <a:pt x="37837" y="27179"/>
                  </a:lnTo>
                  <a:lnTo>
                    <a:pt x="36771" y="27401"/>
                  </a:lnTo>
                  <a:lnTo>
                    <a:pt x="33901" y="27988"/>
                  </a:lnTo>
                  <a:lnTo>
                    <a:pt x="34040" y="29718"/>
                  </a:lnTo>
                  <a:lnTo>
                    <a:pt x="32232" y="30303"/>
                  </a:lnTo>
                  <a:lnTo>
                    <a:pt x="36764" y="34525"/>
                  </a:lnTo>
                  <a:lnTo>
                    <a:pt x="33296" y="38396"/>
                  </a:lnTo>
                  <a:lnTo>
                    <a:pt x="32991" y="38664"/>
                  </a:lnTo>
                  <a:lnTo>
                    <a:pt x="27226" y="36643"/>
                  </a:lnTo>
                  <a:lnTo>
                    <a:pt x="25467" y="35688"/>
                  </a:lnTo>
                  <a:lnTo>
                    <a:pt x="24915" y="35047"/>
                  </a:lnTo>
                  <a:lnTo>
                    <a:pt x="24334" y="34093"/>
                  </a:lnTo>
                  <a:lnTo>
                    <a:pt x="22082" y="33571"/>
                  </a:lnTo>
                  <a:lnTo>
                    <a:pt x="21307" y="33094"/>
                  </a:lnTo>
                  <a:lnTo>
                    <a:pt x="20457" y="33139"/>
                  </a:lnTo>
                  <a:lnTo>
                    <a:pt x="20584" y="33921"/>
                  </a:lnTo>
                  <a:lnTo>
                    <a:pt x="20605" y="34053"/>
                  </a:lnTo>
                  <a:lnTo>
                    <a:pt x="21054" y="36836"/>
                  </a:lnTo>
                  <a:lnTo>
                    <a:pt x="20212" y="36847"/>
                  </a:lnTo>
                  <a:lnTo>
                    <a:pt x="16968" y="36886"/>
                  </a:lnTo>
                  <a:lnTo>
                    <a:pt x="10652" y="36943"/>
                  </a:lnTo>
                  <a:lnTo>
                    <a:pt x="9112" y="36957"/>
                  </a:lnTo>
                  <a:lnTo>
                    <a:pt x="9255" y="36095"/>
                  </a:lnTo>
                  <a:lnTo>
                    <a:pt x="9628" y="33856"/>
                  </a:lnTo>
                  <a:lnTo>
                    <a:pt x="9701" y="33422"/>
                  </a:lnTo>
                  <a:lnTo>
                    <a:pt x="10383" y="31071"/>
                  </a:lnTo>
                  <a:lnTo>
                    <a:pt x="8298" y="31245"/>
                  </a:lnTo>
                  <a:lnTo>
                    <a:pt x="7898" y="31267"/>
                  </a:lnTo>
                  <a:lnTo>
                    <a:pt x="5180" y="29226"/>
                  </a:lnTo>
                  <a:lnTo>
                    <a:pt x="4000" y="28339"/>
                  </a:lnTo>
                  <a:lnTo>
                    <a:pt x="3862" y="28235"/>
                  </a:lnTo>
                  <a:lnTo>
                    <a:pt x="7601" y="25228"/>
                  </a:lnTo>
                  <a:lnTo>
                    <a:pt x="3857" y="22824"/>
                  </a:lnTo>
                  <a:lnTo>
                    <a:pt x="0" y="20092"/>
                  </a:lnTo>
                  <a:lnTo>
                    <a:pt x="1271" y="18283"/>
                  </a:lnTo>
                  <a:lnTo>
                    <a:pt x="8092" y="8575"/>
                  </a:lnTo>
                  <a:lnTo>
                    <a:pt x="8174" y="8423"/>
                  </a:lnTo>
                  <a:lnTo>
                    <a:pt x="9714" y="5588"/>
                  </a:lnTo>
                  <a:lnTo>
                    <a:pt x="15287" y="9712"/>
                  </a:lnTo>
                  <a:lnTo>
                    <a:pt x="17470" y="11698"/>
                  </a:lnTo>
                  <a:lnTo>
                    <a:pt x="20075" y="13994"/>
                  </a:lnTo>
                  <a:lnTo>
                    <a:pt x="21105" y="14579"/>
                  </a:lnTo>
                  <a:lnTo>
                    <a:pt x="22432" y="14847"/>
                  </a:lnTo>
                  <a:lnTo>
                    <a:pt x="23088" y="14772"/>
                  </a:lnTo>
                  <a:lnTo>
                    <a:pt x="24504" y="14415"/>
                  </a:lnTo>
                  <a:lnTo>
                    <a:pt x="25548" y="14385"/>
                  </a:lnTo>
                  <a:lnTo>
                    <a:pt x="27784" y="14459"/>
                  </a:lnTo>
                  <a:lnTo>
                    <a:pt x="31065" y="13684"/>
                  </a:lnTo>
                  <a:lnTo>
                    <a:pt x="29872" y="11164"/>
                  </a:lnTo>
                  <a:lnTo>
                    <a:pt x="28874" y="9915"/>
                  </a:lnTo>
                  <a:lnTo>
                    <a:pt x="28123" y="9821"/>
                  </a:lnTo>
                  <a:lnTo>
                    <a:pt x="27317" y="9608"/>
                  </a:lnTo>
                  <a:lnTo>
                    <a:pt x="26216" y="9500"/>
                  </a:lnTo>
                  <a:lnTo>
                    <a:pt x="26129" y="9295"/>
                  </a:lnTo>
                  <a:lnTo>
                    <a:pt x="25888" y="8780"/>
                  </a:lnTo>
                  <a:lnTo>
                    <a:pt x="27021" y="8138"/>
                  </a:lnTo>
                  <a:lnTo>
                    <a:pt x="28661" y="7587"/>
                  </a:lnTo>
                  <a:lnTo>
                    <a:pt x="29943" y="7408"/>
                  </a:lnTo>
                  <a:lnTo>
                    <a:pt x="30972" y="7244"/>
                  </a:lnTo>
                  <a:lnTo>
                    <a:pt x="31702" y="6856"/>
                  </a:lnTo>
                  <a:lnTo>
                    <a:pt x="33153" y="3938"/>
                  </a:lnTo>
                  <a:lnTo>
                    <a:pt x="33701" y="2513"/>
                  </a:lnTo>
                  <a:lnTo>
                    <a:pt x="34542" y="1749"/>
                  </a:lnTo>
                  <a:lnTo>
                    <a:pt x="36639" y="387"/>
                  </a:lnTo>
                  <a:lnTo>
                    <a:pt x="38190" y="0"/>
                  </a:lnTo>
                  <a:lnTo>
                    <a:pt x="39189" y="44"/>
                  </a:lnTo>
                  <a:lnTo>
                    <a:pt x="39726" y="536"/>
                  </a:lnTo>
                  <a:lnTo>
                    <a:pt x="40690" y="1030"/>
                  </a:lnTo>
                  <a:lnTo>
                    <a:pt x="41573" y="1173"/>
                  </a:lnTo>
                  <a:lnTo>
                    <a:pt x="45199" y="1721"/>
                  </a:lnTo>
                  <a:lnTo>
                    <a:pt x="46417" y="2628"/>
                  </a:lnTo>
                  <a:lnTo>
                    <a:pt x="47116" y="6168"/>
                  </a:lnTo>
                  <a:lnTo>
                    <a:pt x="43230" y="1159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3" name="pg402"/>
            <p:cNvSpPr/>
            <p:nvPr/>
          </p:nvSpPr>
          <p:spPr>
            <a:xfrm>
              <a:off x="4559088" y="4658886"/>
              <a:ext cx="64490" cy="46645"/>
            </a:xfrm>
            <a:custGeom>
              <a:avLst/>
              <a:pathLst>
                <a:path w="64490" h="46645">
                  <a:moveTo>
                    <a:pt x="18294" y="3548"/>
                  </a:moveTo>
                  <a:lnTo>
                    <a:pt x="24059" y="5570"/>
                  </a:lnTo>
                  <a:lnTo>
                    <a:pt x="24364" y="5301"/>
                  </a:lnTo>
                  <a:lnTo>
                    <a:pt x="24597" y="5096"/>
                  </a:lnTo>
                  <a:lnTo>
                    <a:pt x="29694" y="10459"/>
                  </a:lnTo>
                  <a:lnTo>
                    <a:pt x="32192" y="12430"/>
                  </a:lnTo>
                  <a:lnTo>
                    <a:pt x="36695" y="12372"/>
                  </a:lnTo>
                  <a:lnTo>
                    <a:pt x="36516" y="7975"/>
                  </a:lnTo>
                  <a:lnTo>
                    <a:pt x="41175" y="7602"/>
                  </a:lnTo>
                  <a:lnTo>
                    <a:pt x="42632" y="8592"/>
                  </a:lnTo>
                  <a:lnTo>
                    <a:pt x="48124" y="13262"/>
                  </a:lnTo>
                  <a:lnTo>
                    <a:pt x="48490" y="13691"/>
                  </a:lnTo>
                  <a:lnTo>
                    <a:pt x="48780" y="14028"/>
                  </a:lnTo>
                  <a:lnTo>
                    <a:pt x="49093" y="14803"/>
                  </a:lnTo>
                  <a:lnTo>
                    <a:pt x="49436" y="16353"/>
                  </a:lnTo>
                  <a:lnTo>
                    <a:pt x="49801" y="17020"/>
                  </a:lnTo>
                  <a:lnTo>
                    <a:pt x="50114" y="17590"/>
                  </a:lnTo>
                  <a:lnTo>
                    <a:pt x="50539" y="18366"/>
                  </a:lnTo>
                  <a:lnTo>
                    <a:pt x="51821" y="21035"/>
                  </a:lnTo>
                  <a:lnTo>
                    <a:pt x="52219" y="21445"/>
                  </a:lnTo>
                  <a:lnTo>
                    <a:pt x="53268" y="22526"/>
                  </a:lnTo>
                  <a:lnTo>
                    <a:pt x="53715" y="23689"/>
                  </a:lnTo>
                  <a:lnTo>
                    <a:pt x="57038" y="30027"/>
                  </a:lnTo>
                  <a:lnTo>
                    <a:pt x="59275" y="34142"/>
                  </a:lnTo>
                  <a:lnTo>
                    <a:pt x="62227" y="36140"/>
                  </a:lnTo>
                  <a:lnTo>
                    <a:pt x="64490" y="39608"/>
                  </a:lnTo>
                  <a:lnTo>
                    <a:pt x="64038" y="39927"/>
                  </a:lnTo>
                  <a:lnTo>
                    <a:pt x="57218" y="44731"/>
                  </a:lnTo>
                  <a:lnTo>
                    <a:pt x="55720" y="45427"/>
                  </a:lnTo>
                  <a:lnTo>
                    <a:pt x="54100" y="46645"/>
                  </a:lnTo>
                  <a:lnTo>
                    <a:pt x="53772" y="46552"/>
                  </a:lnTo>
                  <a:lnTo>
                    <a:pt x="53337" y="46429"/>
                  </a:lnTo>
                  <a:lnTo>
                    <a:pt x="52884" y="46300"/>
                  </a:lnTo>
                  <a:lnTo>
                    <a:pt x="51861" y="46010"/>
                  </a:lnTo>
                  <a:lnTo>
                    <a:pt x="46894" y="44601"/>
                  </a:lnTo>
                  <a:lnTo>
                    <a:pt x="44044" y="43910"/>
                  </a:lnTo>
                  <a:lnTo>
                    <a:pt x="41390" y="43015"/>
                  </a:lnTo>
                  <a:lnTo>
                    <a:pt x="40108" y="42299"/>
                  </a:lnTo>
                  <a:lnTo>
                    <a:pt x="39077" y="41736"/>
                  </a:lnTo>
                  <a:lnTo>
                    <a:pt x="39230" y="41569"/>
                  </a:lnTo>
                  <a:lnTo>
                    <a:pt x="39393" y="41316"/>
                  </a:lnTo>
                  <a:lnTo>
                    <a:pt x="39507" y="41051"/>
                  </a:lnTo>
                  <a:lnTo>
                    <a:pt x="39444" y="40707"/>
                  </a:lnTo>
                  <a:lnTo>
                    <a:pt x="39356" y="40222"/>
                  </a:lnTo>
                  <a:lnTo>
                    <a:pt x="39253" y="39655"/>
                  </a:lnTo>
                  <a:lnTo>
                    <a:pt x="39156" y="39120"/>
                  </a:lnTo>
                  <a:lnTo>
                    <a:pt x="39090" y="38755"/>
                  </a:lnTo>
                  <a:lnTo>
                    <a:pt x="38781" y="37763"/>
                  </a:lnTo>
                  <a:lnTo>
                    <a:pt x="38255" y="36071"/>
                  </a:lnTo>
                  <a:lnTo>
                    <a:pt x="37878" y="35458"/>
                  </a:lnTo>
                  <a:lnTo>
                    <a:pt x="36734" y="33596"/>
                  </a:lnTo>
                  <a:lnTo>
                    <a:pt x="36397" y="32961"/>
                  </a:lnTo>
                  <a:lnTo>
                    <a:pt x="36252" y="32687"/>
                  </a:lnTo>
                  <a:lnTo>
                    <a:pt x="36184" y="32523"/>
                  </a:lnTo>
                  <a:lnTo>
                    <a:pt x="42124" y="31363"/>
                  </a:lnTo>
                  <a:lnTo>
                    <a:pt x="42468" y="31312"/>
                  </a:lnTo>
                  <a:lnTo>
                    <a:pt x="42642" y="30864"/>
                  </a:lnTo>
                  <a:lnTo>
                    <a:pt x="43867" y="27548"/>
                  </a:lnTo>
                  <a:lnTo>
                    <a:pt x="44326" y="26303"/>
                  </a:lnTo>
                  <a:lnTo>
                    <a:pt x="45034" y="25529"/>
                  </a:lnTo>
                  <a:lnTo>
                    <a:pt x="46529" y="24203"/>
                  </a:lnTo>
                  <a:lnTo>
                    <a:pt x="47548" y="23523"/>
                  </a:lnTo>
                  <a:lnTo>
                    <a:pt x="45079" y="19998"/>
                  </a:lnTo>
                  <a:lnTo>
                    <a:pt x="44346" y="20282"/>
                  </a:lnTo>
                  <a:lnTo>
                    <a:pt x="41695" y="21399"/>
                  </a:lnTo>
                  <a:lnTo>
                    <a:pt x="38564" y="22442"/>
                  </a:lnTo>
                  <a:lnTo>
                    <a:pt x="35470" y="22964"/>
                  </a:lnTo>
                  <a:lnTo>
                    <a:pt x="35249" y="22861"/>
                  </a:lnTo>
                  <a:lnTo>
                    <a:pt x="34258" y="22399"/>
                  </a:lnTo>
                  <a:lnTo>
                    <a:pt x="33666" y="22122"/>
                  </a:lnTo>
                  <a:lnTo>
                    <a:pt x="33233" y="21921"/>
                  </a:lnTo>
                  <a:lnTo>
                    <a:pt x="32027" y="21197"/>
                  </a:lnTo>
                  <a:lnTo>
                    <a:pt x="30810" y="20467"/>
                  </a:lnTo>
                  <a:lnTo>
                    <a:pt x="29943" y="19843"/>
                  </a:lnTo>
                  <a:lnTo>
                    <a:pt x="29707" y="19673"/>
                  </a:lnTo>
                  <a:lnTo>
                    <a:pt x="27754" y="18268"/>
                  </a:lnTo>
                  <a:lnTo>
                    <a:pt x="25384" y="16637"/>
                  </a:lnTo>
                  <a:lnTo>
                    <a:pt x="23275" y="15186"/>
                  </a:lnTo>
                  <a:lnTo>
                    <a:pt x="23095" y="15062"/>
                  </a:lnTo>
                  <a:lnTo>
                    <a:pt x="22052" y="13989"/>
                  </a:lnTo>
                  <a:lnTo>
                    <a:pt x="21827" y="13757"/>
                  </a:lnTo>
                  <a:lnTo>
                    <a:pt x="21373" y="13178"/>
                  </a:lnTo>
                  <a:lnTo>
                    <a:pt x="20517" y="12085"/>
                  </a:lnTo>
                  <a:lnTo>
                    <a:pt x="19665" y="10999"/>
                  </a:lnTo>
                  <a:lnTo>
                    <a:pt x="19192" y="10164"/>
                  </a:lnTo>
                  <a:lnTo>
                    <a:pt x="19032" y="9881"/>
                  </a:lnTo>
                  <a:lnTo>
                    <a:pt x="18952" y="8870"/>
                  </a:lnTo>
                  <a:lnTo>
                    <a:pt x="18810" y="7079"/>
                  </a:lnTo>
                  <a:lnTo>
                    <a:pt x="18735" y="6144"/>
                  </a:lnTo>
                  <a:lnTo>
                    <a:pt x="16091" y="6539"/>
                  </a:lnTo>
                  <a:lnTo>
                    <a:pt x="15044" y="6696"/>
                  </a:lnTo>
                  <a:lnTo>
                    <a:pt x="14840" y="6374"/>
                  </a:lnTo>
                  <a:lnTo>
                    <a:pt x="12555" y="6591"/>
                  </a:lnTo>
                  <a:lnTo>
                    <a:pt x="10563" y="6780"/>
                  </a:lnTo>
                  <a:lnTo>
                    <a:pt x="6807" y="7136"/>
                  </a:lnTo>
                  <a:lnTo>
                    <a:pt x="7054" y="7695"/>
                  </a:lnTo>
                  <a:lnTo>
                    <a:pt x="4557" y="7755"/>
                  </a:lnTo>
                  <a:lnTo>
                    <a:pt x="4081" y="7767"/>
                  </a:lnTo>
                  <a:lnTo>
                    <a:pt x="647" y="7849"/>
                  </a:lnTo>
                  <a:lnTo>
                    <a:pt x="491" y="7231"/>
                  </a:lnTo>
                  <a:lnTo>
                    <a:pt x="429" y="6983"/>
                  </a:lnTo>
                  <a:lnTo>
                    <a:pt x="354" y="6629"/>
                  </a:lnTo>
                  <a:lnTo>
                    <a:pt x="251" y="6139"/>
                  </a:lnTo>
                  <a:lnTo>
                    <a:pt x="72" y="5285"/>
                  </a:lnTo>
                  <a:lnTo>
                    <a:pt x="0" y="4943"/>
                  </a:lnTo>
                  <a:lnTo>
                    <a:pt x="180" y="3863"/>
                  </a:lnTo>
                  <a:lnTo>
                    <a:pt x="1720" y="3849"/>
                  </a:lnTo>
                  <a:lnTo>
                    <a:pt x="8036" y="3791"/>
                  </a:lnTo>
                  <a:lnTo>
                    <a:pt x="11280" y="3752"/>
                  </a:lnTo>
                  <a:lnTo>
                    <a:pt x="12122" y="3742"/>
                  </a:lnTo>
                  <a:lnTo>
                    <a:pt x="11673" y="959"/>
                  </a:lnTo>
                  <a:lnTo>
                    <a:pt x="11652" y="827"/>
                  </a:lnTo>
                  <a:lnTo>
                    <a:pt x="11525" y="44"/>
                  </a:lnTo>
                  <a:lnTo>
                    <a:pt x="12375" y="0"/>
                  </a:lnTo>
                  <a:lnTo>
                    <a:pt x="13150" y="477"/>
                  </a:lnTo>
                  <a:lnTo>
                    <a:pt x="15402" y="998"/>
                  </a:lnTo>
                  <a:lnTo>
                    <a:pt x="15983" y="1953"/>
                  </a:lnTo>
                  <a:lnTo>
                    <a:pt x="16535" y="259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4" name="pg403"/>
            <p:cNvSpPr/>
            <p:nvPr/>
          </p:nvSpPr>
          <p:spPr>
            <a:xfrm>
              <a:off x="4395148" y="4662598"/>
              <a:ext cx="89690" cy="98101"/>
            </a:xfrm>
            <a:custGeom>
              <a:avLst/>
              <a:pathLst>
                <a:path w="89690" h="98101">
                  <a:moveTo>
                    <a:pt x="71340" y="25735"/>
                  </a:moveTo>
                  <a:lnTo>
                    <a:pt x="75580" y="30084"/>
                  </a:lnTo>
                  <a:lnTo>
                    <a:pt x="79482" y="34085"/>
                  </a:lnTo>
                  <a:lnTo>
                    <a:pt x="80390" y="35017"/>
                  </a:lnTo>
                  <a:lnTo>
                    <a:pt x="82087" y="36757"/>
                  </a:lnTo>
                  <a:lnTo>
                    <a:pt x="84209" y="38934"/>
                  </a:lnTo>
                  <a:lnTo>
                    <a:pt x="84425" y="39155"/>
                  </a:lnTo>
                  <a:lnTo>
                    <a:pt x="89690" y="44555"/>
                  </a:lnTo>
                  <a:lnTo>
                    <a:pt x="89277" y="44999"/>
                  </a:lnTo>
                  <a:lnTo>
                    <a:pt x="87209" y="47218"/>
                  </a:lnTo>
                  <a:lnTo>
                    <a:pt x="85161" y="49714"/>
                  </a:lnTo>
                  <a:lnTo>
                    <a:pt x="84352" y="50699"/>
                  </a:lnTo>
                  <a:lnTo>
                    <a:pt x="83920" y="51225"/>
                  </a:lnTo>
                  <a:lnTo>
                    <a:pt x="83698" y="51495"/>
                  </a:lnTo>
                  <a:lnTo>
                    <a:pt x="83540" y="51687"/>
                  </a:lnTo>
                  <a:lnTo>
                    <a:pt x="80597" y="55282"/>
                  </a:lnTo>
                  <a:lnTo>
                    <a:pt x="76564" y="60207"/>
                  </a:lnTo>
                  <a:lnTo>
                    <a:pt x="74012" y="63323"/>
                  </a:lnTo>
                  <a:lnTo>
                    <a:pt x="73597" y="63829"/>
                  </a:lnTo>
                  <a:lnTo>
                    <a:pt x="73148" y="64462"/>
                  </a:lnTo>
                  <a:lnTo>
                    <a:pt x="72969" y="64713"/>
                  </a:lnTo>
                  <a:lnTo>
                    <a:pt x="72845" y="64888"/>
                  </a:lnTo>
                  <a:lnTo>
                    <a:pt x="72602" y="65230"/>
                  </a:lnTo>
                  <a:lnTo>
                    <a:pt x="70337" y="67979"/>
                  </a:lnTo>
                  <a:lnTo>
                    <a:pt x="62949" y="76964"/>
                  </a:lnTo>
                  <a:lnTo>
                    <a:pt x="62766" y="77236"/>
                  </a:lnTo>
                  <a:lnTo>
                    <a:pt x="62677" y="77368"/>
                  </a:lnTo>
                  <a:lnTo>
                    <a:pt x="62451" y="77705"/>
                  </a:lnTo>
                  <a:lnTo>
                    <a:pt x="55044" y="86906"/>
                  </a:lnTo>
                  <a:lnTo>
                    <a:pt x="54849" y="87149"/>
                  </a:lnTo>
                  <a:lnTo>
                    <a:pt x="54607" y="87446"/>
                  </a:lnTo>
                  <a:lnTo>
                    <a:pt x="54119" y="88025"/>
                  </a:lnTo>
                  <a:lnTo>
                    <a:pt x="48540" y="94655"/>
                  </a:lnTo>
                  <a:lnTo>
                    <a:pt x="45887" y="97808"/>
                  </a:lnTo>
                  <a:lnTo>
                    <a:pt x="45654" y="98101"/>
                  </a:lnTo>
                  <a:lnTo>
                    <a:pt x="45481" y="97959"/>
                  </a:lnTo>
                  <a:lnTo>
                    <a:pt x="42636" y="95628"/>
                  </a:lnTo>
                  <a:lnTo>
                    <a:pt x="40848" y="94163"/>
                  </a:lnTo>
                  <a:lnTo>
                    <a:pt x="37280" y="90741"/>
                  </a:lnTo>
                  <a:lnTo>
                    <a:pt x="36232" y="89736"/>
                  </a:lnTo>
                  <a:lnTo>
                    <a:pt x="32721" y="85891"/>
                  </a:lnTo>
                  <a:lnTo>
                    <a:pt x="31570" y="86919"/>
                  </a:lnTo>
                  <a:lnTo>
                    <a:pt x="28229" y="83149"/>
                  </a:lnTo>
                  <a:lnTo>
                    <a:pt x="27948" y="82832"/>
                  </a:lnTo>
                  <a:lnTo>
                    <a:pt x="27606" y="82446"/>
                  </a:lnTo>
                  <a:lnTo>
                    <a:pt x="27375" y="82184"/>
                  </a:lnTo>
                  <a:lnTo>
                    <a:pt x="27043" y="81810"/>
                  </a:lnTo>
                  <a:lnTo>
                    <a:pt x="23983" y="78352"/>
                  </a:lnTo>
                  <a:lnTo>
                    <a:pt x="23836" y="78206"/>
                  </a:lnTo>
                  <a:lnTo>
                    <a:pt x="23296" y="77547"/>
                  </a:lnTo>
                  <a:lnTo>
                    <a:pt x="20385" y="73996"/>
                  </a:lnTo>
                  <a:lnTo>
                    <a:pt x="19913" y="73453"/>
                  </a:lnTo>
                  <a:lnTo>
                    <a:pt x="18108" y="71377"/>
                  </a:lnTo>
                  <a:lnTo>
                    <a:pt x="17822" y="71038"/>
                  </a:lnTo>
                  <a:lnTo>
                    <a:pt x="16370" y="69321"/>
                  </a:lnTo>
                  <a:lnTo>
                    <a:pt x="16051" y="68969"/>
                  </a:lnTo>
                  <a:lnTo>
                    <a:pt x="15918" y="68822"/>
                  </a:lnTo>
                  <a:lnTo>
                    <a:pt x="15731" y="68616"/>
                  </a:lnTo>
                  <a:lnTo>
                    <a:pt x="12454" y="65013"/>
                  </a:lnTo>
                  <a:lnTo>
                    <a:pt x="12238" y="64773"/>
                  </a:lnTo>
                  <a:lnTo>
                    <a:pt x="11320" y="63756"/>
                  </a:lnTo>
                  <a:lnTo>
                    <a:pt x="8636" y="60778"/>
                  </a:lnTo>
                  <a:lnTo>
                    <a:pt x="8119" y="60200"/>
                  </a:lnTo>
                  <a:lnTo>
                    <a:pt x="7523" y="59532"/>
                  </a:lnTo>
                  <a:lnTo>
                    <a:pt x="5171" y="56898"/>
                  </a:lnTo>
                  <a:lnTo>
                    <a:pt x="4548" y="56201"/>
                  </a:lnTo>
                  <a:lnTo>
                    <a:pt x="4181" y="55809"/>
                  </a:lnTo>
                  <a:lnTo>
                    <a:pt x="3725" y="55313"/>
                  </a:lnTo>
                  <a:lnTo>
                    <a:pt x="2416" y="53888"/>
                  </a:lnTo>
                  <a:lnTo>
                    <a:pt x="492" y="51794"/>
                  </a:lnTo>
                  <a:lnTo>
                    <a:pt x="314" y="51599"/>
                  </a:lnTo>
                  <a:lnTo>
                    <a:pt x="0" y="51232"/>
                  </a:lnTo>
                  <a:lnTo>
                    <a:pt x="319" y="50953"/>
                  </a:lnTo>
                  <a:lnTo>
                    <a:pt x="4495" y="47313"/>
                  </a:lnTo>
                  <a:lnTo>
                    <a:pt x="7442" y="44744"/>
                  </a:lnTo>
                  <a:lnTo>
                    <a:pt x="8093" y="44191"/>
                  </a:lnTo>
                  <a:lnTo>
                    <a:pt x="10377" y="42247"/>
                  </a:lnTo>
                  <a:lnTo>
                    <a:pt x="10535" y="42114"/>
                  </a:lnTo>
                  <a:lnTo>
                    <a:pt x="11646" y="41023"/>
                  </a:lnTo>
                  <a:lnTo>
                    <a:pt x="14219" y="38497"/>
                  </a:lnTo>
                  <a:lnTo>
                    <a:pt x="14516" y="38252"/>
                  </a:lnTo>
                  <a:lnTo>
                    <a:pt x="18357" y="35088"/>
                  </a:lnTo>
                  <a:lnTo>
                    <a:pt x="18613" y="34877"/>
                  </a:lnTo>
                  <a:lnTo>
                    <a:pt x="19811" y="33890"/>
                  </a:lnTo>
                  <a:lnTo>
                    <a:pt x="20216" y="33557"/>
                  </a:lnTo>
                  <a:lnTo>
                    <a:pt x="22016" y="32100"/>
                  </a:lnTo>
                  <a:lnTo>
                    <a:pt x="22475" y="31730"/>
                  </a:lnTo>
                  <a:lnTo>
                    <a:pt x="28413" y="26927"/>
                  </a:lnTo>
                  <a:lnTo>
                    <a:pt x="29049" y="26364"/>
                  </a:lnTo>
                  <a:lnTo>
                    <a:pt x="29902" y="25560"/>
                  </a:lnTo>
                  <a:lnTo>
                    <a:pt x="30475" y="25020"/>
                  </a:lnTo>
                  <a:lnTo>
                    <a:pt x="31838" y="23736"/>
                  </a:lnTo>
                  <a:lnTo>
                    <a:pt x="33581" y="23755"/>
                  </a:lnTo>
                  <a:lnTo>
                    <a:pt x="34875" y="23769"/>
                  </a:lnTo>
                  <a:lnTo>
                    <a:pt x="35731" y="24704"/>
                  </a:lnTo>
                  <a:lnTo>
                    <a:pt x="36044" y="25046"/>
                  </a:lnTo>
                  <a:lnTo>
                    <a:pt x="36490" y="25532"/>
                  </a:lnTo>
                  <a:lnTo>
                    <a:pt x="36698" y="25757"/>
                  </a:lnTo>
                  <a:lnTo>
                    <a:pt x="37934" y="27098"/>
                  </a:lnTo>
                  <a:lnTo>
                    <a:pt x="40245" y="25046"/>
                  </a:lnTo>
                  <a:lnTo>
                    <a:pt x="40927" y="24440"/>
                  </a:lnTo>
                  <a:lnTo>
                    <a:pt x="42646" y="22913"/>
                  </a:lnTo>
                  <a:lnTo>
                    <a:pt x="43383" y="22259"/>
                  </a:lnTo>
                  <a:lnTo>
                    <a:pt x="43574" y="22089"/>
                  </a:lnTo>
                  <a:lnTo>
                    <a:pt x="45805" y="20111"/>
                  </a:lnTo>
                  <a:lnTo>
                    <a:pt x="46004" y="19934"/>
                  </a:lnTo>
                  <a:lnTo>
                    <a:pt x="46589" y="19430"/>
                  </a:lnTo>
                  <a:lnTo>
                    <a:pt x="49551" y="16878"/>
                  </a:lnTo>
                  <a:lnTo>
                    <a:pt x="50019" y="16464"/>
                  </a:lnTo>
                  <a:lnTo>
                    <a:pt x="51847" y="14850"/>
                  </a:lnTo>
                  <a:lnTo>
                    <a:pt x="52780" y="13993"/>
                  </a:lnTo>
                  <a:lnTo>
                    <a:pt x="53308" y="13508"/>
                  </a:lnTo>
                  <a:lnTo>
                    <a:pt x="53613" y="13179"/>
                  </a:lnTo>
                  <a:lnTo>
                    <a:pt x="55216" y="11451"/>
                  </a:lnTo>
                  <a:lnTo>
                    <a:pt x="56260" y="10317"/>
                  </a:lnTo>
                  <a:lnTo>
                    <a:pt x="56983" y="9618"/>
                  </a:lnTo>
                  <a:lnTo>
                    <a:pt x="57184" y="9423"/>
                  </a:lnTo>
                  <a:lnTo>
                    <a:pt x="57652" y="8925"/>
                  </a:lnTo>
                  <a:lnTo>
                    <a:pt x="58073" y="8477"/>
                  </a:lnTo>
                  <a:lnTo>
                    <a:pt x="59673" y="6740"/>
                  </a:lnTo>
                  <a:lnTo>
                    <a:pt x="60974" y="5143"/>
                  </a:lnTo>
                  <a:lnTo>
                    <a:pt x="61130" y="4964"/>
                  </a:lnTo>
                  <a:lnTo>
                    <a:pt x="60200" y="3890"/>
                  </a:lnTo>
                  <a:lnTo>
                    <a:pt x="64255" y="145"/>
                  </a:lnTo>
                  <a:lnTo>
                    <a:pt x="64555" y="0"/>
                  </a:lnTo>
                  <a:lnTo>
                    <a:pt x="64601" y="677"/>
                  </a:lnTo>
                  <a:lnTo>
                    <a:pt x="64611" y="6035"/>
                  </a:lnTo>
                  <a:lnTo>
                    <a:pt x="64566" y="9336"/>
                  </a:lnTo>
                  <a:lnTo>
                    <a:pt x="64548" y="10683"/>
                  </a:lnTo>
                  <a:lnTo>
                    <a:pt x="64530" y="12049"/>
                  </a:lnTo>
                  <a:lnTo>
                    <a:pt x="64430" y="12435"/>
                  </a:lnTo>
                  <a:lnTo>
                    <a:pt x="64325" y="12841"/>
                  </a:lnTo>
                  <a:lnTo>
                    <a:pt x="62117" y="14653"/>
                  </a:lnTo>
                  <a:lnTo>
                    <a:pt x="61741" y="14962"/>
                  </a:lnTo>
                  <a:lnTo>
                    <a:pt x="65422" y="19093"/>
                  </a:lnTo>
                  <a:lnTo>
                    <a:pt x="70262" y="2452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5" name="pg404"/>
            <p:cNvSpPr/>
            <p:nvPr/>
          </p:nvSpPr>
          <p:spPr>
            <a:xfrm>
              <a:off x="4396487" y="4608609"/>
              <a:ext cx="63175" cy="92486"/>
            </a:xfrm>
            <a:custGeom>
              <a:avLst/>
              <a:pathLst>
                <a:path w="63175" h="92486">
                  <a:moveTo>
                    <a:pt x="0" y="42989"/>
                  </a:moveTo>
                  <a:lnTo>
                    <a:pt x="6422" y="39932"/>
                  </a:lnTo>
                  <a:lnTo>
                    <a:pt x="9165" y="36354"/>
                  </a:lnTo>
                  <a:lnTo>
                    <a:pt x="10835" y="31940"/>
                  </a:lnTo>
                  <a:lnTo>
                    <a:pt x="11909" y="27289"/>
                  </a:lnTo>
                  <a:lnTo>
                    <a:pt x="12386" y="22637"/>
                  </a:lnTo>
                  <a:lnTo>
                    <a:pt x="12028" y="15838"/>
                  </a:lnTo>
                  <a:lnTo>
                    <a:pt x="12267" y="12379"/>
                  </a:lnTo>
                  <a:lnTo>
                    <a:pt x="12386" y="7488"/>
                  </a:lnTo>
                  <a:lnTo>
                    <a:pt x="13579" y="4924"/>
                  </a:lnTo>
                  <a:lnTo>
                    <a:pt x="14870" y="0"/>
                  </a:lnTo>
                  <a:lnTo>
                    <a:pt x="15718" y="675"/>
                  </a:lnTo>
                  <a:lnTo>
                    <a:pt x="19394" y="2055"/>
                  </a:lnTo>
                  <a:lnTo>
                    <a:pt x="22026" y="3336"/>
                  </a:lnTo>
                  <a:lnTo>
                    <a:pt x="24221" y="4458"/>
                  </a:lnTo>
                  <a:lnTo>
                    <a:pt x="24732" y="4737"/>
                  </a:lnTo>
                  <a:lnTo>
                    <a:pt x="26433" y="5667"/>
                  </a:lnTo>
                  <a:lnTo>
                    <a:pt x="27537" y="6294"/>
                  </a:lnTo>
                  <a:lnTo>
                    <a:pt x="28856" y="6939"/>
                  </a:lnTo>
                  <a:lnTo>
                    <a:pt x="29000" y="7009"/>
                  </a:lnTo>
                  <a:lnTo>
                    <a:pt x="30799" y="8300"/>
                  </a:lnTo>
                  <a:lnTo>
                    <a:pt x="31340" y="8970"/>
                  </a:lnTo>
                  <a:lnTo>
                    <a:pt x="31989" y="9774"/>
                  </a:lnTo>
                  <a:lnTo>
                    <a:pt x="33194" y="11213"/>
                  </a:lnTo>
                  <a:lnTo>
                    <a:pt x="33921" y="12081"/>
                  </a:lnTo>
                  <a:lnTo>
                    <a:pt x="36339" y="14961"/>
                  </a:lnTo>
                  <a:lnTo>
                    <a:pt x="43537" y="22847"/>
                  </a:lnTo>
                  <a:lnTo>
                    <a:pt x="46790" y="26630"/>
                  </a:lnTo>
                  <a:lnTo>
                    <a:pt x="50533" y="30983"/>
                  </a:lnTo>
                  <a:lnTo>
                    <a:pt x="51319" y="31897"/>
                  </a:lnTo>
                  <a:lnTo>
                    <a:pt x="51966" y="32650"/>
                  </a:lnTo>
                  <a:lnTo>
                    <a:pt x="50577" y="39892"/>
                  </a:lnTo>
                  <a:lnTo>
                    <a:pt x="51788" y="41207"/>
                  </a:lnTo>
                  <a:lnTo>
                    <a:pt x="57032" y="46898"/>
                  </a:lnTo>
                  <a:lnTo>
                    <a:pt x="60147" y="50280"/>
                  </a:lnTo>
                  <a:lnTo>
                    <a:pt x="63175" y="53396"/>
                  </a:lnTo>
                  <a:lnTo>
                    <a:pt x="63149" y="53918"/>
                  </a:lnTo>
                  <a:lnTo>
                    <a:pt x="62915" y="54134"/>
                  </a:lnTo>
                  <a:lnTo>
                    <a:pt x="58860" y="57879"/>
                  </a:lnTo>
                  <a:lnTo>
                    <a:pt x="59791" y="58953"/>
                  </a:lnTo>
                  <a:lnTo>
                    <a:pt x="59624" y="59144"/>
                  </a:lnTo>
                  <a:lnTo>
                    <a:pt x="58240" y="60830"/>
                  </a:lnTo>
                  <a:lnTo>
                    <a:pt x="56626" y="62580"/>
                  </a:lnTo>
                  <a:lnTo>
                    <a:pt x="56312" y="62914"/>
                  </a:lnTo>
                  <a:lnTo>
                    <a:pt x="55845" y="63412"/>
                  </a:lnTo>
                  <a:lnTo>
                    <a:pt x="55643" y="63607"/>
                  </a:lnTo>
                  <a:lnTo>
                    <a:pt x="54920" y="64306"/>
                  </a:lnTo>
                  <a:lnTo>
                    <a:pt x="53876" y="65440"/>
                  </a:lnTo>
                  <a:lnTo>
                    <a:pt x="52200" y="67247"/>
                  </a:lnTo>
                  <a:lnTo>
                    <a:pt x="51968" y="67497"/>
                  </a:lnTo>
                  <a:lnTo>
                    <a:pt x="51440" y="67982"/>
                  </a:lnTo>
                  <a:lnTo>
                    <a:pt x="50507" y="68839"/>
                  </a:lnTo>
                  <a:lnTo>
                    <a:pt x="48679" y="70453"/>
                  </a:lnTo>
                  <a:lnTo>
                    <a:pt x="48085" y="70976"/>
                  </a:lnTo>
                  <a:lnTo>
                    <a:pt x="45249" y="73419"/>
                  </a:lnTo>
                  <a:lnTo>
                    <a:pt x="44664" y="73923"/>
                  </a:lnTo>
                  <a:lnTo>
                    <a:pt x="44465" y="74100"/>
                  </a:lnTo>
                  <a:lnTo>
                    <a:pt x="42234" y="76078"/>
                  </a:lnTo>
                  <a:lnTo>
                    <a:pt x="42043" y="76248"/>
                  </a:lnTo>
                  <a:lnTo>
                    <a:pt x="41307" y="76902"/>
                  </a:lnTo>
                  <a:lnTo>
                    <a:pt x="39587" y="78429"/>
                  </a:lnTo>
                  <a:lnTo>
                    <a:pt x="38906" y="79035"/>
                  </a:lnTo>
                  <a:lnTo>
                    <a:pt x="36594" y="81087"/>
                  </a:lnTo>
                  <a:lnTo>
                    <a:pt x="35358" y="79746"/>
                  </a:lnTo>
                  <a:lnTo>
                    <a:pt x="35150" y="79521"/>
                  </a:lnTo>
                  <a:lnTo>
                    <a:pt x="34705" y="79035"/>
                  </a:lnTo>
                  <a:lnTo>
                    <a:pt x="34392" y="78693"/>
                  </a:lnTo>
                  <a:lnTo>
                    <a:pt x="33535" y="77758"/>
                  </a:lnTo>
                  <a:lnTo>
                    <a:pt x="32241" y="77744"/>
                  </a:lnTo>
                  <a:lnTo>
                    <a:pt x="30498" y="77725"/>
                  </a:lnTo>
                  <a:lnTo>
                    <a:pt x="29109" y="79035"/>
                  </a:lnTo>
                  <a:lnTo>
                    <a:pt x="28562" y="79549"/>
                  </a:lnTo>
                  <a:lnTo>
                    <a:pt x="27598" y="80452"/>
                  </a:lnTo>
                  <a:lnTo>
                    <a:pt x="27073" y="80916"/>
                  </a:lnTo>
                  <a:lnTo>
                    <a:pt x="21135" y="85719"/>
                  </a:lnTo>
                  <a:lnTo>
                    <a:pt x="20677" y="86089"/>
                  </a:lnTo>
                  <a:lnTo>
                    <a:pt x="18876" y="87546"/>
                  </a:lnTo>
                  <a:lnTo>
                    <a:pt x="18471" y="87879"/>
                  </a:lnTo>
                  <a:lnTo>
                    <a:pt x="17274" y="88866"/>
                  </a:lnTo>
                  <a:lnTo>
                    <a:pt x="17017" y="89077"/>
                  </a:lnTo>
                  <a:lnTo>
                    <a:pt x="13176" y="92241"/>
                  </a:lnTo>
                  <a:lnTo>
                    <a:pt x="12879" y="92486"/>
                  </a:lnTo>
                  <a:lnTo>
                    <a:pt x="9523" y="88651"/>
                  </a:lnTo>
                  <a:lnTo>
                    <a:pt x="9050" y="88095"/>
                  </a:lnTo>
                  <a:lnTo>
                    <a:pt x="6848" y="85513"/>
                  </a:lnTo>
                  <a:lnTo>
                    <a:pt x="5755" y="84230"/>
                  </a:lnTo>
                  <a:lnTo>
                    <a:pt x="5559" y="83999"/>
                  </a:lnTo>
                  <a:lnTo>
                    <a:pt x="5975" y="83663"/>
                  </a:lnTo>
                  <a:lnTo>
                    <a:pt x="6698" y="83079"/>
                  </a:lnTo>
                  <a:lnTo>
                    <a:pt x="8063" y="81976"/>
                  </a:lnTo>
                  <a:lnTo>
                    <a:pt x="9762" y="80616"/>
                  </a:lnTo>
                  <a:lnTo>
                    <a:pt x="9917" y="80491"/>
                  </a:lnTo>
                  <a:lnTo>
                    <a:pt x="11606" y="79140"/>
                  </a:lnTo>
                  <a:lnTo>
                    <a:pt x="12639" y="78318"/>
                  </a:lnTo>
                  <a:lnTo>
                    <a:pt x="14568" y="76786"/>
                  </a:lnTo>
                  <a:lnTo>
                    <a:pt x="14267" y="76550"/>
                  </a:lnTo>
                  <a:lnTo>
                    <a:pt x="13072" y="75413"/>
                  </a:lnTo>
                  <a:lnTo>
                    <a:pt x="14651" y="73536"/>
                  </a:lnTo>
                  <a:lnTo>
                    <a:pt x="16057" y="71865"/>
                  </a:lnTo>
                  <a:lnTo>
                    <a:pt x="15894" y="71676"/>
                  </a:lnTo>
                  <a:lnTo>
                    <a:pt x="15542" y="71267"/>
                  </a:lnTo>
                  <a:lnTo>
                    <a:pt x="14842" y="70452"/>
                  </a:lnTo>
                  <a:lnTo>
                    <a:pt x="14649" y="70228"/>
                  </a:lnTo>
                  <a:lnTo>
                    <a:pt x="12777" y="68499"/>
                  </a:lnTo>
                  <a:lnTo>
                    <a:pt x="13682" y="67435"/>
                  </a:lnTo>
                  <a:lnTo>
                    <a:pt x="14494" y="66481"/>
                  </a:lnTo>
                  <a:lnTo>
                    <a:pt x="14726" y="66209"/>
                  </a:lnTo>
                  <a:lnTo>
                    <a:pt x="11591" y="63123"/>
                  </a:lnTo>
                  <a:lnTo>
                    <a:pt x="8563" y="60565"/>
                  </a:lnTo>
                  <a:lnTo>
                    <a:pt x="7328" y="59522"/>
                  </a:lnTo>
                  <a:lnTo>
                    <a:pt x="7553" y="59299"/>
                  </a:lnTo>
                  <a:lnTo>
                    <a:pt x="8553" y="57801"/>
                  </a:lnTo>
                  <a:lnTo>
                    <a:pt x="8758" y="57111"/>
                  </a:lnTo>
                  <a:lnTo>
                    <a:pt x="8898" y="56638"/>
                  </a:lnTo>
                  <a:lnTo>
                    <a:pt x="9012" y="56257"/>
                  </a:lnTo>
                  <a:lnTo>
                    <a:pt x="9330" y="55183"/>
                  </a:lnTo>
                  <a:lnTo>
                    <a:pt x="9531" y="54506"/>
                  </a:lnTo>
                  <a:lnTo>
                    <a:pt x="10154" y="52406"/>
                  </a:lnTo>
                  <a:lnTo>
                    <a:pt x="10226" y="52163"/>
                  </a:lnTo>
                  <a:lnTo>
                    <a:pt x="9024" y="50346"/>
                  </a:lnTo>
                  <a:lnTo>
                    <a:pt x="8263" y="49307"/>
                  </a:lnTo>
                  <a:lnTo>
                    <a:pt x="7043" y="50503"/>
                  </a:lnTo>
                  <a:lnTo>
                    <a:pt x="2964" y="4549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6" name="pg405"/>
            <p:cNvSpPr/>
            <p:nvPr/>
          </p:nvSpPr>
          <p:spPr>
            <a:xfrm>
              <a:off x="4366424" y="4651599"/>
              <a:ext cx="74326" cy="128066"/>
            </a:xfrm>
            <a:custGeom>
              <a:avLst/>
              <a:pathLst>
                <a:path w="74326" h="128066">
                  <a:moveTo>
                    <a:pt x="0" y="16248"/>
                  </a:moveTo>
                  <a:lnTo>
                    <a:pt x="1537" y="15550"/>
                  </a:lnTo>
                  <a:lnTo>
                    <a:pt x="6069" y="14357"/>
                  </a:lnTo>
                  <a:lnTo>
                    <a:pt x="9051" y="13164"/>
                  </a:lnTo>
                  <a:lnTo>
                    <a:pt x="19071" y="9824"/>
                  </a:lnTo>
                  <a:lnTo>
                    <a:pt x="25512" y="5649"/>
                  </a:lnTo>
                  <a:lnTo>
                    <a:pt x="28136" y="3025"/>
                  </a:lnTo>
                  <a:lnTo>
                    <a:pt x="30063" y="0"/>
                  </a:lnTo>
                  <a:lnTo>
                    <a:pt x="33027" y="2503"/>
                  </a:lnTo>
                  <a:lnTo>
                    <a:pt x="37106" y="7513"/>
                  </a:lnTo>
                  <a:lnTo>
                    <a:pt x="38326" y="6317"/>
                  </a:lnTo>
                  <a:lnTo>
                    <a:pt x="39087" y="7356"/>
                  </a:lnTo>
                  <a:lnTo>
                    <a:pt x="40290" y="9173"/>
                  </a:lnTo>
                  <a:lnTo>
                    <a:pt x="40186" y="9521"/>
                  </a:lnTo>
                  <a:lnTo>
                    <a:pt x="39594" y="11516"/>
                  </a:lnTo>
                  <a:lnTo>
                    <a:pt x="39393" y="12193"/>
                  </a:lnTo>
                  <a:lnTo>
                    <a:pt x="39075" y="13267"/>
                  </a:lnTo>
                  <a:lnTo>
                    <a:pt x="38961" y="13648"/>
                  </a:lnTo>
                  <a:lnTo>
                    <a:pt x="38791" y="14224"/>
                  </a:lnTo>
                  <a:lnTo>
                    <a:pt x="38616" y="14811"/>
                  </a:lnTo>
                  <a:lnTo>
                    <a:pt x="37531" y="16394"/>
                  </a:lnTo>
                  <a:lnTo>
                    <a:pt x="37391" y="16532"/>
                  </a:lnTo>
                  <a:lnTo>
                    <a:pt x="38626" y="17575"/>
                  </a:lnTo>
                  <a:lnTo>
                    <a:pt x="41654" y="20133"/>
                  </a:lnTo>
                  <a:lnTo>
                    <a:pt x="44726" y="23292"/>
                  </a:lnTo>
                  <a:lnTo>
                    <a:pt x="44557" y="23491"/>
                  </a:lnTo>
                  <a:lnTo>
                    <a:pt x="43745" y="24445"/>
                  </a:lnTo>
                  <a:lnTo>
                    <a:pt x="42855" y="25523"/>
                  </a:lnTo>
                  <a:lnTo>
                    <a:pt x="44712" y="27238"/>
                  </a:lnTo>
                  <a:lnTo>
                    <a:pt x="44905" y="27462"/>
                  </a:lnTo>
                  <a:lnTo>
                    <a:pt x="45606" y="28277"/>
                  </a:lnTo>
                  <a:lnTo>
                    <a:pt x="45957" y="28686"/>
                  </a:lnTo>
                  <a:lnTo>
                    <a:pt x="46120" y="28876"/>
                  </a:lnTo>
                  <a:lnTo>
                    <a:pt x="44714" y="30546"/>
                  </a:lnTo>
                  <a:lnTo>
                    <a:pt x="43135" y="32423"/>
                  </a:lnTo>
                  <a:lnTo>
                    <a:pt x="44330" y="33561"/>
                  </a:lnTo>
                  <a:lnTo>
                    <a:pt x="44632" y="33796"/>
                  </a:lnTo>
                  <a:lnTo>
                    <a:pt x="42702" y="35329"/>
                  </a:lnTo>
                  <a:lnTo>
                    <a:pt x="41669" y="36150"/>
                  </a:lnTo>
                  <a:lnTo>
                    <a:pt x="39980" y="37501"/>
                  </a:lnTo>
                  <a:lnTo>
                    <a:pt x="39825" y="37626"/>
                  </a:lnTo>
                  <a:lnTo>
                    <a:pt x="38126" y="38986"/>
                  </a:lnTo>
                  <a:lnTo>
                    <a:pt x="36761" y="40089"/>
                  </a:lnTo>
                  <a:lnTo>
                    <a:pt x="36038" y="40673"/>
                  </a:lnTo>
                  <a:lnTo>
                    <a:pt x="35621" y="41010"/>
                  </a:lnTo>
                  <a:lnTo>
                    <a:pt x="35867" y="41298"/>
                  </a:lnTo>
                  <a:lnTo>
                    <a:pt x="36911" y="42523"/>
                  </a:lnTo>
                  <a:lnTo>
                    <a:pt x="39113" y="45105"/>
                  </a:lnTo>
                  <a:lnTo>
                    <a:pt x="39586" y="45661"/>
                  </a:lnTo>
                  <a:lnTo>
                    <a:pt x="42942" y="49496"/>
                  </a:lnTo>
                  <a:lnTo>
                    <a:pt x="40369" y="52022"/>
                  </a:lnTo>
                  <a:lnTo>
                    <a:pt x="39258" y="53113"/>
                  </a:lnTo>
                  <a:lnTo>
                    <a:pt x="39101" y="53246"/>
                  </a:lnTo>
                  <a:lnTo>
                    <a:pt x="36816" y="55190"/>
                  </a:lnTo>
                  <a:lnTo>
                    <a:pt x="36165" y="55743"/>
                  </a:lnTo>
                  <a:lnTo>
                    <a:pt x="33218" y="58312"/>
                  </a:lnTo>
                  <a:lnTo>
                    <a:pt x="29042" y="61952"/>
                  </a:lnTo>
                  <a:lnTo>
                    <a:pt x="28723" y="62231"/>
                  </a:lnTo>
                  <a:lnTo>
                    <a:pt x="29037" y="62598"/>
                  </a:lnTo>
                  <a:lnTo>
                    <a:pt x="29215" y="62793"/>
                  </a:lnTo>
                  <a:lnTo>
                    <a:pt x="31139" y="64887"/>
                  </a:lnTo>
                  <a:lnTo>
                    <a:pt x="32448" y="66312"/>
                  </a:lnTo>
                  <a:lnTo>
                    <a:pt x="32988" y="66898"/>
                  </a:lnTo>
                  <a:lnTo>
                    <a:pt x="33271" y="67200"/>
                  </a:lnTo>
                  <a:lnTo>
                    <a:pt x="33894" y="67897"/>
                  </a:lnTo>
                  <a:lnTo>
                    <a:pt x="36246" y="70531"/>
                  </a:lnTo>
                  <a:lnTo>
                    <a:pt x="36928" y="71295"/>
                  </a:lnTo>
                  <a:lnTo>
                    <a:pt x="37359" y="71777"/>
                  </a:lnTo>
                  <a:lnTo>
                    <a:pt x="40044" y="74755"/>
                  </a:lnTo>
                  <a:lnTo>
                    <a:pt x="40961" y="75772"/>
                  </a:lnTo>
                  <a:lnTo>
                    <a:pt x="41275" y="76110"/>
                  </a:lnTo>
                  <a:lnTo>
                    <a:pt x="44455" y="79615"/>
                  </a:lnTo>
                  <a:lnTo>
                    <a:pt x="44641" y="79821"/>
                  </a:lnTo>
                  <a:lnTo>
                    <a:pt x="44775" y="79968"/>
                  </a:lnTo>
                  <a:lnTo>
                    <a:pt x="45094" y="80320"/>
                  </a:lnTo>
                  <a:lnTo>
                    <a:pt x="46545" y="82037"/>
                  </a:lnTo>
                  <a:lnTo>
                    <a:pt x="46831" y="82376"/>
                  </a:lnTo>
                  <a:lnTo>
                    <a:pt x="48636" y="84452"/>
                  </a:lnTo>
                  <a:lnTo>
                    <a:pt x="49108" y="84995"/>
                  </a:lnTo>
                  <a:lnTo>
                    <a:pt x="52019" y="88546"/>
                  </a:lnTo>
                  <a:lnTo>
                    <a:pt x="52559" y="89205"/>
                  </a:lnTo>
                  <a:lnTo>
                    <a:pt x="52706" y="89351"/>
                  </a:lnTo>
                  <a:lnTo>
                    <a:pt x="55767" y="92809"/>
                  </a:lnTo>
                  <a:lnTo>
                    <a:pt x="56098" y="93183"/>
                  </a:lnTo>
                  <a:lnTo>
                    <a:pt x="56330" y="93445"/>
                  </a:lnTo>
                  <a:lnTo>
                    <a:pt x="56671" y="93831"/>
                  </a:lnTo>
                  <a:lnTo>
                    <a:pt x="56952" y="94148"/>
                  </a:lnTo>
                  <a:lnTo>
                    <a:pt x="60294" y="97918"/>
                  </a:lnTo>
                  <a:lnTo>
                    <a:pt x="61444" y="96890"/>
                  </a:lnTo>
                  <a:lnTo>
                    <a:pt x="64955" y="100735"/>
                  </a:lnTo>
                  <a:lnTo>
                    <a:pt x="66003" y="101740"/>
                  </a:lnTo>
                  <a:lnTo>
                    <a:pt x="69571" y="105162"/>
                  </a:lnTo>
                  <a:lnTo>
                    <a:pt x="71360" y="106627"/>
                  </a:lnTo>
                  <a:lnTo>
                    <a:pt x="74204" y="108958"/>
                  </a:lnTo>
                  <a:lnTo>
                    <a:pt x="74326" y="109164"/>
                  </a:lnTo>
                  <a:lnTo>
                    <a:pt x="68492" y="116579"/>
                  </a:lnTo>
                  <a:lnTo>
                    <a:pt x="68188" y="116965"/>
                  </a:lnTo>
                  <a:lnTo>
                    <a:pt x="67448" y="117905"/>
                  </a:lnTo>
                  <a:lnTo>
                    <a:pt x="67009" y="118464"/>
                  </a:lnTo>
                  <a:lnTo>
                    <a:pt x="65104" y="120885"/>
                  </a:lnTo>
                  <a:lnTo>
                    <a:pt x="64943" y="121090"/>
                  </a:lnTo>
                  <a:lnTo>
                    <a:pt x="60271" y="127028"/>
                  </a:lnTo>
                  <a:lnTo>
                    <a:pt x="59454" y="128066"/>
                  </a:lnTo>
                  <a:lnTo>
                    <a:pt x="58849" y="127657"/>
                  </a:lnTo>
                  <a:lnTo>
                    <a:pt x="58238" y="127168"/>
                  </a:lnTo>
                  <a:lnTo>
                    <a:pt x="57356" y="126483"/>
                  </a:lnTo>
                  <a:lnTo>
                    <a:pt x="56965" y="126213"/>
                  </a:lnTo>
                  <a:lnTo>
                    <a:pt x="55912" y="125357"/>
                  </a:lnTo>
                  <a:lnTo>
                    <a:pt x="55668" y="125185"/>
                  </a:lnTo>
                  <a:lnTo>
                    <a:pt x="55056" y="124720"/>
                  </a:lnTo>
                  <a:lnTo>
                    <a:pt x="54125" y="124084"/>
                  </a:lnTo>
                  <a:lnTo>
                    <a:pt x="53448" y="123438"/>
                  </a:lnTo>
                  <a:lnTo>
                    <a:pt x="52088" y="122317"/>
                  </a:lnTo>
                  <a:lnTo>
                    <a:pt x="51905" y="122186"/>
                  </a:lnTo>
                  <a:lnTo>
                    <a:pt x="50752" y="121363"/>
                  </a:lnTo>
                  <a:lnTo>
                    <a:pt x="50465" y="121108"/>
                  </a:lnTo>
                  <a:lnTo>
                    <a:pt x="49917" y="120623"/>
                  </a:lnTo>
                  <a:lnTo>
                    <a:pt x="49308" y="119997"/>
                  </a:lnTo>
                  <a:lnTo>
                    <a:pt x="49035" y="119717"/>
                  </a:lnTo>
                  <a:lnTo>
                    <a:pt x="48271" y="118882"/>
                  </a:lnTo>
                  <a:lnTo>
                    <a:pt x="47365" y="117784"/>
                  </a:lnTo>
                  <a:lnTo>
                    <a:pt x="47199" y="117667"/>
                  </a:lnTo>
                  <a:lnTo>
                    <a:pt x="46685" y="117304"/>
                  </a:lnTo>
                  <a:lnTo>
                    <a:pt x="46211" y="116621"/>
                  </a:lnTo>
                  <a:lnTo>
                    <a:pt x="45852" y="116104"/>
                  </a:lnTo>
                  <a:lnTo>
                    <a:pt x="45485" y="115590"/>
                  </a:lnTo>
                  <a:lnTo>
                    <a:pt x="44506" y="113853"/>
                  </a:lnTo>
                  <a:lnTo>
                    <a:pt x="44157" y="113168"/>
                  </a:lnTo>
                  <a:lnTo>
                    <a:pt x="44009" y="112879"/>
                  </a:lnTo>
                  <a:lnTo>
                    <a:pt x="43919" y="112702"/>
                  </a:lnTo>
                  <a:lnTo>
                    <a:pt x="43020" y="113500"/>
                  </a:lnTo>
                  <a:lnTo>
                    <a:pt x="42521" y="113944"/>
                  </a:lnTo>
                  <a:lnTo>
                    <a:pt x="40639" y="115615"/>
                  </a:lnTo>
                  <a:lnTo>
                    <a:pt x="40310" y="115226"/>
                  </a:lnTo>
                  <a:lnTo>
                    <a:pt x="40151" y="115038"/>
                  </a:lnTo>
                  <a:lnTo>
                    <a:pt x="39671" y="114469"/>
                  </a:lnTo>
                  <a:lnTo>
                    <a:pt x="39227" y="113944"/>
                  </a:lnTo>
                  <a:lnTo>
                    <a:pt x="37041" y="111356"/>
                  </a:lnTo>
                  <a:lnTo>
                    <a:pt x="36378" y="110604"/>
                  </a:lnTo>
                  <a:lnTo>
                    <a:pt x="36193" y="110393"/>
                  </a:lnTo>
                  <a:lnTo>
                    <a:pt x="32510" y="106211"/>
                  </a:lnTo>
                  <a:lnTo>
                    <a:pt x="32374" y="106056"/>
                  </a:lnTo>
                  <a:lnTo>
                    <a:pt x="31158" y="104676"/>
                  </a:lnTo>
                  <a:lnTo>
                    <a:pt x="29390" y="102668"/>
                  </a:lnTo>
                  <a:lnTo>
                    <a:pt x="28218" y="101423"/>
                  </a:lnTo>
                  <a:lnTo>
                    <a:pt x="29298" y="100457"/>
                  </a:lnTo>
                  <a:lnTo>
                    <a:pt x="25223" y="95964"/>
                  </a:lnTo>
                  <a:lnTo>
                    <a:pt x="24815" y="95514"/>
                  </a:lnTo>
                  <a:lnTo>
                    <a:pt x="23221" y="93756"/>
                  </a:lnTo>
                  <a:lnTo>
                    <a:pt x="21867" y="92263"/>
                  </a:lnTo>
                  <a:lnTo>
                    <a:pt x="21648" y="92015"/>
                  </a:lnTo>
                  <a:lnTo>
                    <a:pt x="21527" y="91879"/>
                  </a:lnTo>
                  <a:lnTo>
                    <a:pt x="21293" y="91616"/>
                  </a:lnTo>
                  <a:lnTo>
                    <a:pt x="17585" y="87431"/>
                  </a:lnTo>
                  <a:lnTo>
                    <a:pt x="13755" y="83109"/>
                  </a:lnTo>
                  <a:lnTo>
                    <a:pt x="13472" y="82790"/>
                  </a:lnTo>
                  <a:lnTo>
                    <a:pt x="9887" y="78744"/>
                  </a:lnTo>
                  <a:lnTo>
                    <a:pt x="10122" y="78447"/>
                  </a:lnTo>
                  <a:lnTo>
                    <a:pt x="11060" y="77259"/>
                  </a:lnTo>
                  <a:lnTo>
                    <a:pt x="12382" y="75814"/>
                  </a:lnTo>
                  <a:lnTo>
                    <a:pt x="12511" y="74841"/>
                  </a:lnTo>
                  <a:lnTo>
                    <a:pt x="12567" y="74417"/>
                  </a:lnTo>
                  <a:lnTo>
                    <a:pt x="12844" y="72323"/>
                  </a:lnTo>
                  <a:lnTo>
                    <a:pt x="12909" y="71832"/>
                  </a:lnTo>
                  <a:lnTo>
                    <a:pt x="12939" y="71223"/>
                  </a:lnTo>
                  <a:lnTo>
                    <a:pt x="12997" y="70023"/>
                  </a:lnTo>
                  <a:lnTo>
                    <a:pt x="13045" y="68496"/>
                  </a:lnTo>
                  <a:lnTo>
                    <a:pt x="13121" y="67722"/>
                  </a:lnTo>
                  <a:lnTo>
                    <a:pt x="13353" y="65373"/>
                  </a:lnTo>
                  <a:lnTo>
                    <a:pt x="13637" y="62498"/>
                  </a:lnTo>
                  <a:lnTo>
                    <a:pt x="13654" y="62328"/>
                  </a:lnTo>
                  <a:lnTo>
                    <a:pt x="13698" y="61955"/>
                  </a:lnTo>
                  <a:lnTo>
                    <a:pt x="13923" y="60083"/>
                  </a:lnTo>
                  <a:lnTo>
                    <a:pt x="13773" y="59327"/>
                  </a:lnTo>
                  <a:lnTo>
                    <a:pt x="13697" y="58933"/>
                  </a:lnTo>
                  <a:lnTo>
                    <a:pt x="13387" y="57325"/>
                  </a:lnTo>
                  <a:lnTo>
                    <a:pt x="12755" y="54054"/>
                  </a:lnTo>
                  <a:lnTo>
                    <a:pt x="12311" y="51751"/>
                  </a:lnTo>
                  <a:lnTo>
                    <a:pt x="12240" y="51381"/>
                  </a:lnTo>
                  <a:lnTo>
                    <a:pt x="11750" y="48841"/>
                  </a:lnTo>
                  <a:lnTo>
                    <a:pt x="11697" y="48568"/>
                  </a:lnTo>
                  <a:lnTo>
                    <a:pt x="11245" y="46226"/>
                  </a:lnTo>
                  <a:lnTo>
                    <a:pt x="10631" y="43044"/>
                  </a:lnTo>
                  <a:lnTo>
                    <a:pt x="10514" y="42439"/>
                  </a:lnTo>
                  <a:lnTo>
                    <a:pt x="10386" y="42234"/>
                  </a:lnTo>
                  <a:lnTo>
                    <a:pt x="9921" y="41573"/>
                  </a:lnTo>
                  <a:lnTo>
                    <a:pt x="9309" y="40735"/>
                  </a:lnTo>
                  <a:lnTo>
                    <a:pt x="9166" y="40539"/>
                  </a:lnTo>
                  <a:lnTo>
                    <a:pt x="8952" y="40245"/>
                  </a:lnTo>
                  <a:lnTo>
                    <a:pt x="6690" y="37143"/>
                  </a:lnTo>
                  <a:lnTo>
                    <a:pt x="6580" y="37002"/>
                  </a:lnTo>
                  <a:lnTo>
                    <a:pt x="6155" y="36458"/>
                  </a:lnTo>
                  <a:lnTo>
                    <a:pt x="4814" y="34742"/>
                  </a:lnTo>
                  <a:lnTo>
                    <a:pt x="3454" y="33001"/>
                  </a:lnTo>
                  <a:lnTo>
                    <a:pt x="2734" y="32022"/>
                  </a:lnTo>
                  <a:lnTo>
                    <a:pt x="2569" y="31430"/>
                  </a:lnTo>
                  <a:lnTo>
                    <a:pt x="1919" y="29091"/>
                  </a:lnTo>
                  <a:lnTo>
                    <a:pt x="1882" y="28957"/>
                  </a:lnTo>
                  <a:lnTo>
                    <a:pt x="1493" y="26798"/>
                  </a:lnTo>
                  <a:lnTo>
                    <a:pt x="1326" y="25872"/>
                  </a:lnTo>
                  <a:lnTo>
                    <a:pt x="1196" y="25151"/>
                  </a:lnTo>
                  <a:lnTo>
                    <a:pt x="3914" y="22911"/>
                  </a:lnTo>
                  <a:lnTo>
                    <a:pt x="5255" y="21807"/>
                  </a:lnTo>
                  <a:lnTo>
                    <a:pt x="5835" y="21118"/>
                  </a:lnTo>
                  <a:lnTo>
                    <a:pt x="5199" y="20325"/>
                  </a:lnTo>
                  <a:lnTo>
                    <a:pt x="4841" y="19878"/>
                  </a:lnTo>
                  <a:lnTo>
                    <a:pt x="3999" y="18919"/>
                  </a:lnTo>
                  <a:lnTo>
                    <a:pt x="3131" y="18521"/>
                  </a:lnTo>
                  <a:lnTo>
                    <a:pt x="2868" y="18400"/>
                  </a:lnTo>
                  <a:lnTo>
                    <a:pt x="2680" y="18314"/>
                  </a:lnTo>
                  <a:lnTo>
                    <a:pt x="2480" y="1822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7" name="pg406"/>
            <p:cNvSpPr/>
            <p:nvPr/>
          </p:nvSpPr>
          <p:spPr>
            <a:xfrm>
              <a:off x="4330033" y="4667848"/>
              <a:ext cx="50314" cy="95147"/>
            </a:xfrm>
            <a:custGeom>
              <a:avLst/>
              <a:pathLst>
                <a:path w="50314" h="95147">
                  <a:moveTo>
                    <a:pt x="28604" y="93562"/>
                  </a:moveTo>
                  <a:lnTo>
                    <a:pt x="26828" y="95147"/>
                  </a:lnTo>
                  <a:lnTo>
                    <a:pt x="26616" y="94933"/>
                  </a:lnTo>
                  <a:lnTo>
                    <a:pt x="26349" y="94664"/>
                  </a:lnTo>
                  <a:lnTo>
                    <a:pt x="24421" y="92716"/>
                  </a:lnTo>
                  <a:lnTo>
                    <a:pt x="22937" y="91215"/>
                  </a:lnTo>
                  <a:lnTo>
                    <a:pt x="22315" y="90529"/>
                  </a:lnTo>
                  <a:lnTo>
                    <a:pt x="21377" y="89494"/>
                  </a:lnTo>
                  <a:lnTo>
                    <a:pt x="20311" y="88318"/>
                  </a:lnTo>
                  <a:lnTo>
                    <a:pt x="19756" y="87705"/>
                  </a:lnTo>
                  <a:lnTo>
                    <a:pt x="19632" y="87568"/>
                  </a:lnTo>
                  <a:lnTo>
                    <a:pt x="19094" y="86981"/>
                  </a:lnTo>
                  <a:lnTo>
                    <a:pt x="18679" y="86523"/>
                  </a:lnTo>
                  <a:lnTo>
                    <a:pt x="18336" y="86145"/>
                  </a:lnTo>
                  <a:lnTo>
                    <a:pt x="17576" y="85307"/>
                  </a:lnTo>
                  <a:lnTo>
                    <a:pt x="17136" y="84827"/>
                  </a:lnTo>
                  <a:lnTo>
                    <a:pt x="14982" y="82428"/>
                  </a:lnTo>
                  <a:lnTo>
                    <a:pt x="14800" y="82103"/>
                  </a:lnTo>
                  <a:lnTo>
                    <a:pt x="14602" y="81750"/>
                  </a:lnTo>
                  <a:lnTo>
                    <a:pt x="14125" y="80897"/>
                  </a:lnTo>
                  <a:lnTo>
                    <a:pt x="14020" y="79767"/>
                  </a:lnTo>
                  <a:lnTo>
                    <a:pt x="13957" y="78867"/>
                  </a:lnTo>
                  <a:lnTo>
                    <a:pt x="14155" y="76837"/>
                  </a:lnTo>
                  <a:lnTo>
                    <a:pt x="14189" y="76493"/>
                  </a:lnTo>
                  <a:lnTo>
                    <a:pt x="14225" y="76122"/>
                  </a:lnTo>
                  <a:lnTo>
                    <a:pt x="14558" y="72711"/>
                  </a:lnTo>
                  <a:lnTo>
                    <a:pt x="14817" y="70051"/>
                  </a:lnTo>
                  <a:lnTo>
                    <a:pt x="14937" y="68827"/>
                  </a:lnTo>
                  <a:lnTo>
                    <a:pt x="15242" y="65698"/>
                  </a:lnTo>
                  <a:lnTo>
                    <a:pt x="15273" y="65387"/>
                  </a:lnTo>
                  <a:lnTo>
                    <a:pt x="15296" y="65152"/>
                  </a:lnTo>
                  <a:lnTo>
                    <a:pt x="15627" y="61752"/>
                  </a:lnTo>
                  <a:lnTo>
                    <a:pt x="15701" y="61002"/>
                  </a:lnTo>
                  <a:lnTo>
                    <a:pt x="15779" y="60373"/>
                  </a:lnTo>
                  <a:lnTo>
                    <a:pt x="13096" y="60309"/>
                  </a:lnTo>
                  <a:lnTo>
                    <a:pt x="12952" y="60302"/>
                  </a:lnTo>
                  <a:lnTo>
                    <a:pt x="9699" y="60146"/>
                  </a:lnTo>
                  <a:lnTo>
                    <a:pt x="9793" y="58833"/>
                  </a:lnTo>
                  <a:lnTo>
                    <a:pt x="9853" y="58005"/>
                  </a:lnTo>
                  <a:lnTo>
                    <a:pt x="10094" y="54681"/>
                  </a:lnTo>
                  <a:lnTo>
                    <a:pt x="10503" y="49067"/>
                  </a:lnTo>
                  <a:lnTo>
                    <a:pt x="10529" y="48641"/>
                  </a:lnTo>
                  <a:lnTo>
                    <a:pt x="10593" y="47621"/>
                  </a:lnTo>
                  <a:lnTo>
                    <a:pt x="10847" y="43565"/>
                  </a:lnTo>
                  <a:lnTo>
                    <a:pt x="10877" y="43080"/>
                  </a:lnTo>
                  <a:lnTo>
                    <a:pt x="11003" y="41054"/>
                  </a:lnTo>
                  <a:lnTo>
                    <a:pt x="11135" y="38950"/>
                  </a:lnTo>
                  <a:lnTo>
                    <a:pt x="11159" y="38563"/>
                  </a:lnTo>
                  <a:lnTo>
                    <a:pt x="11215" y="37678"/>
                  </a:lnTo>
                  <a:lnTo>
                    <a:pt x="11352" y="35482"/>
                  </a:lnTo>
                  <a:lnTo>
                    <a:pt x="11306" y="34366"/>
                  </a:lnTo>
                  <a:lnTo>
                    <a:pt x="11297" y="33833"/>
                  </a:lnTo>
                  <a:lnTo>
                    <a:pt x="11256" y="31571"/>
                  </a:lnTo>
                  <a:lnTo>
                    <a:pt x="11209" y="29002"/>
                  </a:lnTo>
                  <a:lnTo>
                    <a:pt x="11203" y="28661"/>
                  </a:lnTo>
                  <a:lnTo>
                    <a:pt x="4324" y="28407"/>
                  </a:lnTo>
                  <a:lnTo>
                    <a:pt x="5020" y="25202"/>
                  </a:lnTo>
                  <a:lnTo>
                    <a:pt x="4234" y="24467"/>
                  </a:lnTo>
                  <a:lnTo>
                    <a:pt x="3692" y="23961"/>
                  </a:lnTo>
                  <a:lnTo>
                    <a:pt x="3054" y="23365"/>
                  </a:lnTo>
                  <a:lnTo>
                    <a:pt x="2435" y="23017"/>
                  </a:lnTo>
                  <a:lnTo>
                    <a:pt x="0" y="21230"/>
                  </a:lnTo>
                  <a:lnTo>
                    <a:pt x="3400" y="18849"/>
                  </a:lnTo>
                  <a:lnTo>
                    <a:pt x="4019" y="18133"/>
                  </a:lnTo>
                  <a:lnTo>
                    <a:pt x="5956" y="16730"/>
                  </a:lnTo>
                  <a:lnTo>
                    <a:pt x="16744" y="11766"/>
                  </a:lnTo>
                  <a:lnTo>
                    <a:pt x="23751" y="7368"/>
                  </a:lnTo>
                  <a:lnTo>
                    <a:pt x="28895" y="3715"/>
                  </a:lnTo>
                  <a:lnTo>
                    <a:pt x="30227" y="2890"/>
                  </a:lnTo>
                  <a:lnTo>
                    <a:pt x="36391" y="0"/>
                  </a:lnTo>
                  <a:lnTo>
                    <a:pt x="38871" y="1974"/>
                  </a:lnTo>
                  <a:lnTo>
                    <a:pt x="39071" y="2065"/>
                  </a:lnTo>
                  <a:lnTo>
                    <a:pt x="39306" y="2173"/>
                  </a:lnTo>
                  <a:lnTo>
                    <a:pt x="39522" y="2272"/>
                  </a:lnTo>
                  <a:lnTo>
                    <a:pt x="40390" y="2670"/>
                  </a:lnTo>
                  <a:lnTo>
                    <a:pt x="41312" y="3728"/>
                  </a:lnTo>
                  <a:lnTo>
                    <a:pt x="41591" y="4076"/>
                  </a:lnTo>
                  <a:lnTo>
                    <a:pt x="42328" y="4996"/>
                  </a:lnTo>
                  <a:lnTo>
                    <a:pt x="41646" y="5558"/>
                  </a:lnTo>
                  <a:lnTo>
                    <a:pt x="40306" y="6663"/>
                  </a:lnTo>
                  <a:lnTo>
                    <a:pt x="37587" y="8903"/>
                  </a:lnTo>
                  <a:lnTo>
                    <a:pt x="37717" y="9623"/>
                  </a:lnTo>
                  <a:lnTo>
                    <a:pt x="37884" y="10549"/>
                  </a:lnTo>
                  <a:lnTo>
                    <a:pt x="38273" y="12708"/>
                  </a:lnTo>
                  <a:lnTo>
                    <a:pt x="38311" y="12843"/>
                  </a:lnTo>
                  <a:lnTo>
                    <a:pt x="38960" y="15181"/>
                  </a:lnTo>
                  <a:lnTo>
                    <a:pt x="39149" y="15861"/>
                  </a:lnTo>
                  <a:lnTo>
                    <a:pt x="39845" y="16752"/>
                  </a:lnTo>
                  <a:lnTo>
                    <a:pt x="41205" y="18493"/>
                  </a:lnTo>
                  <a:lnTo>
                    <a:pt x="42546" y="20210"/>
                  </a:lnTo>
                  <a:lnTo>
                    <a:pt x="42971" y="20753"/>
                  </a:lnTo>
                  <a:lnTo>
                    <a:pt x="43081" y="20894"/>
                  </a:lnTo>
                  <a:lnTo>
                    <a:pt x="45343" y="23996"/>
                  </a:lnTo>
                  <a:lnTo>
                    <a:pt x="45558" y="24290"/>
                  </a:lnTo>
                  <a:lnTo>
                    <a:pt x="45700" y="24486"/>
                  </a:lnTo>
                  <a:lnTo>
                    <a:pt x="46312" y="25324"/>
                  </a:lnTo>
                  <a:lnTo>
                    <a:pt x="46777" y="25985"/>
                  </a:lnTo>
                  <a:lnTo>
                    <a:pt x="46905" y="26190"/>
                  </a:lnTo>
                  <a:lnTo>
                    <a:pt x="47022" y="26795"/>
                  </a:lnTo>
                  <a:lnTo>
                    <a:pt x="47636" y="29977"/>
                  </a:lnTo>
                  <a:lnTo>
                    <a:pt x="48088" y="32319"/>
                  </a:lnTo>
                  <a:lnTo>
                    <a:pt x="48141" y="32592"/>
                  </a:lnTo>
                  <a:lnTo>
                    <a:pt x="48631" y="35133"/>
                  </a:lnTo>
                  <a:lnTo>
                    <a:pt x="48702" y="35502"/>
                  </a:lnTo>
                  <a:lnTo>
                    <a:pt x="49147" y="37805"/>
                  </a:lnTo>
                  <a:lnTo>
                    <a:pt x="49787" y="41126"/>
                  </a:lnTo>
                  <a:lnTo>
                    <a:pt x="50088" y="42684"/>
                  </a:lnTo>
                  <a:lnTo>
                    <a:pt x="50164" y="43078"/>
                  </a:lnTo>
                  <a:lnTo>
                    <a:pt x="50314" y="43834"/>
                  </a:lnTo>
                  <a:lnTo>
                    <a:pt x="50089" y="45706"/>
                  </a:lnTo>
                  <a:lnTo>
                    <a:pt x="50045" y="46079"/>
                  </a:lnTo>
                  <a:lnTo>
                    <a:pt x="50028" y="46249"/>
                  </a:lnTo>
                  <a:lnTo>
                    <a:pt x="49744" y="49124"/>
                  </a:lnTo>
                  <a:lnTo>
                    <a:pt x="49508" y="51518"/>
                  </a:lnTo>
                  <a:lnTo>
                    <a:pt x="49436" y="52247"/>
                  </a:lnTo>
                  <a:lnTo>
                    <a:pt x="49388" y="53774"/>
                  </a:lnTo>
                  <a:lnTo>
                    <a:pt x="49330" y="54974"/>
                  </a:lnTo>
                  <a:lnTo>
                    <a:pt x="49300" y="55583"/>
                  </a:lnTo>
                  <a:lnTo>
                    <a:pt x="49235" y="56074"/>
                  </a:lnTo>
                  <a:lnTo>
                    <a:pt x="48958" y="58168"/>
                  </a:lnTo>
                  <a:lnTo>
                    <a:pt x="48902" y="58592"/>
                  </a:lnTo>
                  <a:lnTo>
                    <a:pt x="48763" y="59638"/>
                  </a:lnTo>
                  <a:lnTo>
                    <a:pt x="47451" y="61010"/>
                  </a:lnTo>
                  <a:lnTo>
                    <a:pt x="46514" y="62198"/>
                  </a:lnTo>
                  <a:lnTo>
                    <a:pt x="46279" y="62495"/>
                  </a:lnTo>
                  <a:lnTo>
                    <a:pt x="45619" y="63076"/>
                  </a:lnTo>
                  <a:lnTo>
                    <a:pt x="44900" y="64025"/>
                  </a:lnTo>
                  <a:lnTo>
                    <a:pt x="44704" y="64285"/>
                  </a:lnTo>
                  <a:lnTo>
                    <a:pt x="43486" y="66478"/>
                  </a:lnTo>
                  <a:lnTo>
                    <a:pt x="42024" y="68774"/>
                  </a:lnTo>
                  <a:lnTo>
                    <a:pt x="41318" y="70151"/>
                  </a:lnTo>
                  <a:lnTo>
                    <a:pt x="41130" y="70515"/>
                  </a:lnTo>
                  <a:lnTo>
                    <a:pt x="40991" y="70786"/>
                  </a:lnTo>
                  <a:lnTo>
                    <a:pt x="40657" y="71437"/>
                  </a:lnTo>
                  <a:lnTo>
                    <a:pt x="40411" y="71916"/>
                  </a:lnTo>
                  <a:lnTo>
                    <a:pt x="40009" y="72803"/>
                  </a:lnTo>
                  <a:lnTo>
                    <a:pt x="39637" y="73650"/>
                  </a:lnTo>
                  <a:lnTo>
                    <a:pt x="39251" y="74530"/>
                  </a:lnTo>
                  <a:lnTo>
                    <a:pt x="39173" y="74846"/>
                  </a:lnTo>
                  <a:lnTo>
                    <a:pt x="38714" y="76706"/>
                  </a:lnTo>
                  <a:lnTo>
                    <a:pt x="38623" y="77507"/>
                  </a:lnTo>
                  <a:lnTo>
                    <a:pt x="38542" y="78212"/>
                  </a:lnTo>
                  <a:lnTo>
                    <a:pt x="38400" y="79393"/>
                  </a:lnTo>
                  <a:lnTo>
                    <a:pt x="38348" y="79827"/>
                  </a:lnTo>
                  <a:lnTo>
                    <a:pt x="38331" y="79968"/>
                  </a:lnTo>
                  <a:lnTo>
                    <a:pt x="38275" y="80431"/>
                  </a:lnTo>
                  <a:lnTo>
                    <a:pt x="37826" y="81309"/>
                  </a:lnTo>
                  <a:lnTo>
                    <a:pt x="37584" y="82150"/>
                  </a:lnTo>
                  <a:lnTo>
                    <a:pt x="37369" y="82722"/>
                  </a:lnTo>
                  <a:lnTo>
                    <a:pt x="37191" y="83313"/>
                  </a:lnTo>
                  <a:lnTo>
                    <a:pt x="37029" y="83590"/>
                  </a:lnTo>
                  <a:lnTo>
                    <a:pt x="36931" y="84011"/>
                  </a:lnTo>
                  <a:lnTo>
                    <a:pt x="36672" y="84646"/>
                  </a:lnTo>
                  <a:lnTo>
                    <a:pt x="36439" y="85035"/>
                  </a:lnTo>
                  <a:lnTo>
                    <a:pt x="35911" y="86193"/>
                  </a:lnTo>
                  <a:lnTo>
                    <a:pt x="35774" y="86473"/>
                  </a:lnTo>
                  <a:lnTo>
                    <a:pt x="35226" y="87587"/>
                  </a:lnTo>
                  <a:lnTo>
                    <a:pt x="34723" y="88318"/>
                  </a:lnTo>
                  <a:lnTo>
                    <a:pt x="34584" y="88520"/>
                  </a:lnTo>
                  <a:lnTo>
                    <a:pt x="34022" y="88969"/>
                  </a:lnTo>
                  <a:lnTo>
                    <a:pt x="33279" y="89563"/>
                  </a:lnTo>
                  <a:lnTo>
                    <a:pt x="32478" y="90203"/>
                  </a:lnTo>
                  <a:lnTo>
                    <a:pt x="31423" y="9104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8" name="pg407"/>
            <p:cNvSpPr/>
            <p:nvPr/>
          </p:nvSpPr>
          <p:spPr>
            <a:xfrm>
              <a:off x="4290198" y="4689078"/>
              <a:ext cx="66632" cy="87361"/>
            </a:xfrm>
            <a:custGeom>
              <a:avLst/>
              <a:pathLst>
                <a:path w="66632" h="87361">
                  <a:moveTo>
                    <a:pt x="53865" y="58659"/>
                  </a:moveTo>
                  <a:lnTo>
                    <a:pt x="53960" y="59667"/>
                  </a:lnTo>
                  <a:lnTo>
                    <a:pt x="54527" y="60681"/>
                  </a:lnTo>
                  <a:lnTo>
                    <a:pt x="54634" y="60873"/>
                  </a:lnTo>
                  <a:lnTo>
                    <a:pt x="54816" y="61198"/>
                  </a:lnTo>
                  <a:lnTo>
                    <a:pt x="56970" y="63597"/>
                  </a:lnTo>
                  <a:lnTo>
                    <a:pt x="57509" y="64184"/>
                  </a:lnTo>
                  <a:lnTo>
                    <a:pt x="58171" y="64915"/>
                  </a:lnTo>
                  <a:lnTo>
                    <a:pt x="58513" y="65293"/>
                  </a:lnTo>
                  <a:lnTo>
                    <a:pt x="58928" y="65751"/>
                  </a:lnTo>
                  <a:lnTo>
                    <a:pt x="59467" y="66338"/>
                  </a:lnTo>
                  <a:lnTo>
                    <a:pt x="59590" y="66475"/>
                  </a:lnTo>
                  <a:lnTo>
                    <a:pt x="60146" y="67088"/>
                  </a:lnTo>
                  <a:lnTo>
                    <a:pt x="61212" y="68264"/>
                  </a:lnTo>
                  <a:lnTo>
                    <a:pt x="62149" y="69299"/>
                  </a:lnTo>
                  <a:lnTo>
                    <a:pt x="62771" y="69985"/>
                  </a:lnTo>
                  <a:lnTo>
                    <a:pt x="64256" y="71485"/>
                  </a:lnTo>
                  <a:lnTo>
                    <a:pt x="66184" y="73434"/>
                  </a:lnTo>
                  <a:lnTo>
                    <a:pt x="66450" y="73703"/>
                  </a:lnTo>
                  <a:lnTo>
                    <a:pt x="66632" y="73945"/>
                  </a:lnTo>
                  <a:lnTo>
                    <a:pt x="66505" y="74058"/>
                  </a:lnTo>
                  <a:lnTo>
                    <a:pt x="63622" y="76644"/>
                  </a:lnTo>
                  <a:lnTo>
                    <a:pt x="63388" y="76855"/>
                  </a:lnTo>
                  <a:lnTo>
                    <a:pt x="62676" y="77493"/>
                  </a:lnTo>
                  <a:lnTo>
                    <a:pt x="59830" y="79849"/>
                  </a:lnTo>
                  <a:lnTo>
                    <a:pt x="59510" y="79531"/>
                  </a:lnTo>
                  <a:lnTo>
                    <a:pt x="56116" y="76166"/>
                  </a:lnTo>
                  <a:lnTo>
                    <a:pt x="55698" y="75751"/>
                  </a:lnTo>
                  <a:lnTo>
                    <a:pt x="55136" y="75195"/>
                  </a:lnTo>
                  <a:lnTo>
                    <a:pt x="53140" y="77430"/>
                  </a:lnTo>
                  <a:lnTo>
                    <a:pt x="51234" y="79379"/>
                  </a:lnTo>
                  <a:lnTo>
                    <a:pt x="50745" y="79880"/>
                  </a:lnTo>
                  <a:lnTo>
                    <a:pt x="50313" y="80353"/>
                  </a:lnTo>
                  <a:lnTo>
                    <a:pt x="48957" y="81919"/>
                  </a:lnTo>
                  <a:lnTo>
                    <a:pt x="48262" y="82932"/>
                  </a:lnTo>
                  <a:lnTo>
                    <a:pt x="48035" y="83258"/>
                  </a:lnTo>
                  <a:lnTo>
                    <a:pt x="46577" y="85351"/>
                  </a:lnTo>
                  <a:lnTo>
                    <a:pt x="45828" y="86426"/>
                  </a:lnTo>
                  <a:lnTo>
                    <a:pt x="45171" y="87361"/>
                  </a:lnTo>
                  <a:lnTo>
                    <a:pt x="37680" y="83568"/>
                  </a:lnTo>
                  <a:lnTo>
                    <a:pt x="36835" y="83066"/>
                  </a:lnTo>
                  <a:lnTo>
                    <a:pt x="35496" y="82272"/>
                  </a:lnTo>
                  <a:lnTo>
                    <a:pt x="35050" y="82023"/>
                  </a:lnTo>
                  <a:lnTo>
                    <a:pt x="32647" y="80682"/>
                  </a:lnTo>
                  <a:lnTo>
                    <a:pt x="31398" y="79985"/>
                  </a:lnTo>
                  <a:lnTo>
                    <a:pt x="30701" y="79597"/>
                  </a:lnTo>
                  <a:lnTo>
                    <a:pt x="29861" y="79116"/>
                  </a:lnTo>
                  <a:lnTo>
                    <a:pt x="29657" y="78974"/>
                  </a:lnTo>
                  <a:lnTo>
                    <a:pt x="28399" y="78097"/>
                  </a:lnTo>
                  <a:lnTo>
                    <a:pt x="25883" y="76397"/>
                  </a:lnTo>
                  <a:lnTo>
                    <a:pt x="27099" y="72246"/>
                  </a:lnTo>
                  <a:lnTo>
                    <a:pt x="26581" y="71634"/>
                  </a:lnTo>
                  <a:lnTo>
                    <a:pt x="24518" y="69196"/>
                  </a:lnTo>
                  <a:lnTo>
                    <a:pt x="23994" y="68578"/>
                  </a:lnTo>
                  <a:lnTo>
                    <a:pt x="22814" y="67184"/>
                  </a:lnTo>
                  <a:lnTo>
                    <a:pt x="20303" y="64217"/>
                  </a:lnTo>
                  <a:lnTo>
                    <a:pt x="19893" y="63677"/>
                  </a:lnTo>
                  <a:lnTo>
                    <a:pt x="19423" y="63058"/>
                  </a:lnTo>
                  <a:lnTo>
                    <a:pt x="16602" y="59342"/>
                  </a:lnTo>
                  <a:lnTo>
                    <a:pt x="15650" y="59397"/>
                  </a:lnTo>
                  <a:lnTo>
                    <a:pt x="15439" y="59080"/>
                  </a:lnTo>
                  <a:lnTo>
                    <a:pt x="12376" y="54473"/>
                  </a:lnTo>
                  <a:lnTo>
                    <a:pt x="12086" y="54036"/>
                  </a:lnTo>
                  <a:lnTo>
                    <a:pt x="11814" y="53628"/>
                  </a:lnTo>
                  <a:lnTo>
                    <a:pt x="11305" y="52862"/>
                  </a:lnTo>
                  <a:lnTo>
                    <a:pt x="11057" y="52489"/>
                  </a:lnTo>
                  <a:lnTo>
                    <a:pt x="10496" y="51645"/>
                  </a:lnTo>
                  <a:lnTo>
                    <a:pt x="9781" y="50571"/>
                  </a:lnTo>
                  <a:lnTo>
                    <a:pt x="9516" y="50323"/>
                  </a:lnTo>
                  <a:lnTo>
                    <a:pt x="6619" y="47582"/>
                  </a:lnTo>
                  <a:lnTo>
                    <a:pt x="6309" y="47155"/>
                  </a:lnTo>
                  <a:lnTo>
                    <a:pt x="4051" y="44041"/>
                  </a:lnTo>
                  <a:lnTo>
                    <a:pt x="1189" y="40092"/>
                  </a:lnTo>
                  <a:lnTo>
                    <a:pt x="752" y="39367"/>
                  </a:lnTo>
                  <a:lnTo>
                    <a:pt x="552" y="39036"/>
                  </a:lnTo>
                  <a:lnTo>
                    <a:pt x="0" y="38056"/>
                  </a:lnTo>
                  <a:lnTo>
                    <a:pt x="1315" y="37745"/>
                  </a:lnTo>
                  <a:lnTo>
                    <a:pt x="2352" y="37501"/>
                  </a:lnTo>
                  <a:lnTo>
                    <a:pt x="2882" y="37376"/>
                  </a:lnTo>
                  <a:lnTo>
                    <a:pt x="6233" y="36586"/>
                  </a:lnTo>
                  <a:lnTo>
                    <a:pt x="8756" y="35991"/>
                  </a:lnTo>
                  <a:lnTo>
                    <a:pt x="10123" y="35668"/>
                  </a:lnTo>
                  <a:lnTo>
                    <a:pt x="10718" y="35528"/>
                  </a:lnTo>
                  <a:lnTo>
                    <a:pt x="11133" y="35430"/>
                  </a:lnTo>
                  <a:lnTo>
                    <a:pt x="12153" y="35214"/>
                  </a:lnTo>
                  <a:lnTo>
                    <a:pt x="12932" y="35050"/>
                  </a:lnTo>
                  <a:lnTo>
                    <a:pt x="13519" y="24933"/>
                  </a:lnTo>
                  <a:lnTo>
                    <a:pt x="13746" y="23240"/>
                  </a:lnTo>
                  <a:lnTo>
                    <a:pt x="14219" y="19708"/>
                  </a:lnTo>
                  <a:lnTo>
                    <a:pt x="14448" y="17998"/>
                  </a:lnTo>
                  <a:lnTo>
                    <a:pt x="14639" y="16575"/>
                  </a:lnTo>
                  <a:lnTo>
                    <a:pt x="14136" y="16094"/>
                  </a:lnTo>
                  <a:lnTo>
                    <a:pt x="13541" y="15527"/>
                  </a:lnTo>
                  <a:lnTo>
                    <a:pt x="17738" y="13199"/>
                  </a:lnTo>
                  <a:lnTo>
                    <a:pt x="19927" y="11497"/>
                  </a:lnTo>
                  <a:lnTo>
                    <a:pt x="23553" y="8875"/>
                  </a:lnTo>
                  <a:lnTo>
                    <a:pt x="27206" y="6639"/>
                  </a:lnTo>
                  <a:lnTo>
                    <a:pt x="30039" y="4999"/>
                  </a:lnTo>
                  <a:lnTo>
                    <a:pt x="35407" y="2539"/>
                  </a:lnTo>
                  <a:lnTo>
                    <a:pt x="39834" y="0"/>
                  </a:lnTo>
                  <a:lnTo>
                    <a:pt x="42269" y="1787"/>
                  </a:lnTo>
                  <a:lnTo>
                    <a:pt x="42888" y="2135"/>
                  </a:lnTo>
                  <a:lnTo>
                    <a:pt x="43527" y="2731"/>
                  </a:lnTo>
                  <a:lnTo>
                    <a:pt x="44068" y="3237"/>
                  </a:lnTo>
                  <a:lnTo>
                    <a:pt x="44854" y="3972"/>
                  </a:lnTo>
                  <a:lnTo>
                    <a:pt x="44159" y="7177"/>
                  </a:lnTo>
                  <a:lnTo>
                    <a:pt x="51037" y="7430"/>
                  </a:lnTo>
                  <a:lnTo>
                    <a:pt x="51044" y="7772"/>
                  </a:lnTo>
                  <a:lnTo>
                    <a:pt x="51090" y="10341"/>
                  </a:lnTo>
                  <a:lnTo>
                    <a:pt x="51131" y="12603"/>
                  </a:lnTo>
                  <a:lnTo>
                    <a:pt x="51141" y="13136"/>
                  </a:lnTo>
                  <a:lnTo>
                    <a:pt x="51186" y="14252"/>
                  </a:lnTo>
                  <a:lnTo>
                    <a:pt x="51049" y="16448"/>
                  </a:lnTo>
                  <a:lnTo>
                    <a:pt x="50994" y="17333"/>
                  </a:lnTo>
                  <a:lnTo>
                    <a:pt x="50970" y="17720"/>
                  </a:lnTo>
                  <a:lnTo>
                    <a:pt x="50838" y="19824"/>
                  </a:lnTo>
                  <a:lnTo>
                    <a:pt x="50711" y="21850"/>
                  </a:lnTo>
                  <a:lnTo>
                    <a:pt x="50681" y="22335"/>
                  </a:lnTo>
                  <a:lnTo>
                    <a:pt x="50428" y="26391"/>
                  </a:lnTo>
                  <a:lnTo>
                    <a:pt x="50364" y="27411"/>
                  </a:lnTo>
                  <a:lnTo>
                    <a:pt x="50337" y="27837"/>
                  </a:lnTo>
                  <a:lnTo>
                    <a:pt x="49929" y="33451"/>
                  </a:lnTo>
                  <a:lnTo>
                    <a:pt x="49687" y="36775"/>
                  </a:lnTo>
                  <a:lnTo>
                    <a:pt x="49623" y="37667"/>
                  </a:lnTo>
                  <a:lnTo>
                    <a:pt x="49533" y="38916"/>
                  </a:lnTo>
                  <a:lnTo>
                    <a:pt x="52787" y="39072"/>
                  </a:lnTo>
                  <a:lnTo>
                    <a:pt x="52930" y="39079"/>
                  </a:lnTo>
                  <a:lnTo>
                    <a:pt x="55614" y="39143"/>
                  </a:lnTo>
                  <a:lnTo>
                    <a:pt x="55535" y="39772"/>
                  </a:lnTo>
                  <a:lnTo>
                    <a:pt x="55462" y="40522"/>
                  </a:lnTo>
                  <a:lnTo>
                    <a:pt x="55130" y="43922"/>
                  </a:lnTo>
                  <a:lnTo>
                    <a:pt x="55107" y="44157"/>
                  </a:lnTo>
                  <a:lnTo>
                    <a:pt x="55077" y="44468"/>
                  </a:lnTo>
                  <a:lnTo>
                    <a:pt x="54772" y="47597"/>
                  </a:lnTo>
                  <a:lnTo>
                    <a:pt x="54652" y="48821"/>
                  </a:lnTo>
                  <a:lnTo>
                    <a:pt x="54393" y="51481"/>
                  </a:lnTo>
                  <a:lnTo>
                    <a:pt x="54060" y="54892"/>
                  </a:lnTo>
                  <a:lnTo>
                    <a:pt x="54024" y="55263"/>
                  </a:lnTo>
                  <a:lnTo>
                    <a:pt x="53990" y="55607"/>
                  </a:lnTo>
                  <a:lnTo>
                    <a:pt x="53781" y="5775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09" name="pg408"/>
            <p:cNvSpPr/>
            <p:nvPr/>
          </p:nvSpPr>
          <p:spPr>
            <a:xfrm>
              <a:off x="4266702" y="4727143"/>
              <a:ext cx="83431" cy="76780"/>
            </a:xfrm>
            <a:custGeom>
              <a:avLst/>
              <a:pathLst>
                <a:path w="83431" h="76780">
                  <a:moveTo>
                    <a:pt x="35872" y="16408"/>
                  </a:moveTo>
                  <a:lnTo>
                    <a:pt x="38935" y="21015"/>
                  </a:lnTo>
                  <a:lnTo>
                    <a:pt x="39146" y="21333"/>
                  </a:lnTo>
                  <a:lnTo>
                    <a:pt x="40098" y="21277"/>
                  </a:lnTo>
                  <a:lnTo>
                    <a:pt x="42919" y="24993"/>
                  </a:lnTo>
                  <a:lnTo>
                    <a:pt x="43402" y="25630"/>
                  </a:lnTo>
                  <a:lnTo>
                    <a:pt x="43799" y="26153"/>
                  </a:lnTo>
                  <a:lnTo>
                    <a:pt x="46311" y="29119"/>
                  </a:lnTo>
                  <a:lnTo>
                    <a:pt x="47491" y="30513"/>
                  </a:lnTo>
                  <a:lnTo>
                    <a:pt x="48014" y="31132"/>
                  </a:lnTo>
                  <a:lnTo>
                    <a:pt x="50077" y="33569"/>
                  </a:lnTo>
                  <a:lnTo>
                    <a:pt x="50595" y="34181"/>
                  </a:lnTo>
                  <a:lnTo>
                    <a:pt x="49379" y="38332"/>
                  </a:lnTo>
                  <a:lnTo>
                    <a:pt x="51895" y="40033"/>
                  </a:lnTo>
                  <a:lnTo>
                    <a:pt x="53153" y="40909"/>
                  </a:lnTo>
                  <a:lnTo>
                    <a:pt x="53357" y="41051"/>
                  </a:lnTo>
                  <a:lnTo>
                    <a:pt x="54198" y="41532"/>
                  </a:lnTo>
                  <a:lnTo>
                    <a:pt x="54894" y="41921"/>
                  </a:lnTo>
                  <a:lnTo>
                    <a:pt x="56143" y="42618"/>
                  </a:lnTo>
                  <a:lnTo>
                    <a:pt x="58546" y="43958"/>
                  </a:lnTo>
                  <a:lnTo>
                    <a:pt x="58992" y="44207"/>
                  </a:lnTo>
                  <a:lnTo>
                    <a:pt x="60331" y="45002"/>
                  </a:lnTo>
                  <a:lnTo>
                    <a:pt x="61176" y="45503"/>
                  </a:lnTo>
                  <a:lnTo>
                    <a:pt x="68667" y="49297"/>
                  </a:lnTo>
                  <a:lnTo>
                    <a:pt x="69324" y="48361"/>
                  </a:lnTo>
                  <a:lnTo>
                    <a:pt x="70073" y="47286"/>
                  </a:lnTo>
                  <a:lnTo>
                    <a:pt x="71531" y="45193"/>
                  </a:lnTo>
                  <a:lnTo>
                    <a:pt x="71758" y="44867"/>
                  </a:lnTo>
                  <a:lnTo>
                    <a:pt x="72454" y="43854"/>
                  </a:lnTo>
                  <a:lnTo>
                    <a:pt x="73809" y="42289"/>
                  </a:lnTo>
                  <a:lnTo>
                    <a:pt x="74242" y="41815"/>
                  </a:lnTo>
                  <a:lnTo>
                    <a:pt x="74730" y="41315"/>
                  </a:lnTo>
                  <a:lnTo>
                    <a:pt x="76636" y="39366"/>
                  </a:lnTo>
                  <a:lnTo>
                    <a:pt x="78632" y="37130"/>
                  </a:lnTo>
                  <a:lnTo>
                    <a:pt x="79194" y="37687"/>
                  </a:lnTo>
                  <a:lnTo>
                    <a:pt x="79612" y="38102"/>
                  </a:lnTo>
                  <a:lnTo>
                    <a:pt x="83006" y="41467"/>
                  </a:lnTo>
                  <a:lnTo>
                    <a:pt x="83431" y="41888"/>
                  </a:lnTo>
                  <a:lnTo>
                    <a:pt x="81262" y="43857"/>
                  </a:lnTo>
                  <a:lnTo>
                    <a:pt x="81001" y="44094"/>
                  </a:lnTo>
                  <a:lnTo>
                    <a:pt x="80091" y="45019"/>
                  </a:lnTo>
                  <a:lnTo>
                    <a:pt x="79227" y="46003"/>
                  </a:lnTo>
                  <a:lnTo>
                    <a:pt x="78064" y="47017"/>
                  </a:lnTo>
                  <a:lnTo>
                    <a:pt x="77329" y="47957"/>
                  </a:lnTo>
                  <a:lnTo>
                    <a:pt x="76530" y="48982"/>
                  </a:lnTo>
                  <a:lnTo>
                    <a:pt x="75159" y="51547"/>
                  </a:lnTo>
                  <a:lnTo>
                    <a:pt x="73020" y="55549"/>
                  </a:lnTo>
                  <a:lnTo>
                    <a:pt x="72038" y="57387"/>
                  </a:lnTo>
                  <a:lnTo>
                    <a:pt x="71851" y="57737"/>
                  </a:lnTo>
                  <a:lnTo>
                    <a:pt x="71630" y="58150"/>
                  </a:lnTo>
                  <a:lnTo>
                    <a:pt x="70645" y="59952"/>
                  </a:lnTo>
                  <a:lnTo>
                    <a:pt x="68981" y="62996"/>
                  </a:lnTo>
                  <a:lnTo>
                    <a:pt x="67675" y="65384"/>
                  </a:lnTo>
                  <a:lnTo>
                    <a:pt x="66932" y="66744"/>
                  </a:lnTo>
                  <a:lnTo>
                    <a:pt x="66526" y="67487"/>
                  </a:lnTo>
                  <a:lnTo>
                    <a:pt x="66335" y="67835"/>
                  </a:lnTo>
                  <a:lnTo>
                    <a:pt x="66182" y="68115"/>
                  </a:lnTo>
                  <a:lnTo>
                    <a:pt x="64004" y="71899"/>
                  </a:lnTo>
                  <a:lnTo>
                    <a:pt x="63082" y="73499"/>
                  </a:lnTo>
                  <a:lnTo>
                    <a:pt x="61652" y="75983"/>
                  </a:lnTo>
                  <a:lnTo>
                    <a:pt x="61537" y="76780"/>
                  </a:lnTo>
                  <a:lnTo>
                    <a:pt x="61363" y="76684"/>
                  </a:lnTo>
                  <a:lnTo>
                    <a:pt x="60467" y="76191"/>
                  </a:lnTo>
                  <a:lnTo>
                    <a:pt x="58913" y="75336"/>
                  </a:lnTo>
                  <a:lnTo>
                    <a:pt x="55523" y="73470"/>
                  </a:lnTo>
                  <a:lnTo>
                    <a:pt x="54238" y="72808"/>
                  </a:lnTo>
                  <a:lnTo>
                    <a:pt x="53706" y="72533"/>
                  </a:lnTo>
                  <a:lnTo>
                    <a:pt x="51790" y="71545"/>
                  </a:lnTo>
                  <a:lnTo>
                    <a:pt x="47698" y="69435"/>
                  </a:lnTo>
                  <a:lnTo>
                    <a:pt x="45134" y="68204"/>
                  </a:lnTo>
                  <a:lnTo>
                    <a:pt x="43966" y="67662"/>
                  </a:lnTo>
                  <a:lnTo>
                    <a:pt x="39883" y="65766"/>
                  </a:lnTo>
                  <a:lnTo>
                    <a:pt x="34678" y="63148"/>
                  </a:lnTo>
                  <a:lnTo>
                    <a:pt x="30132" y="61079"/>
                  </a:lnTo>
                  <a:lnTo>
                    <a:pt x="25654" y="59041"/>
                  </a:lnTo>
                  <a:lnTo>
                    <a:pt x="24693" y="58615"/>
                  </a:lnTo>
                  <a:lnTo>
                    <a:pt x="22217" y="57518"/>
                  </a:lnTo>
                  <a:lnTo>
                    <a:pt x="21647" y="57198"/>
                  </a:lnTo>
                  <a:lnTo>
                    <a:pt x="21077" y="56878"/>
                  </a:lnTo>
                  <a:lnTo>
                    <a:pt x="20428" y="56878"/>
                  </a:lnTo>
                  <a:lnTo>
                    <a:pt x="18393" y="57505"/>
                  </a:lnTo>
                  <a:lnTo>
                    <a:pt x="16018" y="58237"/>
                  </a:lnTo>
                  <a:lnTo>
                    <a:pt x="15207" y="58487"/>
                  </a:lnTo>
                  <a:lnTo>
                    <a:pt x="15102" y="58329"/>
                  </a:lnTo>
                  <a:lnTo>
                    <a:pt x="14387" y="57255"/>
                  </a:lnTo>
                  <a:lnTo>
                    <a:pt x="14005" y="56680"/>
                  </a:lnTo>
                  <a:lnTo>
                    <a:pt x="13789" y="56357"/>
                  </a:lnTo>
                  <a:lnTo>
                    <a:pt x="13621" y="56104"/>
                  </a:lnTo>
                  <a:lnTo>
                    <a:pt x="13254" y="55527"/>
                  </a:lnTo>
                  <a:lnTo>
                    <a:pt x="12788" y="54796"/>
                  </a:lnTo>
                  <a:lnTo>
                    <a:pt x="11222" y="52334"/>
                  </a:lnTo>
                  <a:lnTo>
                    <a:pt x="11097" y="52137"/>
                  </a:lnTo>
                  <a:lnTo>
                    <a:pt x="10823" y="51706"/>
                  </a:lnTo>
                  <a:lnTo>
                    <a:pt x="8959" y="48772"/>
                  </a:lnTo>
                  <a:lnTo>
                    <a:pt x="8750" y="48443"/>
                  </a:lnTo>
                  <a:lnTo>
                    <a:pt x="8571" y="48163"/>
                  </a:lnTo>
                  <a:lnTo>
                    <a:pt x="6758" y="45332"/>
                  </a:lnTo>
                  <a:lnTo>
                    <a:pt x="6572" y="45040"/>
                  </a:lnTo>
                  <a:lnTo>
                    <a:pt x="5240" y="44724"/>
                  </a:lnTo>
                  <a:lnTo>
                    <a:pt x="4862" y="44634"/>
                  </a:lnTo>
                  <a:lnTo>
                    <a:pt x="4613" y="44575"/>
                  </a:lnTo>
                  <a:lnTo>
                    <a:pt x="4530" y="43202"/>
                  </a:lnTo>
                  <a:lnTo>
                    <a:pt x="4422" y="41413"/>
                  </a:lnTo>
                  <a:lnTo>
                    <a:pt x="4335" y="39978"/>
                  </a:lnTo>
                  <a:lnTo>
                    <a:pt x="4202" y="37775"/>
                  </a:lnTo>
                  <a:lnTo>
                    <a:pt x="4142" y="36779"/>
                  </a:lnTo>
                  <a:lnTo>
                    <a:pt x="4079" y="35743"/>
                  </a:lnTo>
                  <a:lnTo>
                    <a:pt x="4015" y="34851"/>
                  </a:lnTo>
                  <a:lnTo>
                    <a:pt x="3963" y="34135"/>
                  </a:lnTo>
                  <a:lnTo>
                    <a:pt x="3943" y="33847"/>
                  </a:lnTo>
                  <a:lnTo>
                    <a:pt x="3877" y="32944"/>
                  </a:lnTo>
                  <a:lnTo>
                    <a:pt x="3662" y="29959"/>
                  </a:lnTo>
                  <a:lnTo>
                    <a:pt x="3594" y="29015"/>
                  </a:lnTo>
                  <a:lnTo>
                    <a:pt x="3535" y="27951"/>
                  </a:lnTo>
                  <a:lnTo>
                    <a:pt x="3439" y="26217"/>
                  </a:lnTo>
                  <a:lnTo>
                    <a:pt x="3399" y="25480"/>
                  </a:lnTo>
                  <a:lnTo>
                    <a:pt x="3352" y="24636"/>
                  </a:lnTo>
                  <a:lnTo>
                    <a:pt x="3292" y="23542"/>
                  </a:lnTo>
                  <a:lnTo>
                    <a:pt x="3194" y="21768"/>
                  </a:lnTo>
                  <a:lnTo>
                    <a:pt x="3058" y="19315"/>
                  </a:lnTo>
                  <a:lnTo>
                    <a:pt x="3043" y="19033"/>
                  </a:lnTo>
                  <a:lnTo>
                    <a:pt x="153" y="19343"/>
                  </a:lnTo>
                  <a:lnTo>
                    <a:pt x="9" y="16275"/>
                  </a:lnTo>
                  <a:lnTo>
                    <a:pt x="0" y="16079"/>
                  </a:lnTo>
                  <a:lnTo>
                    <a:pt x="427" y="15973"/>
                  </a:lnTo>
                  <a:lnTo>
                    <a:pt x="1272" y="15926"/>
                  </a:lnTo>
                  <a:lnTo>
                    <a:pt x="2489" y="15858"/>
                  </a:lnTo>
                  <a:lnTo>
                    <a:pt x="10919" y="15392"/>
                  </a:lnTo>
                  <a:lnTo>
                    <a:pt x="13341" y="15258"/>
                  </a:lnTo>
                  <a:lnTo>
                    <a:pt x="13816" y="15232"/>
                  </a:lnTo>
                  <a:lnTo>
                    <a:pt x="20919" y="14839"/>
                  </a:lnTo>
                  <a:lnTo>
                    <a:pt x="21210" y="11666"/>
                  </a:lnTo>
                  <a:lnTo>
                    <a:pt x="21409" y="8947"/>
                  </a:lnTo>
                  <a:lnTo>
                    <a:pt x="21431" y="8650"/>
                  </a:lnTo>
                  <a:lnTo>
                    <a:pt x="21467" y="8157"/>
                  </a:lnTo>
                  <a:lnTo>
                    <a:pt x="21608" y="6227"/>
                  </a:lnTo>
                  <a:lnTo>
                    <a:pt x="21869" y="2174"/>
                  </a:lnTo>
                  <a:lnTo>
                    <a:pt x="21908" y="1567"/>
                  </a:lnTo>
                  <a:lnTo>
                    <a:pt x="21986" y="347"/>
                  </a:lnTo>
                  <a:lnTo>
                    <a:pt x="22481" y="230"/>
                  </a:lnTo>
                  <a:lnTo>
                    <a:pt x="22977" y="113"/>
                  </a:lnTo>
                  <a:lnTo>
                    <a:pt x="23460" y="0"/>
                  </a:lnTo>
                  <a:lnTo>
                    <a:pt x="24049" y="971"/>
                  </a:lnTo>
                  <a:lnTo>
                    <a:pt x="24248" y="1302"/>
                  </a:lnTo>
                  <a:lnTo>
                    <a:pt x="24685" y="2028"/>
                  </a:lnTo>
                  <a:lnTo>
                    <a:pt x="27547" y="5976"/>
                  </a:lnTo>
                  <a:lnTo>
                    <a:pt x="29805" y="9090"/>
                  </a:lnTo>
                  <a:lnTo>
                    <a:pt x="30191" y="9623"/>
                  </a:lnTo>
                  <a:lnTo>
                    <a:pt x="33012" y="12258"/>
                  </a:lnTo>
                  <a:lnTo>
                    <a:pt x="33278" y="12506"/>
                  </a:lnTo>
                  <a:lnTo>
                    <a:pt x="33992" y="13581"/>
                  </a:lnTo>
                  <a:lnTo>
                    <a:pt x="34553" y="14425"/>
                  </a:lnTo>
                  <a:lnTo>
                    <a:pt x="34801" y="14798"/>
                  </a:lnTo>
                  <a:lnTo>
                    <a:pt x="35310" y="15564"/>
                  </a:lnTo>
                  <a:lnTo>
                    <a:pt x="35582" y="1597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0" name="pg409"/>
            <p:cNvSpPr/>
            <p:nvPr/>
          </p:nvSpPr>
          <p:spPr>
            <a:xfrm>
              <a:off x="4245324" y="4741677"/>
              <a:ext cx="82916" cy="100038"/>
            </a:xfrm>
            <a:custGeom>
              <a:avLst/>
              <a:pathLst>
                <a:path w="82916" h="100038">
                  <a:moveTo>
                    <a:pt x="21387" y="1741"/>
                  </a:moveTo>
                  <a:lnTo>
                    <a:pt x="21532" y="4809"/>
                  </a:lnTo>
                  <a:lnTo>
                    <a:pt x="24421" y="4498"/>
                  </a:lnTo>
                  <a:lnTo>
                    <a:pt x="24437" y="4780"/>
                  </a:lnTo>
                  <a:lnTo>
                    <a:pt x="24572" y="7233"/>
                  </a:lnTo>
                  <a:lnTo>
                    <a:pt x="24670" y="9008"/>
                  </a:lnTo>
                  <a:lnTo>
                    <a:pt x="24731" y="10101"/>
                  </a:lnTo>
                  <a:lnTo>
                    <a:pt x="24777" y="10945"/>
                  </a:lnTo>
                  <a:lnTo>
                    <a:pt x="24818" y="11682"/>
                  </a:lnTo>
                  <a:lnTo>
                    <a:pt x="24914" y="13416"/>
                  </a:lnTo>
                  <a:lnTo>
                    <a:pt x="24973" y="14481"/>
                  </a:lnTo>
                  <a:lnTo>
                    <a:pt x="25041" y="15424"/>
                  </a:lnTo>
                  <a:lnTo>
                    <a:pt x="25256" y="18409"/>
                  </a:lnTo>
                  <a:lnTo>
                    <a:pt x="25321" y="19312"/>
                  </a:lnTo>
                  <a:lnTo>
                    <a:pt x="25342" y="19601"/>
                  </a:lnTo>
                  <a:lnTo>
                    <a:pt x="25394" y="20317"/>
                  </a:lnTo>
                  <a:lnTo>
                    <a:pt x="25459" y="21217"/>
                  </a:lnTo>
                  <a:lnTo>
                    <a:pt x="25521" y="22245"/>
                  </a:lnTo>
                  <a:lnTo>
                    <a:pt x="25581" y="23240"/>
                  </a:lnTo>
                  <a:lnTo>
                    <a:pt x="25714" y="25444"/>
                  </a:lnTo>
                  <a:lnTo>
                    <a:pt x="25801" y="26879"/>
                  </a:lnTo>
                  <a:lnTo>
                    <a:pt x="25909" y="28667"/>
                  </a:lnTo>
                  <a:lnTo>
                    <a:pt x="25992" y="30041"/>
                  </a:lnTo>
                  <a:lnTo>
                    <a:pt x="26241" y="30100"/>
                  </a:lnTo>
                  <a:lnTo>
                    <a:pt x="26619" y="30190"/>
                  </a:lnTo>
                  <a:lnTo>
                    <a:pt x="27950" y="30506"/>
                  </a:lnTo>
                  <a:lnTo>
                    <a:pt x="28137" y="30797"/>
                  </a:lnTo>
                  <a:lnTo>
                    <a:pt x="29950" y="33629"/>
                  </a:lnTo>
                  <a:lnTo>
                    <a:pt x="30129" y="33908"/>
                  </a:lnTo>
                  <a:lnTo>
                    <a:pt x="30338" y="34238"/>
                  </a:lnTo>
                  <a:lnTo>
                    <a:pt x="32202" y="37172"/>
                  </a:lnTo>
                  <a:lnTo>
                    <a:pt x="32476" y="37602"/>
                  </a:lnTo>
                  <a:lnTo>
                    <a:pt x="32601" y="37800"/>
                  </a:lnTo>
                  <a:lnTo>
                    <a:pt x="34167" y="40261"/>
                  </a:lnTo>
                  <a:lnTo>
                    <a:pt x="34633" y="40993"/>
                  </a:lnTo>
                  <a:lnTo>
                    <a:pt x="35000" y="41569"/>
                  </a:lnTo>
                  <a:lnTo>
                    <a:pt x="35168" y="41822"/>
                  </a:lnTo>
                  <a:lnTo>
                    <a:pt x="35383" y="42146"/>
                  </a:lnTo>
                  <a:lnTo>
                    <a:pt x="35766" y="42720"/>
                  </a:lnTo>
                  <a:lnTo>
                    <a:pt x="36481" y="43795"/>
                  </a:lnTo>
                  <a:lnTo>
                    <a:pt x="36594" y="43950"/>
                  </a:lnTo>
                  <a:lnTo>
                    <a:pt x="37397" y="43702"/>
                  </a:lnTo>
                  <a:lnTo>
                    <a:pt x="39772" y="42971"/>
                  </a:lnTo>
                  <a:lnTo>
                    <a:pt x="41807" y="42343"/>
                  </a:lnTo>
                  <a:lnTo>
                    <a:pt x="42456" y="42343"/>
                  </a:lnTo>
                  <a:lnTo>
                    <a:pt x="43026" y="42663"/>
                  </a:lnTo>
                  <a:lnTo>
                    <a:pt x="43596" y="42984"/>
                  </a:lnTo>
                  <a:lnTo>
                    <a:pt x="46072" y="44081"/>
                  </a:lnTo>
                  <a:lnTo>
                    <a:pt x="47032" y="44506"/>
                  </a:lnTo>
                  <a:lnTo>
                    <a:pt x="51511" y="46544"/>
                  </a:lnTo>
                  <a:lnTo>
                    <a:pt x="56057" y="48613"/>
                  </a:lnTo>
                  <a:lnTo>
                    <a:pt x="61262" y="51232"/>
                  </a:lnTo>
                  <a:lnTo>
                    <a:pt x="65345" y="53128"/>
                  </a:lnTo>
                  <a:lnTo>
                    <a:pt x="66512" y="53670"/>
                  </a:lnTo>
                  <a:lnTo>
                    <a:pt x="69194" y="54961"/>
                  </a:lnTo>
                  <a:lnTo>
                    <a:pt x="73169" y="57011"/>
                  </a:lnTo>
                  <a:lnTo>
                    <a:pt x="75084" y="57998"/>
                  </a:lnTo>
                  <a:lnTo>
                    <a:pt x="75617" y="58273"/>
                  </a:lnTo>
                  <a:lnTo>
                    <a:pt x="76902" y="58936"/>
                  </a:lnTo>
                  <a:lnTo>
                    <a:pt x="80292" y="60801"/>
                  </a:lnTo>
                  <a:lnTo>
                    <a:pt x="81846" y="61656"/>
                  </a:lnTo>
                  <a:lnTo>
                    <a:pt x="82742" y="62149"/>
                  </a:lnTo>
                  <a:lnTo>
                    <a:pt x="82916" y="62245"/>
                  </a:lnTo>
                  <a:lnTo>
                    <a:pt x="82851" y="62692"/>
                  </a:lnTo>
                  <a:lnTo>
                    <a:pt x="82501" y="63317"/>
                  </a:lnTo>
                  <a:lnTo>
                    <a:pt x="81525" y="65055"/>
                  </a:lnTo>
                  <a:lnTo>
                    <a:pt x="80587" y="66724"/>
                  </a:lnTo>
                  <a:lnTo>
                    <a:pt x="80061" y="67661"/>
                  </a:lnTo>
                  <a:lnTo>
                    <a:pt x="79340" y="68954"/>
                  </a:lnTo>
                  <a:lnTo>
                    <a:pt x="79002" y="69560"/>
                  </a:lnTo>
                  <a:lnTo>
                    <a:pt x="77164" y="72853"/>
                  </a:lnTo>
                  <a:lnTo>
                    <a:pt x="76801" y="73505"/>
                  </a:lnTo>
                  <a:lnTo>
                    <a:pt x="75239" y="76304"/>
                  </a:lnTo>
                  <a:lnTo>
                    <a:pt x="75116" y="76524"/>
                  </a:lnTo>
                  <a:lnTo>
                    <a:pt x="74872" y="76962"/>
                  </a:lnTo>
                  <a:lnTo>
                    <a:pt x="74463" y="76714"/>
                  </a:lnTo>
                  <a:lnTo>
                    <a:pt x="73837" y="77838"/>
                  </a:lnTo>
                  <a:lnTo>
                    <a:pt x="73396" y="78629"/>
                  </a:lnTo>
                  <a:lnTo>
                    <a:pt x="72500" y="80239"/>
                  </a:lnTo>
                  <a:lnTo>
                    <a:pt x="72410" y="80397"/>
                  </a:lnTo>
                  <a:lnTo>
                    <a:pt x="71736" y="81592"/>
                  </a:lnTo>
                  <a:lnTo>
                    <a:pt x="70842" y="83177"/>
                  </a:lnTo>
                  <a:lnTo>
                    <a:pt x="70211" y="83862"/>
                  </a:lnTo>
                  <a:lnTo>
                    <a:pt x="70094" y="83989"/>
                  </a:lnTo>
                  <a:lnTo>
                    <a:pt x="69007" y="85170"/>
                  </a:lnTo>
                  <a:lnTo>
                    <a:pt x="68769" y="85429"/>
                  </a:lnTo>
                  <a:lnTo>
                    <a:pt x="67629" y="86479"/>
                  </a:lnTo>
                  <a:lnTo>
                    <a:pt x="67081" y="86985"/>
                  </a:lnTo>
                  <a:lnTo>
                    <a:pt x="66785" y="87257"/>
                  </a:lnTo>
                  <a:lnTo>
                    <a:pt x="66265" y="87737"/>
                  </a:lnTo>
                  <a:lnTo>
                    <a:pt x="64390" y="89465"/>
                  </a:lnTo>
                  <a:lnTo>
                    <a:pt x="63925" y="89894"/>
                  </a:lnTo>
                  <a:lnTo>
                    <a:pt x="63423" y="90356"/>
                  </a:lnTo>
                  <a:lnTo>
                    <a:pt x="61279" y="92333"/>
                  </a:lnTo>
                  <a:lnTo>
                    <a:pt x="60960" y="92626"/>
                  </a:lnTo>
                  <a:lnTo>
                    <a:pt x="59220" y="94230"/>
                  </a:lnTo>
                  <a:lnTo>
                    <a:pt x="56718" y="96536"/>
                  </a:lnTo>
                  <a:lnTo>
                    <a:pt x="56541" y="96699"/>
                  </a:lnTo>
                  <a:lnTo>
                    <a:pt x="55275" y="97855"/>
                  </a:lnTo>
                  <a:lnTo>
                    <a:pt x="53111" y="99831"/>
                  </a:lnTo>
                  <a:lnTo>
                    <a:pt x="52875" y="100038"/>
                  </a:lnTo>
                  <a:lnTo>
                    <a:pt x="52385" y="99523"/>
                  </a:lnTo>
                  <a:lnTo>
                    <a:pt x="48992" y="95951"/>
                  </a:lnTo>
                  <a:lnTo>
                    <a:pt x="47482" y="94363"/>
                  </a:lnTo>
                  <a:lnTo>
                    <a:pt x="45372" y="92283"/>
                  </a:lnTo>
                  <a:lnTo>
                    <a:pt x="45159" y="92476"/>
                  </a:lnTo>
                  <a:lnTo>
                    <a:pt x="44500" y="93040"/>
                  </a:lnTo>
                  <a:lnTo>
                    <a:pt x="42306" y="94922"/>
                  </a:lnTo>
                  <a:lnTo>
                    <a:pt x="40749" y="93279"/>
                  </a:lnTo>
                  <a:lnTo>
                    <a:pt x="40283" y="93669"/>
                  </a:lnTo>
                  <a:lnTo>
                    <a:pt x="39993" y="93911"/>
                  </a:lnTo>
                  <a:lnTo>
                    <a:pt x="39755" y="93822"/>
                  </a:lnTo>
                  <a:lnTo>
                    <a:pt x="39328" y="93664"/>
                  </a:lnTo>
                  <a:lnTo>
                    <a:pt x="37547" y="91866"/>
                  </a:lnTo>
                  <a:lnTo>
                    <a:pt x="37150" y="91202"/>
                  </a:lnTo>
                  <a:lnTo>
                    <a:pt x="36960" y="90885"/>
                  </a:lnTo>
                  <a:lnTo>
                    <a:pt x="36847" y="90698"/>
                  </a:lnTo>
                  <a:lnTo>
                    <a:pt x="36679" y="90249"/>
                  </a:lnTo>
                  <a:lnTo>
                    <a:pt x="35999" y="88433"/>
                  </a:lnTo>
                  <a:lnTo>
                    <a:pt x="35398" y="87564"/>
                  </a:lnTo>
                  <a:lnTo>
                    <a:pt x="35103" y="87138"/>
                  </a:lnTo>
                  <a:lnTo>
                    <a:pt x="34615" y="86433"/>
                  </a:lnTo>
                  <a:lnTo>
                    <a:pt x="34471" y="86224"/>
                  </a:lnTo>
                  <a:lnTo>
                    <a:pt x="34379" y="85998"/>
                  </a:lnTo>
                  <a:lnTo>
                    <a:pt x="33997" y="85063"/>
                  </a:lnTo>
                  <a:lnTo>
                    <a:pt x="33811" y="84608"/>
                  </a:lnTo>
                  <a:lnTo>
                    <a:pt x="33414" y="83996"/>
                  </a:lnTo>
                  <a:lnTo>
                    <a:pt x="31740" y="81414"/>
                  </a:lnTo>
                  <a:lnTo>
                    <a:pt x="31071" y="80318"/>
                  </a:lnTo>
                  <a:lnTo>
                    <a:pt x="30095" y="77819"/>
                  </a:lnTo>
                  <a:lnTo>
                    <a:pt x="30009" y="77600"/>
                  </a:lnTo>
                  <a:lnTo>
                    <a:pt x="29707" y="76826"/>
                  </a:lnTo>
                  <a:lnTo>
                    <a:pt x="29642" y="76660"/>
                  </a:lnTo>
                  <a:lnTo>
                    <a:pt x="29480" y="76245"/>
                  </a:lnTo>
                  <a:lnTo>
                    <a:pt x="29310" y="75810"/>
                  </a:lnTo>
                  <a:lnTo>
                    <a:pt x="29186" y="75458"/>
                  </a:lnTo>
                  <a:lnTo>
                    <a:pt x="29275" y="75023"/>
                  </a:lnTo>
                  <a:lnTo>
                    <a:pt x="27927" y="70801"/>
                  </a:lnTo>
                  <a:lnTo>
                    <a:pt x="27866" y="70610"/>
                  </a:lnTo>
                  <a:lnTo>
                    <a:pt x="26522" y="66399"/>
                  </a:lnTo>
                  <a:lnTo>
                    <a:pt x="24656" y="61734"/>
                  </a:lnTo>
                  <a:lnTo>
                    <a:pt x="24206" y="60645"/>
                  </a:lnTo>
                  <a:lnTo>
                    <a:pt x="22973" y="57427"/>
                  </a:lnTo>
                  <a:lnTo>
                    <a:pt x="22676" y="56651"/>
                  </a:lnTo>
                  <a:lnTo>
                    <a:pt x="22362" y="55832"/>
                  </a:lnTo>
                  <a:lnTo>
                    <a:pt x="22285" y="55630"/>
                  </a:lnTo>
                  <a:lnTo>
                    <a:pt x="21904" y="54638"/>
                  </a:lnTo>
                  <a:lnTo>
                    <a:pt x="20905" y="52031"/>
                  </a:lnTo>
                  <a:lnTo>
                    <a:pt x="20647" y="51358"/>
                  </a:lnTo>
                  <a:lnTo>
                    <a:pt x="20180" y="50138"/>
                  </a:lnTo>
                  <a:lnTo>
                    <a:pt x="19225" y="47647"/>
                  </a:lnTo>
                  <a:lnTo>
                    <a:pt x="19130" y="47400"/>
                  </a:lnTo>
                  <a:lnTo>
                    <a:pt x="18561" y="47506"/>
                  </a:lnTo>
                  <a:lnTo>
                    <a:pt x="15789" y="48021"/>
                  </a:lnTo>
                  <a:lnTo>
                    <a:pt x="13329" y="48472"/>
                  </a:lnTo>
                  <a:lnTo>
                    <a:pt x="12771" y="48580"/>
                  </a:lnTo>
                  <a:lnTo>
                    <a:pt x="12466" y="48639"/>
                  </a:lnTo>
                  <a:lnTo>
                    <a:pt x="10097" y="49079"/>
                  </a:lnTo>
                  <a:lnTo>
                    <a:pt x="8829" y="49315"/>
                  </a:lnTo>
                  <a:lnTo>
                    <a:pt x="8033" y="46026"/>
                  </a:lnTo>
                  <a:lnTo>
                    <a:pt x="7975" y="45758"/>
                  </a:lnTo>
                  <a:lnTo>
                    <a:pt x="7323" y="42813"/>
                  </a:lnTo>
                  <a:lnTo>
                    <a:pt x="7047" y="41569"/>
                  </a:lnTo>
                  <a:lnTo>
                    <a:pt x="6985" y="41350"/>
                  </a:lnTo>
                  <a:lnTo>
                    <a:pt x="6946" y="41214"/>
                  </a:lnTo>
                  <a:lnTo>
                    <a:pt x="6767" y="40583"/>
                  </a:lnTo>
                  <a:lnTo>
                    <a:pt x="5992" y="37856"/>
                  </a:lnTo>
                  <a:lnTo>
                    <a:pt x="5774" y="37090"/>
                  </a:lnTo>
                  <a:lnTo>
                    <a:pt x="5625" y="36794"/>
                  </a:lnTo>
                  <a:lnTo>
                    <a:pt x="5401" y="36364"/>
                  </a:lnTo>
                  <a:lnTo>
                    <a:pt x="4246" y="34150"/>
                  </a:lnTo>
                  <a:lnTo>
                    <a:pt x="3865" y="33418"/>
                  </a:lnTo>
                  <a:lnTo>
                    <a:pt x="3449" y="32611"/>
                  </a:lnTo>
                  <a:lnTo>
                    <a:pt x="3204" y="32146"/>
                  </a:lnTo>
                  <a:lnTo>
                    <a:pt x="2888" y="31518"/>
                  </a:lnTo>
                  <a:lnTo>
                    <a:pt x="2404" y="30556"/>
                  </a:lnTo>
                  <a:lnTo>
                    <a:pt x="1629" y="29019"/>
                  </a:lnTo>
                  <a:lnTo>
                    <a:pt x="390" y="26558"/>
                  </a:lnTo>
                  <a:lnTo>
                    <a:pt x="0" y="25783"/>
                  </a:lnTo>
                  <a:lnTo>
                    <a:pt x="2928" y="24572"/>
                  </a:lnTo>
                  <a:lnTo>
                    <a:pt x="4556" y="23898"/>
                  </a:lnTo>
                  <a:lnTo>
                    <a:pt x="5445" y="23584"/>
                  </a:lnTo>
                  <a:lnTo>
                    <a:pt x="7160" y="22978"/>
                  </a:lnTo>
                  <a:lnTo>
                    <a:pt x="8511" y="22563"/>
                  </a:lnTo>
                  <a:lnTo>
                    <a:pt x="9334" y="22311"/>
                  </a:lnTo>
                  <a:lnTo>
                    <a:pt x="10066" y="22185"/>
                  </a:lnTo>
                  <a:lnTo>
                    <a:pt x="12038" y="21846"/>
                  </a:lnTo>
                  <a:lnTo>
                    <a:pt x="13116" y="21660"/>
                  </a:lnTo>
                  <a:lnTo>
                    <a:pt x="13555" y="21603"/>
                  </a:lnTo>
                  <a:lnTo>
                    <a:pt x="13427" y="19487"/>
                  </a:lnTo>
                  <a:lnTo>
                    <a:pt x="13391" y="18897"/>
                  </a:lnTo>
                  <a:lnTo>
                    <a:pt x="13355" y="18302"/>
                  </a:lnTo>
                  <a:lnTo>
                    <a:pt x="13342" y="18088"/>
                  </a:lnTo>
                  <a:lnTo>
                    <a:pt x="13294" y="17279"/>
                  </a:lnTo>
                  <a:lnTo>
                    <a:pt x="13411" y="15882"/>
                  </a:lnTo>
                  <a:lnTo>
                    <a:pt x="13371" y="15563"/>
                  </a:lnTo>
                  <a:lnTo>
                    <a:pt x="13257" y="14642"/>
                  </a:lnTo>
                  <a:lnTo>
                    <a:pt x="13061" y="13063"/>
                  </a:lnTo>
                  <a:lnTo>
                    <a:pt x="12911" y="11848"/>
                  </a:lnTo>
                  <a:lnTo>
                    <a:pt x="12735" y="10425"/>
                  </a:lnTo>
                  <a:lnTo>
                    <a:pt x="12573" y="9080"/>
                  </a:lnTo>
                  <a:lnTo>
                    <a:pt x="12378" y="6981"/>
                  </a:lnTo>
                  <a:lnTo>
                    <a:pt x="12272" y="5835"/>
                  </a:lnTo>
                  <a:lnTo>
                    <a:pt x="12228" y="5365"/>
                  </a:lnTo>
                  <a:lnTo>
                    <a:pt x="12205" y="5117"/>
                  </a:lnTo>
                  <a:lnTo>
                    <a:pt x="12084" y="3817"/>
                  </a:lnTo>
                  <a:lnTo>
                    <a:pt x="12051" y="3453"/>
                  </a:lnTo>
                  <a:lnTo>
                    <a:pt x="11999" y="0"/>
                  </a:lnTo>
                  <a:lnTo>
                    <a:pt x="15455" y="136"/>
                  </a:lnTo>
                  <a:lnTo>
                    <a:pt x="16184" y="164"/>
                  </a:lnTo>
                  <a:lnTo>
                    <a:pt x="16720" y="185"/>
                  </a:lnTo>
                  <a:lnTo>
                    <a:pt x="17641" y="222"/>
                  </a:lnTo>
                  <a:lnTo>
                    <a:pt x="18899" y="667"/>
                  </a:lnTo>
                  <a:lnTo>
                    <a:pt x="19436" y="857"/>
                  </a:lnTo>
                  <a:lnTo>
                    <a:pt x="21232" y="1493"/>
                  </a:lnTo>
                  <a:lnTo>
                    <a:pt x="21378" y="154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1" name="pg410"/>
            <p:cNvSpPr/>
            <p:nvPr/>
          </p:nvSpPr>
          <p:spPr>
            <a:xfrm>
              <a:off x="4320196" y="4730344"/>
              <a:ext cx="105656" cy="105569"/>
            </a:xfrm>
            <a:custGeom>
              <a:avLst/>
              <a:pathLst>
                <a:path w="105656" h="105569">
                  <a:moveTo>
                    <a:pt x="86539" y="36481"/>
                  </a:moveTo>
                  <a:lnTo>
                    <a:pt x="86867" y="36870"/>
                  </a:lnTo>
                  <a:lnTo>
                    <a:pt x="88749" y="35199"/>
                  </a:lnTo>
                  <a:lnTo>
                    <a:pt x="89248" y="34756"/>
                  </a:lnTo>
                  <a:lnTo>
                    <a:pt x="90147" y="33957"/>
                  </a:lnTo>
                  <a:lnTo>
                    <a:pt x="90237" y="34134"/>
                  </a:lnTo>
                  <a:lnTo>
                    <a:pt x="90385" y="34424"/>
                  </a:lnTo>
                  <a:lnTo>
                    <a:pt x="90786" y="35199"/>
                  </a:lnTo>
                  <a:lnTo>
                    <a:pt x="91714" y="36846"/>
                  </a:lnTo>
                  <a:lnTo>
                    <a:pt x="92081" y="37360"/>
                  </a:lnTo>
                  <a:lnTo>
                    <a:pt x="92439" y="37877"/>
                  </a:lnTo>
                  <a:lnTo>
                    <a:pt x="92913" y="38559"/>
                  </a:lnTo>
                  <a:lnTo>
                    <a:pt x="93427" y="38923"/>
                  </a:lnTo>
                  <a:lnTo>
                    <a:pt x="93593" y="39040"/>
                  </a:lnTo>
                  <a:lnTo>
                    <a:pt x="94499" y="40137"/>
                  </a:lnTo>
                  <a:lnTo>
                    <a:pt x="95263" y="40972"/>
                  </a:lnTo>
                  <a:lnTo>
                    <a:pt x="95536" y="41252"/>
                  </a:lnTo>
                  <a:lnTo>
                    <a:pt x="96145" y="41878"/>
                  </a:lnTo>
                  <a:lnTo>
                    <a:pt x="96693" y="42364"/>
                  </a:lnTo>
                  <a:lnTo>
                    <a:pt x="96980" y="42618"/>
                  </a:lnTo>
                  <a:lnTo>
                    <a:pt x="98133" y="43441"/>
                  </a:lnTo>
                  <a:lnTo>
                    <a:pt x="98316" y="43572"/>
                  </a:lnTo>
                  <a:lnTo>
                    <a:pt x="99676" y="44693"/>
                  </a:lnTo>
                  <a:lnTo>
                    <a:pt x="100468" y="45418"/>
                  </a:lnTo>
                  <a:lnTo>
                    <a:pt x="101284" y="45976"/>
                  </a:lnTo>
                  <a:lnTo>
                    <a:pt x="101896" y="46441"/>
                  </a:lnTo>
                  <a:lnTo>
                    <a:pt x="102141" y="46612"/>
                  </a:lnTo>
                  <a:lnTo>
                    <a:pt x="103193" y="47469"/>
                  </a:lnTo>
                  <a:lnTo>
                    <a:pt x="103585" y="47738"/>
                  </a:lnTo>
                  <a:lnTo>
                    <a:pt x="104466" y="48423"/>
                  </a:lnTo>
                  <a:lnTo>
                    <a:pt x="105078" y="48913"/>
                  </a:lnTo>
                  <a:lnTo>
                    <a:pt x="105656" y="49354"/>
                  </a:lnTo>
                  <a:lnTo>
                    <a:pt x="105379" y="49706"/>
                  </a:lnTo>
                  <a:lnTo>
                    <a:pt x="100934" y="55356"/>
                  </a:lnTo>
                  <a:lnTo>
                    <a:pt x="98407" y="58568"/>
                  </a:lnTo>
                  <a:lnTo>
                    <a:pt x="93292" y="65069"/>
                  </a:lnTo>
                  <a:lnTo>
                    <a:pt x="91036" y="67936"/>
                  </a:lnTo>
                  <a:lnTo>
                    <a:pt x="90025" y="69221"/>
                  </a:lnTo>
                  <a:lnTo>
                    <a:pt x="87974" y="71828"/>
                  </a:lnTo>
                  <a:lnTo>
                    <a:pt x="87135" y="72894"/>
                  </a:lnTo>
                  <a:lnTo>
                    <a:pt x="84869" y="75775"/>
                  </a:lnTo>
                  <a:lnTo>
                    <a:pt x="83365" y="77686"/>
                  </a:lnTo>
                  <a:lnTo>
                    <a:pt x="77591" y="85025"/>
                  </a:lnTo>
                  <a:lnTo>
                    <a:pt x="77197" y="85525"/>
                  </a:lnTo>
                  <a:lnTo>
                    <a:pt x="76911" y="85909"/>
                  </a:lnTo>
                  <a:lnTo>
                    <a:pt x="74696" y="88888"/>
                  </a:lnTo>
                  <a:lnTo>
                    <a:pt x="73733" y="90181"/>
                  </a:lnTo>
                  <a:lnTo>
                    <a:pt x="73559" y="90416"/>
                  </a:lnTo>
                  <a:lnTo>
                    <a:pt x="73422" y="90785"/>
                  </a:lnTo>
                  <a:lnTo>
                    <a:pt x="72601" y="92991"/>
                  </a:lnTo>
                  <a:lnTo>
                    <a:pt x="70956" y="97412"/>
                  </a:lnTo>
                  <a:lnTo>
                    <a:pt x="70456" y="98755"/>
                  </a:lnTo>
                  <a:lnTo>
                    <a:pt x="70263" y="98653"/>
                  </a:lnTo>
                  <a:lnTo>
                    <a:pt x="69969" y="98500"/>
                  </a:lnTo>
                  <a:lnTo>
                    <a:pt x="68686" y="97827"/>
                  </a:lnTo>
                  <a:lnTo>
                    <a:pt x="65249" y="96216"/>
                  </a:lnTo>
                  <a:lnTo>
                    <a:pt x="63722" y="95501"/>
                  </a:lnTo>
                  <a:lnTo>
                    <a:pt x="63363" y="95316"/>
                  </a:lnTo>
                  <a:lnTo>
                    <a:pt x="63027" y="95143"/>
                  </a:lnTo>
                  <a:lnTo>
                    <a:pt x="62873" y="95064"/>
                  </a:lnTo>
                  <a:lnTo>
                    <a:pt x="62608" y="94927"/>
                  </a:lnTo>
                  <a:lnTo>
                    <a:pt x="61549" y="94383"/>
                  </a:lnTo>
                  <a:lnTo>
                    <a:pt x="59413" y="93284"/>
                  </a:lnTo>
                  <a:lnTo>
                    <a:pt x="58694" y="92914"/>
                  </a:lnTo>
                  <a:lnTo>
                    <a:pt x="58014" y="92564"/>
                  </a:lnTo>
                  <a:lnTo>
                    <a:pt x="57141" y="92115"/>
                  </a:lnTo>
                  <a:lnTo>
                    <a:pt x="55404" y="91220"/>
                  </a:lnTo>
                  <a:lnTo>
                    <a:pt x="55209" y="91109"/>
                  </a:lnTo>
                  <a:lnTo>
                    <a:pt x="54561" y="92466"/>
                  </a:lnTo>
                  <a:lnTo>
                    <a:pt x="53458" y="94763"/>
                  </a:lnTo>
                  <a:lnTo>
                    <a:pt x="49121" y="103092"/>
                  </a:lnTo>
                  <a:lnTo>
                    <a:pt x="48878" y="104048"/>
                  </a:lnTo>
                  <a:lnTo>
                    <a:pt x="48816" y="104294"/>
                  </a:lnTo>
                  <a:lnTo>
                    <a:pt x="46462" y="102720"/>
                  </a:lnTo>
                  <a:lnTo>
                    <a:pt x="42745" y="100677"/>
                  </a:lnTo>
                  <a:lnTo>
                    <a:pt x="37791" y="97955"/>
                  </a:lnTo>
                  <a:lnTo>
                    <a:pt x="37408" y="97799"/>
                  </a:lnTo>
                  <a:lnTo>
                    <a:pt x="36037" y="99945"/>
                  </a:lnTo>
                  <a:lnTo>
                    <a:pt x="35571" y="100926"/>
                  </a:lnTo>
                  <a:lnTo>
                    <a:pt x="33652" y="104965"/>
                  </a:lnTo>
                  <a:lnTo>
                    <a:pt x="33365" y="105569"/>
                  </a:lnTo>
                  <a:lnTo>
                    <a:pt x="27152" y="102377"/>
                  </a:lnTo>
                  <a:lnTo>
                    <a:pt x="23085" y="100288"/>
                  </a:lnTo>
                  <a:lnTo>
                    <a:pt x="21511" y="99479"/>
                  </a:lnTo>
                  <a:lnTo>
                    <a:pt x="18166" y="97760"/>
                  </a:lnTo>
                  <a:lnTo>
                    <a:pt x="17133" y="97230"/>
                  </a:lnTo>
                  <a:lnTo>
                    <a:pt x="16427" y="96860"/>
                  </a:lnTo>
                  <a:lnTo>
                    <a:pt x="15598" y="96426"/>
                  </a:lnTo>
                  <a:lnTo>
                    <a:pt x="11381" y="94219"/>
                  </a:lnTo>
                  <a:lnTo>
                    <a:pt x="10554" y="93789"/>
                  </a:lnTo>
                  <a:lnTo>
                    <a:pt x="5292" y="91050"/>
                  </a:lnTo>
                  <a:lnTo>
                    <a:pt x="0" y="88296"/>
                  </a:lnTo>
                  <a:lnTo>
                    <a:pt x="244" y="87858"/>
                  </a:lnTo>
                  <a:lnTo>
                    <a:pt x="367" y="87637"/>
                  </a:lnTo>
                  <a:lnTo>
                    <a:pt x="1928" y="84838"/>
                  </a:lnTo>
                  <a:lnTo>
                    <a:pt x="2292" y="84187"/>
                  </a:lnTo>
                  <a:lnTo>
                    <a:pt x="4129" y="80893"/>
                  </a:lnTo>
                  <a:lnTo>
                    <a:pt x="4467" y="80287"/>
                  </a:lnTo>
                  <a:lnTo>
                    <a:pt x="5188" y="78995"/>
                  </a:lnTo>
                  <a:lnTo>
                    <a:pt x="5715" y="78057"/>
                  </a:lnTo>
                  <a:lnTo>
                    <a:pt x="6652" y="76388"/>
                  </a:lnTo>
                  <a:lnTo>
                    <a:pt x="7628" y="74650"/>
                  </a:lnTo>
                  <a:lnTo>
                    <a:pt x="7979" y="74026"/>
                  </a:lnTo>
                  <a:lnTo>
                    <a:pt x="8043" y="73578"/>
                  </a:lnTo>
                  <a:lnTo>
                    <a:pt x="8158" y="72782"/>
                  </a:lnTo>
                  <a:lnTo>
                    <a:pt x="9588" y="70298"/>
                  </a:lnTo>
                  <a:lnTo>
                    <a:pt x="10510" y="68697"/>
                  </a:lnTo>
                  <a:lnTo>
                    <a:pt x="12689" y="64914"/>
                  </a:lnTo>
                  <a:lnTo>
                    <a:pt x="12842" y="64634"/>
                  </a:lnTo>
                  <a:lnTo>
                    <a:pt x="13032" y="64286"/>
                  </a:lnTo>
                  <a:lnTo>
                    <a:pt x="13438" y="63542"/>
                  </a:lnTo>
                  <a:lnTo>
                    <a:pt x="14181" y="62183"/>
                  </a:lnTo>
                  <a:lnTo>
                    <a:pt x="15487" y="59794"/>
                  </a:lnTo>
                  <a:lnTo>
                    <a:pt x="17151" y="56751"/>
                  </a:lnTo>
                  <a:lnTo>
                    <a:pt x="18136" y="54949"/>
                  </a:lnTo>
                  <a:lnTo>
                    <a:pt x="18357" y="54535"/>
                  </a:lnTo>
                  <a:lnTo>
                    <a:pt x="18544" y="54185"/>
                  </a:lnTo>
                  <a:lnTo>
                    <a:pt x="19526" y="52348"/>
                  </a:lnTo>
                  <a:lnTo>
                    <a:pt x="21665" y="48346"/>
                  </a:lnTo>
                  <a:lnTo>
                    <a:pt x="23036" y="45780"/>
                  </a:lnTo>
                  <a:lnTo>
                    <a:pt x="23836" y="44756"/>
                  </a:lnTo>
                  <a:lnTo>
                    <a:pt x="24570" y="43816"/>
                  </a:lnTo>
                  <a:lnTo>
                    <a:pt x="25733" y="42802"/>
                  </a:lnTo>
                  <a:lnTo>
                    <a:pt x="26598" y="41818"/>
                  </a:lnTo>
                  <a:lnTo>
                    <a:pt x="27507" y="40893"/>
                  </a:lnTo>
                  <a:lnTo>
                    <a:pt x="27768" y="40656"/>
                  </a:lnTo>
                  <a:lnTo>
                    <a:pt x="30053" y="38583"/>
                  </a:lnTo>
                  <a:lnTo>
                    <a:pt x="32719" y="36191"/>
                  </a:lnTo>
                  <a:lnTo>
                    <a:pt x="33417" y="35565"/>
                  </a:lnTo>
                  <a:lnTo>
                    <a:pt x="33625" y="35379"/>
                  </a:lnTo>
                  <a:lnTo>
                    <a:pt x="36507" y="32793"/>
                  </a:lnTo>
                  <a:lnTo>
                    <a:pt x="36665" y="32652"/>
                  </a:lnTo>
                  <a:lnTo>
                    <a:pt x="38441" y="31066"/>
                  </a:lnTo>
                  <a:lnTo>
                    <a:pt x="41260" y="28551"/>
                  </a:lnTo>
                  <a:lnTo>
                    <a:pt x="42315" y="27707"/>
                  </a:lnTo>
                  <a:lnTo>
                    <a:pt x="43116" y="27068"/>
                  </a:lnTo>
                  <a:lnTo>
                    <a:pt x="43859" y="26473"/>
                  </a:lnTo>
                  <a:lnTo>
                    <a:pt x="44465" y="25961"/>
                  </a:lnTo>
                  <a:lnTo>
                    <a:pt x="44561" y="25822"/>
                  </a:lnTo>
                  <a:lnTo>
                    <a:pt x="45074" y="25069"/>
                  </a:lnTo>
                  <a:lnTo>
                    <a:pt x="45611" y="23977"/>
                  </a:lnTo>
                  <a:lnTo>
                    <a:pt x="45748" y="23698"/>
                  </a:lnTo>
                  <a:lnTo>
                    <a:pt x="46276" y="22539"/>
                  </a:lnTo>
                  <a:lnTo>
                    <a:pt x="46509" y="22150"/>
                  </a:lnTo>
                  <a:lnTo>
                    <a:pt x="46768" y="21515"/>
                  </a:lnTo>
                  <a:lnTo>
                    <a:pt x="46867" y="21094"/>
                  </a:lnTo>
                  <a:lnTo>
                    <a:pt x="47028" y="20817"/>
                  </a:lnTo>
                  <a:lnTo>
                    <a:pt x="47207" y="20227"/>
                  </a:lnTo>
                  <a:lnTo>
                    <a:pt x="47421" y="19654"/>
                  </a:lnTo>
                  <a:lnTo>
                    <a:pt x="47663" y="18813"/>
                  </a:lnTo>
                  <a:lnTo>
                    <a:pt x="48112" y="17935"/>
                  </a:lnTo>
                  <a:lnTo>
                    <a:pt x="48168" y="17472"/>
                  </a:lnTo>
                  <a:lnTo>
                    <a:pt x="48185" y="17331"/>
                  </a:lnTo>
                  <a:lnTo>
                    <a:pt x="48237" y="16897"/>
                  </a:lnTo>
                  <a:lnTo>
                    <a:pt x="48379" y="15716"/>
                  </a:lnTo>
                  <a:lnTo>
                    <a:pt x="48460" y="15011"/>
                  </a:lnTo>
                  <a:lnTo>
                    <a:pt x="48552" y="14211"/>
                  </a:lnTo>
                  <a:lnTo>
                    <a:pt x="49010" y="12350"/>
                  </a:lnTo>
                  <a:lnTo>
                    <a:pt x="49088" y="12034"/>
                  </a:lnTo>
                  <a:lnTo>
                    <a:pt x="49523" y="11043"/>
                  </a:lnTo>
                  <a:lnTo>
                    <a:pt x="49846" y="10307"/>
                  </a:lnTo>
                  <a:lnTo>
                    <a:pt x="50248" y="9420"/>
                  </a:lnTo>
                  <a:lnTo>
                    <a:pt x="50494" y="8941"/>
                  </a:lnTo>
                  <a:lnTo>
                    <a:pt x="50828" y="8290"/>
                  </a:lnTo>
                  <a:lnTo>
                    <a:pt x="50968" y="8020"/>
                  </a:lnTo>
                  <a:lnTo>
                    <a:pt x="51155" y="7655"/>
                  </a:lnTo>
                  <a:lnTo>
                    <a:pt x="51862" y="6279"/>
                  </a:lnTo>
                  <a:lnTo>
                    <a:pt x="53323" y="3982"/>
                  </a:lnTo>
                  <a:lnTo>
                    <a:pt x="54541" y="1789"/>
                  </a:lnTo>
                  <a:lnTo>
                    <a:pt x="54738" y="1529"/>
                  </a:lnTo>
                  <a:lnTo>
                    <a:pt x="55456" y="580"/>
                  </a:lnTo>
                  <a:lnTo>
                    <a:pt x="56116" y="0"/>
                  </a:lnTo>
                  <a:lnTo>
                    <a:pt x="59701" y="4045"/>
                  </a:lnTo>
                  <a:lnTo>
                    <a:pt x="59983" y="4364"/>
                  </a:lnTo>
                  <a:lnTo>
                    <a:pt x="63814" y="8686"/>
                  </a:lnTo>
                  <a:lnTo>
                    <a:pt x="67522" y="12871"/>
                  </a:lnTo>
                  <a:lnTo>
                    <a:pt x="67755" y="13135"/>
                  </a:lnTo>
                  <a:lnTo>
                    <a:pt x="67876" y="13271"/>
                  </a:lnTo>
                  <a:lnTo>
                    <a:pt x="68095" y="13518"/>
                  </a:lnTo>
                  <a:lnTo>
                    <a:pt x="69449" y="15011"/>
                  </a:lnTo>
                  <a:lnTo>
                    <a:pt x="71044" y="16770"/>
                  </a:lnTo>
                  <a:lnTo>
                    <a:pt x="71472" y="17242"/>
                  </a:lnTo>
                  <a:lnTo>
                    <a:pt x="75526" y="21712"/>
                  </a:lnTo>
                  <a:lnTo>
                    <a:pt x="74446" y="22679"/>
                  </a:lnTo>
                  <a:lnTo>
                    <a:pt x="75619" y="23924"/>
                  </a:lnTo>
                  <a:lnTo>
                    <a:pt x="77387" y="25931"/>
                  </a:lnTo>
                  <a:lnTo>
                    <a:pt x="78602" y="27312"/>
                  </a:lnTo>
                  <a:lnTo>
                    <a:pt x="78738" y="27466"/>
                  </a:lnTo>
                  <a:lnTo>
                    <a:pt x="82421" y="31648"/>
                  </a:lnTo>
                  <a:lnTo>
                    <a:pt x="82607" y="31859"/>
                  </a:lnTo>
                  <a:lnTo>
                    <a:pt x="83269" y="32611"/>
                  </a:lnTo>
                  <a:lnTo>
                    <a:pt x="85455" y="35199"/>
                  </a:lnTo>
                  <a:lnTo>
                    <a:pt x="85899" y="35724"/>
                  </a:lnTo>
                  <a:lnTo>
                    <a:pt x="86380" y="3629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2" name="pg411"/>
            <p:cNvSpPr/>
            <p:nvPr/>
          </p:nvSpPr>
          <p:spPr>
            <a:xfrm>
              <a:off x="4425879" y="4749963"/>
              <a:ext cx="80603" cy="97163"/>
            </a:xfrm>
            <a:custGeom>
              <a:avLst/>
              <a:pathLst>
                <a:path w="80603" h="97163">
                  <a:moveTo>
                    <a:pt x="27961" y="2548"/>
                  </a:moveTo>
                  <a:lnTo>
                    <a:pt x="29884" y="3706"/>
                  </a:lnTo>
                  <a:lnTo>
                    <a:pt x="30185" y="3336"/>
                  </a:lnTo>
                  <a:lnTo>
                    <a:pt x="31046" y="2278"/>
                  </a:lnTo>
                  <a:lnTo>
                    <a:pt x="31245" y="2425"/>
                  </a:lnTo>
                  <a:lnTo>
                    <a:pt x="33792" y="4309"/>
                  </a:lnTo>
                  <a:lnTo>
                    <a:pt x="36595" y="6392"/>
                  </a:lnTo>
                  <a:lnTo>
                    <a:pt x="37205" y="6845"/>
                  </a:lnTo>
                  <a:lnTo>
                    <a:pt x="35771" y="8281"/>
                  </a:lnTo>
                  <a:lnTo>
                    <a:pt x="36067" y="8531"/>
                  </a:lnTo>
                  <a:lnTo>
                    <a:pt x="37182" y="9473"/>
                  </a:lnTo>
                  <a:lnTo>
                    <a:pt x="38581" y="10654"/>
                  </a:lnTo>
                  <a:lnTo>
                    <a:pt x="38805" y="10843"/>
                  </a:lnTo>
                  <a:lnTo>
                    <a:pt x="41050" y="12428"/>
                  </a:lnTo>
                  <a:lnTo>
                    <a:pt x="41865" y="13003"/>
                  </a:lnTo>
                  <a:lnTo>
                    <a:pt x="41855" y="14031"/>
                  </a:lnTo>
                  <a:lnTo>
                    <a:pt x="42443" y="14464"/>
                  </a:lnTo>
                  <a:lnTo>
                    <a:pt x="45451" y="16677"/>
                  </a:lnTo>
                  <a:lnTo>
                    <a:pt x="47676" y="18276"/>
                  </a:lnTo>
                  <a:lnTo>
                    <a:pt x="48133" y="18551"/>
                  </a:lnTo>
                  <a:lnTo>
                    <a:pt x="48358" y="18687"/>
                  </a:lnTo>
                  <a:lnTo>
                    <a:pt x="48903" y="19125"/>
                  </a:lnTo>
                  <a:lnTo>
                    <a:pt x="49385" y="19513"/>
                  </a:lnTo>
                  <a:lnTo>
                    <a:pt x="50741" y="20604"/>
                  </a:lnTo>
                  <a:lnTo>
                    <a:pt x="51774" y="21435"/>
                  </a:lnTo>
                  <a:lnTo>
                    <a:pt x="51907" y="21550"/>
                  </a:lnTo>
                  <a:lnTo>
                    <a:pt x="52098" y="21715"/>
                  </a:lnTo>
                  <a:lnTo>
                    <a:pt x="52978" y="22476"/>
                  </a:lnTo>
                  <a:lnTo>
                    <a:pt x="53716" y="23114"/>
                  </a:lnTo>
                  <a:lnTo>
                    <a:pt x="54065" y="23416"/>
                  </a:lnTo>
                  <a:lnTo>
                    <a:pt x="54800" y="24052"/>
                  </a:lnTo>
                  <a:lnTo>
                    <a:pt x="54976" y="24203"/>
                  </a:lnTo>
                  <a:lnTo>
                    <a:pt x="55935" y="25033"/>
                  </a:lnTo>
                  <a:lnTo>
                    <a:pt x="56170" y="25240"/>
                  </a:lnTo>
                  <a:lnTo>
                    <a:pt x="56355" y="25392"/>
                  </a:lnTo>
                  <a:lnTo>
                    <a:pt x="56937" y="25867"/>
                  </a:lnTo>
                  <a:lnTo>
                    <a:pt x="58223" y="26919"/>
                  </a:lnTo>
                  <a:lnTo>
                    <a:pt x="58774" y="27370"/>
                  </a:lnTo>
                  <a:lnTo>
                    <a:pt x="60305" y="28623"/>
                  </a:lnTo>
                  <a:lnTo>
                    <a:pt x="60723" y="28964"/>
                  </a:lnTo>
                  <a:lnTo>
                    <a:pt x="60962" y="29159"/>
                  </a:lnTo>
                  <a:lnTo>
                    <a:pt x="61265" y="29406"/>
                  </a:lnTo>
                  <a:lnTo>
                    <a:pt x="61869" y="29899"/>
                  </a:lnTo>
                  <a:lnTo>
                    <a:pt x="62980" y="30806"/>
                  </a:lnTo>
                  <a:lnTo>
                    <a:pt x="63525" y="31250"/>
                  </a:lnTo>
                  <a:lnTo>
                    <a:pt x="63939" y="31587"/>
                  </a:lnTo>
                  <a:lnTo>
                    <a:pt x="64107" y="31736"/>
                  </a:lnTo>
                  <a:lnTo>
                    <a:pt x="64628" y="32197"/>
                  </a:lnTo>
                  <a:lnTo>
                    <a:pt x="64888" y="32427"/>
                  </a:lnTo>
                  <a:lnTo>
                    <a:pt x="65128" y="32463"/>
                  </a:lnTo>
                  <a:lnTo>
                    <a:pt x="65827" y="32593"/>
                  </a:lnTo>
                  <a:lnTo>
                    <a:pt x="66454" y="32710"/>
                  </a:lnTo>
                  <a:lnTo>
                    <a:pt x="67050" y="32972"/>
                  </a:lnTo>
                  <a:lnTo>
                    <a:pt x="67563" y="33197"/>
                  </a:lnTo>
                  <a:lnTo>
                    <a:pt x="68762" y="33724"/>
                  </a:lnTo>
                  <a:lnTo>
                    <a:pt x="69168" y="33903"/>
                  </a:lnTo>
                  <a:lnTo>
                    <a:pt x="69367" y="33986"/>
                  </a:lnTo>
                  <a:lnTo>
                    <a:pt x="70128" y="34140"/>
                  </a:lnTo>
                  <a:lnTo>
                    <a:pt x="69914" y="32190"/>
                  </a:lnTo>
                  <a:lnTo>
                    <a:pt x="69832" y="32033"/>
                  </a:lnTo>
                  <a:lnTo>
                    <a:pt x="69198" y="30812"/>
                  </a:lnTo>
                  <a:lnTo>
                    <a:pt x="68326" y="29605"/>
                  </a:lnTo>
                  <a:lnTo>
                    <a:pt x="69230" y="29278"/>
                  </a:lnTo>
                  <a:lnTo>
                    <a:pt x="69916" y="29029"/>
                  </a:lnTo>
                  <a:lnTo>
                    <a:pt x="70419" y="28112"/>
                  </a:lnTo>
                  <a:lnTo>
                    <a:pt x="71186" y="28302"/>
                  </a:lnTo>
                  <a:lnTo>
                    <a:pt x="71450" y="28713"/>
                  </a:lnTo>
                  <a:lnTo>
                    <a:pt x="71854" y="30064"/>
                  </a:lnTo>
                  <a:lnTo>
                    <a:pt x="72323" y="30614"/>
                  </a:lnTo>
                  <a:lnTo>
                    <a:pt x="73029" y="31439"/>
                  </a:lnTo>
                  <a:lnTo>
                    <a:pt x="73754" y="31792"/>
                  </a:lnTo>
                  <a:lnTo>
                    <a:pt x="73940" y="31882"/>
                  </a:lnTo>
                  <a:lnTo>
                    <a:pt x="74719" y="32262"/>
                  </a:lnTo>
                  <a:lnTo>
                    <a:pt x="75785" y="32203"/>
                  </a:lnTo>
                  <a:lnTo>
                    <a:pt x="75919" y="32196"/>
                  </a:lnTo>
                  <a:lnTo>
                    <a:pt x="76250" y="32209"/>
                  </a:lnTo>
                  <a:lnTo>
                    <a:pt x="77015" y="32240"/>
                  </a:lnTo>
                  <a:lnTo>
                    <a:pt x="77200" y="32247"/>
                  </a:lnTo>
                  <a:lnTo>
                    <a:pt x="77349" y="32503"/>
                  </a:lnTo>
                  <a:lnTo>
                    <a:pt x="77552" y="32851"/>
                  </a:lnTo>
                  <a:lnTo>
                    <a:pt x="77719" y="33137"/>
                  </a:lnTo>
                  <a:lnTo>
                    <a:pt x="78034" y="33677"/>
                  </a:lnTo>
                  <a:lnTo>
                    <a:pt x="78109" y="33804"/>
                  </a:lnTo>
                  <a:lnTo>
                    <a:pt x="79072" y="35466"/>
                  </a:lnTo>
                  <a:lnTo>
                    <a:pt x="79689" y="36529"/>
                  </a:lnTo>
                  <a:lnTo>
                    <a:pt x="80108" y="37252"/>
                  </a:lnTo>
                  <a:lnTo>
                    <a:pt x="80603" y="38105"/>
                  </a:lnTo>
                  <a:lnTo>
                    <a:pt x="78374" y="41604"/>
                  </a:lnTo>
                  <a:lnTo>
                    <a:pt x="77164" y="43377"/>
                  </a:lnTo>
                  <a:lnTo>
                    <a:pt x="75795" y="45791"/>
                  </a:lnTo>
                  <a:lnTo>
                    <a:pt x="74820" y="46714"/>
                  </a:lnTo>
                  <a:lnTo>
                    <a:pt x="74250" y="47253"/>
                  </a:lnTo>
                  <a:lnTo>
                    <a:pt x="72972" y="48462"/>
                  </a:lnTo>
                  <a:lnTo>
                    <a:pt x="72712" y="49065"/>
                  </a:lnTo>
                  <a:lnTo>
                    <a:pt x="71020" y="52982"/>
                  </a:lnTo>
                  <a:lnTo>
                    <a:pt x="70618" y="53203"/>
                  </a:lnTo>
                  <a:lnTo>
                    <a:pt x="69755" y="53776"/>
                  </a:lnTo>
                  <a:lnTo>
                    <a:pt x="71185" y="56196"/>
                  </a:lnTo>
                  <a:lnTo>
                    <a:pt x="71424" y="58961"/>
                  </a:lnTo>
                  <a:lnTo>
                    <a:pt x="68755" y="60232"/>
                  </a:lnTo>
                  <a:lnTo>
                    <a:pt x="70648" y="61787"/>
                  </a:lnTo>
                  <a:lnTo>
                    <a:pt x="70400" y="62033"/>
                  </a:lnTo>
                  <a:lnTo>
                    <a:pt x="70184" y="62247"/>
                  </a:lnTo>
                  <a:lnTo>
                    <a:pt x="68524" y="63894"/>
                  </a:lnTo>
                  <a:lnTo>
                    <a:pt x="66303" y="66945"/>
                  </a:lnTo>
                  <a:lnTo>
                    <a:pt x="64132" y="68340"/>
                  </a:lnTo>
                  <a:lnTo>
                    <a:pt x="61982" y="69943"/>
                  </a:lnTo>
                  <a:lnTo>
                    <a:pt x="61448" y="70341"/>
                  </a:lnTo>
                  <a:lnTo>
                    <a:pt x="56785" y="73818"/>
                  </a:lnTo>
                  <a:lnTo>
                    <a:pt x="55747" y="72736"/>
                  </a:lnTo>
                  <a:lnTo>
                    <a:pt x="51789" y="74783"/>
                  </a:lnTo>
                  <a:lnTo>
                    <a:pt x="50649" y="74570"/>
                  </a:lnTo>
                  <a:lnTo>
                    <a:pt x="49880" y="74426"/>
                  </a:lnTo>
                  <a:lnTo>
                    <a:pt x="48494" y="74291"/>
                  </a:lnTo>
                  <a:lnTo>
                    <a:pt x="47047" y="74575"/>
                  </a:lnTo>
                  <a:lnTo>
                    <a:pt x="45467" y="75663"/>
                  </a:lnTo>
                  <a:lnTo>
                    <a:pt x="44545" y="76870"/>
                  </a:lnTo>
                  <a:lnTo>
                    <a:pt x="44231" y="77426"/>
                  </a:lnTo>
                  <a:lnTo>
                    <a:pt x="43540" y="78654"/>
                  </a:lnTo>
                  <a:lnTo>
                    <a:pt x="43361" y="79852"/>
                  </a:lnTo>
                  <a:lnTo>
                    <a:pt x="43361" y="81677"/>
                  </a:lnTo>
                  <a:lnTo>
                    <a:pt x="43599" y="82166"/>
                  </a:lnTo>
                  <a:lnTo>
                    <a:pt x="43780" y="82471"/>
                  </a:lnTo>
                  <a:lnTo>
                    <a:pt x="44563" y="83792"/>
                  </a:lnTo>
                  <a:lnTo>
                    <a:pt x="43740" y="84607"/>
                  </a:lnTo>
                  <a:lnTo>
                    <a:pt x="43173" y="85685"/>
                  </a:lnTo>
                  <a:lnTo>
                    <a:pt x="42738" y="86787"/>
                  </a:lnTo>
                  <a:lnTo>
                    <a:pt x="42571" y="87211"/>
                  </a:lnTo>
                  <a:lnTo>
                    <a:pt x="42374" y="87710"/>
                  </a:lnTo>
                  <a:lnTo>
                    <a:pt x="42171" y="88226"/>
                  </a:lnTo>
                  <a:lnTo>
                    <a:pt x="41294" y="91107"/>
                  </a:lnTo>
                  <a:lnTo>
                    <a:pt x="40966" y="94062"/>
                  </a:lnTo>
                  <a:lnTo>
                    <a:pt x="41024" y="95100"/>
                  </a:lnTo>
                  <a:lnTo>
                    <a:pt x="41228" y="96673"/>
                  </a:lnTo>
                  <a:lnTo>
                    <a:pt x="41414" y="97163"/>
                  </a:lnTo>
                  <a:lnTo>
                    <a:pt x="40421" y="97075"/>
                  </a:lnTo>
                  <a:lnTo>
                    <a:pt x="39115" y="96959"/>
                  </a:lnTo>
                  <a:lnTo>
                    <a:pt x="36618" y="96736"/>
                  </a:lnTo>
                  <a:lnTo>
                    <a:pt x="37431" y="94942"/>
                  </a:lnTo>
                  <a:lnTo>
                    <a:pt x="37501" y="93939"/>
                  </a:lnTo>
                  <a:lnTo>
                    <a:pt x="37512" y="93788"/>
                  </a:lnTo>
                  <a:lnTo>
                    <a:pt x="37563" y="93054"/>
                  </a:lnTo>
                  <a:lnTo>
                    <a:pt x="37307" y="91547"/>
                  </a:lnTo>
                  <a:lnTo>
                    <a:pt x="37114" y="90406"/>
                  </a:lnTo>
                  <a:lnTo>
                    <a:pt x="37261" y="86509"/>
                  </a:lnTo>
                  <a:lnTo>
                    <a:pt x="37309" y="85225"/>
                  </a:lnTo>
                  <a:lnTo>
                    <a:pt x="36865" y="85014"/>
                  </a:lnTo>
                  <a:lnTo>
                    <a:pt x="35938" y="84573"/>
                  </a:lnTo>
                  <a:lnTo>
                    <a:pt x="34566" y="84423"/>
                  </a:lnTo>
                  <a:lnTo>
                    <a:pt x="33861" y="84506"/>
                  </a:lnTo>
                  <a:lnTo>
                    <a:pt x="33684" y="84527"/>
                  </a:lnTo>
                  <a:lnTo>
                    <a:pt x="32503" y="84119"/>
                  </a:lnTo>
                  <a:lnTo>
                    <a:pt x="31342" y="83717"/>
                  </a:lnTo>
                  <a:lnTo>
                    <a:pt x="30659" y="83480"/>
                  </a:lnTo>
                  <a:lnTo>
                    <a:pt x="29831" y="83194"/>
                  </a:lnTo>
                  <a:lnTo>
                    <a:pt x="27929" y="82536"/>
                  </a:lnTo>
                  <a:lnTo>
                    <a:pt x="27334" y="82330"/>
                  </a:lnTo>
                  <a:lnTo>
                    <a:pt x="26881" y="82173"/>
                  </a:lnTo>
                  <a:lnTo>
                    <a:pt x="26756" y="79984"/>
                  </a:lnTo>
                  <a:lnTo>
                    <a:pt x="26044" y="79211"/>
                  </a:lnTo>
                  <a:lnTo>
                    <a:pt x="25640" y="78772"/>
                  </a:lnTo>
                  <a:lnTo>
                    <a:pt x="24231" y="76756"/>
                  </a:lnTo>
                  <a:lnTo>
                    <a:pt x="23640" y="75915"/>
                  </a:lnTo>
                  <a:lnTo>
                    <a:pt x="22601" y="74435"/>
                  </a:lnTo>
                  <a:lnTo>
                    <a:pt x="22335" y="74060"/>
                  </a:lnTo>
                  <a:lnTo>
                    <a:pt x="21052" y="72250"/>
                  </a:lnTo>
                  <a:lnTo>
                    <a:pt x="20945" y="72082"/>
                  </a:lnTo>
                  <a:lnTo>
                    <a:pt x="20662" y="71641"/>
                  </a:lnTo>
                  <a:lnTo>
                    <a:pt x="17894" y="67735"/>
                  </a:lnTo>
                  <a:lnTo>
                    <a:pt x="17917" y="67354"/>
                  </a:lnTo>
                  <a:lnTo>
                    <a:pt x="18171" y="67205"/>
                  </a:lnTo>
                  <a:lnTo>
                    <a:pt x="27299" y="61826"/>
                  </a:lnTo>
                  <a:lnTo>
                    <a:pt x="26296" y="60206"/>
                  </a:lnTo>
                  <a:lnTo>
                    <a:pt x="24594" y="57457"/>
                  </a:lnTo>
                  <a:lnTo>
                    <a:pt x="24481" y="57275"/>
                  </a:lnTo>
                  <a:lnTo>
                    <a:pt x="23570" y="55807"/>
                  </a:lnTo>
                  <a:lnTo>
                    <a:pt x="21752" y="52879"/>
                  </a:lnTo>
                  <a:lnTo>
                    <a:pt x="21599" y="52632"/>
                  </a:lnTo>
                  <a:lnTo>
                    <a:pt x="21244" y="52084"/>
                  </a:lnTo>
                  <a:lnTo>
                    <a:pt x="18000" y="47062"/>
                  </a:lnTo>
                  <a:lnTo>
                    <a:pt x="17817" y="46781"/>
                  </a:lnTo>
                  <a:lnTo>
                    <a:pt x="14335" y="41439"/>
                  </a:lnTo>
                  <a:lnTo>
                    <a:pt x="13999" y="40927"/>
                  </a:lnTo>
                  <a:lnTo>
                    <a:pt x="11227" y="36689"/>
                  </a:lnTo>
                  <a:lnTo>
                    <a:pt x="10948" y="36262"/>
                  </a:lnTo>
                  <a:lnTo>
                    <a:pt x="10740" y="35944"/>
                  </a:lnTo>
                  <a:lnTo>
                    <a:pt x="9557" y="36186"/>
                  </a:lnTo>
                  <a:lnTo>
                    <a:pt x="9330" y="36099"/>
                  </a:lnTo>
                  <a:lnTo>
                    <a:pt x="8263" y="35694"/>
                  </a:lnTo>
                  <a:lnTo>
                    <a:pt x="6205" y="34280"/>
                  </a:lnTo>
                  <a:lnTo>
                    <a:pt x="5804" y="34001"/>
                  </a:lnTo>
                  <a:lnTo>
                    <a:pt x="1351" y="30908"/>
                  </a:lnTo>
                  <a:lnTo>
                    <a:pt x="863" y="30473"/>
                  </a:lnTo>
                  <a:lnTo>
                    <a:pt x="330" y="29997"/>
                  </a:lnTo>
                  <a:lnTo>
                    <a:pt x="0" y="29702"/>
                  </a:lnTo>
                  <a:lnTo>
                    <a:pt x="816" y="28664"/>
                  </a:lnTo>
                  <a:lnTo>
                    <a:pt x="5488" y="22726"/>
                  </a:lnTo>
                  <a:lnTo>
                    <a:pt x="5649" y="22522"/>
                  </a:lnTo>
                  <a:lnTo>
                    <a:pt x="7554" y="20101"/>
                  </a:lnTo>
                  <a:lnTo>
                    <a:pt x="7994" y="19542"/>
                  </a:lnTo>
                  <a:lnTo>
                    <a:pt x="8734" y="18602"/>
                  </a:lnTo>
                  <a:lnTo>
                    <a:pt x="9037" y="18216"/>
                  </a:lnTo>
                  <a:lnTo>
                    <a:pt x="14923" y="10736"/>
                  </a:lnTo>
                  <a:lnTo>
                    <a:pt x="15156" y="10444"/>
                  </a:lnTo>
                  <a:lnTo>
                    <a:pt x="17809" y="7291"/>
                  </a:lnTo>
                  <a:lnTo>
                    <a:pt x="23388" y="661"/>
                  </a:lnTo>
                  <a:lnTo>
                    <a:pt x="23945" y="0"/>
                  </a:lnTo>
                  <a:lnTo>
                    <a:pt x="24693" y="460"/>
                  </a:lnTo>
                  <a:lnTo>
                    <a:pt x="25156" y="74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3" name="pg412"/>
            <p:cNvSpPr/>
            <p:nvPr/>
          </p:nvSpPr>
          <p:spPr>
            <a:xfrm>
              <a:off x="4389759" y="4779666"/>
              <a:ext cx="77534" cy="82407"/>
            </a:xfrm>
            <a:custGeom>
              <a:avLst/>
              <a:pathLst>
                <a:path w="77534" h="82407">
                  <a:moveTo>
                    <a:pt x="72226" y="82299"/>
                  </a:moveTo>
                  <a:lnTo>
                    <a:pt x="69820" y="82211"/>
                  </a:lnTo>
                  <a:lnTo>
                    <a:pt x="69604" y="82177"/>
                  </a:lnTo>
                  <a:lnTo>
                    <a:pt x="69537" y="81409"/>
                  </a:lnTo>
                  <a:lnTo>
                    <a:pt x="66742" y="81031"/>
                  </a:lnTo>
                  <a:lnTo>
                    <a:pt x="65955" y="81073"/>
                  </a:lnTo>
                  <a:lnTo>
                    <a:pt x="63401" y="81379"/>
                  </a:lnTo>
                  <a:lnTo>
                    <a:pt x="62811" y="79656"/>
                  </a:lnTo>
                  <a:lnTo>
                    <a:pt x="60857" y="77444"/>
                  </a:lnTo>
                  <a:lnTo>
                    <a:pt x="60707" y="75341"/>
                  </a:lnTo>
                  <a:lnTo>
                    <a:pt x="60125" y="75281"/>
                  </a:lnTo>
                  <a:lnTo>
                    <a:pt x="59103" y="75176"/>
                  </a:lnTo>
                  <a:lnTo>
                    <a:pt x="57380" y="74862"/>
                  </a:lnTo>
                  <a:lnTo>
                    <a:pt x="55424" y="74543"/>
                  </a:lnTo>
                  <a:lnTo>
                    <a:pt x="55377" y="76227"/>
                  </a:lnTo>
                  <a:lnTo>
                    <a:pt x="54767" y="76165"/>
                  </a:lnTo>
                  <a:lnTo>
                    <a:pt x="49674" y="75083"/>
                  </a:lnTo>
                  <a:lnTo>
                    <a:pt x="49051" y="74930"/>
                  </a:lnTo>
                  <a:lnTo>
                    <a:pt x="45942" y="74147"/>
                  </a:lnTo>
                  <a:lnTo>
                    <a:pt x="45583" y="74009"/>
                  </a:lnTo>
                  <a:lnTo>
                    <a:pt x="44521" y="73600"/>
                  </a:lnTo>
                  <a:lnTo>
                    <a:pt x="42405" y="72787"/>
                  </a:lnTo>
                  <a:lnTo>
                    <a:pt x="40508" y="72295"/>
                  </a:lnTo>
                  <a:lnTo>
                    <a:pt x="38554" y="71802"/>
                  </a:lnTo>
                  <a:lnTo>
                    <a:pt x="32899" y="70374"/>
                  </a:lnTo>
                  <a:lnTo>
                    <a:pt x="32798" y="70743"/>
                  </a:lnTo>
                  <a:lnTo>
                    <a:pt x="30980" y="70384"/>
                  </a:lnTo>
                  <a:lnTo>
                    <a:pt x="30204" y="70231"/>
                  </a:lnTo>
                  <a:lnTo>
                    <a:pt x="17060" y="59975"/>
                  </a:lnTo>
                  <a:lnTo>
                    <a:pt x="16742" y="59721"/>
                  </a:lnTo>
                  <a:lnTo>
                    <a:pt x="11912" y="55868"/>
                  </a:lnTo>
                  <a:lnTo>
                    <a:pt x="4258" y="49719"/>
                  </a:lnTo>
                  <a:lnTo>
                    <a:pt x="3524" y="49302"/>
                  </a:lnTo>
                  <a:lnTo>
                    <a:pt x="246" y="53549"/>
                  </a:lnTo>
                  <a:lnTo>
                    <a:pt x="0" y="53391"/>
                  </a:lnTo>
                  <a:lnTo>
                    <a:pt x="120" y="52097"/>
                  </a:lnTo>
                  <a:lnTo>
                    <a:pt x="894" y="49433"/>
                  </a:lnTo>
                  <a:lnTo>
                    <a:pt x="1393" y="48091"/>
                  </a:lnTo>
                  <a:lnTo>
                    <a:pt x="3038" y="43669"/>
                  </a:lnTo>
                  <a:lnTo>
                    <a:pt x="3859" y="41463"/>
                  </a:lnTo>
                  <a:lnTo>
                    <a:pt x="3996" y="41094"/>
                  </a:lnTo>
                  <a:lnTo>
                    <a:pt x="4171" y="40860"/>
                  </a:lnTo>
                  <a:lnTo>
                    <a:pt x="5133" y="39566"/>
                  </a:lnTo>
                  <a:lnTo>
                    <a:pt x="7349" y="36588"/>
                  </a:lnTo>
                  <a:lnTo>
                    <a:pt x="7634" y="36204"/>
                  </a:lnTo>
                  <a:lnTo>
                    <a:pt x="8028" y="35703"/>
                  </a:lnTo>
                  <a:lnTo>
                    <a:pt x="13802" y="28364"/>
                  </a:lnTo>
                  <a:lnTo>
                    <a:pt x="15306" y="26453"/>
                  </a:lnTo>
                  <a:lnTo>
                    <a:pt x="17573" y="23572"/>
                  </a:lnTo>
                  <a:lnTo>
                    <a:pt x="18412" y="22506"/>
                  </a:lnTo>
                  <a:lnTo>
                    <a:pt x="20463" y="19899"/>
                  </a:lnTo>
                  <a:lnTo>
                    <a:pt x="21526" y="18548"/>
                  </a:lnTo>
                  <a:lnTo>
                    <a:pt x="23729" y="15747"/>
                  </a:lnTo>
                  <a:lnTo>
                    <a:pt x="28921" y="9148"/>
                  </a:lnTo>
                  <a:lnTo>
                    <a:pt x="31465" y="5916"/>
                  </a:lnTo>
                  <a:lnTo>
                    <a:pt x="35816" y="385"/>
                  </a:lnTo>
                  <a:lnTo>
                    <a:pt x="36120" y="0"/>
                  </a:lnTo>
                  <a:lnTo>
                    <a:pt x="36450" y="295"/>
                  </a:lnTo>
                  <a:lnTo>
                    <a:pt x="36983" y="770"/>
                  </a:lnTo>
                  <a:lnTo>
                    <a:pt x="37471" y="1205"/>
                  </a:lnTo>
                  <a:lnTo>
                    <a:pt x="41924" y="4299"/>
                  </a:lnTo>
                  <a:lnTo>
                    <a:pt x="42325" y="4577"/>
                  </a:lnTo>
                  <a:lnTo>
                    <a:pt x="44383" y="5991"/>
                  </a:lnTo>
                  <a:lnTo>
                    <a:pt x="45450" y="6396"/>
                  </a:lnTo>
                  <a:lnTo>
                    <a:pt x="45677" y="6483"/>
                  </a:lnTo>
                  <a:lnTo>
                    <a:pt x="46860" y="6241"/>
                  </a:lnTo>
                  <a:lnTo>
                    <a:pt x="47068" y="6559"/>
                  </a:lnTo>
                  <a:lnTo>
                    <a:pt x="47347" y="6986"/>
                  </a:lnTo>
                  <a:lnTo>
                    <a:pt x="50120" y="11224"/>
                  </a:lnTo>
                  <a:lnTo>
                    <a:pt x="50455" y="11736"/>
                  </a:lnTo>
                  <a:lnTo>
                    <a:pt x="53937" y="17078"/>
                  </a:lnTo>
                  <a:lnTo>
                    <a:pt x="54120" y="17359"/>
                  </a:lnTo>
                  <a:lnTo>
                    <a:pt x="57364" y="22381"/>
                  </a:lnTo>
                  <a:lnTo>
                    <a:pt x="57719" y="22929"/>
                  </a:lnTo>
                  <a:lnTo>
                    <a:pt x="57872" y="23176"/>
                  </a:lnTo>
                  <a:lnTo>
                    <a:pt x="59690" y="26104"/>
                  </a:lnTo>
                  <a:lnTo>
                    <a:pt x="60601" y="27572"/>
                  </a:lnTo>
                  <a:lnTo>
                    <a:pt x="60714" y="27754"/>
                  </a:lnTo>
                  <a:lnTo>
                    <a:pt x="62416" y="30503"/>
                  </a:lnTo>
                  <a:lnTo>
                    <a:pt x="63419" y="32123"/>
                  </a:lnTo>
                  <a:lnTo>
                    <a:pt x="54291" y="37502"/>
                  </a:lnTo>
                  <a:lnTo>
                    <a:pt x="54037" y="37651"/>
                  </a:lnTo>
                  <a:lnTo>
                    <a:pt x="54014" y="38032"/>
                  </a:lnTo>
                  <a:lnTo>
                    <a:pt x="56832" y="42015"/>
                  </a:lnTo>
                  <a:lnTo>
                    <a:pt x="57065" y="42379"/>
                  </a:lnTo>
                  <a:lnTo>
                    <a:pt x="57172" y="42547"/>
                  </a:lnTo>
                  <a:lnTo>
                    <a:pt x="58455" y="44357"/>
                  </a:lnTo>
                  <a:lnTo>
                    <a:pt x="58721" y="44732"/>
                  </a:lnTo>
                  <a:lnTo>
                    <a:pt x="59760" y="46212"/>
                  </a:lnTo>
                  <a:lnTo>
                    <a:pt x="60388" y="47106"/>
                  </a:lnTo>
                  <a:lnTo>
                    <a:pt x="61761" y="49069"/>
                  </a:lnTo>
                  <a:lnTo>
                    <a:pt x="62164" y="49508"/>
                  </a:lnTo>
                  <a:lnTo>
                    <a:pt x="62877" y="50281"/>
                  </a:lnTo>
                  <a:lnTo>
                    <a:pt x="63001" y="52470"/>
                  </a:lnTo>
                  <a:lnTo>
                    <a:pt x="63454" y="52627"/>
                  </a:lnTo>
                  <a:lnTo>
                    <a:pt x="64049" y="52833"/>
                  </a:lnTo>
                  <a:lnTo>
                    <a:pt x="65951" y="53491"/>
                  </a:lnTo>
                  <a:lnTo>
                    <a:pt x="66779" y="53777"/>
                  </a:lnTo>
                  <a:lnTo>
                    <a:pt x="67462" y="54014"/>
                  </a:lnTo>
                  <a:lnTo>
                    <a:pt x="68624" y="54416"/>
                  </a:lnTo>
                  <a:lnTo>
                    <a:pt x="69804" y="54824"/>
                  </a:lnTo>
                  <a:lnTo>
                    <a:pt x="69981" y="54803"/>
                  </a:lnTo>
                  <a:lnTo>
                    <a:pt x="70686" y="54720"/>
                  </a:lnTo>
                  <a:lnTo>
                    <a:pt x="72058" y="54870"/>
                  </a:lnTo>
                  <a:lnTo>
                    <a:pt x="72985" y="55311"/>
                  </a:lnTo>
                  <a:lnTo>
                    <a:pt x="73429" y="55522"/>
                  </a:lnTo>
                  <a:lnTo>
                    <a:pt x="73381" y="56806"/>
                  </a:lnTo>
                  <a:lnTo>
                    <a:pt x="73234" y="60703"/>
                  </a:lnTo>
                  <a:lnTo>
                    <a:pt x="73427" y="61844"/>
                  </a:lnTo>
                  <a:lnTo>
                    <a:pt x="73683" y="63351"/>
                  </a:lnTo>
                  <a:lnTo>
                    <a:pt x="73632" y="64085"/>
                  </a:lnTo>
                  <a:lnTo>
                    <a:pt x="73621" y="64236"/>
                  </a:lnTo>
                  <a:lnTo>
                    <a:pt x="73552" y="65239"/>
                  </a:lnTo>
                  <a:lnTo>
                    <a:pt x="72738" y="67033"/>
                  </a:lnTo>
                  <a:lnTo>
                    <a:pt x="75235" y="67256"/>
                  </a:lnTo>
                  <a:lnTo>
                    <a:pt x="76541" y="67372"/>
                  </a:lnTo>
                  <a:lnTo>
                    <a:pt x="77534" y="67460"/>
                  </a:lnTo>
                  <a:lnTo>
                    <a:pt x="76846" y="72151"/>
                  </a:lnTo>
                  <a:lnTo>
                    <a:pt x="76037" y="76629"/>
                  </a:lnTo>
                  <a:lnTo>
                    <a:pt x="75943" y="77149"/>
                  </a:lnTo>
                  <a:lnTo>
                    <a:pt x="75876" y="77521"/>
                  </a:lnTo>
                  <a:lnTo>
                    <a:pt x="75138" y="82407"/>
                  </a:lnTo>
                  <a:lnTo>
                    <a:pt x="74746" y="82392"/>
                  </a:lnTo>
                  <a:lnTo>
                    <a:pt x="74325" y="82377"/>
                  </a:lnTo>
                  <a:lnTo>
                    <a:pt x="73939" y="8236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4" name="pg413"/>
            <p:cNvSpPr/>
            <p:nvPr/>
          </p:nvSpPr>
          <p:spPr>
            <a:xfrm>
              <a:off x="4351833" y="4828968"/>
              <a:ext cx="113063" cy="73030"/>
            </a:xfrm>
            <a:custGeom>
              <a:avLst/>
              <a:pathLst>
                <a:path w="113063" h="73030">
                  <a:moveTo>
                    <a:pt x="42282" y="539"/>
                  </a:moveTo>
                  <a:lnTo>
                    <a:pt x="49837" y="6566"/>
                  </a:lnTo>
                  <a:lnTo>
                    <a:pt x="54667" y="10419"/>
                  </a:lnTo>
                  <a:lnTo>
                    <a:pt x="54985" y="10673"/>
                  </a:lnTo>
                  <a:lnTo>
                    <a:pt x="68129" y="20928"/>
                  </a:lnTo>
                  <a:lnTo>
                    <a:pt x="68905" y="21082"/>
                  </a:lnTo>
                  <a:lnTo>
                    <a:pt x="70723" y="21441"/>
                  </a:lnTo>
                  <a:lnTo>
                    <a:pt x="70824" y="21072"/>
                  </a:lnTo>
                  <a:lnTo>
                    <a:pt x="76479" y="22499"/>
                  </a:lnTo>
                  <a:lnTo>
                    <a:pt x="78526" y="23016"/>
                  </a:lnTo>
                  <a:lnTo>
                    <a:pt x="80330" y="23485"/>
                  </a:lnTo>
                  <a:lnTo>
                    <a:pt x="82446" y="24298"/>
                  </a:lnTo>
                  <a:lnTo>
                    <a:pt x="83508" y="24706"/>
                  </a:lnTo>
                  <a:lnTo>
                    <a:pt x="83868" y="24844"/>
                  </a:lnTo>
                  <a:lnTo>
                    <a:pt x="86976" y="25628"/>
                  </a:lnTo>
                  <a:lnTo>
                    <a:pt x="87599" y="25780"/>
                  </a:lnTo>
                  <a:lnTo>
                    <a:pt x="92692" y="26863"/>
                  </a:lnTo>
                  <a:lnTo>
                    <a:pt x="93302" y="26925"/>
                  </a:lnTo>
                  <a:lnTo>
                    <a:pt x="93412" y="25251"/>
                  </a:lnTo>
                  <a:lnTo>
                    <a:pt x="95305" y="25560"/>
                  </a:lnTo>
                  <a:lnTo>
                    <a:pt x="97028" y="25873"/>
                  </a:lnTo>
                  <a:lnTo>
                    <a:pt x="98050" y="25978"/>
                  </a:lnTo>
                  <a:lnTo>
                    <a:pt x="98632" y="26038"/>
                  </a:lnTo>
                  <a:lnTo>
                    <a:pt x="98783" y="28142"/>
                  </a:lnTo>
                  <a:lnTo>
                    <a:pt x="100736" y="30354"/>
                  </a:lnTo>
                  <a:lnTo>
                    <a:pt x="101326" y="32077"/>
                  </a:lnTo>
                  <a:lnTo>
                    <a:pt x="103880" y="31771"/>
                  </a:lnTo>
                  <a:lnTo>
                    <a:pt x="104668" y="31729"/>
                  </a:lnTo>
                  <a:lnTo>
                    <a:pt x="107462" y="32106"/>
                  </a:lnTo>
                  <a:lnTo>
                    <a:pt x="107529" y="32875"/>
                  </a:lnTo>
                  <a:lnTo>
                    <a:pt x="107746" y="32909"/>
                  </a:lnTo>
                  <a:lnTo>
                    <a:pt x="110151" y="32997"/>
                  </a:lnTo>
                  <a:lnTo>
                    <a:pt x="111864" y="33060"/>
                  </a:lnTo>
                  <a:lnTo>
                    <a:pt x="112250" y="33074"/>
                  </a:lnTo>
                  <a:lnTo>
                    <a:pt x="112671" y="33090"/>
                  </a:lnTo>
                  <a:lnTo>
                    <a:pt x="113063" y="33104"/>
                  </a:lnTo>
                  <a:lnTo>
                    <a:pt x="112453" y="36054"/>
                  </a:lnTo>
                  <a:lnTo>
                    <a:pt x="112199" y="38466"/>
                  </a:lnTo>
                  <a:lnTo>
                    <a:pt x="112238" y="40254"/>
                  </a:lnTo>
                  <a:lnTo>
                    <a:pt x="110478" y="41163"/>
                  </a:lnTo>
                  <a:lnTo>
                    <a:pt x="109387" y="41684"/>
                  </a:lnTo>
                  <a:lnTo>
                    <a:pt x="109330" y="43865"/>
                  </a:lnTo>
                  <a:lnTo>
                    <a:pt x="109104" y="45768"/>
                  </a:lnTo>
                  <a:lnTo>
                    <a:pt x="109026" y="46430"/>
                  </a:lnTo>
                  <a:lnTo>
                    <a:pt x="108949" y="47071"/>
                  </a:lnTo>
                  <a:lnTo>
                    <a:pt x="106866" y="51562"/>
                  </a:lnTo>
                  <a:lnTo>
                    <a:pt x="105719" y="51050"/>
                  </a:lnTo>
                  <a:lnTo>
                    <a:pt x="105342" y="50882"/>
                  </a:lnTo>
                  <a:lnTo>
                    <a:pt x="104999" y="50736"/>
                  </a:lnTo>
                  <a:lnTo>
                    <a:pt x="104580" y="50558"/>
                  </a:lnTo>
                  <a:lnTo>
                    <a:pt x="104035" y="50327"/>
                  </a:lnTo>
                  <a:lnTo>
                    <a:pt x="103329" y="50027"/>
                  </a:lnTo>
                  <a:lnTo>
                    <a:pt x="102413" y="49638"/>
                  </a:lnTo>
                  <a:lnTo>
                    <a:pt x="100833" y="53325"/>
                  </a:lnTo>
                  <a:lnTo>
                    <a:pt x="100577" y="53923"/>
                  </a:lnTo>
                  <a:lnTo>
                    <a:pt x="99775" y="55714"/>
                  </a:lnTo>
                  <a:lnTo>
                    <a:pt x="99419" y="55553"/>
                  </a:lnTo>
                  <a:lnTo>
                    <a:pt x="96974" y="54529"/>
                  </a:lnTo>
                  <a:lnTo>
                    <a:pt x="91968" y="52293"/>
                  </a:lnTo>
                  <a:lnTo>
                    <a:pt x="92349" y="51623"/>
                  </a:lnTo>
                  <a:lnTo>
                    <a:pt x="92930" y="49952"/>
                  </a:lnTo>
                  <a:lnTo>
                    <a:pt x="87361" y="47778"/>
                  </a:lnTo>
                  <a:lnTo>
                    <a:pt x="84577" y="46751"/>
                  </a:lnTo>
                  <a:lnTo>
                    <a:pt x="80902" y="45429"/>
                  </a:lnTo>
                  <a:lnTo>
                    <a:pt x="80346" y="45227"/>
                  </a:lnTo>
                  <a:lnTo>
                    <a:pt x="80085" y="45132"/>
                  </a:lnTo>
                  <a:lnTo>
                    <a:pt x="79435" y="44897"/>
                  </a:lnTo>
                  <a:lnTo>
                    <a:pt x="78159" y="47960"/>
                  </a:lnTo>
                  <a:lnTo>
                    <a:pt x="78028" y="48284"/>
                  </a:lnTo>
                  <a:lnTo>
                    <a:pt x="73313" y="46698"/>
                  </a:lnTo>
                  <a:lnTo>
                    <a:pt x="73061" y="46374"/>
                  </a:lnTo>
                  <a:lnTo>
                    <a:pt x="72576" y="46224"/>
                  </a:lnTo>
                  <a:lnTo>
                    <a:pt x="70838" y="51643"/>
                  </a:lnTo>
                  <a:lnTo>
                    <a:pt x="69113" y="57021"/>
                  </a:lnTo>
                  <a:lnTo>
                    <a:pt x="68580" y="58683"/>
                  </a:lnTo>
                  <a:lnTo>
                    <a:pt x="68023" y="60417"/>
                  </a:lnTo>
                  <a:lnTo>
                    <a:pt x="67368" y="62459"/>
                  </a:lnTo>
                  <a:lnTo>
                    <a:pt x="65684" y="67711"/>
                  </a:lnTo>
                  <a:lnTo>
                    <a:pt x="65612" y="67936"/>
                  </a:lnTo>
                  <a:lnTo>
                    <a:pt x="63978" y="73030"/>
                  </a:lnTo>
                  <a:lnTo>
                    <a:pt x="54790" y="70636"/>
                  </a:lnTo>
                  <a:lnTo>
                    <a:pt x="52964" y="70160"/>
                  </a:lnTo>
                  <a:lnTo>
                    <a:pt x="52791" y="70114"/>
                  </a:lnTo>
                  <a:lnTo>
                    <a:pt x="49691" y="69305"/>
                  </a:lnTo>
                  <a:lnTo>
                    <a:pt x="48341" y="68952"/>
                  </a:lnTo>
                  <a:lnTo>
                    <a:pt x="46857" y="68565"/>
                  </a:lnTo>
                  <a:lnTo>
                    <a:pt x="46620" y="68503"/>
                  </a:lnTo>
                  <a:lnTo>
                    <a:pt x="30882" y="64254"/>
                  </a:lnTo>
                  <a:lnTo>
                    <a:pt x="30377" y="64106"/>
                  </a:lnTo>
                  <a:lnTo>
                    <a:pt x="30035" y="64007"/>
                  </a:lnTo>
                  <a:lnTo>
                    <a:pt x="22273" y="61743"/>
                  </a:lnTo>
                  <a:lnTo>
                    <a:pt x="21862" y="61623"/>
                  </a:lnTo>
                  <a:lnTo>
                    <a:pt x="20889" y="61339"/>
                  </a:lnTo>
                  <a:lnTo>
                    <a:pt x="20419" y="61201"/>
                  </a:lnTo>
                  <a:lnTo>
                    <a:pt x="12864" y="58979"/>
                  </a:lnTo>
                  <a:lnTo>
                    <a:pt x="7072" y="57276"/>
                  </a:lnTo>
                  <a:lnTo>
                    <a:pt x="5909" y="56933"/>
                  </a:lnTo>
                  <a:lnTo>
                    <a:pt x="5409" y="56382"/>
                  </a:lnTo>
                  <a:lnTo>
                    <a:pt x="4953" y="55880"/>
                  </a:lnTo>
                  <a:lnTo>
                    <a:pt x="647" y="51132"/>
                  </a:lnTo>
                  <a:lnTo>
                    <a:pt x="0" y="50419"/>
                  </a:lnTo>
                  <a:lnTo>
                    <a:pt x="1465" y="49079"/>
                  </a:lnTo>
                  <a:lnTo>
                    <a:pt x="2064" y="48532"/>
                  </a:lnTo>
                  <a:lnTo>
                    <a:pt x="3803" y="46942"/>
                  </a:lnTo>
                  <a:lnTo>
                    <a:pt x="6033" y="44902"/>
                  </a:lnTo>
                  <a:lnTo>
                    <a:pt x="9175" y="42030"/>
                  </a:lnTo>
                  <a:lnTo>
                    <a:pt x="11360" y="40032"/>
                  </a:lnTo>
                  <a:lnTo>
                    <a:pt x="15032" y="36675"/>
                  </a:lnTo>
                  <a:lnTo>
                    <a:pt x="16287" y="35179"/>
                  </a:lnTo>
                  <a:lnTo>
                    <a:pt x="18877" y="32092"/>
                  </a:lnTo>
                  <a:lnTo>
                    <a:pt x="21082" y="29463"/>
                  </a:lnTo>
                  <a:lnTo>
                    <a:pt x="21724" y="28698"/>
                  </a:lnTo>
                  <a:lnTo>
                    <a:pt x="24543" y="25338"/>
                  </a:lnTo>
                  <a:lnTo>
                    <a:pt x="27387" y="21949"/>
                  </a:lnTo>
                  <a:lnTo>
                    <a:pt x="27655" y="21628"/>
                  </a:lnTo>
                  <a:lnTo>
                    <a:pt x="29456" y="19482"/>
                  </a:lnTo>
                  <a:lnTo>
                    <a:pt x="30860" y="17169"/>
                  </a:lnTo>
                  <a:lnTo>
                    <a:pt x="31677" y="15230"/>
                  </a:lnTo>
                  <a:lnTo>
                    <a:pt x="34819" y="9626"/>
                  </a:lnTo>
                  <a:lnTo>
                    <a:pt x="36084" y="7372"/>
                  </a:lnTo>
                  <a:lnTo>
                    <a:pt x="37925" y="4088"/>
                  </a:lnTo>
                  <a:lnTo>
                    <a:pt x="38172" y="4247"/>
                  </a:lnTo>
                  <a:lnTo>
                    <a:pt x="41449"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5" name="pg414"/>
            <p:cNvSpPr/>
            <p:nvPr/>
          </p:nvSpPr>
          <p:spPr>
            <a:xfrm>
              <a:off x="4280779" y="4818392"/>
              <a:ext cx="109848" cy="69365"/>
            </a:xfrm>
            <a:custGeom>
              <a:avLst/>
              <a:pathLst>
                <a:path w="109848" h="69365">
                  <a:moveTo>
                    <a:pt x="39417" y="248"/>
                  </a:moveTo>
                  <a:lnTo>
                    <a:pt x="44709" y="3002"/>
                  </a:lnTo>
                  <a:lnTo>
                    <a:pt x="50015" y="5764"/>
                  </a:lnTo>
                  <a:lnTo>
                    <a:pt x="50798" y="6171"/>
                  </a:lnTo>
                  <a:lnTo>
                    <a:pt x="55015" y="8378"/>
                  </a:lnTo>
                  <a:lnTo>
                    <a:pt x="55844" y="8812"/>
                  </a:lnTo>
                  <a:lnTo>
                    <a:pt x="56550" y="9182"/>
                  </a:lnTo>
                  <a:lnTo>
                    <a:pt x="57583" y="9713"/>
                  </a:lnTo>
                  <a:lnTo>
                    <a:pt x="60928" y="11431"/>
                  </a:lnTo>
                  <a:lnTo>
                    <a:pt x="62503" y="12240"/>
                  </a:lnTo>
                  <a:lnTo>
                    <a:pt x="66569" y="14329"/>
                  </a:lnTo>
                  <a:lnTo>
                    <a:pt x="72782" y="17521"/>
                  </a:lnTo>
                  <a:lnTo>
                    <a:pt x="73069" y="16918"/>
                  </a:lnTo>
                  <a:lnTo>
                    <a:pt x="74988" y="12878"/>
                  </a:lnTo>
                  <a:lnTo>
                    <a:pt x="75454" y="11897"/>
                  </a:lnTo>
                  <a:lnTo>
                    <a:pt x="76847" y="9708"/>
                  </a:lnTo>
                  <a:lnTo>
                    <a:pt x="77209" y="9907"/>
                  </a:lnTo>
                  <a:lnTo>
                    <a:pt x="82163" y="12630"/>
                  </a:lnTo>
                  <a:lnTo>
                    <a:pt x="85879" y="14672"/>
                  </a:lnTo>
                  <a:lnTo>
                    <a:pt x="88233" y="16246"/>
                  </a:lnTo>
                  <a:lnTo>
                    <a:pt x="88295" y="16000"/>
                  </a:lnTo>
                  <a:lnTo>
                    <a:pt x="88538" y="15044"/>
                  </a:lnTo>
                  <a:lnTo>
                    <a:pt x="92875" y="6715"/>
                  </a:lnTo>
                  <a:lnTo>
                    <a:pt x="93978" y="4418"/>
                  </a:lnTo>
                  <a:lnTo>
                    <a:pt x="94626" y="3061"/>
                  </a:lnTo>
                  <a:lnTo>
                    <a:pt x="94821" y="3173"/>
                  </a:lnTo>
                  <a:lnTo>
                    <a:pt x="96558" y="4067"/>
                  </a:lnTo>
                  <a:lnTo>
                    <a:pt x="97431" y="4516"/>
                  </a:lnTo>
                  <a:lnTo>
                    <a:pt x="98111" y="4866"/>
                  </a:lnTo>
                  <a:lnTo>
                    <a:pt x="98830" y="5236"/>
                  </a:lnTo>
                  <a:lnTo>
                    <a:pt x="100966" y="6335"/>
                  </a:lnTo>
                  <a:lnTo>
                    <a:pt x="102025" y="6880"/>
                  </a:lnTo>
                  <a:lnTo>
                    <a:pt x="102290" y="7016"/>
                  </a:lnTo>
                  <a:lnTo>
                    <a:pt x="102445" y="7096"/>
                  </a:lnTo>
                  <a:lnTo>
                    <a:pt x="102780" y="7268"/>
                  </a:lnTo>
                  <a:lnTo>
                    <a:pt x="103140" y="7453"/>
                  </a:lnTo>
                  <a:lnTo>
                    <a:pt x="104666" y="8168"/>
                  </a:lnTo>
                  <a:lnTo>
                    <a:pt x="108103" y="9779"/>
                  </a:lnTo>
                  <a:lnTo>
                    <a:pt x="109387" y="10452"/>
                  </a:lnTo>
                  <a:lnTo>
                    <a:pt x="109680" y="10606"/>
                  </a:lnTo>
                  <a:lnTo>
                    <a:pt x="109848" y="10774"/>
                  </a:lnTo>
                  <a:lnTo>
                    <a:pt x="109100" y="13371"/>
                  </a:lnTo>
                  <a:lnTo>
                    <a:pt x="108979" y="14665"/>
                  </a:lnTo>
                  <a:lnTo>
                    <a:pt x="107138" y="17948"/>
                  </a:lnTo>
                  <a:lnTo>
                    <a:pt x="105874" y="20203"/>
                  </a:lnTo>
                  <a:lnTo>
                    <a:pt x="102731" y="25806"/>
                  </a:lnTo>
                  <a:lnTo>
                    <a:pt x="101915" y="27745"/>
                  </a:lnTo>
                  <a:lnTo>
                    <a:pt x="100511" y="30058"/>
                  </a:lnTo>
                  <a:lnTo>
                    <a:pt x="98710" y="32205"/>
                  </a:lnTo>
                  <a:lnTo>
                    <a:pt x="98441" y="32525"/>
                  </a:lnTo>
                  <a:lnTo>
                    <a:pt x="95598" y="35914"/>
                  </a:lnTo>
                  <a:lnTo>
                    <a:pt x="92779" y="39274"/>
                  </a:lnTo>
                  <a:lnTo>
                    <a:pt x="92137" y="40039"/>
                  </a:lnTo>
                  <a:lnTo>
                    <a:pt x="89931" y="42668"/>
                  </a:lnTo>
                  <a:lnTo>
                    <a:pt x="87342" y="45755"/>
                  </a:lnTo>
                  <a:lnTo>
                    <a:pt x="86086" y="47251"/>
                  </a:lnTo>
                  <a:lnTo>
                    <a:pt x="82414" y="50608"/>
                  </a:lnTo>
                  <a:lnTo>
                    <a:pt x="80229" y="52606"/>
                  </a:lnTo>
                  <a:lnTo>
                    <a:pt x="77088" y="55478"/>
                  </a:lnTo>
                  <a:lnTo>
                    <a:pt x="74857" y="57518"/>
                  </a:lnTo>
                  <a:lnTo>
                    <a:pt x="73118" y="59108"/>
                  </a:lnTo>
                  <a:lnTo>
                    <a:pt x="72519" y="59655"/>
                  </a:lnTo>
                  <a:lnTo>
                    <a:pt x="71054" y="60995"/>
                  </a:lnTo>
                  <a:lnTo>
                    <a:pt x="67100" y="64610"/>
                  </a:lnTo>
                  <a:lnTo>
                    <a:pt x="61872" y="69365"/>
                  </a:lnTo>
                  <a:lnTo>
                    <a:pt x="58865" y="65804"/>
                  </a:lnTo>
                  <a:lnTo>
                    <a:pt x="56098" y="62529"/>
                  </a:lnTo>
                  <a:lnTo>
                    <a:pt x="50704" y="67261"/>
                  </a:lnTo>
                  <a:lnTo>
                    <a:pt x="50162" y="66676"/>
                  </a:lnTo>
                  <a:lnTo>
                    <a:pt x="49773" y="66255"/>
                  </a:lnTo>
                  <a:lnTo>
                    <a:pt x="47176" y="63447"/>
                  </a:lnTo>
                  <a:lnTo>
                    <a:pt x="46319" y="62448"/>
                  </a:lnTo>
                  <a:lnTo>
                    <a:pt x="43015" y="58600"/>
                  </a:lnTo>
                  <a:lnTo>
                    <a:pt x="42322" y="57792"/>
                  </a:lnTo>
                  <a:lnTo>
                    <a:pt x="38487" y="53313"/>
                  </a:lnTo>
                  <a:lnTo>
                    <a:pt x="37287" y="54366"/>
                  </a:lnTo>
                  <a:lnTo>
                    <a:pt x="36985" y="54635"/>
                  </a:lnTo>
                  <a:lnTo>
                    <a:pt x="35278" y="56156"/>
                  </a:lnTo>
                  <a:lnTo>
                    <a:pt x="33689" y="57572"/>
                  </a:lnTo>
                  <a:lnTo>
                    <a:pt x="32930" y="58258"/>
                  </a:lnTo>
                  <a:lnTo>
                    <a:pt x="32671" y="58483"/>
                  </a:lnTo>
                  <a:lnTo>
                    <a:pt x="28623" y="62002"/>
                  </a:lnTo>
                  <a:lnTo>
                    <a:pt x="24364" y="65796"/>
                  </a:lnTo>
                  <a:lnTo>
                    <a:pt x="14317" y="54439"/>
                  </a:lnTo>
                  <a:lnTo>
                    <a:pt x="10812" y="50479"/>
                  </a:lnTo>
                  <a:lnTo>
                    <a:pt x="9188" y="48712"/>
                  </a:lnTo>
                  <a:lnTo>
                    <a:pt x="2723" y="41571"/>
                  </a:lnTo>
                  <a:lnTo>
                    <a:pt x="314" y="38911"/>
                  </a:lnTo>
                  <a:lnTo>
                    <a:pt x="0" y="38572"/>
                  </a:lnTo>
                  <a:lnTo>
                    <a:pt x="3980" y="35088"/>
                  </a:lnTo>
                  <a:lnTo>
                    <a:pt x="5654" y="33623"/>
                  </a:lnTo>
                  <a:lnTo>
                    <a:pt x="8061" y="31516"/>
                  </a:lnTo>
                  <a:lnTo>
                    <a:pt x="12620" y="27525"/>
                  </a:lnTo>
                  <a:lnTo>
                    <a:pt x="16952" y="23733"/>
                  </a:lnTo>
                  <a:lnTo>
                    <a:pt x="17419" y="23324"/>
                  </a:lnTo>
                  <a:lnTo>
                    <a:pt x="17656" y="23116"/>
                  </a:lnTo>
                  <a:lnTo>
                    <a:pt x="19820" y="21141"/>
                  </a:lnTo>
                  <a:lnTo>
                    <a:pt x="21086" y="19985"/>
                  </a:lnTo>
                  <a:lnTo>
                    <a:pt x="21263" y="19822"/>
                  </a:lnTo>
                  <a:lnTo>
                    <a:pt x="23765" y="17516"/>
                  </a:lnTo>
                  <a:lnTo>
                    <a:pt x="25539" y="15880"/>
                  </a:lnTo>
                  <a:lnTo>
                    <a:pt x="25823" y="15618"/>
                  </a:lnTo>
                  <a:lnTo>
                    <a:pt x="27968" y="13641"/>
                  </a:lnTo>
                  <a:lnTo>
                    <a:pt x="28474" y="13175"/>
                  </a:lnTo>
                  <a:lnTo>
                    <a:pt x="28935" y="12750"/>
                  </a:lnTo>
                  <a:lnTo>
                    <a:pt x="30809" y="11022"/>
                  </a:lnTo>
                  <a:lnTo>
                    <a:pt x="31330" y="10543"/>
                  </a:lnTo>
                  <a:lnTo>
                    <a:pt x="31625" y="10270"/>
                  </a:lnTo>
                  <a:lnTo>
                    <a:pt x="32199" y="9741"/>
                  </a:lnTo>
                  <a:lnTo>
                    <a:pt x="33314" y="8714"/>
                  </a:lnTo>
                  <a:lnTo>
                    <a:pt x="33552" y="8456"/>
                  </a:lnTo>
                  <a:lnTo>
                    <a:pt x="34639" y="7275"/>
                  </a:lnTo>
                  <a:lnTo>
                    <a:pt x="34756" y="7147"/>
                  </a:lnTo>
                  <a:lnTo>
                    <a:pt x="35387" y="6462"/>
                  </a:lnTo>
                  <a:lnTo>
                    <a:pt x="36281" y="4877"/>
                  </a:lnTo>
                  <a:lnTo>
                    <a:pt x="36955" y="3683"/>
                  </a:lnTo>
                  <a:lnTo>
                    <a:pt x="37045" y="3524"/>
                  </a:lnTo>
                  <a:lnTo>
                    <a:pt x="37985" y="1836"/>
                  </a:lnTo>
                  <a:lnTo>
                    <a:pt x="38382" y="1124"/>
                  </a:lnTo>
                  <a:lnTo>
                    <a:pt x="39008"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6" name="pg415"/>
            <p:cNvSpPr/>
            <p:nvPr/>
          </p:nvSpPr>
          <p:spPr>
            <a:xfrm>
              <a:off x="4201665" y="4789078"/>
              <a:ext cx="96533" cy="94881"/>
            </a:xfrm>
            <a:custGeom>
              <a:avLst/>
              <a:pathLst>
                <a:path w="96533" h="94881">
                  <a:moveTo>
                    <a:pt x="83413" y="46422"/>
                  </a:moveTo>
                  <a:lnTo>
                    <a:pt x="83651" y="46510"/>
                  </a:lnTo>
                  <a:lnTo>
                    <a:pt x="83941" y="46268"/>
                  </a:lnTo>
                  <a:lnTo>
                    <a:pt x="84407" y="45878"/>
                  </a:lnTo>
                  <a:lnTo>
                    <a:pt x="85965" y="47521"/>
                  </a:lnTo>
                  <a:lnTo>
                    <a:pt x="88158" y="45640"/>
                  </a:lnTo>
                  <a:lnTo>
                    <a:pt x="88817" y="45075"/>
                  </a:lnTo>
                  <a:lnTo>
                    <a:pt x="89103" y="44817"/>
                  </a:lnTo>
                  <a:lnTo>
                    <a:pt x="91141" y="46962"/>
                  </a:lnTo>
                  <a:lnTo>
                    <a:pt x="92650" y="48550"/>
                  </a:lnTo>
                  <a:lnTo>
                    <a:pt x="96043" y="52122"/>
                  </a:lnTo>
                  <a:lnTo>
                    <a:pt x="96533" y="52637"/>
                  </a:lnTo>
                  <a:lnTo>
                    <a:pt x="96065" y="53047"/>
                  </a:lnTo>
                  <a:lnTo>
                    <a:pt x="91733" y="56839"/>
                  </a:lnTo>
                  <a:lnTo>
                    <a:pt x="87174" y="60830"/>
                  </a:lnTo>
                  <a:lnTo>
                    <a:pt x="84767" y="62937"/>
                  </a:lnTo>
                  <a:lnTo>
                    <a:pt x="83093" y="64402"/>
                  </a:lnTo>
                  <a:lnTo>
                    <a:pt x="79113" y="67886"/>
                  </a:lnTo>
                  <a:lnTo>
                    <a:pt x="79428" y="68225"/>
                  </a:lnTo>
                  <a:lnTo>
                    <a:pt x="81836" y="70885"/>
                  </a:lnTo>
                  <a:lnTo>
                    <a:pt x="88301" y="78026"/>
                  </a:lnTo>
                  <a:lnTo>
                    <a:pt x="89926" y="79793"/>
                  </a:lnTo>
                  <a:lnTo>
                    <a:pt x="86648" y="82639"/>
                  </a:lnTo>
                  <a:lnTo>
                    <a:pt x="85509" y="83628"/>
                  </a:lnTo>
                  <a:lnTo>
                    <a:pt x="85242" y="83860"/>
                  </a:lnTo>
                  <a:lnTo>
                    <a:pt x="76461" y="91486"/>
                  </a:lnTo>
                  <a:lnTo>
                    <a:pt x="75321" y="92476"/>
                  </a:lnTo>
                  <a:lnTo>
                    <a:pt x="72551" y="94881"/>
                  </a:lnTo>
                  <a:lnTo>
                    <a:pt x="72152" y="94468"/>
                  </a:lnTo>
                  <a:lnTo>
                    <a:pt x="69288" y="91503"/>
                  </a:lnTo>
                  <a:lnTo>
                    <a:pt x="66830" y="91070"/>
                  </a:lnTo>
                  <a:lnTo>
                    <a:pt x="66588" y="90994"/>
                  </a:lnTo>
                  <a:lnTo>
                    <a:pt x="64815" y="90441"/>
                  </a:lnTo>
                  <a:lnTo>
                    <a:pt x="61380" y="89367"/>
                  </a:lnTo>
                  <a:lnTo>
                    <a:pt x="61112" y="89292"/>
                  </a:lnTo>
                  <a:lnTo>
                    <a:pt x="60016" y="88984"/>
                  </a:lnTo>
                  <a:lnTo>
                    <a:pt x="53532" y="87164"/>
                  </a:lnTo>
                  <a:lnTo>
                    <a:pt x="48271" y="85688"/>
                  </a:lnTo>
                  <a:lnTo>
                    <a:pt x="37636" y="82704"/>
                  </a:lnTo>
                  <a:lnTo>
                    <a:pt x="37727" y="82325"/>
                  </a:lnTo>
                  <a:lnTo>
                    <a:pt x="39117" y="77562"/>
                  </a:lnTo>
                  <a:lnTo>
                    <a:pt x="37301" y="77061"/>
                  </a:lnTo>
                  <a:lnTo>
                    <a:pt x="34901" y="76398"/>
                  </a:lnTo>
                  <a:lnTo>
                    <a:pt x="30086" y="75141"/>
                  </a:lnTo>
                  <a:lnTo>
                    <a:pt x="27673" y="74511"/>
                  </a:lnTo>
                  <a:lnTo>
                    <a:pt x="22144" y="72652"/>
                  </a:lnTo>
                  <a:lnTo>
                    <a:pt x="17416" y="71512"/>
                  </a:lnTo>
                  <a:lnTo>
                    <a:pt x="13146" y="70212"/>
                  </a:lnTo>
                  <a:lnTo>
                    <a:pt x="10134" y="69557"/>
                  </a:lnTo>
                  <a:lnTo>
                    <a:pt x="8853" y="69278"/>
                  </a:lnTo>
                  <a:lnTo>
                    <a:pt x="8051" y="68987"/>
                  </a:lnTo>
                  <a:lnTo>
                    <a:pt x="7516" y="68793"/>
                  </a:lnTo>
                  <a:lnTo>
                    <a:pt x="6898" y="68657"/>
                  </a:lnTo>
                  <a:lnTo>
                    <a:pt x="6739" y="68703"/>
                  </a:lnTo>
                  <a:lnTo>
                    <a:pt x="7230" y="68036"/>
                  </a:lnTo>
                  <a:lnTo>
                    <a:pt x="8862" y="65587"/>
                  </a:lnTo>
                  <a:lnTo>
                    <a:pt x="8694" y="64855"/>
                  </a:lnTo>
                  <a:lnTo>
                    <a:pt x="9031" y="64429"/>
                  </a:lnTo>
                  <a:lnTo>
                    <a:pt x="11275" y="60763"/>
                  </a:lnTo>
                  <a:lnTo>
                    <a:pt x="9650" y="58563"/>
                  </a:lnTo>
                  <a:lnTo>
                    <a:pt x="8685" y="56642"/>
                  </a:lnTo>
                  <a:lnTo>
                    <a:pt x="8578" y="56275"/>
                  </a:lnTo>
                  <a:lnTo>
                    <a:pt x="8079" y="54559"/>
                  </a:lnTo>
                  <a:lnTo>
                    <a:pt x="7493" y="52319"/>
                  </a:lnTo>
                  <a:lnTo>
                    <a:pt x="7437" y="52105"/>
                  </a:lnTo>
                  <a:lnTo>
                    <a:pt x="7007" y="50458"/>
                  </a:lnTo>
                  <a:lnTo>
                    <a:pt x="6879" y="49794"/>
                  </a:lnTo>
                  <a:lnTo>
                    <a:pt x="6592" y="48303"/>
                  </a:lnTo>
                  <a:lnTo>
                    <a:pt x="6479" y="47875"/>
                  </a:lnTo>
                  <a:lnTo>
                    <a:pt x="4983" y="44437"/>
                  </a:lnTo>
                  <a:lnTo>
                    <a:pt x="4768" y="43942"/>
                  </a:lnTo>
                  <a:lnTo>
                    <a:pt x="3713" y="41686"/>
                  </a:lnTo>
                  <a:lnTo>
                    <a:pt x="3635" y="41521"/>
                  </a:lnTo>
                  <a:lnTo>
                    <a:pt x="3429" y="41079"/>
                  </a:lnTo>
                  <a:lnTo>
                    <a:pt x="3087" y="41067"/>
                  </a:lnTo>
                  <a:lnTo>
                    <a:pt x="1712" y="38204"/>
                  </a:lnTo>
                  <a:lnTo>
                    <a:pt x="1549" y="37840"/>
                  </a:lnTo>
                  <a:lnTo>
                    <a:pt x="161" y="34727"/>
                  </a:lnTo>
                  <a:lnTo>
                    <a:pt x="0" y="34365"/>
                  </a:lnTo>
                  <a:lnTo>
                    <a:pt x="1493" y="33782"/>
                  </a:lnTo>
                  <a:lnTo>
                    <a:pt x="2523" y="33380"/>
                  </a:lnTo>
                  <a:lnTo>
                    <a:pt x="5371" y="32267"/>
                  </a:lnTo>
                  <a:lnTo>
                    <a:pt x="5911" y="32056"/>
                  </a:lnTo>
                  <a:lnTo>
                    <a:pt x="7038" y="31615"/>
                  </a:lnTo>
                  <a:lnTo>
                    <a:pt x="8418" y="31077"/>
                  </a:lnTo>
                  <a:lnTo>
                    <a:pt x="8956" y="32861"/>
                  </a:lnTo>
                  <a:lnTo>
                    <a:pt x="11345" y="38187"/>
                  </a:lnTo>
                  <a:lnTo>
                    <a:pt x="11806" y="38536"/>
                  </a:lnTo>
                  <a:lnTo>
                    <a:pt x="12747" y="38957"/>
                  </a:lnTo>
                  <a:lnTo>
                    <a:pt x="12985" y="39050"/>
                  </a:lnTo>
                  <a:lnTo>
                    <a:pt x="13294" y="38917"/>
                  </a:lnTo>
                  <a:lnTo>
                    <a:pt x="14362" y="38459"/>
                  </a:lnTo>
                  <a:lnTo>
                    <a:pt x="16865" y="37384"/>
                  </a:lnTo>
                  <a:lnTo>
                    <a:pt x="17276" y="37261"/>
                  </a:lnTo>
                  <a:lnTo>
                    <a:pt x="17930" y="37841"/>
                  </a:lnTo>
                  <a:lnTo>
                    <a:pt x="18494" y="38623"/>
                  </a:lnTo>
                  <a:lnTo>
                    <a:pt x="18658" y="38845"/>
                  </a:lnTo>
                  <a:lnTo>
                    <a:pt x="19004" y="38605"/>
                  </a:lnTo>
                  <a:lnTo>
                    <a:pt x="19585" y="38956"/>
                  </a:lnTo>
                  <a:lnTo>
                    <a:pt x="20305" y="38395"/>
                  </a:lnTo>
                  <a:lnTo>
                    <a:pt x="20519" y="38376"/>
                  </a:lnTo>
                  <a:lnTo>
                    <a:pt x="20676" y="38491"/>
                  </a:lnTo>
                  <a:lnTo>
                    <a:pt x="20816" y="38593"/>
                  </a:lnTo>
                  <a:lnTo>
                    <a:pt x="21980" y="39445"/>
                  </a:lnTo>
                  <a:lnTo>
                    <a:pt x="23144" y="40297"/>
                  </a:lnTo>
                  <a:lnTo>
                    <a:pt x="23664" y="40655"/>
                  </a:lnTo>
                  <a:lnTo>
                    <a:pt x="25363" y="41823"/>
                  </a:lnTo>
                  <a:lnTo>
                    <a:pt x="25771" y="42268"/>
                  </a:lnTo>
                  <a:lnTo>
                    <a:pt x="25964" y="42478"/>
                  </a:lnTo>
                  <a:lnTo>
                    <a:pt x="26903" y="43500"/>
                  </a:lnTo>
                  <a:lnTo>
                    <a:pt x="27247" y="43875"/>
                  </a:lnTo>
                  <a:lnTo>
                    <a:pt x="28651" y="46146"/>
                  </a:lnTo>
                  <a:lnTo>
                    <a:pt x="29623" y="47719"/>
                  </a:lnTo>
                  <a:lnTo>
                    <a:pt x="30405" y="48985"/>
                  </a:lnTo>
                  <a:lnTo>
                    <a:pt x="29425" y="49720"/>
                  </a:lnTo>
                  <a:lnTo>
                    <a:pt x="28552" y="50572"/>
                  </a:lnTo>
                  <a:lnTo>
                    <a:pt x="28898" y="50949"/>
                  </a:lnTo>
                  <a:lnTo>
                    <a:pt x="29393" y="51490"/>
                  </a:lnTo>
                  <a:lnTo>
                    <a:pt x="30144" y="52310"/>
                  </a:lnTo>
                  <a:lnTo>
                    <a:pt x="30364" y="52550"/>
                  </a:lnTo>
                  <a:lnTo>
                    <a:pt x="31269" y="53539"/>
                  </a:lnTo>
                  <a:lnTo>
                    <a:pt x="31067" y="53718"/>
                  </a:lnTo>
                  <a:lnTo>
                    <a:pt x="30452" y="54313"/>
                  </a:lnTo>
                  <a:lnTo>
                    <a:pt x="30309" y="54452"/>
                  </a:lnTo>
                  <a:lnTo>
                    <a:pt x="27374" y="56867"/>
                  </a:lnTo>
                  <a:lnTo>
                    <a:pt x="26616" y="57529"/>
                  </a:lnTo>
                  <a:lnTo>
                    <a:pt x="25088" y="58865"/>
                  </a:lnTo>
                  <a:lnTo>
                    <a:pt x="24005" y="59812"/>
                  </a:lnTo>
                  <a:lnTo>
                    <a:pt x="23196" y="60514"/>
                  </a:lnTo>
                  <a:lnTo>
                    <a:pt x="23523" y="60896"/>
                  </a:lnTo>
                  <a:lnTo>
                    <a:pt x="24001" y="61455"/>
                  </a:lnTo>
                  <a:lnTo>
                    <a:pt x="24872" y="62289"/>
                  </a:lnTo>
                  <a:lnTo>
                    <a:pt x="25192" y="62596"/>
                  </a:lnTo>
                  <a:lnTo>
                    <a:pt x="27893" y="65112"/>
                  </a:lnTo>
                  <a:lnTo>
                    <a:pt x="28595" y="64512"/>
                  </a:lnTo>
                  <a:lnTo>
                    <a:pt x="30453" y="62820"/>
                  </a:lnTo>
                  <a:lnTo>
                    <a:pt x="34820" y="58842"/>
                  </a:lnTo>
                  <a:lnTo>
                    <a:pt x="35838" y="57915"/>
                  </a:lnTo>
                  <a:lnTo>
                    <a:pt x="36523" y="57292"/>
                  </a:lnTo>
                  <a:lnTo>
                    <a:pt x="37405" y="56487"/>
                  </a:lnTo>
                  <a:lnTo>
                    <a:pt x="41650" y="52634"/>
                  </a:lnTo>
                  <a:lnTo>
                    <a:pt x="42668" y="51709"/>
                  </a:lnTo>
                  <a:lnTo>
                    <a:pt x="42976" y="51430"/>
                  </a:lnTo>
                  <a:lnTo>
                    <a:pt x="43921" y="50572"/>
                  </a:lnTo>
                  <a:lnTo>
                    <a:pt x="44925" y="49660"/>
                  </a:lnTo>
                  <a:lnTo>
                    <a:pt x="49032" y="45932"/>
                  </a:lnTo>
                  <a:lnTo>
                    <a:pt x="49720" y="45307"/>
                  </a:lnTo>
                  <a:lnTo>
                    <a:pt x="50118" y="44946"/>
                  </a:lnTo>
                  <a:lnTo>
                    <a:pt x="51344" y="43833"/>
                  </a:lnTo>
                  <a:lnTo>
                    <a:pt x="52264" y="42997"/>
                  </a:lnTo>
                  <a:lnTo>
                    <a:pt x="53044" y="42699"/>
                  </a:lnTo>
                  <a:lnTo>
                    <a:pt x="54430" y="42169"/>
                  </a:lnTo>
                  <a:lnTo>
                    <a:pt x="55484" y="41766"/>
                  </a:lnTo>
                  <a:lnTo>
                    <a:pt x="57320" y="41063"/>
                  </a:lnTo>
                  <a:lnTo>
                    <a:pt x="56381" y="38738"/>
                  </a:lnTo>
                  <a:lnTo>
                    <a:pt x="55439" y="36403"/>
                  </a:lnTo>
                  <a:lnTo>
                    <a:pt x="55174" y="35746"/>
                  </a:lnTo>
                  <a:lnTo>
                    <a:pt x="55013" y="35348"/>
                  </a:lnTo>
                  <a:lnTo>
                    <a:pt x="54853" y="34950"/>
                  </a:lnTo>
                  <a:lnTo>
                    <a:pt x="53775" y="32279"/>
                  </a:lnTo>
                  <a:lnTo>
                    <a:pt x="52887" y="30079"/>
                  </a:lnTo>
                  <a:lnTo>
                    <a:pt x="52442" y="28976"/>
                  </a:lnTo>
                  <a:lnTo>
                    <a:pt x="51949" y="27753"/>
                  </a:lnTo>
                  <a:lnTo>
                    <a:pt x="50558" y="24306"/>
                  </a:lnTo>
                  <a:lnTo>
                    <a:pt x="50574" y="24080"/>
                  </a:lnTo>
                  <a:lnTo>
                    <a:pt x="50771" y="21371"/>
                  </a:lnTo>
                  <a:lnTo>
                    <a:pt x="50790" y="21110"/>
                  </a:lnTo>
                  <a:lnTo>
                    <a:pt x="51314" y="19842"/>
                  </a:lnTo>
                  <a:lnTo>
                    <a:pt x="51549" y="18139"/>
                  </a:lnTo>
                  <a:lnTo>
                    <a:pt x="51576" y="17944"/>
                  </a:lnTo>
                  <a:lnTo>
                    <a:pt x="51766" y="17053"/>
                  </a:lnTo>
                  <a:lnTo>
                    <a:pt x="51920" y="16328"/>
                  </a:lnTo>
                  <a:lnTo>
                    <a:pt x="52296" y="14558"/>
                  </a:lnTo>
                  <a:lnTo>
                    <a:pt x="52467" y="12486"/>
                  </a:lnTo>
                  <a:lnTo>
                    <a:pt x="52671" y="10004"/>
                  </a:lnTo>
                  <a:lnTo>
                    <a:pt x="52648" y="8526"/>
                  </a:lnTo>
                  <a:lnTo>
                    <a:pt x="52623" y="6904"/>
                  </a:lnTo>
                  <a:lnTo>
                    <a:pt x="52617" y="6504"/>
                  </a:lnTo>
                  <a:lnTo>
                    <a:pt x="52614" y="6338"/>
                  </a:lnTo>
                  <a:lnTo>
                    <a:pt x="52607" y="5873"/>
                  </a:lnTo>
                  <a:lnTo>
                    <a:pt x="52600" y="5408"/>
                  </a:lnTo>
                  <a:lnTo>
                    <a:pt x="52557" y="2588"/>
                  </a:lnTo>
                  <a:lnTo>
                    <a:pt x="52550" y="2124"/>
                  </a:lnTo>
                  <a:lnTo>
                    <a:pt x="52487" y="1914"/>
                  </a:lnTo>
                  <a:lnTo>
                    <a:pt x="53755" y="1678"/>
                  </a:lnTo>
                  <a:lnTo>
                    <a:pt x="56124" y="1238"/>
                  </a:lnTo>
                  <a:lnTo>
                    <a:pt x="56429" y="1179"/>
                  </a:lnTo>
                  <a:lnTo>
                    <a:pt x="56987" y="1072"/>
                  </a:lnTo>
                  <a:lnTo>
                    <a:pt x="59447" y="620"/>
                  </a:lnTo>
                  <a:lnTo>
                    <a:pt x="62219" y="105"/>
                  </a:lnTo>
                  <a:lnTo>
                    <a:pt x="62788" y="0"/>
                  </a:lnTo>
                  <a:lnTo>
                    <a:pt x="62883" y="246"/>
                  </a:lnTo>
                  <a:lnTo>
                    <a:pt x="63838" y="2738"/>
                  </a:lnTo>
                  <a:lnTo>
                    <a:pt x="64346" y="4064"/>
                  </a:lnTo>
                  <a:lnTo>
                    <a:pt x="64602" y="4731"/>
                  </a:lnTo>
                  <a:lnTo>
                    <a:pt x="65562" y="7238"/>
                  </a:lnTo>
                  <a:lnTo>
                    <a:pt x="65958" y="8270"/>
                  </a:lnTo>
                  <a:lnTo>
                    <a:pt x="66020" y="8432"/>
                  </a:lnTo>
                  <a:lnTo>
                    <a:pt x="66334" y="9250"/>
                  </a:lnTo>
                  <a:lnTo>
                    <a:pt x="66631" y="10026"/>
                  </a:lnTo>
                  <a:lnTo>
                    <a:pt x="67865" y="13244"/>
                  </a:lnTo>
                  <a:lnTo>
                    <a:pt x="68315" y="14334"/>
                  </a:lnTo>
                  <a:lnTo>
                    <a:pt x="70180" y="18999"/>
                  </a:lnTo>
                  <a:lnTo>
                    <a:pt x="71524" y="23209"/>
                  </a:lnTo>
                  <a:lnTo>
                    <a:pt x="71586" y="23400"/>
                  </a:lnTo>
                  <a:lnTo>
                    <a:pt x="72844" y="27806"/>
                  </a:lnTo>
                  <a:lnTo>
                    <a:pt x="72844" y="28092"/>
                  </a:lnTo>
                  <a:lnTo>
                    <a:pt x="72978" y="28434"/>
                  </a:lnTo>
                  <a:lnTo>
                    <a:pt x="73138" y="28844"/>
                  </a:lnTo>
                  <a:lnTo>
                    <a:pt x="73306" y="29276"/>
                  </a:lnTo>
                  <a:lnTo>
                    <a:pt x="73365" y="29425"/>
                  </a:lnTo>
                  <a:lnTo>
                    <a:pt x="73682" y="30238"/>
                  </a:lnTo>
                  <a:lnTo>
                    <a:pt x="73753" y="30418"/>
                  </a:lnTo>
                  <a:lnTo>
                    <a:pt x="74729" y="32917"/>
                  </a:lnTo>
                  <a:lnTo>
                    <a:pt x="75398" y="34013"/>
                  </a:lnTo>
                  <a:lnTo>
                    <a:pt x="77073" y="36596"/>
                  </a:lnTo>
                  <a:lnTo>
                    <a:pt x="77469" y="37207"/>
                  </a:lnTo>
                  <a:lnTo>
                    <a:pt x="77655" y="37663"/>
                  </a:lnTo>
                  <a:lnTo>
                    <a:pt x="78037" y="38598"/>
                  </a:lnTo>
                  <a:lnTo>
                    <a:pt x="78129" y="38824"/>
                  </a:lnTo>
                  <a:lnTo>
                    <a:pt x="78273" y="39032"/>
                  </a:lnTo>
                  <a:lnTo>
                    <a:pt x="78761" y="39738"/>
                  </a:lnTo>
                  <a:lnTo>
                    <a:pt x="79094" y="40219"/>
                  </a:lnTo>
                  <a:lnTo>
                    <a:pt x="79657" y="41032"/>
                  </a:lnTo>
                  <a:lnTo>
                    <a:pt x="80337" y="42848"/>
                  </a:lnTo>
                  <a:lnTo>
                    <a:pt x="80505" y="43297"/>
                  </a:lnTo>
                  <a:lnTo>
                    <a:pt x="80618" y="43485"/>
                  </a:lnTo>
                  <a:lnTo>
                    <a:pt x="80808" y="43801"/>
                  </a:lnTo>
                  <a:lnTo>
                    <a:pt x="81205" y="44465"/>
                  </a:lnTo>
                  <a:lnTo>
                    <a:pt x="82986" y="4626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7" name="pg416"/>
            <p:cNvSpPr/>
            <p:nvPr/>
          </p:nvSpPr>
          <p:spPr>
            <a:xfrm>
              <a:off x="4176664" y="4788218"/>
              <a:ext cx="50561" cy="47863"/>
            </a:xfrm>
            <a:custGeom>
              <a:avLst/>
              <a:pathLst>
                <a:path w="50561" h="47863">
                  <a:moveTo>
                    <a:pt x="0" y="23119"/>
                  </a:moveTo>
                  <a:lnTo>
                    <a:pt x="4069" y="0"/>
                  </a:lnTo>
                  <a:lnTo>
                    <a:pt x="7723" y="311"/>
                  </a:lnTo>
                  <a:lnTo>
                    <a:pt x="9421" y="738"/>
                  </a:lnTo>
                  <a:lnTo>
                    <a:pt x="12154" y="1365"/>
                  </a:lnTo>
                  <a:lnTo>
                    <a:pt x="13258" y="1612"/>
                  </a:lnTo>
                  <a:lnTo>
                    <a:pt x="14406" y="1870"/>
                  </a:lnTo>
                  <a:lnTo>
                    <a:pt x="15686" y="2159"/>
                  </a:lnTo>
                  <a:lnTo>
                    <a:pt x="17180" y="2599"/>
                  </a:lnTo>
                  <a:lnTo>
                    <a:pt x="18399" y="3193"/>
                  </a:lnTo>
                  <a:lnTo>
                    <a:pt x="19414" y="3822"/>
                  </a:lnTo>
                  <a:lnTo>
                    <a:pt x="20068" y="4804"/>
                  </a:lnTo>
                  <a:lnTo>
                    <a:pt x="21261" y="6265"/>
                  </a:lnTo>
                  <a:lnTo>
                    <a:pt x="23021" y="7637"/>
                  </a:lnTo>
                  <a:lnTo>
                    <a:pt x="25104" y="7777"/>
                  </a:lnTo>
                  <a:lnTo>
                    <a:pt x="27315" y="7786"/>
                  </a:lnTo>
                  <a:lnTo>
                    <a:pt x="29076" y="7574"/>
                  </a:lnTo>
                  <a:lnTo>
                    <a:pt x="29551" y="7517"/>
                  </a:lnTo>
                  <a:lnTo>
                    <a:pt x="32205" y="6682"/>
                  </a:lnTo>
                  <a:lnTo>
                    <a:pt x="33441" y="6006"/>
                  </a:lnTo>
                  <a:lnTo>
                    <a:pt x="33785" y="5818"/>
                  </a:lnTo>
                  <a:lnTo>
                    <a:pt x="34740" y="5391"/>
                  </a:lnTo>
                  <a:lnTo>
                    <a:pt x="35695" y="4965"/>
                  </a:lnTo>
                  <a:lnTo>
                    <a:pt x="35943" y="4937"/>
                  </a:lnTo>
                  <a:lnTo>
                    <a:pt x="36431" y="4881"/>
                  </a:lnTo>
                  <a:lnTo>
                    <a:pt x="36758" y="5119"/>
                  </a:lnTo>
                  <a:lnTo>
                    <a:pt x="37058" y="5337"/>
                  </a:lnTo>
                  <a:lnTo>
                    <a:pt x="37660" y="5774"/>
                  </a:lnTo>
                  <a:lnTo>
                    <a:pt x="38064" y="6067"/>
                  </a:lnTo>
                  <a:lnTo>
                    <a:pt x="38831" y="6625"/>
                  </a:lnTo>
                  <a:lnTo>
                    <a:pt x="39089" y="6812"/>
                  </a:lnTo>
                  <a:lnTo>
                    <a:pt x="39396" y="7035"/>
                  </a:lnTo>
                  <a:lnTo>
                    <a:pt x="39560" y="7154"/>
                  </a:lnTo>
                  <a:lnTo>
                    <a:pt x="41170" y="8185"/>
                  </a:lnTo>
                  <a:lnTo>
                    <a:pt x="41878" y="8639"/>
                  </a:lnTo>
                  <a:lnTo>
                    <a:pt x="42816" y="9240"/>
                  </a:lnTo>
                  <a:lnTo>
                    <a:pt x="43265" y="9527"/>
                  </a:lnTo>
                  <a:lnTo>
                    <a:pt x="44012" y="10006"/>
                  </a:lnTo>
                  <a:lnTo>
                    <a:pt x="44201" y="10127"/>
                  </a:lnTo>
                  <a:lnTo>
                    <a:pt x="44778" y="10497"/>
                  </a:lnTo>
                  <a:lnTo>
                    <a:pt x="46158" y="11381"/>
                  </a:lnTo>
                  <a:lnTo>
                    <a:pt x="46507" y="11605"/>
                  </a:lnTo>
                  <a:lnTo>
                    <a:pt x="47236" y="12072"/>
                  </a:lnTo>
                  <a:lnTo>
                    <a:pt x="47124" y="12202"/>
                  </a:lnTo>
                  <a:lnTo>
                    <a:pt x="47012" y="12332"/>
                  </a:lnTo>
                  <a:lnTo>
                    <a:pt x="46491" y="12937"/>
                  </a:lnTo>
                  <a:lnTo>
                    <a:pt x="46083" y="13411"/>
                  </a:lnTo>
                  <a:lnTo>
                    <a:pt x="45676" y="13883"/>
                  </a:lnTo>
                  <a:lnTo>
                    <a:pt x="45413" y="14188"/>
                  </a:lnTo>
                  <a:lnTo>
                    <a:pt x="45162" y="14636"/>
                  </a:lnTo>
                  <a:lnTo>
                    <a:pt x="45450" y="15243"/>
                  </a:lnTo>
                  <a:lnTo>
                    <a:pt x="45553" y="15452"/>
                  </a:lnTo>
                  <a:lnTo>
                    <a:pt x="45680" y="15707"/>
                  </a:lnTo>
                  <a:lnTo>
                    <a:pt x="46043" y="16440"/>
                  </a:lnTo>
                  <a:lnTo>
                    <a:pt x="46145" y="16646"/>
                  </a:lnTo>
                  <a:lnTo>
                    <a:pt x="46244" y="16847"/>
                  </a:lnTo>
                  <a:lnTo>
                    <a:pt x="46426" y="17214"/>
                  </a:lnTo>
                  <a:lnTo>
                    <a:pt x="46837" y="18043"/>
                  </a:lnTo>
                  <a:lnTo>
                    <a:pt x="46957" y="18285"/>
                  </a:lnTo>
                  <a:lnTo>
                    <a:pt x="47153" y="18681"/>
                  </a:lnTo>
                  <a:lnTo>
                    <a:pt x="47388" y="19157"/>
                  </a:lnTo>
                  <a:lnTo>
                    <a:pt x="47592" y="19762"/>
                  </a:lnTo>
                  <a:lnTo>
                    <a:pt x="47797" y="20369"/>
                  </a:lnTo>
                  <a:lnTo>
                    <a:pt x="47928" y="20757"/>
                  </a:lnTo>
                  <a:lnTo>
                    <a:pt x="48882" y="23586"/>
                  </a:lnTo>
                  <a:lnTo>
                    <a:pt x="49070" y="24143"/>
                  </a:lnTo>
                  <a:lnTo>
                    <a:pt x="49612" y="25751"/>
                  </a:lnTo>
                  <a:lnTo>
                    <a:pt x="50242" y="27610"/>
                  </a:lnTo>
                  <a:lnTo>
                    <a:pt x="50561" y="28550"/>
                  </a:lnTo>
                  <a:lnTo>
                    <a:pt x="45241" y="30247"/>
                  </a:lnTo>
                  <a:lnTo>
                    <a:pt x="44485" y="30488"/>
                  </a:lnTo>
                  <a:lnTo>
                    <a:pt x="41505" y="29402"/>
                  </a:lnTo>
                  <a:lnTo>
                    <a:pt x="39174" y="28552"/>
                  </a:lnTo>
                  <a:lnTo>
                    <a:pt x="38458" y="28674"/>
                  </a:lnTo>
                  <a:lnTo>
                    <a:pt x="38137" y="29497"/>
                  </a:lnTo>
                  <a:lnTo>
                    <a:pt x="37180" y="31951"/>
                  </a:lnTo>
                  <a:lnTo>
                    <a:pt x="39295" y="32377"/>
                  </a:lnTo>
                  <a:lnTo>
                    <a:pt x="40154" y="32735"/>
                  </a:lnTo>
                  <a:lnTo>
                    <a:pt x="43279" y="36433"/>
                  </a:lnTo>
                  <a:lnTo>
                    <a:pt x="44245" y="37721"/>
                  </a:lnTo>
                  <a:lnTo>
                    <a:pt x="45211" y="39009"/>
                  </a:lnTo>
                  <a:lnTo>
                    <a:pt x="45495" y="39217"/>
                  </a:lnTo>
                  <a:lnTo>
                    <a:pt x="45279" y="39254"/>
                  </a:lnTo>
                  <a:lnTo>
                    <a:pt x="44523" y="39867"/>
                  </a:lnTo>
                  <a:lnTo>
                    <a:pt x="44003" y="39463"/>
                  </a:lnTo>
                  <a:lnTo>
                    <a:pt x="43656" y="39707"/>
                  </a:lnTo>
                  <a:lnTo>
                    <a:pt x="43495" y="39482"/>
                  </a:lnTo>
                  <a:lnTo>
                    <a:pt x="42932" y="38700"/>
                  </a:lnTo>
                  <a:lnTo>
                    <a:pt x="42276" y="38120"/>
                  </a:lnTo>
                  <a:lnTo>
                    <a:pt x="41867" y="38244"/>
                  </a:lnTo>
                  <a:lnTo>
                    <a:pt x="39363" y="39318"/>
                  </a:lnTo>
                  <a:lnTo>
                    <a:pt x="38295" y="39777"/>
                  </a:lnTo>
                  <a:lnTo>
                    <a:pt x="37984" y="39910"/>
                  </a:lnTo>
                  <a:lnTo>
                    <a:pt x="37748" y="39816"/>
                  </a:lnTo>
                  <a:lnTo>
                    <a:pt x="36808" y="39395"/>
                  </a:lnTo>
                  <a:lnTo>
                    <a:pt x="36346" y="39046"/>
                  </a:lnTo>
                  <a:lnTo>
                    <a:pt x="33957" y="33720"/>
                  </a:lnTo>
                  <a:lnTo>
                    <a:pt x="33419" y="31936"/>
                  </a:lnTo>
                  <a:lnTo>
                    <a:pt x="32039" y="32475"/>
                  </a:lnTo>
                  <a:lnTo>
                    <a:pt x="30912" y="32915"/>
                  </a:lnTo>
                  <a:lnTo>
                    <a:pt x="30372" y="33126"/>
                  </a:lnTo>
                  <a:lnTo>
                    <a:pt x="27524" y="34239"/>
                  </a:lnTo>
                  <a:lnTo>
                    <a:pt x="26494" y="34641"/>
                  </a:lnTo>
                  <a:lnTo>
                    <a:pt x="25001" y="35225"/>
                  </a:lnTo>
                  <a:lnTo>
                    <a:pt x="25162" y="35587"/>
                  </a:lnTo>
                  <a:lnTo>
                    <a:pt x="26551" y="38699"/>
                  </a:lnTo>
                  <a:lnTo>
                    <a:pt x="26713" y="39064"/>
                  </a:lnTo>
                  <a:lnTo>
                    <a:pt x="28088" y="41926"/>
                  </a:lnTo>
                  <a:lnTo>
                    <a:pt x="25890" y="42821"/>
                  </a:lnTo>
                  <a:lnTo>
                    <a:pt x="25617" y="42933"/>
                  </a:lnTo>
                  <a:lnTo>
                    <a:pt x="23660" y="43729"/>
                  </a:lnTo>
                  <a:lnTo>
                    <a:pt x="21643" y="44551"/>
                  </a:lnTo>
                  <a:lnTo>
                    <a:pt x="21265" y="44704"/>
                  </a:lnTo>
                  <a:lnTo>
                    <a:pt x="19754" y="45411"/>
                  </a:lnTo>
                  <a:lnTo>
                    <a:pt x="18488" y="45947"/>
                  </a:lnTo>
                  <a:lnTo>
                    <a:pt x="18357" y="46142"/>
                  </a:lnTo>
                  <a:lnTo>
                    <a:pt x="17256" y="46614"/>
                  </a:lnTo>
                  <a:lnTo>
                    <a:pt x="16689" y="46795"/>
                  </a:lnTo>
                  <a:lnTo>
                    <a:pt x="15714" y="47343"/>
                  </a:lnTo>
                  <a:lnTo>
                    <a:pt x="15220" y="47620"/>
                  </a:lnTo>
                  <a:lnTo>
                    <a:pt x="14936" y="47780"/>
                  </a:lnTo>
                  <a:lnTo>
                    <a:pt x="14783" y="47863"/>
                  </a:lnTo>
                  <a:lnTo>
                    <a:pt x="14735" y="47620"/>
                  </a:lnTo>
                  <a:lnTo>
                    <a:pt x="14689" y="47390"/>
                  </a:lnTo>
                  <a:lnTo>
                    <a:pt x="14139" y="45798"/>
                  </a:lnTo>
                  <a:lnTo>
                    <a:pt x="12315" y="40513"/>
                  </a:lnTo>
                  <a:lnTo>
                    <a:pt x="11942" y="39429"/>
                  </a:lnTo>
                  <a:lnTo>
                    <a:pt x="11891" y="39284"/>
                  </a:lnTo>
                  <a:lnTo>
                    <a:pt x="11615" y="38483"/>
                  </a:lnTo>
                  <a:lnTo>
                    <a:pt x="11588" y="38313"/>
                  </a:lnTo>
                  <a:lnTo>
                    <a:pt x="10599" y="32023"/>
                  </a:lnTo>
                  <a:lnTo>
                    <a:pt x="10490" y="31333"/>
                  </a:lnTo>
                  <a:lnTo>
                    <a:pt x="11645" y="25296"/>
                  </a:lnTo>
                  <a:lnTo>
                    <a:pt x="7503" y="24522"/>
                  </a:lnTo>
                  <a:lnTo>
                    <a:pt x="3112" y="2370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8" name="pg417"/>
            <p:cNvSpPr/>
            <p:nvPr/>
          </p:nvSpPr>
          <p:spPr>
            <a:xfrm>
              <a:off x="4167155" y="4811338"/>
              <a:ext cx="137988" cy="104993"/>
            </a:xfrm>
            <a:custGeom>
              <a:avLst/>
              <a:pathLst>
                <a:path w="137988" h="104993">
                  <a:moveTo>
                    <a:pt x="24293" y="24745"/>
                  </a:moveTo>
                  <a:lnTo>
                    <a:pt x="24445" y="24660"/>
                  </a:lnTo>
                  <a:lnTo>
                    <a:pt x="24729" y="24500"/>
                  </a:lnTo>
                  <a:lnTo>
                    <a:pt x="25224" y="24223"/>
                  </a:lnTo>
                  <a:lnTo>
                    <a:pt x="26199" y="23676"/>
                  </a:lnTo>
                  <a:lnTo>
                    <a:pt x="26864" y="23463"/>
                  </a:lnTo>
                  <a:lnTo>
                    <a:pt x="27867" y="23023"/>
                  </a:lnTo>
                  <a:lnTo>
                    <a:pt x="27997" y="22827"/>
                  </a:lnTo>
                  <a:lnTo>
                    <a:pt x="29263" y="22291"/>
                  </a:lnTo>
                  <a:lnTo>
                    <a:pt x="30775" y="21585"/>
                  </a:lnTo>
                  <a:lnTo>
                    <a:pt x="31152" y="21431"/>
                  </a:lnTo>
                  <a:lnTo>
                    <a:pt x="33248" y="20578"/>
                  </a:lnTo>
                  <a:lnTo>
                    <a:pt x="35126" y="19813"/>
                  </a:lnTo>
                  <a:lnTo>
                    <a:pt x="35400" y="19701"/>
                  </a:lnTo>
                  <a:lnTo>
                    <a:pt x="37598" y="18807"/>
                  </a:lnTo>
                  <a:lnTo>
                    <a:pt x="37939" y="18819"/>
                  </a:lnTo>
                  <a:lnTo>
                    <a:pt x="38146" y="19261"/>
                  </a:lnTo>
                  <a:lnTo>
                    <a:pt x="38223" y="19426"/>
                  </a:lnTo>
                  <a:lnTo>
                    <a:pt x="39278" y="21682"/>
                  </a:lnTo>
                  <a:lnTo>
                    <a:pt x="39494" y="22177"/>
                  </a:lnTo>
                  <a:lnTo>
                    <a:pt x="41044" y="25741"/>
                  </a:lnTo>
                  <a:lnTo>
                    <a:pt x="41102" y="26043"/>
                  </a:lnTo>
                  <a:lnTo>
                    <a:pt x="41390" y="27534"/>
                  </a:lnTo>
                  <a:lnTo>
                    <a:pt x="41518" y="28198"/>
                  </a:lnTo>
                  <a:lnTo>
                    <a:pt x="41948" y="29845"/>
                  </a:lnTo>
                  <a:lnTo>
                    <a:pt x="42004" y="30059"/>
                  </a:lnTo>
                  <a:lnTo>
                    <a:pt x="42589" y="32298"/>
                  </a:lnTo>
                  <a:lnTo>
                    <a:pt x="43089" y="34015"/>
                  </a:lnTo>
                  <a:lnTo>
                    <a:pt x="43196" y="34382"/>
                  </a:lnTo>
                  <a:lnTo>
                    <a:pt x="44160" y="36303"/>
                  </a:lnTo>
                  <a:lnTo>
                    <a:pt x="45786" y="38503"/>
                  </a:lnTo>
                  <a:lnTo>
                    <a:pt x="43541" y="42169"/>
                  </a:lnTo>
                  <a:lnTo>
                    <a:pt x="43205" y="42595"/>
                  </a:lnTo>
                  <a:lnTo>
                    <a:pt x="43397" y="43434"/>
                  </a:lnTo>
                  <a:lnTo>
                    <a:pt x="41741" y="45776"/>
                  </a:lnTo>
                  <a:lnTo>
                    <a:pt x="41250" y="46443"/>
                  </a:lnTo>
                  <a:lnTo>
                    <a:pt x="41409" y="46397"/>
                  </a:lnTo>
                  <a:lnTo>
                    <a:pt x="42027" y="46532"/>
                  </a:lnTo>
                  <a:lnTo>
                    <a:pt x="42562" y="46726"/>
                  </a:lnTo>
                  <a:lnTo>
                    <a:pt x="43364" y="47018"/>
                  </a:lnTo>
                  <a:lnTo>
                    <a:pt x="44645" y="47296"/>
                  </a:lnTo>
                  <a:lnTo>
                    <a:pt x="47657" y="47952"/>
                  </a:lnTo>
                  <a:lnTo>
                    <a:pt x="51927" y="49252"/>
                  </a:lnTo>
                  <a:lnTo>
                    <a:pt x="56655" y="50392"/>
                  </a:lnTo>
                  <a:lnTo>
                    <a:pt x="62184" y="52251"/>
                  </a:lnTo>
                  <a:lnTo>
                    <a:pt x="64596" y="52880"/>
                  </a:lnTo>
                  <a:lnTo>
                    <a:pt x="69411" y="54138"/>
                  </a:lnTo>
                  <a:lnTo>
                    <a:pt x="71812" y="54801"/>
                  </a:lnTo>
                  <a:lnTo>
                    <a:pt x="73628" y="55302"/>
                  </a:lnTo>
                  <a:lnTo>
                    <a:pt x="72238" y="60065"/>
                  </a:lnTo>
                  <a:lnTo>
                    <a:pt x="72147" y="60443"/>
                  </a:lnTo>
                  <a:lnTo>
                    <a:pt x="82781" y="63428"/>
                  </a:lnTo>
                  <a:lnTo>
                    <a:pt x="88043" y="64904"/>
                  </a:lnTo>
                  <a:lnTo>
                    <a:pt x="94527" y="66724"/>
                  </a:lnTo>
                  <a:lnTo>
                    <a:pt x="95623" y="67031"/>
                  </a:lnTo>
                  <a:lnTo>
                    <a:pt x="95891" y="67107"/>
                  </a:lnTo>
                  <a:lnTo>
                    <a:pt x="99326" y="68180"/>
                  </a:lnTo>
                  <a:lnTo>
                    <a:pt x="101099" y="68734"/>
                  </a:lnTo>
                  <a:lnTo>
                    <a:pt x="101341" y="68810"/>
                  </a:lnTo>
                  <a:lnTo>
                    <a:pt x="103799" y="69243"/>
                  </a:lnTo>
                  <a:lnTo>
                    <a:pt x="106663" y="72208"/>
                  </a:lnTo>
                  <a:lnTo>
                    <a:pt x="107177" y="72521"/>
                  </a:lnTo>
                  <a:lnTo>
                    <a:pt x="109832" y="70215"/>
                  </a:lnTo>
                  <a:lnTo>
                    <a:pt x="110972" y="69225"/>
                  </a:lnTo>
                  <a:lnTo>
                    <a:pt x="119753" y="61600"/>
                  </a:lnTo>
                  <a:lnTo>
                    <a:pt x="120020" y="61368"/>
                  </a:lnTo>
                  <a:lnTo>
                    <a:pt x="121159" y="60379"/>
                  </a:lnTo>
                  <a:lnTo>
                    <a:pt x="124536" y="57644"/>
                  </a:lnTo>
                  <a:lnTo>
                    <a:pt x="127941" y="61492"/>
                  </a:lnTo>
                  <a:lnTo>
                    <a:pt x="137988" y="72850"/>
                  </a:lnTo>
                  <a:lnTo>
                    <a:pt x="134714" y="75802"/>
                  </a:lnTo>
                  <a:lnTo>
                    <a:pt x="133605" y="76802"/>
                  </a:lnTo>
                  <a:lnTo>
                    <a:pt x="132677" y="75802"/>
                  </a:lnTo>
                  <a:lnTo>
                    <a:pt x="129974" y="72889"/>
                  </a:lnTo>
                  <a:lnTo>
                    <a:pt x="127869" y="70620"/>
                  </a:lnTo>
                  <a:lnTo>
                    <a:pt x="127477" y="70184"/>
                  </a:lnTo>
                  <a:lnTo>
                    <a:pt x="126397" y="71158"/>
                  </a:lnTo>
                  <a:lnTo>
                    <a:pt x="123159" y="74081"/>
                  </a:lnTo>
                  <a:lnTo>
                    <a:pt x="118799" y="78203"/>
                  </a:lnTo>
                  <a:lnTo>
                    <a:pt x="120535" y="80063"/>
                  </a:lnTo>
                  <a:lnTo>
                    <a:pt x="121066" y="80633"/>
                  </a:lnTo>
                  <a:lnTo>
                    <a:pt x="123189" y="82909"/>
                  </a:lnTo>
                  <a:lnTo>
                    <a:pt x="128353" y="88445"/>
                  </a:lnTo>
                  <a:lnTo>
                    <a:pt x="128760" y="88882"/>
                  </a:lnTo>
                  <a:lnTo>
                    <a:pt x="120879" y="86728"/>
                  </a:lnTo>
                  <a:lnTo>
                    <a:pt x="120296" y="86565"/>
                  </a:lnTo>
                  <a:lnTo>
                    <a:pt x="115567" y="85235"/>
                  </a:lnTo>
                  <a:lnTo>
                    <a:pt x="114880" y="85029"/>
                  </a:lnTo>
                  <a:lnTo>
                    <a:pt x="109992" y="83557"/>
                  </a:lnTo>
                  <a:lnTo>
                    <a:pt x="109093" y="83287"/>
                  </a:lnTo>
                  <a:lnTo>
                    <a:pt x="104384" y="81869"/>
                  </a:lnTo>
                  <a:lnTo>
                    <a:pt x="103837" y="81707"/>
                  </a:lnTo>
                  <a:lnTo>
                    <a:pt x="103791" y="81860"/>
                  </a:lnTo>
                  <a:lnTo>
                    <a:pt x="100880" y="92502"/>
                  </a:lnTo>
                  <a:lnTo>
                    <a:pt x="100769" y="92911"/>
                  </a:lnTo>
                  <a:lnTo>
                    <a:pt x="99873" y="96218"/>
                  </a:lnTo>
                  <a:lnTo>
                    <a:pt x="99525" y="97505"/>
                  </a:lnTo>
                  <a:lnTo>
                    <a:pt x="99415" y="97904"/>
                  </a:lnTo>
                  <a:lnTo>
                    <a:pt x="99002" y="99327"/>
                  </a:lnTo>
                  <a:lnTo>
                    <a:pt x="97272" y="104993"/>
                  </a:lnTo>
                  <a:lnTo>
                    <a:pt x="96750" y="104061"/>
                  </a:lnTo>
                  <a:lnTo>
                    <a:pt x="96007" y="103867"/>
                  </a:lnTo>
                  <a:lnTo>
                    <a:pt x="85407" y="101100"/>
                  </a:lnTo>
                  <a:lnTo>
                    <a:pt x="73681" y="97859"/>
                  </a:lnTo>
                  <a:lnTo>
                    <a:pt x="74451" y="95678"/>
                  </a:lnTo>
                  <a:lnTo>
                    <a:pt x="75768" y="91942"/>
                  </a:lnTo>
                  <a:lnTo>
                    <a:pt x="69469" y="90123"/>
                  </a:lnTo>
                  <a:lnTo>
                    <a:pt x="65951" y="89107"/>
                  </a:lnTo>
                  <a:lnTo>
                    <a:pt x="64634" y="88726"/>
                  </a:lnTo>
                  <a:lnTo>
                    <a:pt x="63896" y="88524"/>
                  </a:lnTo>
                  <a:lnTo>
                    <a:pt x="61525" y="87872"/>
                  </a:lnTo>
                  <a:lnTo>
                    <a:pt x="60896" y="87713"/>
                  </a:lnTo>
                  <a:lnTo>
                    <a:pt x="58659" y="87144"/>
                  </a:lnTo>
                  <a:lnTo>
                    <a:pt x="58492" y="87098"/>
                  </a:lnTo>
                  <a:lnTo>
                    <a:pt x="57092" y="86706"/>
                  </a:lnTo>
                  <a:lnTo>
                    <a:pt x="56718" y="86246"/>
                  </a:lnTo>
                  <a:lnTo>
                    <a:pt x="54232" y="85112"/>
                  </a:lnTo>
                  <a:lnTo>
                    <a:pt x="52667" y="84029"/>
                  </a:lnTo>
                  <a:lnTo>
                    <a:pt x="51890" y="83484"/>
                  </a:lnTo>
                  <a:lnTo>
                    <a:pt x="51737" y="83241"/>
                  </a:lnTo>
                  <a:lnTo>
                    <a:pt x="51202" y="82396"/>
                  </a:lnTo>
                  <a:lnTo>
                    <a:pt x="50744" y="81673"/>
                  </a:lnTo>
                  <a:lnTo>
                    <a:pt x="48861" y="81428"/>
                  </a:lnTo>
                  <a:lnTo>
                    <a:pt x="48576" y="81373"/>
                  </a:lnTo>
                  <a:lnTo>
                    <a:pt x="45816" y="80846"/>
                  </a:lnTo>
                  <a:lnTo>
                    <a:pt x="44649" y="80551"/>
                  </a:lnTo>
                  <a:lnTo>
                    <a:pt x="41458" y="79946"/>
                  </a:lnTo>
                  <a:lnTo>
                    <a:pt x="40904" y="79942"/>
                  </a:lnTo>
                  <a:lnTo>
                    <a:pt x="39144" y="79926"/>
                  </a:lnTo>
                  <a:lnTo>
                    <a:pt x="38800" y="80262"/>
                  </a:lnTo>
                  <a:lnTo>
                    <a:pt x="37827" y="83209"/>
                  </a:lnTo>
                  <a:lnTo>
                    <a:pt x="37761" y="83407"/>
                  </a:lnTo>
                  <a:lnTo>
                    <a:pt x="37207" y="85085"/>
                  </a:lnTo>
                  <a:lnTo>
                    <a:pt x="37019" y="85653"/>
                  </a:lnTo>
                  <a:lnTo>
                    <a:pt x="36205" y="85782"/>
                  </a:lnTo>
                  <a:lnTo>
                    <a:pt x="34733" y="85449"/>
                  </a:lnTo>
                  <a:lnTo>
                    <a:pt x="34520" y="85401"/>
                  </a:lnTo>
                  <a:lnTo>
                    <a:pt x="33439" y="85320"/>
                  </a:lnTo>
                  <a:lnTo>
                    <a:pt x="32676" y="85263"/>
                  </a:lnTo>
                  <a:lnTo>
                    <a:pt x="32053" y="83317"/>
                  </a:lnTo>
                  <a:lnTo>
                    <a:pt x="32367" y="80096"/>
                  </a:lnTo>
                  <a:lnTo>
                    <a:pt x="33216" y="74013"/>
                  </a:lnTo>
                  <a:lnTo>
                    <a:pt x="34648" y="70390"/>
                  </a:lnTo>
                  <a:lnTo>
                    <a:pt x="35587" y="67080"/>
                  </a:lnTo>
                  <a:lnTo>
                    <a:pt x="35511" y="64902"/>
                  </a:lnTo>
                  <a:lnTo>
                    <a:pt x="35271" y="64333"/>
                  </a:lnTo>
                  <a:lnTo>
                    <a:pt x="34796" y="63209"/>
                  </a:lnTo>
                  <a:lnTo>
                    <a:pt x="33410" y="59935"/>
                  </a:lnTo>
                  <a:lnTo>
                    <a:pt x="33020" y="59012"/>
                  </a:lnTo>
                  <a:lnTo>
                    <a:pt x="30799" y="58964"/>
                  </a:lnTo>
                  <a:lnTo>
                    <a:pt x="28210" y="58909"/>
                  </a:lnTo>
                  <a:lnTo>
                    <a:pt x="26914" y="58882"/>
                  </a:lnTo>
                  <a:lnTo>
                    <a:pt x="25592" y="58706"/>
                  </a:lnTo>
                  <a:lnTo>
                    <a:pt x="22855" y="58344"/>
                  </a:lnTo>
                  <a:lnTo>
                    <a:pt x="17389" y="57349"/>
                  </a:lnTo>
                  <a:lnTo>
                    <a:pt x="11681" y="56310"/>
                  </a:lnTo>
                  <a:lnTo>
                    <a:pt x="0" y="54183"/>
                  </a:lnTo>
                  <a:lnTo>
                    <a:pt x="1064" y="48083"/>
                  </a:lnTo>
                  <a:lnTo>
                    <a:pt x="1367" y="46347"/>
                  </a:lnTo>
                  <a:lnTo>
                    <a:pt x="1939" y="43071"/>
                  </a:lnTo>
                  <a:lnTo>
                    <a:pt x="2252" y="41277"/>
                  </a:lnTo>
                  <a:lnTo>
                    <a:pt x="2414" y="40349"/>
                  </a:lnTo>
                  <a:lnTo>
                    <a:pt x="2511" y="39795"/>
                  </a:lnTo>
                  <a:lnTo>
                    <a:pt x="2797" y="38155"/>
                  </a:lnTo>
                  <a:lnTo>
                    <a:pt x="4728" y="27089"/>
                  </a:lnTo>
                  <a:lnTo>
                    <a:pt x="5019" y="25418"/>
                  </a:lnTo>
                  <a:lnTo>
                    <a:pt x="5499" y="22671"/>
                  </a:lnTo>
                  <a:lnTo>
                    <a:pt x="5887" y="20445"/>
                  </a:lnTo>
                  <a:lnTo>
                    <a:pt x="6123" y="19113"/>
                  </a:lnTo>
                  <a:lnTo>
                    <a:pt x="6195" y="18709"/>
                  </a:lnTo>
                  <a:lnTo>
                    <a:pt x="6428" y="17393"/>
                  </a:lnTo>
                  <a:lnTo>
                    <a:pt x="6611" y="16360"/>
                  </a:lnTo>
                  <a:lnTo>
                    <a:pt x="6721" y="15741"/>
                  </a:lnTo>
                  <a:lnTo>
                    <a:pt x="6801" y="15288"/>
                  </a:lnTo>
                  <a:lnTo>
                    <a:pt x="8385" y="6349"/>
                  </a:lnTo>
                  <a:lnTo>
                    <a:pt x="9262" y="1402"/>
                  </a:lnTo>
                  <a:lnTo>
                    <a:pt x="9511" y="0"/>
                  </a:lnTo>
                  <a:lnTo>
                    <a:pt x="12622" y="581"/>
                  </a:lnTo>
                  <a:lnTo>
                    <a:pt x="17012" y="1402"/>
                  </a:lnTo>
                  <a:lnTo>
                    <a:pt x="21158" y="2189"/>
                  </a:lnTo>
                  <a:lnTo>
                    <a:pt x="19999" y="8213"/>
                  </a:lnTo>
                  <a:lnTo>
                    <a:pt x="20108" y="8903"/>
                  </a:lnTo>
                  <a:lnTo>
                    <a:pt x="21098" y="15194"/>
                  </a:lnTo>
                  <a:lnTo>
                    <a:pt x="21124" y="15363"/>
                  </a:lnTo>
                  <a:lnTo>
                    <a:pt x="21401" y="16164"/>
                  </a:lnTo>
                  <a:lnTo>
                    <a:pt x="21451" y="16310"/>
                  </a:lnTo>
                  <a:lnTo>
                    <a:pt x="21825" y="17393"/>
                  </a:lnTo>
                  <a:lnTo>
                    <a:pt x="23649" y="22678"/>
                  </a:lnTo>
                  <a:lnTo>
                    <a:pt x="24198" y="24270"/>
                  </a:lnTo>
                  <a:lnTo>
                    <a:pt x="24244" y="2450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19" name="pg418"/>
            <p:cNvSpPr/>
            <p:nvPr/>
          </p:nvSpPr>
          <p:spPr>
            <a:xfrm>
              <a:off x="4150221" y="4865524"/>
              <a:ext cx="149830" cy="110330"/>
            </a:xfrm>
            <a:custGeom>
              <a:avLst/>
              <a:pathLst>
                <a:path w="149830" h="110330">
                  <a:moveTo>
                    <a:pt x="51666" y="31264"/>
                  </a:moveTo>
                  <a:lnTo>
                    <a:pt x="53138" y="31597"/>
                  </a:lnTo>
                  <a:lnTo>
                    <a:pt x="53952" y="31468"/>
                  </a:lnTo>
                  <a:lnTo>
                    <a:pt x="54140" y="30900"/>
                  </a:lnTo>
                  <a:lnTo>
                    <a:pt x="54695" y="29221"/>
                  </a:lnTo>
                  <a:lnTo>
                    <a:pt x="54760" y="29024"/>
                  </a:lnTo>
                  <a:lnTo>
                    <a:pt x="55734" y="26077"/>
                  </a:lnTo>
                  <a:lnTo>
                    <a:pt x="56078" y="25741"/>
                  </a:lnTo>
                  <a:lnTo>
                    <a:pt x="57837" y="25756"/>
                  </a:lnTo>
                  <a:lnTo>
                    <a:pt x="58391" y="25761"/>
                  </a:lnTo>
                  <a:lnTo>
                    <a:pt x="61582" y="26366"/>
                  </a:lnTo>
                  <a:lnTo>
                    <a:pt x="62750" y="26661"/>
                  </a:lnTo>
                  <a:lnTo>
                    <a:pt x="65510" y="27188"/>
                  </a:lnTo>
                  <a:lnTo>
                    <a:pt x="65795" y="27243"/>
                  </a:lnTo>
                  <a:lnTo>
                    <a:pt x="67678" y="27487"/>
                  </a:lnTo>
                  <a:lnTo>
                    <a:pt x="68135" y="28211"/>
                  </a:lnTo>
                  <a:lnTo>
                    <a:pt x="68670" y="29056"/>
                  </a:lnTo>
                  <a:lnTo>
                    <a:pt x="68831" y="29311"/>
                  </a:lnTo>
                  <a:lnTo>
                    <a:pt x="69600" y="29843"/>
                  </a:lnTo>
                  <a:lnTo>
                    <a:pt x="71166" y="30926"/>
                  </a:lnTo>
                  <a:lnTo>
                    <a:pt x="73652" y="32060"/>
                  </a:lnTo>
                  <a:lnTo>
                    <a:pt x="74026" y="32520"/>
                  </a:lnTo>
                  <a:lnTo>
                    <a:pt x="75425" y="32912"/>
                  </a:lnTo>
                  <a:lnTo>
                    <a:pt x="75592" y="32959"/>
                  </a:lnTo>
                  <a:lnTo>
                    <a:pt x="77829" y="33527"/>
                  </a:lnTo>
                  <a:lnTo>
                    <a:pt x="78458" y="33687"/>
                  </a:lnTo>
                  <a:lnTo>
                    <a:pt x="80830" y="34338"/>
                  </a:lnTo>
                  <a:lnTo>
                    <a:pt x="81567" y="34541"/>
                  </a:lnTo>
                  <a:lnTo>
                    <a:pt x="82885" y="34921"/>
                  </a:lnTo>
                  <a:lnTo>
                    <a:pt x="86403" y="35937"/>
                  </a:lnTo>
                  <a:lnTo>
                    <a:pt x="92702" y="37756"/>
                  </a:lnTo>
                  <a:lnTo>
                    <a:pt x="91384" y="41492"/>
                  </a:lnTo>
                  <a:lnTo>
                    <a:pt x="90615" y="43674"/>
                  </a:lnTo>
                  <a:lnTo>
                    <a:pt x="102340" y="46915"/>
                  </a:lnTo>
                  <a:lnTo>
                    <a:pt x="112940" y="49682"/>
                  </a:lnTo>
                  <a:lnTo>
                    <a:pt x="113683" y="49876"/>
                  </a:lnTo>
                  <a:lnTo>
                    <a:pt x="114206" y="50807"/>
                  </a:lnTo>
                  <a:lnTo>
                    <a:pt x="114632" y="50925"/>
                  </a:lnTo>
                  <a:lnTo>
                    <a:pt x="114762" y="50958"/>
                  </a:lnTo>
                  <a:lnTo>
                    <a:pt x="115981" y="51273"/>
                  </a:lnTo>
                  <a:lnTo>
                    <a:pt x="125652" y="53773"/>
                  </a:lnTo>
                  <a:lnTo>
                    <a:pt x="126185" y="53911"/>
                  </a:lnTo>
                  <a:lnTo>
                    <a:pt x="137715" y="57150"/>
                  </a:lnTo>
                  <a:lnTo>
                    <a:pt x="138644" y="57411"/>
                  </a:lnTo>
                  <a:lnTo>
                    <a:pt x="143219" y="58730"/>
                  </a:lnTo>
                  <a:lnTo>
                    <a:pt x="144078" y="58978"/>
                  </a:lnTo>
                  <a:lnTo>
                    <a:pt x="149830" y="60544"/>
                  </a:lnTo>
                  <a:lnTo>
                    <a:pt x="148092" y="66370"/>
                  </a:lnTo>
                  <a:lnTo>
                    <a:pt x="142071" y="64705"/>
                  </a:lnTo>
                  <a:lnTo>
                    <a:pt x="141441" y="64535"/>
                  </a:lnTo>
                  <a:lnTo>
                    <a:pt x="131259" y="61781"/>
                  </a:lnTo>
                  <a:lnTo>
                    <a:pt x="130395" y="61548"/>
                  </a:lnTo>
                  <a:lnTo>
                    <a:pt x="129548" y="61313"/>
                  </a:lnTo>
                  <a:lnTo>
                    <a:pt x="127000" y="70890"/>
                  </a:lnTo>
                  <a:lnTo>
                    <a:pt x="126679" y="71788"/>
                  </a:lnTo>
                  <a:lnTo>
                    <a:pt x="126423" y="72502"/>
                  </a:lnTo>
                  <a:lnTo>
                    <a:pt x="124881" y="76812"/>
                  </a:lnTo>
                  <a:lnTo>
                    <a:pt x="125553" y="76996"/>
                  </a:lnTo>
                  <a:lnTo>
                    <a:pt x="125872" y="77086"/>
                  </a:lnTo>
                  <a:lnTo>
                    <a:pt x="131049" y="78592"/>
                  </a:lnTo>
                  <a:lnTo>
                    <a:pt x="130983" y="78841"/>
                  </a:lnTo>
                  <a:lnTo>
                    <a:pt x="130920" y="79080"/>
                  </a:lnTo>
                  <a:lnTo>
                    <a:pt x="129198" y="85585"/>
                  </a:lnTo>
                  <a:lnTo>
                    <a:pt x="128778" y="87173"/>
                  </a:lnTo>
                  <a:lnTo>
                    <a:pt x="127440" y="92177"/>
                  </a:lnTo>
                  <a:lnTo>
                    <a:pt x="128315" y="92511"/>
                  </a:lnTo>
                  <a:lnTo>
                    <a:pt x="133069" y="94214"/>
                  </a:lnTo>
                  <a:lnTo>
                    <a:pt x="132399" y="96842"/>
                  </a:lnTo>
                  <a:lnTo>
                    <a:pt x="131559" y="100139"/>
                  </a:lnTo>
                  <a:lnTo>
                    <a:pt x="131514" y="100286"/>
                  </a:lnTo>
                  <a:lnTo>
                    <a:pt x="132060" y="100515"/>
                  </a:lnTo>
                  <a:lnTo>
                    <a:pt x="137567" y="102815"/>
                  </a:lnTo>
                  <a:lnTo>
                    <a:pt x="135046" y="110330"/>
                  </a:lnTo>
                  <a:lnTo>
                    <a:pt x="128070" y="107392"/>
                  </a:lnTo>
                  <a:lnTo>
                    <a:pt x="127482" y="107144"/>
                  </a:lnTo>
                  <a:lnTo>
                    <a:pt x="123458" y="105443"/>
                  </a:lnTo>
                  <a:lnTo>
                    <a:pt x="113588" y="101273"/>
                  </a:lnTo>
                  <a:lnTo>
                    <a:pt x="112430" y="100784"/>
                  </a:lnTo>
                  <a:lnTo>
                    <a:pt x="111998" y="100613"/>
                  </a:lnTo>
                  <a:lnTo>
                    <a:pt x="108709" y="99315"/>
                  </a:lnTo>
                  <a:lnTo>
                    <a:pt x="108184" y="99087"/>
                  </a:lnTo>
                  <a:lnTo>
                    <a:pt x="101185" y="96046"/>
                  </a:lnTo>
                  <a:lnTo>
                    <a:pt x="86093" y="89892"/>
                  </a:lnTo>
                  <a:lnTo>
                    <a:pt x="85511" y="89648"/>
                  </a:lnTo>
                  <a:lnTo>
                    <a:pt x="78554" y="86734"/>
                  </a:lnTo>
                  <a:lnTo>
                    <a:pt x="78183" y="86578"/>
                  </a:lnTo>
                  <a:lnTo>
                    <a:pt x="73365" y="84556"/>
                  </a:lnTo>
                  <a:lnTo>
                    <a:pt x="72472" y="84173"/>
                  </a:lnTo>
                  <a:lnTo>
                    <a:pt x="68910" y="82647"/>
                  </a:lnTo>
                  <a:lnTo>
                    <a:pt x="68524" y="82489"/>
                  </a:lnTo>
                  <a:lnTo>
                    <a:pt x="62595" y="80076"/>
                  </a:lnTo>
                  <a:lnTo>
                    <a:pt x="61872" y="79745"/>
                  </a:lnTo>
                  <a:lnTo>
                    <a:pt x="57406" y="77702"/>
                  </a:lnTo>
                  <a:lnTo>
                    <a:pt x="56338" y="77308"/>
                  </a:lnTo>
                  <a:lnTo>
                    <a:pt x="49671" y="74838"/>
                  </a:lnTo>
                  <a:lnTo>
                    <a:pt x="44311" y="73443"/>
                  </a:lnTo>
                  <a:lnTo>
                    <a:pt x="40982" y="72464"/>
                  </a:lnTo>
                  <a:lnTo>
                    <a:pt x="40762" y="72464"/>
                  </a:lnTo>
                  <a:lnTo>
                    <a:pt x="40406" y="72365"/>
                  </a:lnTo>
                  <a:lnTo>
                    <a:pt x="35206" y="70922"/>
                  </a:lnTo>
                  <a:lnTo>
                    <a:pt x="29919" y="69551"/>
                  </a:lnTo>
                  <a:lnTo>
                    <a:pt x="22412" y="67578"/>
                  </a:lnTo>
                  <a:lnTo>
                    <a:pt x="22282" y="67544"/>
                  </a:lnTo>
                  <a:lnTo>
                    <a:pt x="16999" y="65764"/>
                  </a:lnTo>
                  <a:lnTo>
                    <a:pt x="9065" y="63090"/>
                  </a:lnTo>
                  <a:lnTo>
                    <a:pt x="0" y="60115"/>
                  </a:lnTo>
                  <a:lnTo>
                    <a:pt x="259" y="59099"/>
                  </a:lnTo>
                  <a:lnTo>
                    <a:pt x="302" y="58929"/>
                  </a:lnTo>
                  <a:lnTo>
                    <a:pt x="351" y="58708"/>
                  </a:lnTo>
                  <a:lnTo>
                    <a:pt x="1183" y="56236"/>
                  </a:lnTo>
                  <a:lnTo>
                    <a:pt x="1501" y="55257"/>
                  </a:lnTo>
                  <a:lnTo>
                    <a:pt x="2150" y="53164"/>
                  </a:lnTo>
                  <a:lnTo>
                    <a:pt x="2604" y="51701"/>
                  </a:lnTo>
                  <a:lnTo>
                    <a:pt x="2799" y="51072"/>
                  </a:lnTo>
                  <a:lnTo>
                    <a:pt x="4755" y="44976"/>
                  </a:lnTo>
                  <a:lnTo>
                    <a:pt x="6617" y="39176"/>
                  </a:lnTo>
                  <a:lnTo>
                    <a:pt x="7278" y="37218"/>
                  </a:lnTo>
                  <a:lnTo>
                    <a:pt x="7780" y="35710"/>
                  </a:lnTo>
                  <a:lnTo>
                    <a:pt x="8355" y="33987"/>
                  </a:lnTo>
                  <a:lnTo>
                    <a:pt x="8857" y="32420"/>
                  </a:lnTo>
                  <a:lnTo>
                    <a:pt x="9550" y="30237"/>
                  </a:lnTo>
                  <a:lnTo>
                    <a:pt x="9921" y="29043"/>
                  </a:lnTo>
                  <a:lnTo>
                    <a:pt x="11831" y="23266"/>
                  </a:lnTo>
                  <a:lnTo>
                    <a:pt x="12834" y="19644"/>
                  </a:lnTo>
                  <a:lnTo>
                    <a:pt x="13152" y="18591"/>
                  </a:lnTo>
                  <a:lnTo>
                    <a:pt x="13862" y="16046"/>
                  </a:lnTo>
                  <a:lnTo>
                    <a:pt x="14107" y="14895"/>
                  </a:lnTo>
                  <a:lnTo>
                    <a:pt x="14161" y="14627"/>
                  </a:lnTo>
                  <a:lnTo>
                    <a:pt x="14605" y="12429"/>
                  </a:lnTo>
                  <a:lnTo>
                    <a:pt x="14915" y="10893"/>
                  </a:lnTo>
                  <a:lnTo>
                    <a:pt x="15165" y="9655"/>
                  </a:lnTo>
                  <a:lnTo>
                    <a:pt x="15243" y="9267"/>
                  </a:lnTo>
                  <a:lnTo>
                    <a:pt x="15649" y="7258"/>
                  </a:lnTo>
                  <a:lnTo>
                    <a:pt x="15712" y="6914"/>
                  </a:lnTo>
                  <a:lnTo>
                    <a:pt x="16016" y="5251"/>
                  </a:lnTo>
                  <a:lnTo>
                    <a:pt x="16653" y="1604"/>
                  </a:lnTo>
                  <a:lnTo>
                    <a:pt x="16942" y="0"/>
                  </a:lnTo>
                  <a:lnTo>
                    <a:pt x="28615" y="2124"/>
                  </a:lnTo>
                  <a:lnTo>
                    <a:pt x="34323" y="3163"/>
                  </a:lnTo>
                  <a:lnTo>
                    <a:pt x="39789" y="4158"/>
                  </a:lnTo>
                  <a:lnTo>
                    <a:pt x="42526" y="4521"/>
                  </a:lnTo>
                  <a:lnTo>
                    <a:pt x="43847" y="4696"/>
                  </a:lnTo>
                  <a:lnTo>
                    <a:pt x="45144" y="4724"/>
                  </a:lnTo>
                  <a:lnTo>
                    <a:pt x="47732" y="4779"/>
                  </a:lnTo>
                  <a:lnTo>
                    <a:pt x="49953" y="4827"/>
                  </a:lnTo>
                  <a:lnTo>
                    <a:pt x="50344" y="5750"/>
                  </a:lnTo>
                  <a:lnTo>
                    <a:pt x="51729" y="9024"/>
                  </a:lnTo>
                  <a:lnTo>
                    <a:pt x="52204" y="10147"/>
                  </a:lnTo>
                  <a:lnTo>
                    <a:pt x="52445" y="10716"/>
                  </a:lnTo>
                  <a:lnTo>
                    <a:pt x="52520" y="12895"/>
                  </a:lnTo>
                  <a:lnTo>
                    <a:pt x="51581" y="16205"/>
                  </a:lnTo>
                  <a:lnTo>
                    <a:pt x="50150" y="19828"/>
                  </a:lnTo>
                  <a:lnTo>
                    <a:pt x="49300" y="25911"/>
                  </a:lnTo>
                  <a:lnTo>
                    <a:pt x="48987" y="29131"/>
                  </a:lnTo>
                  <a:lnTo>
                    <a:pt x="49609" y="31078"/>
                  </a:lnTo>
                  <a:lnTo>
                    <a:pt x="50372" y="31135"/>
                  </a:lnTo>
                  <a:lnTo>
                    <a:pt x="51454" y="3121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0" name="pg419"/>
            <p:cNvSpPr/>
            <p:nvPr/>
          </p:nvSpPr>
          <p:spPr>
            <a:xfrm>
              <a:off x="4264427" y="4871705"/>
              <a:ext cx="134026" cy="68845"/>
            </a:xfrm>
            <a:custGeom>
              <a:avLst/>
              <a:pathLst>
                <a:path w="134026" h="68845">
                  <a:moveTo>
                    <a:pt x="66514" y="13362"/>
                  </a:moveTo>
                  <a:lnTo>
                    <a:pt x="67055" y="13948"/>
                  </a:lnTo>
                  <a:lnTo>
                    <a:pt x="72450" y="9215"/>
                  </a:lnTo>
                  <a:lnTo>
                    <a:pt x="75304" y="12595"/>
                  </a:lnTo>
                  <a:lnTo>
                    <a:pt x="78223" y="16051"/>
                  </a:lnTo>
                  <a:lnTo>
                    <a:pt x="83452" y="11296"/>
                  </a:lnTo>
                  <a:lnTo>
                    <a:pt x="87406" y="7681"/>
                  </a:lnTo>
                  <a:lnTo>
                    <a:pt x="88053" y="8395"/>
                  </a:lnTo>
                  <a:lnTo>
                    <a:pt x="92359" y="13142"/>
                  </a:lnTo>
                  <a:lnTo>
                    <a:pt x="92815" y="13644"/>
                  </a:lnTo>
                  <a:lnTo>
                    <a:pt x="93315" y="14196"/>
                  </a:lnTo>
                  <a:lnTo>
                    <a:pt x="94478" y="14538"/>
                  </a:lnTo>
                  <a:lnTo>
                    <a:pt x="100270" y="16242"/>
                  </a:lnTo>
                  <a:lnTo>
                    <a:pt x="107825" y="18464"/>
                  </a:lnTo>
                  <a:lnTo>
                    <a:pt x="108295" y="18602"/>
                  </a:lnTo>
                  <a:lnTo>
                    <a:pt x="109268" y="18886"/>
                  </a:lnTo>
                  <a:lnTo>
                    <a:pt x="109679" y="19005"/>
                  </a:lnTo>
                  <a:lnTo>
                    <a:pt x="117441" y="21269"/>
                  </a:lnTo>
                  <a:lnTo>
                    <a:pt x="117783" y="21369"/>
                  </a:lnTo>
                  <a:lnTo>
                    <a:pt x="118288" y="21516"/>
                  </a:lnTo>
                  <a:lnTo>
                    <a:pt x="134026" y="25766"/>
                  </a:lnTo>
                  <a:lnTo>
                    <a:pt x="132765" y="29769"/>
                  </a:lnTo>
                  <a:lnTo>
                    <a:pt x="132275" y="31325"/>
                  </a:lnTo>
                  <a:lnTo>
                    <a:pt x="132226" y="31480"/>
                  </a:lnTo>
                  <a:lnTo>
                    <a:pt x="130581" y="36704"/>
                  </a:lnTo>
                  <a:lnTo>
                    <a:pt x="130275" y="37675"/>
                  </a:lnTo>
                  <a:lnTo>
                    <a:pt x="127212" y="40435"/>
                  </a:lnTo>
                  <a:lnTo>
                    <a:pt x="126349" y="41212"/>
                  </a:lnTo>
                  <a:lnTo>
                    <a:pt x="125864" y="41649"/>
                  </a:lnTo>
                  <a:lnTo>
                    <a:pt x="122769" y="44438"/>
                  </a:lnTo>
                  <a:lnTo>
                    <a:pt x="121254" y="45803"/>
                  </a:lnTo>
                  <a:lnTo>
                    <a:pt x="115860" y="50663"/>
                  </a:lnTo>
                  <a:lnTo>
                    <a:pt x="115599" y="50898"/>
                  </a:lnTo>
                  <a:lnTo>
                    <a:pt x="115429" y="51458"/>
                  </a:lnTo>
                  <a:lnTo>
                    <a:pt x="111505" y="54876"/>
                  </a:lnTo>
                  <a:lnTo>
                    <a:pt x="104967" y="60569"/>
                  </a:lnTo>
                  <a:lnTo>
                    <a:pt x="102688" y="62643"/>
                  </a:lnTo>
                  <a:lnTo>
                    <a:pt x="98467" y="57910"/>
                  </a:lnTo>
                  <a:lnTo>
                    <a:pt x="97682" y="57030"/>
                  </a:lnTo>
                  <a:lnTo>
                    <a:pt x="95083" y="54116"/>
                  </a:lnTo>
                  <a:lnTo>
                    <a:pt x="94806" y="53805"/>
                  </a:lnTo>
                  <a:lnTo>
                    <a:pt x="93916" y="52806"/>
                  </a:lnTo>
                  <a:lnTo>
                    <a:pt x="91416" y="50003"/>
                  </a:lnTo>
                  <a:lnTo>
                    <a:pt x="90678" y="49176"/>
                  </a:lnTo>
                  <a:lnTo>
                    <a:pt x="89495" y="50290"/>
                  </a:lnTo>
                  <a:lnTo>
                    <a:pt x="86662" y="52736"/>
                  </a:lnTo>
                  <a:lnTo>
                    <a:pt x="85701" y="53652"/>
                  </a:lnTo>
                  <a:lnTo>
                    <a:pt x="84153" y="55130"/>
                  </a:lnTo>
                  <a:lnTo>
                    <a:pt x="82100" y="57089"/>
                  </a:lnTo>
                  <a:lnTo>
                    <a:pt x="81066" y="57981"/>
                  </a:lnTo>
                  <a:lnTo>
                    <a:pt x="82621" y="59684"/>
                  </a:lnTo>
                  <a:lnTo>
                    <a:pt x="83700" y="60867"/>
                  </a:lnTo>
                  <a:lnTo>
                    <a:pt x="84598" y="61851"/>
                  </a:lnTo>
                  <a:lnTo>
                    <a:pt x="87140" y="64637"/>
                  </a:lnTo>
                  <a:lnTo>
                    <a:pt x="88212" y="65811"/>
                  </a:lnTo>
                  <a:lnTo>
                    <a:pt x="88600" y="66237"/>
                  </a:lnTo>
                  <a:lnTo>
                    <a:pt x="90980" y="68845"/>
                  </a:lnTo>
                  <a:lnTo>
                    <a:pt x="89941" y="68835"/>
                  </a:lnTo>
                  <a:lnTo>
                    <a:pt x="86209" y="68801"/>
                  </a:lnTo>
                  <a:lnTo>
                    <a:pt x="84907" y="68433"/>
                  </a:lnTo>
                  <a:lnTo>
                    <a:pt x="83790" y="68117"/>
                  </a:lnTo>
                  <a:lnTo>
                    <a:pt x="82101" y="67641"/>
                  </a:lnTo>
                  <a:lnTo>
                    <a:pt x="81293" y="67412"/>
                  </a:lnTo>
                  <a:lnTo>
                    <a:pt x="80126" y="67083"/>
                  </a:lnTo>
                  <a:lnTo>
                    <a:pt x="75909" y="65892"/>
                  </a:lnTo>
                  <a:lnTo>
                    <a:pt x="74767" y="65884"/>
                  </a:lnTo>
                  <a:lnTo>
                    <a:pt x="66378" y="63253"/>
                  </a:lnTo>
                  <a:lnTo>
                    <a:pt x="63967" y="62496"/>
                  </a:lnTo>
                  <a:lnTo>
                    <a:pt x="61176" y="61664"/>
                  </a:lnTo>
                  <a:lnTo>
                    <a:pt x="60186" y="61368"/>
                  </a:lnTo>
                  <a:lnTo>
                    <a:pt x="52229" y="58994"/>
                  </a:lnTo>
                  <a:lnTo>
                    <a:pt x="41682" y="55828"/>
                  </a:lnTo>
                  <a:lnTo>
                    <a:pt x="40025" y="55427"/>
                  </a:lnTo>
                  <a:lnTo>
                    <a:pt x="35624" y="54362"/>
                  </a:lnTo>
                  <a:lnTo>
                    <a:pt x="29872" y="52796"/>
                  </a:lnTo>
                  <a:lnTo>
                    <a:pt x="29013" y="52548"/>
                  </a:lnTo>
                  <a:lnTo>
                    <a:pt x="24438" y="51229"/>
                  </a:lnTo>
                  <a:lnTo>
                    <a:pt x="23509" y="50968"/>
                  </a:lnTo>
                  <a:lnTo>
                    <a:pt x="11979" y="47729"/>
                  </a:lnTo>
                  <a:lnTo>
                    <a:pt x="11446" y="47591"/>
                  </a:lnTo>
                  <a:lnTo>
                    <a:pt x="1775" y="45091"/>
                  </a:lnTo>
                  <a:lnTo>
                    <a:pt x="556" y="44776"/>
                  </a:lnTo>
                  <a:lnTo>
                    <a:pt x="426" y="44743"/>
                  </a:lnTo>
                  <a:lnTo>
                    <a:pt x="0" y="44625"/>
                  </a:lnTo>
                  <a:lnTo>
                    <a:pt x="1729" y="38960"/>
                  </a:lnTo>
                  <a:lnTo>
                    <a:pt x="2164" y="37461"/>
                  </a:lnTo>
                  <a:lnTo>
                    <a:pt x="2252" y="37138"/>
                  </a:lnTo>
                  <a:lnTo>
                    <a:pt x="2600" y="35851"/>
                  </a:lnTo>
                  <a:lnTo>
                    <a:pt x="3496" y="32544"/>
                  </a:lnTo>
                  <a:lnTo>
                    <a:pt x="3608" y="32135"/>
                  </a:lnTo>
                  <a:lnTo>
                    <a:pt x="6518" y="21493"/>
                  </a:lnTo>
                  <a:lnTo>
                    <a:pt x="6565" y="21339"/>
                  </a:lnTo>
                  <a:lnTo>
                    <a:pt x="7111" y="21502"/>
                  </a:lnTo>
                  <a:lnTo>
                    <a:pt x="11820" y="22919"/>
                  </a:lnTo>
                  <a:lnTo>
                    <a:pt x="12720" y="23190"/>
                  </a:lnTo>
                  <a:lnTo>
                    <a:pt x="17608" y="24661"/>
                  </a:lnTo>
                  <a:lnTo>
                    <a:pt x="18294" y="24868"/>
                  </a:lnTo>
                  <a:lnTo>
                    <a:pt x="23024" y="26197"/>
                  </a:lnTo>
                  <a:lnTo>
                    <a:pt x="23606" y="26361"/>
                  </a:lnTo>
                  <a:lnTo>
                    <a:pt x="31487" y="28515"/>
                  </a:lnTo>
                  <a:lnTo>
                    <a:pt x="31080" y="28078"/>
                  </a:lnTo>
                  <a:lnTo>
                    <a:pt x="25916" y="22542"/>
                  </a:lnTo>
                  <a:lnTo>
                    <a:pt x="23793" y="20265"/>
                  </a:lnTo>
                  <a:lnTo>
                    <a:pt x="23262" y="19696"/>
                  </a:lnTo>
                  <a:lnTo>
                    <a:pt x="21527" y="17835"/>
                  </a:lnTo>
                  <a:lnTo>
                    <a:pt x="26003" y="13603"/>
                  </a:lnTo>
                  <a:lnTo>
                    <a:pt x="29124" y="10791"/>
                  </a:lnTo>
                  <a:lnTo>
                    <a:pt x="30205" y="9817"/>
                  </a:lnTo>
                  <a:lnTo>
                    <a:pt x="30596" y="10252"/>
                  </a:lnTo>
                  <a:lnTo>
                    <a:pt x="32701" y="12521"/>
                  </a:lnTo>
                  <a:lnTo>
                    <a:pt x="35404" y="15434"/>
                  </a:lnTo>
                  <a:lnTo>
                    <a:pt x="36332" y="16435"/>
                  </a:lnTo>
                  <a:lnTo>
                    <a:pt x="37442" y="15434"/>
                  </a:lnTo>
                  <a:lnTo>
                    <a:pt x="40715" y="12483"/>
                  </a:lnTo>
                  <a:lnTo>
                    <a:pt x="44978" y="8686"/>
                  </a:lnTo>
                  <a:lnTo>
                    <a:pt x="49022" y="5170"/>
                  </a:lnTo>
                  <a:lnTo>
                    <a:pt x="49282" y="4944"/>
                  </a:lnTo>
                  <a:lnTo>
                    <a:pt x="50041" y="4258"/>
                  </a:lnTo>
                  <a:lnTo>
                    <a:pt x="51630" y="2842"/>
                  </a:lnTo>
                  <a:lnTo>
                    <a:pt x="53337" y="1321"/>
                  </a:lnTo>
                  <a:lnTo>
                    <a:pt x="53639" y="1052"/>
                  </a:lnTo>
                  <a:lnTo>
                    <a:pt x="54838" y="0"/>
                  </a:lnTo>
                  <a:lnTo>
                    <a:pt x="58674" y="4478"/>
                  </a:lnTo>
                  <a:lnTo>
                    <a:pt x="59366" y="5287"/>
                  </a:lnTo>
                  <a:lnTo>
                    <a:pt x="62670" y="9135"/>
                  </a:lnTo>
                  <a:lnTo>
                    <a:pt x="63527" y="10133"/>
                  </a:lnTo>
                  <a:lnTo>
                    <a:pt x="66125" y="1294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1" name="pg420"/>
            <p:cNvSpPr/>
            <p:nvPr/>
          </p:nvSpPr>
          <p:spPr>
            <a:xfrm>
              <a:off x="4401204" y="4873865"/>
              <a:ext cx="62245" cy="65800"/>
            </a:xfrm>
            <a:custGeom>
              <a:avLst/>
              <a:pathLst>
                <a:path w="62245" h="65800">
                  <a:moveTo>
                    <a:pt x="38102" y="2923"/>
                  </a:moveTo>
                  <a:lnTo>
                    <a:pt x="43559" y="5054"/>
                  </a:lnTo>
                  <a:lnTo>
                    <a:pt x="42979" y="6726"/>
                  </a:lnTo>
                  <a:lnTo>
                    <a:pt x="42597" y="7396"/>
                  </a:lnTo>
                  <a:lnTo>
                    <a:pt x="47604" y="9632"/>
                  </a:lnTo>
                  <a:lnTo>
                    <a:pt x="50048" y="10656"/>
                  </a:lnTo>
                  <a:lnTo>
                    <a:pt x="50404" y="10817"/>
                  </a:lnTo>
                  <a:lnTo>
                    <a:pt x="51207" y="9026"/>
                  </a:lnTo>
                  <a:lnTo>
                    <a:pt x="51463" y="8428"/>
                  </a:lnTo>
                  <a:lnTo>
                    <a:pt x="53042" y="4740"/>
                  </a:lnTo>
                  <a:lnTo>
                    <a:pt x="53959" y="5130"/>
                  </a:lnTo>
                  <a:lnTo>
                    <a:pt x="54664" y="5429"/>
                  </a:lnTo>
                  <a:lnTo>
                    <a:pt x="55210" y="5661"/>
                  </a:lnTo>
                  <a:lnTo>
                    <a:pt x="55628" y="5839"/>
                  </a:lnTo>
                  <a:lnTo>
                    <a:pt x="55972" y="5985"/>
                  </a:lnTo>
                  <a:lnTo>
                    <a:pt x="56348" y="6153"/>
                  </a:lnTo>
                  <a:lnTo>
                    <a:pt x="55509" y="8709"/>
                  </a:lnTo>
                  <a:lnTo>
                    <a:pt x="55080" y="11429"/>
                  </a:lnTo>
                  <a:lnTo>
                    <a:pt x="54908" y="12046"/>
                  </a:lnTo>
                  <a:lnTo>
                    <a:pt x="54682" y="12861"/>
                  </a:lnTo>
                  <a:lnTo>
                    <a:pt x="53614" y="15880"/>
                  </a:lnTo>
                  <a:lnTo>
                    <a:pt x="56216" y="16920"/>
                  </a:lnTo>
                  <a:lnTo>
                    <a:pt x="58104" y="17722"/>
                  </a:lnTo>
                  <a:lnTo>
                    <a:pt x="59083" y="18126"/>
                  </a:lnTo>
                  <a:lnTo>
                    <a:pt x="62245" y="19428"/>
                  </a:lnTo>
                  <a:lnTo>
                    <a:pt x="61046" y="22000"/>
                  </a:lnTo>
                  <a:lnTo>
                    <a:pt x="57445" y="20631"/>
                  </a:lnTo>
                  <a:lnTo>
                    <a:pt x="56884" y="20424"/>
                  </a:lnTo>
                  <a:lnTo>
                    <a:pt x="56446" y="21816"/>
                  </a:lnTo>
                  <a:lnTo>
                    <a:pt x="56113" y="22871"/>
                  </a:lnTo>
                  <a:lnTo>
                    <a:pt x="55496" y="24829"/>
                  </a:lnTo>
                  <a:lnTo>
                    <a:pt x="55329" y="25279"/>
                  </a:lnTo>
                  <a:lnTo>
                    <a:pt x="58396" y="26447"/>
                  </a:lnTo>
                  <a:lnTo>
                    <a:pt x="57193" y="30334"/>
                  </a:lnTo>
                  <a:lnTo>
                    <a:pt x="53933" y="29379"/>
                  </a:lnTo>
                  <a:lnTo>
                    <a:pt x="53714" y="31113"/>
                  </a:lnTo>
                  <a:lnTo>
                    <a:pt x="53507" y="31422"/>
                  </a:lnTo>
                  <a:lnTo>
                    <a:pt x="51563" y="34323"/>
                  </a:lnTo>
                  <a:lnTo>
                    <a:pt x="53854" y="35082"/>
                  </a:lnTo>
                  <a:lnTo>
                    <a:pt x="53514" y="35453"/>
                  </a:lnTo>
                  <a:lnTo>
                    <a:pt x="52123" y="36972"/>
                  </a:lnTo>
                  <a:lnTo>
                    <a:pt x="52073" y="37971"/>
                  </a:lnTo>
                  <a:lnTo>
                    <a:pt x="51876" y="38103"/>
                  </a:lnTo>
                  <a:lnTo>
                    <a:pt x="52779" y="40541"/>
                  </a:lnTo>
                  <a:lnTo>
                    <a:pt x="53555" y="42576"/>
                  </a:lnTo>
                  <a:lnTo>
                    <a:pt x="53283" y="42704"/>
                  </a:lnTo>
                  <a:lnTo>
                    <a:pt x="51998" y="43310"/>
                  </a:lnTo>
                  <a:lnTo>
                    <a:pt x="48509" y="44825"/>
                  </a:lnTo>
                  <a:lnTo>
                    <a:pt x="48046" y="45118"/>
                  </a:lnTo>
                  <a:lnTo>
                    <a:pt x="48622" y="46691"/>
                  </a:lnTo>
                  <a:lnTo>
                    <a:pt x="48996" y="48897"/>
                  </a:lnTo>
                  <a:lnTo>
                    <a:pt x="47542" y="48972"/>
                  </a:lnTo>
                  <a:lnTo>
                    <a:pt x="45863" y="49059"/>
                  </a:lnTo>
                  <a:lnTo>
                    <a:pt x="44652" y="49206"/>
                  </a:lnTo>
                  <a:lnTo>
                    <a:pt x="45199" y="51377"/>
                  </a:lnTo>
                  <a:lnTo>
                    <a:pt x="45012" y="52251"/>
                  </a:lnTo>
                  <a:lnTo>
                    <a:pt x="44567" y="52749"/>
                  </a:lnTo>
                  <a:lnTo>
                    <a:pt x="43936" y="53458"/>
                  </a:lnTo>
                  <a:lnTo>
                    <a:pt x="43902" y="53830"/>
                  </a:lnTo>
                  <a:lnTo>
                    <a:pt x="43873" y="54150"/>
                  </a:lnTo>
                  <a:lnTo>
                    <a:pt x="43778" y="55187"/>
                  </a:lnTo>
                  <a:lnTo>
                    <a:pt x="43756" y="56635"/>
                  </a:lnTo>
                  <a:lnTo>
                    <a:pt x="43544" y="57756"/>
                  </a:lnTo>
                  <a:lnTo>
                    <a:pt x="43007" y="59814"/>
                  </a:lnTo>
                  <a:lnTo>
                    <a:pt x="42381" y="61305"/>
                  </a:lnTo>
                  <a:lnTo>
                    <a:pt x="42300" y="61598"/>
                  </a:lnTo>
                  <a:lnTo>
                    <a:pt x="42098" y="62336"/>
                  </a:lnTo>
                  <a:lnTo>
                    <a:pt x="41795" y="63437"/>
                  </a:lnTo>
                  <a:lnTo>
                    <a:pt x="41553" y="63682"/>
                  </a:lnTo>
                  <a:lnTo>
                    <a:pt x="39669" y="64049"/>
                  </a:lnTo>
                  <a:lnTo>
                    <a:pt x="39628" y="63885"/>
                  </a:lnTo>
                  <a:lnTo>
                    <a:pt x="39477" y="63232"/>
                  </a:lnTo>
                  <a:lnTo>
                    <a:pt x="39281" y="62387"/>
                  </a:lnTo>
                  <a:lnTo>
                    <a:pt x="38442" y="58760"/>
                  </a:lnTo>
                  <a:lnTo>
                    <a:pt x="36295" y="59257"/>
                  </a:lnTo>
                  <a:lnTo>
                    <a:pt x="35679" y="59400"/>
                  </a:lnTo>
                  <a:lnTo>
                    <a:pt x="34968" y="59564"/>
                  </a:lnTo>
                  <a:lnTo>
                    <a:pt x="34796" y="59604"/>
                  </a:lnTo>
                  <a:lnTo>
                    <a:pt x="34313" y="59716"/>
                  </a:lnTo>
                  <a:lnTo>
                    <a:pt x="32782" y="60069"/>
                  </a:lnTo>
                  <a:lnTo>
                    <a:pt x="31668" y="60326"/>
                  </a:lnTo>
                  <a:lnTo>
                    <a:pt x="30659" y="60559"/>
                  </a:lnTo>
                  <a:lnTo>
                    <a:pt x="28436" y="61072"/>
                  </a:lnTo>
                  <a:lnTo>
                    <a:pt x="28186" y="61127"/>
                  </a:lnTo>
                  <a:lnTo>
                    <a:pt x="27883" y="61194"/>
                  </a:lnTo>
                  <a:lnTo>
                    <a:pt x="24922" y="61850"/>
                  </a:lnTo>
                  <a:lnTo>
                    <a:pt x="17412" y="63881"/>
                  </a:lnTo>
                  <a:lnTo>
                    <a:pt x="17142" y="63954"/>
                  </a:lnTo>
                  <a:lnTo>
                    <a:pt x="15143" y="64494"/>
                  </a:lnTo>
                  <a:lnTo>
                    <a:pt x="14578" y="64169"/>
                  </a:lnTo>
                  <a:lnTo>
                    <a:pt x="12510" y="64736"/>
                  </a:lnTo>
                  <a:lnTo>
                    <a:pt x="9095" y="65676"/>
                  </a:lnTo>
                  <a:lnTo>
                    <a:pt x="8708" y="65800"/>
                  </a:lnTo>
                  <a:lnTo>
                    <a:pt x="8133" y="65534"/>
                  </a:lnTo>
                  <a:lnTo>
                    <a:pt x="8002" y="65037"/>
                  </a:lnTo>
                  <a:lnTo>
                    <a:pt x="7725" y="63954"/>
                  </a:lnTo>
                  <a:lnTo>
                    <a:pt x="6721" y="60013"/>
                  </a:lnTo>
                  <a:lnTo>
                    <a:pt x="6333" y="58494"/>
                  </a:lnTo>
                  <a:lnTo>
                    <a:pt x="6117" y="57625"/>
                  </a:lnTo>
                  <a:lnTo>
                    <a:pt x="4718" y="52008"/>
                  </a:lnTo>
                  <a:lnTo>
                    <a:pt x="4488" y="51067"/>
                  </a:lnTo>
                  <a:lnTo>
                    <a:pt x="4249" y="50088"/>
                  </a:lnTo>
                  <a:lnTo>
                    <a:pt x="4133" y="49612"/>
                  </a:lnTo>
                  <a:lnTo>
                    <a:pt x="3317" y="46276"/>
                  </a:lnTo>
                  <a:lnTo>
                    <a:pt x="3070" y="45287"/>
                  </a:lnTo>
                  <a:lnTo>
                    <a:pt x="2740" y="44658"/>
                  </a:lnTo>
                  <a:lnTo>
                    <a:pt x="2282" y="44314"/>
                  </a:lnTo>
                  <a:lnTo>
                    <a:pt x="695" y="43122"/>
                  </a:lnTo>
                  <a:lnTo>
                    <a:pt x="0" y="42311"/>
                  </a:lnTo>
                  <a:lnTo>
                    <a:pt x="1729" y="42737"/>
                  </a:lnTo>
                  <a:lnTo>
                    <a:pt x="3808" y="43266"/>
                  </a:lnTo>
                  <a:lnTo>
                    <a:pt x="5141" y="43605"/>
                  </a:lnTo>
                  <a:lnTo>
                    <a:pt x="6729" y="44009"/>
                  </a:lnTo>
                  <a:lnTo>
                    <a:pt x="9338" y="44672"/>
                  </a:lnTo>
                  <a:lnTo>
                    <a:pt x="10610" y="40682"/>
                  </a:lnTo>
                  <a:lnTo>
                    <a:pt x="10924" y="39695"/>
                  </a:lnTo>
                  <a:lnTo>
                    <a:pt x="11047" y="39308"/>
                  </a:lnTo>
                  <a:lnTo>
                    <a:pt x="12792" y="33830"/>
                  </a:lnTo>
                  <a:lnTo>
                    <a:pt x="13489" y="31644"/>
                  </a:lnTo>
                  <a:lnTo>
                    <a:pt x="14607" y="28133"/>
                  </a:lnTo>
                  <a:lnTo>
                    <a:pt x="16241" y="23039"/>
                  </a:lnTo>
                  <a:lnTo>
                    <a:pt x="16313" y="22813"/>
                  </a:lnTo>
                  <a:lnTo>
                    <a:pt x="17998" y="17562"/>
                  </a:lnTo>
                  <a:lnTo>
                    <a:pt x="18653" y="15520"/>
                  </a:lnTo>
                  <a:lnTo>
                    <a:pt x="19209" y="13786"/>
                  </a:lnTo>
                  <a:lnTo>
                    <a:pt x="19742" y="12124"/>
                  </a:lnTo>
                  <a:lnTo>
                    <a:pt x="21467" y="6746"/>
                  </a:lnTo>
                  <a:lnTo>
                    <a:pt x="23205" y="1327"/>
                  </a:lnTo>
                  <a:lnTo>
                    <a:pt x="23691" y="1477"/>
                  </a:lnTo>
                  <a:lnTo>
                    <a:pt x="23942" y="1801"/>
                  </a:lnTo>
                  <a:lnTo>
                    <a:pt x="28657" y="3387"/>
                  </a:lnTo>
                  <a:lnTo>
                    <a:pt x="28788" y="3063"/>
                  </a:lnTo>
                  <a:lnTo>
                    <a:pt x="30064" y="0"/>
                  </a:lnTo>
                  <a:lnTo>
                    <a:pt x="30714" y="235"/>
                  </a:lnTo>
                  <a:lnTo>
                    <a:pt x="30976" y="330"/>
                  </a:lnTo>
                  <a:lnTo>
                    <a:pt x="31531" y="532"/>
                  </a:lnTo>
                  <a:lnTo>
                    <a:pt x="35207" y="18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2" name="pg421"/>
            <p:cNvSpPr/>
            <p:nvPr/>
          </p:nvSpPr>
          <p:spPr>
            <a:xfrm>
              <a:off x="4380026" y="4897472"/>
              <a:ext cx="77919" cy="78392"/>
            </a:xfrm>
            <a:custGeom>
              <a:avLst/>
              <a:pathLst>
                <a:path w="77919" h="78392">
                  <a:moveTo>
                    <a:pt x="31787" y="17076"/>
                  </a:moveTo>
                  <a:lnTo>
                    <a:pt x="30516" y="21066"/>
                  </a:lnTo>
                  <a:lnTo>
                    <a:pt x="27906" y="20402"/>
                  </a:lnTo>
                  <a:lnTo>
                    <a:pt x="26319" y="19998"/>
                  </a:lnTo>
                  <a:lnTo>
                    <a:pt x="24986" y="19659"/>
                  </a:lnTo>
                  <a:lnTo>
                    <a:pt x="22907" y="19130"/>
                  </a:lnTo>
                  <a:lnTo>
                    <a:pt x="21163" y="18702"/>
                  </a:lnTo>
                  <a:lnTo>
                    <a:pt x="21953" y="19576"/>
                  </a:lnTo>
                  <a:lnTo>
                    <a:pt x="23459" y="20708"/>
                  </a:lnTo>
                  <a:lnTo>
                    <a:pt x="23917" y="21052"/>
                  </a:lnTo>
                  <a:lnTo>
                    <a:pt x="24248" y="21680"/>
                  </a:lnTo>
                  <a:lnTo>
                    <a:pt x="24500" y="22688"/>
                  </a:lnTo>
                  <a:lnTo>
                    <a:pt x="25310" y="26006"/>
                  </a:lnTo>
                  <a:lnTo>
                    <a:pt x="25426" y="26481"/>
                  </a:lnTo>
                  <a:lnTo>
                    <a:pt x="25666" y="27460"/>
                  </a:lnTo>
                  <a:lnTo>
                    <a:pt x="25895" y="28401"/>
                  </a:lnTo>
                  <a:lnTo>
                    <a:pt x="27294" y="34018"/>
                  </a:lnTo>
                  <a:lnTo>
                    <a:pt x="27511" y="34887"/>
                  </a:lnTo>
                  <a:lnTo>
                    <a:pt x="27898" y="36407"/>
                  </a:lnTo>
                  <a:lnTo>
                    <a:pt x="28903" y="40347"/>
                  </a:lnTo>
                  <a:lnTo>
                    <a:pt x="29179" y="41431"/>
                  </a:lnTo>
                  <a:lnTo>
                    <a:pt x="29311" y="41927"/>
                  </a:lnTo>
                  <a:lnTo>
                    <a:pt x="29886" y="42194"/>
                  </a:lnTo>
                  <a:lnTo>
                    <a:pt x="30354" y="42043"/>
                  </a:lnTo>
                  <a:lnTo>
                    <a:pt x="33687" y="41129"/>
                  </a:lnTo>
                  <a:lnTo>
                    <a:pt x="35755" y="40562"/>
                  </a:lnTo>
                  <a:lnTo>
                    <a:pt x="36321" y="40888"/>
                  </a:lnTo>
                  <a:lnTo>
                    <a:pt x="38319" y="40347"/>
                  </a:lnTo>
                  <a:lnTo>
                    <a:pt x="38590" y="40274"/>
                  </a:lnTo>
                  <a:lnTo>
                    <a:pt x="46099" y="38243"/>
                  </a:lnTo>
                  <a:lnTo>
                    <a:pt x="49061" y="37588"/>
                  </a:lnTo>
                  <a:lnTo>
                    <a:pt x="49364" y="37521"/>
                  </a:lnTo>
                  <a:lnTo>
                    <a:pt x="49613" y="37465"/>
                  </a:lnTo>
                  <a:lnTo>
                    <a:pt x="51931" y="36930"/>
                  </a:lnTo>
                  <a:lnTo>
                    <a:pt x="52845" y="36719"/>
                  </a:lnTo>
                  <a:lnTo>
                    <a:pt x="53960" y="36462"/>
                  </a:lnTo>
                  <a:lnTo>
                    <a:pt x="55490" y="36109"/>
                  </a:lnTo>
                  <a:lnTo>
                    <a:pt x="55974" y="35997"/>
                  </a:lnTo>
                  <a:lnTo>
                    <a:pt x="56145" y="35958"/>
                  </a:lnTo>
                  <a:lnTo>
                    <a:pt x="56857" y="35794"/>
                  </a:lnTo>
                  <a:lnTo>
                    <a:pt x="57473" y="35651"/>
                  </a:lnTo>
                  <a:lnTo>
                    <a:pt x="59619" y="35153"/>
                  </a:lnTo>
                  <a:lnTo>
                    <a:pt x="60459" y="38780"/>
                  </a:lnTo>
                  <a:lnTo>
                    <a:pt x="60655" y="39626"/>
                  </a:lnTo>
                  <a:lnTo>
                    <a:pt x="60806" y="40279"/>
                  </a:lnTo>
                  <a:lnTo>
                    <a:pt x="60846" y="40443"/>
                  </a:lnTo>
                  <a:lnTo>
                    <a:pt x="62730" y="40075"/>
                  </a:lnTo>
                  <a:lnTo>
                    <a:pt x="62973" y="39831"/>
                  </a:lnTo>
                  <a:lnTo>
                    <a:pt x="63275" y="38730"/>
                  </a:lnTo>
                  <a:lnTo>
                    <a:pt x="63478" y="37991"/>
                  </a:lnTo>
                  <a:lnTo>
                    <a:pt x="63558" y="37698"/>
                  </a:lnTo>
                  <a:lnTo>
                    <a:pt x="64184" y="36207"/>
                  </a:lnTo>
                  <a:lnTo>
                    <a:pt x="64721" y="34150"/>
                  </a:lnTo>
                  <a:lnTo>
                    <a:pt x="64934" y="33028"/>
                  </a:lnTo>
                  <a:lnTo>
                    <a:pt x="64956" y="31580"/>
                  </a:lnTo>
                  <a:lnTo>
                    <a:pt x="65061" y="30424"/>
                  </a:lnTo>
                  <a:lnTo>
                    <a:pt x="65080" y="30224"/>
                  </a:lnTo>
                  <a:lnTo>
                    <a:pt x="65114" y="29851"/>
                  </a:lnTo>
                  <a:lnTo>
                    <a:pt x="65745" y="29143"/>
                  </a:lnTo>
                  <a:lnTo>
                    <a:pt x="66189" y="28645"/>
                  </a:lnTo>
                  <a:lnTo>
                    <a:pt x="66377" y="27771"/>
                  </a:lnTo>
                  <a:lnTo>
                    <a:pt x="65830" y="25599"/>
                  </a:lnTo>
                  <a:lnTo>
                    <a:pt x="67041" y="25452"/>
                  </a:lnTo>
                  <a:lnTo>
                    <a:pt x="68720" y="25365"/>
                  </a:lnTo>
                  <a:lnTo>
                    <a:pt x="70173" y="25290"/>
                  </a:lnTo>
                  <a:lnTo>
                    <a:pt x="70239" y="26250"/>
                  </a:lnTo>
                  <a:lnTo>
                    <a:pt x="70300" y="27175"/>
                  </a:lnTo>
                  <a:lnTo>
                    <a:pt x="70425" y="29051"/>
                  </a:lnTo>
                  <a:lnTo>
                    <a:pt x="71282" y="34367"/>
                  </a:lnTo>
                  <a:lnTo>
                    <a:pt x="71753" y="38160"/>
                  </a:lnTo>
                  <a:lnTo>
                    <a:pt x="71597" y="38161"/>
                  </a:lnTo>
                  <a:lnTo>
                    <a:pt x="71552" y="39519"/>
                  </a:lnTo>
                  <a:lnTo>
                    <a:pt x="71285" y="40189"/>
                  </a:lnTo>
                  <a:lnTo>
                    <a:pt x="70877" y="41217"/>
                  </a:lnTo>
                  <a:lnTo>
                    <a:pt x="70791" y="41542"/>
                  </a:lnTo>
                  <a:lnTo>
                    <a:pt x="70696" y="41897"/>
                  </a:lnTo>
                  <a:lnTo>
                    <a:pt x="70589" y="42303"/>
                  </a:lnTo>
                  <a:lnTo>
                    <a:pt x="70642" y="43298"/>
                  </a:lnTo>
                  <a:lnTo>
                    <a:pt x="70902" y="44926"/>
                  </a:lnTo>
                  <a:lnTo>
                    <a:pt x="71214" y="45698"/>
                  </a:lnTo>
                  <a:lnTo>
                    <a:pt x="71764" y="47286"/>
                  </a:lnTo>
                  <a:lnTo>
                    <a:pt x="71916" y="47617"/>
                  </a:lnTo>
                  <a:lnTo>
                    <a:pt x="72065" y="47944"/>
                  </a:lnTo>
                  <a:lnTo>
                    <a:pt x="72689" y="48666"/>
                  </a:lnTo>
                  <a:lnTo>
                    <a:pt x="73030" y="49248"/>
                  </a:lnTo>
                  <a:lnTo>
                    <a:pt x="73002" y="49791"/>
                  </a:lnTo>
                  <a:lnTo>
                    <a:pt x="73061" y="50845"/>
                  </a:lnTo>
                  <a:lnTo>
                    <a:pt x="72964" y="51033"/>
                  </a:lnTo>
                  <a:lnTo>
                    <a:pt x="72545" y="51396"/>
                  </a:lnTo>
                  <a:lnTo>
                    <a:pt x="72161" y="51728"/>
                  </a:lnTo>
                  <a:lnTo>
                    <a:pt x="72342" y="51981"/>
                  </a:lnTo>
                  <a:lnTo>
                    <a:pt x="72776" y="52105"/>
                  </a:lnTo>
                  <a:lnTo>
                    <a:pt x="74489" y="52592"/>
                  </a:lnTo>
                  <a:lnTo>
                    <a:pt x="76125" y="52781"/>
                  </a:lnTo>
                  <a:lnTo>
                    <a:pt x="76198" y="53264"/>
                  </a:lnTo>
                  <a:lnTo>
                    <a:pt x="76415" y="54707"/>
                  </a:lnTo>
                  <a:lnTo>
                    <a:pt x="77315" y="54618"/>
                  </a:lnTo>
                  <a:lnTo>
                    <a:pt x="77689" y="54581"/>
                  </a:lnTo>
                  <a:lnTo>
                    <a:pt x="77919" y="55616"/>
                  </a:lnTo>
                  <a:lnTo>
                    <a:pt x="77689" y="55725"/>
                  </a:lnTo>
                  <a:lnTo>
                    <a:pt x="76617" y="56062"/>
                  </a:lnTo>
                  <a:lnTo>
                    <a:pt x="76979" y="57007"/>
                  </a:lnTo>
                  <a:lnTo>
                    <a:pt x="76982" y="59070"/>
                  </a:lnTo>
                  <a:lnTo>
                    <a:pt x="73511" y="58717"/>
                  </a:lnTo>
                  <a:lnTo>
                    <a:pt x="72674" y="60742"/>
                  </a:lnTo>
                  <a:lnTo>
                    <a:pt x="72456" y="61270"/>
                  </a:lnTo>
                  <a:lnTo>
                    <a:pt x="72091" y="62154"/>
                  </a:lnTo>
                  <a:lnTo>
                    <a:pt x="71825" y="61993"/>
                  </a:lnTo>
                  <a:lnTo>
                    <a:pt x="71672" y="61901"/>
                  </a:lnTo>
                  <a:lnTo>
                    <a:pt x="71284" y="61633"/>
                  </a:lnTo>
                  <a:lnTo>
                    <a:pt x="69565" y="64180"/>
                  </a:lnTo>
                  <a:lnTo>
                    <a:pt x="67712" y="66773"/>
                  </a:lnTo>
                  <a:lnTo>
                    <a:pt x="65861" y="69637"/>
                  </a:lnTo>
                  <a:lnTo>
                    <a:pt x="65494" y="70205"/>
                  </a:lnTo>
                  <a:lnTo>
                    <a:pt x="63455" y="73359"/>
                  </a:lnTo>
                  <a:lnTo>
                    <a:pt x="64774" y="74029"/>
                  </a:lnTo>
                  <a:lnTo>
                    <a:pt x="64923" y="74105"/>
                  </a:lnTo>
                  <a:lnTo>
                    <a:pt x="64164" y="78359"/>
                  </a:lnTo>
                  <a:lnTo>
                    <a:pt x="61143" y="78379"/>
                  </a:lnTo>
                  <a:lnTo>
                    <a:pt x="60237" y="78385"/>
                  </a:lnTo>
                  <a:lnTo>
                    <a:pt x="59938" y="78387"/>
                  </a:lnTo>
                  <a:lnTo>
                    <a:pt x="59287" y="78392"/>
                  </a:lnTo>
                  <a:lnTo>
                    <a:pt x="58983" y="78355"/>
                  </a:lnTo>
                  <a:lnTo>
                    <a:pt x="55132" y="77886"/>
                  </a:lnTo>
                  <a:lnTo>
                    <a:pt x="50588" y="76632"/>
                  </a:lnTo>
                  <a:lnTo>
                    <a:pt x="50283" y="76548"/>
                  </a:lnTo>
                  <a:lnTo>
                    <a:pt x="49653" y="76374"/>
                  </a:lnTo>
                  <a:lnTo>
                    <a:pt x="49114" y="76113"/>
                  </a:lnTo>
                  <a:lnTo>
                    <a:pt x="48894" y="76007"/>
                  </a:lnTo>
                  <a:lnTo>
                    <a:pt x="48175" y="75590"/>
                  </a:lnTo>
                  <a:lnTo>
                    <a:pt x="45875" y="74256"/>
                  </a:lnTo>
                  <a:lnTo>
                    <a:pt x="45177" y="73841"/>
                  </a:lnTo>
                  <a:lnTo>
                    <a:pt x="42950" y="72067"/>
                  </a:lnTo>
                  <a:lnTo>
                    <a:pt x="41835" y="71161"/>
                  </a:lnTo>
                  <a:lnTo>
                    <a:pt x="40885" y="70335"/>
                  </a:lnTo>
                  <a:lnTo>
                    <a:pt x="39667" y="69276"/>
                  </a:lnTo>
                  <a:lnTo>
                    <a:pt x="39044" y="68606"/>
                  </a:lnTo>
                  <a:lnTo>
                    <a:pt x="35981" y="65321"/>
                  </a:lnTo>
                  <a:lnTo>
                    <a:pt x="32936" y="62056"/>
                  </a:lnTo>
                  <a:lnTo>
                    <a:pt x="28749" y="57420"/>
                  </a:lnTo>
                  <a:lnTo>
                    <a:pt x="26976" y="55457"/>
                  </a:lnTo>
                  <a:lnTo>
                    <a:pt x="24921" y="53191"/>
                  </a:lnTo>
                  <a:lnTo>
                    <a:pt x="24165" y="52357"/>
                  </a:lnTo>
                  <a:lnTo>
                    <a:pt x="23034" y="51110"/>
                  </a:lnTo>
                  <a:lnTo>
                    <a:pt x="21013" y="48881"/>
                  </a:lnTo>
                  <a:lnTo>
                    <a:pt x="20389" y="48136"/>
                  </a:lnTo>
                  <a:lnTo>
                    <a:pt x="17012" y="44100"/>
                  </a:lnTo>
                  <a:lnTo>
                    <a:pt x="16606" y="43615"/>
                  </a:lnTo>
                  <a:lnTo>
                    <a:pt x="12170" y="38314"/>
                  </a:lnTo>
                  <a:lnTo>
                    <a:pt x="8600" y="34011"/>
                  </a:lnTo>
                  <a:lnTo>
                    <a:pt x="6186" y="31519"/>
                  </a:lnTo>
                  <a:lnTo>
                    <a:pt x="4477" y="29755"/>
                  </a:lnTo>
                  <a:lnTo>
                    <a:pt x="2688" y="27907"/>
                  </a:lnTo>
                  <a:lnTo>
                    <a:pt x="0" y="25132"/>
                  </a:lnTo>
                  <a:lnTo>
                    <a:pt x="260" y="24897"/>
                  </a:lnTo>
                  <a:lnTo>
                    <a:pt x="5655" y="20036"/>
                  </a:lnTo>
                  <a:lnTo>
                    <a:pt x="7170" y="18671"/>
                  </a:lnTo>
                  <a:lnTo>
                    <a:pt x="10265" y="15883"/>
                  </a:lnTo>
                  <a:lnTo>
                    <a:pt x="10750" y="15446"/>
                  </a:lnTo>
                  <a:lnTo>
                    <a:pt x="11613" y="14668"/>
                  </a:lnTo>
                  <a:lnTo>
                    <a:pt x="14698" y="11840"/>
                  </a:lnTo>
                  <a:lnTo>
                    <a:pt x="14982" y="10938"/>
                  </a:lnTo>
                  <a:lnTo>
                    <a:pt x="16627" y="5714"/>
                  </a:lnTo>
                  <a:lnTo>
                    <a:pt x="16676" y="5559"/>
                  </a:lnTo>
                  <a:lnTo>
                    <a:pt x="17166" y="4003"/>
                  </a:lnTo>
                  <a:lnTo>
                    <a:pt x="18427" y="0"/>
                  </a:lnTo>
                  <a:lnTo>
                    <a:pt x="18664" y="62"/>
                  </a:lnTo>
                  <a:lnTo>
                    <a:pt x="20148" y="449"/>
                  </a:lnTo>
                  <a:lnTo>
                    <a:pt x="21498" y="801"/>
                  </a:lnTo>
                  <a:lnTo>
                    <a:pt x="24598" y="1611"/>
                  </a:lnTo>
                  <a:lnTo>
                    <a:pt x="24771" y="1656"/>
                  </a:lnTo>
                  <a:lnTo>
                    <a:pt x="26597" y="2133"/>
                  </a:lnTo>
                  <a:lnTo>
                    <a:pt x="35785" y="4526"/>
                  </a:lnTo>
                  <a:lnTo>
                    <a:pt x="34666" y="8037"/>
                  </a:lnTo>
                  <a:lnTo>
                    <a:pt x="33970" y="10223"/>
                  </a:lnTo>
                  <a:lnTo>
                    <a:pt x="32225" y="15702"/>
                  </a:lnTo>
                  <a:lnTo>
                    <a:pt x="32101" y="1608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3" name="pg422"/>
            <p:cNvSpPr/>
            <p:nvPr/>
          </p:nvSpPr>
          <p:spPr>
            <a:xfrm>
              <a:off x="4275103" y="4926068"/>
              <a:ext cx="114980" cy="85160"/>
            </a:xfrm>
            <a:custGeom>
              <a:avLst/>
              <a:pathLst>
                <a:path w="114980" h="85160">
                  <a:moveTo>
                    <a:pt x="41553" y="4631"/>
                  </a:moveTo>
                  <a:lnTo>
                    <a:pt x="49511" y="7006"/>
                  </a:lnTo>
                  <a:lnTo>
                    <a:pt x="50500" y="7301"/>
                  </a:lnTo>
                  <a:lnTo>
                    <a:pt x="53291" y="8134"/>
                  </a:lnTo>
                  <a:lnTo>
                    <a:pt x="55702" y="8890"/>
                  </a:lnTo>
                  <a:lnTo>
                    <a:pt x="64092" y="11521"/>
                  </a:lnTo>
                  <a:lnTo>
                    <a:pt x="65234" y="11530"/>
                  </a:lnTo>
                  <a:lnTo>
                    <a:pt x="69450" y="12720"/>
                  </a:lnTo>
                  <a:lnTo>
                    <a:pt x="70617" y="13050"/>
                  </a:lnTo>
                  <a:lnTo>
                    <a:pt x="71426" y="13278"/>
                  </a:lnTo>
                  <a:lnTo>
                    <a:pt x="73114" y="13755"/>
                  </a:lnTo>
                  <a:lnTo>
                    <a:pt x="74232" y="14070"/>
                  </a:lnTo>
                  <a:lnTo>
                    <a:pt x="75533" y="14438"/>
                  </a:lnTo>
                  <a:lnTo>
                    <a:pt x="79265" y="14473"/>
                  </a:lnTo>
                  <a:lnTo>
                    <a:pt x="80305" y="14482"/>
                  </a:lnTo>
                  <a:lnTo>
                    <a:pt x="81551" y="15559"/>
                  </a:lnTo>
                  <a:lnTo>
                    <a:pt x="82410" y="16221"/>
                  </a:lnTo>
                  <a:lnTo>
                    <a:pt x="82883" y="16585"/>
                  </a:lnTo>
                  <a:lnTo>
                    <a:pt x="83276" y="16888"/>
                  </a:lnTo>
                  <a:lnTo>
                    <a:pt x="84235" y="17635"/>
                  </a:lnTo>
                  <a:lnTo>
                    <a:pt x="85021" y="18247"/>
                  </a:lnTo>
                  <a:lnTo>
                    <a:pt x="85579" y="18681"/>
                  </a:lnTo>
                  <a:lnTo>
                    <a:pt x="86426" y="19340"/>
                  </a:lnTo>
                  <a:lnTo>
                    <a:pt x="87231" y="19967"/>
                  </a:lnTo>
                  <a:lnTo>
                    <a:pt x="90429" y="22457"/>
                  </a:lnTo>
                  <a:lnTo>
                    <a:pt x="91011" y="22910"/>
                  </a:lnTo>
                  <a:lnTo>
                    <a:pt x="92904" y="24452"/>
                  </a:lnTo>
                  <a:lnTo>
                    <a:pt x="95437" y="26518"/>
                  </a:lnTo>
                  <a:lnTo>
                    <a:pt x="97763" y="28414"/>
                  </a:lnTo>
                  <a:lnTo>
                    <a:pt x="99016" y="29435"/>
                  </a:lnTo>
                  <a:lnTo>
                    <a:pt x="101378" y="31360"/>
                  </a:lnTo>
                  <a:lnTo>
                    <a:pt x="101875" y="31766"/>
                  </a:lnTo>
                  <a:lnTo>
                    <a:pt x="105749" y="34924"/>
                  </a:lnTo>
                  <a:lnTo>
                    <a:pt x="107373" y="36247"/>
                  </a:lnTo>
                  <a:lnTo>
                    <a:pt x="110618" y="38892"/>
                  </a:lnTo>
                  <a:lnTo>
                    <a:pt x="113096" y="40913"/>
                  </a:lnTo>
                  <a:lnTo>
                    <a:pt x="114980" y="42449"/>
                  </a:lnTo>
                  <a:lnTo>
                    <a:pt x="113082" y="44606"/>
                  </a:lnTo>
                  <a:lnTo>
                    <a:pt x="111176" y="46772"/>
                  </a:lnTo>
                  <a:lnTo>
                    <a:pt x="110941" y="47038"/>
                  </a:lnTo>
                  <a:lnTo>
                    <a:pt x="110178" y="50289"/>
                  </a:lnTo>
                  <a:lnTo>
                    <a:pt x="109514" y="52015"/>
                  </a:lnTo>
                  <a:lnTo>
                    <a:pt x="109049" y="53832"/>
                  </a:lnTo>
                  <a:lnTo>
                    <a:pt x="108407" y="56338"/>
                  </a:lnTo>
                  <a:lnTo>
                    <a:pt x="107354" y="60039"/>
                  </a:lnTo>
                  <a:lnTo>
                    <a:pt x="106813" y="61940"/>
                  </a:lnTo>
                  <a:lnTo>
                    <a:pt x="106086" y="64807"/>
                  </a:lnTo>
                  <a:lnTo>
                    <a:pt x="105502" y="67109"/>
                  </a:lnTo>
                  <a:lnTo>
                    <a:pt x="103797" y="73018"/>
                  </a:lnTo>
                  <a:lnTo>
                    <a:pt x="104130" y="73111"/>
                  </a:lnTo>
                  <a:lnTo>
                    <a:pt x="104646" y="73327"/>
                  </a:lnTo>
                  <a:lnTo>
                    <a:pt x="102784" y="78863"/>
                  </a:lnTo>
                  <a:lnTo>
                    <a:pt x="97057" y="76563"/>
                  </a:lnTo>
                  <a:lnTo>
                    <a:pt x="96648" y="76399"/>
                  </a:lnTo>
                  <a:lnTo>
                    <a:pt x="95191" y="81401"/>
                  </a:lnTo>
                  <a:lnTo>
                    <a:pt x="94095" y="85160"/>
                  </a:lnTo>
                  <a:lnTo>
                    <a:pt x="93163" y="84764"/>
                  </a:lnTo>
                  <a:lnTo>
                    <a:pt x="91340" y="83989"/>
                  </a:lnTo>
                  <a:lnTo>
                    <a:pt x="89763" y="83318"/>
                  </a:lnTo>
                  <a:lnTo>
                    <a:pt x="88653" y="82842"/>
                  </a:lnTo>
                  <a:lnTo>
                    <a:pt x="85346" y="81423"/>
                  </a:lnTo>
                  <a:lnTo>
                    <a:pt x="83717" y="80724"/>
                  </a:lnTo>
                  <a:lnTo>
                    <a:pt x="83412" y="80594"/>
                  </a:lnTo>
                  <a:lnTo>
                    <a:pt x="74171" y="76685"/>
                  </a:lnTo>
                  <a:lnTo>
                    <a:pt x="73965" y="76597"/>
                  </a:lnTo>
                  <a:lnTo>
                    <a:pt x="73692" y="76480"/>
                  </a:lnTo>
                  <a:lnTo>
                    <a:pt x="62215" y="71583"/>
                  </a:lnTo>
                  <a:lnTo>
                    <a:pt x="60978" y="71055"/>
                  </a:lnTo>
                  <a:lnTo>
                    <a:pt x="60684" y="70937"/>
                  </a:lnTo>
                  <a:lnTo>
                    <a:pt x="49621" y="66478"/>
                  </a:lnTo>
                  <a:lnTo>
                    <a:pt x="49371" y="66369"/>
                  </a:lnTo>
                  <a:lnTo>
                    <a:pt x="49229" y="66308"/>
                  </a:lnTo>
                  <a:lnTo>
                    <a:pt x="43698" y="63908"/>
                  </a:lnTo>
                  <a:lnTo>
                    <a:pt x="43147" y="63678"/>
                  </a:lnTo>
                  <a:lnTo>
                    <a:pt x="26417" y="56687"/>
                  </a:lnTo>
                  <a:lnTo>
                    <a:pt x="24043" y="55562"/>
                  </a:lnTo>
                  <a:lnTo>
                    <a:pt x="23830" y="55468"/>
                  </a:lnTo>
                  <a:lnTo>
                    <a:pt x="21491" y="54444"/>
                  </a:lnTo>
                  <a:lnTo>
                    <a:pt x="16945" y="52453"/>
                  </a:lnTo>
                  <a:lnTo>
                    <a:pt x="10165" y="49785"/>
                  </a:lnTo>
                  <a:lnTo>
                    <a:pt x="12686" y="42271"/>
                  </a:lnTo>
                  <a:lnTo>
                    <a:pt x="7178" y="39970"/>
                  </a:lnTo>
                  <a:lnTo>
                    <a:pt x="6632" y="39742"/>
                  </a:lnTo>
                  <a:lnTo>
                    <a:pt x="6677" y="39594"/>
                  </a:lnTo>
                  <a:lnTo>
                    <a:pt x="7518" y="36297"/>
                  </a:lnTo>
                  <a:lnTo>
                    <a:pt x="8187" y="33669"/>
                  </a:lnTo>
                  <a:lnTo>
                    <a:pt x="3434" y="31966"/>
                  </a:lnTo>
                  <a:lnTo>
                    <a:pt x="2575" y="31572"/>
                  </a:lnTo>
                  <a:lnTo>
                    <a:pt x="3897" y="26628"/>
                  </a:lnTo>
                  <a:lnTo>
                    <a:pt x="4317" y="25040"/>
                  </a:lnTo>
                  <a:lnTo>
                    <a:pt x="6038" y="18535"/>
                  </a:lnTo>
                  <a:lnTo>
                    <a:pt x="6101" y="18297"/>
                  </a:lnTo>
                  <a:lnTo>
                    <a:pt x="6177" y="18011"/>
                  </a:lnTo>
                  <a:lnTo>
                    <a:pt x="991" y="16542"/>
                  </a:lnTo>
                  <a:lnTo>
                    <a:pt x="671" y="16451"/>
                  </a:lnTo>
                  <a:lnTo>
                    <a:pt x="0" y="16268"/>
                  </a:lnTo>
                  <a:lnTo>
                    <a:pt x="1542" y="11958"/>
                  </a:lnTo>
                  <a:lnTo>
                    <a:pt x="1797" y="11244"/>
                  </a:lnTo>
                  <a:lnTo>
                    <a:pt x="2119" y="10345"/>
                  </a:lnTo>
                  <a:lnTo>
                    <a:pt x="4666" y="769"/>
                  </a:lnTo>
                  <a:lnTo>
                    <a:pt x="5514" y="1003"/>
                  </a:lnTo>
                  <a:lnTo>
                    <a:pt x="6378" y="1237"/>
                  </a:lnTo>
                  <a:lnTo>
                    <a:pt x="16559" y="3990"/>
                  </a:lnTo>
                  <a:lnTo>
                    <a:pt x="17189" y="4161"/>
                  </a:lnTo>
                  <a:lnTo>
                    <a:pt x="23211" y="5825"/>
                  </a:lnTo>
                  <a:lnTo>
                    <a:pt x="24948" y="0"/>
                  </a:lnTo>
                  <a:lnTo>
                    <a:pt x="29350" y="1064"/>
                  </a:lnTo>
                  <a:lnTo>
                    <a:pt x="31007" y="146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4" name="pg423"/>
            <p:cNvSpPr/>
            <p:nvPr/>
          </p:nvSpPr>
          <p:spPr>
            <a:xfrm>
              <a:off x="4345494" y="4920882"/>
              <a:ext cx="142819" cy="137622"/>
            </a:xfrm>
            <a:custGeom>
              <a:avLst/>
              <a:pathLst>
                <a:path w="142819" h="137622">
                  <a:moveTo>
                    <a:pt x="17400" y="8733"/>
                  </a:moveTo>
                  <a:lnTo>
                    <a:pt x="21621" y="13466"/>
                  </a:lnTo>
                  <a:lnTo>
                    <a:pt x="23900" y="11393"/>
                  </a:lnTo>
                  <a:lnTo>
                    <a:pt x="30438" y="5700"/>
                  </a:lnTo>
                  <a:lnTo>
                    <a:pt x="34362" y="2282"/>
                  </a:lnTo>
                  <a:lnTo>
                    <a:pt x="34532" y="1722"/>
                  </a:lnTo>
                  <a:lnTo>
                    <a:pt x="37220" y="4497"/>
                  </a:lnTo>
                  <a:lnTo>
                    <a:pt x="39091" y="6428"/>
                  </a:lnTo>
                  <a:lnTo>
                    <a:pt x="40719" y="8109"/>
                  </a:lnTo>
                  <a:lnTo>
                    <a:pt x="43132" y="10601"/>
                  </a:lnTo>
                  <a:lnTo>
                    <a:pt x="46703" y="14904"/>
                  </a:lnTo>
                  <a:lnTo>
                    <a:pt x="51139" y="20205"/>
                  </a:lnTo>
                  <a:lnTo>
                    <a:pt x="51544" y="20690"/>
                  </a:lnTo>
                  <a:lnTo>
                    <a:pt x="54922" y="24726"/>
                  </a:lnTo>
                  <a:lnTo>
                    <a:pt x="55572" y="25501"/>
                  </a:lnTo>
                  <a:lnTo>
                    <a:pt x="57566" y="27700"/>
                  </a:lnTo>
                  <a:lnTo>
                    <a:pt x="58697" y="28947"/>
                  </a:lnTo>
                  <a:lnTo>
                    <a:pt x="59453" y="29780"/>
                  </a:lnTo>
                  <a:lnTo>
                    <a:pt x="61509" y="32047"/>
                  </a:lnTo>
                  <a:lnTo>
                    <a:pt x="63281" y="34010"/>
                  </a:lnTo>
                  <a:lnTo>
                    <a:pt x="67468" y="38645"/>
                  </a:lnTo>
                  <a:lnTo>
                    <a:pt x="70513" y="41911"/>
                  </a:lnTo>
                  <a:lnTo>
                    <a:pt x="73576" y="45196"/>
                  </a:lnTo>
                  <a:lnTo>
                    <a:pt x="74199" y="45866"/>
                  </a:lnTo>
                  <a:lnTo>
                    <a:pt x="75417" y="46925"/>
                  </a:lnTo>
                  <a:lnTo>
                    <a:pt x="76367" y="47751"/>
                  </a:lnTo>
                  <a:lnTo>
                    <a:pt x="77482" y="48657"/>
                  </a:lnTo>
                  <a:lnTo>
                    <a:pt x="79755" y="50468"/>
                  </a:lnTo>
                  <a:lnTo>
                    <a:pt x="80407" y="50846"/>
                  </a:lnTo>
                  <a:lnTo>
                    <a:pt x="82707" y="52180"/>
                  </a:lnTo>
                  <a:lnTo>
                    <a:pt x="83427" y="52597"/>
                  </a:lnTo>
                  <a:lnTo>
                    <a:pt x="83646" y="52703"/>
                  </a:lnTo>
                  <a:lnTo>
                    <a:pt x="84186" y="52964"/>
                  </a:lnTo>
                  <a:lnTo>
                    <a:pt x="84773" y="53185"/>
                  </a:lnTo>
                  <a:lnTo>
                    <a:pt x="78104" y="60613"/>
                  </a:lnTo>
                  <a:lnTo>
                    <a:pt x="77585" y="61175"/>
                  </a:lnTo>
                  <a:lnTo>
                    <a:pt x="70665" y="68662"/>
                  </a:lnTo>
                  <a:lnTo>
                    <a:pt x="72472" y="70046"/>
                  </a:lnTo>
                  <a:lnTo>
                    <a:pt x="74061" y="71262"/>
                  </a:lnTo>
                  <a:lnTo>
                    <a:pt x="75544" y="72397"/>
                  </a:lnTo>
                  <a:lnTo>
                    <a:pt x="76549" y="73166"/>
                  </a:lnTo>
                  <a:lnTo>
                    <a:pt x="76777" y="73341"/>
                  </a:lnTo>
                  <a:lnTo>
                    <a:pt x="79489" y="75415"/>
                  </a:lnTo>
                  <a:lnTo>
                    <a:pt x="81209" y="76732"/>
                  </a:lnTo>
                  <a:lnTo>
                    <a:pt x="81353" y="76842"/>
                  </a:lnTo>
                  <a:lnTo>
                    <a:pt x="81808" y="77190"/>
                  </a:lnTo>
                  <a:lnTo>
                    <a:pt x="82964" y="78075"/>
                  </a:lnTo>
                  <a:lnTo>
                    <a:pt x="83428" y="78430"/>
                  </a:lnTo>
                  <a:lnTo>
                    <a:pt x="85401" y="79969"/>
                  </a:lnTo>
                  <a:lnTo>
                    <a:pt x="86047" y="80531"/>
                  </a:lnTo>
                  <a:lnTo>
                    <a:pt x="86378" y="80819"/>
                  </a:lnTo>
                  <a:lnTo>
                    <a:pt x="90675" y="84555"/>
                  </a:lnTo>
                  <a:lnTo>
                    <a:pt x="97314" y="90340"/>
                  </a:lnTo>
                  <a:lnTo>
                    <a:pt x="99899" y="92593"/>
                  </a:lnTo>
                  <a:lnTo>
                    <a:pt x="100662" y="93258"/>
                  </a:lnTo>
                  <a:lnTo>
                    <a:pt x="100991" y="93536"/>
                  </a:lnTo>
                  <a:lnTo>
                    <a:pt x="104765" y="96722"/>
                  </a:lnTo>
                  <a:lnTo>
                    <a:pt x="105153" y="97050"/>
                  </a:lnTo>
                  <a:lnTo>
                    <a:pt x="110282" y="101371"/>
                  </a:lnTo>
                  <a:lnTo>
                    <a:pt x="116902" y="106948"/>
                  </a:lnTo>
                  <a:lnTo>
                    <a:pt x="117072" y="107092"/>
                  </a:lnTo>
                  <a:lnTo>
                    <a:pt x="119758" y="109139"/>
                  </a:lnTo>
                  <a:lnTo>
                    <a:pt x="120052" y="109363"/>
                  </a:lnTo>
                  <a:lnTo>
                    <a:pt x="121591" y="110593"/>
                  </a:lnTo>
                  <a:lnTo>
                    <a:pt x="122537" y="111427"/>
                  </a:lnTo>
                  <a:lnTo>
                    <a:pt x="124538" y="113192"/>
                  </a:lnTo>
                  <a:lnTo>
                    <a:pt x="128485" y="116671"/>
                  </a:lnTo>
                  <a:lnTo>
                    <a:pt x="130117" y="118111"/>
                  </a:lnTo>
                  <a:lnTo>
                    <a:pt x="133644" y="120915"/>
                  </a:lnTo>
                  <a:lnTo>
                    <a:pt x="141690" y="127311"/>
                  </a:lnTo>
                  <a:lnTo>
                    <a:pt x="142819" y="128208"/>
                  </a:lnTo>
                  <a:lnTo>
                    <a:pt x="132618" y="137622"/>
                  </a:lnTo>
                  <a:lnTo>
                    <a:pt x="131034" y="136258"/>
                  </a:lnTo>
                  <a:lnTo>
                    <a:pt x="130131" y="135425"/>
                  </a:lnTo>
                  <a:lnTo>
                    <a:pt x="128488" y="133909"/>
                  </a:lnTo>
                  <a:lnTo>
                    <a:pt x="127631" y="133223"/>
                  </a:lnTo>
                  <a:lnTo>
                    <a:pt x="126677" y="132636"/>
                  </a:lnTo>
                  <a:lnTo>
                    <a:pt x="125943" y="132195"/>
                  </a:lnTo>
                  <a:lnTo>
                    <a:pt x="125761" y="132098"/>
                  </a:lnTo>
                  <a:lnTo>
                    <a:pt x="123011" y="130179"/>
                  </a:lnTo>
                  <a:lnTo>
                    <a:pt x="121346" y="129543"/>
                  </a:lnTo>
                  <a:lnTo>
                    <a:pt x="120326" y="129132"/>
                  </a:lnTo>
                  <a:lnTo>
                    <a:pt x="119462" y="128784"/>
                  </a:lnTo>
                  <a:lnTo>
                    <a:pt x="118213" y="128294"/>
                  </a:lnTo>
                  <a:lnTo>
                    <a:pt x="115003" y="126899"/>
                  </a:lnTo>
                  <a:lnTo>
                    <a:pt x="111786" y="125582"/>
                  </a:lnTo>
                  <a:lnTo>
                    <a:pt x="111533" y="125499"/>
                  </a:lnTo>
                  <a:lnTo>
                    <a:pt x="110033" y="125001"/>
                  </a:lnTo>
                  <a:lnTo>
                    <a:pt x="108971" y="124602"/>
                  </a:lnTo>
                  <a:lnTo>
                    <a:pt x="105814" y="123305"/>
                  </a:lnTo>
                  <a:lnTo>
                    <a:pt x="105067" y="122991"/>
                  </a:lnTo>
                  <a:lnTo>
                    <a:pt x="104336" y="122683"/>
                  </a:lnTo>
                  <a:lnTo>
                    <a:pt x="103469" y="122318"/>
                  </a:lnTo>
                  <a:lnTo>
                    <a:pt x="100567" y="121123"/>
                  </a:lnTo>
                  <a:lnTo>
                    <a:pt x="97810" y="119927"/>
                  </a:lnTo>
                  <a:lnTo>
                    <a:pt x="87946" y="115815"/>
                  </a:lnTo>
                  <a:lnTo>
                    <a:pt x="84872" y="115118"/>
                  </a:lnTo>
                  <a:lnTo>
                    <a:pt x="82032" y="114474"/>
                  </a:lnTo>
                  <a:lnTo>
                    <a:pt x="81387" y="114211"/>
                  </a:lnTo>
                  <a:lnTo>
                    <a:pt x="79755" y="113544"/>
                  </a:lnTo>
                  <a:lnTo>
                    <a:pt x="79482" y="113429"/>
                  </a:lnTo>
                  <a:lnTo>
                    <a:pt x="69573" y="109261"/>
                  </a:lnTo>
                  <a:lnTo>
                    <a:pt x="67909" y="108575"/>
                  </a:lnTo>
                  <a:lnTo>
                    <a:pt x="67322" y="108329"/>
                  </a:lnTo>
                  <a:lnTo>
                    <a:pt x="65172" y="107425"/>
                  </a:lnTo>
                  <a:lnTo>
                    <a:pt x="63307" y="106642"/>
                  </a:lnTo>
                  <a:lnTo>
                    <a:pt x="60313" y="105427"/>
                  </a:lnTo>
                  <a:lnTo>
                    <a:pt x="58118" y="104537"/>
                  </a:lnTo>
                  <a:lnTo>
                    <a:pt x="57933" y="104459"/>
                  </a:lnTo>
                  <a:lnTo>
                    <a:pt x="52904" y="102358"/>
                  </a:lnTo>
                  <a:lnTo>
                    <a:pt x="52607" y="102237"/>
                  </a:lnTo>
                  <a:lnTo>
                    <a:pt x="45390" y="99299"/>
                  </a:lnTo>
                  <a:lnTo>
                    <a:pt x="40399" y="97262"/>
                  </a:lnTo>
                  <a:lnTo>
                    <a:pt x="37533" y="96092"/>
                  </a:lnTo>
                  <a:lnTo>
                    <a:pt x="35746" y="95358"/>
                  </a:lnTo>
                  <a:lnTo>
                    <a:pt x="35539" y="95272"/>
                  </a:lnTo>
                  <a:lnTo>
                    <a:pt x="25581" y="91133"/>
                  </a:lnTo>
                  <a:lnTo>
                    <a:pt x="24438" y="90658"/>
                  </a:lnTo>
                  <a:lnTo>
                    <a:pt x="23704" y="90346"/>
                  </a:lnTo>
                  <a:lnTo>
                    <a:pt x="24799" y="86587"/>
                  </a:lnTo>
                  <a:lnTo>
                    <a:pt x="26257" y="81585"/>
                  </a:lnTo>
                  <a:lnTo>
                    <a:pt x="26665" y="81749"/>
                  </a:lnTo>
                  <a:lnTo>
                    <a:pt x="32393" y="84050"/>
                  </a:lnTo>
                  <a:lnTo>
                    <a:pt x="34255" y="78514"/>
                  </a:lnTo>
                  <a:lnTo>
                    <a:pt x="33739" y="78298"/>
                  </a:lnTo>
                  <a:lnTo>
                    <a:pt x="33406" y="78204"/>
                  </a:lnTo>
                  <a:lnTo>
                    <a:pt x="35113" y="72286"/>
                  </a:lnTo>
                  <a:lnTo>
                    <a:pt x="35694" y="69993"/>
                  </a:lnTo>
                  <a:lnTo>
                    <a:pt x="36421" y="67127"/>
                  </a:lnTo>
                  <a:lnTo>
                    <a:pt x="36962" y="65226"/>
                  </a:lnTo>
                  <a:lnTo>
                    <a:pt x="38016" y="61524"/>
                  </a:lnTo>
                  <a:lnTo>
                    <a:pt x="38658" y="59018"/>
                  </a:lnTo>
                  <a:lnTo>
                    <a:pt x="39123" y="57201"/>
                  </a:lnTo>
                  <a:lnTo>
                    <a:pt x="39807" y="55421"/>
                  </a:lnTo>
                  <a:lnTo>
                    <a:pt x="40550" y="52225"/>
                  </a:lnTo>
                  <a:lnTo>
                    <a:pt x="40784" y="51958"/>
                  </a:lnTo>
                  <a:lnTo>
                    <a:pt x="42691" y="49792"/>
                  </a:lnTo>
                  <a:lnTo>
                    <a:pt x="44589" y="47635"/>
                  </a:lnTo>
                  <a:lnTo>
                    <a:pt x="42705" y="46099"/>
                  </a:lnTo>
                  <a:lnTo>
                    <a:pt x="40226" y="44078"/>
                  </a:lnTo>
                  <a:lnTo>
                    <a:pt x="36982" y="41434"/>
                  </a:lnTo>
                  <a:lnTo>
                    <a:pt x="35358" y="40110"/>
                  </a:lnTo>
                  <a:lnTo>
                    <a:pt x="31484" y="36952"/>
                  </a:lnTo>
                  <a:lnTo>
                    <a:pt x="30986" y="36547"/>
                  </a:lnTo>
                  <a:lnTo>
                    <a:pt x="28625" y="34621"/>
                  </a:lnTo>
                  <a:lnTo>
                    <a:pt x="27372" y="33600"/>
                  </a:lnTo>
                  <a:lnTo>
                    <a:pt x="25046" y="31704"/>
                  </a:lnTo>
                  <a:lnTo>
                    <a:pt x="22512" y="29639"/>
                  </a:lnTo>
                  <a:lnTo>
                    <a:pt x="20620" y="28096"/>
                  </a:lnTo>
                  <a:lnTo>
                    <a:pt x="20038" y="27643"/>
                  </a:lnTo>
                  <a:lnTo>
                    <a:pt x="16840" y="25154"/>
                  </a:lnTo>
                  <a:lnTo>
                    <a:pt x="16034" y="24526"/>
                  </a:lnTo>
                  <a:lnTo>
                    <a:pt x="15187" y="23867"/>
                  </a:lnTo>
                  <a:lnTo>
                    <a:pt x="14630" y="23433"/>
                  </a:lnTo>
                  <a:lnTo>
                    <a:pt x="13844" y="22821"/>
                  </a:lnTo>
                  <a:lnTo>
                    <a:pt x="12885" y="22075"/>
                  </a:lnTo>
                  <a:lnTo>
                    <a:pt x="12491" y="21771"/>
                  </a:lnTo>
                  <a:lnTo>
                    <a:pt x="12019" y="21407"/>
                  </a:lnTo>
                  <a:lnTo>
                    <a:pt x="11074" y="20679"/>
                  </a:lnTo>
                  <a:lnTo>
                    <a:pt x="9914" y="19668"/>
                  </a:lnTo>
                  <a:lnTo>
                    <a:pt x="7534" y="17060"/>
                  </a:lnTo>
                  <a:lnTo>
                    <a:pt x="7145" y="16635"/>
                  </a:lnTo>
                  <a:lnTo>
                    <a:pt x="6074" y="15461"/>
                  </a:lnTo>
                  <a:lnTo>
                    <a:pt x="3531" y="12675"/>
                  </a:lnTo>
                  <a:lnTo>
                    <a:pt x="2633" y="11691"/>
                  </a:lnTo>
                  <a:lnTo>
                    <a:pt x="1554" y="10508"/>
                  </a:lnTo>
                  <a:lnTo>
                    <a:pt x="0" y="8804"/>
                  </a:lnTo>
                  <a:lnTo>
                    <a:pt x="1033" y="7913"/>
                  </a:lnTo>
                  <a:lnTo>
                    <a:pt x="3087" y="5953"/>
                  </a:lnTo>
                  <a:lnTo>
                    <a:pt x="4635" y="4476"/>
                  </a:lnTo>
                  <a:lnTo>
                    <a:pt x="5596" y="3559"/>
                  </a:lnTo>
                  <a:lnTo>
                    <a:pt x="8428" y="1114"/>
                  </a:lnTo>
                  <a:lnTo>
                    <a:pt x="9611" y="0"/>
                  </a:lnTo>
                  <a:lnTo>
                    <a:pt x="10349" y="827"/>
                  </a:lnTo>
                  <a:lnTo>
                    <a:pt x="12849" y="3630"/>
                  </a:lnTo>
                  <a:lnTo>
                    <a:pt x="13739" y="4629"/>
                  </a:lnTo>
                  <a:lnTo>
                    <a:pt x="14017" y="4939"/>
                  </a:lnTo>
                  <a:lnTo>
                    <a:pt x="16616" y="78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5" name="pg424"/>
            <p:cNvSpPr/>
            <p:nvPr/>
          </p:nvSpPr>
          <p:spPr>
            <a:xfrm>
              <a:off x="4343163" y="5009387"/>
              <a:ext cx="138031" cy="92878"/>
            </a:xfrm>
            <a:custGeom>
              <a:avLst/>
              <a:pathLst>
                <a:path w="138031" h="92878">
                  <a:moveTo>
                    <a:pt x="39864" y="7587"/>
                  </a:moveTo>
                  <a:lnTo>
                    <a:pt x="42731" y="8757"/>
                  </a:lnTo>
                  <a:lnTo>
                    <a:pt x="47721" y="10794"/>
                  </a:lnTo>
                  <a:lnTo>
                    <a:pt x="54939" y="13732"/>
                  </a:lnTo>
                  <a:lnTo>
                    <a:pt x="55236" y="13853"/>
                  </a:lnTo>
                  <a:lnTo>
                    <a:pt x="60267" y="15955"/>
                  </a:lnTo>
                  <a:lnTo>
                    <a:pt x="60477" y="16043"/>
                  </a:lnTo>
                  <a:lnTo>
                    <a:pt x="62645" y="16922"/>
                  </a:lnTo>
                  <a:lnTo>
                    <a:pt x="65638" y="18137"/>
                  </a:lnTo>
                  <a:lnTo>
                    <a:pt x="67503" y="18920"/>
                  </a:lnTo>
                  <a:lnTo>
                    <a:pt x="69653" y="19824"/>
                  </a:lnTo>
                  <a:lnTo>
                    <a:pt x="70240" y="20070"/>
                  </a:lnTo>
                  <a:lnTo>
                    <a:pt x="71904" y="20756"/>
                  </a:lnTo>
                  <a:lnTo>
                    <a:pt x="81813" y="24924"/>
                  </a:lnTo>
                  <a:lnTo>
                    <a:pt x="82087" y="25039"/>
                  </a:lnTo>
                  <a:lnTo>
                    <a:pt x="83719" y="25706"/>
                  </a:lnTo>
                  <a:lnTo>
                    <a:pt x="84412" y="25980"/>
                  </a:lnTo>
                  <a:lnTo>
                    <a:pt x="87203" y="26613"/>
                  </a:lnTo>
                  <a:lnTo>
                    <a:pt x="90279" y="27311"/>
                  </a:lnTo>
                  <a:lnTo>
                    <a:pt x="100200" y="31448"/>
                  </a:lnTo>
                  <a:lnTo>
                    <a:pt x="102945" y="32637"/>
                  </a:lnTo>
                  <a:lnTo>
                    <a:pt x="105820" y="33821"/>
                  </a:lnTo>
                  <a:lnTo>
                    <a:pt x="106667" y="34178"/>
                  </a:lnTo>
                  <a:lnTo>
                    <a:pt x="107398" y="34486"/>
                  </a:lnTo>
                  <a:lnTo>
                    <a:pt x="108145" y="34800"/>
                  </a:lnTo>
                  <a:lnTo>
                    <a:pt x="111302" y="36098"/>
                  </a:lnTo>
                  <a:lnTo>
                    <a:pt x="112497" y="36544"/>
                  </a:lnTo>
                  <a:lnTo>
                    <a:pt x="113864" y="36994"/>
                  </a:lnTo>
                  <a:lnTo>
                    <a:pt x="114117" y="37077"/>
                  </a:lnTo>
                  <a:lnTo>
                    <a:pt x="117334" y="38394"/>
                  </a:lnTo>
                  <a:lnTo>
                    <a:pt x="120545" y="39789"/>
                  </a:lnTo>
                  <a:lnTo>
                    <a:pt x="121793" y="40279"/>
                  </a:lnTo>
                  <a:lnTo>
                    <a:pt x="122657" y="40627"/>
                  </a:lnTo>
                  <a:lnTo>
                    <a:pt x="123678" y="41038"/>
                  </a:lnTo>
                  <a:lnTo>
                    <a:pt x="125342" y="41674"/>
                  </a:lnTo>
                  <a:lnTo>
                    <a:pt x="128092" y="43593"/>
                  </a:lnTo>
                  <a:lnTo>
                    <a:pt x="128274" y="43690"/>
                  </a:lnTo>
                  <a:lnTo>
                    <a:pt x="129008" y="44131"/>
                  </a:lnTo>
                  <a:lnTo>
                    <a:pt x="129963" y="44718"/>
                  </a:lnTo>
                  <a:lnTo>
                    <a:pt x="130820" y="45404"/>
                  </a:lnTo>
                  <a:lnTo>
                    <a:pt x="132462" y="46920"/>
                  </a:lnTo>
                  <a:lnTo>
                    <a:pt x="133365" y="47753"/>
                  </a:lnTo>
                  <a:lnTo>
                    <a:pt x="134949" y="49117"/>
                  </a:lnTo>
                  <a:lnTo>
                    <a:pt x="135299" y="49418"/>
                  </a:lnTo>
                  <a:lnTo>
                    <a:pt x="136031" y="50134"/>
                  </a:lnTo>
                  <a:lnTo>
                    <a:pt x="137341" y="51415"/>
                  </a:lnTo>
                  <a:lnTo>
                    <a:pt x="138031" y="52121"/>
                  </a:lnTo>
                  <a:lnTo>
                    <a:pt x="137640" y="52479"/>
                  </a:lnTo>
                  <a:lnTo>
                    <a:pt x="137143" y="52866"/>
                  </a:lnTo>
                  <a:lnTo>
                    <a:pt x="132469" y="56387"/>
                  </a:lnTo>
                  <a:lnTo>
                    <a:pt x="131163" y="57397"/>
                  </a:lnTo>
                  <a:lnTo>
                    <a:pt x="129731" y="58444"/>
                  </a:lnTo>
                  <a:lnTo>
                    <a:pt x="129332" y="58757"/>
                  </a:lnTo>
                  <a:lnTo>
                    <a:pt x="129164" y="58891"/>
                  </a:lnTo>
                  <a:lnTo>
                    <a:pt x="128996" y="59055"/>
                  </a:lnTo>
                  <a:lnTo>
                    <a:pt x="128803" y="59294"/>
                  </a:lnTo>
                  <a:lnTo>
                    <a:pt x="128728" y="59424"/>
                  </a:lnTo>
                  <a:lnTo>
                    <a:pt x="128631" y="59655"/>
                  </a:lnTo>
                  <a:lnTo>
                    <a:pt x="127893" y="61455"/>
                  </a:lnTo>
                  <a:lnTo>
                    <a:pt x="126641" y="64426"/>
                  </a:lnTo>
                  <a:lnTo>
                    <a:pt x="126219" y="65403"/>
                  </a:lnTo>
                  <a:lnTo>
                    <a:pt x="125664" y="66711"/>
                  </a:lnTo>
                  <a:lnTo>
                    <a:pt x="124945" y="68307"/>
                  </a:lnTo>
                  <a:lnTo>
                    <a:pt x="124546" y="69253"/>
                  </a:lnTo>
                  <a:lnTo>
                    <a:pt x="123420" y="71814"/>
                  </a:lnTo>
                  <a:lnTo>
                    <a:pt x="122518" y="73950"/>
                  </a:lnTo>
                  <a:lnTo>
                    <a:pt x="121662" y="76030"/>
                  </a:lnTo>
                  <a:lnTo>
                    <a:pt x="121195" y="77165"/>
                  </a:lnTo>
                  <a:lnTo>
                    <a:pt x="119895" y="80321"/>
                  </a:lnTo>
                  <a:lnTo>
                    <a:pt x="118179" y="84484"/>
                  </a:lnTo>
                  <a:lnTo>
                    <a:pt x="116418" y="88311"/>
                  </a:lnTo>
                  <a:lnTo>
                    <a:pt x="114671" y="92878"/>
                  </a:lnTo>
                  <a:lnTo>
                    <a:pt x="114178" y="92782"/>
                  </a:lnTo>
                  <a:lnTo>
                    <a:pt x="113557" y="92661"/>
                  </a:lnTo>
                  <a:lnTo>
                    <a:pt x="113075" y="92567"/>
                  </a:lnTo>
                  <a:lnTo>
                    <a:pt x="112188" y="92394"/>
                  </a:lnTo>
                  <a:lnTo>
                    <a:pt x="108350" y="91508"/>
                  </a:lnTo>
                  <a:lnTo>
                    <a:pt x="105508" y="91051"/>
                  </a:lnTo>
                  <a:lnTo>
                    <a:pt x="101554" y="90102"/>
                  </a:lnTo>
                  <a:lnTo>
                    <a:pt x="101259" y="89976"/>
                  </a:lnTo>
                  <a:lnTo>
                    <a:pt x="100593" y="89666"/>
                  </a:lnTo>
                  <a:lnTo>
                    <a:pt x="100332" y="89569"/>
                  </a:lnTo>
                  <a:lnTo>
                    <a:pt x="95480" y="88323"/>
                  </a:lnTo>
                  <a:lnTo>
                    <a:pt x="94243" y="88014"/>
                  </a:lnTo>
                  <a:lnTo>
                    <a:pt x="93871" y="89656"/>
                  </a:lnTo>
                  <a:lnTo>
                    <a:pt x="92602" y="89157"/>
                  </a:lnTo>
                  <a:lnTo>
                    <a:pt x="87585" y="87185"/>
                  </a:lnTo>
                  <a:lnTo>
                    <a:pt x="81676" y="85036"/>
                  </a:lnTo>
                  <a:lnTo>
                    <a:pt x="81256" y="84867"/>
                  </a:lnTo>
                  <a:lnTo>
                    <a:pt x="75972" y="82737"/>
                  </a:lnTo>
                  <a:lnTo>
                    <a:pt x="73103" y="81551"/>
                  </a:lnTo>
                  <a:lnTo>
                    <a:pt x="72383" y="81253"/>
                  </a:lnTo>
                  <a:lnTo>
                    <a:pt x="70520" y="80483"/>
                  </a:lnTo>
                  <a:lnTo>
                    <a:pt x="69696" y="80143"/>
                  </a:lnTo>
                  <a:lnTo>
                    <a:pt x="69262" y="79966"/>
                  </a:lnTo>
                  <a:lnTo>
                    <a:pt x="63573" y="77645"/>
                  </a:lnTo>
                  <a:lnTo>
                    <a:pt x="62403" y="77167"/>
                  </a:lnTo>
                  <a:lnTo>
                    <a:pt x="43924" y="69627"/>
                  </a:lnTo>
                  <a:lnTo>
                    <a:pt x="39382" y="67796"/>
                  </a:lnTo>
                  <a:lnTo>
                    <a:pt x="38590" y="67476"/>
                  </a:lnTo>
                  <a:lnTo>
                    <a:pt x="38452" y="67421"/>
                  </a:lnTo>
                  <a:lnTo>
                    <a:pt x="33446" y="65448"/>
                  </a:lnTo>
                  <a:lnTo>
                    <a:pt x="28451" y="63430"/>
                  </a:lnTo>
                  <a:lnTo>
                    <a:pt x="22368" y="60946"/>
                  </a:lnTo>
                  <a:lnTo>
                    <a:pt x="21768" y="60714"/>
                  </a:lnTo>
                  <a:lnTo>
                    <a:pt x="19511" y="59840"/>
                  </a:lnTo>
                  <a:lnTo>
                    <a:pt x="17259" y="58968"/>
                  </a:lnTo>
                  <a:lnTo>
                    <a:pt x="8594" y="55280"/>
                  </a:lnTo>
                  <a:lnTo>
                    <a:pt x="7129" y="54657"/>
                  </a:lnTo>
                  <a:lnTo>
                    <a:pt x="712" y="52007"/>
                  </a:lnTo>
                  <a:lnTo>
                    <a:pt x="0" y="51713"/>
                  </a:lnTo>
                  <a:lnTo>
                    <a:pt x="1436" y="48230"/>
                  </a:lnTo>
                  <a:lnTo>
                    <a:pt x="6825" y="35162"/>
                  </a:lnTo>
                  <a:lnTo>
                    <a:pt x="10758" y="25783"/>
                  </a:lnTo>
                  <a:lnTo>
                    <a:pt x="18157" y="8384"/>
                  </a:lnTo>
                  <a:lnTo>
                    <a:pt x="18443" y="7709"/>
                  </a:lnTo>
                  <a:lnTo>
                    <a:pt x="21703" y="0"/>
                  </a:lnTo>
                  <a:lnTo>
                    <a:pt x="23280" y="670"/>
                  </a:lnTo>
                  <a:lnTo>
                    <a:pt x="25103" y="1445"/>
                  </a:lnTo>
                  <a:lnTo>
                    <a:pt x="26036" y="1841"/>
                  </a:lnTo>
                  <a:lnTo>
                    <a:pt x="26769" y="2153"/>
                  </a:lnTo>
                  <a:lnTo>
                    <a:pt x="27913" y="2629"/>
                  </a:lnTo>
                  <a:lnTo>
                    <a:pt x="37870" y="6767"/>
                  </a:lnTo>
                  <a:lnTo>
                    <a:pt x="38078" y="685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6" name="pg425"/>
            <p:cNvSpPr/>
            <p:nvPr/>
          </p:nvSpPr>
          <p:spPr>
            <a:xfrm>
              <a:off x="4215211" y="4955416"/>
              <a:ext cx="149625" cy="105659"/>
            </a:xfrm>
            <a:custGeom>
              <a:avLst/>
              <a:pathLst>
                <a:path w="149625" h="105659">
                  <a:moveTo>
                    <a:pt x="146395" y="61680"/>
                  </a:moveTo>
                  <a:lnTo>
                    <a:pt x="146020" y="62320"/>
                  </a:lnTo>
                  <a:lnTo>
                    <a:pt x="138710" y="79754"/>
                  </a:lnTo>
                  <a:lnTo>
                    <a:pt x="134776" y="89137"/>
                  </a:lnTo>
                  <a:lnTo>
                    <a:pt x="129388" y="102201"/>
                  </a:lnTo>
                  <a:lnTo>
                    <a:pt x="127889" y="105659"/>
                  </a:lnTo>
                  <a:lnTo>
                    <a:pt x="127421" y="105460"/>
                  </a:lnTo>
                  <a:lnTo>
                    <a:pt x="125297" y="104556"/>
                  </a:lnTo>
                  <a:lnTo>
                    <a:pt x="124338" y="104148"/>
                  </a:lnTo>
                  <a:lnTo>
                    <a:pt x="122583" y="103405"/>
                  </a:lnTo>
                  <a:lnTo>
                    <a:pt x="122414" y="103334"/>
                  </a:lnTo>
                  <a:lnTo>
                    <a:pt x="119043" y="102015"/>
                  </a:lnTo>
                  <a:lnTo>
                    <a:pt x="118908" y="101962"/>
                  </a:lnTo>
                  <a:lnTo>
                    <a:pt x="113206" y="99648"/>
                  </a:lnTo>
                  <a:lnTo>
                    <a:pt x="108542" y="97787"/>
                  </a:lnTo>
                  <a:lnTo>
                    <a:pt x="104206" y="96094"/>
                  </a:lnTo>
                  <a:lnTo>
                    <a:pt x="103320" y="95747"/>
                  </a:lnTo>
                  <a:lnTo>
                    <a:pt x="103126" y="95672"/>
                  </a:lnTo>
                  <a:lnTo>
                    <a:pt x="102759" y="95507"/>
                  </a:lnTo>
                  <a:lnTo>
                    <a:pt x="100980" y="94711"/>
                  </a:lnTo>
                  <a:lnTo>
                    <a:pt x="91656" y="91151"/>
                  </a:lnTo>
                  <a:lnTo>
                    <a:pt x="82203" y="87209"/>
                  </a:lnTo>
                  <a:lnTo>
                    <a:pt x="81069" y="86736"/>
                  </a:lnTo>
                  <a:lnTo>
                    <a:pt x="79488" y="86075"/>
                  </a:lnTo>
                  <a:lnTo>
                    <a:pt x="76342" y="84758"/>
                  </a:lnTo>
                  <a:lnTo>
                    <a:pt x="74269" y="83890"/>
                  </a:lnTo>
                  <a:lnTo>
                    <a:pt x="74123" y="83832"/>
                  </a:lnTo>
                  <a:lnTo>
                    <a:pt x="71906" y="82955"/>
                  </a:lnTo>
                  <a:lnTo>
                    <a:pt x="71485" y="82811"/>
                  </a:lnTo>
                  <a:lnTo>
                    <a:pt x="68479" y="81785"/>
                  </a:lnTo>
                  <a:lnTo>
                    <a:pt x="67301" y="81502"/>
                  </a:lnTo>
                  <a:lnTo>
                    <a:pt x="65363" y="81099"/>
                  </a:lnTo>
                  <a:lnTo>
                    <a:pt x="63484" y="80905"/>
                  </a:lnTo>
                  <a:lnTo>
                    <a:pt x="61322" y="80682"/>
                  </a:lnTo>
                  <a:lnTo>
                    <a:pt x="57998" y="80471"/>
                  </a:lnTo>
                  <a:lnTo>
                    <a:pt x="58048" y="80082"/>
                  </a:lnTo>
                  <a:lnTo>
                    <a:pt x="58151" y="79293"/>
                  </a:lnTo>
                  <a:lnTo>
                    <a:pt x="58185" y="79096"/>
                  </a:lnTo>
                  <a:lnTo>
                    <a:pt x="58486" y="77162"/>
                  </a:lnTo>
                  <a:lnTo>
                    <a:pt x="58804" y="75112"/>
                  </a:lnTo>
                  <a:lnTo>
                    <a:pt x="58955" y="74045"/>
                  </a:lnTo>
                  <a:lnTo>
                    <a:pt x="59175" y="72638"/>
                  </a:lnTo>
                  <a:lnTo>
                    <a:pt x="59386" y="71283"/>
                  </a:lnTo>
                  <a:lnTo>
                    <a:pt x="59487" y="70708"/>
                  </a:lnTo>
                  <a:lnTo>
                    <a:pt x="59718" y="69387"/>
                  </a:lnTo>
                  <a:lnTo>
                    <a:pt x="59916" y="68388"/>
                  </a:lnTo>
                  <a:lnTo>
                    <a:pt x="60132" y="67421"/>
                  </a:lnTo>
                  <a:lnTo>
                    <a:pt x="60239" y="66964"/>
                  </a:lnTo>
                  <a:lnTo>
                    <a:pt x="60387" y="66334"/>
                  </a:lnTo>
                  <a:lnTo>
                    <a:pt x="60574" y="65538"/>
                  </a:lnTo>
                  <a:lnTo>
                    <a:pt x="60669" y="65175"/>
                  </a:lnTo>
                  <a:lnTo>
                    <a:pt x="60893" y="64322"/>
                  </a:lnTo>
                  <a:lnTo>
                    <a:pt x="61135" y="63454"/>
                  </a:lnTo>
                  <a:lnTo>
                    <a:pt x="61580" y="61937"/>
                  </a:lnTo>
                  <a:lnTo>
                    <a:pt x="62352" y="59328"/>
                  </a:lnTo>
                  <a:lnTo>
                    <a:pt x="62457" y="58975"/>
                  </a:lnTo>
                  <a:lnTo>
                    <a:pt x="62616" y="58435"/>
                  </a:lnTo>
                  <a:lnTo>
                    <a:pt x="62302" y="58311"/>
                  </a:lnTo>
                  <a:lnTo>
                    <a:pt x="56051" y="55840"/>
                  </a:lnTo>
                  <a:lnTo>
                    <a:pt x="52918" y="54605"/>
                  </a:lnTo>
                  <a:lnTo>
                    <a:pt x="45280" y="51593"/>
                  </a:lnTo>
                  <a:lnTo>
                    <a:pt x="39853" y="49363"/>
                  </a:lnTo>
                  <a:lnTo>
                    <a:pt x="32338" y="46603"/>
                  </a:lnTo>
                  <a:lnTo>
                    <a:pt x="26040" y="43828"/>
                  </a:lnTo>
                  <a:lnTo>
                    <a:pt x="13571" y="38738"/>
                  </a:lnTo>
                  <a:lnTo>
                    <a:pt x="12286" y="38253"/>
                  </a:lnTo>
                  <a:lnTo>
                    <a:pt x="11925" y="38107"/>
                  </a:lnTo>
                  <a:lnTo>
                    <a:pt x="11231" y="37791"/>
                  </a:lnTo>
                  <a:lnTo>
                    <a:pt x="10840" y="37582"/>
                  </a:lnTo>
                  <a:lnTo>
                    <a:pt x="10492" y="37375"/>
                  </a:lnTo>
                  <a:lnTo>
                    <a:pt x="9889" y="36994"/>
                  </a:lnTo>
                  <a:lnTo>
                    <a:pt x="9203" y="36480"/>
                  </a:lnTo>
                  <a:lnTo>
                    <a:pt x="8428" y="35871"/>
                  </a:lnTo>
                  <a:lnTo>
                    <a:pt x="7865" y="35319"/>
                  </a:lnTo>
                  <a:lnTo>
                    <a:pt x="3290" y="30141"/>
                  </a:lnTo>
                  <a:lnTo>
                    <a:pt x="0" y="26152"/>
                  </a:lnTo>
                  <a:lnTo>
                    <a:pt x="4593" y="22542"/>
                  </a:lnTo>
                  <a:lnTo>
                    <a:pt x="9139" y="18846"/>
                  </a:lnTo>
                  <a:lnTo>
                    <a:pt x="9278" y="18731"/>
                  </a:lnTo>
                  <a:lnTo>
                    <a:pt x="16180" y="13006"/>
                  </a:lnTo>
                  <a:lnTo>
                    <a:pt x="16687" y="12558"/>
                  </a:lnTo>
                  <a:lnTo>
                    <a:pt x="17235" y="12105"/>
                  </a:lnTo>
                  <a:lnTo>
                    <a:pt x="17557" y="11843"/>
                  </a:lnTo>
                  <a:lnTo>
                    <a:pt x="17903" y="11640"/>
                  </a:lnTo>
                  <a:lnTo>
                    <a:pt x="18303" y="11437"/>
                  </a:lnTo>
                  <a:lnTo>
                    <a:pt x="18613" y="11342"/>
                  </a:lnTo>
                  <a:lnTo>
                    <a:pt x="19084" y="11228"/>
                  </a:lnTo>
                  <a:lnTo>
                    <a:pt x="19291" y="11226"/>
                  </a:lnTo>
                  <a:lnTo>
                    <a:pt x="19419" y="11225"/>
                  </a:lnTo>
                  <a:lnTo>
                    <a:pt x="20492" y="5379"/>
                  </a:lnTo>
                  <a:lnTo>
                    <a:pt x="20553" y="5046"/>
                  </a:lnTo>
                  <a:lnTo>
                    <a:pt x="20612" y="4508"/>
                  </a:lnTo>
                  <a:lnTo>
                    <a:pt x="20664" y="4028"/>
                  </a:lnTo>
                  <a:lnTo>
                    <a:pt x="20994" y="1005"/>
                  </a:lnTo>
                  <a:lnTo>
                    <a:pt x="21103" y="0"/>
                  </a:lnTo>
                  <a:lnTo>
                    <a:pt x="36230" y="6168"/>
                  </a:lnTo>
                  <a:lnTo>
                    <a:pt x="43195" y="9195"/>
                  </a:lnTo>
                  <a:lnTo>
                    <a:pt x="43720" y="9423"/>
                  </a:lnTo>
                  <a:lnTo>
                    <a:pt x="47008" y="10721"/>
                  </a:lnTo>
                  <a:lnTo>
                    <a:pt x="47440" y="10892"/>
                  </a:lnTo>
                  <a:lnTo>
                    <a:pt x="48598" y="11381"/>
                  </a:lnTo>
                  <a:lnTo>
                    <a:pt x="58468" y="15551"/>
                  </a:lnTo>
                  <a:lnTo>
                    <a:pt x="62492" y="17252"/>
                  </a:lnTo>
                  <a:lnTo>
                    <a:pt x="63081" y="17500"/>
                  </a:lnTo>
                  <a:lnTo>
                    <a:pt x="70057" y="20437"/>
                  </a:lnTo>
                  <a:lnTo>
                    <a:pt x="76837" y="23105"/>
                  </a:lnTo>
                  <a:lnTo>
                    <a:pt x="81383" y="25097"/>
                  </a:lnTo>
                  <a:lnTo>
                    <a:pt x="83722" y="26121"/>
                  </a:lnTo>
                  <a:lnTo>
                    <a:pt x="83935" y="26214"/>
                  </a:lnTo>
                  <a:lnTo>
                    <a:pt x="86309" y="27340"/>
                  </a:lnTo>
                  <a:lnTo>
                    <a:pt x="103039" y="34331"/>
                  </a:lnTo>
                  <a:lnTo>
                    <a:pt x="103590" y="34560"/>
                  </a:lnTo>
                  <a:lnTo>
                    <a:pt x="109121" y="36961"/>
                  </a:lnTo>
                  <a:lnTo>
                    <a:pt x="109263" y="37022"/>
                  </a:lnTo>
                  <a:lnTo>
                    <a:pt x="109513" y="37130"/>
                  </a:lnTo>
                  <a:lnTo>
                    <a:pt x="120576" y="41589"/>
                  </a:lnTo>
                  <a:lnTo>
                    <a:pt x="120870" y="41708"/>
                  </a:lnTo>
                  <a:lnTo>
                    <a:pt x="122107" y="42236"/>
                  </a:lnTo>
                  <a:lnTo>
                    <a:pt x="133584" y="47133"/>
                  </a:lnTo>
                  <a:lnTo>
                    <a:pt x="133857" y="47249"/>
                  </a:lnTo>
                  <a:lnTo>
                    <a:pt x="134063" y="47337"/>
                  </a:lnTo>
                  <a:lnTo>
                    <a:pt x="143304" y="51247"/>
                  </a:lnTo>
                  <a:lnTo>
                    <a:pt x="143609" y="51376"/>
                  </a:lnTo>
                  <a:lnTo>
                    <a:pt x="145238" y="52075"/>
                  </a:lnTo>
                  <a:lnTo>
                    <a:pt x="148545" y="53494"/>
                  </a:lnTo>
                  <a:lnTo>
                    <a:pt x="149625" y="5404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7" name="pg426"/>
            <p:cNvSpPr/>
            <p:nvPr/>
          </p:nvSpPr>
          <p:spPr>
            <a:xfrm>
              <a:off x="4141064" y="4925639"/>
              <a:ext cx="95250" cy="90942"/>
            </a:xfrm>
            <a:custGeom>
              <a:avLst/>
              <a:pathLst>
                <a:path w="95250" h="90942">
                  <a:moveTo>
                    <a:pt x="83285" y="48622"/>
                  </a:moveTo>
                  <a:lnTo>
                    <a:pt x="78739" y="52318"/>
                  </a:lnTo>
                  <a:lnTo>
                    <a:pt x="74146" y="55928"/>
                  </a:lnTo>
                  <a:lnTo>
                    <a:pt x="70719" y="52036"/>
                  </a:lnTo>
                  <a:lnTo>
                    <a:pt x="70298" y="51556"/>
                  </a:lnTo>
                  <a:lnTo>
                    <a:pt x="69372" y="52246"/>
                  </a:lnTo>
                  <a:lnTo>
                    <a:pt x="68356" y="52978"/>
                  </a:lnTo>
                  <a:lnTo>
                    <a:pt x="66816" y="53674"/>
                  </a:lnTo>
                  <a:lnTo>
                    <a:pt x="64654" y="55304"/>
                  </a:lnTo>
                  <a:lnTo>
                    <a:pt x="62560" y="56887"/>
                  </a:lnTo>
                  <a:lnTo>
                    <a:pt x="58742" y="54244"/>
                  </a:lnTo>
                  <a:lnTo>
                    <a:pt x="55681" y="58676"/>
                  </a:lnTo>
                  <a:lnTo>
                    <a:pt x="54315" y="60710"/>
                  </a:lnTo>
                  <a:lnTo>
                    <a:pt x="53524" y="61761"/>
                  </a:lnTo>
                  <a:lnTo>
                    <a:pt x="52877" y="62533"/>
                  </a:lnTo>
                  <a:lnTo>
                    <a:pt x="51476" y="64204"/>
                  </a:lnTo>
                  <a:lnTo>
                    <a:pt x="50347" y="65588"/>
                  </a:lnTo>
                  <a:lnTo>
                    <a:pt x="49884" y="65968"/>
                  </a:lnTo>
                  <a:lnTo>
                    <a:pt x="52792" y="69647"/>
                  </a:lnTo>
                  <a:lnTo>
                    <a:pt x="54671" y="72000"/>
                  </a:lnTo>
                  <a:lnTo>
                    <a:pt x="54482" y="72150"/>
                  </a:lnTo>
                  <a:lnTo>
                    <a:pt x="54188" y="72383"/>
                  </a:lnTo>
                  <a:lnTo>
                    <a:pt x="53186" y="73230"/>
                  </a:lnTo>
                  <a:lnTo>
                    <a:pt x="48837" y="76907"/>
                  </a:lnTo>
                  <a:lnTo>
                    <a:pt x="47887" y="77710"/>
                  </a:lnTo>
                  <a:lnTo>
                    <a:pt x="45231" y="79955"/>
                  </a:lnTo>
                  <a:lnTo>
                    <a:pt x="41854" y="82810"/>
                  </a:lnTo>
                  <a:lnTo>
                    <a:pt x="39732" y="84604"/>
                  </a:lnTo>
                  <a:lnTo>
                    <a:pt x="38670" y="85484"/>
                  </a:lnTo>
                  <a:lnTo>
                    <a:pt x="38208" y="85867"/>
                  </a:lnTo>
                  <a:lnTo>
                    <a:pt x="32892" y="90272"/>
                  </a:lnTo>
                  <a:lnTo>
                    <a:pt x="32085" y="90942"/>
                  </a:lnTo>
                  <a:lnTo>
                    <a:pt x="29461" y="88033"/>
                  </a:lnTo>
                  <a:lnTo>
                    <a:pt x="21410" y="78532"/>
                  </a:lnTo>
                  <a:lnTo>
                    <a:pt x="12446" y="67779"/>
                  </a:lnTo>
                  <a:lnTo>
                    <a:pt x="8361" y="62906"/>
                  </a:lnTo>
                  <a:lnTo>
                    <a:pt x="7237" y="61521"/>
                  </a:lnTo>
                  <a:lnTo>
                    <a:pt x="6346" y="60381"/>
                  </a:lnTo>
                  <a:lnTo>
                    <a:pt x="6054" y="60023"/>
                  </a:lnTo>
                  <a:lnTo>
                    <a:pt x="5745" y="59582"/>
                  </a:lnTo>
                  <a:lnTo>
                    <a:pt x="5613" y="59356"/>
                  </a:lnTo>
                  <a:lnTo>
                    <a:pt x="5494" y="59124"/>
                  </a:lnTo>
                  <a:lnTo>
                    <a:pt x="5041" y="58101"/>
                  </a:lnTo>
                  <a:lnTo>
                    <a:pt x="4707" y="57236"/>
                  </a:lnTo>
                  <a:lnTo>
                    <a:pt x="4412" y="56502"/>
                  </a:lnTo>
                  <a:lnTo>
                    <a:pt x="0" y="50681"/>
                  </a:lnTo>
                  <a:lnTo>
                    <a:pt x="9" y="48549"/>
                  </a:lnTo>
                  <a:lnTo>
                    <a:pt x="12" y="47758"/>
                  </a:lnTo>
                  <a:lnTo>
                    <a:pt x="43" y="40706"/>
                  </a:lnTo>
                  <a:lnTo>
                    <a:pt x="87" y="39850"/>
                  </a:lnTo>
                  <a:lnTo>
                    <a:pt x="155" y="38503"/>
                  </a:lnTo>
                  <a:lnTo>
                    <a:pt x="383" y="34001"/>
                  </a:lnTo>
                  <a:lnTo>
                    <a:pt x="953" y="29212"/>
                  </a:lnTo>
                  <a:lnTo>
                    <a:pt x="1948" y="23403"/>
                  </a:lnTo>
                  <a:lnTo>
                    <a:pt x="2228" y="21767"/>
                  </a:lnTo>
                  <a:lnTo>
                    <a:pt x="2393" y="20802"/>
                  </a:lnTo>
                  <a:lnTo>
                    <a:pt x="4427" y="11843"/>
                  </a:lnTo>
                  <a:lnTo>
                    <a:pt x="5701" y="7294"/>
                  </a:lnTo>
                  <a:lnTo>
                    <a:pt x="9156" y="0"/>
                  </a:lnTo>
                  <a:lnTo>
                    <a:pt x="18222" y="2974"/>
                  </a:lnTo>
                  <a:lnTo>
                    <a:pt x="26158" y="5649"/>
                  </a:lnTo>
                  <a:lnTo>
                    <a:pt x="31439" y="7429"/>
                  </a:lnTo>
                  <a:lnTo>
                    <a:pt x="31569" y="7463"/>
                  </a:lnTo>
                  <a:lnTo>
                    <a:pt x="39076" y="9436"/>
                  </a:lnTo>
                  <a:lnTo>
                    <a:pt x="44363" y="10807"/>
                  </a:lnTo>
                  <a:lnTo>
                    <a:pt x="49563" y="12250"/>
                  </a:lnTo>
                  <a:lnTo>
                    <a:pt x="49919" y="12349"/>
                  </a:lnTo>
                  <a:lnTo>
                    <a:pt x="50139" y="12349"/>
                  </a:lnTo>
                  <a:lnTo>
                    <a:pt x="53468" y="13328"/>
                  </a:lnTo>
                  <a:lnTo>
                    <a:pt x="58877" y="14747"/>
                  </a:lnTo>
                  <a:lnTo>
                    <a:pt x="65494" y="17192"/>
                  </a:lnTo>
                  <a:lnTo>
                    <a:pt x="66563" y="17587"/>
                  </a:lnTo>
                  <a:lnTo>
                    <a:pt x="71029" y="19630"/>
                  </a:lnTo>
                  <a:lnTo>
                    <a:pt x="71752" y="19961"/>
                  </a:lnTo>
                  <a:lnTo>
                    <a:pt x="77681" y="22374"/>
                  </a:lnTo>
                  <a:lnTo>
                    <a:pt x="78067" y="22531"/>
                  </a:lnTo>
                  <a:lnTo>
                    <a:pt x="81629" y="24057"/>
                  </a:lnTo>
                  <a:lnTo>
                    <a:pt x="82522" y="24440"/>
                  </a:lnTo>
                  <a:lnTo>
                    <a:pt x="87340" y="26463"/>
                  </a:lnTo>
                  <a:lnTo>
                    <a:pt x="87711" y="26619"/>
                  </a:lnTo>
                  <a:lnTo>
                    <a:pt x="94668" y="29533"/>
                  </a:lnTo>
                  <a:lnTo>
                    <a:pt x="95250" y="29776"/>
                  </a:lnTo>
                  <a:lnTo>
                    <a:pt x="95140" y="30781"/>
                  </a:lnTo>
                  <a:lnTo>
                    <a:pt x="94811" y="33805"/>
                  </a:lnTo>
                  <a:lnTo>
                    <a:pt x="94758" y="34285"/>
                  </a:lnTo>
                  <a:lnTo>
                    <a:pt x="94700" y="34822"/>
                  </a:lnTo>
                  <a:lnTo>
                    <a:pt x="94639" y="35155"/>
                  </a:lnTo>
                  <a:lnTo>
                    <a:pt x="93565" y="41001"/>
                  </a:lnTo>
                  <a:lnTo>
                    <a:pt x="93438" y="41003"/>
                  </a:lnTo>
                  <a:lnTo>
                    <a:pt x="93230" y="41005"/>
                  </a:lnTo>
                  <a:lnTo>
                    <a:pt x="92759" y="41118"/>
                  </a:lnTo>
                  <a:lnTo>
                    <a:pt x="92449" y="41214"/>
                  </a:lnTo>
                  <a:lnTo>
                    <a:pt x="92049" y="41417"/>
                  </a:lnTo>
                  <a:lnTo>
                    <a:pt x="91704" y="41619"/>
                  </a:lnTo>
                  <a:lnTo>
                    <a:pt x="91381" y="41882"/>
                  </a:lnTo>
                  <a:lnTo>
                    <a:pt x="90833" y="42335"/>
                  </a:lnTo>
                  <a:lnTo>
                    <a:pt x="90326" y="42782"/>
                  </a:lnTo>
                  <a:lnTo>
                    <a:pt x="83424" y="4850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8" name="pg427"/>
            <p:cNvSpPr/>
            <p:nvPr/>
          </p:nvSpPr>
          <p:spPr>
            <a:xfrm>
              <a:off x="4141051" y="4976321"/>
              <a:ext cx="103402" cy="146179"/>
            </a:xfrm>
            <a:custGeom>
              <a:avLst/>
              <a:pathLst>
                <a:path w="103402" h="146179">
                  <a:moveTo>
                    <a:pt x="29474" y="37351"/>
                  </a:moveTo>
                  <a:lnTo>
                    <a:pt x="32098" y="40260"/>
                  </a:lnTo>
                  <a:lnTo>
                    <a:pt x="32905" y="39591"/>
                  </a:lnTo>
                  <a:lnTo>
                    <a:pt x="38220" y="35185"/>
                  </a:lnTo>
                  <a:lnTo>
                    <a:pt x="38683" y="34802"/>
                  </a:lnTo>
                  <a:lnTo>
                    <a:pt x="39745" y="33922"/>
                  </a:lnTo>
                  <a:lnTo>
                    <a:pt x="41867" y="32128"/>
                  </a:lnTo>
                  <a:lnTo>
                    <a:pt x="45244" y="29274"/>
                  </a:lnTo>
                  <a:lnTo>
                    <a:pt x="47900" y="27028"/>
                  </a:lnTo>
                  <a:lnTo>
                    <a:pt x="48850" y="26225"/>
                  </a:lnTo>
                  <a:lnTo>
                    <a:pt x="53199" y="22549"/>
                  </a:lnTo>
                  <a:lnTo>
                    <a:pt x="54201" y="21702"/>
                  </a:lnTo>
                  <a:lnTo>
                    <a:pt x="54495" y="21468"/>
                  </a:lnTo>
                  <a:lnTo>
                    <a:pt x="54684" y="21318"/>
                  </a:lnTo>
                  <a:lnTo>
                    <a:pt x="52805" y="18965"/>
                  </a:lnTo>
                  <a:lnTo>
                    <a:pt x="49897" y="15286"/>
                  </a:lnTo>
                  <a:lnTo>
                    <a:pt x="50360" y="14907"/>
                  </a:lnTo>
                  <a:lnTo>
                    <a:pt x="51489" y="13523"/>
                  </a:lnTo>
                  <a:lnTo>
                    <a:pt x="52889" y="11852"/>
                  </a:lnTo>
                  <a:lnTo>
                    <a:pt x="53537" y="11079"/>
                  </a:lnTo>
                  <a:lnTo>
                    <a:pt x="54328" y="10028"/>
                  </a:lnTo>
                  <a:lnTo>
                    <a:pt x="55694" y="7994"/>
                  </a:lnTo>
                  <a:lnTo>
                    <a:pt x="58755" y="3563"/>
                  </a:lnTo>
                  <a:lnTo>
                    <a:pt x="62573" y="6206"/>
                  </a:lnTo>
                  <a:lnTo>
                    <a:pt x="64779" y="4546"/>
                  </a:lnTo>
                  <a:lnTo>
                    <a:pt x="66848" y="2984"/>
                  </a:lnTo>
                  <a:lnTo>
                    <a:pt x="68369" y="2296"/>
                  </a:lnTo>
                  <a:lnTo>
                    <a:pt x="69385" y="1564"/>
                  </a:lnTo>
                  <a:lnTo>
                    <a:pt x="70311" y="875"/>
                  </a:lnTo>
                  <a:lnTo>
                    <a:pt x="70732" y="1354"/>
                  </a:lnTo>
                  <a:lnTo>
                    <a:pt x="74159" y="5247"/>
                  </a:lnTo>
                  <a:lnTo>
                    <a:pt x="77450" y="9236"/>
                  </a:lnTo>
                  <a:lnTo>
                    <a:pt x="82024" y="14414"/>
                  </a:lnTo>
                  <a:lnTo>
                    <a:pt x="82587" y="14966"/>
                  </a:lnTo>
                  <a:lnTo>
                    <a:pt x="81382" y="18050"/>
                  </a:lnTo>
                  <a:lnTo>
                    <a:pt x="79575" y="22791"/>
                  </a:lnTo>
                  <a:lnTo>
                    <a:pt x="78619" y="25220"/>
                  </a:lnTo>
                  <a:lnTo>
                    <a:pt x="78197" y="26294"/>
                  </a:lnTo>
                  <a:lnTo>
                    <a:pt x="78054" y="26656"/>
                  </a:lnTo>
                  <a:lnTo>
                    <a:pt x="77842" y="26572"/>
                  </a:lnTo>
                  <a:lnTo>
                    <a:pt x="75400" y="25606"/>
                  </a:lnTo>
                  <a:lnTo>
                    <a:pt x="74863" y="26633"/>
                  </a:lnTo>
                  <a:lnTo>
                    <a:pt x="74553" y="27294"/>
                  </a:lnTo>
                  <a:lnTo>
                    <a:pt x="74381" y="27733"/>
                  </a:lnTo>
                  <a:lnTo>
                    <a:pt x="74317" y="27942"/>
                  </a:lnTo>
                  <a:lnTo>
                    <a:pt x="74252" y="28236"/>
                  </a:lnTo>
                  <a:lnTo>
                    <a:pt x="74231" y="28538"/>
                  </a:lnTo>
                  <a:lnTo>
                    <a:pt x="74231" y="28944"/>
                  </a:lnTo>
                  <a:lnTo>
                    <a:pt x="74245" y="29865"/>
                  </a:lnTo>
                  <a:lnTo>
                    <a:pt x="74284" y="30198"/>
                  </a:lnTo>
                  <a:lnTo>
                    <a:pt x="74379" y="30621"/>
                  </a:lnTo>
                  <a:lnTo>
                    <a:pt x="74477" y="30902"/>
                  </a:lnTo>
                  <a:lnTo>
                    <a:pt x="74565" y="31159"/>
                  </a:lnTo>
                  <a:lnTo>
                    <a:pt x="74789" y="31689"/>
                  </a:lnTo>
                  <a:lnTo>
                    <a:pt x="74982" y="32081"/>
                  </a:lnTo>
                  <a:lnTo>
                    <a:pt x="75460" y="32882"/>
                  </a:lnTo>
                  <a:lnTo>
                    <a:pt x="76172" y="33947"/>
                  </a:lnTo>
                  <a:lnTo>
                    <a:pt x="76541" y="34441"/>
                  </a:lnTo>
                  <a:lnTo>
                    <a:pt x="76905" y="34877"/>
                  </a:lnTo>
                  <a:lnTo>
                    <a:pt x="77049" y="35029"/>
                  </a:lnTo>
                  <a:lnTo>
                    <a:pt x="77953" y="36144"/>
                  </a:lnTo>
                  <a:lnTo>
                    <a:pt x="78159" y="36506"/>
                  </a:lnTo>
                  <a:lnTo>
                    <a:pt x="78383" y="36989"/>
                  </a:lnTo>
                  <a:lnTo>
                    <a:pt x="79054" y="38854"/>
                  </a:lnTo>
                  <a:lnTo>
                    <a:pt x="79586" y="40296"/>
                  </a:lnTo>
                  <a:lnTo>
                    <a:pt x="80329" y="42224"/>
                  </a:lnTo>
                  <a:lnTo>
                    <a:pt x="80771" y="43330"/>
                  </a:lnTo>
                  <a:lnTo>
                    <a:pt x="80326" y="45194"/>
                  </a:lnTo>
                  <a:lnTo>
                    <a:pt x="79917" y="46912"/>
                  </a:lnTo>
                  <a:lnTo>
                    <a:pt x="79769" y="47534"/>
                  </a:lnTo>
                  <a:lnTo>
                    <a:pt x="79041" y="50863"/>
                  </a:lnTo>
                  <a:lnTo>
                    <a:pt x="78802" y="52012"/>
                  </a:lnTo>
                  <a:lnTo>
                    <a:pt x="78264" y="54158"/>
                  </a:lnTo>
                  <a:lnTo>
                    <a:pt x="77954" y="55971"/>
                  </a:lnTo>
                  <a:lnTo>
                    <a:pt x="77911" y="56370"/>
                  </a:lnTo>
                  <a:lnTo>
                    <a:pt x="78148" y="58014"/>
                  </a:lnTo>
                  <a:lnTo>
                    <a:pt x="79237" y="62593"/>
                  </a:lnTo>
                  <a:lnTo>
                    <a:pt x="79632" y="64090"/>
                  </a:lnTo>
                  <a:lnTo>
                    <a:pt x="79921" y="65183"/>
                  </a:lnTo>
                  <a:lnTo>
                    <a:pt x="80007" y="65472"/>
                  </a:lnTo>
                  <a:lnTo>
                    <a:pt x="80563" y="67325"/>
                  </a:lnTo>
                  <a:lnTo>
                    <a:pt x="81427" y="70205"/>
                  </a:lnTo>
                  <a:lnTo>
                    <a:pt x="83023" y="75085"/>
                  </a:lnTo>
                  <a:lnTo>
                    <a:pt x="83560" y="76069"/>
                  </a:lnTo>
                  <a:lnTo>
                    <a:pt x="83858" y="76636"/>
                  </a:lnTo>
                  <a:lnTo>
                    <a:pt x="84410" y="77456"/>
                  </a:lnTo>
                  <a:lnTo>
                    <a:pt x="85514" y="78831"/>
                  </a:lnTo>
                  <a:lnTo>
                    <a:pt x="85930" y="79349"/>
                  </a:lnTo>
                  <a:lnTo>
                    <a:pt x="87421" y="80885"/>
                  </a:lnTo>
                  <a:lnTo>
                    <a:pt x="88253" y="81501"/>
                  </a:lnTo>
                  <a:lnTo>
                    <a:pt x="89680" y="86732"/>
                  </a:lnTo>
                  <a:lnTo>
                    <a:pt x="89022" y="86927"/>
                  </a:lnTo>
                  <a:lnTo>
                    <a:pt x="85256" y="87851"/>
                  </a:lnTo>
                  <a:lnTo>
                    <a:pt x="84433" y="88053"/>
                  </a:lnTo>
                  <a:lnTo>
                    <a:pt x="84725" y="89103"/>
                  </a:lnTo>
                  <a:lnTo>
                    <a:pt x="84833" y="89492"/>
                  </a:lnTo>
                  <a:lnTo>
                    <a:pt x="85291" y="91139"/>
                  </a:lnTo>
                  <a:lnTo>
                    <a:pt x="87087" y="97886"/>
                  </a:lnTo>
                  <a:lnTo>
                    <a:pt x="87283" y="98591"/>
                  </a:lnTo>
                  <a:lnTo>
                    <a:pt x="87386" y="98963"/>
                  </a:lnTo>
                  <a:lnTo>
                    <a:pt x="87643" y="99886"/>
                  </a:lnTo>
                  <a:lnTo>
                    <a:pt x="88102" y="101987"/>
                  </a:lnTo>
                  <a:lnTo>
                    <a:pt x="88869" y="104897"/>
                  </a:lnTo>
                  <a:lnTo>
                    <a:pt x="88938" y="105159"/>
                  </a:lnTo>
                  <a:lnTo>
                    <a:pt x="89385" y="106909"/>
                  </a:lnTo>
                  <a:lnTo>
                    <a:pt x="90576" y="111569"/>
                  </a:lnTo>
                  <a:lnTo>
                    <a:pt x="91040" y="113352"/>
                  </a:lnTo>
                  <a:lnTo>
                    <a:pt x="92692" y="119701"/>
                  </a:lnTo>
                  <a:lnTo>
                    <a:pt x="92954" y="120709"/>
                  </a:lnTo>
                  <a:lnTo>
                    <a:pt x="93262" y="120624"/>
                  </a:lnTo>
                  <a:lnTo>
                    <a:pt x="96964" y="119701"/>
                  </a:lnTo>
                  <a:lnTo>
                    <a:pt x="98674" y="119275"/>
                  </a:lnTo>
                  <a:lnTo>
                    <a:pt x="98795" y="119701"/>
                  </a:lnTo>
                  <a:lnTo>
                    <a:pt x="99802" y="123263"/>
                  </a:lnTo>
                  <a:lnTo>
                    <a:pt x="100250" y="124850"/>
                  </a:lnTo>
                  <a:lnTo>
                    <a:pt x="101694" y="130321"/>
                  </a:lnTo>
                  <a:lnTo>
                    <a:pt x="103402" y="136609"/>
                  </a:lnTo>
                  <a:lnTo>
                    <a:pt x="102701" y="136791"/>
                  </a:lnTo>
                  <a:lnTo>
                    <a:pt x="89850" y="140127"/>
                  </a:lnTo>
                  <a:lnTo>
                    <a:pt x="86918" y="140858"/>
                  </a:lnTo>
                  <a:lnTo>
                    <a:pt x="85890" y="141115"/>
                  </a:lnTo>
                  <a:lnTo>
                    <a:pt x="82072" y="142067"/>
                  </a:lnTo>
                  <a:lnTo>
                    <a:pt x="81386" y="142238"/>
                  </a:lnTo>
                  <a:lnTo>
                    <a:pt x="80016" y="142580"/>
                  </a:lnTo>
                  <a:lnTo>
                    <a:pt x="79486" y="142712"/>
                  </a:lnTo>
                  <a:lnTo>
                    <a:pt x="78765" y="142892"/>
                  </a:lnTo>
                  <a:lnTo>
                    <a:pt x="78504" y="142957"/>
                  </a:lnTo>
                  <a:lnTo>
                    <a:pt x="74547" y="143944"/>
                  </a:lnTo>
                  <a:lnTo>
                    <a:pt x="72989" y="144351"/>
                  </a:lnTo>
                  <a:lnTo>
                    <a:pt x="72387" y="144508"/>
                  </a:lnTo>
                  <a:lnTo>
                    <a:pt x="67820" y="145700"/>
                  </a:lnTo>
                  <a:lnTo>
                    <a:pt x="67678" y="145736"/>
                  </a:lnTo>
                  <a:lnTo>
                    <a:pt x="67268" y="145838"/>
                  </a:lnTo>
                  <a:lnTo>
                    <a:pt x="66749" y="145968"/>
                  </a:lnTo>
                  <a:lnTo>
                    <a:pt x="66262" y="146089"/>
                  </a:lnTo>
                  <a:lnTo>
                    <a:pt x="65903" y="146179"/>
                  </a:lnTo>
                  <a:lnTo>
                    <a:pt x="65592" y="145022"/>
                  </a:lnTo>
                  <a:lnTo>
                    <a:pt x="65503" y="144726"/>
                  </a:lnTo>
                  <a:lnTo>
                    <a:pt x="65445" y="144533"/>
                  </a:lnTo>
                  <a:lnTo>
                    <a:pt x="64525" y="141491"/>
                  </a:lnTo>
                  <a:lnTo>
                    <a:pt x="64276" y="140667"/>
                  </a:lnTo>
                  <a:lnTo>
                    <a:pt x="64196" y="140404"/>
                  </a:lnTo>
                  <a:lnTo>
                    <a:pt x="64055" y="139933"/>
                  </a:lnTo>
                  <a:lnTo>
                    <a:pt x="64014" y="139789"/>
                  </a:lnTo>
                  <a:lnTo>
                    <a:pt x="63936" y="139514"/>
                  </a:lnTo>
                  <a:lnTo>
                    <a:pt x="63806" y="139057"/>
                  </a:lnTo>
                  <a:lnTo>
                    <a:pt x="63747" y="138847"/>
                  </a:lnTo>
                  <a:lnTo>
                    <a:pt x="62694" y="139118"/>
                  </a:lnTo>
                  <a:lnTo>
                    <a:pt x="59531" y="139933"/>
                  </a:lnTo>
                  <a:lnTo>
                    <a:pt x="48099" y="142881"/>
                  </a:lnTo>
                  <a:lnTo>
                    <a:pt x="47864" y="142944"/>
                  </a:lnTo>
                  <a:lnTo>
                    <a:pt x="42488" y="144402"/>
                  </a:lnTo>
                  <a:lnTo>
                    <a:pt x="38790" y="145405"/>
                  </a:lnTo>
                  <a:lnTo>
                    <a:pt x="38014" y="145615"/>
                  </a:lnTo>
                  <a:lnTo>
                    <a:pt x="37800" y="145669"/>
                  </a:lnTo>
                  <a:lnTo>
                    <a:pt x="36812" y="142309"/>
                  </a:lnTo>
                  <a:lnTo>
                    <a:pt x="36374" y="140821"/>
                  </a:lnTo>
                  <a:lnTo>
                    <a:pt x="33443" y="130859"/>
                  </a:lnTo>
                  <a:lnTo>
                    <a:pt x="32960" y="129217"/>
                  </a:lnTo>
                  <a:lnTo>
                    <a:pt x="32117" y="126350"/>
                  </a:lnTo>
                  <a:lnTo>
                    <a:pt x="31050" y="122724"/>
                  </a:lnTo>
                  <a:lnTo>
                    <a:pt x="30959" y="122404"/>
                  </a:lnTo>
                  <a:lnTo>
                    <a:pt x="30362" y="120309"/>
                  </a:lnTo>
                  <a:lnTo>
                    <a:pt x="30258" y="119946"/>
                  </a:lnTo>
                  <a:lnTo>
                    <a:pt x="28124" y="112461"/>
                  </a:lnTo>
                  <a:lnTo>
                    <a:pt x="27591" y="110591"/>
                  </a:lnTo>
                  <a:lnTo>
                    <a:pt x="27233" y="109335"/>
                  </a:lnTo>
                  <a:lnTo>
                    <a:pt x="25729" y="104602"/>
                  </a:lnTo>
                  <a:lnTo>
                    <a:pt x="25376" y="103491"/>
                  </a:lnTo>
                  <a:lnTo>
                    <a:pt x="25235" y="103050"/>
                  </a:lnTo>
                  <a:lnTo>
                    <a:pt x="24996" y="102297"/>
                  </a:lnTo>
                  <a:lnTo>
                    <a:pt x="24788" y="101642"/>
                  </a:lnTo>
                  <a:lnTo>
                    <a:pt x="24539" y="100733"/>
                  </a:lnTo>
                  <a:lnTo>
                    <a:pt x="24052" y="98952"/>
                  </a:lnTo>
                  <a:lnTo>
                    <a:pt x="22790" y="94336"/>
                  </a:lnTo>
                  <a:lnTo>
                    <a:pt x="22084" y="91920"/>
                  </a:lnTo>
                  <a:lnTo>
                    <a:pt x="21018" y="88273"/>
                  </a:lnTo>
                  <a:lnTo>
                    <a:pt x="20563" y="86716"/>
                  </a:lnTo>
                  <a:lnTo>
                    <a:pt x="19798" y="84097"/>
                  </a:lnTo>
                  <a:lnTo>
                    <a:pt x="19545" y="83201"/>
                  </a:lnTo>
                  <a:lnTo>
                    <a:pt x="18645" y="80023"/>
                  </a:lnTo>
                  <a:lnTo>
                    <a:pt x="16916" y="74506"/>
                  </a:lnTo>
                  <a:lnTo>
                    <a:pt x="16016" y="71663"/>
                  </a:lnTo>
                  <a:lnTo>
                    <a:pt x="15167" y="68981"/>
                  </a:lnTo>
                  <a:lnTo>
                    <a:pt x="14858" y="68005"/>
                  </a:lnTo>
                  <a:lnTo>
                    <a:pt x="14751" y="67592"/>
                  </a:lnTo>
                  <a:lnTo>
                    <a:pt x="14371" y="66269"/>
                  </a:lnTo>
                  <a:lnTo>
                    <a:pt x="14152" y="65510"/>
                  </a:lnTo>
                  <a:lnTo>
                    <a:pt x="12323" y="59149"/>
                  </a:lnTo>
                  <a:lnTo>
                    <a:pt x="10996" y="54457"/>
                  </a:lnTo>
                  <a:lnTo>
                    <a:pt x="10417" y="52415"/>
                  </a:lnTo>
                  <a:lnTo>
                    <a:pt x="9732" y="49993"/>
                  </a:lnTo>
                  <a:lnTo>
                    <a:pt x="9421" y="48947"/>
                  </a:lnTo>
                  <a:lnTo>
                    <a:pt x="9256" y="48391"/>
                  </a:lnTo>
                  <a:lnTo>
                    <a:pt x="8875" y="47109"/>
                  </a:lnTo>
                  <a:lnTo>
                    <a:pt x="8598" y="46175"/>
                  </a:lnTo>
                  <a:lnTo>
                    <a:pt x="7290" y="41770"/>
                  </a:lnTo>
                  <a:lnTo>
                    <a:pt x="6118" y="37823"/>
                  </a:lnTo>
                  <a:lnTo>
                    <a:pt x="5966" y="37311"/>
                  </a:lnTo>
                  <a:lnTo>
                    <a:pt x="5591" y="36050"/>
                  </a:lnTo>
                  <a:lnTo>
                    <a:pt x="5428" y="35502"/>
                  </a:lnTo>
                  <a:lnTo>
                    <a:pt x="4206" y="31287"/>
                  </a:lnTo>
                  <a:lnTo>
                    <a:pt x="3847" y="30050"/>
                  </a:lnTo>
                  <a:lnTo>
                    <a:pt x="3768" y="29712"/>
                  </a:lnTo>
                  <a:lnTo>
                    <a:pt x="2683" y="25985"/>
                  </a:lnTo>
                  <a:lnTo>
                    <a:pt x="2627" y="25735"/>
                  </a:lnTo>
                  <a:lnTo>
                    <a:pt x="2311" y="24241"/>
                  </a:lnTo>
                  <a:lnTo>
                    <a:pt x="2095" y="23219"/>
                  </a:lnTo>
                  <a:lnTo>
                    <a:pt x="1630" y="20822"/>
                  </a:lnTo>
                  <a:lnTo>
                    <a:pt x="1242" y="18627"/>
                  </a:lnTo>
                  <a:lnTo>
                    <a:pt x="968" y="15221"/>
                  </a:lnTo>
                  <a:lnTo>
                    <a:pt x="865" y="13941"/>
                  </a:lnTo>
                  <a:lnTo>
                    <a:pt x="281" y="6532"/>
                  </a:lnTo>
                  <a:lnTo>
                    <a:pt x="97" y="4200"/>
                  </a:lnTo>
                  <a:lnTo>
                    <a:pt x="0" y="2963"/>
                  </a:lnTo>
                  <a:lnTo>
                    <a:pt x="12" y="0"/>
                  </a:lnTo>
                  <a:lnTo>
                    <a:pt x="4425" y="5821"/>
                  </a:lnTo>
                  <a:lnTo>
                    <a:pt x="4720" y="6554"/>
                  </a:lnTo>
                  <a:lnTo>
                    <a:pt x="5054" y="7420"/>
                  </a:lnTo>
                  <a:lnTo>
                    <a:pt x="5507" y="8443"/>
                  </a:lnTo>
                  <a:lnTo>
                    <a:pt x="5626" y="8674"/>
                  </a:lnTo>
                  <a:lnTo>
                    <a:pt x="5758" y="8900"/>
                  </a:lnTo>
                  <a:lnTo>
                    <a:pt x="6154" y="9453"/>
                  </a:lnTo>
                  <a:lnTo>
                    <a:pt x="6359" y="9699"/>
                  </a:lnTo>
                  <a:lnTo>
                    <a:pt x="7249" y="10839"/>
                  </a:lnTo>
                  <a:lnTo>
                    <a:pt x="8374" y="12224"/>
                  </a:lnTo>
                  <a:lnTo>
                    <a:pt x="12459" y="17098"/>
                  </a:lnTo>
                  <a:lnTo>
                    <a:pt x="21423" y="2785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29" name="pg428"/>
            <p:cNvSpPr/>
            <p:nvPr/>
          </p:nvSpPr>
          <p:spPr>
            <a:xfrm>
              <a:off x="4215283" y="4991288"/>
              <a:ext cx="62536" cy="71765"/>
            </a:xfrm>
            <a:custGeom>
              <a:avLst/>
              <a:pathLst>
                <a:path w="62536" h="71765">
                  <a:moveTo>
                    <a:pt x="32266" y="10731"/>
                  </a:moveTo>
                  <a:lnTo>
                    <a:pt x="39780" y="13491"/>
                  </a:lnTo>
                  <a:lnTo>
                    <a:pt x="45278" y="15749"/>
                  </a:lnTo>
                  <a:lnTo>
                    <a:pt x="52846" y="18733"/>
                  </a:lnTo>
                  <a:lnTo>
                    <a:pt x="55978" y="19968"/>
                  </a:lnTo>
                  <a:lnTo>
                    <a:pt x="62229" y="22439"/>
                  </a:lnTo>
                  <a:lnTo>
                    <a:pt x="62536" y="22590"/>
                  </a:lnTo>
                  <a:lnTo>
                    <a:pt x="62384" y="23103"/>
                  </a:lnTo>
                  <a:lnTo>
                    <a:pt x="62280" y="23456"/>
                  </a:lnTo>
                  <a:lnTo>
                    <a:pt x="61507" y="26066"/>
                  </a:lnTo>
                  <a:lnTo>
                    <a:pt x="61063" y="27583"/>
                  </a:lnTo>
                  <a:lnTo>
                    <a:pt x="60821" y="28450"/>
                  </a:lnTo>
                  <a:lnTo>
                    <a:pt x="60597" y="29303"/>
                  </a:lnTo>
                  <a:lnTo>
                    <a:pt x="60501" y="29666"/>
                  </a:lnTo>
                  <a:lnTo>
                    <a:pt x="60315" y="30462"/>
                  </a:lnTo>
                  <a:lnTo>
                    <a:pt x="60167" y="31092"/>
                  </a:lnTo>
                  <a:lnTo>
                    <a:pt x="60060" y="31550"/>
                  </a:lnTo>
                  <a:lnTo>
                    <a:pt x="59843" y="32517"/>
                  </a:lnTo>
                  <a:lnTo>
                    <a:pt x="59646" y="33515"/>
                  </a:lnTo>
                  <a:lnTo>
                    <a:pt x="59415" y="34836"/>
                  </a:lnTo>
                  <a:lnTo>
                    <a:pt x="59314" y="35412"/>
                  </a:lnTo>
                  <a:lnTo>
                    <a:pt x="59103" y="36766"/>
                  </a:lnTo>
                  <a:lnTo>
                    <a:pt x="58883" y="38173"/>
                  </a:lnTo>
                  <a:lnTo>
                    <a:pt x="58732" y="39240"/>
                  </a:lnTo>
                  <a:lnTo>
                    <a:pt x="58413" y="41291"/>
                  </a:lnTo>
                  <a:lnTo>
                    <a:pt x="58113" y="43224"/>
                  </a:lnTo>
                  <a:lnTo>
                    <a:pt x="58079" y="43421"/>
                  </a:lnTo>
                  <a:lnTo>
                    <a:pt x="57976" y="44210"/>
                  </a:lnTo>
                  <a:lnTo>
                    <a:pt x="57925" y="44599"/>
                  </a:lnTo>
                  <a:lnTo>
                    <a:pt x="57813" y="45457"/>
                  </a:lnTo>
                  <a:lnTo>
                    <a:pt x="57728" y="46279"/>
                  </a:lnTo>
                  <a:lnTo>
                    <a:pt x="57710" y="46458"/>
                  </a:lnTo>
                  <a:lnTo>
                    <a:pt x="57580" y="48586"/>
                  </a:lnTo>
                  <a:lnTo>
                    <a:pt x="57516" y="50039"/>
                  </a:lnTo>
                  <a:lnTo>
                    <a:pt x="57444" y="51701"/>
                  </a:lnTo>
                  <a:lnTo>
                    <a:pt x="57405" y="53117"/>
                  </a:lnTo>
                  <a:lnTo>
                    <a:pt x="57306" y="56963"/>
                  </a:lnTo>
                  <a:lnTo>
                    <a:pt x="57315" y="57099"/>
                  </a:lnTo>
                  <a:lnTo>
                    <a:pt x="57314" y="57415"/>
                  </a:lnTo>
                  <a:lnTo>
                    <a:pt x="57396" y="59871"/>
                  </a:lnTo>
                  <a:lnTo>
                    <a:pt x="57423" y="60687"/>
                  </a:lnTo>
                  <a:lnTo>
                    <a:pt x="57508" y="61709"/>
                  </a:lnTo>
                  <a:lnTo>
                    <a:pt x="57634" y="63551"/>
                  </a:lnTo>
                  <a:lnTo>
                    <a:pt x="57833" y="65503"/>
                  </a:lnTo>
                  <a:lnTo>
                    <a:pt x="54722" y="65834"/>
                  </a:lnTo>
                  <a:lnTo>
                    <a:pt x="45293" y="66862"/>
                  </a:lnTo>
                  <a:lnTo>
                    <a:pt x="44117" y="66990"/>
                  </a:lnTo>
                  <a:lnTo>
                    <a:pt x="43234" y="67086"/>
                  </a:lnTo>
                  <a:lnTo>
                    <a:pt x="39428" y="67488"/>
                  </a:lnTo>
                  <a:lnTo>
                    <a:pt x="34112" y="68049"/>
                  </a:lnTo>
                  <a:lnTo>
                    <a:pt x="32763" y="68205"/>
                  </a:lnTo>
                  <a:lnTo>
                    <a:pt x="31117" y="68395"/>
                  </a:lnTo>
                  <a:lnTo>
                    <a:pt x="27309" y="68810"/>
                  </a:lnTo>
                  <a:lnTo>
                    <a:pt x="25872" y="68970"/>
                  </a:lnTo>
                  <a:lnTo>
                    <a:pt x="21723" y="70080"/>
                  </a:lnTo>
                  <a:lnTo>
                    <a:pt x="15859" y="71643"/>
                  </a:lnTo>
                  <a:lnTo>
                    <a:pt x="15449" y="71765"/>
                  </a:lnTo>
                  <a:lnTo>
                    <a:pt x="14022" y="66534"/>
                  </a:lnTo>
                  <a:lnTo>
                    <a:pt x="13190" y="65918"/>
                  </a:lnTo>
                  <a:lnTo>
                    <a:pt x="11699" y="64382"/>
                  </a:lnTo>
                  <a:lnTo>
                    <a:pt x="11283" y="63864"/>
                  </a:lnTo>
                  <a:lnTo>
                    <a:pt x="10178" y="62489"/>
                  </a:lnTo>
                  <a:lnTo>
                    <a:pt x="9626" y="61669"/>
                  </a:lnTo>
                  <a:lnTo>
                    <a:pt x="9328" y="61102"/>
                  </a:lnTo>
                  <a:lnTo>
                    <a:pt x="8792" y="60118"/>
                  </a:lnTo>
                  <a:lnTo>
                    <a:pt x="7196" y="55238"/>
                  </a:lnTo>
                  <a:lnTo>
                    <a:pt x="6332" y="52358"/>
                  </a:lnTo>
                  <a:lnTo>
                    <a:pt x="5776" y="50505"/>
                  </a:lnTo>
                  <a:lnTo>
                    <a:pt x="5689" y="50217"/>
                  </a:lnTo>
                  <a:lnTo>
                    <a:pt x="5400" y="49123"/>
                  </a:lnTo>
                  <a:lnTo>
                    <a:pt x="5005" y="47626"/>
                  </a:lnTo>
                  <a:lnTo>
                    <a:pt x="3917" y="43047"/>
                  </a:lnTo>
                  <a:lnTo>
                    <a:pt x="3680" y="41403"/>
                  </a:lnTo>
                  <a:lnTo>
                    <a:pt x="3722" y="41004"/>
                  </a:lnTo>
                  <a:lnTo>
                    <a:pt x="4032" y="39191"/>
                  </a:lnTo>
                  <a:lnTo>
                    <a:pt x="4571" y="37045"/>
                  </a:lnTo>
                  <a:lnTo>
                    <a:pt x="4810" y="35896"/>
                  </a:lnTo>
                  <a:lnTo>
                    <a:pt x="5537" y="32567"/>
                  </a:lnTo>
                  <a:lnTo>
                    <a:pt x="5685" y="31945"/>
                  </a:lnTo>
                  <a:lnTo>
                    <a:pt x="6095" y="30228"/>
                  </a:lnTo>
                  <a:lnTo>
                    <a:pt x="6539" y="28363"/>
                  </a:lnTo>
                  <a:lnTo>
                    <a:pt x="6097" y="27257"/>
                  </a:lnTo>
                  <a:lnTo>
                    <a:pt x="5354" y="25329"/>
                  </a:lnTo>
                  <a:lnTo>
                    <a:pt x="4823" y="23887"/>
                  </a:lnTo>
                  <a:lnTo>
                    <a:pt x="4152" y="22022"/>
                  </a:lnTo>
                  <a:lnTo>
                    <a:pt x="3928" y="21539"/>
                  </a:lnTo>
                  <a:lnTo>
                    <a:pt x="3722" y="21177"/>
                  </a:lnTo>
                  <a:lnTo>
                    <a:pt x="2817" y="20063"/>
                  </a:lnTo>
                  <a:lnTo>
                    <a:pt x="2674" y="19910"/>
                  </a:lnTo>
                  <a:lnTo>
                    <a:pt x="2310" y="19474"/>
                  </a:lnTo>
                  <a:lnTo>
                    <a:pt x="1941" y="18981"/>
                  </a:lnTo>
                  <a:lnTo>
                    <a:pt x="1228" y="17915"/>
                  </a:lnTo>
                  <a:lnTo>
                    <a:pt x="750" y="17114"/>
                  </a:lnTo>
                  <a:lnTo>
                    <a:pt x="557" y="16722"/>
                  </a:lnTo>
                  <a:lnTo>
                    <a:pt x="334" y="16192"/>
                  </a:lnTo>
                  <a:lnTo>
                    <a:pt x="202" y="15823"/>
                  </a:lnTo>
                  <a:lnTo>
                    <a:pt x="148" y="15655"/>
                  </a:lnTo>
                  <a:lnTo>
                    <a:pt x="53" y="15231"/>
                  </a:lnTo>
                  <a:lnTo>
                    <a:pt x="14" y="14898"/>
                  </a:lnTo>
                  <a:lnTo>
                    <a:pt x="0" y="13977"/>
                  </a:lnTo>
                  <a:lnTo>
                    <a:pt x="0" y="13571"/>
                  </a:lnTo>
                  <a:lnTo>
                    <a:pt x="20" y="13269"/>
                  </a:lnTo>
                  <a:lnTo>
                    <a:pt x="85" y="12975"/>
                  </a:lnTo>
                  <a:lnTo>
                    <a:pt x="149" y="12766"/>
                  </a:lnTo>
                  <a:lnTo>
                    <a:pt x="321" y="12327"/>
                  </a:lnTo>
                  <a:lnTo>
                    <a:pt x="632" y="11666"/>
                  </a:lnTo>
                  <a:lnTo>
                    <a:pt x="1168" y="10639"/>
                  </a:lnTo>
                  <a:lnTo>
                    <a:pt x="3611" y="11605"/>
                  </a:lnTo>
                  <a:lnTo>
                    <a:pt x="3842" y="11697"/>
                  </a:lnTo>
                  <a:lnTo>
                    <a:pt x="3965" y="11327"/>
                  </a:lnTo>
                  <a:lnTo>
                    <a:pt x="4388" y="10254"/>
                  </a:lnTo>
                  <a:lnTo>
                    <a:pt x="5343" y="7825"/>
                  </a:lnTo>
                  <a:lnTo>
                    <a:pt x="7151" y="3083"/>
                  </a:lnTo>
                  <a:lnTo>
                    <a:pt x="8356" y="0"/>
                  </a:lnTo>
                  <a:lnTo>
                    <a:pt x="9131" y="608"/>
                  </a:lnTo>
                  <a:lnTo>
                    <a:pt x="9816" y="1123"/>
                  </a:lnTo>
                  <a:lnTo>
                    <a:pt x="10420" y="1503"/>
                  </a:lnTo>
                  <a:lnTo>
                    <a:pt x="10768" y="1710"/>
                  </a:lnTo>
                  <a:lnTo>
                    <a:pt x="11158" y="1919"/>
                  </a:lnTo>
                  <a:lnTo>
                    <a:pt x="11853" y="2235"/>
                  </a:lnTo>
                  <a:lnTo>
                    <a:pt x="12214" y="2381"/>
                  </a:lnTo>
                  <a:lnTo>
                    <a:pt x="13498" y="2866"/>
                  </a:lnTo>
                  <a:lnTo>
                    <a:pt x="25968" y="795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0" name="pg429"/>
            <p:cNvSpPr/>
            <p:nvPr/>
          </p:nvSpPr>
          <p:spPr>
            <a:xfrm>
              <a:off x="4206955" y="5035887"/>
              <a:ext cx="132595" cy="102693"/>
            </a:xfrm>
            <a:custGeom>
              <a:avLst/>
              <a:pathLst>
                <a:path w="132595" h="102693">
                  <a:moveTo>
                    <a:pt x="119529" y="59591"/>
                  </a:moveTo>
                  <a:lnTo>
                    <a:pt x="119249" y="60909"/>
                  </a:lnTo>
                  <a:lnTo>
                    <a:pt x="119162" y="61309"/>
                  </a:lnTo>
                  <a:lnTo>
                    <a:pt x="119033" y="61901"/>
                  </a:lnTo>
                  <a:lnTo>
                    <a:pt x="118872" y="62638"/>
                  </a:lnTo>
                  <a:lnTo>
                    <a:pt x="118821" y="62873"/>
                  </a:lnTo>
                  <a:lnTo>
                    <a:pt x="118721" y="63329"/>
                  </a:lnTo>
                  <a:lnTo>
                    <a:pt x="118673" y="63550"/>
                  </a:lnTo>
                  <a:lnTo>
                    <a:pt x="118579" y="63980"/>
                  </a:lnTo>
                  <a:lnTo>
                    <a:pt x="118527" y="64269"/>
                  </a:lnTo>
                  <a:lnTo>
                    <a:pt x="118225" y="65966"/>
                  </a:lnTo>
                  <a:lnTo>
                    <a:pt x="117827" y="68202"/>
                  </a:lnTo>
                  <a:lnTo>
                    <a:pt x="117772" y="68510"/>
                  </a:lnTo>
                  <a:lnTo>
                    <a:pt x="117398" y="71436"/>
                  </a:lnTo>
                  <a:lnTo>
                    <a:pt x="117336" y="71919"/>
                  </a:lnTo>
                  <a:lnTo>
                    <a:pt x="117319" y="72051"/>
                  </a:lnTo>
                  <a:lnTo>
                    <a:pt x="116875" y="76184"/>
                  </a:lnTo>
                  <a:lnTo>
                    <a:pt x="116822" y="76679"/>
                  </a:lnTo>
                  <a:lnTo>
                    <a:pt x="115799" y="76696"/>
                  </a:lnTo>
                  <a:lnTo>
                    <a:pt x="109308" y="76426"/>
                  </a:lnTo>
                  <a:lnTo>
                    <a:pt x="106408" y="76319"/>
                  </a:lnTo>
                  <a:lnTo>
                    <a:pt x="106112" y="76373"/>
                  </a:lnTo>
                  <a:lnTo>
                    <a:pt x="103066" y="76934"/>
                  </a:lnTo>
                  <a:lnTo>
                    <a:pt x="96289" y="78692"/>
                  </a:lnTo>
                  <a:lnTo>
                    <a:pt x="94371" y="79189"/>
                  </a:lnTo>
                  <a:lnTo>
                    <a:pt x="93970" y="79293"/>
                  </a:lnTo>
                  <a:lnTo>
                    <a:pt x="93644" y="79378"/>
                  </a:lnTo>
                  <a:lnTo>
                    <a:pt x="93318" y="79462"/>
                  </a:lnTo>
                  <a:lnTo>
                    <a:pt x="91354" y="79971"/>
                  </a:lnTo>
                  <a:lnTo>
                    <a:pt x="91115" y="80033"/>
                  </a:lnTo>
                  <a:lnTo>
                    <a:pt x="89681" y="80405"/>
                  </a:lnTo>
                  <a:lnTo>
                    <a:pt x="86617" y="81200"/>
                  </a:lnTo>
                  <a:lnTo>
                    <a:pt x="83058" y="82123"/>
                  </a:lnTo>
                  <a:lnTo>
                    <a:pt x="80255" y="82827"/>
                  </a:lnTo>
                  <a:lnTo>
                    <a:pt x="75982" y="83901"/>
                  </a:lnTo>
                  <a:lnTo>
                    <a:pt x="75274" y="84079"/>
                  </a:lnTo>
                  <a:lnTo>
                    <a:pt x="73494" y="84526"/>
                  </a:lnTo>
                  <a:lnTo>
                    <a:pt x="72936" y="84666"/>
                  </a:lnTo>
                  <a:lnTo>
                    <a:pt x="70541" y="85268"/>
                  </a:lnTo>
                  <a:lnTo>
                    <a:pt x="70223" y="85348"/>
                  </a:lnTo>
                  <a:lnTo>
                    <a:pt x="69634" y="85496"/>
                  </a:lnTo>
                  <a:lnTo>
                    <a:pt x="60488" y="87795"/>
                  </a:lnTo>
                  <a:lnTo>
                    <a:pt x="59751" y="87981"/>
                  </a:lnTo>
                  <a:lnTo>
                    <a:pt x="59556" y="88030"/>
                  </a:lnTo>
                  <a:lnTo>
                    <a:pt x="59185" y="88123"/>
                  </a:lnTo>
                  <a:lnTo>
                    <a:pt x="56231" y="88866"/>
                  </a:lnTo>
                  <a:lnTo>
                    <a:pt x="55124" y="89145"/>
                  </a:lnTo>
                  <a:lnTo>
                    <a:pt x="54349" y="89340"/>
                  </a:lnTo>
                  <a:lnTo>
                    <a:pt x="48815" y="90732"/>
                  </a:lnTo>
                  <a:lnTo>
                    <a:pt x="48506" y="90809"/>
                  </a:lnTo>
                  <a:lnTo>
                    <a:pt x="47903" y="90961"/>
                  </a:lnTo>
                  <a:lnTo>
                    <a:pt x="46409" y="91337"/>
                  </a:lnTo>
                  <a:lnTo>
                    <a:pt x="43427" y="92098"/>
                  </a:lnTo>
                  <a:lnTo>
                    <a:pt x="41590" y="92567"/>
                  </a:lnTo>
                  <a:lnTo>
                    <a:pt x="37564" y="93594"/>
                  </a:lnTo>
                  <a:lnTo>
                    <a:pt x="37140" y="93702"/>
                  </a:lnTo>
                  <a:lnTo>
                    <a:pt x="36855" y="93775"/>
                  </a:lnTo>
                  <a:lnTo>
                    <a:pt x="33408" y="94655"/>
                  </a:lnTo>
                  <a:lnTo>
                    <a:pt x="29209" y="95726"/>
                  </a:lnTo>
                  <a:lnTo>
                    <a:pt x="22841" y="97351"/>
                  </a:lnTo>
                  <a:lnTo>
                    <a:pt x="22671" y="97395"/>
                  </a:lnTo>
                  <a:lnTo>
                    <a:pt x="22491" y="97441"/>
                  </a:lnTo>
                  <a:lnTo>
                    <a:pt x="20432" y="97966"/>
                  </a:lnTo>
                  <a:lnTo>
                    <a:pt x="19065" y="98315"/>
                  </a:lnTo>
                  <a:lnTo>
                    <a:pt x="17821" y="98622"/>
                  </a:lnTo>
                  <a:lnTo>
                    <a:pt x="16834" y="98866"/>
                  </a:lnTo>
                  <a:lnTo>
                    <a:pt x="15262" y="99254"/>
                  </a:lnTo>
                  <a:lnTo>
                    <a:pt x="14185" y="99520"/>
                  </a:lnTo>
                  <a:lnTo>
                    <a:pt x="10613" y="100403"/>
                  </a:lnTo>
                  <a:lnTo>
                    <a:pt x="7643" y="101136"/>
                  </a:lnTo>
                  <a:lnTo>
                    <a:pt x="6630" y="101386"/>
                  </a:lnTo>
                  <a:lnTo>
                    <a:pt x="6080" y="101656"/>
                  </a:lnTo>
                  <a:lnTo>
                    <a:pt x="4956" y="102205"/>
                  </a:lnTo>
                  <a:lnTo>
                    <a:pt x="4222" y="102565"/>
                  </a:lnTo>
                  <a:lnTo>
                    <a:pt x="3959" y="102693"/>
                  </a:lnTo>
                  <a:lnTo>
                    <a:pt x="3550" y="101031"/>
                  </a:lnTo>
                  <a:lnTo>
                    <a:pt x="1124" y="91179"/>
                  </a:lnTo>
                  <a:lnTo>
                    <a:pt x="919" y="90348"/>
                  </a:lnTo>
                  <a:lnTo>
                    <a:pt x="134" y="87161"/>
                  </a:lnTo>
                  <a:lnTo>
                    <a:pt x="0" y="86612"/>
                  </a:lnTo>
                  <a:lnTo>
                    <a:pt x="358" y="86523"/>
                  </a:lnTo>
                  <a:lnTo>
                    <a:pt x="846" y="86401"/>
                  </a:lnTo>
                  <a:lnTo>
                    <a:pt x="1371" y="86270"/>
                  </a:lnTo>
                  <a:lnTo>
                    <a:pt x="1775" y="86169"/>
                  </a:lnTo>
                  <a:lnTo>
                    <a:pt x="2024" y="86107"/>
                  </a:lnTo>
                  <a:lnTo>
                    <a:pt x="6484" y="84941"/>
                  </a:lnTo>
                  <a:lnTo>
                    <a:pt x="7086" y="84784"/>
                  </a:lnTo>
                  <a:lnTo>
                    <a:pt x="8643" y="84377"/>
                  </a:lnTo>
                  <a:lnTo>
                    <a:pt x="12601" y="83390"/>
                  </a:lnTo>
                  <a:lnTo>
                    <a:pt x="12862" y="83325"/>
                  </a:lnTo>
                  <a:lnTo>
                    <a:pt x="13583" y="83145"/>
                  </a:lnTo>
                  <a:lnTo>
                    <a:pt x="14113" y="83013"/>
                  </a:lnTo>
                  <a:lnTo>
                    <a:pt x="15483" y="82671"/>
                  </a:lnTo>
                  <a:lnTo>
                    <a:pt x="16169" y="82500"/>
                  </a:lnTo>
                  <a:lnTo>
                    <a:pt x="19987" y="81548"/>
                  </a:lnTo>
                  <a:lnTo>
                    <a:pt x="21015" y="81291"/>
                  </a:lnTo>
                  <a:lnTo>
                    <a:pt x="23947" y="80560"/>
                  </a:lnTo>
                  <a:lnTo>
                    <a:pt x="36798" y="77224"/>
                  </a:lnTo>
                  <a:lnTo>
                    <a:pt x="37499" y="77042"/>
                  </a:lnTo>
                  <a:lnTo>
                    <a:pt x="35775" y="70694"/>
                  </a:lnTo>
                  <a:lnTo>
                    <a:pt x="34347" y="65283"/>
                  </a:lnTo>
                  <a:lnTo>
                    <a:pt x="33898" y="63696"/>
                  </a:lnTo>
                  <a:lnTo>
                    <a:pt x="32892" y="60134"/>
                  </a:lnTo>
                  <a:lnTo>
                    <a:pt x="32771" y="59708"/>
                  </a:lnTo>
                  <a:lnTo>
                    <a:pt x="31060" y="60134"/>
                  </a:lnTo>
                  <a:lnTo>
                    <a:pt x="27358" y="61057"/>
                  </a:lnTo>
                  <a:lnTo>
                    <a:pt x="27051" y="61143"/>
                  </a:lnTo>
                  <a:lnTo>
                    <a:pt x="26789" y="60134"/>
                  </a:lnTo>
                  <a:lnTo>
                    <a:pt x="25137" y="53785"/>
                  </a:lnTo>
                  <a:lnTo>
                    <a:pt x="24672" y="52002"/>
                  </a:lnTo>
                  <a:lnTo>
                    <a:pt x="23482" y="47342"/>
                  </a:lnTo>
                  <a:lnTo>
                    <a:pt x="23035" y="45593"/>
                  </a:lnTo>
                  <a:lnTo>
                    <a:pt x="22966" y="45331"/>
                  </a:lnTo>
                  <a:lnTo>
                    <a:pt x="22313" y="42386"/>
                  </a:lnTo>
                  <a:lnTo>
                    <a:pt x="21740" y="40319"/>
                  </a:lnTo>
                  <a:lnTo>
                    <a:pt x="21483" y="39396"/>
                  </a:lnTo>
                  <a:lnTo>
                    <a:pt x="21380" y="39024"/>
                  </a:lnTo>
                  <a:lnTo>
                    <a:pt x="21184" y="38319"/>
                  </a:lnTo>
                  <a:lnTo>
                    <a:pt x="19353" y="31450"/>
                  </a:lnTo>
                  <a:lnTo>
                    <a:pt x="18930" y="29926"/>
                  </a:lnTo>
                  <a:lnTo>
                    <a:pt x="18822" y="29536"/>
                  </a:lnTo>
                  <a:lnTo>
                    <a:pt x="18530" y="28486"/>
                  </a:lnTo>
                  <a:lnTo>
                    <a:pt x="19353" y="28284"/>
                  </a:lnTo>
                  <a:lnTo>
                    <a:pt x="23119" y="27360"/>
                  </a:lnTo>
                  <a:lnTo>
                    <a:pt x="23777" y="27165"/>
                  </a:lnTo>
                  <a:lnTo>
                    <a:pt x="24187" y="27043"/>
                  </a:lnTo>
                  <a:lnTo>
                    <a:pt x="30051" y="25480"/>
                  </a:lnTo>
                  <a:lnTo>
                    <a:pt x="34200" y="24370"/>
                  </a:lnTo>
                  <a:lnTo>
                    <a:pt x="35638" y="24211"/>
                  </a:lnTo>
                  <a:lnTo>
                    <a:pt x="39445" y="23795"/>
                  </a:lnTo>
                  <a:lnTo>
                    <a:pt x="41092" y="23605"/>
                  </a:lnTo>
                  <a:lnTo>
                    <a:pt x="42509" y="23442"/>
                  </a:lnTo>
                  <a:lnTo>
                    <a:pt x="47757" y="22888"/>
                  </a:lnTo>
                  <a:lnTo>
                    <a:pt x="51562" y="22486"/>
                  </a:lnTo>
                  <a:lnTo>
                    <a:pt x="52446" y="22390"/>
                  </a:lnTo>
                  <a:lnTo>
                    <a:pt x="53621" y="22262"/>
                  </a:lnTo>
                  <a:lnTo>
                    <a:pt x="63051" y="21234"/>
                  </a:lnTo>
                  <a:lnTo>
                    <a:pt x="66161" y="20903"/>
                  </a:lnTo>
                  <a:lnTo>
                    <a:pt x="65962" y="18952"/>
                  </a:lnTo>
                  <a:lnTo>
                    <a:pt x="65837" y="17109"/>
                  </a:lnTo>
                  <a:lnTo>
                    <a:pt x="65751" y="16087"/>
                  </a:lnTo>
                  <a:lnTo>
                    <a:pt x="65724" y="15271"/>
                  </a:lnTo>
                  <a:lnTo>
                    <a:pt x="65642" y="12815"/>
                  </a:lnTo>
                  <a:lnTo>
                    <a:pt x="65643" y="12500"/>
                  </a:lnTo>
                  <a:lnTo>
                    <a:pt x="65629" y="12271"/>
                  </a:lnTo>
                  <a:lnTo>
                    <a:pt x="65733" y="8517"/>
                  </a:lnTo>
                  <a:lnTo>
                    <a:pt x="65772" y="7101"/>
                  </a:lnTo>
                  <a:lnTo>
                    <a:pt x="65845" y="5439"/>
                  </a:lnTo>
                  <a:lnTo>
                    <a:pt x="65908" y="3986"/>
                  </a:lnTo>
                  <a:lnTo>
                    <a:pt x="66038" y="1858"/>
                  </a:lnTo>
                  <a:lnTo>
                    <a:pt x="66057" y="1679"/>
                  </a:lnTo>
                  <a:lnTo>
                    <a:pt x="66142" y="857"/>
                  </a:lnTo>
                  <a:lnTo>
                    <a:pt x="66254" y="0"/>
                  </a:lnTo>
                  <a:lnTo>
                    <a:pt x="69579" y="210"/>
                  </a:lnTo>
                  <a:lnTo>
                    <a:pt x="71740" y="434"/>
                  </a:lnTo>
                  <a:lnTo>
                    <a:pt x="73619" y="628"/>
                  </a:lnTo>
                  <a:lnTo>
                    <a:pt x="75557" y="1030"/>
                  </a:lnTo>
                  <a:lnTo>
                    <a:pt x="76735" y="1313"/>
                  </a:lnTo>
                  <a:lnTo>
                    <a:pt x="79741" y="2339"/>
                  </a:lnTo>
                  <a:lnTo>
                    <a:pt x="80162" y="2483"/>
                  </a:lnTo>
                  <a:lnTo>
                    <a:pt x="82379" y="3361"/>
                  </a:lnTo>
                  <a:lnTo>
                    <a:pt x="82525" y="3419"/>
                  </a:lnTo>
                  <a:lnTo>
                    <a:pt x="84598" y="4286"/>
                  </a:lnTo>
                  <a:lnTo>
                    <a:pt x="87745" y="5603"/>
                  </a:lnTo>
                  <a:lnTo>
                    <a:pt x="89325" y="6264"/>
                  </a:lnTo>
                  <a:lnTo>
                    <a:pt x="90459" y="6737"/>
                  </a:lnTo>
                  <a:lnTo>
                    <a:pt x="99912" y="10680"/>
                  </a:lnTo>
                  <a:lnTo>
                    <a:pt x="109237" y="14240"/>
                  </a:lnTo>
                  <a:lnTo>
                    <a:pt x="111015" y="15036"/>
                  </a:lnTo>
                  <a:lnTo>
                    <a:pt x="111382" y="15200"/>
                  </a:lnTo>
                  <a:lnTo>
                    <a:pt x="111576" y="15276"/>
                  </a:lnTo>
                  <a:lnTo>
                    <a:pt x="112462" y="15622"/>
                  </a:lnTo>
                  <a:lnTo>
                    <a:pt x="116799" y="17316"/>
                  </a:lnTo>
                  <a:lnTo>
                    <a:pt x="121582" y="19225"/>
                  </a:lnTo>
                  <a:lnTo>
                    <a:pt x="127164" y="21490"/>
                  </a:lnTo>
                  <a:lnTo>
                    <a:pt x="127299" y="21543"/>
                  </a:lnTo>
                  <a:lnTo>
                    <a:pt x="130671" y="22862"/>
                  </a:lnTo>
                  <a:lnTo>
                    <a:pt x="130839" y="22933"/>
                  </a:lnTo>
                  <a:lnTo>
                    <a:pt x="132595" y="23676"/>
                  </a:lnTo>
                  <a:lnTo>
                    <a:pt x="132076" y="24934"/>
                  </a:lnTo>
                  <a:lnTo>
                    <a:pt x="129449" y="31301"/>
                  </a:lnTo>
                  <a:lnTo>
                    <a:pt x="129265" y="31748"/>
                  </a:lnTo>
                  <a:lnTo>
                    <a:pt x="127028" y="37077"/>
                  </a:lnTo>
                  <a:lnTo>
                    <a:pt x="126644" y="37992"/>
                  </a:lnTo>
                  <a:lnTo>
                    <a:pt x="126430" y="38503"/>
                  </a:lnTo>
                  <a:lnTo>
                    <a:pt x="126120" y="39241"/>
                  </a:lnTo>
                  <a:lnTo>
                    <a:pt x="125736" y="40188"/>
                  </a:lnTo>
                  <a:lnTo>
                    <a:pt x="125056" y="41865"/>
                  </a:lnTo>
                  <a:lnTo>
                    <a:pt x="124553" y="43105"/>
                  </a:lnTo>
                  <a:lnTo>
                    <a:pt x="123416" y="46486"/>
                  </a:lnTo>
                  <a:lnTo>
                    <a:pt x="123269" y="46923"/>
                  </a:lnTo>
                  <a:lnTo>
                    <a:pt x="122279" y="49973"/>
                  </a:lnTo>
                  <a:lnTo>
                    <a:pt x="121930" y="51050"/>
                  </a:lnTo>
                  <a:lnTo>
                    <a:pt x="121584" y="52115"/>
                  </a:lnTo>
                  <a:lnTo>
                    <a:pt x="120145" y="56916"/>
                  </a:lnTo>
                  <a:lnTo>
                    <a:pt x="119975" y="57482"/>
                  </a:lnTo>
                  <a:lnTo>
                    <a:pt x="119928" y="57708"/>
                  </a:lnTo>
                  <a:lnTo>
                    <a:pt x="119782" y="58393"/>
                  </a:lnTo>
                  <a:lnTo>
                    <a:pt x="119653" y="5900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1" name="pg430"/>
            <p:cNvSpPr/>
            <p:nvPr/>
          </p:nvSpPr>
          <p:spPr>
            <a:xfrm>
              <a:off x="4326932" y="5059564"/>
              <a:ext cx="128419" cy="90352"/>
            </a:xfrm>
            <a:custGeom>
              <a:avLst/>
              <a:pathLst>
                <a:path w="128419" h="90352">
                  <a:moveTo>
                    <a:pt x="110203" y="39516"/>
                  </a:moveTo>
                  <a:lnTo>
                    <a:pt x="110475" y="37829"/>
                  </a:lnTo>
                  <a:lnTo>
                    <a:pt x="111710" y="38146"/>
                  </a:lnTo>
                  <a:lnTo>
                    <a:pt x="116562" y="39392"/>
                  </a:lnTo>
                  <a:lnTo>
                    <a:pt x="116823" y="39489"/>
                  </a:lnTo>
                  <a:lnTo>
                    <a:pt x="117490" y="39799"/>
                  </a:lnTo>
                  <a:lnTo>
                    <a:pt x="117785" y="39924"/>
                  </a:lnTo>
                  <a:lnTo>
                    <a:pt x="121739" y="40874"/>
                  </a:lnTo>
                  <a:lnTo>
                    <a:pt x="124580" y="41331"/>
                  </a:lnTo>
                  <a:lnTo>
                    <a:pt x="128419" y="42216"/>
                  </a:lnTo>
                  <a:lnTo>
                    <a:pt x="127665" y="45518"/>
                  </a:lnTo>
                  <a:lnTo>
                    <a:pt x="127445" y="46479"/>
                  </a:lnTo>
                  <a:lnTo>
                    <a:pt x="127244" y="47359"/>
                  </a:lnTo>
                  <a:lnTo>
                    <a:pt x="126817" y="49231"/>
                  </a:lnTo>
                  <a:lnTo>
                    <a:pt x="126757" y="49491"/>
                  </a:lnTo>
                  <a:lnTo>
                    <a:pt x="126279" y="51589"/>
                  </a:lnTo>
                  <a:lnTo>
                    <a:pt x="126163" y="52098"/>
                  </a:lnTo>
                  <a:lnTo>
                    <a:pt x="125565" y="54723"/>
                  </a:lnTo>
                  <a:lnTo>
                    <a:pt x="125417" y="55372"/>
                  </a:lnTo>
                  <a:lnTo>
                    <a:pt x="125360" y="55624"/>
                  </a:lnTo>
                  <a:lnTo>
                    <a:pt x="124459" y="59577"/>
                  </a:lnTo>
                  <a:lnTo>
                    <a:pt x="124247" y="60507"/>
                  </a:lnTo>
                  <a:lnTo>
                    <a:pt x="123596" y="63365"/>
                  </a:lnTo>
                  <a:lnTo>
                    <a:pt x="123477" y="63914"/>
                  </a:lnTo>
                  <a:lnTo>
                    <a:pt x="123443" y="64072"/>
                  </a:lnTo>
                  <a:lnTo>
                    <a:pt x="122873" y="66701"/>
                  </a:lnTo>
                  <a:lnTo>
                    <a:pt x="122580" y="68056"/>
                  </a:lnTo>
                  <a:lnTo>
                    <a:pt x="121558" y="72774"/>
                  </a:lnTo>
                  <a:lnTo>
                    <a:pt x="121079" y="74983"/>
                  </a:lnTo>
                  <a:lnTo>
                    <a:pt x="120987" y="75400"/>
                  </a:lnTo>
                  <a:lnTo>
                    <a:pt x="120527" y="77476"/>
                  </a:lnTo>
                  <a:lnTo>
                    <a:pt x="119600" y="81657"/>
                  </a:lnTo>
                  <a:lnTo>
                    <a:pt x="118715" y="85639"/>
                  </a:lnTo>
                  <a:lnTo>
                    <a:pt x="117667" y="90352"/>
                  </a:lnTo>
                  <a:lnTo>
                    <a:pt x="116930" y="90191"/>
                  </a:lnTo>
                  <a:lnTo>
                    <a:pt x="109455" y="88564"/>
                  </a:lnTo>
                  <a:lnTo>
                    <a:pt x="108869" y="88437"/>
                  </a:lnTo>
                  <a:lnTo>
                    <a:pt x="107710" y="88184"/>
                  </a:lnTo>
                  <a:lnTo>
                    <a:pt x="106377" y="87907"/>
                  </a:lnTo>
                  <a:lnTo>
                    <a:pt x="105283" y="87679"/>
                  </a:lnTo>
                  <a:lnTo>
                    <a:pt x="99994" y="86577"/>
                  </a:lnTo>
                  <a:lnTo>
                    <a:pt x="99767" y="86530"/>
                  </a:lnTo>
                  <a:lnTo>
                    <a:pt x="100608" y="82673"/>
                  </a:lnTo>
                  <a:lnTo>
                    <a:pt x="101002" y="80866"/>
                  </a:lnTo>
                  <a:lnTo>
                    <a:pt x="101611" y="78206"/>
                  </a:lnTo>
                  <a:lnTo>
                    <a:pt x="101810" y="77336"/>
                  </a:lnTo>
                  <a:lnTo>
                    <a:pt x="101865" y="77097"/>
                  </a:lnTo>
                  <a:lnTo>
                    <a:pt x="101603" y="77039"/>
                  </a:lnTo>
                  <a:lnTo>
                    <a:pt x="96888" y="75992"/>
                  </a:lnTo>
                  <a:lnTo>
                    <a:pt x="93933" y="75336"/>
                  </a:lnTo>
                  <a:lnTo>
                    <a:pt x="93660" y="75276"/>
                  </a:lnTo>
                  <a:lnTo>
                    <a:pt x="92325" y="74980"/>
                  </a:lnTo>
                  <a:lnTo>
                    <a:pt x="88604" y="73961"/>
                  </a:lnTo>
                  <a:lnTo>
                    <a:pt x="86749" y="73295"/>
                  </a:lnTo>
                  <a:lnTo>
                    <a:pt x="84788" y="72673"/>
                  </a:lnTo>
                  <a:lnTo>
                    <a:pt x="84590" y="72610"/>
                  </a:lnTo>
                  <a:lnTo>
                    <a:pt x="76625" y="69284"/>
                  </a:lnTo>
                  <a:lnTo>
                    <a:pt x="68474" y="66086"/>
                  </a:lnTo>
                  <a:lnTo>
                    <a:pt x="68258" y="66001"/>
                  </a:lnTo>
                  <a:lnTo>
                    <a:pt x="64868" y="64627"/>
                  </a:lnTo>
                  <a:lnTo>
                    <a:pt x="64212" y="64361"/>
                  </a:lnTo>
                  <a:lnTo>
                    <a:pt x="59561" y="62476"/>
                  </a:lnTo>
                  <a:lnTo>
                    <a:pt x="52225" y="59503"/>
                  </a:lnTo>
                  <a:lnTo>
                    <a:pt x="51711" y="59295"/>
                  </a:lnTo>
                  <a:lnTo>
                    <a:pt x="44844" y="56503"/>
                  </a:lnTo>
                  <a:lnTo>
                    <a:pt x="42831" y="55664"/>
                  </a:lnTo>
                  <a:lnTo>
                    <a:pt x="40629" y="54747"/>
                  </a:lnTo>
                  <a:lnTo>
                    <a:pt x="39774" y="54391"/>
                  </a:lnTo>
                  <a:lnTo>
                    <a:pt x="39379" y="54226"/>
                  </a:lnTo>
                  <a:lnTo>
                    <a:pt x="35698" y="52839"/>
                  </a:lnTo>
                  <a:lnTo>
                    <a:pt x="34205" y="52311"/>
                  </a:lnTo>
                  <a:lnTo>
                    <a:pt x="33967" y="52226"/>
                  </a:lnTo>
                  <a:lnTo>
                    <a:pt x="32492" y="51661"/>
                  </a:lnTo>
                  <a:lnTo>
                    <a:pt x="29301" y="50513"/>
                  </a:lnTo>
                  <a:lnTo>
                    <a:pt x="28455" y="50241"/>
                  </a:lnTo>
                  <a:lnTo>
                    <a:pt x="27005" y="49812"/>
                  </a:lnTo>
                  <a:lnTo>
                    <a:pt x="25470" y="49350"/>
                  </a:lnTo>
                  <a:lnTo>
                    <a:pt x="24262" y="49126"/>
                  </a:lnTo>
                  <a:lnTo>
                    <a:pt x="23045" y="48897"/>
                  </a:lnTo>
                  <a:lnTo>
                    <a:pt x="21459" y="48634"/>
                  </a:lnTo>
                  <a:lnTo>
                    <a:pt x="19610" y="48366"/>
                  </a:lnTo>
                  <a:lnTo>
                    <a:pt x="17597" y="48172"/>
                  </a:lnTo>
                  <a:lnTo>
                    <a:pt x="15912" y="47993"/>
                  </a:lnTo>
                  <a:lnTo>
                    <a:pt x="14406" y="47933"/>
                  </a:lnTo>
                  <a:lnTo>
                    <a:pt x="12975" y="47948"/>
                  </a:lnTo>
                  <a:lnTo>
                    <a:pt x="10303" y="47881"/>
                  </a:lnTo>
                  <a:lnTo>
                    <a:pt x="10064" y="47870"/>
                  </a:lnTo>
                  <a:lnTo>
                    <a:pt x="10474" y="45439"/>
                  </a:lnTo>
                  <a:lnTo>
                    <a:pt x="11001" y="42315"/>
                  </a:lnTo>
                  <a:lnTo>
                    <a:pt x="11811" y="37818"/>
                  </a:lnTo>
                  <a:lnTo>
                    <a:pt x="11931" y="37149"/>
                  </a:lnTo>
                  <a:lnTo>
                    <a:pt x="11544" y="37009"/>
                  </a:lnTo>
                  <a:lnTo>
                    <a:pt x="10742" y="36719"/>
                  </a:lnTo>
                  <a:lnTo>
                    <a:pt x="9078" y="36158"/>
                  </a:lnTo>
                  <a:lnTo>
                    <a:pt x="7782" y="35820"/>
                  </a:lnTo>
                  <a:lnTo>
                    <a:pt x="7549" y="35756"/>
                  </a:lnTo>
                  <a:lnTo>
                    <a:pt x="6174" y="35382"/>
                  </a:lnTo>
                  <a:lnTo>
                    <a:pt x="172" y="33850"/>
                  </a:lnTo>
                  <a:lnTo>
                    <a:pt x="0" y="33799"/>
                  </a:lnTo>
                  <a:lnTo>
                    <a:pt x="167" y="33239"/>
                  </a:lnTo>
                  <a:lnTo>
                    <a:pt x="1606" y="28439"/>
                  </a:lnTo>
                  <a:lnTo>
                    <a:pt x="1952" y="27373"/>
                  </a:lnTo>
                  <a:lnTo>
                    <a:pt x="2302" y="26297"/>
                  </a:lnTo>
                  <a:lnTo>
                    <a:pt x="3291" y="23247"/>
                  </a:lnTo>
                  <a:lnTo>
                    <a:pt x="3439" y="22809"/>
                  </a:lnTo>
                  <a:lnTo>
                    <a:pt x="4575" y="19428"/>
                  </a:lnTo>
                  <a:lnTo>
                    <a:pt x="5078" y="18189"/>
                  </a:lnTo>
                  <a:lnTo>
                    <a:pt x="5758" y="16512"/>
                  </a:lnTo>
                  <a:lnTo>
                    <a:pt x="6142" y="15564"/>
                  </a:lnTo>
                  <a:lnTo>
                    <a:pt x="6452" y="14827"/>
                  </a:lnTo>
                  <a:lnTo>
                    <a:pt x="6667" y="14315"/>
                  </a:lnTo>
                  <a:lnTo>
                    <a:pt x="7055" y="13388"/>
                  </a:lnTo>
                  <a:lnTo>
                    <a:pt x="9287" y="8071"/>
                  </a:lnTo>
                  <a:lnTo>
                    <a:pt x="9471" y="7624"/>
                  </a:lnTo>
                  <a:lnTo>
                    <a:pt x="12098" y="1257"/>
                  </a:lnTo>
                  <a:lnTo>
                    <a:pt x="12617" y="0"/>
                  </a:lnTo>
                  <a:lnTo>
                    <a:pt x="13575" y="407"/>
                  </a:lnTo>
                  <a:lnTo>
                    <a:pt x="15700" y="1311"/>
                  </a:lnTo>
                  <a:lnTo>
                    <a:pt x="16230" y="1536"/>
                  </a:lnTo>
                  <a:lnTo>
                    <a:pt x="16942" y="1830"/>
                  </a:lnTo>
                  <a:lnTo>
                    <a:pt x="23443" y="4515"/>
                  </a:lnTo>
                  <a:lnTo>
                    <a:pt x="24824" y="5103"/>
                  </a:lnTo>
                  <a:lnTo>
                    <a:pt x="33490" y="8791"/>
                  </a:lnTo>
                  <a:lnTo>
                    <a:pt x="35741" y="9663"/>
                  </a:lnTo>
                  <a:lnTo>
                    <a:pt x="37998" y="10537"/>
                  </a:lnTo>
                  <a:lnTo>
                    <a:pt x="38598" y="10769"/>
                  </a:lnTo>
                  <a:lnTo>
                    <a:pt x="44681" y="13253"/>
                  </a:lnTo>
                  <a:lnTo>
                    <a:pt x="49762" y="15305"/>
                  </a:lnTo>
                  <a:lnTo>
                    <a:pt x="54682" y="17243"/>
                  </a:lnTo>
                  <a:lnTo>
                    <a:pt x="54821" y="17299"/>
                  </a:lnTo>
                  <a:lnTo>
                    <a:pt x="55612" y="17618"/>
                  </a:lnTo>
                  <a:lnTo>
                    <a:pt x="60154" y="19450"/>
                  </a:lnTo>
                  <a:lnTo>
                    <a:pt x="78633" y="26990"/>
                  </a:lnTo>
                  <a:lnTo>
                    <a:pt x="79803" y="27467"/>
                  </a:lnTo>
                  <a:lnTo>
                    <a:pt x="85492" y="29788"/>
                  </a:lnTo>
                  <a:lnTo>
                    <a:pt x="85927" y="29966"/>
                  </a:lnTo>
                  <a:lnTo>
                    <a:pt x="86846" y="30346"/>
                  </a:lnTo>
                  <a:lnTo>
                    <a:pt x="88613" y="31076"/>
                  </a:lnTo>
                  <a:lnTo>
                    <a:pt x="89333" y="31374"/>
                  </a:lnTo>
                  <a:lnTo>
                    <a:pt x="92212" y="32564"/>
                  </a:lnTo>
                  <a:lnTo>
                    <a:pt x="97486" y="34690"/>
                  </a:lnTo>
                  <a:lnTo>
                    <a:pt x="97906" y="34859"/>
                  </a:lnTo>
                  <a:lnTo>
                    <a:pt x="103822" y="37010"/>
                  </a:lnTo>
                  <a:lnTo>
                    <a:pt x="108832" y="3898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2" name="pg431"/>
            <p:cNvSpPr/>
            <p:nvPr/>
          </p:nvSpPr>
          <p:spPr>
            <a:xfrm>
              <a:off x="4439636" y="5101781"/>
              <a:ext cx="48735" cy="90997"/>
            </a:xfrm>
            <a:custGeom>
              <a:avLst/>
              <a:pathLst>
                <a:path w="48735" h="90997">
                  <a:moveTo>
                    <a:pt x="34588" y="90235"/>
                  </a:moveTo>
                  <a:lnTo>
                    <a:pt x="34004" y="90997"/>
                  </a:lnTo>
                  <a:lnTo>
                    <a:pt x="33536" y="90757"/>
                  </a:lnTo>
                  <a:lnTo>
                    <a:pt x="29625" y="88748"/>
                  </a:lnTo>
                  <a:lnTo>
                    <a:pt x="29124" y="88491"/>
                  </a:lnTo>
                  <a:lnTo>
                    <a:pt x="28968" y="88411"/>
                  </a:lnTo>
                  <a:lnTo>
                    <a:pt x="28689" y="88268"/>
                  </a:lnTo>
                  <a:lnTo>
                    <a:pt x="28330" y="88084"/>
                  </a:lnTo>
                  <a:lnTo>
                    <a:pt x="28127" y="87979"/>
                  </a:lnTo>
                  <a:lnTo>
                    <a:pt x="27802" y="87812"/>
                  </a:lnTo>
                  <a:lnTo>
                    <a:pt x="26454" y="87120"/>
                  </a:lnTo>
                  <a:lnTo>
                    <a:pt x="26100" y="86938"/>
                  </a:lnTo>
                  <a:lnTo>
                    <a:pt x="25194" y="86473"/>
                  </a:lnTo>
                  <a:lnTo>
                    <a:pt x="23363" y="85533"/>
                  </a:lnTo>
                  <a:lnTo>
                    <a:pt x="21935" y="84799"/>
                  </a:lnTo>
                  <a:lnTo>
                    <a:pt x="21735" y="84697"/>
                  </a:lnTo>
                  <a:lnTo>
                    <a:pt x="21218" y="84431"/>
                  </a:lnTo>
                  <a:lnTo>
                    <a:pt x="19886" y="83747"/>
                  </a:lnTo>
                  <a:lnTo>
                    <a:pt x="19528" y="83564"/>
                  </a:lnTo>
                  <a:lnTo>
                    <a:pt x="18820" y="83200"/>
                  </a:lnTo>
                  <a:lnTo>
                    <a:pt x="18574" y="83074"/>
                  </a:lnTo>
                  <a:lnTo>
                    <a:pt x="18362" y="82965"/>
                  </a:lnTo>
                  <a:lnTo>
                    <a:pt x="17933" y="82745"/>
                  </a:lnTo>
                  <a:lnTo>
                    <a:pt x="17544" y="82545"/>
                  </a:lnTo>
                  <a:lnTo>
                    <a:pt x="17327" y="82433"/>
                  </a:lnTo>
                  <a:lnTo>
                    <a:pt x="16848" y="82187"/>
                  </a:lnTo>
                  <a:lnTo>
                    <a:pt x="16589" y="82054"/>
                  </a:lnTo>
                  <a:lnTo>
                    <a:pt x="16107" y="81807"/>
                  </a:lnTo>
                  <a:lnTo>
                    <a:pt x="15745" y="81621"/>
                  </a:lnTo>
                  <a:lnTo>
                    <a:pt x="15961" y="80959"/>
                  </a:lnTo>
                  <a:lnTo>
                    <a:pt x="16068" y="80628"/>
                  </a:lnTo>
                  <a:lnTo>
                    <a:pt x="16106" y="80373"/>
                  </a:lnTo>
                  <a:lnTo>
                    <a:pt x="15031" y="80134"/>
                  </a:lnTo>
                  <a:lnTo>
                    <a:pt x="14555" y="80028"/>
                  </a:lnTo>
                  <a:lnTo>
                    <a:pt x="13639" y="79824"/>
                  </a:lnTo>
                  <a:lnTo>
                    <a:pt x="12501" y="79571"/>
                  </a:lnTo>
                  <a:lnTo>
                    <a:pt x="12168" y="79497"/>
                  </a:lnTo>
                  <a:lnTo>
                    <a:pt x="11949" y="79448"/>
                  </a:lnTo>
                  <a:lnTo>
                    <a:pt x="10072" y="79030"/>
                  </a:lnTo>
                  <a:lnTo>
                    <a:pt x="8948" y="78780"/>
                  </a:lnTo>
                  <a:lnTo>
                    <a:pt x="8809" y="78749"/>
                  </a:lnTo>
                  <a:lnTo>
                    <a:pt x="8558" y="78693"/>
                  </a:lnTo>
                  <a:lnTo>
                    <a:pt x="8362" y="78649"/>
                  </a:lnTo>
                  <a:lnTo>
                    <a:pt x="7969" y="78562"/>
                  </a:lnTo>
                  <a:lnTo>
                    <a:pt x="6786" y="78299"/>
                  </a:lnTo>
                  <a:lnTo>
                    <a:pt x="5489" y="78010"/>
                  </a:lnTo>
                  <a:lnTo>
                    <a:pt x="4620" y="77816"/>
                  </a:lnTo>
                  <a:lnTo>
                    <a:pt x="3709" y="77614"/>
                  </a:lnTo>
                  <a:lnTo>
                    <a:pt x="3383" y="77541"/>
                  </a:lnTo>
                  <a:lnTo>
                    <a:pt x="2893" y="77432"/>
                  </a:lnTo>
                  <a:lnTo>
                    <a:pt x="2091" y="77253"/>
                  </a:lnTo>
                  <a:lnTo>
                    <a:pt x="1963" y="77225"/>
                  </a:lnTo>
                  <a:lnTo>
                    <a:pt x="142" y="76865"/>
                  </a:lnTo>
                  <a:lnTo>
                    <a:pt x="0" y="76795"/>
                  </a:lnTo>
                  <a:lnTo>
                    <a:pt x="55" y="76552"/>
                  </a:lnTo>
                  <a:lnTo>
                    <a:pt x="125" y="76250"/>
                  </a:lnTo>
                  <a:lnTo>
                    <a:pt x="177" y="76026"/>
                  </a:lnTo>
                  <a:lnTo>
                    <a:pt x="2270" y="67030"/>
                  </a:lnTo>
                  <a:lnTo>
                    <a:pt x="2339" y="66752"/>
                  </a:lnTo>
                  <a:lnTo>
                    <a:pt x="2407" y="66482"/>
                  </a:lnTo>
                  <a:lnTo>
                    <a:pt x="2568" y="65840"/>
                  </a:lnTo>
                  <a:lnTo>
                    <a:pt x="2624" y="65617"/>
                  </a:lnTo>
                  <a:lnTo>
                    <a:pt x="2660" y="65472"/>
                  </a:lnTo>
                  <a:lnTo>
                    <a:pt x="2862" y="64665"/>
                  </a:lnTo>
                  <a:lnTo>
                    <a:pt x="3063" y="63862"/>
                  </a:lnTo>
                  <a:lnTo>
                    <a:pt x="3148" y="63523"/>
                  </a:lnTo>
                  <a:lnTo>
                    <a:pt x="3337" y="62769"/>
                  </a:lnTo>
                  <a:lnTo>
                    <a:pt x="3534" y="61985"/>
                  </a:lnTo>
                  <a:lnTo>
                    <a:pt x="3602" y="61711"/>
                  </a:lnTo>
                  <a:lnTo>
                    <a:pt x="3818" y="60852"/>
                  </a:lnTo>
                  <a:lnTo>
                    <a:pt x="3878" y="60611"/>
                  </a:lnTo>
                  <a:lnTo>
                    <a:pt x="4049" y="59927"/>
                  </a:lnTo>
                  <a:lnTo>
                    <a:pt x="4132" y="59597"/>
                  </a:lnTo>
                  <a:lnTo>
                    <a:pt x="4267" y="59058"/>
                  </a:lnTo>
                  <a:lnTo>
                    <a:pt x="4301" y="58923"/>
                  </a:lnTo>
                  <a:lnTo>
                    <a:pt x="4356" y="58703"/>
                  </a:lnTo>
                  <a:lnTo>
                    <a:pt x="4390" y="58567"/>
                  </a:lnTo>
                  <a:lnTo>
                    <a:pt x="4499" y="58137"/>
                  </a:lnTo>
                  <a:lnTo>
                    <a:pt x="4560" y="57897"/>
                  </a:lnTo>
                  <a:lnTo>
                    <a:pt x="4695" y="57370"/>
                  </a:lnTo>
                  <a:lnTo>
                    <a:pt x="4736" y="57207"/>
                  </a:lnTo>
                  <a:lnTo>
                    <a:pt x="4775" y="57055"/>
                  </a:lnTo>
                  <a:lnTo>
                    <a:pt x="3884" y="56821"/>
                  </a:lnTo>
                  <a:lnTo>
                    <a:pt x="2977" y="56583"/>
                  </a:lnTo>
                  <a:lnTo>
                    <a:pt x="2690" y="56506"/>
                  </a:lnTo>
                  <a:lnTo>
                    <a:pt x="2748" y="56281"/>
                  </a:lnTo>
                  <a:lnTo>
                    <a:pt x="2818" y="56009"/>
                  </a:lnTo>
                  <a:lnTo>
                    <a:pt x="2921" y="55608"/>
                  </a:lnTo>
                  <a:lnTo>
                    <a:pt x="2990" y="55341"/>
                  </a:lnTo>
                  <a:lnTo>
                    <a:pt x="3248" y="54339"/>
                  </a:lnTo>
                  <a:lnTo>
                    <a:pt x="3388" y="53797"/>
                  </a:lnTo>
                  <a:lnTo>
                    <a:pt x="3432" y="53626"/>
                  </a:lnTo>
                  <a:lnTo>
                    <a:pt x="3613" y="52924"/>
                  </a:lnTo>
                  <a:lnTo>
                    <a:pt x="3667" y="52714"/>
                  </a:lnTo>
                  <a:lnTo>
                    <a:pt x="3719" y="52536"/>
                  </a:lnTo>
                  <a:lnTo>
                    <a:pt x="4038" y="51442"/>
                  </a:lnTo>
                  <a:lnTo>
                    <a:pt x="4099" y="51233"/>
                  </a:lnTo>
                  <a:lnTo>
                    <a:pt x="4137" y="51102"/>
                  </a:lnTo>
                  <a:lnTo>
                    <a:pt x="4250" y="50715"/>
                  </a:lnTo>
                  <a:lnTo>
                    <a:pt x="4339" y="50410"/>
                  </a:lnTo>
                  <a:lnTo>
                    <a:pt x="4907" y="48343"/>
                  </a:lnTo>
                  <a:lnTo>
                    <a:pt x="4964" y="48135"/>
                  </a:lnTo>
                  <a:lnTo>
                    <a:pt x="6012" y="43422"/>
                  </a:lnTo>
                  <a:lnTo>
                    <a:pt x="6897" y="39440"/>
                  </a:lnTo>
                  <a:lnTo>
                    <a:pt x="7824" y="35259"/>
                  </a:lnTo>
                  <a:lnTo>
                    <a:pt x="8284" y="33184"/>
                  </a:lnTo>
                  <a:lnTo>
                    <a:pt x="8376" y="32766"/>
                  </a:lnTo>
                  <a:lnTo>
                    <a:pt x="8855" y="30557"/>
                  </a:lnTo>
                  <a:lnTo>
                    <a:pt x="9877" y="25839"/>
                  </a:lnTo>
                  <a:lnTo>
                    <a:pt x="10170" y="24484"/>
                  </a:lnTo>
                  <a:lnTo>
                    <a:pt x="10740" y="21855"/>
                  </a:lnTo>
                  <a:lnTo>
                    <a:pt x="10774" y="21697"/>
                  </a:lnTo>
                  <a:lnTo>
                    <a:pt x="10893" y="21148"/>
                  </a:lnTo>
                  <a:lnTo>
                    <a:pt x="11544" y="18290"/>
                  </a:lnTo>
                  <a:lnTo>
                    <a:pt x="11756" y="17361"/>
                  </a:lnTo>
                  <a:lnTo>
                    <a:pt x="12657" y="13407"/>
                  </a:lnTo>
                  <a:lnTo>
                    <a:pt x="12714" y="13155"/>
                  </a:lnTo>
                  <a:lnTo>
                    <a:pt x="12862" y="12506"/>
                  </a:lnTo>
                  <a:lnTo>
                    <a:pt x="13460" y="9881"/>
                  </a:lnTo>
                  <a:lnTo>
                    <a:pt x="13576" y="9373"/>
                  </a:lnTo>
                  <a:lnTo>
                    <a:pt x="14054" y="7274"/>
                  </a:lnTo>
                  <a:lnTo>
                    <a:pt x="14114" y="7014"/>
                  </a:lnTo>
                  <a:lnTo>
                    <a:pt x="14541" y="5142"/>
                  </a:lnTo>
                  <a:lnTo>
                    <a:pt x="14742" y="4262"/>
                  </a:lnTo>
                  <a:lnTo>
                    <a:pt x="14961" y="3301"/>
                  </a:lnTo>
                  <a:lnTo>
                    <a:pt x="15715" y="0"/>
                  </a:lnTo>
                  <a:lnTo>
                    <a:pt x="16602" y="173"/>
                  </a:lnTo>
                  <a:lnTo>
                    <a:pt x="17084" y="267"/>
                  </a:lnTo>
                  <a:lnTo>
                    <a:pt x="17706" y="388"/>
                  </a:lnTo>
                  <a:lnTo>
                    <a:pt x="18150" y="598"/>
                  </a:lnTo>
                  <a:lnTo>
                    <a:pt x="17988" y="942"/>
                  </a:lnTo>
                  <a:lnTo>
                    <a:pt x="18410" y="1043"/>
                  </a:lnTo>
                  <a:lnTo>
                    <a:pt x="18770" y="1130"/>
                  </a:lnTo>
                  <a:lnTo>
                    <a:pt x="18908" y="1163"/>
                  </a:lnTo>
                  <a:lnTo>
                    <a:pt x="19786" y="1373"/>
                  </a:lnTo>
                  <a:lnTo>
                    <a:pt x="20389" y="1517"/>
                  </a:lnTo>
                  <a:lnTo>
                    <a:pt x="21068" y="2211"/>
                  </a:lnTo>
                  <a:lnTo>
                    <a:pt x="21486" y="2639"/>
                  </a:lnTo>
                  <a:lnTo>
                    <a:pt x="21615" y="2839"/>
                  </a:lnTo>
                  <a:lnTo>
                    <a:pt x="22295" y="3904"/>
                  </a:lnTo>
                  <a:lnTo>
                    <a:pt x="22584" y="4356"/>
                  </a:lnTo>
                  <a:lnTo>
                    <a:pt x="23347" y="5430"/>
                  </a:lnTo>
                  <a:lnTo>
                    <a:pt x="23997" y="6065"/>
                  </a:lnTo>
                  <a:lnTo>
                    <a:pt x="24158" y="6222"/>
                  </a:lnTo>
                  <a:lnTo>
                    <a:pt x="25170" y="7211"/>
                  </a:lnTo>
                  <a:lnTo>
                    <a:pt x="25353" y="7359"/>
                  </a:lnTo>
                  <a:lnTo>
                    <a:pt x="25690" y="7630"/>
                  </a:lnTo>
                  <a:lnTo>
                    <a:pt x="26446" y="8094"/>
                  </a:lnTo>
                  <a:lnTo>
                    <a:pt x="26790" y="8240"/>
                  </a:lnTo>
                  <a:lnTo>
                    <a:pt x="27842" y="8689"/>
                  </a:lnTo>
                  <a:lnTo>
                    <a:pt x="30099" y="9381"/>
                  </a:lnTo>
                  <a:lnTo>
                    <a:pt x="30258" y="9429"/>
                  </a:lnTo>
                  <a:lnTo>
                    <a:pt x="31445" y="9751"/>
                  </a:lnTo>
                  <a:lnTo>
                    <a:pt x="32474" y="10170"/>
                  </a:lnTo>
                  <a:lnTo>
                    <a:pt x="33174" y="10589"/>
                  </a:lnTo>
                  <a:lnTo>
                    <a:pt x="33442" y="10851"/>
                  </a:lnTo>
                  <a:lnTo>
                    <a:pt x="33728" y="11139"/>
                  </a:lnTo>
                  <a:lnTo>
                    <a:pt x="33965" y="11380"/>
                  </a:lnTo>
                  <a:lnTo>
                    <a:pt x="34026" y="11522"/>
                  </a:lnTo>
                  <a:lnTo>
                    <a:pt x="34294" y="12148"/>
                  </a:lnTo>
                  <a:lnTo>
                    <a:pt x="34722" y="12881"/>
                  </a:lnTo>
                  <a:lnTo>
                    <a:pt x="35034" y="13447"/>
                  </a:lnTo>
                  <a:lnTo>
                    <a:pt x="35204" y="13756"/>
                  </a:lnTo>
                  <a:lnTo>
                    <a:pt x="35367" y="14104"/>
                  </a:lnTo>
                  <a:lnTo>
                    <a:pt x="35600" y="14611"/>
                  </a:lnTo>
                  <a:lnTo>
                    <a:pt x="35833" y="15259"/>
                  </a:lnTo>
                  <a:lnTo>
                    <a:pt x="35895" y="15433"/>
                  </a:lnTo>
                  <a:lnTo>
                    <a:pt x="36074" y="16283"/>
                  </a:lnTo>
                  <a:lnTo>
                    <a:pt x="36092" y="16472"/>
                  </a:lnTo>
                  <a:lnTo>
                    <a:pt x="36164" y="17232"/>
                  </a:lnTo>
                  <a:lnTo>
                    <a:pt x="36178" y="17378"/>
                  </a:lnTo>
                  <a:lnTo>
                    <a:pt x="36205" y="17669"/>
                  </a:lnTo>
                  <a:lnTo>
                    <a:pt x="36205" y="18550"/>
                  </a:lnTo>
                  <a:lnTo>
                    <a:pt x="36193" y="19779"/>
                  </a:lnTo>
                  <a:lnTo>
                    <a:pt x="36140" y="20402"/>
                  </a:lnTo>
                  <a:lnTo>
                    <a:pt x="36071" y="20627"/>
                  </a:lnTo>
                  <a:lnTo>
                    <a:pt x="35914" y="21148"/>
                  </a:lnTo>
                  <a:lnTo>
                    <a:pt x="35776" y="21604"/>
                  </a:lnTo>
                  <a:lnTo>
                    <a:pt x="35108" y="23178"/>
                  </a:lnTo>
                  <a:lnTo>
                    <a:pt x="34840" y="23635"/>
                  </a:lnTo>
                  <a:lnTo>
                    <a:pt x="34265" y="24614"/>
                  </a:lnTo>
                  <a:lnTo>
                    <a:pt x="33977" y="24700"/>
                  </a:lnTo>
                  <a:lnTo>
                    <a:pt x="34411" y="25364"/>
                  </a:lnTo>
                  <a:lnTo>
                    <a:pt x="35219" y="26602"/>
                  </a:lnTo>
                  <a:lnTo>
                    <a:pt x="36398" y="28406"/>
                  </a:lnTo>
                  <a:lnTo>
                    <a:pt x="36592" y="28675"/>
                  </a:lnTo>
                  <a:lnTo>
                    <a:pt x="38529" y="31350"/>
                  </a:lnTo>
                  <a:lnTo>
                    <a:pt x="38772" y="31686"/>
                  </a:lnTo>
                  <a:lnTo>
                    <a:pt x="39312" y="32432"/>
                  </a:lnTo>
                  <a:lnTo>
                    <a:pt x="37236" y="33470"/>
                  </a:lnTo>
                  <a:lnTo>
                    <a:pt x="37057" y="33756"/>
                  </a:lnTo>
                  <a:lnTo>
                    <a:pt x="36879" y="34293"/>
                  </a:lnTo>
                  <a:lnTo>
                    <a:pt x="36163" y="34701"/>
                  </a:lnTo>
                  <a:lnTo>
                    <a:pt x="37850" y="36634"/>
                  </a:lnTo>
                  <a:lnTo>
                    <a:pt x="38456" y="37329"/>
                  </a:lnTo>
                  <a:lnTo>
                    <a:pt x="39235" y="40615"/>
                  </a:lnTo>
                  <a:lnTo>
                    <a:pt x="39434" y="41454"/>
                  </a:lnTo>
                  <a:lnTo>
                    <a:pt x="39755" y="42810"/>
                  </a:lnTo>
                  <a:lnTo>
                    <a:pt x="39900" y="43470"/>
                  </a:lnTo>
                  <a:lnTo>
                    <a:pt x="39972" y="43801"/>
                  </a:lnTo>
                  <a:lnTo>
                    <a:pt x="39825" y="44664"/>
                  </a:lnTo>
                  <a:lnTo>
                    <a:pt x="40893" y="46469"/>
                  </a:lnTo>
                  <a:lnTo>
                    <a:pt x="40875" y="46995"/>
                  </a:lnTo>
                  <a:lnTo>
                    <a:pt x="40700" y="47415"/>
                  </a:lnTo>
                  <a:lnTo>
                    <a:pt x="40490" y="47871"/>
                  </a:lnTo>
                  <a:lnTo>
                    <a:pt x="40384" y="48309"/>
                  </a:lnTo>
                  <a:lnTo>
                    <a:pt x="40437" y="48678"/>
                  </a:lnTo>
                  <a:lnTo>
                    <a:pt x="40665" y="49116"/>
                  </a:lnTo>
                  <a:lnTo>
                    <a:pt x="43322" y="50639"/>
                  </a:lnTo>
                  <a:lnTo>
                    <a:pt x="44582" y="52850"/>
                  </a:lnTo>
                  <a:lnTo>
                    <a:pt x="46863" y="56675"/>
                  </a:lnTo>
                  <a:lnTo>
                    <a:pt x="46410" y="58124"/>
                  </a:lnTo>
                  <a:lnTo>
                    <a:pt x="48337" y="58955"/>
                  </a:lnTo>
                  <a:lnTo>
                    <a:pt x="48735" y="61604"/>
                  </a:lnTo>
                  <a:lnTo>
                    <a:pt x="48666" y="64930"/>
                  </a:lnTo>
                  <a:lnTo>
                    <a:pt x="48657" y="65162"/>
                  </a:lnTo>
                  <a:lnTo>
                    <a:pt x="48373" y="65710"/>
                  </a:lnTo>
                  <a:lnTo>
                    <a:pt x="47631" y="66741"/>
                  </a:lnTo>
                  <a:lnTo>
                    <a:pt x="47510" y="66882"/>
                  </a:lnTo>
                  <a:lnTo>
                    <a:pt x="47377" y="67038"/>
                  </a:lnTo>
                  <a:lnTo>
                    <a:pt x="47115" y="67345"/>
                  </a:lnTo>
                  <a:lnTo>
                    <a:pt x="46993" y="67488"/>
                  </a:lnTo>
                  <a:lnTo>
                    <a:pt x="46427" y="68152"/>
                  </a:lnTo>
                  <a:lnTo>
                    <a:pt x="46156" y="68450"/>
                  </a:lnTo>
                  <a:lnTo>
                    <a:pt x="45962" y="68618"/>
                  </a:lnTo>
                  <a:lnTo>
                    <a:pt x="45384" y="69115"/>
                  </a:lnTo>
                  <a:lnTo>
                    <a:pt x="45247" y="69233"/>
                  </a:lnTo>
                  <a:lnTo>
                    <a:pt x="44590" y="69799"/>
                  </a:lnTo>
                  <a:lnTo>
                    <a:pt x="42917" y="71241"/>
                  </a:lnTo>
                  <a:lnTo>
                    <a:pt x="42589" y="71523"/>
                  </a:lnTo>
                  <a:lnTo>
                    <a:pt x="41924" y="72096"/>
                  </a:lnTo>
                  <a:lnTo>
                    <a:pt x="41466" y="72545"/>
                  </a:lnTo>
                  <a:lnTo>
                    <a:pt x="41250" y="72801"/>
                  </a:lnTo>
                  <a:lnTo>
                    <a:pt x="41134" y="72939"/>
                  </a:lnTo>
                  <a:lnTo>
                    <a:pt x="40449" y="73752"/>
                  </a:lnTo>
                  <a:lnTo>
                    <a:pt x="39939" y="74358"/>
                  </a:lnTo>
                  <a:lnTo>
                    <a:pt x="39754" y="74578"/>
                  </a:lnTo>
                  <a:lnTo>
                    <a:pt x="39679" y="74728"/>
                  </a:lnTo>
                  <a:lnTo>
                    <a:pt x="39404" y="75284"/>
                  </a:lnTo>
                  <a:lnTo>
                    <a:pt x="39295" y="75504"/>
                  </a:lnTo>
                  <a:lnTo>
                    <a:pt x="39210" y="75676"/>
                  </a:lnTo>
                  <a:lnTo>
                    <a:pt x="39119" y="75859"/>
                  </a:lnTo>
                  <a:lnTo>
                    <a:pt x="39055" y="75989"/>
                  </a:lnTo>
                  <a:lnTo>
                    <a:pt x="38800" y="76535"/>
                  </a:lnTo>
                  <a:lnTo>
                    <a:pt x="38744" y="76721"/>
                  </a:lnTo>
                  <a:lnTo>
                    <a:pt x="38668" y="76972"/>
                  </a:lnTo>
                  <a:lnTo>
                    <a:pt x="38583" y="77255"/>
                  </a:lnTo>
                  <a:lnTo>
                    <a:pt x="38513" y="77488"/>
                  </a:lnTo>
                  <a:lnTo>
                    <a:pt x="38369" y="77967"/>
                  </a:lnTo>
                  <a:lnTo>
                    <a:pt x="38215" y="78610"/>
                  </a:lnTo>
                  <a:lnTo>
                    <a:pt x="38215" y="79115"/>
                  </a:lnTo>
                  <a:lnTo>
                    <a:pt x="38215" y="79454"/>
                  </a:lnTo>
                  <a:lnTo>
                    <a:pt x="38215" y="79714"/>
                  </a:lnTo>
                  <a:lnTo>
                    <a:pt x="38274" y="79908"/>
                  </a:lnTo>
                  <a:lnTo>
                    <a:pt x="38321" y="80062"/>
                  </a:lnTo>
                  <a:lnTo>
                    <a:pt x="38391" y="80297"/>
                  </a:lnTo>
                  <a:lnTo>
                    <a:pt x="38627" y="81706"/>
                  </a:lnTo>
                  <a:lnTo>
                    <a:pt x="38585" y="82188"/>
                  </a:lnTo>
                  <a:lnTo>
                    <a:pt x="38564" y="82421"/>
                  </a:lnTo>
                  <a:lnTo>
                    <a:pt x="38509" y="82851"/>
                  </a:lnTo>
                  <a:lnTo>
                    <a:pt x="38262" y="83968"/>
                  </a:lnTo>
                  <a:lnTo>
                    <a:pt x="38090" y="84742"/>
                  </a:lnTo>
                  <a:lnTo>
                    <a:pt x="38001" y="85121"/>
                  </a:lnTo>
                  <a:lnTo>
                    <a:pt x="37957" y="85268"/>
                  </a:lnTo>
                  <a:lnTo>
                    <a:pt x="37819" y="85507"/>
                  </a:lnTo>
                  <a:lnTo>
                    <a:pt x="37403" y="86228"/>
                  </a:lnTo>
                  <a:lnTo>
                    <a:pt x="37245" y="86501"/>
                  </a:lnTo>
                  <a:lnTo>
                    <a:pt x="37050" y="86839"/>
                  </a:lnTo>
                  <a:lnTo>
                    <a:pt x="36931" y="87020"/>
                  </a:lnTo>
                  <a:lnTo>
                    <a:pt x="36451" y="87744"/>
                  </a:lnTo>
                  <a:lnTo>
                    <a:pt x="36085" y="88279"/>
                  </a:lnTo>
                  <a:lnTo>
                    <a:pt x="35600" y="889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3" name="pg432"/>
            <p:cNvSpPr/>
            <p:nvPr/>
          </p:nvSpPr>
          <p:spPr>
            <a:xfrm>
              <a:off x="4458824" y="5167870"/>
              <a:ext cx="46935" cy="86386"/>
            </a:xfrm>
            <a:custGeom>
              <a:avLst/>
              <a:pathLst>
                <a:path w="46935" h="86386">
                  <a:moveTo>
                    <a:pt x="29137" y="9"/>
                  </a:moveTo>
                  <a:lnTo>
                    <a:pt x="29362" y="110"/>
                  </a:lnTo>
                  <a:lnTo>
                    <a:pt x="29550" y="0"/>
                  </a:lnTo>
                  <a:lnTo>
                    <a:pt x="31427" y="756"/>
                  </a:lnTo>
                  <a:lnTo>
                    <a:pt x="31985" y="981"/>
                  </a:lnTo>
                  <a:lnTo>
                    <a:pt x="32221" y="1054"/>
                  </a:lnTo>
                  <a:lnTo>
                    <a:pt x="34520" y="1765"/>
                  </a:lnTo>
                  <a:lnTo>
                    <a:pt x="40117" y="3604"/>
                  </a:lnTo>
                  <a:lnTo>
                    <a:pt x="39888" y="3766"/>
                  </a:lnTo>
                  <a:lnTo>
                    <a:pt x="39214" y="4246"/>
                  </a:lnTo>
                  <a:lnTo>
                    <a:pt x="34898" y="7317"/>
                  </a:lnTo>
                  <a:lnTo>
                    <a:pt x="35098" y="7515"/>
                  </a:lnTo>
                  <a:lnTo>
                    <a:pt x="33809" y="8521"/>
                  </a:lnTo>
                  <a:lnTo>
                    <a:pt x="33967" y="8871"/>
                  </a:lnTo>
                  <a:lnTo>
                    <a:pt x="34022" y="9012"/>
                  </a:lnTo>
                  <a:lnTo>
                    <a:pt x="34131" y="9291"/>
                  </a:lnTo>
                  <a:lnTo>
                    <a:pt x="34425" y="10042"/>
                  </a:lnTo>
                  <a:lnTo>
                    <a:pt x="34544" y="10347"/>
                  </a:lnTo>
                  <a:lnTo>
                    <a:pt x="34626" y="10558"/>
                  </a:lnTo>
                  <a:lnTo>
                    <a:pt x="34703" y="10756"/>
                  </a:lnTo>
                  <a:lnTo>
                    <a:pt x="34863" y="11166"/>
                  </a:lnTo>
                  <a:lnTo>
                    <a:pt x="35243" y="11261"/>
                  </a:lnTo>
                  <a:lnTo>
                    <a:pt x="36488" y="11573"/>
                  </a:lnTo>
                  <a:lnTo>
                    <a:pt x="37048" y="11713"/>
                  </a:lnTo>
                  <a:lnTo>
                    <a:pt x="37176" y="11873"/>
                  </a:lnTo>
                  <a:lnTo>
                    <a:pt x="37402" y="12157"/>
                  </a:lnTo>
                  <a:lnTo>
                    <a:pt x="37542" y="12332"/>
                  </a:lnTo>
                  <a:lnTo>
                    <a:pt x="37758" y="12602"/>
                  </a:lnTo>
                  <a:lnTo>
                    <a:pt x="38663" y="14012"/>
                  </a:lnTo>
                  <a:lnTo>
                    <a:pt x="39099" y="14693"/>
                  </a:lnTo>
                  <a:lnTo>
                    <a:pt x="39255" y="14936"/>
                  </a:lnTo>
                  <a:lnTo>
                    <a:pt x="39578" y="15439"/>
                  </a:lnTo>
                  <a:lnTo>
                    <a:pt x="40172" y="16366"/>
                  </a:lnTo>
                  <a:lnTo>
                    <a:pt x="41396" y="19535"/>
                  </a:lnTo>
                  <a:lnTo>
                    <a:pt x="41515" y="19844"/>
                  </a:lnTo>
                  <a:lnTo>
                    <a:pt x="41717" y="20368"/>
                  </a:lnTo>
                  <a:lnTo>
                    <a:pt x="41707" y="20606"/>
                  </a:lnTo>
                  <a:lnTo>
                    <a:pt x="41691" y="20986"/>
                  </a:lnTo>
                  <a:lnTo>
                    <a:pt x="41688" y="21319"/>
                  </a:lnTo>
                  <a:lnTo>
                    <a:pt x="41682" y="21990"/>
                  </a:lnTo>
                  <a:lnTo>
                    <a:pt x="41634" y="22646"/>
                  </a:lnTo>
                  <a:lnTo>
                    <a:pt x="41443" y="23767"/>
                  </a:lnTo>
                  <a:lnTo>
                    <a:pt x="41098" y="25233"/>
                  </a:lnTo>
                  <a:lnTo>
                    <a:pt x="40524" y="28250"/>
                  </a:lnTo>
                  <a:lnTo>
                    <a:pt x="40436" y="28713"/>
                  </a:lnTo>
                  <a:lnTo>
                    <a:pt x="40368" y="29071"/>
                  </a:lnTo>
                  <a:lnTo>
                    <a:pt x="39772" y="31514"/>
                  </a:lnTo>
                  <a:lnTo>
                    <a:pt x="39598" y="32229"/>
                  </a:lnTo>
                  <a:lnTo>
                    <a:pt x="39324" y="33350"/>
                  </a:lnTo>
                  <a:lnTo>
                    <a:pt x="39500" y="34357"/>
                  </a:lnTo>
                  <a:lnTo>
                    <a:pt x="39444" y="35294"/>
                  </a:lnTo>
                  <a:lnTo>
                    <a:pt x="39720" y="36438"/>
                  </a:lnTo>
                  <a:lnTo>
                    <a:pt x="39878" y="37092"/>
                  </a:lnTo>
                  <a:lnTo>
                    <a:pt x="40246" y="38616"/>
                  </a:lnTo>
                  <a:lnTo>
                    <a:pt x="40323" y="38931"/>
                  </a:lnTo>
                  <a:lnTo>
                    <a:pt x="40383" y="39181"/>
                  </a:lnTo>
                  <a:lnTo>
                    <a:pt x="41290" y="42059"/>
                  </a:lnTo>
                  <a:lnTo>
                    <a:pt x="43531" y="43469"/>
                  </a:lnTo>
                  <a:lnTo>
                    <a:pt x="43795" y="43734"/>
                  </a:lnTo>
                  <a:lnTo>
                    <a:pt x="44447" y="44387"/>
                  </a:lnTo>
                  <a:lnTo>
                    <a:pt x="44472" y="45143"/>
                  </a:lnTo>
                  <a:lnTo>
                    <a:pt x="44485" y="45558"/>
                  </a:lnTo>
                  <a:lnTo>
                    <a:pt x="44506" y="46165"/>
                  </a:lnTo>
                  <a:lnTo>
                    <a:pt x="44521" y="46615"/>
                  </a:lnTo>
                  <a:lnTo>
                    <a:pt x="44541" y="47241"/>
                  </a:lnTo>
                  <a:lnTo>
                    <a:pt x="44642" y="48926"/>
                  </a:lnTo>
                  <a:lnTo>
                    <a:pt x="44731" y="52162"/>
                  </a:lnTo>
                  <a:lnTo>
                    <a:pt x="44748" y="52593"/>
                  </a:lnTo>
                  <a:lnTo>
                    <a:pt x="44768" y="53101"/>
                  </a:lnTo>
                  <a:lnTo>
                    <a:pt x="45169" y="54903"/>
                  </a:lnTo>
                  <a:lnTo>
                    <a:pt x="45267" y="55347"/>
                  </a:lnTo>
                  <a:lnTo>
                    <a:pt x="45401" y="55946"/>
                  </a:lnTo>
                  <a:lnTo>
                    <a:pt x="45516" y="56650"/>
                  </a:lnTo>
                  <a:lnTo>
                    <a:pt x="46217" y="58899"/>
                  </a:lnTo>
                  <a:lnTo>
                    <a:pt x="46545" y="59952"/>
                  </a:lnTo>
                  <a:lnTo>
                    <a:pt x="46935" y="62347"/>
                  </a:lnTo>
                  <a:lnTo>
                    <a:pt x="46764" y="63428"/>
                  </a:lnTo>
                  <a:lnTo>
                    <a:pt x="46593" y="64397"/>
                  </a:lnTo>
                  <a:lnTo>
                    <a:pt x="46608" y="65322"/>
                  </a:lnTo>
                  <a:lnTo>
                    <a:pt x="46613" y="65662"/>
                  </a:lnTo>
                  <a:lnTo>
                    <a:pt x="46629" y="66647"/>
                  </a:lnTo>
                  <a:lnTo>
                    <a:pt x="46129" y="69245"/>
                  </a:lnTo>
                  <a:lnTo>
                    <a:pt x="46058" y="69613"/>
                  </a:lnTo>
                  <a:lnTo>
                    <a:pt x="45969" y="70080"/>
                  </a:lnTo>
                  <a:lnTo>
                    <a:pt x="45797" y="71157"/>
                  </a:lnTo>
                  <a:lnTo>
                    <a:pt x="45719" y="71651"/>
                  </a:lnTo>
                  <a:lnTo>
                    <a:pt x="44896" y="76826"/>
                  </a:lnTo>
                  <a:lnTo>
                    <a:pt x="44937" y="80707"/>
                  </a:lnTo>
                  <a:lnTo>
                    <a:pt x="44940" y="80959"/>
                  </a:lnTo>
                  <a:lnTo>
                    <a:pt x="44945" y="81454"/>
                  </a:lnTo>
                  <a:lnTo>
                    <a:pt x="44951" y="81967"/>
                  </a:lnTo>
                  <a:lnTo>
                    <a:pt x="44961" y="83644"/>
                  </a:lnTo>
                  <a:lnTo>
                    <a:pt x="45966" y="86386"/>
                  </a:lnTo>
                  <a:lnTo>
                    <a:pt x="45693" y="86341"/>
                  </a:lnTo>
                  <a:lnTo>
                    <a:pt x="45068" y="86237"/>
                  </a:lnTo>
                  <a:lnTo>
                    <a:pt x="44643" y="86167"/>
                  </a:lnTo>
                  <a:lnTo>
                    <a:pt x="43968" y="86055"/>
                  </a:lnTo>
                  <a:lnTo>
                    <a:pt x="42883" y="85874"/>
                  </a:lnTo>
                  <a:lnTo>
                    <a:pt x="42520" y="85814"/>
                  </a:lnTo>
                  <a:lnTo>
                    <a:pt x="42104" y="85745"/>
                  </a:lnTo>
                  <a:lnTo>
                    <a:pt x="41397" y="85628"/>
                  </a:lnTo>
                  <a:lnTo>
                    <a:pt x="40179" y="85425"/>
                  </a:lnTo>
                  <a:lnTo>
                    <a:pt x="39663" y="85340"/>
                  </a:lnTo>
                  <a:lnTo>
                    <a:pt x="39412" y="85232"/>
                  </a:lnTo>
                  <a:lnTo>
                    <a:pt x="39437" y="85003"/>
                  </a:lnTo>
                  <a:lnTo>
                    <a:pt x="39455" y="84827"/>
                  </a:lnTo>
                  <a:lnTo>
                    <a:pt x="39472" y="84670"/>
                  </a:lnTo>
                  <a:lnTo>
                    <a:pt x="39501" y="84398"/>
                  </a:lnTo>
                  <a:lnTo>
                    <a:pt x="39549" y="83947"/>
                  </a:lnTo>
                  <a:lnTo>
                    <a:pt x="39564" y="83805"/>
                  </a:lnTo>
                  <a:lnTo>
                    <a:pt x="39594" y="83517"/>
                  </a:lnTo>
                  <a:lnTo>
                    <a:pt x="39627" y="83211"/>
                  </a:lnTo>
                  <a:lnTo>
                    <a:pt x="39655" y="82947"/>
                  </a:lnTo>
                  <a:lnTo>
                    <a:pt x="39668" y="82818"/>
                  </a:lnTo>
                  <a:lnTo>
                    <a:pt x="39692" y="82597"/>
                  </a:lnTo>
                  <a:lnTo>
                    <a:pt x="39723" y="82305"/>
                  </a:lnTo>
                  <a:lnTo>
                    <a:pt x="39760" y="82168"/>
                  </a:lnTo>
                  <a:lnTo>
                    <a:pt x="39804" y="82003"/>
                  </a:lnTo>
                  <a:lnTo>
                    <a:pt x="39845" y="81847"/>
                  </a:lnTo>
                  <a:lnTo>
                    <a:pt x="39781" y="81163"/>
                  </a:lnTo>
                  <a:lnTo>
                    <a:pt x="38475" y="80991"/>
                  </a:lnTo>
                  <a:lnTo>
                    <a:pt x="38193" y="80953"/>
                  </a:lnTo>
                  <a:lnTo>
                    <a:pt x="37867" y="80910"/>
                  </a:lnTo>
                  <a:lnTo>
                    <a:pt x="37035" y="80800"/>
                  </a:lnTo>
                  <a:lnTo>
                    <a:pt x="36480" y="80683"/>
                  </a:lnTo>
                  <a:lnTo>
                    <a:pt x="36153" y="80614"/>
                  </a:lnTo>
                  <a:lnTo>
                    <a:pt x="35908" y="80563"/>
                  </a:lnTo>
                  <a:lnTo>
                    <a:pt x="35560" y="80481"/>
                  </a:lnTo>
                  <a:lnTo>
                    <a:pt x="35274" y="80402"/>
                  </a:lnTo>
                  <a:lnTo>
                    <a:pt x="33916" y="80023"/>
                  </a:lnTo>
                  <a:lnTo>
                    <a:pt x="33524" y="79913"/>
                  </a:lnTo>
                  <a:lnTo>
                    <a:pt x="33061" y="79793"/>
                  </a:lnTo>
                  <a:lnTo>
                    <a:pt x="32922" y="79765"/>
                  </a:lnTo>
                  <a:lnTo>
                    <a:pt x="32401" y="79659"/>
                  </a:lnTo>
                  <a:lnTo>
                    <a:pt x="32075" y="79592"/>
                  </a:lnTo>
                  <a:lnTo>
                    <a:pt x="31836" y="79544"/>
                  </a:lnTo>
                  <a:lnTo>
                    <a:pt x="31525" y="79481"/>
                  </a:lnTo>
                  <a:lnTo>
                    <a:pt x="30909" y="79356"/>
                  </a:lnTo>
                  <a:lnTo>
                    <a:pt x="30030" y="79177"/>
                  </a:lnTo>
                  <a:lnTo>
                    <a:pt x="29748" y="79119"/>
                  </a:lnTo>
                  <a:lnTo>
                    <a:pt x="29427" y="79054"/>
                  </a:lnTo>
                  <a:lnTo>
                    <a:pt x="29116" y="78991"/>
                  </a:lnTo>
                  <a:lnTo>
                    <a:pt x="28914" y="78950"/>
                  </a:lnTo>
                  <a:lnTo>
                    <a:pt x="28771" y="78921"/>
                  </a:lnTo>
                  <a:lnTo>
                    <a:pt x="28128" y="78790"/>
                  </a:lnTo>
                  <a:lnTo>
                    <a:pt x="27874" y="78738"/>
                  </a:lnTo>
                  <a:lnTo>
                    <a:pt x="27707" y="78723"/>
                  </a:lnTo>
                  <a:lnTo>
                    <a:pt x="27628" y="79040"/>
                  </a:lnTo>
                  <a:lnTo>
                    <a:pt x="27545" y="79375"/>
                  </a:lnTo>
                  <a:lnTo>
                    <a:pt x="27501" y="79551"/>
                  </a:lnTo>
                  <a:lnTo>
                    <a:pt x="27420" y="79875"/>
                  </a:lnTo>
                  <a:lnTo>
                    <a:pt x="27344" y="80182"/>
                  </a:lnTo>
                  <a:lnTo>
                    <a:pt x="27197" y="80737"/>
                  </a:lnTo>
                  <a:lnTo>
                    <a:pt x="27140" y="80967"/>
                  </a:lnTo>
                  <a:lnTo>
                    <a:pt x="27077" y="81242"/>
                  </a:lnTo>
                  <a:lnTo>
                    <a:pt x="27048" y="81372"/>
                  </a:lnTo>
                  <a:lnTo>
                    <a:pt x="25840" y="81120"/>
                  </a:lnTo>
                  <a:lnTo>
                    <a:pt x="25325" y="81013"/>
                  </a:lnTo>
                  <a:lnTo>
                    <a:pt x="24015" y="80739"/>
                  </a:lnTo>
                  <a:lnTo>
                    <a:pt x="23662" y="80665"/>
                  </a:lnTo>
                  <a:lnTo>
                    <a:pt x="23286" y="80587"/>
                  </a:lnTo>
                  <a:lnTo>
                    <a:pt x="21839" y="80285"/>
                  </a:lnTo>
                  <a:lnTo>
                    <a:pt x="21440" y="80201"/>
                  </a:lnTo>
                  <a:lnTo>
                    <a:pt x="21253" y="80163"/>
                  </a:lnTo>
                  <a:lnTo>
                    <a:pt x="21062" y="80123"/>
                  </a:lnTo>
                  <a:lnTo>
                    <a:pt x="19901" y="79892"/>
                  </a:lnTo>
                  <a:lnTo>
                    <a:pt x="19689" y="79851"/>
                  </a:lnTo>
                  <a:lnTo>
                    <a:pt x="19349" y="79785"/>
                  </a:lnTo>
                  <a:lnTo>
                    <a:pt x="19089" y="79734"/>
                  </a:lnTo>
                  <a:lnTo>
                    <a:pt x="18883" y="79694"/>
                  </a:lnTo>
                  <a:lnTo>
                    <a:pt x="18601" y="79639"/>
                  </a:lnTo>
                  <a:lnTo>
                    <a:pt x="18299" y="79580"/>
                  </a:lnTo>
                  <a:lnTo>
                    <a:pt x="18172" y="79556"/>
                  </a:lnTo>
                  <a:lnTo>
                    <a:pt x="17875" y="79497"/>
                  </a:lnTo>
                  <a:lnTo>
                    <a:pt x="17630" y="79446"/>
                  </a:lnTo>
                  <a:lnTo>
                    <a:pt x="17453" y="79408"/>
                  </a:lnTo>
                  <a:lnTo>
                    <a:pt x="17189" y="79353"/>
                  </a:lnTo>
                  <a:lnTo>
                    <a:pt x="17038" y="79321"/>
                  </a:lnTo>
                  <a:lnTo>
                    <a:pt x="16642" y="79237"/>
                  </a:lnTo>
                  <a:lnTo>
                    <a:pt x="15373" y="78970"/>
                  </a:lnTo>
                  <a:lnTo>
                    <a:pt x="15069" y="78906"/>
                  </a:lnTo>
                  <a:lnTo>
                    <a:pt x="14842" y="78858"/>
                  </a:lnTo>
                  <a:lnTo>
                    <a:pt x="14450" y="78775"/>
                  </a:lnTo>
                  <a:lnTo>
                    <a:pt x="13785" y="78635"/>
                  </a:lnTo>
                  <a:lnTo>
                    <a:pt x="13085" y="78488"/>
                  </a:lnTo>
                  <a:lnTo>
                    <a:pt x="12722" y="78411"/>
                  </a:lnTo>
                  <a:lnTo>
                    <a:pt x="11976" y="78254"/>
                  </a:lnTo>
                  <a:lnTo>
                    <a:pt x="11820" y="78221"/>
                  </a:lnTo>
                  <a:lnTo>
                    <a:pt x="11597" y="78173"/>
                  </a:lnTo>
                  <a:lnTo>
                    <a:pt x="11385" y="78128"/>
                  </a:lnTo>
                  <a:lnTo>
                    <a:pt x="10949" y="78035"/>
                  </a:lnTo>
                  <a:lnTo>
                    <a:pt x="10570" y="77955"/>
                  </a:lnTo>
                  <a:lnTo>
                    <a:pt x="10049" y="77844"/>
                  </a:lnTo>
                  <a:lnTo>
                    <a:pt x="9857" y="77803"/>
                  </a:lnTo>
                  <a:lnTo>
                    <a:pt x="9574" y="77742"/>
                  </a:lnTo>
                  <a:lnTo>
                    <a:pt x="9309" y="77686"/>
                  </a:lnTo>
                  <a:lnTo>
                    <a:pt x="8799" y="77577"/>
                  </a:lnTo>
                  <a:lnTo>
                    <a:pt x="8360" y="77484"/>
                  </a:lnTo>
                  <a:lnTo>
                    <a:pt x="8151" y="77439"/>
                  </a:lnTo>
                  <a:lnTo>
                    <a:pt x="7497" y="77300"/>
                  </a:lnTo>
                  <a:lnTo>
                    <a:pt x="6631" y="77116"/>
                  </a:lnTo>
                  <a:lnTo>
                    <a:pt x="6128" y="77009"/>
                  </a:lnTo>
                  <a:lnTo>
                    <a:pt x="5618" y="76900"/>
                  </a:lnTo>
                  <a:lnTo>
                    <a:pt x="5084" y="76786"/>
                  </a:lnTo>
                  <a:lnTo>
                    <a:pt x="4771" y="76720"/>
                  </a:lnTo>
                  <a:lnTo>
                    <a:pt x="4267" y="76612"/>
                  </a:lnTo>
                  <a:lnTo>
                    <a:pt x="3973" y="76550"/>
                  </a:lnTo>
                  <a:lnTo>
                    <a:pt x="3757" y="76504"/>
                  </a:lnTo>
                  <a:lnTo>
                    <a:pt x="3249" y="76395"/>
                  </a:lnTo>
                  <a:lnTo>
                    <a:pt x="3059" y="76355"/>
                  </a:lnTo>
                  <a:lnTo>
                    <a:pt x="2711" y="76281"/>
                  </a:lnTo>
                  <a:lnTo>
                    <a:pt x="2336" y="76201"/>
                  </a:lnTo>
                  <a:lnTo>
                    <a:pt x="2020" y="76134"/>
                  </a:lnTo>
                  <a:lnTo>
                    <a:pt x="1821" y="76091"/>
                  </a:lnTo>
                  <a:lnTo>
                    <a:pt x="1406" y="76003"/>
                  </a:lnTo>
                  <a:lnTo>
                    <a:pt x="0" y="75261"/>
                  </a:lnTo>
                  <a:lnTo>
                    <a:pt x="91" y="74832"/>
                  </a:lnTo>
                  <a:lnTo>
                    <a:pt x="147" y="74566"/>
                  </a:lnTo>
                  <a:lnTo>
                    <a:pt x="197" y="74332"/>
                  </a:lnTo>
                  <a:lnTo>
                    <a:pt x="248" y="74096"/>
                  </a:lnTo>
                  <a:lnTo>
                    <a:pt x="316" y="73773"/>
                  </a:lnTo>
                  <a:lnTo>
                    <a:pt x="398" y="73388"/>
                  </a:lnTo>
                  <a:lnTo>
                    <a:pt x="432" y="73228"/>
                  </a:lnTo>
                  <a:lnTo>
                    <a:pt x="503" y="72893"/>
                  </a:lnTo>
                  <a:lnTo>
                    <a:pt x="592" y="72476"/>
                  </a:lnTo>
                  <a:lnTo>
                    <a:pt x="621" y="72342"/>
                  </a:lnTo>
                  <a:lnTo>
                    <a:pt x="665" y="72132"/>
                  </a:lnTo>
                  <a:lnTo>
                    <a:pt x="757" y="71704"/>
                  </a:lnTo>
                  <a:lnTo>
                    <a:pt x="808" y="71461"/>
                  </a:lnTo>
                  <a:lnTo>
                    <a:pt x="875" y="71147"/>
                  </a:lnTo>
                  <a:lnTo>
                    <a:pt x="952" y="70786"/>
                  </a:lnTo>
                  <a:lnTo>
                    <a:pt x="1071" y="70226"/>
                  </a:lnTo>
                  <a:lnTo>
                    <a:pt x="1124" y="69976"/>
                  </a:lnTo>
                  <a:lnTo>
                    <a:pt x="1207" y="69589"/>
                  </a:lnTo>
                  <a:lnTo>
                    <a:pt x="1284" y="69196"/>
                  </a:lnTo>
                  <a:lnTo>
                    <a:pt x="1340" y="68915"/>
                  </a:lnTo>
                  <a:lnTo>
                    <a:pt x="1437" y="68421"/>
                  </a:lnTo>
                  <a:lnTo>
                    <a:pt x="1497" y="68118"/>
                  </a:lnTo>
                  <a:lnTo>
                    <a:pt x="1563" y="67784"/>
                  </a:lnTo>
                  <a:lnTo>
                    <a:pt x="1690" y="67145"/>
                  </a:lnTo>
                  <a:lnTo>
                    <a:pt x="1727" y="66955"/>
                  </a:lnTo>
                  <a:lnTo>
                    <a:pt x="1898" y="66091"/>
                  </a:lnTo>
                  <a:lnTo>
                    <a:pt x="2051" y="65316"/>
                  </a:lnTo>
                  <a:lnTo>
                    <a:pt x="2093" y="65105"/>
                  </a:lnTo>
                  <a:lnTo>
                    <a:pt x="2132" y="64906"/>
                  </a:lnTo>
                  <a:lnTo>
                    <a:pt x="2463" y="63215"/>
                  </a:lnTo>
                  <a:lnTo>
                    <a:pt x="2710" y="62151"/>
                  </a:lnTo>
                  <a:lnTo>
                    <a:pt x="2980" y="60988"/>
                  </a:lnTo>
                  <a:lnTo>
                    <a:pt x="3207" y="60010"/>
                  </a:lnTo>
                  <a:lnTo>
                    <a:pt x="3424" y="59076"/>
                  </a:lnTo>
                  <a:lnTo>
                    <a:pt x="3641" y="58144"/>
                  </a:lnTo>
                  <a:lnTo>
                    <a:pt x="3810" y="57414"/>
                  </a:lnTo>
                  <a:lnTo>
                    <a:pt x="3920" y="56942"/>
                  </a:lnTo>
                  <a:lnTo>
                    <a:pt x="3986" y="56658"/>
                  </a:lnTo>
                  <a:lnTo>
                    <a:pt x="4106" y="56141"/>
                  </a:lnTo>
                  <a:lnTo>
                    <a:pt x="4141" y="55988"/>
                  </a:lnTo>
                  <a:lnTo>
                    <a:pt x="4252" y="55512"/>
                  </a:lnTo>
                  <a:lnTo>
                    <a:pt x="4360" y="55045"/>
                  </a:lnTo>
                  <a:lnTo>
                    <a:pt x="4422" y="54779"/>
                  </a:lnTo>
                  <a:lnTo>
                    <a:pt x="4457" y="54628"/>
                  </a:lnTo>
                  <a:lnTo>
                    <a:pt x="4543" y="54260"/>
                  </a:lnTo>
                  <a:lnTo>
                    <a:pt x="4735" y="53431"/>
                  </a:lnTo>
                  <a:lnTo>
                    <a:pt x="5001" y="52284"/>
                  </a:lnTo>
                  <a:lnTo>
                    <a:pt x="5046" y="52046"/>
                  </a:lnTo>
                  <a:lnTo>
                    <a:pt x="5106" y="51730"/>
                  </a:lnTo>
                  <a:lnTo>
                    <a:pt x="5165" y="51415"/>
                  </a:lnTo>
                  <a:lnTo>
                    <a:pt x="5224" y="51101"/>
                  </a:lnTo>
                  <a:lnTo>
                    <a:pt x="5251" y="50959"/>
                  </a:lnTo>
                  <a:lnTo>
                    <a:pt x="5302" y="50688"/>
                  </a:lnTo>
                  <a:lnTo>
                    <a:pt x="5380" y="50278"/>
                  </a:lnTo>
                  <a:lnTo>
                    <a:pt x="5431" y="50005"/>
                  </a:lnTo>
                  <a:lnTo>
                    <a:pt x="5477" y="49761"/>
                  </a:lnTo>
                  <a:lnTo>
                    <a:pt x="5524" y="49510"/>
                  </a:lnTo>
                  <a:lnTo>
                    <a:pt x="5559" y="49325"/>
                  </a:lnTo>
                  <a:lnTo>
                    <a:pt x="5682" y="48675"/>
                  </a:lnTo>
                  <a:lnTo>
                    <a:pt x="5763" y="48244"/>
                  </a:lnTo>
                  <a:lnTo>
                    <a:pt x="6089" y="46516"/>
                  </a:lnTo>
                  <a:lnTo>
                    <a:pt x="6147" y="46211"/>
                  </a:lnTo>
                  <a:lnTo>
                    <a:pt x="6517" y="44308"/>
                  </a:lnTo>
                  <a:lnTo>
                    <a:pt x="5976" y="42036"/>
                  </a:lnTo>
                  <a:lnTo>
                    <a:pt x="7640" y="38551"/>
                  </a:lnTo>
                  <a:lnTo>
                    <a:pt x="9632" y="34380"/>
                  </a:lnTo>
                  <a:lnTo>
                    <a:pt x="11486" y="30174"/>
                  </a:lnTo>
                  <a:lnTo>
                    <a:pt x="11761" y="29739"/>
                  </a:lnTo>
                  <a:lnTo>
                    <a:pt x="12710" y="28236"/>
                  </a:lnTo>
                  <a:lnTo>
                    <a:pt x="12938" y="27874"/>
                  </a:lnTo>
                  <a:lnTo>
                    <a:pt x="13329" y="27256"/>
                  </a:lnTo>
                  <a:lnTo>
                    <a:pt x="13490" y="27000"/>
                  </a:lnTo>
                  <a:lnTo>
                    <a:pt x="13659" y="26734"/>
                  </a:lnTo>
                  <a:lnTo>
                    <a:pt x="13755" y="26583"/>
                  </a:lnTo>
                  <a:lnTo>
                    <a:pt x="13836" y="26454"/>
                  </a:lnTo>
                  <a:lnTo>
                    <a:pt x="14674" y="25133"/>
                  </a:lnTo>
                  <a:lnTo>
                    <a:pt x="14816" y="24908"/>
                  </a:lnTo>
                  <a:lnTo>
                    <a:pt x="15400" y="24146"/>
                  </a:lnTo>
                  <a:lnTo>
                    <a:pt x="16412" y="22823"/>
                  </a:lnTo>
                  <a:lnTo>
                    <a:pt x="16997" y="22055"/>
                  </a:lnTo>
                  <a:lnTo>
                    <a:pt x="17263" y="21654"/>
                  </a:lnTo>
                  <a:lnTo>
                    <a:pt x="17742" y="20931"/>
                  </a:lnTo>
                  <a:lnTo>
                    <a:pt x="17862" y="20750"/>
                  </a:lnTo>
                  <a:lnTo>
                    <a:pt x="18057" y="20411"/>
                  </a:lnTo>
                  <a:lnTo>
                    <a:pt x="18214" y="20139"/>
                  </a:lnTo>
                  <a:lnTo>
                    <a:pt x="18630" y="19418"/>
                  </a:lnTo>
                  <a:lnTo>
                    <a:pt x="18768" y="19179"/>
                  </a:lnTo>
                  <a:lnTo>
                    <a:pt x="18873" y="18783"/>
                  </a:lnTo>
                  <a:lnTo>
                    <a:pt x="18927" y="18541"/>
                  </a:lnTo>
                  <a:lnTo>
                    <a:pt x="19099" y="17764"/>
                  </a:lnTo>
                  <a:lnTo>
                    <a:pt x="19350" y="16629"/>
                  </a:lnTo>
                  <a:lnTo>
                    <a:pt x="19376" y="16332"/>
                  </a:lnTo>
                  <a:lnTo>
                    <a:pt x="19411" y="15936"/>
                  </a:lnTo>
                  <a:lnTo>
                    <a:pt x="19272" y="14435"/>
                  </a:lnTo>
                  <a:lnTo>
                    <a:pt x="19179" y="14127"/>
                  </a:lnTo>
                  <a:lnTo>
                    <a:pt x="19129" y="13963"/>
                  </a:lnTo>
                  <a:lnTo>
                    <a:pt x="19085" y="13818"/>
                  </a:lnTo>
                  <a:lnTo>
                    <a:pt x="19027" y="13623"/>
                  </a:lnTo>
                  <a:lnTo>
                    <a:pt x="19027" y="13244"/>
                  </a:lnTo>
                  <a:lnTo>
                    <a:pt x="19027" y="12793"/>
                  </a:lnTo>
                  <a:lnTo>
                    <a:pt x="19081" y="12209"/>
                  </a:lnTo>
                  <a:lnTo>
                    <a:pt x="19279" y="11550"/>
                  </a:lnTo>
                  <a:lnTo>
                    <a:pt x="19337" y="11357"/>
                  </a:lnTo>
                  <a:lnTo>
                    <a:pt x="19397" y="11159"/>
                  </a:lnTo>
                  <a:lnTo>
                    <a:pt x="19513" y="10772"/>
                  </a:lnTo>
                  <a:lnTo>
                    <a:pt x="19562" y="10610"/>
                  </a:lnTo>
                  <a:lnTo>
                    <a:pt x="19743" y="10149"/>
                  </a:lnTo>
                  <a:lnTo>
                    <a:pt x="19867" y="9900"/>
                  </a:lnTo>
                  <a:lnTo>
                    <a:pt x="19946" y="9738"/>
                  </a:lnTo>
                  <a:lnTo>
                    <a:pt x="20043" y="9544"/>
                  </a:lnTo>
                  <a:lnTo>
                    <a:pt x="20140" y="9348"/>
                  </a:lnTo>
                  <a:lnTo>
                    <a:pt x="20274" y="9076"/>
                  </a:lnTo>
                  <a:lnTo>
                    <a:pt x="20491" y="8638"/>
                  </a:lnTo>
                  <a:lnTo>
                    <a:pt x="20566" y="8488"/>
                  </a:lnTo>
                  <a:lnTo>
                    <a:pt x="20904" y="8087"/>
                  </a:lnTo>
                  <a:lnTo>
                    <a:pt x="21411" y="7484"/>
                  </a:lnTo>
                  <a:lnTo>
                    <a:pt x="21945" y="6849"/>
                  </a:lnTo>
                  <a:lnTo>
                    <a:pt x="22136" y="6623"/>
                  </a:lnTo>
                  <a:lnTo>
                    <a:pt x="22283" y="6448"/>
                  </a:lnTo>
                  <a:lnTo>
                    <a:pt x="22736" y="6007"/>
                  </a:lnTo>
                  <a:lnTo>
                    <a:pt x="23513" y="5337"/>
                  </a:lnTo>
                  <a:lnTo>
                    <a:pt x="23728" y="5151"/>
                  </a:lnTo>
                  <a:lnTo>
                    <a:pt x="25501" y="3624"/>
                  </a:lnTo>
                  <a:lnTo>
                    <a:pt x="26059" y="3144"/>
                  </a:lnTo>
                  <a:lnTo>
                    <a:pt x="26377" y="2870"/>
                  </a:lnTo>
                  <a:lnTo>
                    <a:pt x="26773" y="2528"/>
                  </a:lnTo>
                  <a:lnTo>
                    <a:pt x="27028" y="2308"/>
                  </a:lnTo>
                  <a:lnTo>
                    <a:pt x="27238" y="2062"/>
                  </a:lnTo>
                  <a:lnTo>
                    <a:pt x="27805" y="1398"/>
                  </a:lnTo>
                  <a:lnTo>
                    <a:pt x="27962" y="1214"/>
                  </a:lnTo>
                  <a:lnTo>
                    <a:pt x="28189" y="948"/>
                  </a:lnTo>
                  <a:lnTo>
                    <a:pt x="28322" y="79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4" name="pg433"/>
            <p:cNvSpPr/>
            <p:nvPr/>
          </p:nvSpPr>
          <p:spPr>
            <a:xfrm>
              <a:off x="4461883" y="5257806"/>
              <a:ext cx="63333" cy="58601"/>
            </a:xfrm>
            <a:custGeom>
              <a:avLst/>
              <a:pathLst>
                <a:path w="63333" h="58601">
                  <a:moveTo>
                    <a:pt x="47051" y="3415"/>
                  </a:moveTo>
                  <a:lnTo>
                    <a:pt x="45370" y="7887"/>
                  </a:lnTo>
                  <a:lnTo>
                    <a:pt x="45936" y="7924"/>
                  </a:lnTo>
                  <a:lnTo>
                    <a:pt x="46436" y="7957"/>
                  </a:lnTo>
                  <a:lnTo>
                    <a:pt x="46862" y="7984"/>
                  </a:lnTo>
                  <a:lnTo>
                    <a:pt x="47013" y="7994"/>
                  </a:lnTo>
                  <a:lnTo>
                    <a:pt x="47610" y="8033"/>
                  </a:lnTo>
                  <a:lnTo>
                    <a:pt x="48133" y="8067"/>
                  </a:lnTo>
                  <a:lnTo>
                    <a:pt x="48269" y="8076"/>
                  </a:lnTo>
                  <a:lnTo>
                    <a:pt x="48742" y="8106"/>
                  </a:lnTo>
                  <a:lnTo>
                    <a:pt x="49099" y="8130"/>
                  </a:lnTo>
                  <a:lnTo>
                    <a:pt x="49528" y="8336"/>
                  </a:lnTo>
                  <a:lnTo>
                    <a:pt x="50001" y="8563"/>
                  </a:lnTo>
                  <a:lnTo>
                    <a:pt x="50152" y="8635"/>
                  </a:lnTo>
                  <a:lnTo>
                    <a:pt x="50495" y="8873"/>
                  </a:lnTo>
                  <a:lnTo>
                    <a:pt x="52835" y="10499"/>
                  </a:lnTo>
                  <a:lnTo>
                    <a:pt x="54316" y="11528"/>
                  </a:lnTo>
                  <a:lnTo>
                    <a:pt x="54298" y="11888"/>
                  </a:lnTo>
                  <a:lnTo>
                    <a:pt x="54250" y="12893"/>
                  </a:lnTo>
                  <a:lnTo>
                    <a:pt x="54187" y="14190"/>
                  </a:lnTo>
                  <a:lnTo>
                    <a:pt x="54586" y="14335"/>
                  </a:lnTo>
                  <a:lnTo>
                    <a:pt x="54597" y="14610"/>
                  </a:lnTo>
                  <a:lnTo>
                    <a:pt x="54605" y="14814"/>
                  </a:lnTo>
                  <a:lnTo>
                    <a:pt x="54833" y="18079"/>
                  </a:lnTo>
                  <a:lnTo>
                    <a:pt x="55069" y="18399"/>
                  </a:lnTo>
                  <a:lnTo>
                    <a:pt x="55315" y="19169"/>
                  </a:lnTo>
                  <a:lnTo>
                    <a:pt x="55707" y="20554"/>
                  </a:lnTo>
                  <a:lnTo>
                    <a:pt x="55770" y="20777"/>
                  </a:lnTo>
                  <a:lnTo>
                    <a:pt x="56082" y="22360"/>
                  </a:lnTo>
                  <a:lnTo>
                    <a:pt x="56340" y="23670"/>
                  </a:lnTo>
                  <a:lnTo>
                    <a:pt x="56914" y="27266"/>
                  </a:lnTo>
                  <a:lnTo>
                    <a:pt x="55343" y="27235"/>
                  </a:lnTo>
                  <a:lnTo>
                    <a:pt x="54743" y="27223"/>
                  </a:lnTo>
                  <a:lnTo>
                    <a:pt x="54564" y="27155"/>
                  </a:lnTo>
                  <a:lnTo>
                    <a:pt x="53494" y="26655"/>
                  </a:lnTo>
                  <a:lnTo>
                    <a:pt x="53011" y="26149"/>
                  </a:lnTo>
                  <a:lnTo>
                    <a:pt x="52845" y="25975"/>
                  </a:lnTo>
                  <a:lnTo>
                    <a:pt x="52565" y="25683"/>
                  </a:lnTo>
                  <a:lnTo>
                    <a:pt x="51778" y="25396"/>
                  </a:lnTo>
                  <a:lnTo>
                    <a:pt x="50975" y="25255"/>
                  </a:lnTo>
                  <a:lnTo>
                    <a:pt x="50762" y="28193"/>
                  </a:lnTo>
                  <a:lnTo>
                    <a:pt x="50531" y="28332"/>
                  </a:lnTo>
                  <a:lnTo>
                    <a:pt x="48392" y="28666"/>
                  </a:lnTo>
                  <a:lnTo>
                    <a:pt x="48152" y="28751"/>
                  </a:lnTo>
                  <a:lnTo>
                    <a:pt x="49412" y="30481"/>
                  </a:lnTo>
                  <a:lnTo>
                    <a:pt x="50006" y="31837"/>
                  </a:lnTo>
                  <a:lnTo>
                    <a:pt x="49865" y="32284"/>
                  </a:lnTo>
                  <a:lnTo>
                    <a:pt x="49458" y="33621"/>
                  </a:lnTo>
                  <a:lnTo>
                    <a:pt x="49510" y="34032"/>
                  </a:lnTo>
                  <a:lnTo>
                    <a:pt x="49529" y="34185"/>
                  </a:lnTo>
                  <a:lnTo>
                    <a:pt x="49953" y="35043"/>
                  </a:lnTo>
                  <a:lnTo>
                    <a:pt x="50310" y="36127"/>
                  </a:lnTo>
                  <a:lnTo>
                    <a:pt x="51617" y="38327"/>
                  </a:lnTo>
                  <a:lnTo>
                    <a:pt x="52561" y="39654"/>
                  </a:lnTo>
                  <a:lnTo>
                    <a:pt x="52706" y="39858"/>
                  </a:lnTo>
                  <a:lnTo>
                    <a:pt x="53030" y="40313"/>
                  </a:lnTo>
                  <a:lnTo>
                    <a:pt x="53418" y="40774"/>
                  </a:lnTo>
                  <a:lnTo>
                    <a:pt x="53781" y="41205"/>
                  </a:lnTo>
                  <a:lnTo>
                    <a:pt x="54333" y="42154"/>
                  </a:lnTo>
                  <a:lnTo>
                    <a:pt x="55409" y="44001"/>
                  </a:lnTo>
                  <a:lnTo>
                    <a:pt x="55636" y="44395"/>
                  </a:lnTo>
                  <a:lnTo>
                    <a:pt x="56155" y="45296"/>
                  </a:lnTo>
                  <a:lnTo>
                    <a:pt x="56375" y="45679"/>
                  </a:lnTo>
                  <a:lnTo>
                    <a:pt x="57432" y="47516"/>
                  </a:lnTo>
                  <a:lnTo>
                    <a:pt x="57871" y="47539"/>
                  </a:lnTo>
                  <a:lnTo>
                    <a:pt x="58050" y="47549"/>
                  </a:lnTo>
                  <a:lnTo>
                    <a:pt x="58497" y="47573"/>
                  </a:lnTo>
                  <a:lnTo>
                    <a:pt x="58736" y="48031"/>
                  </a:lnTo>
                  <a:lnTo>
                    <a:pt x="59248" y="49467"/>
                  </a:lnTo>
                  <a:lnTo>
                    <a:pt x="59402" y="49897"/>
                  </a:lnTo>
                  <a:lnTo>
                    <a:pt x="60230" y="52221"/>
                  </a:lnTo>
                  <a:lnTo>
                    <a:pt x="60989" y="53284"/>
                  </a:lnTo>
                  <a:lnTo>
                    <a:pt x="61308" y="53732"/>
                  </a:lnTo>
                  <a:lnTo>
                    <a:pt x="61740" y="54337"/>
                  </a:lnTo>
                  <a:lnTo>
                    <a:pt x="63333" y="56571"/>
                  </a:lnTo>
                  <a:lnTo>
                    <a:pt x="60914" y="57418"/>
                  </a:lnTo>
                  <a:lnTo>
                    <a:pt x="60732" y="57481"/>
                  </a:lnTo>
                  <a:lnTo>
                    <a:pt x="60500" y="57563"/>
                  </a:lnTo>
                  <a:lnTo>
                    <a:pt x="57646" y="58562"/>
                  </a:lnTo>
                  <a:lnTo>
                    <a:pt x="57516" y="58601"/>
                  </a:lnTo>
                  <a:lnTo>
                    <a:pt x="57387" y="58560"/>
                  </a:lnTo>
                  <a:lnTo>
                    <a:pt x="54339" y="57596"/>
                  </a:lnTo>
                  <a:lnTo>
                    <a:pt x="53664" y="57382"/>
                  </a:lnTo>
                  <a:lnTo>
                    <a:pt x="53018" y="57178"/>
                  </a:lnTo>
                  <a:lnTo>
                    <a:pt x="51960" y="56843"/>
                  </a:lnTo>
                  <a:lnTo>
                    <a:pt x="49820" y="56166"/>
                  </a:lnTo>
                  <a:lnTo>
                    <a:pt x="49666" y="56117"/>
                  </a:lnTo>
                  <a:lnTo>
                    <a:pt x="48518" y="55798"/>
                  </a:lnTo>
                  <a:lnTo>
                    <a:pt x="45894" y="55067"/>
                  </a:lnTo>
                  <a:lnTo>
                    <a:pt x="44092" y="54565"/>
                  </a:lnTo>
                  <a:lnTo>
                    <a:pt x="40139" y="53464"/>
                  </a:lnTo>
                  <a:lnTo>
                    <a:pt x="39919" y="53393"/>
                  </a:lnTo>
                  <a:lnTo>
                    <a:pt x="39473" y="53234"/>
                  </a:lnTo>
                  <a:lnTo>
                    <a:pt x="38926" y="53039"/>
                  </a:lnTo>
                  <a:lnTo>
                    <a:pt x="38233" y="52792"/>
                  </a:lnTo>
                  <a:lnTo>
                    <a:pt x="34975" y="51630"/>
                  </a:lnTo>
                  <a:lnTo>
                    <a:pt x="33558" y="50176"/>
                  </a:lnTo>
                  <a:lnTo>
                    <a:pt x="30687" y="47228"/>
                  </a:lnTo>
                  <a:lnTo>
                    <a:pt x="29894" y="46414"/>
                  </a:lnTo>
                  <a:lnTo>
                    <a:pt x="29616" y="46121"/>
                  </a:lnTo>
                  <a:lnTo>
                    <a:pt x="29190" y="45671"/>
                  </a:lnTo>
                  <a:lnTo>
                    <a:pt x="29034" y="45501"/>
                  </a:lnTo>
                  <a:lnTo>
                    <a:pt x="28680" y="45114"/>
                  </a:lnTo>
                  <a:lnTo>
                    <a:pt x="26283" y="42495"/>
                  </a:lnTo>
                  <a:lnTo>
                    <a:pt x="24218" y="40237"/>
                  </a:lnTo>
                  <a:lnTo>
                    <a:pt x="23760" y="39736"/>
                  </a:lnTo>
                  <a:lnTo>
                    <a:pt x="23608" y="39570"/>
                  </a:lnTo>
                  <a:lnTo>
                    <a:pt x="23075" y="38988"/>
                  </a:lnTo>
                  <a:lnTo>
                    <a:pt x="22370" y="38092"/>
                  </a:lnTo>
                  <a:lnTo>
                    <a:pt x="22229" y="37912"/>
                  </a:lnTo>
                  <a:lnTo>
                    <a:pt x="22027" y="37656"/>
                  </a:lnTo>
                  <a:lnTo>
                    <a:pt x="21616" y="37133"/>
                  </a:lnTo>
                  <a:lnTo>
                    <a:pt x="21210" y="37209"/>
                  </a:lnTo>
                  <a:lnTo>
                    <a:pt x="21051" y="37190"/>
                  </a:lnTo>
                  <a:lnTo>
                    <a:pt x="19990" y="37061"/>
                  </a:lnTo>
                  <a:lnTo>
                    <a:pt x="19479" y="36999"/>
                  </a:lnTo>
                  <a:lnTo>
                    <a:pt x="19248" y="36971"/>
                  </a:lnTo>
                  <a:lnTo>
                    <a:pt x="18476" y="36877"/>
                  </a:lnTo>
                  <a:lnTo>
                    <a:pt x="16034" y="36581"/>
                  </a:lnTo>
                  <a:lnTo>
                    <a:pt x="15898" y="36564"/>
                  </a:lnTo>
                  <a:lnTo>
                    <a:pt x="13382" y="36259"/>
                  </a:lnTo>
                  <a:lnTo>
                    <a:pt x="13224" y="36240"/>
                  </a:lnTo>
                  <a:lnTo>
                    <a:pt x="12879" y="36207"/>
                  </a:lnTo>
                  <a:lnTo>
                    <a:pt x="6700" y="35722"/>
                  </a:lnTo>
                  <a:lnTo>
                    <a:pt x="3906" y="35503"/>
                  </a:lnTo>
                  <a:lnTo>
                    <a:pt x="3668" y="35484"/>
                  </a:lnTo>
                  <a:lnTo>
                    <a:pt x="1578" y="35281"/>
                  </a:lnTo>
                  <a:lnTo>
                    <a:pt x="0" y="35121"/>
                  </a:lnTo>
                  <a:lnTo>
                    <a:pt x="112" y="34361"/>
                  </a:lnTo>
                  <a:lnTo>
                    <a:pt x="291" y="33156"/>
                  </a:lnTo>
                  <a:lnTo>
                    <a:pt x="490" y="31811"/>
                  </a:lnTo>
                  <a:lnTo>
                    <a:pt x="669" y="30607"/>
                  </a:lnTo>
                  <a:lnTo>
                    <a:pt x="716" y="30288"/>
                  </a:lnTo>
                  <a:lnTo>
                    <a:pt x="900" y="29046"/>
                  </a:lnTo>
                  <a:lnTo>
                    <a:pt x="1018" y="28253"/>
                  </a:lnTo>
                  <a:lnTo>
                    <a:pt x="1220" y="26891"/>
                  </a:lnTo>
                  <a:lnTo>
                    <a:pt x="1349" y="26019"/>
                  </a:lnTo>
                  <a:lnTo>
                    <a:pt x="1593" y="24372"/>
                  </a:lnTo>
                  <a:lnTo>
                    <a:pt x="1775" y="23141"/>
                  </a:lnTo>
                  <a:lnTo>
                    <a:pt x="1976" y="21788"/>
                  </a:lnTo>
                  <a:lnTo>
                    <a:pt x="2078" y="21102"/>
                  </a:lnTo>
                  <a:lnTo>
                    <a:pt x="2179" y="20478"/>
                  </a:lnTo>
                  <a:lnTo>
                    <a:pt x="2200" y="20345"/>
                  </a:lnTo>
                  <a:lnTo>
                    <a:pt x="2245" y="20067"/>
                  </a:lnTo>
                  <a:lnTo>
                    <a:pt x="2318" y="19615"/>
                  </a:lnTo>
                  <a:lnTo>
                    <a:pt x="2540" y="18245"/>
                  </a:lnTo>
                  <a:lnTo>
                    <a:pt x="2669" y="17444"/>
                  </a:lnTo>
                  <a:lnTo>
                    <a:pt x="2697" y="17271"/>
                  </a:lnTo>
                  <a:lnTo>
                    <a:pt x="2904" y="15992"/>
                  </a:lnTo>
                  <a:lnTo>
                    <a:pt x="2945" y="15741"/>
                  </a:lnTo>
                  <a:lnTo>
                    <a:pt x="3054" y="15068"/>
                  </a:lnTo>
                  <a:lnTo>
                    <a:pt x="3140" y="14536"/>
                  </a:lnTo>
                  <a:lnTo>
                    <a:pt x="3194" y="14202"/>
                  </a:lnTo>
                  <a:lnTo>
                    <a:pt x="3389" y="14252"/>
                  </a:lnTo>
                  <a:lnTo>
                    <a:pt x="3732" y="14339"/>
                  </a:lnTo>
                  <a:lnTo>
                    <a:pt x="16633" y="17615"/>
                  </a:lnTo>
                  <a:lnTo>
                    <a:pt x="16999" y="17578"/>
                  </a:lnTo>
                  <a:lnTo>
                    <a:pt x="17397" y="16046"/>
                  </a:lnTo>
                  <a:lnTo>
                    <a:pt x="17827" y="14388"/>
                  </a:lnTo>
                  <a:lnTo>
                    <a:pt x="17869" y="14225"/>
                  </a:lnTo>
                  <a:lnTo>
                    <a:pt x="18115" y="13276"/>
                  </a:lnTo>
                  <a:lnTo>
                    <a:pt x="18153" y="13129"/>
                  </a:lnTo>
                  <a:lnTo>
                    <a:pt x="18422" y="12096"/>
                  </a:lnTo>
                  <a:lnTo>
                    <a:pt x="18521" y="11767"/>
                  </a:lnTo>
                  <a:lnTo>
                    <a:pt x="18638" y="11382"/>
                  </a:lnTo>
                  <a:lnTo>
                    <a:pt x="19053" y="10011"/>
                  </a:lnTo>
                  <a:lnTo>
                    <a:pt x="19119" y="9794"/>
                  </a:lnTo>
                  <a:lnTo>
                    <a:pt x="19258" y="9336"/>
                  </a:lnTo>
                  <a:lnTo>
                    <a:pt x="20211" y="6188"/>
                  </a:lnTo>
                  <a:lnTo>
                    <a:pt x="20283" y="5906"/>
                  </a:lnTo>
                  <a:lnTo>
                    <a:pt x="20346" y="5657"/>
                  </a:lnTo>
                  <a:lnTo>
                    <a:pt x="20402" y="5437"/>
                  </a:lnTo>
                  <a:lnTo>
                    <a:pt x="20442" y="5276"/>
                  </a:lnTo>
                  <a:lnTo>
                    <a:pt x="20664" y="4401"/>
                  </a:lnTo>
                  <a:lnTo>
                    <a:pt x="20964" y="4478"/>
                  </a:lnTo>
                  <a:lnTo>
                    <a:pt x="21170" y="4531"/>
                  </a:lnTo>
                  <a:lnTo>
                    <a:pt x="21545" y="4627"/>
                  </a:lnTo>
                  <a:lnTo>
                    <a:pt x="22145" y="4782"/>
                  </a:lnTo>
                  <a:lnTo>
                    <a:pt x="22327" y="4828"/>
                  </a:lnTo>
                  <a:lnTo>
                    <a:pt x="23611" y="5158"/>
                  </a:lnTo>
                  <a:lnTo>
                    <a:pt x="24059" y="5273"/>
                  </a:lnTo>
                  <a:lnTo>
                    <a:pt x="24269" y="5327"/>
                  </a:lnTo>
                  <a:lnTo>
                    <a:pt x="26066" y="5788"/>
                  </a:lnTo>
                  <a:lnTo>
                    <a:pt x="26478" y="5893"/>
                  </a:lnTo>
                  <a:lnTo>
                    <a:pt x="26865" y="5992"/>
                  </a:lnTo>
                  <a:lnTo>
                    <a:pt x="27040" y="6038"/>
                  </a:lnTo>
                  <a:lnTo>
                    <a:pt x="27829" y="6240"/>
                  </a:lnTo>
                  <a:lnTo>
                    <a:pt x="28478" y="6406"/>
                  </a:lnTo>
                  <a:lnTo>
                    <a:pt x="29779" y="6740"/>
                  </a:lnTo>
                  <a:lnTo>
                    <a:pt x="30041" y="6807"/>
                  </a:lnTo>
                  <a:lnTo>
                    <a:pt x="30235" y="6857"/>
                  </a:lnTo>
                  <a:lnTo>
                    <a:pt x="30472" y="6918"/>
                  </a:lnTo>
                  <a:lnTo>
                    <a:pt x="30921" y="7033"/>
                  </a:lnTo>
                  <a:lnTo>
                    <a:pt x="31124" y="7084"/>
                  </a:lnTo>
                  <a:lnTo>
                    <a:pt x="31320" y="7135"/>
                  </a:lnTo>
                  <a:lnTo>
                    <a:pt x="31502" y="7181"/>
                  </a:lnTo>
                  <a:lnTo>
                    <a:pt x="31942" y="7294"/>
                  </a:lnTo>
                  <a:lnTo>
                    <a:pt x="32403" y="7408"/>
                  </a:lnTo>
                  <a:lnTo>
                    <a:pt x="34117" y="7629"/>
                  </a:lnTo>
                  <a:lnTo>
                    <a:pt x="34365" y="7654"/>
                  </a:lnTo>
                  <a:lnTo>
                    <a:pt x="35897" y="7808"/>
                  </a:lnTo>
                  <a:lnTo>
                    <a:pt x="36104" y="7804"/>
                  </a:lnTo>
                  <a:lnTo>
                    <a:pt x="36277" y="7800"/>
                  </a:lnTo>
                  <a:lnTo>
                    <a:pt x="36455" y="7796"/>
                  </a:lnTo>
                  <a:lnTo>
                    <a:pt x="36727" y="7790"/>
                  </a:lnTo>
                  <a:lnTo>
                    <a:pt x="37003" y="7784"/>
                  </a:lnTo>
                  <a:lnTo>
                    <a:pt x="37552" y="7772"/>
                  </a:lnTo>
                  <a:lnTo>
                    <a:pt x="38250" y="7505"/>
                  </a:lnTo>
                  <a:lnTo>
                    <a:pt x="38904" y="7246"/>
                  </a:lnTo>
                  <a:lnTo>
                    <a:pt x="39288" y="7004"/>
                  </a:lnTo>
                  <a:lnTo>
                    <a:pt x="40430" y="6283"/>
                  </a:lnTo>
                  <a:lnTo>
                    <a:pt x="40623" y="6161"/>
                  </a:lnTo>
                  <a:lnTo>
                    <a:pt x="41132" y="5840"/>
                  </a:lnTo>
                  <a:lnTo>
                    <a:pt x="41699" y="5482"/>
                  </a:lnTo>
                  <a:lnTo>
                    <a:pt x="41839" y="5394"/>
                  </a:lnTo>
                  <a:lnTo>
                    <a:pt x="42540" y="4952"/>
                  </a:lnTo>
                  <a:lnTo>
                    <a:pt x="42959" y="4459"/>
                  </a:lnTo>
                  <a:lnTo>
                    <a:pt x="43076" y="4275"/>
                  </a:lnTo>
                  <a:lnTo>
                    <a:pt x="43277" y="3940"/>
                  </a:lnTo>
                  <a:lnTo>
                    <a:pt x="43587" y="3372"/>
                  </a:lnTo>
                  <a:lnTo>
                    <a:pt x="44277" y="2101"/>
                  </a:lnTo>
                  <a:lnTo>
                    <a:pt x="44469" y="1749"/>
                  </a:lnTo>
                  <a:lnTo>
                    <a:pt x="44554" y="1591"/>
                  </a:lnTo>
                  <a:lnTo>
                    <a:pt x="44801" y="810"/>
                  </a:lnTo>
                  <a:lnTo>
                    <a:pt x="44874" y="452"/>
                  </a:lnTo>
                  <a:lnTo>
                    <a:pt x="44923" y="212"/>
                  </a:lnTo>
                  <a:lnTo>
                    <a:pt x="44997" y="0"/>
                  </a:lnTo>
                  <a:lnTo>
                    <a:pt x="45362" y="349"/>
                  </a:lnTo>
                  <a:lnTo>
                    <a:pt x="45554" y="533"/>
                  </a:lnTo>
                  <a:lnTo>
                    <a:pt x="46046" y="1004"/>
                  </a:lnTo>
                  <a:lnTo>
                    <a:pt x="46173" y="1222"/>
                  </a:lnTo>
                  <a:lnTo>
                    <a:pt x="46410" y="1642"/>
                  </a:lnTo>
                  <a:lnTo>
                    <a:pt x="46626" y="2082"/>
                  </a:lnTo>
                  <a:lnTo>
                    <a:pt x="46928" y="269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5" name="pg434"/>
            <p:cNvSpPr/>
            <p:nvPr/>
          </p:nvSpPr>
          <p:spPr>
            <a:xfrm>
              <a:off x="4406634" y="5208422"/>
              <a:ext cx="100220" cy="103130"/>
            </a:xfrm>
            <a:custGeom>
              <a:avLst/>
              <a:pathLst>
                <a:path w="100220" h="103130">
                  <a:moveTo>
                    <a:pt x="78062" y="40575"/>
                  </a:moveTo>
                  <a:lnTo>
                    <a:pt x="79237" y="40820"/>
                  </a:lnTo>
                  <a:lnTo>
                    <a:pt x="79267" y="40690"/>
                  </a:lnTo>
                  <a:lnTo>
                    <a:pt x="79330" y="40415"/>
                  </a:lnTo>
                  <a:lnTo>
                    <a:pt x="79400" y="40166"/>
                  </a:lnTo>
                  <a:lnTo>
                    <a:pt x="79564" y="39510"/>
                  </a:lnTo>
                  <a:lnTo>
                    <a:pt x="79610" y="39323"/>
                  </a:lnTo>
                  <a:lnTo>
                    <a:pt x="79691" y="38999"/>
                  </a:lnTo>
                  <a:lnTo>
                    <a:pt x="79736" y="38819"/>
                  </a:lnTo>
                  <a:lnTo>
                    <a:pt x="79818" y="38488"/>
                  </a:lnTo>
                  <a:lnTo>
                    <a:pt x="79901" y="38153"/>
                  </a:lnTo>
                  <a:lnTo>
                    <a:pt x="80064" y="38187"/>
                  </a:lnTo>
                  <a:lnTo>
                    <a:pt x="80496" y="38274"/>
                  </a:lnTo>
                  <a:lnTo>
                    <a:pt x="80961" y="38369"/>
                  </a:lnTo>
                  <a:lnTo>
                    <a:pt x="81104" y="38398"/>
                  </a:lnTo>
                  <a:lnTo>
                    <a:pt x="81306" y="38439"/>
                  </a:lnTo>
                  <a:lnTo>
                    <a:pt x="81617" y="38502"/>
                  </a:lnTo>
                  <a:lnTo>
                    <a:pt x="81938" y="38567"/>
                  </a:lnTo>
                  <a:lnTo>
                    <a:pt x="82220" y="38625"/>
                  </a:lnTo>
                  <a:lnTo>
                    <a:pt x="83099" y="38804"/>
                  </a:lnTo>
                  <a:lnTo>
                    <a:pt x="83714" y="38929"/>
                  </a:lnTo>
                  <a:lnTo>
                    <a:pt x="84026" y="38992"/>
                  </a:lnTo>
                  <a:lnTo>
                    <a:pt x="84265" y="39040"/>
                  </a:lnTo>
                  <a:lnTo>
                    <a:pt x="84591" y="39107"/>
                  </a:lnTo>
                  <a:lnTo>
                    <a:pt x="85112" y="39213"/>
                  </a:lnTo>
                  <a:lnTo>
                    <a:pt x="85390" y="39271"/>
                  </a:lnTo>
                  <a:lnTo>
                    <a:pt x="85714" y="39361"/>
                  </a:lnTo>
                  <a:lnTo>
                    <a:pt x="86106" y="39471"/>
                  </a:lnTo>
                  <a:lnTo>
                    <a:pt x="87464" y="39850"/>
                  </a:lnTo>
                  <a:lnTo>
                    <a:pt x="87865" y="39962"/>
                  </a:lnTo>
                  <a:lnTo>
                    <a:pt x="88098" y="40011"/>
                  </a:lnTo>
                  <a:lnTo>
                    <a:pt x="88343" y="40062"/>
                  </a:lnTo>
                  <a:lnTo>
                    <a:pt x="88702" y="40138"/>
                  </a:lnTo>
                  <a:lnTo>
                    <a:pt x="89225" y="40248"/>
                  </a:lnTo>
                  <a:lnTo>
                    <a:pt x="90057" y="40358"/>
                  </a:lnTo>
                  <a:lnTo>
                    <a:pt x="90382" y="40401"/>
                  </a:lnTo>
                  <a:lnTo>
                    <a:pt x="90804" y="40457"/>
                  </a:lnTo>
                  <a:lnTo>
                    <a:pt x="92110" y="41014"/>
                  </a:lnTo>
                  <a:lnTo>
                    <a:pt x="92035" y="41295"/>
                  </a:lnTo>
                  <a:lnTo>
                    <a:pt x="91994" y="41451"/>
                  </a:lnTo>
                  <a:lnTo>
                    <a:pt x="91950" y="41616"/>
                  </a:lnTo>
                  <a:lnTo>
                    <a:pt x="91905" y="41830"/>
                  </a:lnTo>
                  <a:lnTo>
                    <a:pt x="91877" y="42091"/>
                  </a:lnTo>
                  <a:lnTo>
                    <a:pt x="91858" y="42266"/>
                  </a:lnTo>
                  <a:lnTo>
                    <a:pt x="91845" y="42395"/>
                  </a:lnTo>
                  <a:lnTo>
                    <a:pt x="91808" y="42746"/>
                  </a:lnTo>
                  <a:lnTo>
                    <a:pt x="91784" y="42965"/>
                  </a:lnTo>
                  <a:lnTo>
                    <a:pt x="91754" y="43253"/>
                  </a:lnTo>
                  <a:lnTo>
                    <a:pt x="91731" y="43463"/>
                  </a:lnTo>
                  <a:lnTo>
                    <a:pt x="91679" y="43953"/>
                  </a:lnTo>
                  <a:lnTo>
                    <a:pt x="91659" y="44147"/>
                  </a:lnTo>
                  <a:lnTo>
                    <a:pt x="91645" y="44275"/>
                  </a:lnTo>
                  <a:lnTo>
                    <a:pt x="91624" y="44470"/>
                  </a:lnTo>
                  <a:lnTo>
                    <a:pt x="91659" y="44762"/>
                  </a:lnTo>
                  <a:lnTo>
                    <a:pt x="91950" y="44804"/>
                  </a:lnTo>
                  <a:lnTo>
                    <a:pt x="92383" y="44876"/>
                  </a:lnTo>
                  <a:lnTo>
                    <a:pt x="93600" y="45078"/>
                  </a:lnTo>
                  <a:lnTo>
                    <a:pt x="94294" y="45193"/>
                  </a:lnTo>
                  <a:lnTo>
                    <a:pt x="94710" y="45262"/>
                  </a:lnTo>
                  <a:lnTo>
                    <a:pt x="95073" y="45322"/>
                  </a:lnTo>
                  <a:lnTo>
                    <a:pt x="96158" y="45503"/>
                  </a:lnTo>
                  <a:lnTo>
                    <a:pt x="96833" y="45615"/>
                  </a:lnTo>
                  <a:lnTo>
                    <a:pt x="97258" y="45685"/>
                  </a:lnTo>
                  <a:lnTo>
                    <a:pt x="97883" y="45789"/>
                  </a:lnTo>
                  <a:lnTo>
                    <a:pt x="98156" y="45834"/>
                  </a:lnTo>
                  <a:lnTo>
                    <a:pt x="99357" y="47836"/>
                  </a:lnTo>
                  <a:lnTo>
                    <a:pt x="99575" y="48242"/>
                  </a:lnTo>
                  <a:lnTo>
                    <a:pt x="100220" y="49359"/>
                  </a:lnTo>
                  <a:lnTo>
                    <a:pt x="100159" y="49656"/>
                  </a:lnTo>
                  <a:lnTo>
                    <a:pt x="100096" y="49967"/>
                  </a:lnTo>
                  <a:lnTo>
                    <a:pt x="99942" y="50719"/>
                  </a:lnTo>
                  <a:lnTo>
                    <a:pt x="99803" y="50975"/>
                  </a:lnTo>
                  <a:lnTo>
                    <a:pt x="99717" y="51133"/>
                  </a:lnTo>
                  <a:lnTo>
                    <a:pt x="99526" y="51485"/>
                  </a:lnTo>
                  <a:lnTo>
                    <a:pt x="98835" y="52756"/>
                  </a:lnTo>
                  <a:lnTo>
                    <a:pt x="98445" y="53472"/>
                  </a:lnTo>
                  <a:lnTo>
                    <a:pt x="98291" y="53712"/>
                  </a:lnTo>
                  <a:lnTo>
                    <a:pt x="97962" y="54226"/>
                  </a:lnTo>
                  <a:lnTo>
                    <a:pt x="97788" y="54336"/>
                  </a:lnTo>
                  <a:lnTo>
                    <a:pt x="97088" y="54778"/>
                  </a:lnTo>
                  <a:lnTo>
                    <a:pt x="96947" y="54866"/>
                  </a:lnTo>
                  <a:lnTo>
                    <a:pt x="96380" y="55224"/>
                  </a:lnTo>
                  <a:lnTo>
                    <a:pt x="95871" y="55546"/>
                  </a:lnTo>
                  <a:lnTo>
                    <a:pt x="95679" y="55667"/>
                  </a:lnTo>
                  <a:lnTo>
                    <a:pt x="94452" y="56441"/>
                  </a:lnTo>
                  <a:lnTo>
                    <a:pt x="94016" y="56691"/>
                  </a:lnTo>
                  <a:lnTo>
                    <a:pt x="93499" y="56889"/>
                  </a:lnTo>
                  <a:lnTo>
                    <a:pt x="92801" y="57156"/>
                  </a:lnTo>
                  <a:lnTo>
                    <a:pt x="92252" y="57168"/>
                  </a:lnTo>
                  <a:lnTo>
                    <a:pt x="91976" y="57174"/>
                  </a:lnTo>
                  <a:lnTo>
                    <a:pt x="91681" y="57181"/>
                  </a:lnTo>
                  <a:lnTo>
                    <a:pt x="91526" y="57184"/>
                  </a:lnTo>
                  <a:lnTo>
                    <a:pt x="91310" y="57189"/>
                  </a:lnTo>
                  <a:lnTo>
                    <a:pt x="91146" y="57192"/>
                  </a:lnTo>
                  <a:lnTo>
                    <a:pt x="89613" y="57038"/>
                  </a:lnTo>
                  <a:lnTo>
                    <a:pt x="89274" y="57001"/>
                  </a:lnTo>
                  <a:lnTo>
                    <a:pt x="87402" y="56732"/>
                  </a:lnTo>
                  <a:lnTo>
                    <a:pt x="87155" y="56669"/>
                  </a:lnTo>
                  <a:lnTo>
                    <a:pt x="86750" y="56565"/>
                  </a:lnTo>
                  <a:lnTo>
                    <a:pt x="86569" y="56519"/>
                  </a:lnTo>
                  <a:lnTo>
                    <a:pt x="86372" y="56468"/>
                  </a:lnTo>
                  <a:lnTo>
                    <a:pt x="86031" y="56381"/>
                  </a:lnTo>
                  <a:lnTo>
                    <a:pt x="85673" y="56290"/>
                  </a:lnTo>
                  <a:lnTo>
                    <a:pt x="85478" y="56240"/>
                  </a:lnTo>
                  <a:lnTo>
                    <a:pt x="85248" y="56181"/>
                  </a:lnTo>
                  <a:lnTo>
                    <a:pt x="85028" y="56124"/>
                  </a:lnTo>
                  <a:lnTo>
                    <a:pt x="83727" y="55791"/>
                  </a:lnTo>
                  <a:lnTo>
                    <a:pt x="83078" y="55624"/>
                  </a:lnTo>
                  <a:lnTo>
                    <a:pt x="82289" y="55422"/>
                  </a:lnTo>
                  <a:lnTo>
                    <a:pt x="82113" y="55377"/>
                  </a:lnTo>
                  <a:lnTo>
                    <a:pt x="81727" y="55277"/>
                  </a:lnTo>
                  <a:lnTo>
                    <a:pt x="81314" y="55172"/>
                  </a:lnTo>
                  <a:lnTo>
                    <a:pt x="79518" y="54711"/>
                  </a:lnTo>
                  <a:lnTo>
                    <a:pt x="79197" y="54628"/>
                  </a:lnTo>
                  <a:lnTo>
                    <a:pt x="78860" y="54542"/>
                  </a:lnTo>
                  <a:lnTo>
                    <a:pt x="77576" y="54212"/>
                  </a:lnTo>
                  <a:lnTo>
                    <a:pt x="77353" y="54155"/>
                  </a:lnTo>
                  <a:lnTo>
                    <a:pt x="76793" y="54012"/>
                  </a:lnTo>
                  <a:lnTo>
                    <a:pt x="76418" y="53915"/>
                  </a:lnTo>
                  <a:lnTo>
                    <a:pt x="76124" y="53840"/>
                  </a:lnTo>
                  <a:lnTo>
                    <a:pt x="75911" y="53791"/>
                  </a:lnTo>
                  <a:lnTo>
                    <a:pt x="75691" y="54660"/>
                  </a:lnTo>
                  <a:lnTo>
                    <a:pt x="75648" y="54829"/>
                  </a:lnTo>
                  <a:lnTo>
                    <a:pt x="75595" y="55041"/>
                  </a:lnTo>
                  <a:lnTo>
                    <a:pt x="75531" y="55291"/>
                  </a:lnTo>
                  <a:lnTo>
                    <a:pt x="75460" y="55573"/>
                  </a:lnTo>
                  <a:lnTo>
                    <a:pt x="74506" y="58721"/>
                  </a:lnTo>
                  <a:lnTo>
                    <a:pt x="74368" y="59178"/>
                  </a:lnTo>
                  <a:lnTo>
                    <a:pt x="74302" y="59395"/>
                  </a:lnTo>
                  <a:lnTo>
                    <a:pt x="73886" y="60767"/>
                  </a:lnTo>
                  <a:lnTo>
                    <a:pt x="73770" y="61151"/>
                  </a:lnTo>
                  <a:lnTo>
                    <a:pt x="73670" y="61480"/>
                  </a:lnTo>
                  <a:lnTo>
                    <a:pt x="73402" y="62513"/>
                  </a:lnTo>
                  <a:lnTo>
                    <a:pt x="73364" y="62660"/>
                  </a:lnTo>
                  <a:lnTo>
                    <a:pt x="73118" y="63609"/>
                  </a:lnTo>
                  <a:lnTo>
                    <a:pt x="73075" y="63772"/>
                  </a:lnTo>
                  <a:lnTo>
                    <a:pt x="72609" y="65568"/>
                  </a:lnTo>
                  <a:lnTo>
                    <a:pt x="72216" y="67084"/>
                  </a:lnTo>
                  <a:lnTo>
                    <a:pt x="71882" y="66999"/>
                  </a:lnTo>
                  <a:lnTo>
                    <a:pt x="58980" y="63723"/>
                  </a:lnTo>
                  <a:lnTo>
                    <a:pt x="58586" y="63623"/>
                  </a:lnTo>
                  <a:lnTo>
                    <a:pt x="58443" y="63587"/>
                  </a:lnTo>
                  <a:lnTo>
                    <a:pt x="58366" y="64062"/>
                  </a:lnTo>
                  <a:lnTo>
                    <a:pt x="58287" y="64546"/>
                  </a:lnTo>
                  <a:lnTo>
                    <a:pt x="58194" y="65125"/>
                  </a:lnTo>
                  <a:lnTo>
                    <a:pt x="58153" y="65376"/>
                  </a:lnTo>
                  <a:lnTo>
                    <a:pt x="57946" y="66655"/>
                  </a:lnTo>
                  <a:lnTo>
                    <a:pt x="57918" y="66829"/>
                  </a:lnTo>
                  <a:lnTo>
                    <a:pt x="57782" y="67672"/>
                  </a:lnTo>
                  <a:lnTo>
                    <a:pt x="57567" y="68999"/>
                  </a:lnTo>
                  <a:lnTo>
                    <a:pt x="57484" y="69514"/>
                  </a:lnTo>
                  <a:lnTo>
                    <a:pt x="57449" y="69729"/>
                  </a:lnTo>
                  <a:lnTo>
                    <a:pt x="57427" y="69863"/>
                  </a:lnTo>
                  <a:lnTo>
                    <a:pt x="57326" y="70486"/>
                  </a:lnTo>
                  <a:lnTo>
                    <a:pt x="57225" y="71172"/>
                  </a:lnTo>
                  <a:lnTo>
                    <a:pt x="57024" y="72525"/>
                  </a:lnTo>
                  <a:lnTo>
                    <a:pt x="56842" y="73756"/>
                  </a:lnTo>
                  <a:lnTo>
                    <a:pt x="56597" y="75403"/>
                  </a:lnTo>
                  <a:lnTo>
                    <a:pt x="56468" y="76275"/>
                  </a:lnTo>
                  <a:lnTo>
                    <a:pt x="56266" y="77637"/>
                  </a:lnTo>
                  <a:lnTo>
                    <a:pt x="56149" y="78430"/>
                  </a:lnTo>
                  <a:lnTo>
                    <a:pt x="55965" y="79672"/>
                  </a:lnTo>
                  <a:lnTo>
                    <a:pt x="55913" y="80021"/>
                  </a:lnTo>
                  <a:lnTo>
                    <a:pt x="55739" y="81195"/>
                  </a:lnTo>
                  <a:lnTo>
                    <a:pt x="55539" y="82540"/>
                  </a:lnTo>
                  <a:lnTo>
                    <a:pt x="55361" y="83745"/>
                  </a:lnTo>
                  <a:lnTo>
                    <a:pt x="55247" y="84512"/>
                  </a:lnTo>
                  <a:lnTo>
                    <a:pt x="54892" y="87681"/>
                  </a:lnTo>
                  <a:lnTo>
                    <a:pt x="54904" y="88269"/>
                  </a:lnTo>
                  <a:lnTo>
                    <a:pt x="54925" y="89217"/>
                  </a:lnTo>
                  <a:lnTo>
                    <a:pt x="54930" y="89418"/>
                  </a:lnTo>
                  <a:lnTo>
                    <a:pt x="54938" y="89804"/>
                  </a:lnTo>
                  <a:lnTo>
                    <a:pt x="54954" y="90530"/>
                  </a:lnTo>
                  <a:lnTo>
                    <a:pt x="54883" y="93145"/>
                  </a:lnTo>
                  <a:lnTo>
                    <a:pt x="54828" y="95216"/>
                  </a:lnTo>
                  <a:lnTo>
                    <a:pt x="54771" y="97321"/>
                  </a:lnTo>
                  <a:lnTo>
                    <a:pt x="54611" y="103130"/>
                  </a:lnTo>
                  <a:lnTo>
                    <a:pt x="52691" y="102573"/>
                  </a:lnTo>
                  <a:lnTo>
                    <a:pt x="46108" y="100660"/>
                  </a:lnTo>
                  <a:lnTo>
                    <a:pt x="45115" y="100372"/>
                  </a:lnTo>
                  <a:lnTo>
                    <a:pt x="43982" y="100043"/>
                  </a:lnTo>
                  <a:lnTo>
                    <a:pt x="42554" y="99628"/>
                  </a:lnTo>
                  <a:lnTo>
                    <a:pt x="42158" y="99514"/>
                  </a:lnTo>
                  <a:lnTo>
                    <a:pt x="37389" y="98135"/>
                  </a:lnTo>
                  <a:lnTo>
                    <a:pt x="36760" y="97954"/>
                  </a:lnTo>
                  <a:lnTo>
                    <a:pt x="31298" y="96378"/>
                  </a:lnTo>
                  <a:lnTo>
                    <a:pt x="27878" y="95391"/>
                  </a:lnTo>
                  <a:lnTo>
                    <a:pt x="27378" y="95247"/>
                  </a:lnTo>
                  <a:lnTo>
                    <a:pt x="26195" y="94913"/>
                  </a:lnTo>
                  <a:lnTo>
                    <a:pt x="25504" y="94717"/>
                  </a:lnTo>
                  <a:lnTo>
                    <a:pt x="23046" y="94023"/>
                  </a:lnTo>
                  <a:lnTo>
                    <a:pt x="22588" y="93890"/>
                  </a:lnTo>
                  <a:lnTo>
                    <a:pt x="21532" y="93585"/>
                  </a:lnTo>
                  <a:lnTo>
                    <a:pt x="19044" y="92864"/>
                  </a:lnTo>
                  <a:lnTo>
                    <a:pt x="17636" y="92456"/>
                  </a:lnTo>
                  <a:lnTo>
                    <a:pt x="16890" y="92247"/>
                  </a:lnTo>
                  <a:lnTo>
                    <a:pt x="6622" y="89372"/>
                  </a:lnTo>
                  <a:lnTo>
                    <a:pt x="5995" y="89183"/>
                  </a:lnTo>
                  <a:lnTo>
                    <a:pt x="4872" y="88843"/>
                  </a:lnTo>
                  <a:lnTo>
                    <a:pt x="4710" y="88794"/>
                  </a:lnTo>
                  <a:lnTo>
                    <a:pt x="603" y="87553"/>
                  </a:lnTo>
                  <a:lnTo>
                    <a:pt x="214" y="87435"/>
                  </a:lnTo>
                  <a:lnTo>
                    <a:pt x="0" y="87352"/>
                  </a:lnTo>
                  <a:lnTo>
                    <a:pt x="13" y="86920"/>
                  </a:lnTo>
                  <a:lnTo>
                    <a:pt x="20" y="86665"/>
                  </a:lnTo>
                  <a:lnTo>
                    <a:pt x="29" y="86379"/>
                  </a:lnTo>
                  <a:lnTo>
                    <a:pt x="42" y="85963"/>
                  </a:lnTo>
                  <a:lnTo>
                    <a:pt x="112" y="83670"/>
                  </a:lnTo>
                  <a:lnTo>
                    <a:pt x="120" y="83386"/>
                  </a:lnTo>
                  <a:lnTo>
                    <a:pt x="413" y="73814"/>
                  </a:lnTo>
                  <a:lnTo>
                    <a:pt x="430" y="73257"/>
                  </a:lnTo>
                  <a:lnTo>
                    <a:pt x="438" y="72981"/>
                  </a:lnTo>
                  <a:lnTo>
                    <a:pt x="467" y="72039"/>
                  </a:lnTo>
                  <a:lnTo>
                    <a:pt x="476" y="71739"/>
                  </a:lnTo>
                  <a:lnTo>
                    <a:pt x="494" y="71144"/>
                  </a:lnTo>
                  <a:lnTo>
                    <a:pt x="537" y="69766"/>
                  </a:lnTo>
                  <a:lnTo>
                    <a:pt x="553" y="69260"/>
                  </a:lnTo>
                  <a:lnTo>
                    <a:pt x="598" y="67771"/>
                  </a:lnTo>
                  <a:lnTo>
                    <a:pt x="607" y="67494"/>
                  </a:lnTo>
                  <a:lnTo>
                    <a:pt x="661" y="65727"/>
                  </a:lnTo>
                  <a:lnTo>
                    <a:pt x="673" y="65346"/>
                  </a:lnTo>
                  <a:lnTo>
                    <a:pt x="734" y="63388"/>
                  </a:lnTo>
                  <a:lnTo>
                    <a:pt x="747" y="62943"/>
                  </a:lnTo>
                  <a:lnTo>
                    <a:pt x="791" y="61523"/>
                  </a:lnTo>
                  <a:lnTo>
                    <a:pt x="807" y="60990"/>
                  </a:lnTo>
                  <a:lnTo>
                    <a:pt x="830" y="60268"/>
                  </a:lnTo>
                  <a:lnTo>
                    <a:pt x="842" y="59881"/>
                  </a:lnTo>
                  <a:lnTo>
                    <a:pt x="847" y="59707"/>
                  </a:lnTo>
                  <a:lnTo>
                    <a:pt x="866" y="59105"/>
                  </a:lnTo>
                  <a:lnTo>
                    <a:pt x="905" y="57815"/>
                  </a:lnTo>
                  <a:lnTo>
                    <a:pt x="912" y="57586"/>
                  </a:lnTo>
                  <a:lnTo>
                    <a:pt x="921" y="57294"/>
                  </a:lnTo>
                  <a:lnTo>
                    <a:pt x="964" y="55903"/>
                  </a:lnTo>
                  <a:lnTo>
                    <a:pt x="984" y="55275"/>
                  </a:lnTo>
                  <a:lnTo>
                    <a:pt x="1072" y="52425"/>
                  </a:lnTo>
                  <a:lnTo>
                    <a:pt x="1095" y="51670"/>
                  </a:lnTo>
                  <a:lnTo>
                    <a:pt x="1118" y="50915"/>
                  </a:lnTo>
                  <a:lnTo>
                    <a:pt x="1127" y="50631"/>
                  </a:lnTo>
                  <a:lnTo>
                    <a:pt x="1222" y="47469"/>
                  </a:lnTo>
                  <a:lnTo>
                    <a:pt x="1271" y="45828"/>
                  </a:lnTo>
                  <a:lnTo>
                    <a:pt x="1293" y="44965"/>
                  </a:lnTo>
                  <a:lnTo>
                    <a:pt x="1343" y="43021"/>
                  </a:lnTo>
                  <a:lnTo>
                    <a:pt x="1358" y="42409"/>
                  </a:lnTo>
                  <a:lnTo>
                    <a:pt x="1422" y="39903"/>
                  </a:lnTo>
                  <a:lnTo>
                    <a:pt x="1428" y="39729"/>
                  </a:lnTo>
                  <a:lnTo>
                    <a:pt x="1459" y="38735"/>
                  </a:lnTo>
                  <a:lnTo>
                    <a:pt x="1473" y="38294"/>
                  </a:lnTo>
                  <a:lnTo>
                    <a:pt x="1598" y="34370"/>
                  </a:lnTo>
                  <a:lnTo>
                    <a:pt x="1622" y="33610"/>
                  </a:lnTo>
                  <a:lnTo>
                    <a:pt x="1675" y="31924"/>
                  </a:lnTo>
                  <a:lnTo>
                    <a:pt x="1743" y="29781"/>
                  </a:lnTo>
                  <a:lnTo>
                    <a:pt x="1754" y="29437"/>
                  </a:lnTo>
                  <a:lnTo>
                    <a:pt x="1762" y="29177"/>
                  </a:lnTo>
                  <a:lnTo>
                    <a:pt x="1834" y="26903"/>
                  </a:lnTo>
                  <a:lnTo>
                    <a:pt x="1857" y="26174"/>
                  </a:lnTo>
                  <a:lnTo>
                    <a:pt x="1863" y="26001"/>
                  </a:lnTo>
                  <a:lnTo>
                    <a:pt x="1899" y="24841"/>
                  </a:lnTo>
                  <a:lnTo>
                    <a:pt x="2071" y="19433"/>
                  </a:lnTo>
                  <a:lnTo>
                    <a:pt x="2092" y="18769"/>
                  </a:lnTo>
                  <a:lnTo>
                    <a:pt x="2097" y="18607"/>
                  </a:lnTo>
                  <a:lnTo>
                    <a:pt x="2107" y="18301"/>
                  </a:lnTo>
                  <a:lnTo>
                    <a:pt x="2112" y="18117"/>
                  </a:lnTo>
                  <a:lnTo>
                    <a:pt x="2121" y="17854"/>
                  </a:lnTo>
                  <a:lnTo>
                    <a:pt x="2302" y="16276"/>
                  </a:lnTo>
                  <a:lnTo>
                    <a:pt x="2573" y="13914"/>
                  </a:lnTo>
                  <a:lnTo>
                    <a:pt x="2701" y="13231"/>
                  </a:lnTo>
                  <a:lnTo>
                    <a:pt x="2775" y="12832"/>
                  </a:lnTo>
                  <a:lnTo>
                    <a:pt x="2801" y="12694"/>
                  </a:lnTo>
                  <a:lnTo>
                    <a:pt x="2916" y="12078"/>
                  </a:lnTo>
                  <a:lnTo>
                    <a:pt x="3256" y="10736"/>
                  </a:lnTo>
                  <a:lnTo>
                    <a:pt x="3886" y="8248"/>
                  </a:lnTo>
                  <a:lnTo>
                    <a:pt x="4018" y="7725"/>
                  </a:lnTo>
                  <a:lnTo>
                    <a:pt x="4253" y="6799"/>
                  </a:lnTo>
                  <a:lnTo>
                    <a:pt x="4379" y="6302"/>
                  </a:lnTo>
                  <a:lnTo>
                    <a:pt x="4448" y="6029"/>
                  </a:lnTo>
                  <a:lnTo>
                    <a:pt x="5074" y="3557"/>
                  </a:lnTo>
                  <a:lnTo>
                    <a:pt x="5755" y="868"/>
                  </a:lnTo>
                  <a:lnTo>
                    <a:pt x="5880" y="270"/>
                  </a:lnTo>
                  <a:lnTo>
                    <a:pt x="6169" y="0"/>
                  </a:lnTo>
                  <a:lnTo>
                    <a:pt x="6525" y="199"/>
                  </a:lnTo>
                  <a:lnTo>
                    <a:pt x="6752" y="326"/>
                  </a:lnTo>
                  <a:lnTo>
                    <a:pt x="7745" y="853"/>
                  </a:lnTo>
                  <a:lnTo>
                    <a:pt x="8663" y="1341"/>
                  </a:lnTo>
                  <a:lnTo>
                    <a:pt x="8820" y="1424"/>
                  </a:lnTo>
                  <a:lnTo>
                    <a:pt x="12303" y="3271"/>
                  </a:lnTo>
                  <a:lnTo>
                    <a:pt x="15357" y="4891"/>
                  </a:lnTo>
                  <a:lnTo>
                    <a:pt x="16159" y="5317"/>
                  </a:lnTo>
                  <a:lnTo>
                    <a:pt x="16745" y="5628"/>
                  </a:lnTo>
                  <a:lnTo>
                    <a:pt x="19180" y="6919"/>
                  </a:lnTo>
                  <a:lnTo>
                    <a:pt x="19735" y="7178"/>
                  </a:lnTo>
                  <a:lnTo>
                    <a:pt x="22777" y="8594"/>
                  </a:lnTo>
                  <a:lnTo>
                    <a:pt x="22948" y="8673"/>
                  </a:lnTo>
                  <a:lnTo>
                    <a:pt x="23133" y="8766"/>
                  </a:lnTo>
                  <a:lnTo>
                    <a:pt x="23319" y="8858"/>
                  </a:lnTo>
                  <a:lnTo>
                    <a:pt x="23465" y="8931"/>
                  </a:lnTo>
                  <a:lnTo>
                    <a:pt x="23841" y="9119"/>
                  </a:lnTo>
                  <a:lnTo>
                    <a:pt x="24106" y="9252"/>
                  </a:lnTo>
                  <a:lnTo>
                    <a:pt x="24590" y="9494"/>
                  </a:lnTo>
                  <a:lnTo>
                    <a:pt x="24949" y="9673"/>
                  </a:lnTo>
                  <a:lnTo>
                    <a:pt x="25210" y="9804"/>
                  </a:lnTo>
                  <a:lnTo>
                    <a:pt x="25653" y="10025"/>
                  </a:lnTo>
                  <a:lnTo>
                    <a:pt x="26131" y="10267"/>
                  </a:lnTo>
                  <a:lnTo>
                    <a:pt x="26792" y="10609"/>
                  </a:lnTo>
                  <a:lnTo>
                    <a:pt x="27027" y="10730"/>
                  </a:lnTo>
                  <a:lnTo>
                    <a:pt x="27294" y="10869"/>
                  </a:lnTo>
                  <a:lnTo>
                    <a:pt x="27559" y="11006"/>
                  </a:lnTo>
                  <a:lnTo>
                    <a:pt x="27852" y="11157"/>
                  </a:lnTo>
                  <a:lnTo>
                    <a:pt x="28050" y="11260"/>
                  </a:lnTo>
                  <a:lnTo>
                    <a:pt x="28373" y="11427"/>
                  </a:lnTo>
                  <a:lnTo>
                    <a:pt x="29251" y="11881"/>
                  </a:lnTo>
                  <a:lnTo>
                    <a:pt x="29383" y="11949"/>
                  </a:lnTo>
                  <a:lnTo>
                    <a:pt x="29618" y="12070"/>
                  </a:lnTo>
                  <a:lnTo>
                    <a:pt x="31661" y="13128"/>
                  </a:lnTo>
                  <a:lnTo>
                    <a:pt x="32139" y="13368"/>
                  </a:lnTo>
                  <a:lnTo>
                    <a:pt x="32475" y="13537"/>
                  </a:lnTo>
                  <a:lnTo>
                    <a:pt x="33276" y="13940"/>
                  </a:lnTo>
                  <a:lnTo>
                    <a:pt x="34156" y="14383"/>
                  </a:lnTo>
                  <a:lnTo>
                    <a:pt x="35578" y="15098"/>
                  </a:lnTo>
                  <a:lnTo>
                    <a:pt x="36157" y="15389"/>
                  </a:lnTo>
                  <a:lnTo>
                    <a:pt x="36868" y="15747"/>
                  </a:lnTo>
                  <a:lnTo>
                    <a:pt x="37169" y="15899"/>
                  </a:lnTo>
                  <a:lnTo>
                    <a:pt x="37654" y="16143"/>
                  </a:lnTo>
                  <a:lnTo>
                    <a:pt x="38009" y="16321"/>
                  </a:lnTo>
                  <a:lnTo>
                    <a:pt x="38341" y="16488"/>
                  </a:lnTo>
                  <a:lnTo>
                    <a:pt x="38502" y="16569"/>
                  </a:lnTo>
                  <a:lnTo>
                    <a:pt x="39564" y="17106"/>
                  </a:lnTo>
                  <a:lnTo>
                    <a:pt x="40032" y="17360"/>
                  </a:lnTo>
                  <a:lnTo>
                    <a:pt x="40171" y="17435"/>
                  </a:lnTo>
                  <a:lnTo>
                    <a:pt x="40834" y="17795"/>
                  </a:lnTo>
                  <a:lnTo>
                    <a:pt x="41703" y="18266"/>
                  </a:lnTo>
                  <a:lnTo>
                    <a:pt x="42353" y="18619"/>
                  </a:lnTo>
                  <a:lnTo>
                    <a:pt x="42667" y="18788"/>
                  </a:lnTo>
                  <a:lnTo>
                    <a:pt x="42847" y="18886"/>
                  </a:lnTo>
                  <a:lnTo>
                    <a:pt x="43270" y="19116"/>
                  </a:lnTo>
                  <a:lnTo>
                    <a:pt x="43611" y="19294"/>
                  </a:lnTo>
                  <a:lnTo>
                    <a:pt x="43845" y="19393"/>
                  </a:lnTo>
                  <a:lnTo>
                    <a:pt x="44187" y="19538"/>
                  </a:lnTo>
                  <a:lnTo>
                    <a:pt x="44346" y="19605"/>
                  </a:lnTo>
                  <a:lnTo>
                    <a:pt x="44972" y="19870"/>
                  </a:lnTo>
                  <a:lnTo>
                    <a:pt x="45397" y="20050"/>
                  </a:lnTo>
                  <a:lnTo>
                    <a:pt x="45860" y="20246"/>
                  </a:lnTo>
                  <a:lnTo>
                    <a:pt x="46237" y="20404"/>
                  </a:lnTo>
                  <a:lnTo>
                    <a:pt x="46694" y="20596"/>
                  </a:lnTo>
                  <a:lnTo>
                    <a:pt x="47766" y="21040"/>
                  </a:lnTo>
                  <a:lnTo>
                    <a:pt x="48077" y="21126"/>
                  </a:lnTo>
                  <a:lnTo>
                    <a:pt x="48245" y="21173"/>
                  </a:lnTo>
                  <a:lnTo>
                    <a:pt x="48422" y="21221"/>
                  </a:lnTo>
                  <a:lnTo>
                    <a:pt x="48699" y="21298"/>
                  </a:lnTo>
                  <a:lnTo>
                    <a:pt x="49356" y="21480"/>
                  </a:lnTo>
                  <a:lnTo>
                    <a:pt x="49886" y="21626"/>
                  </a:lnTo>
                  <a:lnTo>
                    <a:pt x="50103" y="21686"/>
                  </a:lnTo>
                  <a:lnTo>
                    <a:pt x="50753" y="21866"/>
                  </a:lnTo>
                  <a:lnTo>
                    <a:pt x="50921" y="21914"/>
                  </a:lnTo>
                  <a:lnTo>
                    <a:pt x="51351" y="22037"/>
                  </a:lnTo>
                  <a:lnTo>
                    <a:pt x="51841" y="22178"/>
                  </a:lnTo>
                  <a:lnTo>
                    <a:pt x="52069" y="22243"/>
                  </a:lnTo>
                  <a:lnTo>
                    <a:pt x="52211" y="22284"/>
                  </a:lnTo>
                  <a:lnTo>
                    <a:pt x="52738" y="22435"/>
                  </a:lnTo>
                  <a:lnTo>
                    <a:pt x="52872" y="22473"/>
                  </a:lnTo>
                  <a:lnTo>
                    <a:pt x="53358" y="22612"/>
                  </a:lnTo>
                  <a:lnTo>
                    <a:pt x="53787" y="22735"/>
                  </a:lnTo>
                  <a:lnTo>
                    <a:pt x="54231" y="22863"/>
                  </a:lnTo>
                  <a:lnTo>
                    <a:pt x="54371" y="24107"/>
                  </a:lnTo>
                  <a:lnTo>
                    <a:pt x="54322" y="24354"/>
                  </a:lnTo>
                  <a:lnTo>
                    <a:pt x="54283" y="24553"/>
                  </a:lnTo>
                  <a:lnTo>
                    <a:pt x="54241" y="24764"/>
                  </a:lnTo>
                  <a:lnTo>
                    <a:pt x="54081" y="25575"/>
                  </a:lnTo>
                  <a:lnTo>
                    <a:pt x="53917" y="26403"/>
                  </a:lnTo>
                  <a:lnTo>
                    <a:pt x="53880" y="26593"/>
                  </a:lnTo>
                  <a:lnTo>
                    <a:pt x="53753" y="27232"/>
                  </a:lnTo>
                  <a:lnTo>
                    <a:pt x="53674" y="27632"/>
                  </a:lnTo>
                  <a:lnTo>
                    <a:pt x="53627" y="27869"/>
                  </a:lnTo>
                  <a:lnTo>
                    <a:pt x="53530" y="28363"/>
                  </a:lnTo>
                  <a:lnTo>
                    <a:pt x="53446" y="28787"/>
                  </a:lnTo>
                  <a:lnTo>
                    <a:pt x="53383" y="29100"/>
                  </a:lnTo>
                  <a:lnTo>
                    <a:pt x="53314" y="29424"/>
                  </a:lnTo>
                  <a:lnTo>
                    <a:pt x="53227" y="29834"/>
                  </a:lnTo>
                  <a:lnTo>
                    <a:pt x="53123" y="30322"/>
                  </a:lnTo>
                  <a:lnTo>
                    <a:pt x="53065" y="30595"/>
                  </a:lnTo>
                  <a:lnTo>
                    <a:pt x="52998" y="30909"/>
                  </a:lnTo>
                  <a:lnTo>
                    <a:pt x="52934" y="31211"/>
                  </a:lnTo>
                  <a:lnTo>
                    <a:pt x="52855" y="31580"/>
                  </a:lnTo>
                  <a:lnTo>
                    <a:pt x="52811" y="31790"/>
                  </a:lnTo>
                  <a:lnTo>
                    <a:pt x="52782" y="31924"/>
                  </a:lnTo>
                  <a:lnTo>
                    <a:pt x="52679" y="32409"/>
                  </a:lnTo>
                  <a:lnTo>
                    <a:pt x="52622" y="32676"/>
                  </a:lnTo>
                  <a:lnTo>
                    <a:pt x="52561" y="32963"/>
                  </a:lnTo>
                  <a:lnTo>
                    <a:pt x="52502" y="33239"/>
                  </a:lnTo>
                  <a:lnTo>
                    <a:pt x="52438" y="33544"/>
                  </a:lnTo>
                  <a:lnTo>
                    <a:pt x="52387" y="33780"/>
                  </a:lnTo>
                  <a:lnTo>
                    <a:pt x="52326" y="34069"/>
                  </a:lnTo>
                  <a:lnTo>
                    <a:pt x="52234" y="34501"/>
                  </a:lnTo>
                  <a:lnTo>
                    <a:pt x="53329" y="35394"/>
                  </a:lnTo>
                  <a:lnTo>
                    <a:pt x="53766" y="35487"/>
                  </a:lnTo>
                  <a:lnTo>
                    <a:pt x="54011" y="35539"/>
                  </a:lnTo>
                  <a:lnTo>
                    <a:pt x="54348" y="35611"/>
                  </a:lnTo>
                  <a:lnTo>
                    <a:pt x="54543" y="35652"/>
                  </a:lnTo>
                  <a:lnTo>
                    <a:pt x="54941" y="35737"/>
                  </a:lnTo>
                  <a:lnTo>
                    <a:pt x="55249" y="35803"/>
                  </a:lnTo>
                  <a:lnTo>
                    <a:pt x="55440" y="35844"/>
                  </a:lnTo>
                  <a:lnTo>
                    <a:pt x="56018" y="35967"/>
                  </a:lnTo>
                  <a:lnTo>
                    <a:pt x="56163" y="35998"/>
                  </a:lnTo>
                  <a:lnTo>
                    <a:pt x="56457" y="36060"/>
                  </a:lnTo>
                  <a:lnTo>
                    <a:pt x="56961" y="36168"/>
                  </a:lnTo>
                  <a:lnTo>
                    <a:pt x="57274" y="36234"/>
                  </a:lnTo>
                  <a:lnTo>
                    <a:pt x="57969" y="36382"/>
                  </a:lnTo>
                  <a:lnTo>
                    <a:pt x="58421" y="36479"/>
                  </a:lnTo>
                  <a:lnTo>
                    <a:pt x="58821" y="36564"/>
                  </a:lnTo>
                  <a:lnTo>
                    <a:pt x="59817" y="36776"/>
                  </a:lnTo>
                  <a:lnTo>
                    <a:pt x="60341" y="36888"/>
                  </a:lnTo>
                  <a:lnTo>
                    <a:pt x="60550" y="36932"/>
                  </a:lnTo>
                  <a:lnTo>
                    <a:pt x="60989" y="37025"/>
                  </a:lnTo>
                  <a:lnTo>
                    <a:pt x="61499" y="37134"/>
                  </a:lnTo>
                  <a:lnTo>
                    <a:pt x="61764" y="37191"/>
                  </a:lnTo>
                  <a:lnTo>
                    <a:pt x="62047" y="37251"/>
                  </a:lnTo>
                  <a:lnTo>
                    <a:pt x="62239" y="37292"/>
                  </a:lnTo>
                  <a:lnTo>
                    <a:pt x="62972" y="37448"/>
                  </a:lnTo>
                  <a:lnTo>
                    <a:pt x="63448" y="37549"/>
                  </a:lnTo>
                  <a:lnTo>
                    <a:pt x="63575" y="37576"/>
                  </a:lnTo>
                  <a:lnTo>
                    <a:pt x="63787" y="37621"/>
                  </a:lnTo>
                  <a:lnTo>
                    <a:pt x="64010" y="37669"/>
                  </a:lnTo>
                  <a:lnTo>
                    <a:pt x="64333" y="37737"/>
                  </a:lnTo>
                  <a:lnTo>
                    <a:pt x="64912" y="37859"/>
                  </a:lnTo>
                  <a:lnTo>
                    <a:pt x="65336" y="37949"/>
                  </a:lnTo>
                  <a:lnTo>
                    <a:pt x="65980" y="38084"/>
                  </a:lnTo>
                  <a:lnTo>
                    <a:pt x="66794" y="38256"/>
                  </a:lnTo>
                  <a:lnTo>
                    <a:pt x="67032" y="38306"/>
                  </a:lnTo>
                  <a:lnTo>
                    <a:pt x="67259" y="38354"/>
                  </a:lnTo>
                  <a:lnTo>
                    <a:pt x="67565" y="38418"/>
                  </a:lnTo>
                  <a:lnTo>
                    <a:pt x="68832" y="38685"/>
                  </a:lnTo>
                  <a:lnTo>
                    <a:pt x="69228" y="38769"/>
                  </a:lnTo>
                  <a:lnTo>
                    <a:pt x="69425" y="38810"/>
                  </a:lnTo>
                  <a:lnTo>
                    <a:pt x="69643" y="38856"/>
                  </a:lnTo>
                  <a:lnTo>
                    <a:pt x="69888" y="38908"/>
                  </a:lnTo>
                  <a:lnTo>
                    <a:pt x="70163" y="38965"/>
                  </a:lnTo>
                  <a:lnTo>
                    <a:pt x="70362" y="39004"/>
                  </a:lnTo>
                  <a:lnTo>
                    <a:pt x="70534" y="39037"/>
                  </a:lnTo>
                  <a:lnTo>
                    <a:pt x="70853" y="39099"/>
                  </a:lnTo>
                  <a:lnTo>
                    <a:pt x="71139" y="39155"/>
                  </a:lnTo>
                  <a:lnTo>
                    <a:pt x="71279" y="39182"/>
                  </a:lnTo>
                  <a:lnTo>
                    <a:pt x="71692" y="39263"/>
                  </a:lnTo>
                  <a:lnTo>
                    <a:pt x="71879" y="39299"/>
                  </a:lnTo>
                  <a:lnTo>
                    <a:pt x="73090" y="39537"/>
                  </a:lnTo>
                  <a:lnTo>
                    <a:pt x="73270" y="39574"/>
                  </a:lnTo>
                  <a:lnTo>
                    <a:pt x="73480" y="39618"/>
                  </a:lnTo>
                  <a:lnTo>
                    <a:pt x="73893" y="39704"/>
                  </a:lnTo>
                  <a:lnTo>
                    <a:pt x="75305" y="39999"/>
                  </a:lnTo>
                  <a:lnTo>
                    <a:pt x="75662" y="40074"/>
                  </a:lnTo>
                  <a:lnTo>
                    <a:pt x="75904" y="40124"/>
                  </a:lnTo>
                  <a:lnTo>
                    <a:pt x="76374" y="40222"/>
                  </a:lnTo>
                  <a:lnTo>
                    <a:pt x="77515" y="4046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6" name="pg435"/>
            <p:cNvSpPr/>
            <p:nvPr/>
          </p:nvSpPr>
          <p:spPr>
            <a:xfrm>
              <a:off x="4412600" y="5146095"/>
              <a:ext cx="61040" cy="85229"/>
            </a:xfrm>
            <a:custGeom>
              <a:avLst/>
              <a:pathLst>
                <a:path w="61040" h="85229">
                  <a:moveTo>
                    <a:pt x="52200" y="63811"/>
                  </a:moveTo>
                  <a:lnTo>
                    <a:pt x="52571" y="66921"/>
                  </a:lnTo>
                  <a:lnTo>
                    <a:pt x="52371" y="67986"/>
                  </a:lnTo>
                  <a:lnTo>
                    <a:pt x="52313" y="68291"/>
                  </a:lnTo>
                  <a:lnTo>
                    <a:pt x="51987" y="70019"/>
                  </a:lnTo>
                  <a:lnTo>
                    <a:pt x="51906" y="70450"/>
                  </a:lnTo>
                  <a:lnTo>
                    <a:pt x="51783" y="71101"/>
                  </a:lnTo>
                  <a:lnTo>
                    <a:pt x="51726" y="71406"/>
                  </a:lnTo>
                  <a:lnTo>
                    <a:pt x="51696" y="71561"/>
                  </a:lnTo>
                  <a:lnTo>
                    <a:pt x="51639" y="71867"/>
                  </a:lnTo>
                  <a:lnTo>
                    <a:pt x="51593" y="72108"/>
                  </a:lnTo>
                  <a:lnTo>
                    <a:pt x="51511" y="72544"/>
                  </a:lnTo>
                  <a:lnTo>
                    <a:pt x="51475" y="72735"/>
                  </a:lnTo>
                  <a:lnTo>
                    <a:pt x="51448" y="72876"/>
                  </a:lnTo>
                  <a:lnTo>
                    <a:pt x="51389" y="73191"/>
                  </a:lnTo>
                  <a:lnTo>
                    <a:pt x="51298" y="73674"/>
                  </a:lnTo>
                  <a:lnTo>
                    <a:pt x="51257" y="73892"/>
                  </a:lnTo>
                  <a:lnTo>
                    <a:pt x="51210" y="74126"/>
                  </a:lnTo>
                  <a:lnTo>
                    <a:pt x="50944" y="75272"/>
                  </a:lnTo>
                  <a:lnTo>
                    <a:pt x="50767" y="76035"/>
                  </a:lnTo>
                  <a:lnTo>
                    <a:pt x="50681" y="76403"/>
                  </a:lnTo>
                  <a:lnTo>
                    <a:pt x="50646" y="76554"/>
                  </a:lnTo>
                  <a:lnTo>
                    <a:pt x="50566" y="76900"/>
                  </a:lnTo>
                  <a:lnTo>
                    <a:pt x="50476" y="77288"/>
                  </a:lnTo>
                  <a:lnTo>
                    <a:pt x="50364" y="77771"/>
                  </a:lnTo>
                  <a:lnTo>
                    <a:pt x="50330" y="77917"/>
                  </a:lnTo>
                  <a:lnTo>
                    <a:pt x="50210" y="78433"/>
                  </a:lnTo>
                  <a:lnTo>
                    <a:pt x="50144" y="78718"/>
                  </a:lnTo>
                  <a:lnTo>
                    <a:pt x="50034" y="79190"/>
                  </a:lnTo>
                  <a:lnTo>
                    <a:pt x="49864" y="79920"/>
                  </a:lnTo>
                  <a:lnTo>
                    <a:pt x="49648" y="80851"/>
                  </a:lnTo>
                  <a:lnTo>
                    <a:pt x="49431" y="81786"/>
                  </a:lnTo>
                  <a:lnTo>
                    <a:pt x="49204" y="82763"/>
                  </a:lnTo>
                  <a:lnTo>
                    <a:pt x="48934" y="83926"/>
                  </a:lnTo>
                  <a:lnTo>
                    <a:pt x="48402" y="85229"/>
                  </a:lnTo>
                  <a:lnTo>
                    <a:pt x="48264" y="85190"/>
                  </a:lnTo>
                  <a:lnTo>
                    <a:pt x="47821" y="85063"/>
                  </a:lnTo>
                  <a:lnTo>
                    <a:pt x="47392" y="84940"/>
                  </a:lnTo>
                  <a:lnTo>
                    <a:pt x="46906" y="84801"/>
                  </a:lnTo>
                  <a:lnTo>
                    <a:pt x="46772" y="84762"/>
                  </a:lnTo>
                  <a:lnTo>
                    <a:pt x="46245" y="84611"/>
                  </a:lnTo>
                  <a:lnTo>
                    <a:pt x="46102" y="84570"/>
                  </a:lnTo>
                  <a:lnTo>
                    <a:pt x="45863" y="84502"/>
                  </a:lnTo>
                  <a:lnTo>
                    <a:pt x="45385" y="84365"/>
                  </a:lnTo>
                  <a:lnTo>
                    <a:pt x="44955" y="84241"/>
                  </a:lnTo>
                  <a:lnTo>
                    <a:pt x="44696" y="84168"/>
                  </a:lnTo>
                  <a:lnTo>
                    <a:pt x="44137" y="84014"/>
                  </a:lnTo>
                  <a:lnTo>
                    <a:pt x="43920" y="83954"/>
                  </a:lnTo>
                  <a:lnTo>
                    <a:pt x="43390" y="83807"/>
                  </a:lnTo>
                  <a:lnTo>
                    <a:pt x="42640" y="83600"/>
                  </a:lnTo>
                  <a:lnTo>
                    <a:pt x="42456" y="83549"/>
                  </a:lnTo>
                  <a:lnTo>
                    <a:pt x="42279" y="83500"/>
                  </a:lnTo>
                  <a:lnTo>
                    <a:pt x="42110" y="83453"/>
                  </a:lnTo>
                  <a:lnTo>
                    <a:pt x="40860" y="82978"/>
                  </a:lnTo>
                  <a:lnTo>
                    <a:pt x="40428" y="82797"/>
                  </a:lnTo>
                  <a:lnTo>
                    <a:pt x="40136" y="82676"/>
                  </a:lnTo>
                  <a:lnTo>
                    <a:pt x="39742" y="82509"/>
                  </a:lnTo>
                  <a:lnTo>
                    <a:pt x="39389" y="82360"/>
                  </a:lnTo>
                  <a:lnTo>
                    <a:pt x="38881" y="82145"/>
                  </a:lnTo>
                  <a:lnTo>
                    <a:pt x="38380" y="81933"/>
                  </a:lnTo>
                  <a:lnTo>
                    <a:pt x="38107" y="81817"/>
                  </a:lnTo>
                  <a:lnTo>
                    <a:pt x="37868" y="81716"/>
                  </a:lnTo>
                  <a:lnTo>
                    <a:pt x="37591" y="81599"/>
                  </a:lnTo>
                  <a:lnTo>
                    <a:pt x="37234" y="81405"/>
                  </a:lnTo>
                  <a:lnTo>
                    <a:pt x="36880" y="81214"/>
                  </a:lnTo>
                  <a:lnTo>
                    <a:pt x="36567" y="81044"/>
                  </a:lnTo>
                  <a:lnTo>
                    <a:pt x="36128" y="80806"/>
                  </a:lnTo>
                  <a:lnTo>
                    <a:pt x="35024" y="80207"/>
                  </a:lnTo>
                  <a:lnTo>
                    <a:pt x="34868" y="80122"/>
                  </a:lnTo>
                  <a:lnTo>
                    <a:pt x="34205" y="79763"/>
                  </a:lnTo>
                  <a:lnTo>
                    <a:pt x="34066" y="79688"/>
                  </a:lnTo>
                  <a:lnTo>
                    <a:pt x="33528" y="79396"/>
                  </a:lnTo>
                  <a:lnTo>
                    <a:pt x="32536" y="78897"/>
                  </a:lnTo>
                  <a:lnTo>
                    <a:pt x="32350" y="78803"/>
                  </a:lnTo>
                  <a:lnTo>
                    <a:pt x="31941" y="78597"/>
                  </a:lnTo>
                  <a:lnTo>
                    <a:pt x="31688" y="78470"/>
                  </a:lnTo>
                  <a:lnTo>
                    <a:pt x="31203" y="78226"/>
                  </a:lnTo>
                  <a:lnTo>
                    <a:pt x="30902" y="78075"/>
                  </a:lnTo>
                  <a:lnTo>
                    <a:pt x="30191" y="77717"/>
                  </a:lnTo>
                  <a:lnTo>
                    <a:pt x="29612" y="77426"/>
                  </a:lnTo>
                  <a:lnTo>
                    <a:pt x="28190" y="76710"/>
                  </a:lnTo>
                  <a:lnTo>
                    <a:pt x="27158" y="76191"/>
                  </a:lnTo>
                  <a:lnTo>
                    <a:pt x="26461" y="75841"/>
                  </a:lnTo>
                  <a:lnTo>
                    <a:pt x="26172" y="75695"/>
                  </a:lnTo>
                  <a:lnTo>
                    <a:pt x="25695" y="75455"/>
                  </a:lnTo>
                  <a:lnTo>
                    <a:pt x="23588" y="74365"/>
                  </a:lnTo>
                  <a:lnTo>
                    <a:pt x="23416" y="74276"/>
                  </a:lnTo>
                  <a:lnTo>
                    <a:pt x="23235" y="74183"/>
                  </a:lnTo>
                  <a:lnTo>
                    <a:pt x="22407" y="73754"/>
                  </a:lnTo>
                  <a:lnTo>
                    <a:pt x="22084" y="73587"/>
                  </a:lnTo>
                  <a:lnTo>
                    <a:pt x="21863" y="73473"/>
                  </a:lnTo>
                  <a:lnTo>
                    <a:pt x="21507" y="73289"/>
                  </a:lnTo>
                  <a:lnTo>
                    <a:pt x="21284" y="73174"/>
                  </a:lnTo>
                  <a:lnTo>
                    <a:pt x="21060" y="73058"/>
                  </a:lnTo>
                  <a:lnTo>
                    <a:pt x="20715" y="72879"/>
                  </a:lnTo>
                  <a:lnTo>
                    <a:pt x="19987" y="72503"/>
                  </a:lnTo>
                  <a:lnTo>
                    <a:pt x="19686" y="72353"/>
                  </a:lnTo>
                  <a:lnTo>
                    <a:pt x="19244" y="72132"/>
                  </a:lnTo>
                  <a:lnTo>
                    <a:pt x="18983" y="72001"/>
                  </a:lnTo>
                  <a:lnTo>
                    <a:pt x="18624" y="71821"/>
                  </a:lnTo>
                  <a:lnTo>
                    <a:pt x="18140" y="71579"/>
                  </a:lnTo>
                  <a:lnTo>
                    <a:pt x="17875" y="71447"/>
                  </a:lnTo>
                  <a:lnTo>
                    <a:pt x="17498" y="71259"/>
                  </a:lnTo>
                  <a:lnTo>
                    <a:pt x="17353" y="71186"/>
                  </a:lnTo>
                  <a:lnTo>
                    <a:pt x="17130" y="71075"/>
                  </a:lnTo>
                  <a:lnTo>
                    <a:pt x="16982" y="71000"/>
                  </a:lnTo>
                  <a:lnTo>
                    <a:pt x="16811" y="70921"/>
                  </a:lnTo>
                  <a:lnTo>
                    <a:pt x="13769" y="69505"/>
                  </a:lnTo>
                  <a:lnTo>
                    <a:pt x="13213" y="69247"/>
                  </a:lnTo>
                  <a:lnTo>
                    <a:pt x="10779" y="67955"/>
                  </a:lnTo>
                  <a:lnTo>
                    <a:pt x="10193" y="67644"/>
                  </a:lnTo>
                  <a:lnTo>
                    <a:pt x="9391" y="67219"/>
                  </a:lnTo>
                  <a:lnTo>
                    <a:pt x="6337" y="65599"/>
                  </a:lnTo>
                  <a:lnTo>
                    <a:pt x="2854" y="63751"/>
                  </a:lnTo>
                  <a:lnTo>
                    <a:pt x="2697" y="63668"/>
                  </a:lnTo>
                  <a:lnTo>
                    <a:pt x="1779" y="63181"/>
                  </a:lnTo>
                  <a:lnTo>
                    <a:pt x="785" y="62654"/>
                  </a:lnTo>
                  <a:lnTo>
                    <a:pt x="558" y="62526"/>
                  </a:lnTo>
                  <a:lnTo>
                    <a:pt x="0" y="62213"/>
                  </a:lnTo>
                  <a:lnTo>
                    <a:pt x="809" y="58549"/>
                  </a:lnTo>
                  <a:lnTo>
                    <a:pt x="888" y="58193"/>
                  </a:lnTo>
                  <a:lnTo>
                    <a:pt x="931" y="57996"/>
                  </a:lnTo>
                  <a:lnTo>
                    <a:pt x="1214" y="56717"/>
                  </a:lnTo>
                  <a:lnTo>
                    <a:pt x="1757" y="54259"/>
                  </a:lnTo>
                  <a:lnTo>
                    <a:pt x="1859" y="53799"/>
                  </a:lnTo>
                  <a:lnTo>
                    <a:pt x="2775" y="49652"/>
                  </a:lnTo>
                  <a:lnTo>
                    <a:pt x="3098" y="48191"/>
                  </a:lnTo>
                  <a:lnTo>
                    <a:pt x="3269" y="47420"/>
                  </a:lnTo>
                  <a:lnTo>
                    <a:pt x="4107" y="43625"/>
                  </a:lnTo>
                  <a:lnTo>
                    <a:pt x="4368" y="42446"/>
                  </a:lnTo>
                  <a:lnTo>
                    <a:pt x="4414" y="42238"/>
                  </a:lnTo>
                  <a:lnTo>
                    <a:pt x="4466" y="42002"/>
                  </a:lnTo>
                  <a:lnTo>
                    <a:pt x="4536" y="41686"/>
                  </a:lnTo>
                  <a:lnTo>
                    <a:pt x="4590" y="41439"/>
                  </a:lnTo>
                  <a:lnTo>
                    <a:pt x="4651" y="41164"/>
                  </a:lnTo>
                  <a:lnTo>
                    <a:pt x="5325" y="38117"/>
                  </a:lnTo>
                  <a:lnTo>
                    <a:pt x="5705" y="36396"/>
                  </a:lnTo>
                  <a:lnTo>
                    <a:pt x="5815" y="35950"/>
                  </a:lnTo>
                  <a:lnTo>
                    <a:pt x="5856" y="35775"/>
                  </a:lnTo>
                  <a:lnTo>
                    <a:pt x="6292" y="33915"/>
                  </a:lnTo>
                  <a:lnTo>
                    <a:pt x="7070" y="30586"/>
                  </a:lnTo>
                  <a:lnTo>
                    <a:pt x="7397" y="29191"/>
                  </a:lnTo>
                  <a:lnTo>
                    <a:pt x="7731" y="27764"/>
                  </a:lnTo>
                  <a:lnTo>
                    <a:pt x="8475" y="24580"/>
                  </a:lnTo>
                  <a:lnTo>
                    <a:pt x="8695" y="23640"/>
                  </a:lnTo>
                  <a:lnTo>
                    <a:pt x="9262" y="21217"/>
                  </a:lnTo>
                  <a:lnTo>
                    <a:pt x="9310" y="21015"/>
                  </a:lnTo>
                  <a:lnTo>
                    <a:pt x="9862" y="18653"/>
                  </a:lnTo>
                  <a:lnTo>
                    <a:pt x="10308" y="16746"/>
                  </a:lnTo>
                  <a:lnTo>
                    <a:pt x="10584" y="15569"/>
                  </a:lnTo>
                  <a:lnTo>
                    <a:pt x="10954" y="13986"/>
                  </a:lnTo>
                  <a:lnTo>
                    <a:pt x="11163" y="13092"/>
                  </a:lnTo>
                  <a:lnTo>
                    <a:pt x="11307" y="12475"/>
                  </a:lnTo>
                  <a:lnTo>
                    <a:pt x="11904" y="9927"/>
                  </a:lnTo>
                  <a:lnTo>
                    <a:pt x="12240" y="8469"/>
                  </a:lnTo>
                  <a:lnTo>
                    <a:pt x="12353" y="7979"/>
                  </a:lnTo>
                  <a:lnTo>
                    <a:pt x="12444" y="7583"/>
                  </a:lnTo>
                  <a:lnTo>
                    <a:pt x="12505" y="7316"/>
                  </a:lnTo>
                  <a:lnTo>
                    <a:pt x="13172" y="4255"/>
                  </a:lnTo>
                  <a:lnTo>
                    <a:pt x="13490" y="2800"/>
                  </a:lnTo>
                  <a:lnTo>
                    <a:pt x="13651" y="2061"/>
                  </a:lnTo>
                  <a:lnTo>
                    <a:pt x="13741" y="1647"/>
                  </a:lnTo>
                  <a:lnTo>
                    <a:pt x="14100" y="0"/>
                  </a:lnTo>
                  <a:lnTo>
                    <a:pt x="14402" y="62"/>
                  </a:lnTo>
                  <a:lnTo>
                    <a:pt x="19616" y="1148"/>
                  </a:lnTo>
                  <a:lnTo>
                    <a:pt x="20709" y="1376"/>
                  </a:lnTo>
                  <a:lnTo>
                    <a:pt x="22042" y="1654"/>
                  </a:lnTo>
                  <a:lnTo>
                    <a:pt x="23202" y="1906"/>
                  </a:lnTo>
                  <a:lnTo>
                    <a:pt x="23787" y="2033"/>
                  </a:lnTo>
                  <a:lnTo>
                    <a:pt x="31262" y="3660"/>
                  </a:lnTo>
                  <a:lnTo>
                    <a:pt x="32000" y="3821"/>
                  </a:lnTo>
                  <a:lnTo>
                    <a:pt x="31942" y="4029"/>
                  </a:lnTo>
                  <a:lnTo>
                    <a:pt x="31375" y="6096"/>
                  </a:lnTo>
                  <a:lnTo>
                    <a:pt x="31286" y="6401"/>
                  </a:lnTo>
                  <a:lnTo>
                    <a:pt x="31173" y="6788"/>
                  </a:lnTo>
                  <a:lnTo>
                    <a:pt x="31130" y="6935"/>
                  </a:lnTo>
                  <a:lnTo>
                    <a:pt x="31021" y="7307"/>
                  </a:lnTo>
                  <a:lnTo>
                    <a:pt x="30754" y="8222"/>
                  </a:lnTo>
                  <a:lnTo>
                    <a:pt x="30702" y="8400"/>
                  </a:lnTo>
                  <a:lnTo>
                    <a:pt x="30620" y="8717"/>
                  </a:lnTo>
                  <a:lnTo>
                    <a:pt x="30467" y="9312"/>
                  </a:lnTo>
                  <a:lnTo>
                    <a:pt x="30423" y="9483"/>
                  </a:lnTo>
                  <a:lnTo>
                    <a:pt x="30118" y="10669"/>
                  </a:lnTo>
                  <a:lnTo>
                    <a:pt x="30026" y="11027"/>
                  </a:lnTo>
                  <a:lnTo>
                    <a:pt x="29950" y="11320"/>
                  </a:lnTo>
                  <a:lnTo>
                    <a:pt x="29819" y="11829"/>
                  </a:lnTo>
                  <a:lnTo>
                    <a:pt x="29784" y="11967"/>
                  </a:lnTo>
                  <a:lnTo>
                    <a:pt x="29726" y="12192"/>
                  </a:lnTo>
                  <a:lnTo>
                    <a:pt x="30013" y="12269"/>
                  </a:lnTo>
                  <a:lnTo>
                    <a:pt x="30920" y="12507"/>
                  </a:lnTo>
                  <a:lnTo>
                    <a:pt x="31807" y="12753"/>
                  </a:lnTo>
                  <a:lnTo>
                    <a:pt x="31771" y="12894"/>
                  </a:lnTo>
                  <a:lnTo>
                    <a:pt x="31719" y="13101"/>
                  </a:lnTo>
                  <a:lnTo>
                    <a:pt x="31596" y="13583"/>
                  </a:lnTo>
                  <a:lnTo>
                    <a:pt x="31535" y="13823"/>
                  </a:lnTo>
                  <a:lnTo>
                    <a:pt x="31425" y="14253"/>
                  </a:lnTo>
                  <a:lnTo>
                    <a:pt x="31391" y="14389"/>
                  </a:lnTo>
                  <a:lnTo>
                    <a:pt x="31336" y="14609"/>
                  </a:lnTo>
                  <a:lnTo>
                    <a:pt x="31302" y="14744"/>
                  </a:lnTo>
                  <a:lnTo>
                    <a:pt x="31167" y="15283"/>
                  </a:lnTo>
                  <a:lnTo>
                    <a:pt x="31085" y="15613"/>
                  </a:lnTo>
                  <a:lnTo>
                    <a:pt x="30913" y="16297"/>
                  </a:lnTo>
                  <a:lnTo>
                    <a:pt x="30853" y="16538"/>
                  </a:lnTo>
                  <a:lnTo>
                    <a:pt x="30612" y="17500"/>
                  </a:lnTo>
                  <a:lnTo>
                    <a:pt x="30543" y="17777"/>
                  </a:lnTo>
                  <a:lnTo>
                    <a:pt x="30347" y="18556"/>
                  </a:lnTo>
                  <a:lnTo>
                    <a:pt x="30184" y="19209"/>
                  </a:lnTo>
                  <a:lnTo>
                    <a:pt x="30099" y="19548"/>
                  </a:lnTo>
                  <a:lnTo>
                    <a:pt x="29898" y="20351"/>
                  </a:lnTo>
                  <a:lnTo>
                    <a:pt x="29696" y="21158"/>
                  </a:lnTo>
                  <a:lnTo>
                    <a:pt x="29659" y="21303"/>
                  </a:lnTo>
                  <a:lnTo>
                    <a:pt x="29603" y="21527"/>
                  </a:lnTo>
                  <a:lnTo>
                    <a:pt x="29443" y="22168"/>
                  </a:lnTo>
                  <a:lnTo>
                    <a:pt x="29343" y="22564"/>
                  </a:lnTo>
                  <a:lnTo>
                    <a:pt x="29305" y="22716"/>
                  </a:lnTo>
                  <a:lnTo>
                    <a:pt x="27190" y="31808"/>
                  </a:lnTo>
                  <a:lnTo>
                    <a:pt x="27128" y="32078"/>
                  </a:lnTo>
                  <a:lnTo>
                    <a:pt x="27076" y="32303"/>
                  </a:lnTo>
                  <a:lnTo>
                    <a:pt x="27026" y="32521"/>
                  </a:lnTo>
                  <a:lnTo>
                    <a:pt x="27177" y="32551"/>
                  </a:lnTo>
                  <a:lnTo>
                    <a:pt x="28998" y="32911"/>
                  </a:lnTo>
                  <a:lnTo>
                    <a:pt x="29127" y="32939"/>
                  </a:lnTo>
                  <a:lnTo>
                    <a:pt x="29928" y="33118"/>
                  </a:lnTo>
                  <a:lnTo>
                    <a:pt x="30418" y="33227"/>
                  </a:lnTo>
                  <a:lnTo>
                    <a:pt x="30745" y="33300"/>
                  </a:lnTo>
                  <a:lnTo>
                    <a:pt x="31656" y="33503"/>
                  </a:lnTo>
                  <a:lnTo>
                    <a:pt x="32588" y="33710"/>
                  </a:lnTo>
                  <a:lnTo>
                    <a:pt x="33822" y="33985"/>
                  </a:lnTo>
                  <a:lnTo>
                    <a:pt x="35005" y="34248"/>
                  </a:lnTo>
                  <a:lnTo>
                    <a:pt x="35462" y="34350"/>
                  </a:lnTo>
                  <a:lnTo>
                    <a:pt x="35678" y="34398"/>
                  </a:lnTo>
                  <a:lnTo>
                    <a:pt x="35844" y="34435"/>
                  </a:lnTo>
                  <a:lnTo>
                    <a:pt x="35999" y="34469"/>
                  </a:lnTo>
                  <a:lnTo>
                    <a:pt x="37107" y="34716"/>
                  </a:lnTo>
                  <a:lnTo>
                    <a:pt x="38985" y="35134"/>
                  </a:lnTo>
                  <a:lnTo>
                    <a:pt x="39203" y="35183"/>
                  </a:lnTo>
                  <a:lnTo>
                    <a:pt x="39536" y="35257"/>
                  </a:lnTo>
                  <a:lnTo>
                    <a:pt x="40674" y="35510"/>
                  </a:lnTo>
                  <a:lnTo>
                    <a:pt x="41590" y="35714"/>
                  </a:lnTo>
                  <a:lnTo>
                    <a:pt x="42067" y="35820"/>
                  </a:lnTo>
                  <a:lnTo>
                    <a:pt x="43161" y="36064"/>
                  </a:lnTo>
                  <a:lnTo>
                    <a:pt x="43092" y="36351"/>
                  </a:lnTo>
                  <a:lnTo>
                    <a:pt x="42996" y="36645"/>
                  </a:lnTo>
                  <a:lnTo>
                    <a:pt x="43014" y="37427"/>
                  </a:lnTo>
                  <a:lnTo>
                    <a:pt x="43388" y="37619"/>
                  </a:lnTo>
                  <a:lnTo>
                    <a:pt x="43631" y="37744"/>
                  </a:lnTo>
                  <a:lnTo>
                    <a:pt x="44023" y="37945"/>
                  </a:lnTo>
                  <a:lnTo>
                    <a:pt x="44363" y="38119"/>
                  </a:lnTo>
                  <a:lnTo>
                    <a:pt x="44607" y="38245"/>
                  </a:lnTo>
                  <a:lnTo>
                    <a:pt x="45050" y="38472"/>
                  </a:lnTo>
                  <a:lnTo>
                    <a:pt x="45397" y="38651"/>
                  </a:lnTo>
                  <a:lnTo>
                    <a:pt x="45610" y="38760"/>
                  </a:lnTo>
                  <a:lnTo>
                    <a:pt x="45961" y="38940"/>
                  </a:lnTo>
                  <a:lnTo>
                    <a:pt x="46564" y="39250"/>
                  </a:lnTo>
                  <a:lnTo>
                    <a:pt x="46921" y="39433"/>
                  </a:lnTo>
                  <a:lnTo>
                    <a:pt x="48359" y="40172"/>
                  </a:lnTo>
                  <a:lnTo>
                    <a:pt x="48833" y="40415"/>
                  </a:lnTo>
                  <a:lnTo>
                    <a:pt x="48970" y="40485"/>
                  </a:lnTo>
                  <a:lnTo>
                    <a:pt x="50399" y="41219"/>
                  </a:lnTo>
                  <a:lnTo>
                    <a:pt x="52230" y="42159"/>
                  </a:lnTo>
                  <a:lnTo>
                    <a:pt x="53136" y="42624"/>
                  </a:lnTo>
                  <a:lnTo>
                    <a:pt x="53490" y="42806"/>
                  </a:lnTo>
                  <a:lnTo>
                    <a:pt x="54838" y="43499"/>
                  </a:lnTo>
                  <a:lnTo>
                    <a:pt x="55162" y="43665"/>
                  </a:lnTo>
                  <a:lnTo>
                    <a:pt x="55366" y="43770"/>
                  </a:lnTo>
                  <a:lnTo>
                    <a:pt x="55724" y="43954"/>
                  </a:lnTo>
                  <a:lnTo>
                    <a:pt x="56004" y="44097"/>
                  </a:lnTo>
                  <a:lnTo>
                    <a:pt x="56196" y="44196"/>
                  </a:lnTo>
                  <a:lnTo>
                    <a:pt x="56660" y="44434"/>
                  </a:lnTo>
                  <a:lnTo>
                    <a:pt x="60572" y="46443"/>
                  </a:lnTo>
                  <a:lnTo>
                    <a:pt x="61040" y="46683"/>
                  </a:lnTo>
                  <a:lnTo>
                    <a:pt x="60897" y="46909"/>
                  </a:lnTo>
                  <a:lnTo>
                    <a:pt x="60060" y="48230"/>
                  </a:lnTo>
                  <a:lnTo>
                    <a:pt x="59978" y="48359"/>
                  </a:lnTo>
                  <a:lnTo>
                    <a:pt x="59803" y="48635"/>
                  </a:lnTo>
                  <a:lnTo>
                    <a:pt x="59713" y="48778"/>
                  </a:lnTo>
                  <a:lnTo>
                    <a:pt x="59553" y="49031"/>
                  </a:lnTo>
                  <a:lnTo>
                    <a:pt x="59162" y="49650"/>
                  </a:lnTo>
                  <a:lnTo>
                    <a:pt x="58934" y="50011"/>
                  </a:lnTo>
                  <a:lnTo>
                    <a:pt x="57985" y="51514"/>
                  </a:lnTo>
                  <a:lnTo>
                    <a:pt x="57710" y="51950"/>
                  </a:lnTo>
                  <a:lnTo>
                    <a:pt x="55856" y="56156"/>
                  </a:lnTo>
                  <a:lnTo>
                    <a:pt x="53864" y="6032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7" name="pg436"/>
            <p:cNvSpPr/>
            <p:nvPr/>
          </p:nvSpPr>
          <p:spPr>
            <a:xfrm>
              <a:off x="4334899" y="5173144"/>
              <a:ext cx="83495" cy="81106"/>
            </a:xfrm>
            <a:custGeom>
              <a:avLst/>
              <a:pathLst>
                <a:path w="83495" h="81106">
                  <a:moveTo>
                    <a:pt x="78510" y="31500"/>
                  </a:moveTo>
                  <a:lnTo>
                    <a:pt x="77701" y="35163"/>
                  </a:lnTo>
                  <a:lnTo>
                    <a:pt x="77616" y="35548"/>
                  </a:lnTo>
                  <a:lnTo>
                    <a:pt x="77490" y="36146"/>
                  </a:lnTo>
                  <a:lnTo>
                    <a:pt x="76809" y="38835"/>
                  </a:lnTo>
                  <a:lnTo>
                    <a:pt x="76183" y="41307"/>
                  </a:lnTo>
                  <a:lnTo>
                    <a:pt x="76114" y="41579"/>
                  </a:lnTo>
                  <a:lnTo>
                    <a:pt x="75988" y="42077"/>
                  </a:lnTo>
                  <a:lnTo>
                    <a:pt x="75754" y="43003"/>
                  </a:lnTo>
                  <a:lnTo>
                    <a:pt x="75609" y="43574"/>
                  </a:lnTo>
                  <a:lnTo>
                    <a:pt x="74991" y="46014"/>
                  </a:lnTo>
                  <a:lnTo>
                    <a:pt x="74651" y="47356"/>
                  </a:lnTo>
                  <a:lnTo>
                    <a:pt x="74536" y="47972"/>
                  </a:lnTo>
                  <a:lnTo>
                    <a:pt x="74510" y="48110"/>
                  </a:lnTo>
                  <a:lnTo>
                    <a:pt x="74424" y="48572"/>
                  </a:lnTo>
                  <a:lnTo>
                    <a:pt x="74308" y="49192"/>
                  </a:lnTo>
                  <a:lnTo>
                    <a:pt x="74037" y="51554"/>
                  </a:lnTo>
                  <a:lnTo>
                    <a:pt x="73856" y="53132"/>
                  </a:lnTo>
                  <a:lnTo>
                    <a:pt x="73848" y="53395"/>
                  </a:lnTo>
                  <a:lnTo>
                    <a:pt x="73842" y="53579"/>
                  </a:lnTo>
                  <a:lnTo>
                    <a:pt x="73832" y="53885"/>
                  </a:lnTo>
                  <a:lnTo>
                    <a:pt x="73827" y="54047"/>
                  </a:lnTo>
                  <a:lnTo>
                    <a:pt x="73806" y="54711"/>
                  </a:lnTo>
                  <a:lnTo>
                    <a:pt x="73635" y="60119"/>
                  </a:lnTo>
                  <a:lnTo>
                    <a:pt x="73598" y="61279"/>
                  </a:lnTo>
                  <a:lnTo>
                    <a:pt x="73593" y="61451"/>
                  </a:lnTo>
                  <a:lnTo>
                    <a:pt x="73569" y="62181"/>
                  </a:lnTo>
                  <a:lnTo>
                    <a:pt x="73497" y="64455"/>
                  </a:lnTo>
                  <a:lnTo>
                    <a:pt x="73489" y="64715"/>
                  </a:lnTo>
                  <a:lnTo>
                    <a:pt x="73478" y="65059"/>
                  </a:lnTo>
                  <a:lnTo>
                    <a:pt x="73410" y="67202"/>
                  </a:lnTo>
                  <a:lnTo>
                    <a:pt x="73357" y="68888"/>
                  </a:lnTo>
                  <a:lnTo>
                    <a:pt x="73331" y="69692"/>
                  </a:lnTo>
                  <a:lnTo>
                    <a:pt x="73209" y="73571"/>
                  </a:lnTo>
                  <a:lnTo>
                    <a:pt x="73195" y="74013"/>
                  </a:lnTo>
                  <a:lnTo>
                    <a:pt x="73163" y="75007"/>
                  </a:lnTo>
                  <a:lnTo>
                    <a:pt x="73156" y="75247"/>
                  </a:lnTo>
                  <a:lnTo>
                    <a:pt x="73092" y="77761"/>
                  </a:lnTo>
                  <a:lnTo>
                    <a:pt x="73078" y="78298"/>
                  </a:lnTo>
                  <a:lnTo>
                    <a:pt x="73028" y="80242"/>
                  </a:lnTo>
                  <a:lnTo>
                    <a:pt x="73006" y="81106"/>
                  </a:lnTo>
                  <a:lnTo>
                    <a:pt x="72779" y="81105"/>
                  </a:lnTo>
                  <a:lnTo>
                    <a:pt x="69256" y="81092"/>
                  </a:lnTo>
                  <a:lnTo>
                    <a:pt x="67275" y="81085"/>
                  </a:lnTo>
                  <a:lnTo>
                    <a:pt x="64747" y="81077"/>
                  </a:lnTo>
                  <a:lnTo>
                    <a:pt x="62743" y="81070"/>
                  </a:lnTo>
                  <a:lnTo>
                    <a:pt x="59267" y="81057"/>
                  </a:lnTo>
                  <a:lnTo>
                    <a:pt x="57572" y="81051"/>
                  </a:lnTo>
                  <a:lnTo>
                    <a:pt x="56863" y="81049"/>
                  </a:lnTo>
                  <a:lnTo>
                    <a:pt x="56504" y="81048"/>
                  </a:lnTo>
                  <a:lnTo>
                    <a:pt x="55962" y="81046"/>
                  </a:lnTo>
                  <a:lnTo>
                    <a:pt x="54689" y="81028"/>
                  </a:lnTo>
                  <a:lnTo>
                    <a:pt x="53024" y="81004"/>
                  </a:lnTo>
                  <a:lnTo>
                    <a:pt x="52556" y="80997"/>
                  </a:lnTo>
                  <a:lnTo>
                    <a:pt x="52078" y="80990"/>
                  </a:lnTo>
                  <a:lnTo>
                    <a:pt x="50598" y="80969"/>
                  </a:lnTo>
                  <a:lnTo>
                    <a:pt x="48348" y="80921"/>
                  </a:lnTo>
                  <a:lnTo>
                    <a:pt x="47725" y="80908"/>
                  </a:lnTo>
                  <a:lnTo>
                    <a:pt x="44458" y="80838"/>
                  </a:lnTo>
                  <a:lnTo>
                    <a:pt x="38545" y="80711"/>
                  </a:lnTo>
                  <a:lnTo>
                    <a:pt x="36235" y="80662"/>
                  </a:lnTo>
                  <a:lnTo>
                    <a:pt x="35942" y="80655"/>
                  </a:lnTo>
                  <a:lnTo>
                    <a:pt x="36203" y="78935"/>
                  </a:lnTo>
                  <a:lnTo>
                    <a:pt x="36423" y="77480"/>
                  </a:lnTo>
                  <a:lnTo>
                    <a:pt x="36493" y="77018"/>
                  </a:lnTo>
                  <a:lnTo>
                    <a:pt x="36825" y="74820"/>
                  </a:lnTo>
                  <a:lnTo>
                    <a:pt x="36855" y="74595"/>
                  </a:lnTo>
                  <a:lnTo>
                    <a:pt x="36923" y="74095"/>
                  </a:lnTo>
                  <a:lnTo>
                    <a:pt x="36991" y="73596"/>
                  </a:lnTo>
                  <a:lnTo>
                    <a:pt x="37028" y="73322"/>
                  </a:lnTo>
                  <a:lnTo>
                    <a:pt x="37164" y="72318"/>
                  </a:lnTo>
                  <a:lnTo>
                    <a:pt x="37279" y="71478"/>
                  </a:lnTo>
                  <a:lnTo>
                    <a:pt x="37301" y="71318"/>
                  </a:lnTo>
                  <a:lnTo>
                    <a:pt x="37428" y="70416"/>
                  </a:lnTo>
                  <a:lnTo>
                    <a:pt x="37503" y="69884"/>
                  </a:lnTo>
                  <a:lnTo>
                    <a:pt x="37571" y="69406"/>
                  </a:lnTo>
                  <a:lnTo>
                    <a:pt x="37664" y="68742"/>
                  </a:lnTo>
                  <a:lnTo>
                    <a:pt x="37757" y="68084"/>
                  </a:lnTo>
                  <a:lnTo>
                    <a:pt x="37865" y="67317"/>
                  </a:lnTo>
                  <a:lnTo>
                    <a:pt x="38008" y="66301"/>
                  </a:lnTo>
                  <a:lnTo>
                    <a:pt x="38131" y="65429"/>
                  </a:lnTo>
                  <a:lnTo>
                    <a:pt x="38313" y="64141"/>
                  </a:lnTo>
                  <a:lnTo>
                    <a:pt x="38382" y="63650"/>
                  </a:lnTo>
                  <a:lnTo>
                    <a:pt x="38568" y="62332"/>
                  </a:lnTo>
                  <a:lnTo>
                    <a:pt x="38647" y="61771"/>
                  </a:lnTo>
                  <a:lnTo>
                    <a:pt x="38751" y="61030"/>
                  </a:lnTo>
                  <a:lnTo>
                    <a:pt x="38876" y="60143"/>
                  </a:lnTo>
                  <a:lnTo>
                    <a:pt x="39027" y="59073"/>
                  </a:lnTo>
                  <a:lnTo>
                    <a:pt x="39306" y="57093"/>
                  </a:lnTo>
                  <a:lnTo>
                    <a:pt x="39325" y="56957"/>
                  </a:lnTo>
                  <a:lnTo>
                    <a:pt x="39358" y="56725"/>
                  </a:lnTo>
                  <a:lnTo>
                    <a:pt x="39568" y="55234"/>
                  </a:lnTo>
                  <a:lnTo>
                    <a:pt x="39674" y="54482"/>
                  </a:lnTo>
                  <a:lnTo>
                    <a:pt x="39743" y="53990"/>
                  </a:lnTo>
                  <a:lnTo>
                    <a:pt x="39866" y="53195"/>
                  </a:lnTo>
                  <a:lnTo>
                    <a:pt x="39908" y="52940"/>
                  </a:lnTo>
                  <a:lnTo>
                    <a:pt x="40111" y="51690"/>
                  </a:lnTo>
                  <a:lnTo>
                    <a:pt x="40335" y="50313"/>
                  </a:lnTo>
                  <a:lnTo>
                    <a:pt x="40388" y="49987"/>
                  </a:lnTo>
                  <a:lnTo>
                    <a:pt x="40696" y="48094"/>
                  </a:lnTo>
                  <a:lnTo>
                    <a:pt x="40863" y="47071"/>
                  </a:lnTo>
                  <a:lnTo>
                    <a:pt x="40899" y="46849"/>
                  </a:lnTo>
                  <a:lnTo>
                    <a:pt x="41108" y="45560"/>
                  </a:lnTo>
                  <a:lnTo>
                    <a:pt x="41154" y="45277"/>
                  </a:lnTo>
                  <a:lnTo>
                    <a:pt x="41232" y="44800"/>
                  </a:lnTo>
                  <a:lnTo>
                    <a:pt x="41380" y="44087"/>
                  </a:lnTo>
                  <a:lnTo>
                    <a:pt x="41620" y="42930"/>
                  </a:lnTo>
                  <a:lnTo>
                    <a:pt x="41678" y="42653"/>
                  </a:lnTo>
                  <a:lnTo>
                    <a:pt x="41887" y="41646"/>
                  </a:lnTo>
                  <a:lnTo>
                    <a:pt x="41936" y="41410"/>
                  </a:lnTo>
                  <a:lnTo>
                    <a:pt x="42226" y="40015"/>
                  </a:lnTo>
                  <a:lnTo>
                    <a:pt x="42307" y="39626"/>
                  </a:lnTo>
                  <a:lnTo>
                    <a:pt x="42624" y="38102"/>
                  </a:lnTo>
                  <a:lnTo>
                    <a:pt x="42655" y="37953"/>
                  </a:lnTo>
                  <a:lnTo>
                    <a:pt x="42725" y="37612"/>
                  </a:lnTo>
                  <a:lnTo>
                    <a:pt x="42877" y="36884"/>
                  </a:lnTo>
                  <a:lnTo>
                    <a:pt x="43068" y="35964"/>
                  </a:lnTo>
                  <a:lnTo>
                    <a:pt x="41846" y="35760"/>
                  </a:lnTo>
                  <a:lnTo>
                    <a:pt x="41327" y="35674"/>
                  </a:lnTo>
                  <a:lnTo>
                    <a:pt x="41141" y="35642"/>
                  </a:lnTo>
                  <a:lnTo>
                    <a:pt x="40630" y="35557"/>
                  </a:lnTo>
                  <a:lnTo>
                    <a:pt x="40163" y="35472"/>
                  </a:lnTo>
                  <a:lnTo>
                    <a:pt x="38047" y="35085"/>
                  </a:lnTo>
                  <a:lnTo>
                    <a:pt x="37072" y="34906"/>
                  </a:lnTo>
                  <a:lnTo>
                    <a:pt x="36677" y="34834"/>
                  </a:lnTo>
                  <a:lnTo>
                    <a:pt x="34804" y="34491"/>
                  </a:lnTo>
                  <a:lnTo>
                    <a:pt x="34661" y="34465"/>
                  </a:lnTo>
                  <a:lnTo>
                    <a:pt x="34468" y="34429"/>
                  </a:lnTo>
                  <a:lnTo>
                    <a:pt x="32954" y="34255"/>
                  </a:lnTo>
                  <a:lnTo>
                    <a:pt x="31580" y="34097"/>
                  </a:lnTo>
                  <a:lnTo>
                    <a:pt x="31088" y="34041"/>
                  </a:lnTo>
                  <a:lnTo>
                    <a:pt x="30205" y="34043"/>
                  </a:lnTo>
                  <a:lnTo>
                    <a:pt x="29789" y="34044"/>
                  </a:lnTo>
                  <a:lnTo>
                    <a:pt x="27256" y="34051"/>
                  </a:lnTo>
                  <a:lnTo>
                    <a:pt x="26737" y="34052"/>
                  </a:lnTo>
                  <a:lnTo>
                    <a:pt x="26236" y="34053"/>
                  </a:lnTo>
                  <a:lnTo>
                    <a:pt x="25997" y="34054"/>
                  </a:lnTo>
                  <a:lnTo>
                    <a:pt x="25768" y="34055"/>
                  </a:lnTo>
                  <a:lnTo>
                    <a:pt x="25010" y="34217"/>
                  </a:lnTo>
                  <a:lnTo>
                    <a:pt x="23633" y="34512"/>
                  </a:lnTo>
                  <a:lnTo>
                    <a:pt x="21734" y="34919"/>
                  </a:lnTo>
                  <a:lnTo>
                    <a:pt x="21466" y="34976"/>
                  </a:lnTo>
                  <a:lnTo>
                    <a:pt x="20663" y="35148"/>
                  </a:lnTo>
                  <a:lnTo>
                    <a:pt x="20425" y="35200"/>
                  </a:lnTo>
                  <a:lnTo>
                    <a:pt x="19681" y="35401"/>
                  </a:lnTo>
                  <a:lnTo>
                    <a:pt x="18706" y="35665"/>
                  </a:lnTo>
                  <a:lnTo>
                    <a:pt x="18576" y="35700"/>
                  </a:lnTo>
                  <a:lnTo>
                    <a:pt x="15873" y="36432"/>
                  </a:lnTo>
                  <a:lnTo>
                    <a:pt x="13927" y="36958"/>
                  </a:lnTo>
                  <a:lnTo>
                    <a:pt x="13590" y="37050"/>
                  </a:lnTo>
                  <a:lnTo>
                    <a:pt x="11290" y="37672"/>
                  </a:lnTo>
                  <a:lnTo>
                    <a:pt x="11112" y="37720"/>
                  </a:lnTo>
                  <a:lnTo>
                    <a:pt x="10906" y="37776"/>
                  </a:lnTo>
                  <a:lnTo>
                    <a:pt x="10184" y="38015"/>
                  </a:lnTo>
                  <a:lnTo>
                    <a:pt x="9368" y="38285"/>
                  </a:lnTo>
                  <a:lnTo>
                    <a:pt x="8963" y="38418"/>
                  </a:lnTo>
                  <a:lnTo>
                    <a:pt x="8879" y="38099"/>
                  </a:lnTo>
                  <a:lnTo>
                    <a:pt x="8631" y="37162"/>
                  </a:lnTo>
                  <a:lnTo>
                    <a:pt x="8380" y="36211"/>
                  </a:lnTo>
                  <a:lnTo>
                    <a:pt x="7804" y="34027"/>
                  </a:lnTo>
                  <a:lnTo>
                    <a:pt x="7692" y="33601"/>
                  </a:lnTo>
                  <a:lnTo>
                    <a:pt x="7637" y="33395"/>
                  </a:lnTo>
                  <a:lnTo>
                    <a:pt x="7384" y="32435"/>
                  </a:lnTo>
                  <a:lnTo>
                    <a:pt x="7182" y="31670"/>
                  </a:lnTo>
                  <a:lnTo>
                    <a:pt x="6988" y="30934"/>
                  </a:lnTo>
                  <a:lnTo>
                    <a:pt x="6403" y="28719"/>
                  </a:lnTo>
                  <a:lnTo>
                    <a:pt x="6043" y="27355"/>
                  </a:lnTo>
                  <a:lnTo>
                    <a:pt x="5827" y="26535"/>
                  </a:lnTo>
                  <a:lnTo>
                    <a:pt x="5492" y="25264"/>
                  </a:lnTo>
                  <a:lnTo>
                    <a:pt x="5348" y="24721"/>
                  </a:lnTo>
                  <a:lnTo>
                    <a:pt x="5203" y="24184"/>
                  </a:lnTo>
                  <a:lnTo>
                    <a:pt x="5085" y="23748"/>
                  </a:lnTo>
                  <a:lnTo>
                    <a:pt x="4222" y="20551"/>
                  </a:lnTo>
                  <a:lnTo>
                    <a:pt x="4161" y="20326"/>
                  </a:lnTo>
                  <a:lnTo>
                    <a:pt x="3950" y="19547"/>
                  </a:lnTo>
                  <a:lnTo>
                    <a:pt x="3356" y="17347"/>
                  </a:lnTo>
                  <a:lnTo>
                    <a:pt x="3157" y="16610"/>
                  </a:lnTo>
                  <a:lnTo>
                    <a:pt x="3034" y="16157"/>
                  </a:lnTo>
                  <a:lnTo>
                    <a:pt x="2969" y="15899"/>
                  </a:lnTo>
                  <a:lnTo>
                    <a:pt x="2908" y="15660"/>
                  </a:lnTo>
                  <a:lnTo>
                    <a:pt x="2819" y="15309"/>
                  </a:lnTo>
                  <a:lnTo>
                    <a:pt x="2187" y="12820"/>
                  </a:lnTo>
                  <a:lnTo>
                    <a:pt x="2018" y="12154"/>
                  </a:lnTo>
                  <a:lnTo>
                    <a:pt x="1647" y="10694"/>
                  </a:lnTo>
                  <a:lnTo>
                    <a:pt x="1577" y="10418"/>
                  </a:lnTo>
                  <a:lnTo>
                    <a:pt x="1523" y="10207"/>
                  </a:lnTo>
                  <a:lnTo>
                    <a:pt x="1212" y="8984"/>
                  </a:lnTo>
                  <a:lnTo>
                    <a:pt x="968" y="8023"/>
                  </a:lnTo>
                  <a:lnTo>
                    <a:pt x="911" y="7788"/>
                  </a:lnTo>
                  <a:lnTo>
                    <a:pt x="413" y="5753"/>
                  </a:lnTo>
                  <a:lnTo>
                    <a:pt x="239" y="5039"/>
                  </a:lnTo>
                  <a:lnTo>
                    <a:pt x="0" y="4062"/>
                  </a:lnTo>
                  <a:lnTo>
                    <a:pt x="532" y="3899"/>
                  </a:lnTo>
                  <a:lnTo>
                    <a:pt x="1262" y="3674"/>
                  </a:lnTo>
                  <a:lnTo>
                    <a:pt x="2547" y="3280"/>
                  </a:lnTo>
                  <a:lnTo>
                    <a:pt x="3373" y="3110"/>
                  </a:lnTo>
                  <a:lnTo>
                    <a:pt x="4364" y="2906"/>
                  </a:lnTo>
                  <a:lnTo>
                    <a:pt x="6096" y="2549"/>
                  </a:lnTo>
                  <a:lnTo>
                    <a:pt x="6323" y="2503"/>
                  </a:lnTo>
                  <a:lnTo>
                    <a:pt x="6659" y="2434"/>
                  </a:lnTo>
                  <a:lnTo>
                    <a:pt x="9156" y="1920"/>
                  </a:lnTo>
                  <a:lnTo>
                    <a:pt x="11125" y="1642"/>
                  </a:lnTo>
                  <a:lnTo>
                    <a:pt x="12006" y="1518"/>
                  </a:lnTo>
                  <a:lnTo>
                    <a:pt x="12188" y="1492"/>
                  </a:lnTo>
                  <a:lnTo>
                    <a:pt x="15887" y="971"/>
                  </a:lnTo>
                  <a:lnTo>
                    <a:pt x="16480" y="887"/>
                  </a:lnTo>
                  <a:lnTo>
                    <a:pt x="18438" y="611"/>
                  </a:lnTo>
                  <a:lnTo>
                    <a:pt x="18570" y="600"/>
                  </a:lnTo>
                  <a:lnTo>
                    <a:pt x="22969" y="282"/>
                  </a:lnTo>
                  <a:lnTo>
                    <a:pt x="23482" y="245"/>
                  </a:lnTo>
                  <a:lnTo>
                    <a:pt x="24893" y="143"/>
                  </a:lnTo>
                  <a:lnTo>
                    <a:pt x="28075" y="84"/>
                  </a:lnTo>
                  <a:lnTo>
                    <a:pt x="29222" y="62"/>
                  </a:lnTo>
                  <a:lnTo>
                    <a:pt x="31903" y="13"/>
                  </a:lnTo>
                  <a:lnTo>
                    <a:pt x="32611" y="0"/>
                  </a:lnTo>
                  <a:lnTo>
                    <a:pt x="39350" y="226"/>
                  </a:lnTo>
                  <a:lnTo>
                    <a:pt x="39481" y="241"/>
                  </a:lnTo>
                  <a:lnTo>
                    <a:pt x="39668" y="262"/>
                  </a:lnTo>
                  <a:lnTo>
                    <a:pt x="41529" y="469"/>
                  </a:lnTo>
                  <a:lnTo>
                    <a:pt x="42015" y="524"/>
                  </a:lnTo>
                  <a:lnTo>
                    <a:pt x="44174" y="765"/>
                  </a:lnTo>
                  <a:lnTo>
                    <a:pt x="44518" y="803"/>
                  </a:lnTo>
                  <a:lnTo>
                    <a:pt x="45048" y="863"/>
                  </a:lnTo>
                  <a:lnTo>
                    <a:pt x="45267" y="887"/>
                  </a:lnTo>
                  <a:lnTo>
                    <a:pt x="45598" y="924"/>
                  </a:lnTo>
                  <a:lnTo>
                    <a:pt x="46310" y="1005"/>
                  </a:lnTo>
                  <a:lnTo>
                    <a:pt x="46724" y="1090"/>
                  </a:lnTo>
                  <a:lnTo>
                    <a:pt x="48893" y="1533"/>
                  </a:lnTo>
                  <a:lnTo>
                    <a:pt x="51018" y="1967"/>
                  </a:lnTo>
                  <a:lnTo>
                    <a:pt x="51674" y="2101"/>
                  </a:lnTo>
                  <a:lnTo>
                    <a:pt x="52299" y="2228"/>
                  </a:lnTo>
                  <a:lnTo>
                    <a:pt x="53948" y="2565"/>
                  </a:lnTo>
                  <a:lnTo>
                    <a:pt x="54554" y="2689"/>
                  </a:lnTo>
                  <a:lnTo>
                    <a:pt x="55057" y="2791"/>
                  </a:lnTo>
                  <a:lnTo>
                    <a:pt x="55911" y="2966"/>
                  </a:lnTo>
                  <a:lnTo>
                    <a:pt x="58902" y="3577"/>
                  </a:lnTo>
                  <a:lnTo>
                    <a:pt x="59279" y="3654"/>
                  </a:lnTo>
                  <a:lnTo>
                    <a:pt x="59685" y="3743"/>
                  </a:lnTo>
                  <a:lnTo>
                    <a:pt x="60385" y="3897"/>
                  </a:lnTo>
                  <a:lnTo>
                    <a:pt x="60625" y="3950"/>
                  </a:lnTo>
                  <a:lnTo>
                    <a:pt x="61723" y="4192"/>
                  </a:lnTo>
                  <a:lnTo>
                    <a:pt x="63061" y="4487"/>
                  </a:lnTo>
                  <a:lnTo>
                    <a:pt x="64027" y="4700"/>
                  </a:lnTo>
                  <a:lnTo>
                    <a:pt x="65428" y="5009"/>
                  </a:lnTo>
                  <a:lnTo>
                    <a:pt x="65882" y="5109"/>
                  </a:lnTo>
                  <a:lnTo>
                    <a:pt x="66476" y="5240"/>
                  </a:lnTo>
                  <a:lnTo>
                    <a:pt x="67158" y="5390"/>
                  </a:lnTo>
                  <a:lnTo>
                    <a:pt x="68287" y="5639"/>
                  </a:lnTo>
                  <a:lnTo>
                    <a:pt x="70678" y="6166"/>
                  </a:lnTo>
                  <a:lnTo>
                    <a:pt x="71308" y="6305"/>
                  </a:lnTo>
                  <a:lnTo>
                    <a:pt x="71781" y="6409"/>
                  </a:lnTo>
                  <a:lnTo>
                    <a:pt x="73803" y="6855"/>
                  </a:lnTo>
                  <a:lnTo>
                    <a:pt x="75759" y="7286"/>
                  </a:lnTo>
                  <a:lnTo>
                    <a:pt x="82642" y="8719"/>
                  </a:lnTo>
                  <a:lnTo>
                    <a:pt x="83495" y="8991"/>
                  </a:lnTo>
                  <a:lnTo>
                    <a:pt x="83406" y="9347"/>
                  </a:lnTo>
                  <a:lnTo>
                    <a:pt x="83026" y="11067"/>
                  </a:lnTo>
                  <a:lnTo>
                    <a:pt x="82353" y="14115"/>
                  </a:lnTo>
                  <a:lnTo>
                    <a:pt x="82292" y="14390"/>
                  </a:lnTo>
                  <a:lnTo>
                    <a:pt x="82237" y="14636"/>
                  </a:lnTo>
                  <a:lnTo>
                    <a:pt x="82168" y="14952"/>
                  </a:lnTo>
                  <a:lnTo>
                    <a:pt x="82116" y="15188"/>
                  </a:lnTo>
                  <a:lnTo>
                    <a:pt x="82070" y="15396"/>
                  </a:lnTo>
                  <a:lnTo>
                    <a:pt x="81809" y="16576"/>
                  </a:lnTo>
                  <a:lnTo>
                    <a:pt x="80970" y="20370"/>
                  </a:lnTo>
                  <a:lnTo>
                    <a:pt x="80800" y="21142"/>
                  </a:lnTo>
                  <a:lnTo>
                    <a:pt x="80477" y="22602"/>
                  </a:lnTo>
                  <a:lnTo>
                    <a:pt x="79560" y="26750"/>
                  </a:lnTo>
                  <a:lnTo>
                    <a:pt x="79459" y="27209"/>
                  </a:lnTo>
                  <a:lnTo>
                    <a:pt x="78915" y="29667"/>
                  </a:lnTo>
                  <a:lnTo>
                    <a:pt x="78633" y="30947"/>
                  </a:lnTo>
                  <a:lnTo>
                    <a:pt x="78589" y="3114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8" name="pg437"/>
            <p:cNvSpPr/>
            <p:nvPr/>
          </p:nvSpPr>
          <p:spPr>
            <a:xfrm>
              <a:off x="4323670" y="5093371"/>
              <a:ext cx="105128" cy="88674"/>
            </a:xfrm>
            <a:custGeom>
              <a:avLst/>
              <a:pathLst>
                <a:path w="105128" h="88674">
                  <a:moveTo>
                    <a:pt x="13566" y="14074"/>
                  </a:moveTo>
                  <a:lnTo>
                    <a:pt x="16238" y="14141"/>
                  </a:lnTo>
                  <a:lnTo>
                    <a:pt x="17669" y="14126"/>
                  </a:lnTo>
                  <a:lnTo>
                    <a:pt x="19175" y="14186"/>
                  </a:lnTo>
                  <a:lnTo>
                    <a:pt x="20860" y="14364"/>
                  </a:lnTo>
                  <a:lnTo>
                    <a:pt x="22873" y="14558"/>
                  </a:lnTo>
                  <a:lnTo>
                    <a:pt x="24721" y="14827"/>
                  </a:lnTo>
                  <a:lnTo>
                    <a:pt x="26308" y="15089"/>
                  </a:lnTo>
                  <a:lnTo>
                    <a:pt x="27524" y="15319"/>
                  </a:lnTo>
                  <a:lnTo>
                    <a:pt x="28732" y="15542"/>
                  </a:lnTo>
                  <a:lnTo>
                    <a:pt x="30268" y="16005"/>
                  </a:lnTo>
                  <a:lnTo>
                    <a:pt x="31718" y="16434"/>
                  </a:lnTo>
                  <a:lnTo>
                    <a:pt x="32564" y="16705"/>
                  </a:lnTo>
                  <a:lnTo>
                    <a:pt x="35755" y="17853"/>
                  </a:lnTo>
                  <a:lnTo>
                    <a:pt x="37229" y="18419"/>
                  </a:lnTo>
                  <a:lnTo>
                    <a:pt x="37468" y="18503"/>
                  </a:lnTo>
                  <a:lnTo>
                    <a:pt x="38960" y="19031"/>
                  </a:lnTo>
                  <a:lnTo>
                    <a:pt x="42641" y="20418"/>
                  </a:lnTo>
                  <a:lnTo>
                    <a:pt x="43037" y="20583"/>
                  </a:lnTo>
                  <a:lnTo>
                    <a:pt x="43892" y="20939"/>
                  </a:lnTo>
                  <a:lnTo>
                    <a:pt x="46094" y="21857"/>
                  </a:lnTo>
                  <a:lnTo>
                    <a:pt x="48106" y="22695"/>
                  </a:lnTo>
                  <a:lnTo>
                    <a:pt x="54973" y="25487"/>
                  </a:lnTo>
                  <a:lnTo>
                    <a:pt x="55487" y="25695"/>
                  </a:lnTo>
                  <a:lnTo>
                    <a:pt x="62824" y="28669"/>
                  </a:lnTo>
                  <a:lnTo>
                    <a:pt x="67475" y="30554"/>
                  </a:lnTo>
                  <a:lnTo>
                    <a:pt x="68131" y="30820"/>
                  </a:lnTo>
                  <a:lnTo>
                    <a:pt x="71521" y="32194"/>
                  </a:lnTo>
                  <a:lnTo>
                    <a:pt x="71737" y="32278"/>
                  </a:lnTo>
                  <a:lnTo>
                    <a:pt x="79887" y="35477"/>
                  </a:lnTo>
                  <a:lnTo>
                    <a:pt x="87853" y="38803"/>
                  </a:lnTo>
                  <a:lnTo>
                    <a:pt x="88067" y="38871"/>
                  </a:lnTo>
                  <a:lnTo>
                    <a:pt x="90011" y="39487"/>
                  </a:lnTo>
                  <a:lnTo>
                    <a:pt x="91964" y="40188"/>
                  </a:lnTo>
                  <a:lnTo>
                    <a:pt x="95624" y="41180"/>
                  </a:lnTo>
                  <a:lnTo>
                    <a:pt x="96923" y="41469"/>
                  </a:lnTo>
                  <a:lnTo>
                    <a:pt x="97195" y="41529"/>
                  </a:lnTo>
                  <a:lnTo>
                    <a:pt x="100150" y="42185"/>
                  </a:lnTo>
                  <a:lnTo>
                    <a:pt x="104866" y="43231"/>
                  </a:lnTo>
                  <a:lnTo>
                    <a:pt x="105128" y="43289"/>
                  </a:lnTo>
                  <a:lnTo>
                    <a:pt x="105073" y="43529"/>
                  </a:lnTo>
                  <a:lnTo>
                    <a:pt x="104874" y="44398"/>
                  </a:lnTo>
                  <a:lnTo>
                    <a:pt x="104264" y="47058"/>
                  </a:lnTo>
                  <a:lnTo>
                    <a:pt x="103866" y="48885"/>
                  </a:lnTo>
                  <a:lnTo>
                    <a:pt x="103025" y="52745"/>
                  </a:lnTo>
                  <a:lnTo>
                    <a:pt x="102671" y="54370"/>
                  </a:lnTo>
                  <a:lnTo>
                    <a:pt x="102581" y="54784"/>
                  </a:lnTo>
                  <a:lnTo>
                    <a:pt x="102420" y="55524"/>
                  </a:lnTo>
                  <a:lnTo>
                    <a:pt x="102103" y="56979"/>
                  </a:lnTo>
                  <a:lnTo>
                    <a:pt x="101408" y="60160"/>
                  </a:lnTo>
                  <a:lnTo>
                    <a:pt x="101374" y="60306"/>
                  </a:lnTo>
                  <a:lnTo>
                    <a:pt x="101283" y="60702"/>
                  </a:lnTo>
                  <a:lnTo>
                    <a:pt x="101170" y="61193"/>
                  </a:lnTo>
                  <a:lnTo>
                    <a:pt x="100834" y="62650"/>
                  </a:lnTo>
                  <a:lnTo>
                    <a:pt x="100213" y="65303"/>
                  </a:lnTo>
                  <a:lnTo>
                    <a:pt x="100093" y="65816"/>
                  </a:lnTo>
                  <a:lnTo>
                    <a:pt x="99884" y="66709"/>
                  </a:lnTo>
                  <a:lnTo>
                    <a:pt x="99514" y="68292"/>
                  </a:lnTo>
                  <a:lnTo>
                    <a:pt x="99238" y="69469"/>
                  </a:lnTo>
                  <a:lnTo>
                    <a:pt x="98792" y="71376"/>
                  </a:lnTo>
                  <a:lnTo>
                    <a:pt x="98240" y="73738"/>
                  </a:lnTo>
                  <a:lnTo>
                    <a:pt x="98192" y="73940"/>
                  </a:lnTo>
                  <a:lnTo>
                    <a:pt x="97626" y="76363"/>
                  </a:lnTo>
                  <a:lnTo>
                    <a:pt x="97406" y="77303"/>
                  </a:lnTo>
                  <a:lnTo>
                    <a:pt x="96661" y="80487"/>
                  </a:lnTo>
                  <a:lnTo>
                    <a:pt x="96327" y="81914"/>
                  </a:lnTo>
                  <a:lnTo>
                    <a:pt x="96000" y="83310"/>
                  </a:lnTo>
                  <a:lnTo>
                    <a:pt x="95222" y="86638"/>
                  </a:lnTo>
                  <a:lnTo>
                    <a:pt x="94787" y="88498"/>
                  </a:lnTo>
                  <a:lnTo>
                    <a:pt x="94746" y="88674"/>
                  </a:lnTo>
                  <a:lnTo>
                    <a:pt x="93871" y="88491"/>
                  </a:lnTo>
                  <a:lnTo>
                    <a:pt x="86988" y="87058"/>
                  </a:lnTo>
                  <a:lnTo>
                    <a:pt x="85032" y="86627"/>
                  </a:lnTo>
                  <a:lnTo>
                    <a:pt x="83010" y="86182"/>
                  </a:lnTo>
                  <a:lnTo>
                    <a:pt x="82536" y="86077"/>
                  </a:lnTo>
                  <a:lnTo>
                    <a:pt x="81907" y="85939"/>
                  </a:lnTo>
                  <a:lnTo>
                    <a:pt x="79516" y="85412"/>
                  </a:lnTo>
                  <a:lnTo>
                    <a:pt x="78387" y="85163"/>
                  </a:lnTo>
                  <a:lnTo>
                    <a:pt x="77705" y="85013"/>
                  </a:lnTo>
                  <a:lnTo>
                    <a:pt x="77110" y="84882"/>
                  </a:lnTo>
                  <a:lnTo>
                    <a:pt x="76657" y="84782"/>
                  </a:lnTo>
                  <a:lnTo>
                    <a:pt x="75256" y="84473"/>
                  </a:lnTo>
                  <a:lnTo>
                    <a:pt x="74290" y="84260"/>
                  </a:lnTo>
                  <a:lnTo>
                    <a:pt x="72952" y="83965"/>
                  </a:lnTo>
                  <a:lnTo>
                    <a:pt x="71854" y="83723"/>
                  </a:lnTo>
                  <a:lnTo>
                    <a:pt x="71613" y="83670"/>
                  </a:lnTo>
                  <a:lnTo>
                    <a:pt x="70914" y="83516"/>
                  </a:lnTo>
                  <a:lnTo>
                    <a:pt x="70508" y="83426"/>
                  </a:lnTo>
                  <a:lnTo>
                    <a:pt x="70131" y="83349"/>
                  </a:lnTo>
                  <a:lnTo>
                    <a:pt x="67140" y="82739"/>
                  </a:lnTo>
                  <a:lnTo>
                    <a:pt x="66285" y="82564"/>
                  </a:lnTo>
                  <a:lnTo>
                    <a:pt x="65783" y="82461"/>
                  </a:lnTo>
                  <a:lnTo>
                    <a:pt x="65177" y="82338"/>
                  </a:lnTo>
                  <a:lnTo>
                    <a:pt x="63528" y="82001"/>
                  </a:lnTo>
                  <a:lnTo>
                    <a:pt x="62903" y="81873"/>
                  </a:lnTo>
                  <a:lnTo>
                    <a:pt x="62247" y="81739"/>
                  </a:lnTo>
                  <a:lnTo>
                    <a:pt x="60122" y="81305"/>
                  </a:lnTo>
                  <a:lnTo>
                    <a:pt x="57953" y="80863"/>
                  </a:lnTo>
                  <a:lnTo>
                    <a:pt x="57521" y="80774"/>
                  </a:lnTo>
                  <a:lnTo>
                    <a:pt x="56827" y="80697"/>
                  </a:lnTo>
                  <a:lnTo>
                    <a:pt x="56496" y="80660"/>
                  </a:lnTo>
                  <a:lnTo>
                    <a:pt x="56277" y="80635"/>
                  </a:lnTo>
                  <a:lnTo>
                    <a:pt x="55747" y="80576"/>
                  </a:lnTo>
                  <a:lnTo>
                    <a:pt x="55348" y="80532"/>
                  </a:lnTo>
                  <a:lnTo>
                    <a:pt x="53244" y="80297"/>
                  </a:lnTo>
                  <a:lnTo>
                    <a:pt x="52758" y="80242"/>
                  </a:lnTo>
                  <a:lnTo>
                    <a:pt x="50897" y="80034"/>
                  </a:lnTo>
                  <a:lnTo>
                    <a:pt x="50710" y="80014"/>
                  </a:lnTo>
                  <a:lnTo>
                    <a:pt x="50579" y="79999"/>
                  </a:lnTo>
                  <a:lnTo>
                    <a:pt x="43839" y="79772"/>
                  </a:lnTo>
                  <a:lnTo>
                    <a:pt x="43124" y="79786"/>
                  </a:lnTo>
                  <a:lnTo>
                    <a:pt x="40451" y="79835"/>
                  </a:lnTo>
                  <a:lnTo>
                    <a:pt x="39226" y="79858"/>
                  </a:lnTo>
                  <a:lnTo>
                    <a:pt x="36122" y="79915"/>
                  </a:lnTo>
                  <a:lnTo>
                    <a:pt x="34711" y="80017"/>
                  </a:lnTo>
                  <a:lnTo>
                    <a:pt x="34198" y="80055"/>
                  </a:lnTo>
                  <a:lnTo>
                    <a:pt x="29799" y="80373"/>
                  </a:lnTo>
                  <a:lnTo>
                    <a:pt x="29667" y="80384"/>
                  </a:lnTo>
                  <a:lnTo>
                    <a:pt x="27709" y="80660"/>
                  </a:lnTo>
                  <a:lnTo>
                    <a:pt x="27116" y="80743"/>
                  </a:lnTo>
                  <a:lnTo>
                    <a:pt x="23417" y="81265"/>
                  </a:lnTo>
                  <a:lnTo>
                    <a:pt x="23235" y="81291"/>
                  </a:lnTo>
                  <a:lnTo>
                    <a:pt x="22354" y="81415"/>
                  </a:lnTo>
                  <a:lnTo>
                    <a:pt x="20384" y="81693"/>
                  </a:lnTo>
                  <a:lnTo>
                    <a:pt x="17888" y="82206"/>
                  </a:lnTo>
                  <a:lnTo>
                    <a:pt x="17551" y="82276"/>
                  </a:lnTo>
                  <a:lnTo>
                    <a:pt x="17325" y="82322"/>
                  </a:lnTo>
                  <a:lnTo>
                    <a:pt x="15593" y="82679"/>
                  </a:lnTo>
                  <a:lnTo>
                    <a:pt x="14602" y="82882"/>
                  </a:lnTo>
                  <a:lnTo>
                    <a:pt x="13776" y="83052"/>
                  </a:lnTo>
                  <a:lnTo>
                    <a:pt x="12490" y="83447"/>
                  </a:lnTo>
                  <a:lnTo>
                    <a:pt x="11761" y="83671"/>
                  </a:lnTo>
                  <a:lnTo>
                    <a:pt x="11228" y="83835"/>
                  </a:lnTo>
                  <a:lnTo>
                    <a:pt x="11061" y="83201"/>
                  </a:lnTo>
                  <a:lnTo>
                    <a:pt x="10696" y="81824"/>
                  </a:lnTo>
                  <a:lnTo>
                    <a:pt x="10329" y="80438"/>
                  </a:lnTo>
                  <a:lnTo>
                    <a:pt x="10054" y="79398"/>
                  </a:lnTo>
                  <a:lnTo>
                    <a:pt x="9604" y="77698"/>
                  </a:lnTo>
                  <a:lnTo>
                    <a:pt x="9446" y="77103"/>
                  </a:lnTo>
                  <a:lnTo>
                    <a:pt x="9318" y="76625"/>
                  </a:lnTo>
                  <a:lnTo>
                    <a:pt x="8257" y="72685"/>
                  </a:lnTo>
                  <a:lnTo>
                    <a:pt x="8184" y="72415"/>
                  </a:lnTo>
                  <a:lnTo>
                    <a:pt x="8004" y="71747"/>
                  </a:lnTo>
                  <a:lnTo>
                    <a:pt x="7968" y="71613"/>
                  </a:lnTo>
                  <a:lnTo>
                    <a:pt x="6447" y="65961"/>
                  </a:lnTo>
                  <a:lnTo>
                    <a:pt x="5689" y="63148"/>
                  </a:lnTo>
                  <a:lnTo>
                    <a:pt x="5330" y="61731"/>
                  </a:lnTo>
                  <a:lnTo>
                    <a:pt x="3805" y="55711"/>
                  </a:lnTo>
                  <a:lnTo>
                    <a:pt x="3757" y="55521"/>
                  </a:lnTo>
                  <a:lnTo>
                    <a:pt x="3701" y="55297"/>
                  </a:lnTo>
                  <a:lnTo>
                    <a:pt x="3651" y="55102"/>
                  </a:lnTo>
                  <a:lnTo>
                    <a:pt x="2747" y="51533"/>
                  </a:lnTo>
                  <a:lnTo>
                    <a:pt x="2559" y="50790"/>
                  </a:lnTo>
                  <a:lnTo>
                    <a:pt x="2406" y="50184"/>
                  </a:lnTo>
                  <a:lnTo>
                    <a:pt x="2254" y="49586"/>
                  </a:lnTo>
                  <a:lnTo>
                    <a:pt x="2215" y="49342"/>
                  </a:lnTo>
                  <a:lnTo>
                    <a:pt x="1725" y="46237"/>
                  </a:lnTo>
                  <a:lnTo>
                    <a:pt x="1313" y="43626"/>
                  </a:lnTo>
                  <a:lnTo>
                    <a:pt x="1202" y="42926"/>
                  </a:lnTo>
                  <a:lnTo>
                    <a:pt x="1021" y="41778"/>
                  </a:lnTo>
                  <a:lnTo>
                    <a:pt x="751" y="40067"/>
                  </a:lnTo>
                  <a:lnTo>
                    <a:pt x="582" y="38252"/>
                  </a:lnTo>
                  <a:lnTo>
                    <a:pt x="524" y="37634"/>
                  </a:lnTo>
                  <a:lnTo>
                    <a:pt x="0" y="32016"/>
                  </a:lnTo>
                  <a:lnTo>
                    <a:pt x="0" y="31576"/>
                  </a:lnTo>
                  <a:lnTo>
                    <a:pt x="0" y="31136"/>
                  </a:lnTo>
                  <a:lnTo>
                    <a:pt x="0" y="30827"/>
                  </a:lnTo>
                  <a:lnTo>
                    <a:pt x="0" y="27983"/>
                  </a:lnTo>
                  <a:lnTo>
                    <a:pt x="0" y="26827"/>
                  </a:lnTo>
                  <a:lnTo>
                    <a:pt x="18" y="25523"/>
                  </a:lnTo>
                  <a:lnTo>
                    <a:pt x="20" y="25344"/>
                  </a:lnTo>
                  <a:lnTo>
                    <a:pt x="88" y="20498"/>
                  </a:lnTo>
                  <a:lnTo>
                    <a:pt x="118" y="19091"/>
                  </a:lnTo>
                  <a:lnTo>
                    <a:pt x="160" y="18700"/>
                  </a:lnTo>
                  <a:lnTo>
                    <a:pt x="604" y="14566"/>
                  </a:lnTo>
                  <a:lnTo>
                    <a:pt x="621" y="14435"/>
                  </a:lnTo>
                  <a:lnTo>
                    <a:pt x="683" y="13951"/>
                  </a:lnTo>
                  <a:lnTo>
                    <a:pt x="1056" y="11026"/>
                  </a:lnTo>
                  <a:lnTo>
                    <a:pt x="1111" y="10718"/>
                  </a:lnTo>
                  <a:lnTo>
                    <a:pt x="1510" y="8482"/>
                  </a:lnTo>
                  <a:lnTo>
                    <a:pt x="1812" y="6785"/>
                  </a:lnTo>
                  <a:lnTo>
                    <a:pt x="1864" y="6496"/>
                  </a:lnTo>
                  <a:lnTo>
                    <a:pt x="1958" y="6066"/>
                  </a:lnTo>
                  <a:lnTo>
                    <a:pt x="2006" y="5845"/>
                  </a:lnTo>
                  <a:lnTo>
                    <a:pt x="2105" y="5389"/>
                  </a:lnTo>
                  <a:lnTo>
                    <a:pt x="2157" y="5153"/>
                  </a:lnTo>
                  <a:lnTo>
                    <a:pt x="2344" y="4297"/>
                  </a:lnTo>
                  <a:lnTo>
                    <a:pt x="2447" y="3825"/>
                  </a:lnTo>
                  <a:lnTo>
                    <a:pt x="2534" y="3425"/>
                  </a:lnTo>
                  <a:lnTo>
                    <a:pt x="2813" y="2106"/>
                  </a:lnTo>
                  <a:lnTo>
                    <a:pt x="2937" y="1522"/>
                  </a:lnTo>
                  <a:lnTo>
                    <a:pt x="3067" y="909"/>
                  </a:lnTo>
                  <a:lnTo>
                    <a:pt x="3212" y="224"/>
                  </a:lnTo>
                  <a:lnTo>
                    <a:pt x="3265" y="0"/>
                  </a:lnTo>
                  <a:lnTo>
                    <a:pt x="3434" y="43"/>
                  </a:lnTo>
                  <a:lnTo>
                    <a:pt x="9545" y="1604"/>
                  </a:lnTo>
                  <a:lnTo>
                    <a:pt x="10811" y="1949"/>
                  </a:lnTo>
                  <a:lnTo>
                    <a:pt x="11045" y="2012"/>
                  </a:lnTo>
                  <a:lnTo>
                    <a:pt x="12341" y="2351"/>
                  </a:lnTo>
                  <a:lnTo>
                    <a:pt x="14005" y="2912"/>
                  </a:lnTo>
                  <a:lnTo>
                    <a:pt x="14806" y="3202"/>
                  </a:lnTo>
                  <a:lnTo>
                    <a:pt x="15175" y="3443"/>
                  </a:lnTo>
                  <a:lnTo>
                    <a:pt x="15073" y="4010"/>
                  </a:lnTo>
                  <a:lnTo>
                    <a:pt x="14263" y="8507"/>
                  </a:lnTo>
                  <a:lnTo>
                    <a:pt x="13736" y="11632"/>
                  </a:lnTo>
                  <a:lnTo>
                    <a:pt x="13325" y="1406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39" name="pg438"/>
            <p:cNvSpPr/>
            <p:nvPr/>
          </p:nvSpPr>
          <p:spPr>
            <a:xfrm>
              <a:off x="4210914" y="5112199"/>
              <a:ext cx="123984" cy="78534"/>
            </a:xfrm>
            <a:custGeom>
              <a:avLst/>
              <a:pathLst>
                <a:path w="123984" h="78534">
                  <a:moveTo>
                    <a:pt x="105348" y="114"/>
                  </a:moveTo>
                  <a:lnTo>
                    <a:pt x="111899" y="383"/>
                  </a:lnTo>
                  <a:lnTo>
                    <a:pt x="112862" y="367"/>
                  </a:lnTo>
                  <a:lnTo>
                    <a:pt x="112844" y="1670"/>
                  </a:lnTo>
                  <a:lnTo>
                    <a:pt x="112776" y="6517"/>
                  </a:lnTo>
                  <a:lnTo>
                    <a:pt x="112773" y="6695"/>
                  </a:lnTo>
                  <a:lnTo>
                    <a:pt x="112755" y="8000"/>
                  </a:lnTo>
                  <a:lnTo>
                    <a:pt x="112755" y="9156"/>
                  </a:lnTo>
                  <a:lnTo>
                    <a:pt x="112755" y="11999"/>
                  </a:lnTo>
                  <a:lnTo>
                    <a:pt x="112755" y="12309"/>
                  </a:lnTo>
                  <a:lnTo>
                    <a:pt x="112755" y="12748"/>
                  </a:lnTo>
                  <a:lnTo>
                    <a:pt x="112755" y="13188"/>
                  </a:lnTo>
                  <a:lnTo>
                    <a:pt x="113279" y="18806"/>
                  </a:lnTo>
                  <a:lnTo>
                    <a:pt x="113337" y="19425"/>
                  </a:lnTo>
                  <a:lnTo>
                    <a:pt x="113506" y="21240"/>
                  </a:lnTo>
                  <a:lnTo>
                    <a:pt x="113776" y="22950"/>
                  </a:lnTo>
                  <a:lnTo>
                    <a:pt x="113958" y="24099"/>
                  </a:lnTo>
                  <a:lnTo>
                    <a:pt x="114068" y="24798"/>
                  </a:lnTo>
                  <a:lnTo>
                    <a:pt x="114480" y="27409"/>
                  </a:lnTo>
                  <a:lnTo>
                    <a:pt x="114982" y="30583"/>
                  </a:lnTo>
                  <a:lnTo>
                    <a:pt x="115009" y="30758"/>
                  </a:lnTo>
                  <a:lnTo>
                    <a:pt x="115193" y="31482"/>
                  </a:lnTo>
                  <a:lnTo>
                    <a:pt x="115314" y="31962"/>
                  </a:lnTo>
                  <a:lnTo>
                    <a:pt x="115502" y="32705"/>
                  </a:lnTo>
                  <a:lnTo>
                    <a:pt x="116407" y="36275"/>
                  </a:lnTo>
                  <a:lnTo>
                    <a:pt x="116459" y="36481"/>
                  </a:lnTo>
                  <a:lnTo>
                    <a:pt x="116513" y="36693"/>
                  </a:lnTo>
                  <a:lnTo>
                    <a:pt x="116561" y="36883"/>
                  </a:lnTo>
                  <a:lnTo>
                    <a:pt x="118086" y="42904"/>
                  </a:lnTo>
                  <a:lnTo>
                    <a:pt x="118444" y="44320"/>
                  </a:lnTo>
                  <a:lnTo>
                    <a:pt x="119202" y="47134"/>
                  </a:lnTo>
                  <a:lnTo>
                    <a:pt x="120724" y="52785"/>
                  </a:lnTo>
                  <a:lnTo>
                    <a:pt x="120766" y="52944"/>
                  </a:lnTo>
                  <a:lnTo>
                    <a:pt x="120940" y="53588"/>
                  </a:lnTo>
                  <a:lnTo>
                    <a:pt x="121012" y="53857"/>
                  </a:lnTo>
                  <a:lnTo>
                    <a:pt x="122073" y="57797"/>
                  </a:lnTo>
                  <a:lnTo>
                    <a:pt x="122202" y="58276"/>
                  </a:lnTo>
                  <a:lnTo>
                    <a:pt x="122359" y="58871"/>
                  </a:lnTo>
                  <a:lnTo>
                    <a:pt x="122831" y="60654"/>
                  </a:lnTo>
                  <a:lnTo>
                    <a:pt x="123084" y="61610"/>
                  </a:lnTo>
                  <a:lnTo>
                    <a:pt x="123451" y="62997"/>
                  </a:lnTo>
                  <a:lnTo>
                    <a:pt x="123816" y="64374"/>
                  </a:lnTo>
                  <a:lnTo>
                    <a:pt x="123984" y="65007"/>
                  </a:lnTo>
                  <a:lnTo>
                    <a:pt x="122647" y="65341"/>
                  </a:lnTo>
                  <a:lnTo>
                    <a:pt x="121812" y="65549"/>
                  </a:lnTo>
                  <a:lnTo>
                    <a:pt x="118745" y="66314"/>
                  </a:lnTo>
                  <a:lnTo>
                    <a:pt x="117938" y="66515"/>
                  </a:lnTo>
                  <a:lnTo>
                    <a:pt x="117641" y="66589"/>
                  </a:lnTo>
                  <a:lnTo>
                    <a:pt x="116498" y="66874"/>
                  </a:lnTo>
                  <a:lnTo>
                    <a:pt x="110905" y="68269"/>
                  </a:lnTo>
                  <a:lnTo>
                    <a:pt x="110682" y="68325"/>
                  </a:lnTo>
                  <a:lnTo>
                    <a:pt x="108712" y="68811"/>
                  </a:lnTo>
                  <a:lnTo>
                    <a:pt x="108066" y="68970"/>
                  </a:lnTo>
                  <a:lnTo>
                    <a:pt x="106210" y="69429"/>
                  </a:lnTo>
                  <a:lnTo>
                    <a:pt x="102304" y="70393"/>
                  </a:lnTo>
                  <a:lnTo>
                    <a:pt x="101731" y="70534"/>
                  </a:lnTo>
                  <a:lnTo>
                    <a:pt x="101102" y="70689"/>
                  </a:lnTo>
                  <a:lnTo>
                    <a:pt x="98983" y="71213"/>
                  </a:lnTo>
                  <a:lnTo>
                    <a:pt x="98843" y="71247"/>
                  </a:lnTo>
                  <a:lnTo>
                    <a:pt x="96313" y="71872"/>
                  </a:lnTo>
                  <a:lnTo>
                    <a:pt x="95476" y="72078"/>
                  </a:lnTo>
                  <a:lnTo>
                    <a:pt x="93578" y="72547"/>
                  </a:lnTo>
                  <a:lnTo>
                    <a:pt x="93163" y="72664"/>
                  </a:lnTo>
                  <a:lnTo>
                    <a:pt x="93026" y="72703"/>
                  </a:lnTo>
                  <a:lnTo>
                    <a:pt x="92610" y="72820"/>
                  </a:lnTo>
                  <a:lnTo>
                    <a:pt x="92260" y="72918"/>
                  </a:lnTo>
                  <a:lnTo>
                    <a:pt x="88820" y="73888"/>
                  </a:lnTo>
                  <a:lnTo>
                    <a:pt x="87336" y="74307"/>
                  </a:lnTo>
                  <a:lnTo>
                    <a:pt x="83982" y="75165"/>
                  </a:lnTo>
                  <a:lnTo>
                    <a:pt x="81958" y="75684"/>
                  </a:lnTo>
                  <a:lnTo>
                    <a:pt x="80913" y="75951"/>
                  </a:lnTo>
                  <a:lnTo>
                    <a:pt x="79605" y="76286"/>
                  </a:lnTo>
                  <a:lnTo>
                    <a:pt x="79213" y="76384"/>
                  </a:lnTo>
                  <a:lnTo>
                    <a:pt x="77820" y="76731"/>
                  </a:lnTo>
                  <a:lnTo>
                    <a:pt x="71402" y="78330"/>
                  </a:lnTo>
                  <a:lnTo>
                    <a:pt x="70585" y="78534"/>
                  </a:lnTo>
                  <a:lnTo>
                    <a:pt x="70111" y="78471"/>
                  </a:lnTo>
                  <a:lnTo>
                    <a:pt x="70070" y="78304"/>
                  </a:lnTo>
                  <a:lnTo>
                    <a:pt x="69622" y="76451"/>
                  </a:lnTo>
                  <a:lnTo>
                    <a:pt x="69527" y="76060"/>
                  </a:lnTo>
                  <a:lnTo>
                    <a:pt x="69360" y="75369"/>
                  </a:lnTo>
                  <a:lnTo>
                    <a:pt x="68794" y="73030"/>
                  </a:lnTo>
                  <a:lnTo>
                    <a:pt x="68700" y="72640"/>
                  </a:lnTo>
                  <a:lnTo>
                    <a:pt x="68609" y="72262"/>
                  </a:lnTo>
                  <a:lnTo>
                    <a:pt x="68566" y="72087"/>
                  </a:lnTo>
                  <a:lnTo>
                    <a:pt x="68517" y="71882"/>
                  </a:lnTo>
                  <a:lnTo>
                    <a:pt x="68396" y="71384"/>
                  </a:lnTo>
                  <a:lnTo>
                    <a:pt x="68154" y="70382"/>
                  </a:lnTo>
                  <a:lnTo>
                    <a:pt x="68025" y="69881"/>
                  </a:lnTo>
                  <a:lnTo>
                    <a:pt x="67811" y="69052"/>
                  </a:lnTo>
                  <a:lnTo>
                    <a:pt x="67613" y="68282"/>
                  </a:lnTo>
                  <a:lnTo>
                    <a:pt x="67107" y="66318"/>
                  </a:lnTo>
                  <a:lnTo>
                    <a:pt x="67025" y="66002"/>
                  </a:lnTo>
                  <a:lnTo>
                    <a:pt x="66947" y="65699"/>
                  </a:lnTo>
                  <a:lnTo>
                    <a:pt x="65815" y="61304"/>
                  </a:lnTo>
                  <a:lnTo>
                    <a:pt x="65610" y="60507"/>
                  </a:lnTo>
                  <a:lnTo>
                    <a:pt x="65176" y="58823"/>
                  </a:lnTo>
                  <a:lnTo>
                    <a:pt x="64478" y="56115"/>
                  </a:lnTo>
                  <a:lnTo>
                    <a:pt x="64426" y="55912"/>
                  </a:lnTo>
                  <a:lnTo>
                    <a:pt x="64391" y="55778"/>
                  </a:lnTo>
                  <a:lnTo>
                    <a:pt x="64152" y="54851"/>
                  </a:lnTo>
                  <a:lnTo>
                    <a:pt x="63580" y="52945"/>
                  </a:lnTo>
                  <a:lnTo>
                    <a:pt x="63164" y="51559"/>
                  </a:lnTo>
                  <a:lnTo>
                    <a:pt x="63051" y="51182"/>
                  </a:lnTo>
                  <a:lnTo>
                    <a:pt x="62590" y="49354"/>
                  </a:lnTo>
                  <a:lnTo>
                    <a:pt x="62003" y="47025"/>
                  </a:lnTo>
                  <a:lnTo>
                    <a:pt x="61755" y="46040"/>
                  </a:lnTo>
                  <a:lnTo>
                    <a:pt x="61406" y="45062"/>
                  </a:lnTo>
                  <a:lnTo>
                    <a:pt x="61333" y="44760"/>
                  </a:lnTo>
                  <a:lnTo>
                    <a:pt x="61281" y="44543"/>
                  </a:lnTo>
                  <a:lnTo>
                    <a:pt x="60392" y="44760"/>
                  </a:lnTo>
                  <a:lnTo>
                    <a:pt x="59408" y="45001"/>
                  </a:lnTo>
                  <a:lnTo>
                    <a:pt x="55525" y="45950"/>
                  </a:lnTo>
                  <a:lnTo>
                    <a:pt x="54178" y="46279"/>
                  </a:lnTo>
                  <a:lnTo>
                    <a:pt x="53927" y="46341"/>
                  </a:lnTo>
                  <a:lnTo>
                    <a:pt x="53751" y="46383"/>
                  </a:lnTo>
                  <a:lnTo>
                    <a:pt x="53552" y="46432"/>
                  </a:lnTo>
                  <a:lnTo>
                    <a:pt x="52807" y="46627"/>
                  </a:lnTo>
                  <a:lnTo>
                    <a:pt x="51118" y="47070"/>
                  </a:lnTo>
                  <a:lnTo>
                    <a:pt x="50574" y="47212"/>
                  </a:lnTo>
                  <a:lnTo>
                    <a:pt x="46335" y="48322"/>
                  </a:lnTo>
                  <a:lnTo>
                    <a:pt x="43615" y="49035"/>
                  </a:lnTo>
                  <a:lnTo>
                    <a:pt x="42996" y="49197"/>
                  </a:lnTo>
                  <a:lnTo>
                    <a:pt x="39968" y="49990"/>
                  </a:lnTo>
                  <a:lnTo>
                    <a:pt x="37625" y="50604"/>
                  </a:lnTo>
                  <a:lnTo>
                    <a:pt x="36458" y="50909"/>
                  </a:lnTo>
                  <a:lnTo>
                    <a:pt x="36209" y="50974"/>
                  </a:lnTo>
                  <a:lnTo>
                    <a:pt x="36004" y="51028"/>
                  </a:lnTo>
                  <a:lnTo>
                    <a:pt x="22775" y="54373"/>
                  </a:lnTo>
                  <a:lnTo>
                    <a:pt x="21191" y="54773"/>
                  </a:lnTo>
                  <a:lnTo>
                    <a:pt x="20381" y="54978"/>
                  </a:lnTo>
                  <a:lnTo>
                    <a:pt x="19216" y="55265"/>
                  </a:lnTo>
                  <a:lnTo>
                    <a:pt x="17320" y="55731"/>
                  </a:lnTo>
                  <a:lnTo>
                    <a:pt x="16658" y="55894"/>
                  </a:lnTo>
                  <a:lnTo>
                    <a:pt x="15831" y="56098"/>
                  </a:lnTo>
                  <a:lnTo>
                    <a:pt x="14280" y="56480"/>
                  </a:lnTo>
                  <a:lnTo>
                    <a:pt x="11693" y="57116"/>
                  </a:lnTo>
                  <a:lnTo>
                    <a:pt x="9381" y="57685"/>
                  </a:lnTo>
                  <a:lnTo>
                    <a:pt x="8382" y="57931"/>
                  </a:lnTo>
                  <a:lnTo>
                    <a:pt x="7908" y="56148"/>
                  </a:lnTo>
                  <a:lnTo>
                    <a:pt x="7837" y="55882"/>
                  </a:lnTo>
                  <a:lnTo>
                    <a:pt x="7447" y="54415"/>
                  </a:lnTo>
                  <a:lnTo>
                    <a:pt x="6560" y="51075"/>
                  </a:lnTo>
                  <a:lnTo>
                    <a:pt x="6393" y="50446"/>
                  </a:lnTo>
                  <a:lnTo>
                    <a:pt x="5388" y="46662"/>
                  </a:lnTo>
                  <a:lnTo>
                    <a:pt x="5327" y="46432"/>
                  </a:lnTo>
                  <a:lnTo>
                    <a:pt x="5180" y="45879"/>
                  </a:lnTo>
                  <a:lnTo>
                    <a:pt x="4960" y="45052"/>
                  </a:lnTo>
                  <a:lnTo>
                    <a:pt x="4906" y="44850"/>
                  </a:lnTo>
                  <a:lnTo>
                    <a:pt x="4834" y="44579"/>
                  </a:lnTo>
                  <a:lnTo>
                    <a:pt x="4670" y="43963"/>
                  </a:lnTo>
                  <a:lnTo>
                    <a:pt x="3648" y="40113"/>
                  </a:lnTo>
                  <a:lnTo>
                    <a:pt x="3550" y="39744"/>
                  </a:lnTo>
                  <a:lnTo>
                    <a:pt x="2384" y="35358"/>
                  </a:lnTo>
                  <a:lnTo>
                    <a:pt x="2114" y="34340"/>
                  </a:lnTo>
                  <a:lnTo>
                    <a:pt x="2050" y="34099"/>
                  </a:lnTo>
                  <a:lnTo>
                    <a:pt x="1881" y="33464"/>
                  </a:lnTo>
                  <a:lnTo>
                    <a:pt x="1608" y="32437"/>
                  </a:lnTo>
                  <a:lnTo>
                    <a:pt x="1033" y="30273"/>
                  </a:lnTo>
                  <a:lnTo>
                    <a:pt x="551" y="28458"/>
                  </a:lnTo>
                  <a:lnTo>
                    <a:pt x="304" y="27529"/>
                  </a:lnTo>
                  <a:lnTo>
                    <a:pt x="149" y="26944"/>
                  </a:lnTo>
                  <a:lnTo>
                    <a:pt x="0" y="26382"/>
                  </a:lnTo>
                  <a:lnTo>
                    <a:pt x="262" y="26253"/>
                  </a:lnTo>
                  <a:lnTo>
                    <a:pt x="996" y="25894"/>
                  </a:lnTo>
                  <a:lnTo>
                    <a:pt x="2120" y="25344"/>
                  </a:lnTo>
                  <a:lnTo>
                    <a:pt x="2670" y="25074"/>
                  </a:lnTo>
                  <a:lnTo>
                    <a:pt x="3683" y="24824"/>
                  </a:lnTo>
                  <a:lnTo>
                    <a:pt x="6653" y="24091"/>
                  </a:lnTo>
                  <a:lnTo>
                    <a:pt x="10225" y="23208"/>
                  </a:lnTo>
                  <a:lnTo>
                    <a:pt x="11302" y="22942"/>
                  </a:lnTo>
                  <a:lnTo>
                    <a:pt x="12874" y="22554"/>
                  </a:lnTo>
                  <a:lnTo>
                    <a:pt x="13861" y="22310"/>
                  </a:lnTo>
                  <a:lnTo>
                    <a:pt x="15105" y="22003"/>
                  </a:lnTo>
                  <a:lnTo>
                    <a:pt x="16472" y="21654"/>
                  </a:lnTo>
                  <a:lnTo>
                    <a:pt x="18531" y="21129"/>
                  </a:lnTo>
                  <a:lnTo>
                    <a:pt x="18711" y="21083"/>
                  </a:lnTo>
                  <a:lnTo>
                    <a:pt x="18881" y="21040"/>
                  </a:lnTo>
                  <a:lnTo>
                    <a:pt x="25249" y="19415"/>
                  </a:lnTo>
                  <a:lnTo>
                    <a:pt x="29448" y="18343"/>
                  </a:lnTo>
                  <a:lnTo>
                    <a:pt x="32895" y="17463"/>
                  </a:lnTo>
                  <a:lnTo>
                    <a:pt x="33180" y="17391"/>
                  </a:lnTo>
                  <a:lnTo>
                    <a:pt x="33604" y="17282"/>
                  </a:lnTo>
                  <a:lnTo>
                    <a:pt x="37630" y="16255"/>
                  </a:lnTo>
                  <a:lnTo>
                    <a:pt x="39467" y="15786"/>
                  </a:lnTo>
                  <a:lnTo>
                    <a:pt x="42449" y="15025"/>
                  </a:lnTo>
                  <a:lnTo>
                    <a:pt x="43943" y="14650"/>
                  </a:lnTo>
                  <a:lnTo>
                    <a:pt x="44547" y="14498"/>
                  </a:lnTo>
                  <a:lnTo>
                    <a:pt x="44950" y="14396"/>
                  </a:lnTo>
                  <a:lnTo>
                    <a:pt x="50389" y="13028"/>
                  </a:lnTo>
                  <a:lnTo>
                    <a:pt x="51164" y="12833"/>
                  </a:lnTo>
                  <a:lnTo>
                    <a:pt x="52272" y="12554"/>
                  </a:lnTo>
                  <a:lnTo>
                    <a:pt x="55226" y="11811"/>
                  </a:lnTo>
                  <a:lnTo>
                    <a:pt x="55596" y="11718"/>
                  </a:lnTo>
                  <a:lnTo>
                    <a:pt x="55791" y="11669"/>
                  </a:lnTo>
                  <a:lnTo>
                    <a:pt x="56528" y="11484"/>
                  </a:lnTo>
                  <a:lnTo>
                    <a:pt x="65674" y="9184"/>
                  </a:lnTo>
                  <a:lnTo>
                    <a:pt x="66263" y="9036"/>
                  </a:lnTo>
                  <a:lnTo>
                    <a:pt x="66581" y="8956"/>
                  </a:lnTo>
                  <a:lnTo>
                    <a:pt x="68976" y="8354"/>
                  </a:lnTo>
                  <a:lnTo>
                    <a:pt x="69534" y="8214"/>
                  </a:lnTo>
                  <a:lnTo>
                    <a:pt x="71393" y="7747"/>
                  </a:lnTo>
                  <a:lnTo>
                    <a:pt x="72022" y="7589"/>
                  </a:lnTo>
                  <a:lnTo>
                    <a:pt x="76295" y="6515"/>
                  </a:lnTo>
                  <a:lnTo>
                    <a:pt x="79098" y="5811"/>
                  </a:lnTo>
                  <a:lnTo>
                    <a:pt x="82657" y="4888"/>
                  </a:lnTo>
                  <a:lnTo>
                    <a:pt x="85721" y="4094"/>
                  </a:lnTo>
                  <a:lnTo>
                    <a:pt x="87155" y="3722"/>
                  </a:lnTo>
                  <a:lnTo>
                    <a:pt x="87394" y="3660"/>
                  </a:lnTo>
                  <a:lnTo>
                    <a:pt x="89358" y="3150"/>
                  </a:lnTo>
                  <a:lnTo>
                    <a:pt x="89684" y="3066"/>
                  </a:lnTo>
                  <a:lnTo>
                    <a:pt x="90010" y="2981"/>
                  </a:lnTo>
                  <a:lnTo>
                    <a:pt x="90411" y="2877"/>
                  </a:lnTo>
                  <a:lnTo>
                    <a:pt x="92329" y="2380"/>
                  </a:lnTo>
                  <a:lnTo>
                    <a:pt x="99107" y="622"/>
                  </a:lnTo>
                  <a:lnTo>
                    <a:pt x="102152" y="61"/>
                  </a:lnTo>
                  <a:lnTo>
                    <a:pt x="102583"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0" name="pg439"/>
            <p:cNvSpPr/>
            <p:nvPr/>
          </p:nvSpPr>
          <p:spPr>
            <a:xfrm>
              <a:off x="4178853" y="5115168"/>
              <a:ext cx="165008" cy="149277"/>
            </a:xfrm>
            <a:custGeom>
              <a:avLst/>
              <a:pathLst>
                <a:path w="165008" h="149277">
                  <a:moveTo>
                    <a:pt x="39969" y="53179"/>
                  </a:moveTo>
                  <a:lnTo>
                    <a:pt x="40443" y="54963"/>
                  </a:lnTo>
                  <a:lnTo>
                    <a:pt x="41442" y="54717"/>
                  </a:lnTo>
                  <a:lnTo>
                    <a:pt x="43755" y="54148"/>
                  </a:lnTo>
                  <a:lnTo>
                    <a:pt x="46341" y="53511"/>
                  </a:lnTo>
                  <a:lnTo>
                    <a:pt x="47965" y="53111"/>
                  </a:lnTo>
                  <a:lnTo>
                    <a:pt x="48719" y="52925"/>
                  </a:lnTo>
                  <a:lnTo>
                    <a:pt x="49381" y="52763"/>
                  </a:lnTo>
                  <a:lnTo>
                    <a:pt x="51277" y="52296"/>
                  </a:lnTo>
                  <a:lnTo>
                    <a:pt x="52442" y="52009"/>
                  </a:lnTo>
                  <a:lnTo>
                    <a:pt x="53252" y="51804"/>
                  </a:lnTo>
                  <a:lnTo>
                    <a:pt x="54837" y="51404"/>
                  </a:lnTo>
                  <a:lnTo>
                    <a:pt x="68065" y="48059"/>
                  </a:lnTo>
                  <a:lnTo>
                    <a:pt x="68270" y="48006"/>
                  </a:lnTo>
                  <a:lnTo>
                    <a:pt x="68520" y="47940"/>
                  </a:lnTo>
                  <a:lnTo>
                    <a:pt x="69686" y="47635"/>
                  </a:lnTo>
                  <a:lnTo>
                    <a:pt x="72030" y="47021"/>
                  </a:lnTo>
                  <a:lnTo>
                    <a:pt x="75057" y="46228"/>
                  </a:lnTo>
                  <a:lnTo>
                    <a:pt x="75676" y="46066"/>
                  </a:lnTo>
                  <a:lnTo>
                    <a:pt x="78396" y="45354"/>
                  </a:lnTo>
                  <a:lnTo>
                    <a:pt x="82635" y="44244"/>
                  </a:lnTo>
                  <a:lnTo>
                    <a:pt x="83179" y="44101"/>
                  </a:lnTo>
                  <a:lnTo>
                    <a:pt x="84868" y="43659"/>
                  </a:lnTo>
                  <a:lnTo>
                    <a:pt x="85613" y="43463"/>
                  </a:lnTo>
                  <a:lnTo>
                    <a:pt x="85822" y="43412"/>
                  </a:lnTo>
                  <a:lnTo>
                    <a:pt x="85988" y="43372"/>
                  </a:lnTo>
                  <a:lnTo>
                    <a:pt x="86240" y="43310"/>
                  </a:lnTo>
                  <a:lnTo>
                    <a:pt x="87587" y="42981"/>
                  </a:lnTo>
                  <a:lnTo>
                    <a:pt x="91469" y="42032"/>
                  </a:lnTo>
                  <a:lnTo>
                    <a:pt x="92453" y="41791"/>
                  </a:lnTo>
                  <a:lnTo>
                    <a:pt x="93342" y="41574"/>
                  </a:lnTo>
                  <a:lnTo>
                    <a:pt x="93395" y="41791"/>
                  </a:lnTo>
                  <a:lnTo>
                    <a:pt x="93563" y="42070"/>
                  </a:lnTo>
                  <a:lnTo>
                    <a:pt x="93816" y="43071"/>
                  </a:lnTo>
                  <a:lnTo>
                    <a:pt x="94064" y="44056"/>
                  </a:lnTo>
                  <a:lnTo>
                    <a:pt x="94652" y="46388"/>
                  </a:lnTo>
                  <a:lnTo>
                    <a:pt x="95112" y="48213"/>
                  </a:lnTo>
                  <a:lnTo>
                    <a:pt x="95226" y="48590"/>
                  </a:lnTo>
                  <a:lnTo>
                    <a:pt x="95641" y="49976"/>
                  </a:lnTo>
                  <a:lnTo>
                    <a:pt x="96240" y="51985"/>
                  </a:lnTo>
                  <a:lnTo>
                    <a:pt x="96452" y="52809"/>
                  </a:lnTo>
                  <a:lnTo>
                    <a:pt x="96487" y="52944"/>
                  </a:lnTo>
                  <a:lnTo>
                    <a:pt x="96539" y="53147"/>
                  </a:lnTo>
                  <a:lnTo>
                    <a:pt x="97237" y="55854"/>
                  </a:lnTo>
                  <a:lnTo>
                    <a:pt x="97674" y="57550"/>
                  </a:lnTo>
                  <a:lnTo>
                    <a:pt x="97876" y="58335"/>
                  </a:lnTo>
                  <a:lnTo>
                    <a:pt x="99012" y="62742"/>
                  </a:lnTo>
                  <a:lnTo>
                    <a:pt x="99109" y="63122"/>
                  </a:lnTo>
                  <a:lnTo>
                    <a:pt x="99168" y="63350"/>
                  </a:lnTo>
                  <a:lnTo>
                    <a:pt x="99674" y="65313"/>
                  </a:lnTo>
                  <a:lnTo>
                    <a:pt x="99873" y="66083"/>
                  </a:lnTo>
                  <a:lnTo>
                    <a:pt x="100086" y="66912"/>
                  </a:lnTo>
                  <a:lnTo>
                    <a:pt x="100215" y="67413"/>
                  </a:lnTo>
                  <a:lnTo>
                    <a:pt x="100457" y="68415"/>
                  </a:lnTo>
                  <a:lnTo>
                    <a:pt x="100578" y="68913"/>
                  </a:lnTo>
                  <a:lnTo>
                    <a:pt x="100627" y="69118"/>
                  </a:lnTo>
                  <a:lnTo>
                    <a:pt x="100670" y="69294"/>
                  </a:lnTo>
                  <a:lnTo>
                    <a:pt x="100761" y="69672"/>
                  </a:lnTo>
                  <a:lnTo>
                    <a:pt x="100856" y="70061"/>
                  </a:lnTo>
                  <a:lnTo>
                    <a:pt x="101421" y="72400"/>
                  </a:lnTo>
                  <a:lnTo>
                    <a:pt x="101589" y="73091"/>
                  </a:lnTo>
                  <a:lnTo>
                    <a:pt x="101683" y="73482"/>
                  </a:lnTo>
                  <a:lnTo>
                    <a:pt x="102131" y="75335"/>
                  </a:lnTo>
                  <a:lnTo>
                    <a:pt x="102213" y="75673"/>
                  </a:lnTo>
                  <a:lnTo>
                    <a:pt x="102646" y="75565"/>
                  </a:lnTo>
                  <a:lnTo>
                    <a:pt x="103463" y="75362"/>
                  </a:lnTo>
                  <a:lnTo>
                    <a:pt x="109881" y="73762"/>
                  </a:lnTo>
                  <a:lnTo>
                    <a:pt x="111275" y="73415"/>
                  </a:lnTo>
                  <a:lnTo>
                    <a:pt x="111666" y="73318"/>
                  </a:lnTo>
                  <a:lnTo>
                    <a:pt x="112974" y="72983"/>
                  </a:lnTo>
                  <a:lnTo>
                    <a:pt x="114020" y="72715"/>
                  </a:lnTo>
                  <a:lnTo>
                    <a:pt x="116043" y="72197"/>
                  </a:lnTo>
                  <a:lnTo>
                    <a:pt x="119397" y="71338"/>
                  </a:lnTo>
                  <a:lnTo>
                    <a:pt x="120881" y="70920"/>
                  </a:lnTo>
                  <a:lnTo>
                    <a:pt x="124323" y="69949"/>
                  </a:lnTo>
                  <a:lnTo>
                    <a:pt x="124671" y="69851"/>
                  </a:lnTo>
                  <a:lnTo>
                    <a:pt x="125087" y="69734"/>
                  </a:lnTo>
                  <a:lnTo>
                    <a:pt x="125225" y="69695"/>
                  </a:lnTo>
                  <a:lnTo>
                    <a:pt x="125639" y="69578"/>
                  </a:lnTo>
                  <a:lnTo>
                    <a:pt x="127537" y="69110"/>
                  </a:lnTo>
                  <a:lnTo>
                    <a:pt x="128374" y="68903"/>
                  </a:lnTo>
                  <a:lnTo>
                    <a:pt x="130904" y="68278"/>
                  </a:lnTo>
                  <a:lnTo>
                    <a:pt x="131044" y="68244"/>
                  </a:lnTo>
                  <a:lnTo>
                    <a:pt x="133164" y="67721"/>
                  </a:lnTo>
                  <a:lnTo>
                    <a:pt x="133792" y="67566"/>
                  </a:lnTo>
                  <a:lnTo>
                    <a:pt x="134365" y="67424"/>
                  </a:lnTo>
                  <a:lnTo>
                    <a:pt x="138271" y="66460"/>
                  </a:lnTo>
                  <a:lnTo>
                    <a:pt x="140127" y="66002"/>
                  </a:lnTo>
                  <a:lnTo>
                    <a:pt x="140786" y="65839"/>
                  </a:lnTo>
                  <a:lnTo>
                    <a:pt x="142743" y="65356"/>
                  </a:lnTo>
                  <a:lnTo>
                    <a:pt x="142967" y="65300"/>
                  </a:lnTo>
                  <a:lnTo>
                    <a:pt x="148559" y="63905"/>
                  </a:lnTo>
                  <a:lnTo>
                    <a:pt x="149702" y="63620"/>
                  </a:lnTo>
                  <a:lnTo>
                    <a:pt x="149999" y="63546"/>
                  </a:lnTo>
                  <a:lnTo>
                    <a:pt x="150806" y="63345"/>
                  </a:lnTo>
                  <a:lnTo>
                    <a:pt x="153873" y="62580"/>
                  </a:lnTo>
                  <a:lnTo>
                    <a:pt x="154710" y="62372"/>
                  </a:lnTo>
                  <a:lnTo>
                    <a:pt x="156045" y="62039"/>
                  </a:lnTo>
                  <a:lnTo>
                    <a:pt x="156284" y="63016"/>
                  </a:lnTo>
                  <a:lnTo>
                    <a:pt x="156458" y="63729"/>
                  </a:lnTo>
                  <a:lnTo>
                    <a:pt x="156956" y="65765"/>
                  </a:lnTo>
                  <a:lnTo>
                    <a:pt x="157014" y="66000"/>
                  </a:lnTo>
                  <a:lnTo>
                    <a:pt x="157258" y="66961"/>
                  </a:lnTo>
                  <a:lnTo>
                    <a:pt x="157573" y="68201"/>
                  </a:lnTo>
                  <a:lnTo>
                    <a:pt x="157622" y="68395"/>
                  </a:lnTo>
                  <a:lnTo>
                    <a:pt x="157692" y="68670"/>
                  </a:lnTo>
                  <a:lnTo>
                    <a:pt x="158063" y="70131"/>
                  </a:lnTo>
                  <a:lnTo>
                    <a:pt x="158232" y="70796"/>
                  </a:lnTo>
                  <a:lnTo>
                    <a:pt x="158864" y="73285"/>
                  </a:lnTo>
                  <a:lnTo>
                    <a:pt x="158953" y="73636"/>
                  </a:lnTo>
                  <a:lnTo>
                    <a:pt x="159014" y="73876"/>
                  </a:lnTo>
                  <a:lnTo>
                    <a:pt x="159102" y="74217"/>
                  </a:lnTo>
                  <a:lnTo>
                    <a:pt x="159221" y="74657"/>
                  </a:lnTo>
                  <a:lnTo>
                    <a:pt x="159401" y="75323"/>
                  </a:lnTo>
                  <a:lnTo>
                    <a:pt x="159996" y="77523"/>
                  </a:lnTo>
                  <a:lnTo>
                    <a:pt x="160206" y="78303"/>
                  </a:lnTo>
                  <a:lnTo>
                    <a:pt x="160267" y="78528"/>
                  </a:lnTo>
                  <a:lnTo>
                    <a:pt x="161131" y="81724"/>
                  </a:lnTo>
                  <a:lnTo>
                    <a:pt x="161249" y="82161"/>
                  </a:lnTo>
                  <a:lnTo>
                    <a:pt x="161394" y="82698"/>
                  </a:lnTo>
                  <a:lnTo>
                    <a:pt x="161537" y="83241"/>
                  </a:lnTo>
                  <a:lnTo>
                    <a:pt x="161872" y="84512"/>
                  </a:lnTo>
                  <a:lnTo>
                    <a:pt x="162089" y="85331"/>
                  </a:lnTo>
                  <a:lnTo>
                    <a:pt x="162450" y="86700"/>
                  </a:lnTo>
                  <a:lnTo>
                    <a:pt x="163039" y="88932"/>
                  </a:lnTo>
                  <a:lnTo>
                    <a:pt x="163227" y="89646"/>
                  </a:lnTo>
                  <a:lnTo>
                    <a:pt x="163429" y="90412"/>
                  </a:lnTo>
                  <a:lnTo>
                    <a:pt x="163683" y="91372"/>
                  </a:lnTo>
                  <a:lnTo>
                    <a:pt x="163737" y="91578"/>
                  </a:lnTo>
                  <a:lnTo>
                    <a:pt x="163849" y="92003"/>
                  </a:lnTo>
                  <a:lnTo>
                    <a:pt x="164426" y="94188"/>
                  </a:lnTo>
                  <a:lnTo>
                    <a:pt x="164677" y="95138"/>
                  </a:lnTo>
                  <a:lnTo>
                    <a:pt x="164924" y="96075"/>
                  </a:lnTo>
                  <a:lnTo>
                    <a:pt x="165008" y="96395"/>
                  </a:lnTo>
                  <a:lnTo>
                    <a:pt x="163811" y="96706"/>
                  </a:lnTo>
                  <a:lnTo>
                    <a:pt x="159904" y="97720"/>
                  </a:lnTo>
                  <a:lnTo>
                    <a:pt x="155723" y="98806"/>
                  </a:lnTo>
                  <a:lnTo>
                    <a:pt x="153952" y="99266"/>
                  </a:lnTo>
                  <a:lnTo>
                    <a:pt x="149640" y="100385"/>
                  </a:lnTo>
                  <a:lnTo>
                    <a:pt x="149066" y="100531"/>
                  </a:lnTo>
                  <a:lnTo>
                    <a:pt x="144038" y="101809"/>
                  </a:lnTo>
                  <a:lnTo>
                    <a:pt x="143103" y="102047"/>
                  </a:lnTo>
                  <a:lnTo>
                    <a:pt x="142734" y="102144"/>
                  </a:lnTo>
                  <a:lnTo>
                    <a:pt x="135783" y="103909"/>
                  </a:lnTo>
                  <a:lnTo>
                    <a:pt x="134143" y="104325"/>
                  </a:lnTo>
                  <a:lnTo>
                    <a:pt x="132571" y="104724"/>
                  </a:lnTo>
                  <a:lnTo>
                    <a:pt x="132115" y="104840"/>
                  </a:lnTo>
                  <a:lnTo>
                    <a:pt x="131510" y="104992"/>
                  </a:lnTo>
                  <a:lnTo>
                    <a:pt x="130961" y="105130"/>
                  </a:lnTo>
                  <a:lnTo>
                    <a:pt x="130348" y="105283"/>
                  </a:lnTo>
                  <a:lnTo>
                    <a:pt x="126571" y="106232"/>
                  </a:lnTo>
                  <a:lnTo>
                    <a:pt x="126426" y="106268"/>
                  </a:lnTo>
                  <a:lnTo>
                    <a:pt x="125557" y="106470"/>
                  </a:lnTo>
                  <a:lnTo>
                    <a:pt x="125339" y="106521"/>
                  </a:lnTo>
                  <a:lnTo>
                    <a:pt x="123417" y="106968"/>
                  </a:lnTo>
                  <a:lnTo>
                    <a:pt x="121782" y="107349"/>
                  </a:lnTo>
                  <a:lnTo>
                    <a:pt x="121460" y="107423"/>
                  </a:lnTo>
                  <a:lnTo>
                    <a:pt x="121147" y="107496"/>
                  </a:lnTo>
                  <a:lnTo>
                    <a:pt x="120233" y="107709"/>
                  </a:lnTo>
                  <a:lnTo>
                    <a:pt x="120464" y="108621"/>
                  </a:lnTo>
                  <a:lnTo>
                    <a:pt x="121028" y="110858"/>
                  </a:lnTo>
                  <a:lnTo>
                    <a:pt x="121071" y="111025"/>
                  </a:lnTo>
                  <a:lnTo>
                    <a:pt x="121588" y="113075"/>
                  </a:lnTo>
                  <a:lnTo>
                    <a:pt x="121743" y="113687"/>
                  </a:lnTo>
                  <a:lnTo>
                    <a:pt x="122736" y="117619"/>
                  </a:lnTo>
                  <a:lnTo>
                    <a:pt x="123048" y="118854"/>
                  </a:lnTo>
                  <a:lnTo>
                    <a:pt x="123103" y="119058"/>
                  </a:lnTo>
                  <a:lnTo>
                    <a:pt x="123249" y="119598"/>
                  </a:lnTo>
                  <a:lnTo>
                    <a:pt x="123729" y="121374"/>
                  </a:lnTo>
                  <a:lnTo>
                    <a:pt x="123906" y="122029"/>
                  </a:lnTo>
                  <a:lnTo>
                    <a:pt x="124494" y="124207"/>
                  </a:lnTo>
                  <a:lnTo>
                    <a:pt x="124798" y="125329"/>
                  </a:lnTo>
                  <a:lnTo>
                    <a:pt x="125456" y="127767"/>
                  </a:lnTo>
                  <a:lnTo>
                    <a:pt x="115396" y="130550"/>
                  </a:lnTo>
                  <a:lnTo>
                    <a:pt x="110900" y="131793"/>
                  </a:lnTo>
                  <a:lnTo>
                    <a:pt x="109081" y="132267"/>
                  </a:lnTo>
                  <a:lnTo>
                    <a:pt x="104430" y="133477"/>
                  </a:lnTo>
                  <a:lnTo>
                    <a:pt x="100496" y="134500"/>
                  </a:lnTo>
                  <a:lnTo>
                    <a:pt x="99491" y="134761"/>
                  </a:lnTo>
                  <a:lnTo>
                    <a:pt x="97652" y="135240"/>
                  </a:lnTo>
                  <a:lnTo>
                    <a:pt x="94386" y="136089"/>
                  </a:lnTo>
                  <a:lnTo>
                    <a:pt x="89579" y="137340"/>
                  </a:lnTo>
                  <a:lnTo>
                    <a:pt x="84307" y="138662"/>
                  </a:lnTo>
                  <a:lnTo>
                    <a:pt x="84031" y="138731"/>
                  </a:lnTo>
                  <a:lnTo>
                    <a:pt x="81504" y="139365"/>
                  </a:lnTo>
                  <a:lnTo>
                    <a:pt x="78608" y="140091"/>
                  </a:lnTo>
                  <a:lnTo>
                    <a:pt x="77620" y="140338"/>
                  </a:lnTo>
                  <a:lnTo>
                    <a:pt x="75475" y="140876"/>
                  </a:lnTo>
                  <a:lnTo>
                    <a:pt x="72246" y="141686"/>
                  </a:lnTo>
                  <a:lnTo>
                    <a:pt x="70036" y="142240"/>
                  </a:lnTo>
                  <a:lnTo>
                    <a:pt x="69781" y="142304"/>
                  </a:lnTo>
                  <a:lnTo>
                    <a:pt x="69481" y="142379"/>
                  </a:lnTo>
                  <a:lnTo>
                    <a:pt x="65967" y="143394"/>
                  </a:lnTo>
                  <a:lnTo>
                    <a:pt x="65592" y="143502"/>
                  </a:lnTo>
                  <a:lnTo>
                    <a:pt x="64690" y="143763"/>
                  </a:lnTo>
                  <a:lnTo>
                    <a:pt x="63113" y="144216"/>
                  </a:lnTo>
                  <a:lnTo>
                    <a:pt x="62887" y="144276"/>
                  </a:lnTo>
                  <a:lnTo>
                    <a:pt x="62439" y="144395"/>
                  </a:lnTo>
                  <a:lnTo>
                    <a:pt x="60588" y="144885"/>
                  </a:lnTo>
                  <a:lnTo>
                    <a:pt x="58040" y="145560"/>
                  </a:lnTo>
                  <a:lnTo>
                    <a:pt x="54949" y="146378"/>
                  </a:lnTo>
                  <a:lnTo>
                    <a:pt x="54525" y="146490"/>
                  </a:lnTo>
                  <a:lnTo>
                    <a:pt x="49571" y="147802"/>
                  </a:lnTo>
                  <a:lnTo>
                    <a:pt x="49221" y="147895"/>
                  </a:lnTo>
                  <a:lnTo>
                    <a:pt x="47569" y="148332"/>
                  </a:lnTo>
                  <a:lnTo>
                    <a:pt x="45017" y="149008"/>
                  </a:lnTo>
                  <a:lnTo>
                    <a:pt x="44572" y="149126"/>
                  </a:lnTo>
                  <a:lnTo>
                    <a:pt x="44006" y="149276"/>
                  </a:lnTo>
                  <a:lnTo>
                    <a:pt x="43750" y="149277"/>
                  </a:lnTo>
                  <a:lnTo>
                    <a:pt x="42365" y="144911"/>
                  </a:lnTo>
                  <a:lnTo>
                    <a:pt x="41120" y="140985"/>
                  </a:lnTo>
                  <a:lnTo>
                    <a:pt x="40865" y="140180"/>
                  </a:lnTo>
                  <a:lnTo>
                    <a:pt x="40273" y="138313"/>
                  </a:lnTo>
                  <a:lnTo>
                    <a:pt x="39238" y="135050"/>
                  </a:lnTo>
                  <a:lnTo>
                    <a:pt x="38940" y="134109"/>
                  </a:lnTo>
                  <a:lnTo>
                    <a:pt x="38134" y="131557"/>
                  </a:lnTo>
                  <a:lnTo>
                    <a:pt x="37728" y="130273"/>
                  </a:lnTo>
                  <a:lnTo>
                    <a:pt x="37509" y="129578"/>
                  </a:lnTo>
                  <a:lnTo>
                    <a:pt x="36363" y="125951"/>
                  </a:lnTo>
                  <a:lnTo>
                    <a:pt x="35856" y="124400"/>
                  </a:lnTo>
                  <a:lnTo>
                    <a:pt x="35010" y="121815"/>
                  </a:lnTo>
                  <a:lnTo>
                    <a:pt x="34745" y="121007"/>
                  </a:lnTo>
                  <a:lnTo>
                    <a:pt x="34365" y="119845"/>
                  </a:lnTo>
                  <a:lnTo>
                    <a:pt x="33858" y="118296"/>
                  </a:lnTo>
                  <a:lnTo>
                    <a:pt x="32807" y="115087"/>
                  </a:lnTo>
                  <a:lnTo>
                    <a:pt x="32757" y="114934"/>
                  </a:lnTo>
                  <a:lnTo>
                    <a:pt x="31883" y="112262"/>
                  </a:lnTo>
                  <a:lnTo>
                    <a:pt x="31742" y="111831"/>
                  </a:lnTo>
                  <a:lnTo>
                    <a:pt x="31175" y="110099"/>
                  </a:lnTo>
                  <a:lnTo>
                    <a:pt x="26400" y="95056"/>
                  </a:lnTo>
                  <a:lnTo>
                    <a:pt x="25638" y="92653"/>
                  </a:lnTo>
                  <a:lnTo>
                    <a:pt x="25045" y="90783"/>
                  </a:lnTo>
                  <a:lnTo>
                    <a:pt x="24105" y="87816"/>
                  </a:lnTo>
                  <a:lnTo>
                    <a:pt x="23816" y="86904"/>
                  </a:lnTo>
                  <a:lnTo>
                    <a:pt x="23748" y="86689"/>
                  </a:lnTo>
                  <a:lnTo>
                    <a:pt x="23410" y="85623"/>
                  </a:lnTo>
                  <a:lnTo>
                    <a:pt x="21471" y="79331"/>
                  </a:lnTo>
                  <a:lnTo>
                    <a:pt x="20716" y="76880"/>
                  </a:lnTo>
                  <a:lnTo>
                    <a:pt x="20672" y="76737"/>
                  </a:lnTo>
                  <a:lnTo>
                    <a:pt x="19512" y="72972"/>
                  </a:lnTo>
                  <a:lnTo>
                    <a:pt x="17523" y="66517"/>
                  </a:lnTo>
                  <a:lnTo>
                    <a:pt x="17435" y="66232"/>
                  </a:lnTo>
                  <a:lnTo>
                    <a:pt x="17004" y="64833"/>
                  </a:lnTo>
                  <a:lnTo>
                    <a:pt x="16800" y="64137"/>
                  </a:lnTo>
                  <a:lnTo>
                    <a:pt x="15400" y="59380"/>
                  </a:lnTo>
                  <a:lnTo>
                    <a:pt x="15230" y="58802"/>
                  </a:lnTo>
                  <a:lnTo>
                    <a:pt x="14798" y="57335"/>
                  </a:lnTo>
                  <a:lnTo>
                    <a:pt x="14374" y="55893"/>
                  </a:lnTo>
                  <a:lnTo>
                    <a:pt x="14338" y="55762"/>
                  </a:lnTo>
                  <a:lnTo>
                    <a:pt x="13920" y="54240"/>
                  </a:lnTo>
                  <a:lnTo>
                    <a:pt x="12989" y="50849"/>
                  </a:lnTo>
                  <a:lnTo>
                    <a:pt x="12729" y="49971"/>
                  </a:lnTo>
                  <a:lnTo>
                    <a:pt x="12280" y="48451"/>
                  </a:lnTo>
                  <a:lnTo>
                    <a:pt x="11988" y="47465"/>
                  </a:lnTo>
                  <a:lnTo>
                    <a:pt x="11343" y="45281"/>
                  </a:lnTo>
                  <a:lnTo>
                    <a:pt x="10971" y="44067"/>
                  </a:lnTo>
                  <a:lnTo>
                    <a:pt x="10262" y="41751"/>
                  </a:lnTo>
                  <a:lnTo>
                    <a:pt x="9628" y="39532"/>
                  </a:lnTo>
                  <a:lnTo>
                    <a:pt x="9152" y="37866"/>
                  </a:lnTo>
                  <a:lnTo>
                    <a:pt x="8275" y="34797"/>
                  </a:lnTo>
                  <a:lnTo>
                    <a:pt x="7830" y="33238"/>
                  </a:lnTo>
                  <a:lnTo>
                    <a:pt x="6340" y="28215"/>
                  </a:lnTo>
                  <a:lnTo>
                    <a:pt x="6010" y="27101"/>
                  </a:lnTo>
                  <a:lnTo>
                    <a:pt x="5318" y="24767"/>
                  </a:lnTo>
                  <a:lnTo>
                    <a:pt x="3942" y="20126"/>
                  </a:lnTo>
                  <a:lnTo>
                    <a:pt x="3228" y="17718"/>
                  </a:lnTo>
                  <a:lnTo>
                    <a:pt x="3067" y="17176"/>
                  </a:lnTo>
                  <a:lnTo>
                    <a:pt x="1620" y="12297"/>
                  </a:lnTo>
                  <a:lnTo>
                    <a:pt x="1485" y="11840"/>
                  </a:lnTo>
                  <a:lnTo>
                    <a:pt x="1290" y="11184"/>
                  </a:lnTo>
                  <a:lnTo>
                    <a:pt x="440" y="8318"/>
                  </a:lnTo>
                  <a:lnTo>
                    <a:pt x="196" y="7494"/>
                  </a:lnTo>
                  <a:lnTo>
                    <a:pt x="0" y="6826"/>
                  </a:lnTo>
                  <a:lnTo>
                    <a:pt x="376" y="6724"/>
                  </a:lnTo>
                  <a:lnTo>
                    <a:pt x="988" y="6558"/>
                  </a:lnTo>
                  <a:lnTo>
                    <a:pt x="4713" y="5547"/>
                  </a:lnTo>
                  <a:lnTo>
                    <a:pt x="10062" y="4097"/>
                  </a:lnTo>
                  <a:lnTo>
                    <a:pt x="10297" y="4033"/>
                  </a:lnTo>
                  <a:lnTo>
                    <a:pt x="21730" y="1086"/>
                  </a:lnTo>
                  <a:lnTo>
                    <a:pt x="24893" y="271"/>
                  </a:lnTo>
                  <a:lnTo>
                    <a:pt x="25945" y="0"/>
                  </a:lnTo>
                  <a:lnTo>
                    <a:pt x="26013" y="240"/>
                  </a:lnTo>
                  <a:lnTo>
                    <a:pt x="26134" y="667"/>
                  </a:lnTo>
                  <a:lnTo>
                    <a:pt x="26212" y="941"/>
                  </a:lnTo>
                  <a:lnTo>
                    <a:pt x="26269" y="1142"/>
                  </a:lnTo>
                  <a:lnTo>
                    <a:pt x="26394" y="1556"/>
                  </a:lnTo>
                  <a:lnTo>
                    <a:pt x="26474" y="1820"/>
                  </a:lnTo>
                  <a:lnTo>
                    <a:pt x="26723" y="2644"/>
                  </a:lnTo>
                  <a:lnTo>
                    <a:pt x="27643" y="5686"/>
                  </a:lnTo>
                  <a:lnTo>
                    <a:pt x="27701" y="5878"/>
                  </a:lnTo>
                  <a:lnTo>
                    <a:pt x="27791" y="6175"/>
                  </a:lnTo>
                  <a:lnTo>
                    <a:pt x="28101" y="7332"/>
                  </a:lnTo>
                  <a:lnTo>
                    <a:pt x="28236" y="7880"/>
                  </a:lnTo>
                  <a:lnTo>
                    <a:pt x="29021" y="11067"/>
                  </a:lnTo>
                  <a:lnTo>
                    <a:pt x="29225" y="11899"/>
                  </a:lnTo>
                  <a:lnTo>
                    <a:pt x="31651" y="21751"/>
                  </a:lnTo>
                  <a:lnTo>
                    <a:pt x="32082" y="23494"/>
                  </a:lnTo>
                  <a:lnTo>
                    <a:pt x="32210" y="23976"/>
                  </a:lnTo>
                  <a:lnTo>
                    <a:pt x="32366" y="24561"/>
                  </a:lnTo>
                  <a:lnTo>
                    <a:pt x="32612" y="25490"/>
                  </a:lnTo>
                  <a:lnTo>
                    <a:pt x="33095" y="27304"/>
                  </a:lnTo>
                  <a:lnTo>
                    <a:pt x="33669" y="29468"/>
                  </a:lnTo>
                  <a:lnTo>
                    <a:pt x="33942" y="30495"/>
                  </a:lnTo>
                  <a:lnTo>
                    <a:pt x="34111" y="31130"/>
                  </a:lnTo>
                  <a:lnTo>
                    <a:pt x="34175" y="31372"/>
                  </a:lnTo>
                  <a:lnTo>
                    <a:pt x="34446" y="32389"/>
                  </a:lnTo>
                  <a:lnTo>
                    <a:pt x="35611" y="36776"/>
                  </a:lnTo>
                  <a:lnTo>
                    <a:pt x="35709" y="37145"/>
                  </a:lnTo>
                  <a:lnTo>
                    <a:pt x="36732" y="40994"/>
                  </a:lnTo>
                  <a:lnTo>
                    <a:pt x="36896" y="41612"/>
                  </a:lnTo>
                  <a:lnTo>
                    <a:pt x="36967" y="41882"/>
                  </a:lnTo>
                  <a:lnTo>
                    <a:pt x="37021" y="42084"/>
                  </a:lnTo>
                  <a:lnTo>
                    <a:pt x="37241" y="42910"/>
                  </a:lnTo>
                  <a:lnTo>
                    <a:pt x="37388" y="43463"/>
                  </a:lnTo>
                  <a:lnTo>
                    <a:pt x="37449" y="43693"/>
                  </a:lnTo>
                  <a:lnTo>
                    <a:pt x="38454" y="47478"/>
                  </a:lnTo>
                  <a:lnTo>
                    <a:pt x="38653" y="48226"/>
                  </a:lnTo>
                  <a:lnTo>
                    <a:pt x="39509" y="51446"/>
                  </a:lnTo>
                  <a:lnTo>
                    <a:pt x="39920" y="5299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1" name="pg440"/>
            <p:cNvSpPr/>
            <p:nvPr/>
          </p:nvSpPr>
          <p:spPr>
            <a:xfrm>
              <a:off x="4123773" y="4994610"/>
              <a:ext cx="69454" cy="213432"/>
            </a:xfrm>
            <a:custGeom>
              <a:avLst/>
              <a:pathLst>
                <a:path w="69454" h="213432">
                  <a:moveTo>
                    <a:pt x="35923" y="61734"/>
                  </a:moveTo>
                  <a:lnTo>
                    <a:pt x="36823" y="64912"/>
                  </a:lnTo>
                  <a:lnTo>
                    <a:pt x="37094" y="65868"/>
                  </a:lnTo>
                  <a:lnTo>
                    <a:pt x="37841" y="68427"/>
                  </a:lnTo>
                  <a:lnTo>
                    <a:pt x="38296" y="69984"/>
                  </a:lnTo>
                  <a:lnTo>
                    <a:pt x="39362" y="73631"/>
                  </a:lnTo>
                  <a:lnTo>
                    <a:pt x="40072" y="76061"/>
                  </a:lnTo>
                  <a:lnTo>
                    <a:pt x="41330" y="80663"/>
                  </a:lnTo>
                  <a:lnTo>
                    <a:pt x="41818" y="82444"/>
                  </a:lnTo>
                  <a:lnTo>
                    <a:pt x="42066" y="83353"/>
                  </a:lnTo>
                  <a:lnTo>
                    <a:pt x="42274" y="84008"/>
                  </a:lnTo>
                  <a:lnTo>
                    <a:pt x="42514" y="84761"/>
                  </a:lnTo>
                  <a:lnTo>
                    <a:pt x="42654" y="85202"/>
                  </a:lnTo>
                  <a:lnTo>
                    <a:pt x="43007" y="86313"/>
                  </a:lnTo>
                  <a:lnTo>
                    <a:pt x="44511" y="91046"/>
                  </a:lnTo>
                  <a:lnTo>
                    <a:pt x="44869" y="92302"/>
                  </a:lnTo>
                  <a:lnTo>
                    <a:pt x="45402" y="94172"/>
                  </a:lnTo>
                  <a:lnTo>
                    <a:pt x="47536" y="101657"/>
                  </a:lnTo>
                  <a:lnTo>
                    <a:pt x="47640" y="102020"/>
                  </a:lnTo>
                  <a:lnTo>
                    <a:pt x="48237" y="104115"/>
                  </a:lnTo>
                  <a:lnTo>
                    <a:pt x="48328" y="104435"/>
                  </a:lnTo>
                  <a:lnTo>
                    <a:pt x="49395" y="108061"/>
                  </a:lnTo>
                  <a:lnTo>
                    <a:pt x="50238" y="110928"/>
                  </a:lnTo>
                  <a:lnTo>
                    <a:pt x="50721" y="112570"/>
                  </a:lnTo>
                  <a:lnTo>
                    <a:pt x="53652" y="122532"/>
                  </a:lnTo>
                  <a:lnTo>
                    <a:pt x="54090" y="124020"/>
                  </a:lnTo>
                  <a:lnTo>
                    <a:pt x="55079" y="127384"/>
                  </a:lnTo>
                  <a:lnTo>
                    <a:pt x="55302" y="128140"/>
                  </a:lnTo>
                  <a:lnTo>
                    <a:pt x="55520" y="128876"/>
                  </a:lnTo>
                  <a:lnTo>
                    <a:pt x="56370" y="131742"/>
                  </a:lnTo>
                  <a:lnTo>
                    <a:pt x="56595" y="132501"/>
                  </a:lnTo>
                  <a:lnTo>
                    <a:pt x="56731" y="132957"/>
                  </a:lnTo>
                  <a:lnTo>
                    <a:pt x="58147" y="137734"/>
                  </a:lnTo>
                  <a:lnTo>
                    <a:pt x="58308" y="138276"/>
                  </a:lnTo>
                  <a:lnTo>
                    <a:pt x="59022" y="140684"/>
                  </a:lnTo>
                  <a:lnTo>
                    <a:pt x="60398" y="145325"/>
                  </a:lnTo>
                  <a:lnTo>
                    <a:pt x="61090" y="147659"/>
                  </a:lnTo>
                  <a:lnTo>
                    <a:pt x="61420" y="148773"/>
                  </a:lnTo>
                  <a:lnTo>
                    <a:pt x="62910" y="153796"/>
                  </a:lnTo>
                  <a:lnTo>
                    <a:pt x="63355" y="155355"/>
                  </a:lnTo>
                  <a:lnTo>
                    <a:pt x="64232" y="158424"/>
                  </a:lnTo>
                  <a:lnTo>
                    <a:pt x="64728" y="160160"/>
                  </a:lnTo>
                  <a:lnTo>
                    <a:pt x="65342" y="162310"/>
                  </a:lnTo>
                  <a:lnTo>
                    <a:pt x="66051" y="164625"/>
                  </a:lnTo>
                  <a:lnTo>
                    <a:pt x="66423" y="165839"/>
                  </a:lnTo>
                  <a:lnTo>
                    <a:pt x="67068" y="168023"/>
                  </a:lnTo>
                  <a:lnTo>
                    <a:pt x="67360" y="169009"/>
                  </a:lnTo>
                  <a:lnTo>
                    <a:pt x="67809" y="170529"/>
                  </a:lnTo>
                  <a:lnTo>
                    <a:pt x="68069" y="171407"/>
                  </a:lnTo>
                  <a:lnTo>
                    <a:pt x="69000" y="174798"/>
                  </a:lnTo>
                  <a:lnTo>
                    <a:pt x="69418" y="176320"/>
                  </a:lnTo>
                  <a:lnTo>
                    <a:pt x="69454" y="176451"/>
                  </a:lnTo>
                  <a:lnTo>
                    <a:pt x="69251" y="176805"/>
                  </a:lnTo>
                  <a:lnTo>
                    <a:pt x="68913" y="177396"/>
                  </a:lnTo>
                  <a:lnTo>
                    <a:pt x="68662" y="177836"/>
                  </a:lnTo>
                  <a:lnTo>
                    <a:pt x="68186" y="178669"/>
                  </a:lnTo>
                  <a:lnTo>
                    <a:pt x="67980" y="179029"/>
                  </a:lnTo>
                  <a:lnTo>
                    <a:pt x="67577" y="179735"/>
                  </a:lnTo>
                  <a:lnTo>
                    <a:pt x="67471" y="179920"/>
                  </a:lnTo>
                  <a:lnTo>
                    <a:pt x="67242" y="180342"/>
                  </a:lnTo>
                  <a:lnTo>
                    <a:pt x="66794" y="181169"/>
                  </a:lnTo>
                  <a:lnTo>
                    <a:pt x="66353" y="181983"/>
                  </a:lnTo>
                  <a:lnTo>
                    <a:pt x="65656" y="183269"/>
                  </a:lnTo>
                  <a:lnTo>
                    <a:pt x="65555" y="183456"/>
                  </a:lnTo>
                  <a:lnTo>
                    <a:pt x="65406" y="183731"/>
                  </a:lnTo>
                  <a:lnTo>
                    <a:pt x="65294" y="183937"/>
                  </a:lnTo>
                  <a:lnTo>
                    <a:pt x="65072" y="184346"/>
                  </a:lnTo>
                  <a:lnTo>
                    <a:pt x="64557" y="185296"/>
                  </a:lnTo>
                  <a:lnTo>
                    <a:pt x="64015" y="186296"/>
                  </a:lnTo>
                  <a:lnTo>
                    <a:pt x="63711" y="186829"/>
                  </a:lnTo>
                  <a:lnTo>
                    <a:pt x="63318" y="187516"/>
                  </a:lnTo>
                  <a:lnTo>
                    <a:pt x="63126" y="187852"/>
                  </a:lnTo>
                  <a:lnTo>
                    <a:pt x="63035" y="188012"/>
                  </a:lnTo>
                  <a:lnTo>
                    <a:pt x="62387" y="189147"/>
                  </a:lnTo>
                  <a:lnTo>
                    <a:pt x="62243" y="189398"/>
                  </a:lnTo>
                  <a:lnTo>
                    <a:pt x="61491" y="190715"/>
                  </a:lnTo>
                  <a:lnTo>
                    <a:pt x="61401" y="190872"/>
                  </a:lnTo>
                  <a:lnTo>
                    <a:pt x="60156" y="193051"/>
                  </a:lnTo>
                  <a:lnTo>
                    <a:pt x="60032" y="193269"/>
                  </a:lnTo>
                  <a:lnTo>
                    <a:pt x="59715" y="193823"/>
                  </a:lnTo>
                  <a:lnTo>
                    <a:pt x="59637" y="193960"/>
                  </a:lnTo>
                  <a:lnTo>
                    <a:pt x="58527" y="195903"/>
                  </a:lnTo>
                  <a:lnTo>
                    <a:pt x="57253" y="198133"/>
                  </a:lnTo>
                  <a:lnTo>
                    <a:pt x="57076" y="198443"/>
                  </a:lnTo>
                  <a:lnTo>
                    <a:pt x="56833" y="198868"/>
                  </a:lnTo>
                  <a:lnTo>
                    <a:pt x="56698" y="199105"/>
                  </a:lnTo>
                  <a:lnTo>
                    <a:pt x="56156" y="200054"/>
                  </a:lnTo>
                  <a:lnTo>
                    <a:pt x="55216" y="201699"/>
                  </a:lnTo>
                  <a:lnTo>
                    <a:pt x="53970" y="203879"/>
                  </a:lnTo>
                  <a:lnTo>
                    <a:pt x="53576" y="204723"/>
                  </a:lnTo>
                  <a:lnTo>
                    <a:pt x="53465" y="204962"/>
                  </a:lnTo>
                  <a:lnTo>
                    <a:pt x="53010" y="205935"/>
                  </a:lnTo>
                  <a:lnTo>
                    <a:pt x="52374" y="207297"/>
                  </a:lnTo>
                  <a:lnTo>
                    <a:pt x="52072" y="207941"/>
                  </a:lnTo>
                  <a:lnTo>
                    <a:pt x="51331" y="208258"/>
                  </a:lnTo>
                  <a:lnTo>
                    <a:pt x="50348" y="208494"/>
                  </a:lnTo>
                  <a:lnTo>
                    <a:pt x="49466" y="208780"/>
                  </a:lnTo>
                  <a:lnTo>
                    <a:pt x="48273" y="209066"/>
                  </a:lnTo>
                  <a:lnTo>
                    <a:pt x="47247" y="209233"/>
                  </a:lnTo>
                  <a:lnTo>
                    <a:pt x="45464" y="209460"/>
                  </a:lnTo>
                  <a:lnTo>
                    <a:pt x="42840" y="210861"/>
                  </a:lnTo>
                  <a:lnTo>
                    <a:pt x="38039" y="212293"/>
                  </a:lnTo>
                  <a:lnTo>
                    <a:pt x="36953" y="212458"/>
                  </a:lnTo>
                  <a:lnTo>
                    <a:pt x="34409" y="212771"/>
                  </a:lnTo>
                  <a:lnTo>
                    <a:pt x="33888" y="212835"/>
                  </a:lnTo>
                  <a:lnTo>
                    <a:pt x="33448" y="212993"/>
                  </a:lnTo>
                  <a:lnTo>
                    <a:pt x="32862" y="213432"/>
                  </a:lnTo>
                  <a:lnTo>
                    <a:pt x="28592" y="212144"/>
                  </a:lnTo>
                  <a:lnTo>
                    <a:pt x="29098" y="207251"/>
                  </a:lnTo>
                  <a:lnTo>
                    <a:pt x="29354" y="202661"/>
                  </a:lnTo>
                  <a:lnTo>
                    <a:pt x="29367" y="201984"/>
                  </a:lnTo>
                  <a:lnTo>
                    <a:pt x="29138" y="200073"/>
                  </a:lnTo>
                  <a:lnTo>
                    <a:pt x="28654" y="197551"/>
                  </a:lnTo>
                  <a:lnTo>
                    <a:pt x="28494" y="196372"/>
                  </a:lnTo>
                  <a:lnTo>
                    <a:pt x="27926" y="192478"/>
                  </a:lnTo>
                  <a:lnTo>
                    <a:pt x="27165" y="187262"/>
                  </a:lnTo>
                  <a:lnTo>
                    <a:pt x="26928" y="186846"/>
                  </a:lnTo>
                  <a:lnTo>
                    <a:pt x="24299" y="180191"/>
                  </a:lnTo>
                  <a:lnTo>
                    <a:pt x="23226" y="177476"/>
                  </a:lnTo>
                  <a:lnTo>
                    <a:pt x="22749" y="176369"/>
                  </a:lnTo>
                  <a:lnTo>
                    <a:pt x="21717" y="174933"/>
                  </a:lnTo>
                  <a:lnTo>
                    <a:pt x="18769" y="176500"/>
                  </a:lnTo>
                  <a:lnTo>
                    <a:pt x="16766" y="173208"/>
                  </a:lnTo>
                  <a:lnTo>
                    <a:pt x="19058" y="171043"/>
                  </a:lnTo>
                  <a:lnTo>
                    <a:pt x="17749" y="169097"/>
                  </a:lnTo>
                  <a:lnTo>
                    <a:pt x="17552" y="168601"/>
                  </a:lnTo>
                  <a:lnTo>
                    <a:pt x="15444" y="163283"/>
                  </a:lnTo>
                  <a:lnTo>
                    <a:pt x="12907" y="163732"/>
                  </a:lnTo>
                  <a:lnTo>
                    <a:pt x="12671" y="163774"/>
                  </a:lnTo>
                  <a:lnTo>
                    <a:pt x="11489" y="163983"/>
                  </a:lnTo>
                  <a:lnTo>
                    <a:pt x="5576" y="158532"/>
                  </a:lnTo>
                  <a:lnTo>
                    <a:pt x="3092" y="156635"/>
                  </a:lnTo>
                  <a:lnTo>
                    <a:pt x="210" y="152017"/>
                  </a:lnTo>
                  <a:lnTo>
                    <a:pt x="124" y="150854"/>
                  </a:lnTo>
                  <a:lnTo>
                    <a:pt x="114" y="150719"/>
                  </a:lnTo>
                  <a:lnTo>
                    <a:pt x="0" y="148671"/>
                  </a:lnTo>
                  <a:lnTo>
                    <a:pt x="952" y="148602"/>
                  </a:lnTo>
                  <a:lnTo>
                    <a:pt x="1698" y="148429"/>
                  </a:lnTo>
                  <a:lnTo>
                    <a:pt x="2214" y="148181"/>
                  </a:lnTo>
                  <a:lnTo>
                    <a:pt x="2634" y="148009"/>
                  </a:lnTo>
                  <a:lnTo>
                    <a:pt x="2958" y="147742"/>
                  </a:lnTo>
                  <a:lnTo>
                    <a:pt x="3121" y="147558"/>
                  </a:lnTo>
                  <a:lnTo>
                    <a:pt x="3244" y="147417"/>
                  </a:lnTo>
                  <a:lnTo>
                    <a:pt x="3512" y="146998"/>
                  </a:lnTo>
                  <a:lnTo>
                    <a:pt x="3645" y="146501"/>
                  </a:lnTo>
                  <a:lnTo>
                    <a:pt x="3609" y="146265"/>
                  </a:lnTo>
                  <a:lnTo>
                    <a:pt x="3454" y="145872"/>
                  </a:lnTo>
                  <a:lnTo>
                    <a:pt x="3321" y="145204"/>
                  </a:lnTo>
                  <a:lnTo>
                    <a:pt x="3340" y="144688"/>
                  </a:lnTo>
                  <a:lnTo>
                    <a:pt x="3492" y="143868"/>
                  </a:lnTo>
                  <a:lnTo>
                    <a:pt x="3645" y="143200"/>
                  </a:lnTo>
                  <a:lnTo>
                    <a:pt x="3717" y="143071"/>
                  </a:lnTo>
                  <a:lnTo>
                    <a:pt x="3805" y="142913"/>
                  </a:lnTo>
                  <a:lnTo>
                    <a:pt x="3912" y="142723"/>
                  </a:lnTo>
                  <a:lnTo>
                    <a:pt x="4332" y="142246"/>
                  </a:lnTo>
                  <a:lnTo>
                    <a:pt x="4953" y="141390"/>
                  </a:lnTo>
                  <a:lnTo>
                    <a:pt x="5026" y="141160"/>
                  </a:lnTo>
                  <a:lnTo>
                    <a:pt x="5264" y="140413"/>
                  </a:lnTo>
                  <a:lnTo>
                    <a:pt x="5324" y="140224"/>
                  </a:lnTo>
                  <a:lnTo>
                    <a:pt x="5802" y="140317"/>
                  </a:lnTo>
                  <a:lnTo>
                    <a:pt x="9399" y="141022"/>
                  </a:lnTo>
                  <a:lnTo>
                    <a:pt x="9760" y="141093"/>
                  </a:lnTo>
                  <a:lnTo>
                    <a:pt x="9922" y="141124"/>
                  </a:lnTo>
                  <a:lnTo>
                    <a:pt x="10009" y="140861"/>
                  </a:lnTo>
                  <a:lnTo>
                    <a:pt x="10099" y="140582"/>
                  </a:lnTo>
                  <a:lnTo>
                    <a:pt x="10137" y="140421"/>
                  </a:lnTo>
                  <a:lnTo>
                    <a:pt x="10527" y="138779"/>
                  </a:lnTo>
                  <a:lnTo>
                    <a:pt x="10945" y="137019"/>
                  </a:lnTo>
                  <a:lnTo>
                    <a:pt x="11162" y="136106"/>
                  </a:lnTo>
                  <a:lnTo>
                    <a:pt x="11194" y="135973"/>
                  </a:lnTo>
                  <a:lnTo>
                    <a:pt x="11277" y="135622"/>
                  </a:lnTo>
                  <a:lnTo>
                    <a:pt x="12131" y="132027"/>
                  </a:lnTo>
                  <a:lnTo>
                    <a:pt x="12298" y="131466"/>
                  </a:lnTo>
                  <a:lnTo>
                    <a:pt x="12392" y="131151"/>
                  </a:lnTo>
                  <a:lnTo>
                    <a:pt x="12766" y="129787"/>
                  </a:lnTo>
                  <a:lnTo>
                    <a:pt x="12892" y="129328"/>
                  </a:lnTo>
                  <a:lnTo>
                    <a:pt x="13261" y="127983"/>
                  </a:lnTo>
                  <a:lnTo>
                    <a:pt x="13565" y="126872"/>
                  </a:lnTo>
                  <a:lnTo>
                    <a:pt x="14030" y="125177"/>
                  </a:lnTo>
                  <a:lnTo>
                    <a:pt x="14273" y="124290"/>
                  </a:lnTo>
                  <a:lnTo>
                    <a:pt x="14371" y="123931"/>
                  </a:lnTo>
                  <a:lnTo>
                    <a:pt x="14454" y="123630"/>
                  </a:lnTo>
                  <a:lnTo>
                    <a:pt x="14872" y="122008"/>
                  </a:lnTo>
                  <a:lnTo>
                    <a:pt x="15415" y="120246"/>
                  </a:lnTo>
                  <a:lnTo>
                    <a:pt x="15493" y="119991"/>
                  </a:lnTo>
                  <a:lnTo>
                    <a:pt x="15560" y="119773"/>
                  </a:lnTo>
                  <a:lnTo>
                    <a:pt x="15987" y="118388"/>
                  </a:lnTo>
                  <a:lnTo>
                    <a:pt x="17017" y="115046"/>
                  </a:lnTo>
                  <a:lnTo>
                    <a:pt x="17731" y="112728"/>
                  </a:lnTo>
                  <a:lnTo>
                    <a:pt x="17788" y="112218"/>
                  </a:lnTo>
                  <a:lnTo>
                    <a:pt x="17868" y="111458"/>
                  </a:lnTo>
                  <a:lnTo>
                    <a:pt x="17854" y="110989"/>
                  </a:lnTo>
                  <a:lnTo>
                    <a:pt x="17829" y="110185"/>
                  </a:lnTo>
                  <a:lnTo>
                    <a:pt x="17801" y="109273"/>
                  </a:lnTo>
                  <a:lnTo>
                    <a:pt x="17796" y="109088"/>
                  </a:lnTo>
                  <a:lnTo>
                    <a:pt x="17788" y="108839"/>
                  </a:lnTo>
                  <a:lnTo>
                    <a:pt x="17775" y="108405"/>
                  </a:lnTo>
                  <a:lnTo>
                    <a:pt x="17769" y="108201"/>
                  </a:lnTo>
                  <a:lnTo>
                    <a:pt x="17735" y="107102"/>
                  </a:lnTo>
                  <a:lnTo>
                    <a:pt x="17709" y="106231"/>
                  </a:lnTo>
                  <a:lnTo>
                    <a:pt x="17715" y="105925"/>
                  </a:lnTo>
                  <a:lnTo>
                    <a:pt x="17720" y="105696"/>
                  </a:lnTo>
                  <a:lnTo>
                    <a:pt x="17727" y="105384"/>
                  </a:lnTo>
                  <a:lnTo>
                    <a:pt x="17772" y="103324"/>
                  </a:lnTo>
                  <a:lnTo>
                    <a:pt x="17827" y="100833"/>
                  </a:lnTo>
                  <a:lnTo>
                    <a:pt x="17833" y="100461"/>
                  </a:lnTo>
                  <a:lnTo>
                    <a:pt x="17831" y="100332"/>
                  </a:lnTo>
                  <a:lnTo>
                    <a:pt x="17826" y="99959"/>
                  </a:lnTo>
                  <a:lnTo>
                    <a:pt x="17818" y="99396"/>
                  </a:lnTo>
                  <a:lnTo>
                    <a:pt x="17804" y="98456"/>
                  </a:lnTo>
                  <a:lnTo>
                    <a:pt x="17794" y="97763"/>
                  </a:lnTo>
                  <a:lnTo>
                    <a:pt x="17784" y="97070"/>
                  </a:lnTo>
                  <a:lnTo>
                    <a:pt x="17782" y="96905"/>
                  </a:lnTo>
                  <a:lnTo>
                    <a:pt x="17772" y="96265"/>
                  </a:lnTo>
                  <a:lnTo>
                    <a:pt x="17723" y="95249"/>
                  </a:lnTo>
                  <a:lnTo>
                    <a:pt x="17344" y="94604"/>
                  </a:lnTo>
                  <a:lnTo>
                    <a:pt x="16789" y="94159"/>
                  </a:lnTo>
                  <a:lnTo>
                    <a:pt x="15145" y="92820"/>
                  </a:lnTo>
                  <a:lnTo>
                    <a:pt x="14081" y="91700"/>
                  </a:lnTo>
                  <a:lnTo>
                    <a:pt x="13821" y="91249"/>
                  </a:lnTo>
                  <a:lnTo>
                    <a:pt x="13637" y="90931"/>
                  </a:lnTo>
                  <a:lnTo>
                    <a:pt x="13274" y="90282"/>
                  </a:lnTo>
                  <a:lnTo>
                    <a:pt x="13048" y="89876"/>
                  </a:lnTo>
                  <a:lnTo>
                    <a:pt x="12856" y="89530"/>
                  </a:lnTo>
                  <a:lnTo>
                    <a:pt x="12629" y="89085"/>
                  </a:lnTo>
                  <a:lnTo>
                    <a:pt x="12527" y="88885"/>
                  </a:lnTo>
                  <a:lnTo>
                    <a:pt x="12007" y="87871"/>
                  </a:lnTo>
                  <a:lnTo>
                    <a:pt x="11887" y="87577"/>
                  </a:lnTo>
                  <a:lnTo>
                    <a:pt x="11493" y="86613"/>
                  </a:lnTo>
                  <a:lnTo>
                    <a:pt x="11320" y="86166"/>
                  </a:lnTo>
                  <a:lnTo>
                    <a:pt x="10959" y="85223"/>
                  </a:lnTo>
                  <a:lnTo>
                    <a:pt x="10759" y="84315"/>
                  </a:lnTo>
                  <a:lnTo>
                    <a:pt x="10911" y="83110"/>
                  </a:lnTo>
                  <a:lnTo>
                    <a:pt x="11082" y="81757"/>
                  </a:lnTo>
                  <a:lnTo>
                    <a:pt x="11226" y="80619"/>
                  </a:lnTo>
                  <a:lnTo>
                    <a:pt x="11288" y="80125"/>
                  </a:lnTo>
                  <a:lnTo>
                    <a:pt x="11305" y="79994"/>
                  </a:lnTo>
                  <a:lnTo>
                    <a:pt x="11431" y="79000"/>
                  </a:lnTo>
                  <a:lnTo>
                    <a:pt x="11554" y="78029"/>
                  </a:lnTo>
                  <a:lnTo>
                    <a:pt x="11636" y="77379"/>
                  </a:lnTo>
                  <a:lnTo>
                    <a:pt x="11617" y="76689"/>
                  </a:lnTo>
                  <a:lnTo>
                    <a:pt x="11502" y="76307"/>
                  </a:lnTo>
                  <a:lnTo>
                    <a:pt x="11023" y="75507"/>
                  </a:lnTo>
                  <a:lnTo>
                    <a:pt x="10220" y="74519"/>
                  </a:lnTo>
                  <a:lnTo>
                    <a:pt x="8553" y="72875"/>
                  </a:lnTo>
                  <a:lnTo>
                    <a:pt x="8419" y="72742"/>
                  </a:lnTo>
                  <a:lnTo>
                    <a:pt x="7679" y="72134"/>
                  </a:lnTo>
                  <a:lnTo>
                    <a:pt x="7426" y="71988"/>
                  </a:lnTo>
                  <a:lnTo>
                    <a:pt x="6391" y="71394"/>
                  </a:lnTo>
                  <a:lnTo>
                    <a:pt x="6080" y="71211"/>
                  </a:lnTo>
                  <a:lnTo>
                    <a:pt x="6079" y="71040"/>
                  </a:lnTo>
                  <a:lnTo>
                    <a:pt x="6077" y="70648"/>
                  </a:lnTo>
                  <a:lnTo>
                    <a:pt x="6072" y="69648"/>
                  </a:lnTo>
                  <a:lnTo>
                    <a:pt x="6046" y="64290"/>
                  </a:lnTo>
                  <a:lnTo>
                    <a:pt x="6042" y="63529"/>
                  </a:lnTo>
                  <a:lnTo>
                    <a:pt x="6038" y="62825"/>
                  </a:lnTo>
                  <a:lnTo>
                    <a:pt x="6032" y="62321"/>
                  </a:lnTo>
                  <a:lnTo>
                    <a:pt x="3507" y="62336"/>
                  </a:lnTo>
                  <a:lnTo>
                    <a:pt x="3512" y="62126"/>
                  </a:lnTo>
                  <a:lnTo>
                    <a:pt x="3524" y="61667"/>
                  </a:lnTo>
                  <a:lnTo>
                    <a:pt x="3603" y="58635"/>
                  </a:lnTo>
                  <a:lnTo>
                    <a:pt x="3665" y="56160"/>
                  </a:lnTo>
                  <a:lnTo>
                    <a:pt x="3701" y="54709"/>
                  </a:lnTo>
                  <a:lnTo>
                    <a:pt x="3782" y="51473"/>
                  </a:lnTo>
                  <a:lnTo>
                    <a:pt x="3786" y="51288"/>
                  </a:lnTo>
                  <a:lnTo>
                    <a:pt x="3844" y="48974"/>
                  </a:lnTo>
                  <a:lnTo>
                    <a:pt x="3870" y="47964"/>
                  </a:lnTo>
                  <a:lnTo>
                    <a:pt x="3910" y="46331"/>
                  </a:lnTo>
                  <a:lnTo>
                    <a:pt x="3939" y="45181"/>
                  </a:lnTo>
                  <a:lnTo>
                    <a:pt x="3945" y="44956"/>
                  </a:lnTo>
                  <a:lnTo>
                    <a:pt x="4007" y="42895"/>
                  </a:lnTo>
                  <a:lnTo>
                    <a:pt x="4069" y="40863"/>
                  </a:lnTo>
                  <a:lnTo>
                    <a:pt x="4213" y="36134"/>
                  </a:lnTo>
                  <a:lnTo>
                    <a:pt x="4241" y="35200"/>
                  </a:lnTo>
                  <a:lnTo>
                    <a:pt x="4247" y="34996"/>
                  </a:lnTo>
                  <a:lnTo>
                    <a:pt x="4373" y="30864"/>
                  </a:lnTo>
                  <a:lnTo>
                    <a:pt x="4377" y="30733"/>
                  </a:lnTo>
                  <a:lnTo>
                    <a:pt x="4393" y="30200"/>
                  </a:lnTo>
                  <a:lnTo>
                    <a:pt x="4444" y="28519"/>
                  </a:lnTo>
                  <a:lnTo>
                    <a:pt x="4530" y="27369"/>
                  </a:lnTo>
                  <a:lnTo>
                    <a:pt x="4769" y="24154"/>
                  </a:lnTo>
                  <a:lnTo>
                    <a:pt x="4809" y="23623"/>
                  </a:lnTo>
                  <a:lnTo>
                    <a:pt x="5057" y="17055"/>
                  </a:lnTo>
                  <a:lnTo>
                    <a:pt x="5242" y="12160"/>
                  </a:lnTo>
                  <a:lnTo>
                    <a:pt x="5291" y="10845"/>
                  </a:lnTo>
                  <a:lnTo>
                    <a:pt x="6468" y="10444"/>
                  </a:lnTo>
                  <a:lnTo>
                    <a:pt x="7995" y="9948"/>
                  </a:lnTo>
                  <a:lnTo>
                    <a:pt x="8602" y="9795"/>
                  </a:lnTo>
                  <a:lnTo>
                    <a:pt x="9613" y="9528"/>
                  </a:lnTo>
                  <a:lnTo>
                    <a:pt x="10625" y="8928"/>
                  </a:lnTo>
                  <a:lnTo>
                    <a:pt x="11828" y="7927"/>
                  </a:lnTo>
                  <a:lnTo>
                    <a:pt x="12122" y="7608"/>
                  </a:lnTo>
                  <a:lnTo>
                    <a:pt x="12534" y="7163"/>
                  </a:lnTo>
                  <a:lnTo>
                    <a:pt x="12709" y="6875"/>
                  </a:lnTo>
                  <a:lnTo>
                    <a:pt x="13107" y="6224"/>
                  </a:lnTo>
                  <a:lnTo>
                    <a:pt x="13793" y="4644"/>
                  </a:lnTo>
                  <a:lnTo>
                    <a:pt x="14020" y="4123"/>
                  </a:lnTo>
                  <a:lnTo>
                    <a:pt x="14153" y="3816"/>
                  </a:lnTo>
                  <a:lnTo>
                    <a:pt x="14585" y="2822"/>
                  </a:lnTo>
                  <a:lnTo>
                    <a:pt x="14978" y="2058"/>
                  </a:lnTo>
                  <a:lnTo>
                    <a:pt x="15278" y="1474"/>
                  </a:lnTo>
                  <a:lnTo>
                    <a:pt x="15650" y="877"/>
                  </a:lnTo>
                  <a:lnTo>
                    <a:pt x="15840" y="543"/>
                  </a:lnTo>
                  <a:lnTo>
                    <a:pt x="16003" y="353"/>
                  </a:lnTo>
                  <a:lnTo>
                    <a:pt x="16222" y="181"/>
                  </a:lnTo>
                  <a:lnTo>
                    <a:pt x="16377" y="109"/>
                  </a:lnTo>
                  <a:lnTo>
                    <a:pt x="16681" y="21"/>
                  </a:lnTo>
                  <a:lnTo>
                    <a:pt x="17472" y="0"/>
                  </a:lnTo>
                  <a:lnTo>
                    <a:pt x="17835" y="0"/>
                  </a:lnTo>
                  <a:lnTo>
                    <a:pt x="18111" y="19"/>
                  </a:lnTo>
                  <a:lnTo>
                    <a:pt x="18360" y="114"/>
                  </a:lnTo>
                  <a:lnTo>
                    <a:pt x="18520" y="338"/>
                  </a:lnTo>
                  <a:lnTo>
                    <a:pt x="18908" y="2533"/>
                  </a:lnTo>
                  <a:lnTo>
                    <a:pt x="19373" y="4930"/>
                  </a:lnTo>
                  <a:lnTo>
                    <a:pt x="19589" y="5952"/>
                  </a:lnTo>
                  <a:lnTo>
                    <a:pt x="19905" y="7446"/>
                  </a:lnTo>
                  <a:lnTo>
                    <a:pt x="19961" y="7696"/>
                  </a:lnTo>
                  <a:lnTo>
                    <a:pt x="21046" y="11423"/>
                  </a:lnTo>
                  <a:lnTo>
                    <a:pt x="21125" y="11761"/>
                  </a:lnTo>
                  <a:lnTo>
                    <a:pt x="21484" y="12998"/>
                  </a:lnTo>
                  <a:lnTo>
                    <a:pt x="22706" y="17213"/>
                  </a:lnTo>
                  <a:lnTo>
                    <a:pt x="22869" y="17761"/>
                  </a:lnTo>
                  <a:lnTo>
                    <a:pt x="23244" y="19022"/>
                  </a:lnTo>
                  <a:lnTo>
                    <a:pt x="23396" y="19534"/>
                  </a:lnTo>
                  <a:lnTo>
                    <a:pt x="24599" y="23584"/>
                  </a:lnTo>
                  <a:lnTo>
                    <a:pt x="25876" y="27886"/>
                  </a:lnTo>
                  <a:lnTo>
                    <a:pt x="26154" y="28820"/>
                  </a:lnTo>
                  <a:lnTo>
                    <a:pt x="26534" y="30102"/>
                  </a:lnTo>
                  <a:lnTo>
                    <a:pt x="26700" y="30658"/>
                  </a:lnTo>
                  <a:lnTo>
                    <a:pt x="27010" y="31704"/>
                  </a:lnTo>
                  <a:lnTo>
                    <a:pt x="27696" y="34126"/>
                  </a:lnTo>
                  <a:lnTo>
                    <a:pt x="28274" y="36168"/>
                  </a:lnTo>
                  <a:lnTo>
                    <a:pt x="29601" y="40860"/>
                  </a:lnTo>
                  <a:lnTo>
                    <a:pt x="31430" y="47221"/>
                  </a:lnTo>
                  <a:lnTo>
                    <a:pt x="31649" y="47980"/>
                  </a:lnTo>
                  <a:lnTo>
                    <a:pt x="32029" y="49303"/>
                  </a:lnTo>
                  <a:lnTo>
                    <a:pt x="32136" y="49716"/>
                  </a:lnTo>
                  <a:lnTo>
                    <a:pt x="32445" y="50692"/>
                  </a:lnTo>
                  <a:lnTo>
                    <a:pt x="33294" y="53374"/>
                  </a:lnTo>
                  <a:lnTo>
                    <a:pt x="34194" y="5621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2" name="pg441"/>
            <p:cNvSpPr/>
            <p:nvPr/>
          </p:nvSpPr>
          <p:spPr>
            <a:xfrm>
              <a:off x="4147786" y="5171061"/>
              <a:ext cx="87802" cy="158084"/>
            </a:xfrm>
            <a:custGeom>
              <a:avLst/>
              <a:pathLst>
                <a:path w="87802" h="158084">
                  <a:moveTo>
                    <a:pt x="8900" y="158036"/>
                  </a:moveTo>
                  <a:lnTo>
                    <a:pt x="8742" y="158084"/>
                  </a:lnTo>
                  <a:lnTo>
                    <a:pt x="8326" y="156329"/>
                  </a:lnTo>
                  <a:lnTo>
                    <a:pt x="8251" y="156110"/>
                  </a:lnTo>
                  <a:lnTo>
                    <a:pt x="7575" y="154139"/>
                  </a:lnTo>
                  <a:lnTo>
                    <a:pt x="7465" y="153818"/>
                  </a:lnTo>
                  <a:lnTo>
                    <a:pt x="6223" y="150198"/>
                  </a:lnTo>
                  <a:lnTo>
                    <a:pt x="6152" y="149991"/>
                  </a:lnTo>
                  <a:lnTo>
                    <a:pt x="5602" y="148266"/>
                  </a:lnTo>
                  <a:lnTo>
                    <a:pt x="4703" y="145446"/>
                  </a:lnTo>
                  <a:lnTo>
                    <a:pt x="3718" y="142359"/>
                  </a:lnTo>
                  <a:lnTo>
                    <a:pt x="2854" y="139649"/>
                  </a:lnTo>
                  <a:lnTo>
                    <a:pt x="2753" y="139320"/>
                  </a:lnTo>
                  <a:lnTo>
                    <a:pt x="2349" y="138002"/>
                  </a:lnTo>
                  <a:lnTo>
                    <a:pt x="2292" y="137813"/>
                  </a:lnTo>
                  <a:lnTo>
                    <a:pt x="2105" y="137019"/>
                  </a:lnTo>
                  <a:lnTo>
                    <a:pt x="1277" y="133494"/>
                  </a:lnTo>
                  <a:lnTo>
                    <a:pt x="1205" y="133188"/>
                  </a:lnTo>
                  <a:lnTo>
                    <a:pt x="1068" y="132606"/>
                  </a:lnTo>
                  <a:lnTo>
                    <a:pt x="884" y="131740"/>
                  </a:lnTo>
                  <a:lnTo>
                    <a:pt x="224" y="128634"/>
                  </a:lnTo>
                  <a:lnTo>
                    <a:pt x="148" y="128053"/>
                  </a:lnTo>
                  <a:lnTo>
                    <a:pt x="10" y="126988"/>
                  </a:lnTo>
                  <a:lnTo>
                    <a:pt x="7" y="126510"/>
                  </a:lnTo>
                  <a:lnTo>
                    <a:pt x="0" y="124828"/>
                  </a:lnTo>
                  <a:lnTo>
                    <a:pt x="181" y="122516"/>
                  </a:lnTo>
                  <a:lnTo>
                    <a:pt x="535" y="120577"/>
                  </a:lnTo>
                  <a:lnTo>
                    <a:pt x="582" y="120322"/>
                  </a:lnTo>
                  <a:lnTo>
                    <a:pt x="829" y="119244"/>
                  </a:lnTo>
                  <a:lnTo>
                    <a:pt x="1039" y="118328"/>
                  </a:lnTo>
                  <a:lnTo>
                    <a:pt x="2143" y="114568"/>
                  </a:lnTo>
                  <a:lnTo>
                    <a:pt x="2382" y="113756"/>
                  </a:lnTo>
                  <a:lnTo>
                    <a:pt x="3175" y="111057"/>
                  </a:lnTo>
                  <a:lnTo>
                    <a:pt x="3418" y="110228"/>
                  </a:lnTo>
                  <a:lnTo>
                    <a:pt x="3714" y="109036"/>
                  </a:lnTo>
                  <a:lnTo>
                    <a:pt x="3799" y="108694"/>
                  </a:lnTo>
                  <a:lnTo>
                    <a:pt x="4750" y="105577"/>
                  </a:lnTo>
                  <a:lnTo>
                    <a:pt x="5065" y="104548"/>
                  </a:lnTo>
                  <a:lnTo>
                    <a:pt x="5175" y="104189"/>
                  </a:lnTo>
                  <a:lnTo>
                    <a:pt x="5420" y="103387"/>
                  </a:lnTo>
                  <a:lnTo>
                    <a:pt x="6894" y="98569"/>
                  </a:lnTo>
                  <a:lnTo>
                    <a:pt x="7536" y="96470"/>
                  </a:lnTo>
                  <a:lnTo>
                    <a:pt x="7822" y="95536"/>
                  </a:lnTo>
                  <a:lnTo>
                    <a:pt x="8182" y="94360"/>
                  </a:lnTo>
                  <a:lnTo>
                    <a:pt x="8317" y="93920"/>
                  </a:lnTo>
                  <a:lnTo>
                    <a:pt x="9378" y="90626"/>
                  </a:lnTo>
                  <a:lnTo>
                    <a:pt x="9967" y="88797"/>
                  </a:lnTo>
                  <a:lnTo>
                    <a:pt x="10182" y="88131"/>
                  </a:lnTo>
                  <a:lnTo>
                    <a:pt x="10715" y="86898"/>
                  </a:lnTo>
                  <a:lnTo>
                    <a:pt x="10972" y="86304"/>
                  </a:lnTo>
                  <a:lnTo>
                    <a:pt x="11429" y="85247"/>
                  </a:lnTo>
                  <a:lnTo>
                    <a:pt x="12107" y="83678"/>
                  </a:lnTo>
                  <a:lnTo>
                    <a:pt x="12546" y="82616"/>
                  </a:lnTo>
                  <a:lnTo>
                    <a:pt x="12822" y="82128"/>
                  </a:lnTo>
                  <a:lnTo>
                    <a:pt x="13415" y="81079"/>
                  </a:lnTo>
                  <a:lnTo>
                    <a:pt x="13564" y="80848"/>
                  </a:lnTo>
                  <a:lnTo>
                    <a:pt x="14444" y="79477"/>
                  </a:lnTo>
                  <a:lnTo>
                    <a:pt x="16086" y="76917"/>
                  </a:lnTo>
                  <a:lnTo>
                    <a:pt x="16345" y="76514"/>
                  </a:lnTo>
                  <a:lnTo>
                    <a:pt x="16549" y="76196"/>
                  </a:lnTo>
                  <a:lnTo>
                    <a:pt x="18156" y="73692"/>
                  </a:lnTo>
                  <a:lnTo>
                    <a:pt x="18480" y="73187"/>
                  </a:lnTo>
                  <a:lnTo>
                    <a:pt x="18692" y="72855"/>
                  </a:lnTo>
                  <a:lnTo>
                    <a:pt x="19962" y="70985"/>
                  </a:lnTo>
                  <a:lnTo>
                    <a:pt x="20176" y="70670"/>
                  </a:lnTo>
                  <a:lnTo>
                    <a:pt x="20524" y="70158"/>
                  </a:lnTo>
                  <a:lnTo>
                    <a:pt x="20727" y="69859"/>
                  </a:lnTo>
                  <a:lnTo>
                    <a:pt x="21964" y="68036"/>
                  </a:lnTo>
                  <a:lnTo>
                    <a:pt x="22978" y="66543"/>
                  </a:lnTo>
                  <a:lnTo>
                    <a:pt x="24847" y="63790"/>
                  </a:lnTo>
                  <a:lnTo>
                    <a:pt x="25762" y="62443"/>
                  </a:lnTo>
                  <a:lnTo>
                    <a:pt x="26394" y="61513"/>
                  </a:lnTo>
                  <a:lnTo>
                    <a:pt x="26925" y="59286"/>
                  </a:lnTo>
                  <a:lnTo>
                    <a:pt x="26943" y="59136"/>
                  </a:lnTo>
                  <a:lnTo>
                    <a:pt x="26982" y="58809"/>
                  </a:lnTo>
                  <a:lnTo>
                    <a:pt x="27041" y="58317"/>
                  </a:lnTo>
                  <a:lnTo>
                    <a:pt x="27225" y="56781"/>
                  </a:lnTo>
                  <a:lnTo>
                    <a:pt x="27256" y="56519"/>
                  </a:lnTo>
                  <a:lnTo>
                    <a:pt x="27386" y="55426"/>
                  </a:lnTo>
                  <a:lnTo>
                    <a:pt x="27436" y="54800"/>
                  </a:lnTo>
                  <a:lnTo>
                    <a:pt x="27464" y="54454"/>
                  </a:lnTo>
                  <a:lnTo>
                    <a:pt x="27635" y="52301"/>
                  </a:lnTo>
                  <a:lnTo>
                    <a:pt x="27724" y="51184"/>
                  </a:lnTo>
                  <a:lnTo>
                    <a:pt x="27820" y="49982"/>
                  </a:lnTo>
                  <a:lnTo>
                    <a:pt x="27874" y="47902"/>
                  </a:lnTo>
                  <a:lnTo>
                    <a:pt x="27898" y="46985"/>
                  </a:lnTo>
                  <a:lnTo>
                    <a:pt x="27978" y="43895"/>
                  </a:lnTo>
                  <a:lnTo>
                    <a:pt x="27988" y="43522"/>
                  </a:lnTo>
                  <a:lnTo>
                    <a:pt x="28012" y="42607"/>
                  </a:lnTo>
                  <a:lnTo>
                    <a:pt x="28097" y="39343"/>
                  </a:lnTo>
                  <a:lnTo>
                    <a:pt x="28126" y="38213"/>
                  </a:lnTo>
                  <a:lnTo>
                    <a:pt x="28141" y="37614"/>
                  </a:lnTo>
                  <a:lnTo>
                    <a:pt x="28210" y="34983"/>
                  </a:lnTo>
                  <a:lnTo>
                    <a:pt x="28229" y="34248"/>
                  </a:lnTo>
                  <a:lnTo>
                    <a:pt x="28212" y="33966"/>
                  </a:lnTo>
                  <a:lnTo>
                    <a:pt x="28106" y="32241"/>
                  </a:lnTo>
                  <a:lnTo>
                    <a:pt x="28211" y="31164"/>
                  </a:lnTo>
                  <a:lnTo>
                    <a:pt x="28361" y="30845"/>
                  </a:lnTo>
                  <a:lnTo>
                    <a:pt x="28997" y="29483"/>
                  </a:lnTo>
                  <a:lnTo>
                    <a:pt x="29452" y="28510"/>
                  </a:lnTo>
                  <a:lnTo>
                    <a:pt x="29563" y="28271"/>
                  </a:lnTo>
                  <a:lnTo>
                    <a:pt x="29957" y="27428"/>
                  </a:lnTo>
                  <a:lnTo>
                    <a:pt x="31203" y="25248"/>
                  </a:lnTo>
                  <a:lnTo>
                    <a:pt x="32143" y="23602"/>
                  </a:lnTo>
                  <a:lnTo>
                    <a:pt x="32685" y="22653"/>
                  </a:lnTo>
                  <a:lnTo>
                    <a:pt x="32820" y="22416"/>
                  </a:lnTo>
                  <a:lnTo>
                    <a:pt x="33063" y="21991"/>
                  </a:lnTo>
                  <a:lnTo>
                    <a:pt x="33305" y="21568"/>
                  </a:lnTo>
                  <a:lnTo>
                    <a:pt x="34514" y="19452"/>
                  </a:lnTo>
                  <a:lnTo>
                    <a:pt x="35624" y="17508"/>
                  </a:lnTo>
                  <a:lnTo>
                    <a:pt x="35702" y="17371"/>
                  </a:lnTo>
                  <a:lnTo>
                    <a:pt x="36019" y="16817"/>
                  </a:lnTo>
                  <a:lnTo>
                    <a:pt x="36143" y="16600"/>
                  </a:lnTo>
                  <a:lnTo>
                    <a:pt x="37388" y="14420"/>
                  </a:lnTo>
                  <a:lnTo>
                    <a:pt x="37478" y="14263"/>
                  </a:lnTo>
                  <a:lnTo>
                    <a:pt x="38230" y="12946"/>
                  </a:lnTo>
                  <a:lnTo>
                    <a:pt x="38374" y="12695"/>
                  </a:lnTo>
                  <a:lnTo>
                    <a:pt x="39022" y="11560"/>
                  </a:lnTo>
                  <a:lnTo>
                    <a:pt x="39113" y="11400"/>
                  </a:lnTo>
                  <a:lnTo>
                    <a:pt x="39305" y="11064"/>
                  </a:lnTo>
                  <a:lnTo>
                    <a:pt x="39698" y="10377"/>
                  </a:lnTo>
                  <a:lnTo>
                    <a:pt x="40002" y="9844"/>
                  </a:lnTo>
                  <a:lnTo>
                    <a:pt x="40578" y="8781"/>
                  </a:lnTo>
                  <a:lnTo>
                    <a:pt x="41059" y="7894"/>
                  </a:lnTo>
                  <a:lnTo>
                    <a:pt x="41281" y="7485"/>
                  </a:lnTo>
                  <a:lnTo>
                    <a:pt x="41393" y="7279"/>
                  </a:lnTo>
                  <a:lnTo>
                    <a:pt x="41564" y="6963"/>
                  </a:lnTo>
                  <a:lnTo>
                    <a:pt x="41722" y="6671"/>
                  </a:lnTo>
                  <a:lnTo>
                    <a:pt x="42395" y="5430"/>
                  </a:lnTo>
                  <a:lnTo>
                    <a:pt x="42781" y="4717"/>
                  </a:lnTo>
                  <a:lnTo>
                    <a:pt x="43265" y="3823"/>
                  </a:lnTo>
                  <a:lnTo>
                    <a:pt x="43458" y="3468"/>
                  </a:lnTo>
                  <a:lnTo>
                    <a:pt x="43564" y="3283"/>
                  </a:lnTo>
                  <a:lnTo>
                    <a:pt x="43967" y="2577"/>
                  </a:lnTo>
                  <a:lnTo>
                    <a:pt x="44173" y="2217"/>
                  </a:lnTo>
                  <a:lnTo>
                    <a:pt x="44649" y="1384"/>
                  </a:lnTo>
                  <a:lnTo>
                    <a:pt x="44900" y="945"/>
                  </a:lnTo>
                  <a:lnTo>
                    <a:pt x="45238" y="353"/>
                  </a:lnTo>
                  <a:lnTo>
                    <a:pt x="45441" y="0"/>
                  </a:lnTo>
                  <a:lnTo>
                    <a:pt x="45865" y="1442"/>
                  </a:lnTo>
                  <a:lnTo>
                    <a:pt x="46297" y="2908"/>
                  </a:lnTo>
                  <a:lnTo>
                    <a:pt x="46467" y="3486"/>
                  </a:lnTo>
                  <a:lnTo>
                    <a:pt x="47867" y="8243"/>
                  </a:lnTo>
                  <a:lnTo>
                    <a:pt x="48071" y="8939"/>
                  </a:lnTo>
                  <a:lnTo>
                    <a:pt x="48502" y="10338"/>
                  </a:lnTo>
                  <a:lnTo>
                    <a:pt x="48590" y="10624"/>
                  </a:lnTo>
                  <a:lnTo>
                    <a:pt x="50579" y="17079"/>
                  </a:lnTo>
                  <a:lnTo>
                    <a:pt x="51739" y="20843"/>
                  </a:lnTo>
                  <a:lnTo>
                    <a:pt x="51783" y="20986"/>
                  </a:lnTo>
                  <a:lnTo>
                    <a:pt x="52538" y="23437"/>
                  </a:lnTo>
                  <a:lnTo>
                    <a:pt x="54477" y="29729"/>
                  </a:lnTo>
                  <a:lnTo>
                    <a:pt x="54815" y="30796"/>
                  </a:lnTo>
                  <a:lnTo>
                    <a:pt x="54883" y="31011"/>
                  </a:lnTo>
                  <a:lnTo>
                    <a:pt x="55172" y="31922"/>
                  </a:lnTo>
                  <a:lnTo>
                    <a:pt x="56112" y="34889"/>
                  </a:lnTo>
                  <a:lnTo>
                    <a:pt x="56705" y="36759"/>
                  </a:lnTo>
                  <a:lnTo>
                    <a:pt x="57467" y="39162"/>
                  </a:lnTo>
                  <a:lnTo>
                    <a:pt x="62242" y="54205"/>
                  </a:lnTo>
                  <a:lnTo>
                    <a:pt x="62809" y="55937"/>
                  </a:lnTo>
                  <a:lnTo>
                    <a:pt x="62950" y="56368"/>
                  </a:lnTo>
                  <a:lnTo>
                    <a:pt x="63824" y="59041"/>
                  </a:lnTo>
                  <a:lnTo>
                    <a:pt x="63874" y="59194"/>
                  </a:lnTo>
                  <a:lnTo>
                    <a:pt x="64925" y="62402"/>
                  </a:lnTo>
                  <a:lnTo>
                    <a:pt x="65432" y="63952"/>
                  </a:lnTo>
                  <a:lnTo>
                    <a:pt x="65812" y="65114"/>
                  </a:lnTo>
                  <a:lnTo>
                    <a:pt x="66077" y="65922"/>
                  </a:lnTo>
                  <a:lnTo>
                    <a:pt x="66923" y="68507"/>
                  </a:lnTo>
                  <a:lnTo>
                    <a:pt x="67430" y="70057"/>
                  </a:lnTo>
                  <a:lnTo>
                    <a:pt x="68599" y="73759"/>
                  </a:lnTo>
                  <a:lnTo>
                    <a:pt x="68814" y="74437"/>
                  </a:lnTo>
                  <a:lnTo>
                    <a:pt x="69201" y="75663"/>
                  </a:lnTo>
                  <a:lnTo>
                    <a:pt x="70007" y="78216"/>
                  </a:lnTo>
                  <a:lnTo>
                    <a:pt x="70305" y="79156"/>
                  </a:lnTo>
                  <a:lnTo>
                    <a:pt x="71340" y="82419"/>
                  </a:lnTo>
                  <a:lnTo>
                    <a:pt x="71932" y="84286"/>
                  </a:lnTo>
                  <a:lnTo>
                    <a:pt x="72187" y="85091"/>
                  </a:lnTo>
                  <a:lnTo>
                    <a:pt x="73432" y="89018"/>
                  </a:lnTo>
                  <a:lnTo>
                    <a:pt x="74836" y="93445"/>
                  </a:lnTo>
                  <a:lnTo>
                    <a:pt x="75097" y="94253"/>
                  </a:lnTo>
                  <a:lnTo>
                    <a:pt x="75197" y="94562"/>
                  </a:lnTo>
                  <a:lnTo>
                    <a:pt x="75786" y="96389"/>
                  </a:lnTo>
                  <a:lnTo>
                    <a:pt x="77230" y="100864"/>
                  </a:lnTo>
                  <a:lnTo>
                    <a:pt x="77647" y="102178"/>
                  </a:lnTo>
                  <a:lnTo>
                    <a:pt x="78396" y="104538"/>
                  </a:lnTo>
                  <a:lnTo>
                    <a:pt x="78452" y="104715"/>
                  </a:lnTo>
                  <a:lnTo>
                    <a:pt x="80038" y="109715"/>
                  </a:lnTo>
                  <a:lnTo>
                    <a:pt x="80514" y="111215"/>
                  </a:lnTo>
                  <a:lnTo>
                    <a:pt x="81145" y="113203"/>
                  </a:lnTo>
                  <a:lnTo>
                    <a:pt x="81428" y="114096"/>
                  </a:lnTo>
                  <a:lnTo>
                    <a:pt x="82144" y="116353"/>
                  </a:lnTo>
                  <a:lnTo>
                    <a:pt x="82842" y="118551"/>
                  </a:lnTo>
                  <a:lnTo>
                    <a:pt x="83246" y="119825"/>
                  </a:lnTo>
                  <a:lnTo>
                    <a:pt x="83993" y="122179"/>
                  </a:lnTo>
                  <a:lnTo>
                    <a:pt x="84317" y="123203"/>
                  </a:lnTo>
                  <a:lnTo>
                    <a:pt x="85814" y="127919"/>
                  </a:lnTo>
                  <a:lnTo>
                    <a:pt x="86233" y="129242"/>
                  </a:lnTo>
                  <a:lnTo>
                    <a:pt x="86486" y="130038"/>
                  </a:lnTo>
                  <a:lnTo>
                    <a:pt x="86642" y="130528"/>
                  </a:lnTo>
                  <a:lnTo>
                    <a:pt x="86920" y="131357"/>
                  </a:lnTo>
                  <a:lnTo>
                    <a:pt x="87172" y="132105"/>
                  </a:lnTo>
                  <a:lnTo>
                    <a:pt x="87802" y="134246"/>
                  </a:lnTo>
                  <a:lnTo>
                    <a:pt x="87388" y="134371"/>
                  </a:lnTo>
                  <a:lnTo>
                    <a:pt x="86659" y="134592"/>
                  </a:lnTo>
                  <a:lnTo>
                    <a:pt x="86044" y="134777"/>
                  </a:lnTo>
                  <a:lnTo>
                    <a:pt x="85434" y="134962"/>
                  </a:lnTo>
                  <a:lnTo>
                    <a:pt x="84703" y="135184"/>
                  </a:lnTo>
                  <a:lnTo>
                    <a:pt x="84554" y="135229"/>
                  </a:lnTo>
                  <a:lnTo>
                    <a:pt x="84227" y="135328"/>
                  </a:lnTo>
                  <a:lnTo>
                    <a:pt x="83973" y="135405"/>
                  </a:lnTo>
                  <a:lnTo>
                    <a:pt x="83255" y="135622"/>
                  </a:lnTo>
                  <a:lnTo>
                    <a:pt x="83051" y="135684"/>
                  </a:lnTo>
                  <a:lnTo>
                    <a:pt x="81903" y="136031"/>
                  </a:lnTo>
                  <a:lnTo>
                    <a:pt x="80699" y="136396"/>
                  </a:lnTo>
                  <a:lnTo>
                    <a:pt x="79236" y="136839"/>
                  </a:lnTo>
                  <a:lnTo>
                    <a:pt x="77044" y="137503"/>
                  </a:lnTo>
                  <a:lnTo>
                    <a:pt x="74758" y="138195"/>
                  </a:lnTo>
                  <a:lnTo>
                    <a:pt x="74464" y="138284"/>
                  </a:lnTo>
                  <a:lnTo>
                    <a:pt x="74317" y="138326"/>
                  </a:lnTo>
                  <a:lnTo>
                    <a:pt x="74155" y="138372"/>
                  </a:lnTo>
                  <a:lnTo>
                    <a:pt x="72249" y="138914"/>
                  </a:lnTo>
                  <a:lnTo>
                    <a:pt x="71364" y="139165"/>
                  </a:lnTo>
                  <a:lnTo>
                    <a:pt x="68813" y="139890"/>
                  </a:lnTo>
                  <a:lnTo>
                    <a:pt x="68614" y="139947"/>
                  </a:lnTo>
                  <a:lnTo>
                    <a:pt x="67392" y="140294"/>
                  </a:lnTo>
                  <a:lnTo>
                    <a:pt x="66461" y="140559"/>
                  </a:lnTo>
                  <a:lnTo>
                    <a:pt x="64540" y="141105"/>
                  </a:lnTo>
                  <a:lnTo>
                    <a:pt x="62778" y="141606"/>
                  </a:lnTo>
                  <a:lnTo>
                    <a:pt x="62618" y="141652"/>
                  </a:lnTo>
                  <a:lnTo>
                    <a:pt x="61824" y="141899"/>
                  </a:lnTo>
                  <a:lnTo>
                    <a:pt x="59921" y="142490"/>
                  </a:lnTo>
                  <a:lnTo>
                    <a:pt x="56583" y="143528"/>
                  </a:lnTo>
                  <a:lnTo>
                    <a:pt x="54818" y="144076"/>
                  </a:lnTo>
                  <a:lnTo>
                    <a:pt x="50929" y="145285"/>
                  </a:lnTo>
                  <a:lnTo>
                    <a:pt x="50750" y="145341"/>
                  </a:lnTo>
                  <a:lnTo>
                    <a:pt x="50325" y="145473"/>
                  </a:lnTo>
                  <a:lnTo>
                    <a:pt x="46507" y="146660"/>
                  </a:lnTo>
                  <a:lnTo>
                    <a:pt x="44874" y="147167"/>
                  </a:lnTo>
                  <a:lnTo>
                    <a:pt x="44703" y="147221"/>
                  </a:lnTo>
                  <a:lnTo>
                    <a:pt x="38834" y="148987"/>
                  </a:lnTo>
                  <a:lnTo>
                    <a:pt x="37126" y="149501"/>
                  </a:lnTo>
                  <a:lnTo>
                    <a:pt x="36530" y="149680"/>
                  </a:lnTo>
                  <a:lnTo>
                    <a:pt x="36089" y="149813"/>
                  </a:lnTo>
                  <a:lnTo>
                    <a:pt x="33139" y="150700"/>
                  </a:lnTo>
                  <a:lnTo>
                    <a:pt x="32877" y="150779"/>
                  </a:lnTo>
                  <a:lnTo>
                    <a:pt x="29261" y="151867"/>
                  </a:lnTo>
                  <a:lnTo>
                    <a:pt x="27175" y="152495"/>
                  </a:lnTo>
                  <a:lnTo>
                    <a:pt x="25026" y="153146"/>
                  </a:lnTo>
                  <a:lnTo>
                    <a:pt x="21033" y="154357"/>
                  </a:lnTo>
                  <a:lnTo>
                    <a:pt x="15985" y="155888"/>
                  </a:lnTo>
                  <a:lnTo>
                    <a:pt x="15794" y="155946"/>
                  </a:lnTo>
                  <a:lnTo>
                    <a:pt x="12434" y="156964"/>
                  </a:lnTo>
                  <a:lnTo>
                    <a:pt x="11955" y="15710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3" name="pg442"/>
            <p:cNvSpPr/>
            <p:nvPr/>
          </p:nvSpPr>
          <p:spPr>
            <a:xfrm>
              <a:off x="4222716" y="5207185"/>
              <a:ext cx="155251" cy="108881"/>
            </a:xfrm>
            <a:custGeom>
              <a:avLst/>
              <a:pathLst>
                <a:path w="155251" h="108881">
                  <a:moveTo>
                    <a:pt x="136672" y="63157"/>
                  </a:moveTo>
                  <a:lnTo>
                    <a:pt x="137290" y="65593"/>
                  </a:lnTo>
                  <a:lnTo>
                    <a:pt x="137448" y="66218"/>
                  </a:lnTo>
                  <a:lnTo>
                    <a:pt x="137965" y="68254"/>
                  </a:lnTo>
                  <a:lnTo>
                    <a:pt x="138626" y="70863"/>
                  </a:lnTo>
                  <a:lnTo>
                    <a:pt x="138805" y="71566"/>
                  </a:lnTo>
                  <a:lnTo>
                    <a:pt x="139461" y="74154"/>
                  </a:lnTo>
                  <a:lnTo>
                    <a:pt x="139904" y="75900"/>
                  </a:lnTo>
                  <a:lnTo>
                    <a:pt x="139999" y="76208"/>
                  </a:lnTo>
                  <a:lnTo>
                    <a:pt x="140120" y="76519"/>
                  </a:lnTo>
                  <a:lnTo>
                    <a:pt x="140987" y="77556"/>
                  </a:lnTo>
                  <a:lnTo>
                    <a:pt x="141184" y="77977"/>
                  </a:lnTo>
                  <a:lnTo>
                    <a:pt x="141301" y="78442"/>
                  </a:lnTo>
                  <a:lnTo>
                    <a:pt x="141417" y="78889"/>
                  </a:lnTo>
                  <a:lnTo>
                    <a:pt x="141453" y="79659"/>
                  </a:lnTo>
                  <a:lnTo>
                    <a:pt x="141399" y="80124"/>
                  </a:lnTo>
                  <a:lnTo>
                    <a:pt x="141354" y="80276"/>
                  </a:lnTo>
                  <a:lnTo>
                    <a:pt x="141346" y="80415"/>
                  </a:lnTo>
                  <a:lnTo>
                    <a:pt x="141123" y="80353"/>
                  </a:lnTo>
                  <a:lnTo>
                    <a:pt x="140864" y="80280"/>
                  </a:lnTo>
                  <a:lnTo>
                    <a:pt x="140468" y="80170"/>
                  </a:lnTo>
                  <a:lnTo>
                    <a:pt x="140218" y="80100"/>
                  </a:lnTo>
                  <a:lnTo>
                    <a:pt x="139141" y="79799"/>
                  </a:lnTo>
                  <a:lnTo>
                    <a:pt x="138777" y="79697"/>
                  </a:lnTo>
                  <a:lnTo>
                    <a:pt x="138153" y="79522"/>
                  </a:lnTo>
                  <a:lnTo>
                    <a:pt x="133871" y="78325"/>
                  </a:lnTo>
                  <a:lnTo>
                    <a:pt x="132396" y="77913"/>
                  </a:lnTo>
                  <a:lnTo>
                    <a:pt x="131180" y="77572"/>
                  </a:lnTo>
                  <a:lnTo>
                    <a:pt x="130985" y="77518"/>
                  </a:lnTo>
                  <a:lnTo>
                    <a:pt x="130643" y="77422"/>
                  </a:lnTo>
                  <a:lnTo>
                    <a:pt x="130393" y="77352"/>
                  </a:lnTo>
                  <a:lnTo>
                    <a:pt x="128307" y="76769"/>
                  </a:lnTo>
                  <a:lnTo>
                    <a:pt x="124427" y="75684"/>
                  </a:lnTo>
                  <a:lnTo>
                    <a:pt x="118009" y="73890"/>
                  </a:lnTo>
                  <a:lnTo>
                    <a:pt x="112617" y="72382"/>
                  </a:lnTo>
                  <a:lnTo>
                    <a:pt x="107357" y="70827"/>
                  </a:lnTo>
                  <a:lnTo>
                    <a:pt x="106484" y="70569"/>
                  </a:lnTo>
                  <a:lnTo>
                    <a:pt x="99749" y="68578"/>
                  </a:lnTo>
                  <a:lnTo>
                    <a:pt x="88260" y="65182"/>
                  </a:lnTo>
                  <a:lnTo>
                    <a:pt x="88405" y="65694"/>
                  </a:lnTo>
                  <a:lnTo>
                    <a:pt x="88964" y="67967"/>
                  </a:lnTo>
                  <a:lnTo>
                    <a:pt x="89112" y="68568"/>
                  </a:lnTo>
                  <a:lnTo>
                    <a:pt x="89672" y="70843"/>
                  </a:lnTo>
                  <a:lnTo>
                    <a:pt x="89996" y="72159"/>
                  </a:lnTo>
                  <a:lnTo>
                    <a:pt x="90527" y="74315"/>
                  </a:lnTo>
                  <a:lnTo>
                    <a:pt x="91139" y="76801"/>
                  </a:lnTo>
                  <a:lnTo>
                    <a:pt x="91254" y="77267"/>
                  </a:lnTo>
                  <a:lnTo>
                    <a:pt x="91490" y="78225"/>
                  </a:lnTo>
                  <a:lnTo>
                    <a:pt x="92296" y="81026"/>
                  </a:lnTo>
                  <a:lnTo>
                    <a:pt x="92427" y="81482"/>
                  </a:lnTo>
                  <a:lnTo>
                    <a:pt x="95726" y="92950"/>
                  </a:lnTo>
                  <a:lnTo>
                    <a:pt x="95775" y="93119"/>
                  </a:lnTo>
                  <a:lnTo>
                    <a:pt x="95122" y="93283"/>
                  </a:lnTo>
                  <a:lnTo>
                    <a:pt x="94532" y="93430"/>
                  </a:lnTo>
                  <a:lnTo>
                    <a:pt x="92767" y="93873"/>
                  </a:lnTo>
                  <a:lnTo>
                    <a:pt x="92338" y="93981"/>
                  </a:lnTo>
                  <a:lnTo>
                    <a:pt x="86777" y="95376"/>
                  </a:lnTo>
                  <a:lnTo>
                    <a:pt x="82014" y="96587"/>
                  </a:lnTo>
                  <a:lnTo>
                    <a:pt x="75986" y="98121"/>
                  </a:lnTo>
                  <a:lnTo>
                    <a:pt x="71949" y="99148"/>
                  </a:lnTo>
                  <a:lnTo>
                    <a:pt x="70701" y="99466"/>
                  </a:lnTo>
                  <a:lnTo>
                    <a:pt x="67384" y="100391"/>
                  </a:lnTo>
                  <a:lnTo>
                    <a:pt x="64129" y="101300"/>
                  </a:lnTo>
                  <a:lnTo>
                    <a:pt x="59576" y="102570"/>
                  </a:lnTo>
                  <a:lnTo>
                    <a:pt x="58753" y="102800"/>
                  </a:lnTo>
                  <a:lnTo>
                    <a:pt x="57661" y="103104"/>
                  </a:lnTo>
                  <a:lnTo>
                    <a:pt x="52615" y="104512"/>
                  </a:lnTo>
                  <a:lnTo>
                    <a:pt x="47318" y="105826"/>
                  </a:lnTo>
                  <a:lnTo>
                    <a:pt x="46707" y="105977"/>
                  </a:lnTo>
                  <a:lnTo>
                    <a:pt x="44761" y="106460"/>
                  </a:lnTo>
                  <a:lnTo>
                    <a:pt x="44364" y="106558"/>
                  </a:lnTo>
                  <a:lnTo>
                    <a:pt x="35296" y="108806"/>
                  </a:lnTo>
                  <a:lnTo>
                    <a:pt x="34165" y="108814"/>
                  </a:lnTo>
                  <a:lnTo>
                    <a:pt x="33786" y="108881"/>
                  </a:lnTo>
                  <a:lnTo>
                    <a:pt x="32973" y="105977"/>
                  </a:lnTo>
                  <a:lnTo>
                    <a:pt x="32435" y="104058"/>
                  </a:lnTo>
                  <a:lnTo>
                    <a:pt x="28548" y="90194"/>
                  </a:lnTo>
                  <a:lnTo>
                    <a:pt x="28080" y="90311"/>
                  </a:lnTo>
                  <a:lnTo>
                    <a:pt x="17973" y="92839"/>
                  </a:lnTo>
                  <a:lnTo>
                    <a:pt x="13368" y="93990"/>
                  </a:lnTo>
                  <a:lnTo>
                    <a:pt x="12478" y="94213"/>
                  </a:lnTo>
                  <a:lnTo>
                    <a:pt x="12020" y="94327"/>
                  </a:lnTo>
                  <a:lnTo>
                    <a:pt x="11686" y="94322"/>
                  </a:lnTo>
                  <a:lnTo>
                    <a:pt x="11556" y="93914"/>
                  </a:lnTo>
                  <a:lnTo>
                    <a:pt x="11304" y="93118"/>
                  </a:lnTo>
                  <a:lnTo>
                    <a:pt x="10884" y="91796"/>
                  </a:lnTo>
                  <a:lnTo>
                    <a:pt x="9388" y="87079"/>
                  </a:lnTo>
                  <a:lnTo>
                    <a:pt x="9063" y="86055"/>
                  </a:lnTo>
                  <a:lnTo>
                    <a:pt x="8316" y="83701"/>
                  </a:lnTo>
                  <a:lnTo>
                    <a:pt x="7912" y="82427"/>
                  </a:lnTo>
                  <a:lnTo>
                    <a:pt x="7214" y="80229"/>
                  </a:lnTo>
                  <a:lnTo>
                    <a:pt x="6499" y="77972"/>
                  </a:lnTo>
                  <a:lnTo>
                    <a:pt x="6215" y="77079"/>
                  </a:lnTo>
                  <a:lnTo>
                    <a:pt x="5584" y="75091"/>
                  </a:lnTo>
                  <a:lnTo>
                    <a:pt x="5108" y="73591"/>
                  </a:lnTo>
                  <a:lnTo>
                    <a:pt x="3522" y="68591"/>
                  </a:lnTo>
                  <a:lnTo>
                    <a:pt x="3466" y="68414"/>
                  </a:lnTo>
                  <a:lnTo>
                    <a:pt x="2717" y="66054"/>
                  </a:lnTo>
                  <a:lnTo>
                    <a:pt x="2300" y="64740"/>
                  </a:lnTo>
                  <a:lnTo>
                    <a:pt x="857" y="60265"/>
                  </a:lnTo>
                  <a:lnTo>
                    <a:pt x="267" y="58438"/>
                  </a:lnTo>
                  <a:lnTo>
                    <a:pt x="167" y="58129"/>
                  </a:lnTo>
                  <a:lnTo>
                    <a:pt x="0" y="57296"/>
                  </a:lnTo>
                  <a:lnTo>
                    <a:pt x="428" y="57182"/>
                  </a:lnTo>
                  <a:lnTo>
                    <a:pt x="709" y="57108"/>
                  </a:lnTo>
                  <a:lnTo>
                    <a:pt x="1154" y="56990"/>
                  </a:lnTo>
                  <a:lnTo>
                    <a:pt x="3707" y="56314"/>
                  </a:lnTo>
                  <a:lnTo>
                    <a:pt x="5358" y="55877"/>
                  </a:lnTo>
                  <a:lnTo>
                    <a:pt x="5708" y="55784"/>
                  </a:lnTo>
                  <a:lnTo>
                    <a:pt x="10662" y="54473"/>
                  </a:lnTo>
                  <a:lnTo>
                    <a:pt x="11086" y="54361"/>
                  </a:lnTo>
                  <a:lnTo>
                    <a:pt x="14249" y="53523"/>
                  </a:lnTo>
                  <a:lnTo>
                    <a:pt x="16726" y="52867"/>
                  </a:lnTo>
                  <a:lnTo>
                    <a:pt x="18577" y="52377"/>
                  </a:lnTo>
                  <a:lnTo>
                    <a:pt x="19024" y="52259"/>
                  </a:lnTo>
                  <a:lnTo>
                    <a:pt x="19374" y="52165"/>
                  </a:lnTo>
                  <a:lnTo>
                    <a:pt x="20828" y="51745"/>
                  </a:lnTo>
                  <a:lnTo>
                    <a:pt x="21729" y="51485"/>
                  </a:lnTo>
                  <a:lnTo>
                    <a:pt x="22104" y="51376"/>
                  </a:lnTo>
                  <a:lnTo>
                    <a:pt x="25618" y="50362"/>
                  </a:lnTo>
                  <a:lnTo>
                    <a:pt x="25918" y="50286"/>
                  </a:lnTo>
                  <a:lnTo>
                    <a:pt x="26173" y="50222"/>
                  </a:lnTo>
                  <a:lnTo>
                    <a:pt x="28383" y="49668"/>
                  </a:lnTo>
                  <a:lnTo>
                    <a:pt x="31612" y="48859"/>
                  </a:lnTo>
                  <a:lnTo>
                    <a:pt x="33757" y="48321"/>
                  </a:lnTo>
                  <a:lnTo>
                    <a:pt x="34746" y="48073"/>
                  </a:lnTo>
                  <a:lnTo>
                    <a:pt x="37641" y="47347"/>
                  </a:lnTo>
                  <a:lnTo>
                    <a:pt x="40168" y="46713"/>
                  </a:lnTo>
                  <a:lnTo>
                    <a:pt x="40444" y="46644"/>
                  </a:lnTo>
                  <a:lnTo>
                    <a:pt x="45716" y="45322"/>
                  </a:lnTo>
                  <a:lnTo>
                    <a:pt x="50523" y="44072"/>
                  </a:lnTo>
                  <a:lnTo>
                    <a:pt x="53789" y="43222"/>
                  </a:lnTo>
                  <a:lnTo>
                    <a:pt x="55628" y="42744"/>
                  </a:lnTo>
                  <a:lnTo>
                    <a:pt x="56633" y="42482"/>
                  </a:lnTo>
                  <a:lnTo>
                    <a:pt x="60567" y="41459"/>
                  </a:lnTo>
                  <a:lnTo>
                    <a:pt x="65218" y="40249"/>
                  </a:lnTo>
                  <a:lnTo>
                    <a:pt x="67037" y="39776"/>
                  </a:lnTo>
                  <a:lnTo>
                    <a:pt x="71533" y="38532"/>
                  </a:lnTo>
                  <a:lnTo>
                    <a:pt x="81594" y="35750"/>
                  </a:lnTo>
                  <a:lnTo>
                    <a:pt x="80935" y="33311"/>
                  </a:lnTo>
                  <a:lnTo>
                    <a:pt x="80632" y="32189"/>
                  </a:lnTo>
                  <a:lnTo>
                    <a:pt x="80043" y="30012"/>
                  </a:lnTo>
                  <a:lnTo>
                    <a:pt x="79866" y="29356"/>
                  </a:lnTo>
                  <a:lnTo>
                    <a:pt x="79386" y="27581"/>
                  </a:lnTo>
                  <a:lnTo>
                    <a:pt x="79241" y="27041"/>
                  </a:lnTo>
                  <a:lnTo>
                    <a:pt x="79185" y="26837"/>
                  </a:lnTo>
                  <a:lnTo>
                    <a:pt x="78873" y="25601"/>
                  </a:lnTo>
                  <a:lnTo>
                    <a:pt x="77880" y="21670"/>
                  </a:lnTo>
                  <a:lnTo>
                    <a:pt x="77726" y="21057"/>
                  </a:lnTo>
                  <a:lnTo>
                    <a:pt x="77208" y="19007"/>
                  </a:lnTo>
                  <a:lnTo>
                    <a:pt x="77166" y="18840"/>
                  </a:lnTo>
                  <a:lnTo>
                    <a:pt x="76601" y="16603"/>
                  </a:lnTo>
                  <a:lnTo>
                    <a:pt x="76370" y="15691"/>
                  </a:lnTo>
                  <a:lnTo>
                    <a:pt x="77284" y="15479"/>
                  </a:lnTo>
                  <a:lnTo>
                    <a:pt x="77598" y="15406"/>
                  </a:lnTo>
                  <a:lnTo>
                    <a:pt x="77919" y="15331"/>
                  </a:lnTo>
                  <a:lnTo>
                    <a:pt x="79573" y="14946"/>
                  </a:lnTo>
                  <a:lnTo>
                    <a:pt x="81558" y="14484"/>
                  </a:lnTo>
                  <a:lnTo>
                    <a:pt x="81694" y="14453"/>
                  </a:lnTo>
                  <a:lnTo>
                    <a:pt x="82563" y="14251"/>
                  </a:lnTo>
                  <a:lnTo>
                    <a:pt x="82708" y="14214"/>
                  </a:lnTo>
                  <a:lnTo>
                    <a:pt x="86486" y="13266"/>
                  </a:lnTo>
                  <a:lnTo>
                    <a:pt x="87098" y="13112"/>
                  </a:lnTo>
                  <a:lnTo>
                    <a:pt x="87647" y="12974"/>
                  </a:lnTo>
                  <a:lnTo>
                    <a:pt x="88252" y="12822"/>
                  </a:lnTo>
                  <a:lnTo>
                    <a:pt x="88709" y="12706"/>
                  </a:lnTo>
                  <a:lnTo>
                    <a:pt x="90281" y="12307"/>
                  </a:lnTo>
                  <a:lnTo>
                    <a:pt x="91920" y="11891"/>
                  </a:lnTo>
                  <a:lnTo>
                    <a:pt x="98932" y="10107"/>
                  </a:lnTo>
                  <a:lnTo>
                    <a:pt x="99241" y="10029"/>
                  </a:lnTo>
                  <a:lnTo>
                    <a:pt x="100175" y="9792"/>
                  </a:lnTo>
                  <a:lnTo>
                    <a:pt x="105203" y="8513"/>
                  </a:lnTo>
                  <a:lnTo>
                    <a:pt x="105777" y="8368"/>
                  </a:lnTo>
                  <a:lnTo>
                    <a:pt x="110090" y="7248"/>
                  </a:lnTo>
                  <a:lnTo>
                    <a:pt x="111860" y="6788"/>
                  </a:lnTo>
                  <a:lnTo>
                    <a:pt x="116041" y="5703"/>
                  </a:lnTo>
                  <a:lnTo>
                    <a:pt x="119948" y="4688"/>
                  </a:lnTo>
                  <a:lnTo>
                    <a:pt x="121146" y="4377"/>
                  </a:lnTo>
                  <a:lnTo>
                    <a:pt x="121606" y="4225"/>
                  </a:lnTo>
                  <a:lnTo>
                    <a:pt x="122366" y="3974"/>
                  </a:lnTo>
                  <a:lnTo>
                    <a:pt x="123089" y="3735"/>
                  </a:lnTo>
                  <a:lnTo>
                    <a:pt x="123295" y="3679"/>
                  </a:lnTo>
                  <a:lnTo>
                    <a:pt x="123472" y="3631"/>
                  </a:lnTo>
                  <a:lnTo>
                    <a:pt x="125773" y="3008"/>
                  </a:lnTo>
                  <a:lnTo>
                    <a:pt x="126110" y="2917"/>
                  </a:lnTo>
                  <a:lnTo>
                    <a:pt x="128056" y="2390"/>
                  </a:lnTo>
                  <a:lnTo>
                    <a:pt x="130758" y="1659"/>
                  </a:lnTo>
                  <a:lnTo>
                    <a:pt x="130888" y="1624"/>
                  </a:lnTo>
                  <a:lnTo>
                    <a:pt x="131863" y="1360"/>
                  </a:lnTo>
                  <a:lnTo>
                    <a:pt x="132607" y="1158"/>
                  </a:lnTo>
                  <a:lnTo>
                    <a:pt x="132846" y="1107"/>
                  </a:lnTo>
                  <a:lnTo>
                    <a:pt x="133649" y="935"/>
                  </a:lnTo>
                  <a:lnTo>
                    <a:pt x="133917" y="878"/>
                  </a:lnTo>
                  <a:lnTo>
                    <a:pt x="135816" y="471"/>
                  </a:lnTo>
                  <a:lnTo>
                    <a:pt x="137193" y="176"/>
                  </a:lnTo>
                  <a:lnTo>
                    <a:pt x="137951" y="13"/>
                  </a:lnTo>
                  <a:lnTo>
                    <a:pt x="138179" y="13"/>
                  </a:lnTo>
                  <a:lnTo>
                    <a:pt x="138419" y="12"/>
                  </a:lnTo>
                  <a:lnTo>
                    <a:pt x="138920" y="11"/>
                  </a:lnTo>
                  <a:lnTo>
                    <a:pt x="139439" y="10"/>
                  </a:lnTo>
                  <a:lnTo>
                    <a:pt x="141971" y="3"/>
                  </a:lnTo>
                  <a:lnTo>
                    <a:pt x="142512" y="1"/>
                  </a:lnTo>
                  <a:lnTo>
                    <a:pt x="143271" y="0"/>
                  </a:lnTo>
                  <a:lnTo>
                    <a:pt x="143763" y="56"/>
                  </a:lnTo>
                  <a:lnTo>
                    <a:pt x="145137" y="214"/>
                  </a:lnTo>
                  <a:lnTo>
                    <a:pt x="146651" y="388"/>
                  </a:lnTo>
                  <a:lnTo>
                    <a:pt x="146844" y="424"/>
                  </a:lnTo>
                  <a:lnTo>
                    <a:pt x="146987" y="450"/>
                  </a:lnTo>
                  <a:lnTo>
                    <a:pt x="148859" y="793"/>
                  </a:lnTo>
                  <a:lnTo>
                    <a:pt x="149298" y="873"/>
                  </a:lnTo>
                  <a:lnTo>
                    <a:pt x="150230" y="1043"/>
                  </a:lnTo>
                  <a:lnTo>
                    <a:pt x="152345" y="1431"/>
                  </a:lnTo>
                  <a:lnTo>
                    <a:pt x="152813" y="1516"/>
                  </a:lnTo>
                  <a:lnTo>
                    <a:pt x="153323" y="1601"/>
                  </a:lnTo>
                  <a:lnTo>
                    <a:pt x="153510" y="1632"/>
                  </a:lnTo>
                  <a:lnTo>
                    <a:pt x="154029" y="1719"/>
                  </a:lnTo>
                  <a:lnTo>
                    <a:pt x="155251" y="1923"/>
                  </a:lnTo>
                  <a:lnTo>
                    <a:pt x="155059" y="2843"/>
                  </a:lnTo>
                  <a:lnTo>
                    <a:pt x="154908" y="3571"/>
                  </a:lnTo>
                  <a:lnTo>
                    <a:pt x="154837" y="3912"/>
                  </a:lnTo>
                  <a:lnTo>
                    <a:pt x="154806" y="4061"/>
                  </a:lnTo>
                  <a:lnTo>
                    <a:pt x="154490" y="5584"/>
                  </a:lnTo>
                  <a:lnTo>
                    <a:pt x="154409" y="5973"/>
                  </a:lnTo>
                  <a:lnTo>
                    <a:pt x="154119" y="7369"/>
                  </a:lnTo>
                  <a:lnTo>
                    <a:pt x="154057" y="7666"/>
                  </a:lnTo>
                  <a:lnTo>
                    <a:pt x="153861" y="8612"/>
                  </a:lnTo>
                  <a:lnTo>
                    <a:pt x="153803" y="8889"/>
                  </a:lnTo>
                  <a:lnTo>
                    <a:pt x="153563" y="10046"/>
                  </a:lnTo>
                  <a:lnTo>
                    <a:pt x="153415" y="10759"/>
                  </a:lnTo>
                  <a:lnTo>
                    <a:pt x="153323" y="11321"/>
                  </a:lnTo>
                  <a:lnTo>
                    <a:pt x="153291" y="11519"/>
                  </a:lnTo>
                  <a:lnTo>
                    <a:pt x="153081" y="12808"/>
                  </a:lnTo>
                  <a:lnTo>
                    <a:pt x="153045" y="13030"/>
                  </a:lnTo>
                  <a:lnTo>
                    <a:pt x="152879" y="14053"/>
                  </a:lnTo>
                  <a:lnTo>
                    <a:pt x="152571" y="15946"/>
                  </a:lnTo>
                  <a:lnTo>
                    <a:pt x="152518" y="16272"/>
                  </a:lnTo>
                  <a:lnTo>
                    <a:pt x="152294" y="17649"/>
                  </a:lnTo>
                  <a:lnTo>
                    <a:pt x="152073" y="19008"/>
                  </a:lnTo>
                  <a:lnTo>
                    <a:pt x="152039" y="19218"/>
                  </a:lnTo>
                  <a:lnTo>
                    <a:pt x="151913" y="20044"/>
                  </a:lnTo>
                  <a:lnTo>
                    <a:pt x="151857" y="20440"/>
                  </a:lnTo>
                  <a:lnTo>
                    <a:pt x="151751" y="21193"/>
                  </a:lnTo>
                  <a:lnTo>
                    <a:pt x="151540" y="22684"/>
                  </a:lnTo>
                  <a:lnTo>
                    <a:pt x="151508" y="22916"/>
                  </a:lnTo>
                  <a:lnTo>
                    <a:pt x="151489" y="23052"/>
                  </a:lnTo>
                  <a:lnTo>
                    <a:pt x="151210" y="25032"/>
                  </a:lnTo>
                  <a:lnTo>
                    <a:pt x="151059" y="26102"/>
                  </a:lnTo>
                  <a:lnTo>
                    <a:pt x="150934" y="26989"/>
                  </a:lnTo>
                  <a:lnTo>
                    <a:pt x="150829" y="27730"/>
                  </a:lnTo>
                  <a:lnTo>
                    <a:pt x="150750" y="28291"/>
                  </a:lnTo>
                  <a:lnTo>
                    <a:pt x="150548" y="29726"/>
                  </a:lnTo>
                  <a:lnTo>
                    <a:pt x="150495" y="30100"/>
                  </a:lnTo>
                  <a:lnTo>
                    <a:pt x="150314" y="31388"/>
                  </a:lnTo>
                  <a:lnTo>
                    <a:pt x="150191" y="32260"/>
                  </a:lnTo>
                  <a:lnTo>
                    <a:pt x="150048" y="33275"/>
                  </a:lnTo>
                  <a:lnTo>
                    <a:pt x="149940" y="34043"/>
                  </a:lnTo>
                  <a:lnTo>
                    <a:pt x="149847" y="34700"/>
                  </a:lnTo>
                  <a:lnTo>
                    <a:pt x="149753" y="35365"/>
                  </a:lnTo>
                  <a:lnTo>
                    <a:pt x="149686" y="35843"/>
                  </a:lnTo>
                  <a:lnTo>
                    <a:pt x="149611" y="36375"/>
                  </a:lnTo>
                  <a:lnTo>
                    <a:pt x="149484" y="37277"/>
                  </a:lnTo>
                  <a:lnTo>
                    <a:pt x="149461" y="37437"/>
                  </a:lnTo>
                  <a:lnTo>
                    <a:pt x="149347" y="38277"/>
                  </a:lnTo>
                  <a:lnTo>
                    <a:pt x="149211" y="39281"/>
                  </a:lnTo>
                  <a:lnTo>
                    <a:pt x="149174" y="39555"/>
                  </a:lnTo>
                  <a:lnTo>
                    <a:pt x="149106" y="40054"/>
                  </a:lnTo>
                  <a:lnTo>
                    <a:pt x="149038" y="40553"/>
                  </a:lnTo>
                  <a:lnTo>
                    <a:pt x="148975" y="41005"/>
                  </a:lnTo>
                  <a:lnTo>
                    <a:pt x="148676" y="42977"/>
                  </a:lnTo>
                  <a:lnTo>
                    <a:pt x="148606" y="43439"/>
                  </a:lnTo>
                  <a:lnTo>
                    <a:pt x="148386" y="44893"/>
                  </a:lnTo>
                  <a:lnTo>
                    <a:pt x="148125" y="46614"/>
                  </a:lnTo>
                  <a:lnTo>
                    <a:pt x="147588" y="46618"/>
                  </a:lnTo>
                  <a:lnTo>
                    <a:pt x="145821" y="46632"/>
                  </a:lnTo>
                  <a:lnTo>
                    <a:pt x="142679" y="46657"/>
                  </a:lnTo>
                  <a:lnTo>
                    <a:pt x="142464" y="46658"/>
                  </a:lnTo>
                  <a:lnTo>
                    <a:pt x="142255" y="46660"/>
                  </a:lnTo>
                  <a:lnTo>
                    <a:pt x="142013" y="46662"/>
                  </a:lnTo>
                  <a:lnTo>
                    <a:pt x="140396" y="46675"/>
                  </a:lnTo>
                  <a:lnTo>
                    <a:pt x="138672" y="46688"/>
                  </a:lnTo>
                  <a:lnTo>
                    <a:pt x="138333" y="46691"/>
                  </a:lnTo>
                  <a:lnTo>
                    <a:pt x="136400" y="46706"/>
                  </a:lnTo>
                  <a:lnTo>
                    <a:pt x="136230" y="46707"/>
                  </a:lnTo>
                  <a:lnTo>
                    <a:pt x="132804" y="46734"/>
                  </a:lnTo>
                  <a:lnTo>
                    <a:pt x="132506" y="46736"/>
                  </a:lnTo>
                  <a:lnTo>
                    <a:pt x="132276" y="46738"/>
                  </a:lnTo>
                  <a:lnTo>
                    <a:pt x="132652" y="48087"/>
                  </a:lnTo>
                  <a:lnTo>
                    <a:pt x="133512" y="51178"/>
                  </a:lnTo>
                  <a:lnTo>
                    <a:pt x="133931" y="52875"/>
                  </a:lnTo>
                  <a:lnTo>
                    <a:pt x="134165" y="53823"/>
                  </a:lnTo>
                  <a:lnTo>
                    <a:pt x="134332" y="54501"/>
                  </a:lnTo>
                  <a:lnTo>
                    <a:pt x="134371" y="54658"/>
                  </a:lnTo>
                  <a:lnTo>
                    <a:pt x="134800" y="56222"/>
                  </a:lnTo>
                  <a:lnTo>
                    <a:pt x="135009" y="56983"/>
                  </a:lnTo>
                  <a:lnTo>
                    <a:pt x="135783" y="59806"/>
                  </a:lnTo>
                  <a:lnTo>
                    <a:pt x="135870" y="60121"/>
                  </a:lnTo>
                  <a:lnTo>
                    <a:pt x="136295" y="6167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4" name="pg443"/>
            <p:cNvSpPr/>
            <p:nvPr/>
          </p:nvSpPr>
          <p:spPr>
            <a:xfrm>
              <a:off x="4355067" y="5253800"/>
              <a:ext cx="172840" cy="94859"/>
            </a:xfrm>
            <a:custGeom>
              <a:avLst/>
              <a:pathLst>
                <a:path w="172840" h="94859">
                  <a:moveTo>
                    <a:pt x="106182" y="57753"/>
                  </a:moveTo>
                  <a:lnTo>
                    <a:pt x="106338" y="51943"/>
                  </a:lnTo>
                  <a:lnTo>
                    <a:pt x="106395" y="49838"/>
                  </a:lnTo>
                  <a:lnTo>
                    <a:pt x="106451" y="47767"/>
                  </a:lnTo>
                  <a:lnTo>
                    <a:pt x="106521" y="45153"/>
                  </a:lnTo>
                  <a:lnTo>
                    <a:pt x="106505" y="44426"/>
                  </a:lnTo>
                  <a:lnTo>
                    <a:pt x="106497" y="44041"/>
                  </a:lnTo>
                  <a:lnTo>
                    <a:pt x="106490" y="43746"/>
                  </a:lnTo>
                  <a:lnTo>
                    <a:pt x="106472" y="42891"/>
                  </a:lnTo>
                  <a:lnTo>
                    <a:pt x="106459" y="42303"/>
                  </a:lnTo>
                  <a:lnTo>
                    <a:pt x="106814" y="39134"/>
                  </a:lnTo>
                  <a:lnTo>
                    <a:pt x="108394" y="39287"/>
                  </a:lnTo>
                  <a:lnTo>
                    <a:pt x="110484" y="39490"/>
                  </a:lnTo>
                  <a:lnTo>
                    <a:pt x="110722" y="39509"/>
                  </a:lnTo>
                  <a:lnTo>
                    <a:pt x="113516" y="39728"/>
                  </a:lnTo>
                  <a:lnTo>
                    <a:pt x="119873" y="40229"/>
                  </a:lnTo>
                  <a:lnTo>
                    <a:pt x="120051" y="40248"/>
                  </a:lnTo>
                  <a:lnTo>
                    <a:pt x="120198" y="40265"/>
                  </a:lnTo>
                  <a:lnTo>
                    <a:pt x="122714" y="40571"/>
                  </a:lnTo>
                  <a:lnTo>
                    <a:pt x="122849" y="40587"/>
                  </a:lnTo>
                  <a:lnTo>
                    <a:pt x="125292" y="40884"/>
                  </a:lnTo>
                  <a:lnTo>
                    <a:pt x="126064" y="40977"/>
                  </a:lnTo>
                  <a:lnTo>
                    <a:pt x="126294" y="41005"/>
                  </a:lnTo>
                  <a:lnTo>
                    <a:pt x="126806" y="41067"/>
                  </a:lnTo>
                  <a:lnTo>
                    <a:pt x="127867" y="41196"/>
                  </a:lnTo>
                  <a:lnTo>
                    <a:pt x="128026" y="41216"/>
                  </a:lnTo>
                  <a:lnTo>
                    <a:pt x="128432" y="41140"/>
                  </a:lnTo>
                  <a:lnTo>
                    <a:pt x="128843" y="41662"/>
                  </a:lnTo>
                  <a:lnTo>
                    <a:pt x="129044" y="41918"/>
                  </a:lnTo>
                  <a:lnTo>
                    <a:pt x="129186" y="42098"/>
                  </a:lnTo>
                  <a:lnTo>
                    <a:pt x="129891" y="42995"/>
                  </a:lnTo>
                  <a:lnTo>
                    <a:pt x="130424" y="43577"/>
                  </a:lnTo>
                  <a:lnTo>
                    <a:pt x="130575" y="43743"/>
                  </a:lnTo>
                  <a:lnTo>
                    <a:pt x="131034" y="44244"/>
                  </a:lnTo>
                  <a:lnTo>
                    <a:pt x="133099" y="46501"/>
                  </a:lnTo>
                  <a:lnTo>
                    <a:pt x="135496" y="49121"/>
                  </a:lnTo>
                  <a:lnTo>
                    <a:pt x="135849" y="49507"/>
                  </a:lnTo>
                  <a:lnTo>
                    <a:pt x="136005" y="49677"/>
                  </a:lnTo>
                  <a:lnTo>
                    <a:pt x="136432" y="50127"/>
                  </a:lnTo>
                  <a:lnTo>
                    <a:pt x="136709" y="50420"/>
                  </a:lnTo>
                  <a:lnTo>
                    <a:pt x="137588" y="51322"/>
                  </a:lnTo>
                  <a:lnTo>
                    <a:pt x="140374" y="54183"/>
                  </a:lnTo>
                  <a:lnTo>
                    <a:pt x="141791" y="55637"/>
                  </a:lnTo>
                  <a:lnTo>
                    <a:pt x="145049" y="56798"/>
                  </a:lnTo>
                  <a:lnTo>
                    <a:pt x="145742" y="57045"/>
                  </a:lnTo>
                  <a:lnTo>
                    <a:pt x="146344" y="57260"/>
                  </a:lnTo>
                  <a:lnTo>
                    <a:pt x="146735" y="57399"/>
                  </a:lnTo>
                  <a:lnTo>
                    <a:pt x="146955" y="57470"/>
                  </a:lnTo>
                  <a:lnTo>
                    <a:pt x="150908" y="58571"/>
                  </a:lnTo>
                  <a:lnTo>
                    <a:pt x="152710" y="59073"/>
                  </a:lnTo>
                  <a:lnTo>
                    <a:pt x="155334" y="59804"/>
                  </a:lnTo>
                  <a:lnTo>
                    <a:pt x="156482" y="60124"/>
                  </a:lnTo>
                  <a:lnTo>
                    <a:pt x="156685" y="60188"/>
                  </a:lnTo>
                  <a:lnTo>
                    <a:pt x="158776" y="60850"/>
                  </a:lnTo>
                  <a:lnTo>
                    <a:pt x="159834" y="61184"/>
                  </a:lnTo>
                  <a:lnTo>
                    <a:pt x="160479" y="61389"/>
                  </a:lnTo>
                  <a:lnTo>
                    <a:pt x="161155" y="61602"/>
                  </a:lnTo>
                  <a:lnTo>
                    <a:pt x="164203" y="62567"/>
                  </a:lnTo>
                  <a:lnTo>
                    <a:pt x="164332" y="62608"/>
                  </a:lnTo>
                  <a:lnTo>
                    <a:pt x="164462" y="62568"/>
                  </a:lnTo>
                  <a:lnTo>
                    <a:pt x="167316" y="61569"/>
                  </a:lnTo>
                  <a:lnTo>
                    <a:pt x="167548" y="61488"/>
                  </a:lnTo>
                  <a:lnTo>
                    <a:pt x="167729" y="61424"/>
                  </a:lnTo>
                  <a:lnTo>
                    <a:pt x="170148" y="60577"/>
                  </a:lnTo>
                  <a:lnTo>
                    <a:pt x="170326" y="61674"/>
                  </a:lnTo>
                  <a:lnTo>
                    <a:pt x="170393" y="62088"/>
                  </a:lnTo>
                  <a:lnTo>
                    <a:pt x="171144" y="66196"/>
                  </a:lnTo>
                  <a:lnTo>
                    <a:pt x="171665" y="66648"/>
                  </a:lnTo>
                  <a:lnTo>
                    <a:pt x="171748" y="67322"/>
                  </a:lnTo>
                  <a:lnTo>
                    <a:pt x="171815" y="67865"/>
                  </a:lnTo>
                  <a:lnTo>
                    <a:pt x="171895" y="68513"/>
                  </a:lnTo>
                  <a:lnTo>
                    <a:pt x="172000" y="69365"/>
                  </a:lnTo>
                  <a:lnTo>
                    <a:pt x="172057" y="69829"/>
                  </a:lnTo>
                  <a:lnTo>
                    <a:pt x="172342" y="70236"/>
                  </a:lnTo>
                  <a:lnTo>
                    <a:pt x="172527" y="70564"/>
                  </a:lnTo>
                  <a:lnTo>
                    <a:pt x="172791" y="72293"/>
                  </a:lnTo>
                  <a:lnTo>
                    <a:pt x="172840" y="73008"/>
                  </a:lnTo>
                  <a:lnTo>
                    <a:pt x="172710" y="75143"/>
                  </a:lnTo>
                  <a:lnTo>
                    <a:pt x="172437" y="76181"/>
                  </a:lnTo>
                  <a:lnTo>
                    <a:pt x="172360" y="76472"/>
                  </a:lnTo>
                  <a:lnTo>
                    <a:pt x="172148" y="77278"/>
                  </a:lnTo>
                  <a:lnTo>
                    <a:pt x="172245" y="79323"/>
                  </a:lnTo>
                  <a:lnTo>
                    <a:pt x="172148" y="80186"/>
                  </a:lnTo>
                  <a:lnTo>
                    <a:pt x="171417" y="86632"/>
                  </a:lnTo>
                  <a:lnTo>
                    <a:pt x="171299" y="87674"/>
                  </a:lnTo>
                  <a:lnTo>
                    <a:pt x="170604" y="93797"/>
                  </a:lnTo>
                  <a:lnTo>
                    <a:pt x="165636" y="94859"/>
                  </a:lnTo>
                  <a:lnTo>
                    <a:pt x="163305" y="94733"/>
                  </a:lnTo>
                  <a:lnTo>
                    <a:pt x="161376" y="94628"/>
                  </a:lnTo>
                  <a:lnTo>
                    <a:pt x="160310" y="94343"/>
                  </a:lnTo>
                  <a:lnTo>
                    <a:pt x="159679" y="94174"/>
                  </a:lnTo>
                  <a:lnTo>
                    <a:pt x="157989" y="93722"/>
                  </a:lnTo>
                  <a:lnTo>
                    <a:pt x="156597" y="93341"/>
                  </a:lnTo>
                  <a:lnTo>
                    <a:pt x="154093" y="92656"/>
                  </a:lnTo>
                  <a:lnTo>
                    <a:pt x="153933" y="92612"/>
                  </a:lnTo>
                  <a:lnTo>
                    <a:pt x="152292" y="92115"/>
                  </a:lnTo>
                  <a:lnTo>
                    <a:pt x="151272" y="91806"/>
                  </a:lnTo>
                  <a:lnTo>
                    <a:pt x="148469" y="90957"/>
                  </a:lnTo>
                  <a:lnTo>
                    <a:pt x="147434" y="90644"/>
                  </a:lnTo>
                  <a:lnTo>
                    <a:pt x="144706" y="89888"/>
                  </a:lnTo>
                  <a:lnTo>
                    <a:pt x="140896" y="88831"/>
                  </a:lnTo>
                  <a:lnTo>
                    <a:pt x="140134" y="88635"/>
                  </a:lnTo>
                  <a:lnTo>
                    <a:pt x="136901" y="87803"/>
                  </a:lnTo>
                  <a:lnTo>
                    <a:pt x="132229" y="86570"/>
                  </a:lnTo>
                  <a:lnTo>
                    <a:pt x="131818" y="86453"/>
                  </a:lnTo>
                  <a:lnTo>
                    <a:pt x="119703" y="82985"/>
                  </a:lnTo>
                  <a:lnTo>
                    <a:pt x="119341" y="82892"/>
                  </a:lnTo>
                  <a:lnTo>
                    <a:pt x="116612" y="82194"/>
                  </a:lnTo>
                  <a:lnTo>
                    <a:pt x="113082" y="81291"/>
                  </a:lnTo>
                  <a:lnTo>
                    <a:pt x="110553" y="80644"/>
                  </a:lnTo>
                  <a:lnTo>
                    <a:pt x="109982" y="80491"/>
                  </a:lnTo>
                  <a:lnTo>
                    <a:pt x="103522" y="78754"/>
                  </a:lnTo>
                  <a:lnTo>
                    <a:pt x="99201" y="77578"/>
                  </a:lnTo>
                  <a:lnTo>
                    <a:pt x="97697" y="77169"/>
                  </a:lnTo>
                  <a:lnTo>
                    <a:pt x="96664" y="76888"/>
                  </a:lnTo>
                  <a:lnTo>
                    <a:pt x="93633" y="76063"/>
                  </a:lnTo>
                  <a:lnTo>
                    <a:pt x="86740" y="74064"/>
                  </a:lnTo>
                  <a:lnTo>
                    <a:pt x="82899" y="72931"/>
                  </a:lnTo>
                  <a:lnTo>
                    <a:pt x="81934" y="72613"/>
                  </a:lnTo>
                  <a:lnTo>
                    <a:pt x="81015" y="72310"/>
                  </a:lnTo>
                  <a:lnTo>
                    <a:pt x="79577" y="71939"/>
                  </a:lnTo>
                  <a:lnTo>
                    <a:pt x="76398" y="71118"/>
                  </a:lnTo>
                  <a:lnTo>
                    <a:pt x="71472" y="69853"/>
                  </a:lnTo>
                  <a:lnTo>
                    <a:pt x="70988" y="69643"/>
                  </a:lnTo>
                  <a:lnTo>
                    <a:pt x="70375" y="69376"/>
                  </a:lnTo>
                  <a:lnTo>
                    <a:pt x="63952" y="67627"/>
                  </a:lnTo>
                  <a:lnTo>
                    <a:pt x="63457" y="67492"/>
                  </a:lnTo>
                  <a:lnTo>
                    <a:pt x="58863" y="66211"/>
                  </a:lnTo>
                  <a:lnTo>
                    <a:pt x="55749" y="65343"/>
                  </a:lnTo>
                  <a:lnTo>
                    <a:pt x="54353" y="64899"/>
                  </a:lnTo>
                  <a:lnTo>
                    <a:pt x="54210" y="64562"/>
                  </a:lnTo>
                  <a:lnTo>
                    <a:pt x="53755" y="64440"/>
                  </a:lnTo>
                  <a:lnTo>
                    <a:pt x="53441" y="64356"/>
                  </a:lnTo>
                  <a:lnTo>
                    <a:pt x="51872" y="63937"/>
                  </a:lnTo>
                  <a:lnTo>
                    <a:pt x="48712" y="63092"/>
                  </a:lnTo>
                  <a:lnTo>
                    <a:pt x="46767" y="62572"/>
                  </a:lnTo>
                  <a:lnTo>
                    <a:pt x="44633" y="62002"/>
                  </a:lnTo>
                  <a:lnTo>
                    <a:pt x="44489" y="61959"/>
                  </a:lnTo>
                  <a:lnTo>
                    <a:pt x="42508" y="61379"/>
                  </a:lnTo>
                  <a:lnTo>
                    <a:pt x="41427" y="61062"/>
                  </a:lnTo>
                  <a:lnTo>
                    <a:pt x="40748" y="60894"/>
                  </a:lnTo>
                  <a:lnTo>
                    <a:pt x="39164" y="60501"/>
                  </a:lnTo>
                  <a:lnTo>
                    <a:pt x="37700" y="60138"/>
                  </a:lnTo>
                  <a:lnTo>
                    <a:pt x="36547" y="59775"/>
                  </a:lnTo>
                  <a:lnTo>
                    <a:pt x="35495" y="59444"/>
                  </a:lnTo>
                  <a:lnTo>
                    <a:pt x="35119" y="59326"/>
                  </a:lnTo>
                  <a:lnTo>
                    <a:pt x="32713" y="58569"/>
                  </a:lnTo>
                  <a:lnTo>
                    <a:pt x="31015" y="58035"/>
                  </a:lnTo>
                  <a:lnTo>
                    <a:pt x="27651" y="56977"/>
                  </a:lnTo>
                  <a:lnTo>
                    <a:pt x="25869" y="56479"/>
                  </a:lnTo>
                  <a:lnTo>
                    <a:pt x="24111" y="55988"/>
                  </a:lnTo>
                  <a:lnTo>
                    <a:pt x="23799" y="55900"/>
                  </a:lnTo>
                  <a:lnTo>
                    <a:pt x="20790" y="55059"/>
                  </a:lnTo>
                  <a:lnTo>
                    <a:pt x="18777" y="54521"/>
                  </a:lnTo>
                  <a:lnTo>
                    <a:pt x="14017" y="53249"/>
                  </a:lnTo>
                  <a:lnTo>
                    <a:pt x="13816" y="52852"/>
                  </a:lnTo>
                  <a:lnTo>
                    <a:pt x="13704" y="52441"/>
                  </a:lnTo>
                  <a:lnTo>
                    <a:pt x="13501" y="51705"/>
                  </a:lnTo>
                  <a:lnTo>
                    <a:pt x="13265" y="50845"/>
                  </a:lnTo>
                  <a:lnTo>
                    <a:pt x="13057" y="49958"/>
                  </a:lnTo>
                  <a:lnTo>
                    <a:pt x="12936" y="49483"/>
                  </a:lnTo>
                  <a:lnTo>
                    <a:pt x="12815" y="49011"/>
                  </a:lnTo>
                  <a:lnTo>
                    <a:pt x="12740" y="48720"/>
                  </a:lnTo>
                  <a:lnTo>
                    <a:pt x="12447" y="47575"/>
                  </a:lnTo>
                  <a:lnTo>
                    <a:pt x="12016" y="45893"/>
                  </a:lnTo>
                  <a:lnTo>
                    <a:pt x="11920" y="45517"/>
                  </a:lnTo>
                  <a:lnTo>
                    <a:pt x="11764" y="44941"/>
                  </a:lnTo>
                  <a:lnTo>
                    <a:pt x="11095" y="42469"/>
                  </a:lnTo>
                  <a:lnTo>
                    <a:pt x="10874" y="41506"/>
                  </a:lnTo>
                  <a:lnTo>
                    <a:pt x="10574" y="40203"/>
                  </a:lnTo>
                  <a:lnTo>
                    <a:pt x="10402" y="39488"/>
                  </a:lnTo>
                  <a:lnTo>
                    <a:pt x="10225" y="38750"/>
                  </a:lnTo>
                  <a:lnTo>
                    <a:pt x="10115" y="38294"/>
                  </a:lnTo>
                  <a:lnTo>
                    <a:pt x="10053" y="38035"/>
                  </a:lnTo>
                  <a:lnTo>
                    <a:pt x="9806" y="37081"/>
                  </a:lnTo>
                  <a:lnTo>
                    <a:pt x="9708" y="36705"/>
                  </a:lnTo>
                  <a:lnTo>
                    <a:pt x="9490" y="35861"/>
                  </a:lnTo>
                  <a:lnTo>
                    <a:pt x="8986" y="33965"/>
                  </a:lnTo>
                  <a:lnTo>
                    <a:pt x="8996" y="33801"/>
                  </a:lnTo>
                  <a:lnTo>
                    <a:pt x="9004" y="33661"/>
                  </a:lnTo>
                  <a:lnTo>
                    <a:pt x="9077" y="33258"/>
                  </a:lnTo>
                  <a:lnTo>
                    <a:pt x="9102" y="33044"/>
                  </a:lnTo>
                  <a:lnTo>
                    <a:pt x="9066" y="32275"/>
                  </a:lnTo>
                  <a:lnTo>
                    <a:pt x="8950" y="31827"/>
                  </a:lnTo>
                  <a:lnTo>
                    <a:pt x="8834" y="31362"/>
                  </a:lnTo>
                  <a:lnTo>
                    <a:pt x="8637" y="30942"/>
                  </a:lnTo>
                  <a:lnTo>
                    <a:pt x="7716" y="29812"/>
                  </a:lnTo>
                  <a:lnTo>
                    <a:pt x="7648" y="29593"/>
                  </a:lnTo>
                  <a:lnTo>
                    <a:pt x="7553" y="29284"/>
                  </a:lnTo>
                  <a:lnTo>
                    <a:pt x="7095" y="27476"/>
                  </a:lnTo>
                  <a:lnTo>
                    <a:pt x="6454" y="24951"/>
                  </a:lnTo>
                  <a:lnTo>
                    <a:pt x="6276" y="24249"/>
                  </a:lnTo>
                  <a:lnTo>
                    <a:pt x="5614" y="21640"/>
                  </a:lnTo>
                  <a:lnTo>
                    <a:pt x="5098" y="19604"/>
                  </a:lnTo>
                  <a:lnTo>
                    <a:pt x="4939" y="18978"/>
                  </a:lnTo>
                  <a:lnTo>
                    <a:pt x="4321" y="16543"/>
                  </a:lnTo>
                  <a:lnTo>
                    <a:pt x="3944" y="15056"/>
                  </a:lnTo>
                  <a:lnTo>
                    <a:pt x="3519" y="13507"/>
                  </a:lnTo>
                  <a:lnTo>
                    <a:pt x="3433" y="13191"/>
                  </a:lnTo>
                  <a:lnTo>
                    <a:pt x="2658" y="10369"/>
                  </a:lnTo>
                  <a:lnTo>
                    <a:pt x="2450" y="9607"/>
                  </a:lnTo>
                  <a:lnTo>
                    <a:pt x="2020" y="8043"/>
                  </a:lnTo>
                  <a:lnTo>
                    <a:pt x="1982" y="7886"/>
                  </a:lnTo>
                  <a:lnTo>
                    <a:pt x="1814" y="7208"/>
                  </a:lnTo>
                  <a:lnTo>
                    <a:pt x="1581" y="6260"/>
                  </a:lnTo>
                  <a:lnTo>
                    <a:pt x="1162" y="4563"/>
                  </a:lnTo>
                  <a:lnTo>
                    <a:pt x="301" y="1472"/>
                  </a:lnTo>
                  <a:lnTo>
                    <a:pt x="0" y="123"/>
                  </a:lnTo>
                  <a:lnTo>
                    <a:pt x="231" y="121"/>
                  </a:lnTo>
                  <a:lnTo>
                    <a:pt x="453" y="120"/>
                  </a:lnTo>
                  <a:lnTo>
                    <a:pt x="3879" y="93"/>
                  </a:lnTo>
                  <a:lnTo>
                    <a:pt x="4049" y="91"/>
                  </a:lnTo>
                  <a:lnTo>
                    <a:pt x="5982" y="76"/>
                  </a:lnTo>
                  <a:lnTo>
                    <a:pt x="6321" y="74"/>
                  </a:lnTo>
                  <a:lnTo>
                    <a:pt x="8045" y="60"/>
                  </a:lnTo>
                  <a:lnTo>
                    <a:pt x="9663" y="47"/>
                  </a:lnTo>
                  <a:lnTo>
                    <a:pt x="9904" y="45"/>
                  </a:lnTo>
                  <a:lnTo>
                    <a:pt x="10113" y="44"/>
                  </a:lnTo>
                  <a:lnTo>
                    <a:pt x="10329" y="42"/>
                  </a:lnTo>
                  <a:lnTo>
                    <a:pt x="13470" y="18"/>
                  </a:lnTo>
                  <a:lnTo>
                    <a:pt x="15237" y="4"/>
                  </a:lnTo>
                  <a:lnTo>
                    <a:pt x="15774" y="0"/>
                  </a:lnTo>
                  <a:lnTo>
                    <a:pt x="16067" y="6"/>
                  </a:lnTo>
                  <a:lnTo>
                    <a:pt x="18377" y="55"/>
                  </a:lnTo>
                  <a:lnTo>
                    <a:pt x="24290" y="182"/>
                  </a:lnTo>
                  <a:lnTo>
                    <a:pt x="27557" y="252"/>
                  </a:lnTo>
                  <a:lnTo>
                    <a:pt x="28180" y="265"/>
                  </a:lnTo>
                  <a:lnTo>
                    <a:pt x="30430" y="313"/>
                  </a:lnTo>
                  <a:lnTo>
                    <a:pt x="32019" y="336"/>
                  </a:lnTo>
                  <a:lnTo>
                    <a:pt x="32388" y="341"/>
                  </a:lnTo>
                  <a:lnTo>
                    <a:pt x="32856" y="348"/>
                  </a:lnTo>
                  <a:lnTo>
                    <a:pt x="34521" y="372"/>
                  </a:lnTo>
                  <a:lnTo>
                    <a:pt x="35794" y="390"/>
                  </a:lnTo>
                  <a:lnTo>
                    <a:pt x="36336" y="392"/>
                  </a:lnTo>
                  <a:lnTo>
                    <a:pt x="36695" y="393"/>
                  </a:lnTo>
                  <a:lnTo>
                    <a:pt x="37404" y="396"/>
                  </a:lnTo>
                  <a:lnTo>
                    <a:pt x="39099" y="402"/>
                  </a:lnTo>
                  <a:lnTo>
                    <a:pt x="42575" y="414"/>
                  </a:lnTo>
                  <a:lnTo>
                    <a:pt x="44579" y="421"/>
                  </a:lnTo>
                  <a:lnTo>
                    <a:pt x="47107" y="430"/>
                  </a:lnTo>
                  <a:lnTo>
                    <a:pt x="49088" y="437"/>
                  </a:lnTo>
                  <a:lnTo>
                    <a:pt x="52611" y="449"/>
                  </a:lnTo>
                  <a:lnTo>
                    <a:pt x="52838" y="472"/>
                  </a:lnTo>
                  <a:lnTo>
                    <a:pt x="52789" y="2091"/>
                  </a:lnTo>
                  <a:lnTo>
                    <a:pt x="52694" y="5253"/>
                  </a:lnTo>
                  <a:lnTo>
                    <a:pt x="52685" y="5537"/>
                  </a:lnTo>
                  <a:lnTo>
                    <a:pt x="52660" y="6356"/>
                  </a:lnTo>
                  <a:lnTo>
                    <a:pt x="52639" y="7047"/>
                  </a:lnTo>
                  <a:lnTo>
                    <a:pt x="52548" y="9988"/>
                  </a:lnTo>
                  <a:lnTo>
                    <a:pt x="52532" y="10525"/>
                  </a:lnTo>
                  <a:lnTo>
                    <a:pt x="52489" y="11916"/>
                  </a:lnTo>
                  <a:lnTo>
                    <a:pt x="52480" y="12208"/>
                  </a:lnTo>
                  <a:lnTo>
                    <a:pt x="52473" y="12437"/>
                  </a:lnTo>
                  <a:lnTo>
                    <a:pt x="52433" y="13727"/>
                  </a:lnTo>
                  <a:lnTo>
                    <a:pt x="52414" y="14330"/>
                  </a:lnTo>
                  <a:lnTo>
                    <a:pt x="52406" y="14613"/>
                  </a:lnTo>
                  <a:lnTo>
                    <a:pt x="52397" y="14890"/>
                  </a:lnTo>
                  <a:lnTo>
                    <a:pt x="52375" y="15613"/>
                  </a:lnTo>
                  <a:lnTo>
                    <a:pt x="52358" y="16145"/>
                  </a:lnTo>
                  <a:lnTo>
                    <a:pt x="52315" y="17565"/>
                  </a:lnTo>
                  <a:lnTo>
                    <a:pt x="52300" y="18031"/>
                  </a:lnTo>
                  <a:lnTo>
                    <a:pt x="52240" y="19968"/>
                  </a:lnTo>
                  <a:lnTo>
                    <a:pt x="52229" y="20350"/>
                  </a:lnTo>
                  <a:lnTo>
                    <a:pt x="52174" y="22116"/>
                  </a:lnTo>
                  <a:lnTo>
                    <a:pt x="52166" y="22394"/>
                  </a:lnTo>
                  <a:lnTo>
                    <a:pt x="52116" y="24002"/>
                  </a:lnTo>
                  <a:lnTo>
                    <a:pt x="52104" y="24389"/>
                  </a:lnTo>
                  <a:lnTo>
                    <a:pt x="52062" y="25767"/>
                  </a:lnTo>
                  <a:lnTo>
                    <a:pt x="52041" y="26428"/>
                  </a:lnTo>
                  <a:lnTo>
                    <a:pt x="52034" y="26661"/>
                  </a:lnTo>
                  <a:lnTo>
                    <a:pt x="52005" y="27603"/>
                  </a:lnTo>
                  <a:lnTo>
                    <a:pt x="51997" y="27879"/>
                  </a:lnTo>
                  <a:lnTo>
                    <a:pt x="51980" y="28437"/>
                  </a:lnTo>
                  <a:lnTo>
                    <a:pt x="51688" y="38008"/>
                  </a:lnTo>
                  <a:lnTo>
                    <a:pt x="51679" y="38292"/>
                  </a:lnTo>
                  <a:lnTo>
                    <a:pt x="51609" y="40585"/>
                  </a:lnTo>
                  <a:lnTo>
                    <a:pt x="51596" y="41001"/>
                  </a:lnTo>
                  <a:lnTo>
                    <a:pt x="51588" y="41287"/>
                  </a:lnTo>
                  <a:lnTo>
                    <a:pt x="51577" y="41651"/>
                  </a:lnTo>
                  <a:lnTo>
                    <a:pt x="51566" y="41992"/>
                  </a:lnTo>
                  <a:lnTo>
                    <a:pt x="51989" y="42120"/>
                  </a:lnTo>
                  <a:lnTo>
                    <a:pt x="52170" y="42175"/>
                  </a:lnTo>
                  <a:lnTo>
                    <a:pt x="56277" y="43417"/>
                  </a:lnTo>
                  <a:lnTo>
                    <a:pt x="56439" y="43465"/>
                  </a:lnTo>
                  <a:lnTo>
                    <a:pt x="57562" y="43805"/>
                  </a:lnTo>
                  <a:lnTo>
                    <a:pt x="58189" y="43995"/>
                  </a:lnTo>
                  <a:lnTo>
                    <a:pt x="68457" y="46870"/>
                  </a:lnTo>
                  <a:lnTo>
                    <a:pt x="69204" y="47079"/>
                  </a:lnTo>
                  <a:lnTo>
                    <a:pt x="70611" y="47486"/>
                  </a:lnTo>
                  <a:lnTo>
                    <a:pt x="73100" y="48207"/>
                  </a:lnTo>
                  <a:lnTo>
                    <a:pt x="74155" y="48513"/>
                  </a:lnTo>
                  <a:lnTo>
                    <a:pt x="74613" y="48645"/>
                  </a:lnTo>
                  <a:lnTo>
                    <a:pt x="77071" y="49340"/>
                  </a:lnTo>
                  <a:lnTo>
                    <a:pt x="77763" y="49535"/>
                  </a:lnTo>
                  <a:lnTo>
                    <a:pt x="78945" y="49869"/>
                  </a:lnTo>
                  <a:lnTo>
                    <a:pt x="79465" y="50019"/>
                  </a:lnTo>
                  <a:lnTo>
                    <a:pt x="82866" y="51000"/>
                  </a:lnTo>
                  <a:lnTo>
                    <a:pt x="88327" y="52576"/>
                  </a:lnTo>
                  <a:lnTo>
                    <a:pt x="88956" y="52757"/>
                  </a:lnTo>
                  <a:lnTo>
                    <a:pt x="93725" y="54136"/>
                  </a:lnTo>
                  <a:lnTo>
                    <a:pt x="94121" y="54250"/>
                  </a:lnTo>
                  <a:lnTo>
                    <a:pt x="95549" y="54665"/>
                  </a:lnTo>
                  <a:lnTo>
                    <a:pt x="96682" y="54994"/>
                  </a:lnTo>
                  <a:lnTo>
                    <a:pt x="97675" y="55283"/>
                  </a:lnTo>
                  <a:lnTo>
                    <a:pt x="104258" y="5719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5" name="pg444"/>
            <p:cNvSpPr/>
            <p:nvPr/>
          </p:nvSpPr>
          <p:spPr>
            <a:xfrm>
              <a:off x="4409447" y="5318761"/>
              <a:ext cx="124817" cy="77774"/>
            </a:xfrm>
            <a:custGeom>
              <a:avLst/>
              <a:pathLst>
                <a:path w="124817" h="77774">
                  <a:moveTo>
                    <a:pt x="123885" y="58329"/>
                  </a:moveTo>
                  <a:lnTo>
                    <a:pt x="123478" y="58018"/>
                  </a:lnTo>
                  <a:lnTo>
                    <a:pt x="123338" y="57935"/>
                  </a:lnTo>
                  <a:lnTo>
                    <a:pt x="122888" y="57706"/>
                  </a:lnTo>
                  <a:lnTo>
                    <a:pt x="122152" y="58873"/>
                  </a:lnTo>
                  <a:lnTo>
                    <a:pt x="122022" y="59185"/>
                  </a:lnTo>
                  <a:lnTo>
                    <a:pt x="121689" y="59984"/>
                  </a:lnTo>
                  <a:lnTo>
                    <a:pt x="121555" y="60304"/>
                  </a:lnTo>
                  <a:lnTo>
                    <a:pt x="121381" y="60867"/>
                  </a:lnTo>
                  <a:lnTo>
                    <a:pt x="121284" y="61181"/>
                  </a:lnTo>
                  <a:lnTo>
                    <a:pt x="120666" y="60867"/>
                  </a:lnTo>
                  <a:lnTo>
                    <a:pt x="119106" y="60076"/>
                  </a:lnTo>
                  <a:lnTo>
                    <a:pt x="118861" y="60418"/>
                  </a:lnTo>
                  <a:lnTo>
                    <a:pt x="118620" y="60754"/>
                  </a:lnTo>
                  <a:lnTo>
                    <a:pt x="118085" y="60478"/>
                  </a:lnTo>
                  <a:lnTo>
                    <a:pt x="116114" y="61009"/>
                  </a:lnTo>
                  <a:lnTo>
                    <a:pt x="116221" y="61759"/>
                  </a:lnTo>
                  <a:lnTo>
                    <a:pt x="116266" y="62074"/>
                  </a:lnTo>
                  <a:lnTo>
                    <a:pt x="114756" y="63562"/>
                  </a:lnTo>
                  <a:lnTo>
                    <a:pt x="114659" y="64142"/>
                  </a:lnTo>
                  <a:lnTo>
                    <a:pt x="114446" y="65417"/>
                  </a:lnTo>
                  <a:lnTo>
                    <a:pt x="109322" y="65443"/>
                  </a:lnTo>
                  <a:lnTo>
                    <a:pt x="109040" y="65386"/>
                  </a:lnTo>
                  <a:lnTo>
                    <a:pt x="109052" y="65188"/>
                  </a:lnTo>
                  <a:lnTo>
                    <a:pt x="109099" y="64398"/>
                  </a:lnTo>
                  <a:lnTo>
                    <a:pt x="106675" y="64784"/>
                  </a:lnTo>
                  <a:lnTo>
                    <a:pt x="106397" y="64791"/>
                  </a:lnTo>
                  <a:lnTo>
                    <a:pt x="105618" y="64225"/>
                  </a:lnTo>
                  <a:lnTo>
                    <a:pt x="105550" y="63785"/>
                  </a:lnTo>
                  <a:lnTo>
                    <a:pt x="104931" y="63902"/>
                  </a:lnTo>
                  <a:lnTo>
                    <a:pt x="104008" y="64076"/>
                  </a:lnTo>
                  <a:lnTo>
                    <a:pt x="103895" y="63812"/>
                  </a:lnTo>
                  <a:lnTo>
                    <a:pt x="103618" y="63166"/>
                  </a:lnTo>
                  <a:lnTo>
                    <a:pt x="102167" y="63416"/>
                  </a:lnTo>
                  <a:lnTo>
                    <a:pt x="101973" y="63450"/>
                  </a:lnTo>
                  <a:lnTo>
                    <a:pt x="101084" y="64953"/>
                  </a:lnTo>
                  <a:lnTo>
                    <a:pt x="100236" y="65201"/>
                  </a:lnTo>
                  <a:lnTo>
                    <a:pt x="98857" y="66424"/>
                  </a:lnTo>
                  <a:lnTo>
                    <a:pt x="98611" y="66716"/>
                  </a:lnTo>
                  <a:lnTo>
                    <a:pt x="98121" y="67298"/>
                  </a:lnTo>
                  <a:lnTo>
                    <a:pt x="97524" y="65337"/>
                  </a:lnTo>
                  <a:lnTo>
                    <a:pt x="94589" y="65887"/>
                  </a:lnTo>
                  <a:lnTo>
                    <a:pt x="92303" y="66316"/>
                  </a:lnTo>
                  <a:lnTo>
                    <a:pt x="91745" y="66719"/>
                  </a:lnTo>
                  <a:lnTo>
                    <a:pt x="91178" y="67128"/>
                  </a:lnTo>
                  <a:lnTo>
                    <a:pt x="89324" y="68465"/>
                  </a:lnTo>
                  <a:lnTo>
                    <a:pt x="85802" y="70969"/>
                  </a:lnTo>
                  <a:lnTo>
                    <a:pt x="81544" y="73996"/>
                  </a:lnTo>
                  <a:lnTo>
                    <a:pt x="81323" y="74158"/>
                  </a:lnTo>
                  <a:lnTo>
                    <a:pt x="76689" y="77543"/>
                  </a:lnTo>
                  <a:lnTo>
                    <a:pt x="76381" y="77774"/>
                  </a:lnTo>
                  <a:lnTo>
                    <a:pt x="74737" y="72695"/>
                  </a:lnTo>
                  <a:lnTo>
                    <a:pt x="74512" y="71714"/>
                  </a:lnTo>
                  <a:lnTo>
                    <a:pt x="74477" y="71560"/>
                  </a:lnTo>
                  <a:lnTo>
                    <a:pt x="74136" y="70073"/>
                  </a:lnTo>
                  <a:lnTo>
                    <a:pt x="73515" y="67091"/>
                  </a:lnTo>
                  <a:lnTo>
                    <a:pt x="73235" y="66392"/>
                  </a:lnTo>
                  <a:lnTo>
                    <a:pt x="73171" y="66233"/>
                  </a:lnTo>
                  <a:lnTo>
                    <a:pt x="72894" y="65542"/>
                  </a:lnTo>
                  <a:lnTo>
                    <a:pt x="72716" y="65099"/>
                  </a:lnTo>
                  <a:lnTo>
                    <a:pt x="71056" y="60568"/>
                  </a:lnTo>
                  <a:lnTo>
                    <a:pt x="70900" y="59880"/>
                  </a:lnTo>
                  <a:lnTo>
                    <a:pt x="70270" y="57140"/>
                  </a:lnTo>
                  <a:lnTo>
                    <a:pt x="69731" y="57264"/>
                  </a:lnTo>
                  <a:lnTo>
                    <a:pt x="67993" y="57517"/>
                  </a:lnTo>
                  <a:lnTo>
                    <a:pt x="67107" y="57645"/>
                  </a:lnTo>
                  <a:lnTo>
                    <a:pt x="57651" y="59228"/>
                  </a:lnTo>
                  <a:lnTo>
                    <a:pt x="57442" y="59263"/>
                  </a:lnTo>
                  <a:lnTo>
                    <a:pt x="56965" y="59794"/>
                  </a:lnTo>
                  <a:lnTo>
                    <a:pt x="56771" y="60010"/>
                  </a:lnTo>
                  <a:lnTo>
                    <a:pt x="55951" y="60886"/>
                  </a:lnTo>
                  <a:lnTo>
                    <a:pt x="55028" y="61871"/>
                  </a:lnTo>
                  <a:lnTo>
                    <a:pt x="53596" y="62954"/>
                  </a:lnTo>
                  <a:lnTo>
                    <a:pt x="52064" y="63866"/>
                  </a:lnTo>
                  <a:lnTo>
                    <a:pt x="51853" y="63990"/>
                  </a:lnTo>
                  <a:lnTo>
                    <a:pt x="51543" y="63358"/>
                  </a:lnTo>
                  <a:lnTo>
                    <a:pt x="48255" y="57828"/>
                  </a:lnTo>
                  <a:lnTo>
                    <a:pt x="45652" y="53516"/>
                  </a:lnTo>
                  <a:lnTo>
                    <a:pt x="42904" y="49088"/>
                  </a:lnTo>
                  <a:lnTo>
                    <a:pt x="42199" y="47951"/>
                  </a:lnTo>
                  <a:lnTo>
                    <a:pt x="41820" y="47511"/>
                  </a:lnTo>
                  <a:lnTo>
                    <a:pt x="41572" y="47224"/>
                  </a:lnTo>
                  <a:lnTo>
                    <a:pt x="39501" y="43754"/>
                  </a:lnTo>
                  <a:lnTo>
                    <a:pt x="37166" y="39604"/>
                  </a:lnTo>
                  <a:lnTo>
                    <a:pt x="36176" y="37845"/>
                  </a:lnTo>
                  <a:lnTo>
                    <a:pt x="32937" y="38141"/>
                  </a:lnTo>
                  <a:lnTo>
                    <a:pt x="31983" y="38484"/>
                  </a:lnTo>
                  <a:lnTo>
                    <a:pt x="31657" y="38612"/>
                  </a:lnTo>
                  <a:lnTo>
                    <a:pt x="30025" y="39566"/>
                  </a:lnTo>
                  <a:lnTo>
                    <a:pt x="26187" y="41810"/>
                  </a:lnTo>
                  <a:lnTo>
                    <a:pt x="24397" y="42978"/>
                  </a:lnTo>
                  <a:lnTo>
                    <a:pt x="24174" y="42586"/>
                  </a:lnTo>
                  <a:lnTo>
                    <a:pt x="24025" y="42324"/>
                  </a:lnTo>
                  <a:lnTo>
                    <a:pt x="23688" y="41732"/>
                  </a:lnTo>
                  <a:lnTo>
                    <a:pt x="22946" y="40428"/>
                  </a:lnTo>
                  <a:lnTo>
                    <a:pt x="21995" y="38756"/>
                  </a:lnTo>
                  <a:lnTo>
                    <a:pt x="21837" y="38506"/>
                  </a:lnTo>
                  <a:lnTo>
                    <a:pt x="21530" y="38022"/>
                  </a:lnTo>
                  <a:lnTo>
                    <a:pt x="21364" y="37762"/>
                  </a:lnTo>
                  <a:lnTo>
                    <a:pt x="21055" y="37279"/>
                  </a:lnTo>
                  <a:lnTo>
                    <a:pt x="20974" y="37152"/>
                  </a:lnTo>
                  <a:lnTo>
                    <a:pt x="19574" y="34960"/>
                  </a:lnTo>
                  <a:lnTo>
                    <a:pt x="19413" y="34709"/>
                  </a:lnTo>
                  <a:lnTo>
                    <a:pt x="19278" y="34497"/>
                  </a:lnTo>
                  <a:lnTo>
                    <a:pt x="19075" y="34183"/>
                  </a:lnTo>
                  <a:lnTo>
                    <a:pt x="17758" y="31961"/>
                  </a:lnTo>
                  <a:lnTo>
                    <a:pt x="16715" y="30202"/>
                  </a:lnTo>
                  <a:lnTo>
                    <a:pt x="15805" y="28666"/>
                  </a:lnTo>
                  <a:lnTo>
                    <a:pt x="15576" y="28281"/>
                  </a:lnTo>
                  <a:lnTo>
                    <a:pt x="15321" y="27850"/>
                  </a:lnTo>
                  <a:lnTo>
                    <a:pt x="12190" y="22655"/>
                  </a:lnTo>
                  <a:lnTo>
                    <a:pt x="11179" y="20976"/>
                  </a:lnTo>
                  <a:lnTo>
                    <a:pt x="10791" y="20365"/>
                  </a:lnTo>
                  <a:lnTo>
                    <a:pt x="10271" y="19547"/>
                  </a:lnTo>
                  <a:lnTo>
                    <a:pt x="9002" y="17547"/>
                  </a:lnTo>
                  <a:lnTo>
                    <a:pt x="7860" y="15640"/>
                  </a:lnTo>
                  <a:lnTo>
                    <a:pt x="7158" y="14468"/>
                  </a:lnTo>
                  <a:lnTo>
                    <a:pt x="6109" y="12716"/>
                  </a:lnTo>
                  <a:lnTo>
                    <a:pt x="5449" y="11670"/>
                  </a:lnTo>
                  <a:lnTo>
                    <a:pt x="4105" y="9541"/>
                  </a:lnTo>
                  <a:lnTo>
                    <a:pt x="3796" y="9050"/>
                  </a:lnTo>
                  <a:lnTo>
                    <a:pt x="3634" y="8795"/>
                  </a:lnTo>
                  <a:lnTo>
                    <a:pt x="2937" y="7267"/>
                  </a:lnTo>
                  <a:lnTo>
                    <a:pt x="2770" y="6901"/>
                  </a:lnTo>
                  <a:lnTo>
                    <a:pt x="2671" y="6692"/>
                  </a:lnTo>
                  <a:lnTo>
                    <a:pt x="2439" y="6200"/>
                  </a:lnTo>
                  <a:lnTo>
                    <a:pt x="2307" y="5920"/>
                  </a:lnTo>
                  <a:lnTo>
                    <a:pt x="2039" y="5351"/>
                  </a:lnTo>
                  <a:lnTo>
                    <a:pt x="1667" y="4169"/>
                  </a:lnTo>
                  <a:lnTo>
                    <a:pt x="1602" y="3962"/>
                  </a:lnTo>
                  <a:lnTo>
                    <a:pt x="1368" y="3219"/>
                  </a:lnTo>
                  <a:lnTo>
                    <a:pt x="1185" y="2788"/>
                  </a:lnTo>
                  <a:lnTo>
                    <a:pt x="921" y="2166"/>
                  </a:lnTo>
                  <a:lnTo>
                    <a:pt x="866" y="2037"/>
                  </a:lnTo>
                  <a:lnTo>
                    <a:pt x="645" y="1518"/>
                  </a:lnTo>
                  <a:lnTo>
                    <a:pt x="248" y="584"/>
                  </a:lnTo>
                  <a:lnTo>
                    <a:pt x="0" y="0"/>
                  </a:lnTo>
                  <a:lnTo>
                    <a:pt x="1369" y="381"/>
                  </a:lnTo>
                  <a:lnTo>
                    <a:pt x="4483" y="1249"/>
                  </a:lnTo>
                  <a:lnTo>
                    <a:pt x="9077" y="2530"/>
                  </a:lnTo>
                  <a:lnTo>
                    <a:pt x="9572" y="2665"/>
                  </a:lnTo>
                  <a:lnTo>
                    <a:pt x="15995" y="4415"/>
                  </a:lnTo>
                  <a:lnTo>
                    <a:pt x="16607" y="4681"/>
                  </a:lnTo>
                  <a:lnTo>
                    <a:pt x="17092" y="4892"/>
                  </a:lnTo>
                  <a:lnTo>
                    <a:pt x="22018" y="6156"/>
                  </a:lnTo>
                  <a:lnTo>
                    <a:pt x="25197" y="6978"/>
                  </a:lnTo>
                  <a:lnTo>
                    <a:pt x="26634" y="7349"/>
                  </a:lnTo>
                  <a:lnTo>
                    <a:pt x="27553" y="7651"/>
                  </a:lnTo>
                  <a:lnTo>
                    <a:pt x="28519" y="7969"/>
                  </a:lnTo>
                  <a:lnTo>
                    <a:pt x="32360" y="9102"/>
                  </a:lnTo>
                  <a:lnTo>
                    <a:pt x="39253" y="11102"/>
                  </a:lnTo>
                  <a:lnTo>
                    <a:pt x="42284" y="11927"/>
                  </a:lnTo>
                  <a:lnTo>
                    <a:pt x="43317" y="12208"/>
                  </a:lnTo>
                  <a:lnTo>
                    <a:pt x="44821" y="12617"/>
                  </a:lnTo>
                  <a:lnTo>
                    <a:pt x="49142" y="13793"/>
                  </a:lnTo>
                  <a:lnTo>
                    <a:pt x="55602" y="15529"/>
                  </a:lnTo>
                  <a:lnTo>
                    <a:pt x="56173" y="15683"/>
                  </a:lnTo>
                  <a:lnTo>
                    <a:pt x="58702" y="16330"/>
                  </a:lnTo>
                  <a:lnTo>
                    <a:pt x="62232" y="17233"/>
                  </a:lnTo>
                  <a:lnTo>
                    <a:pt x="64961" y="17931"/>
                  </a:lnTo>
                  <a:lnTo>
                    <a:pt x="65323" y="18023"/>
                  </a:lnTo>
                  <a:lnTo>
                    <a:pt x="77438" y="21491"/>
                  </a:lnTo>
                  <a:lnTo>
                    <a:pt x="77849" y="21609"/>
                  </a:lnTo>
                  <a:lnTo>
                    <a:pt x="82521" y="22842"/>
                  </a:lnTo>
                  <a:lnTo>
                    <a:pt x="85754" y="23674"/>
                  </a:lnTo>
                  <a:lnTo>
                    <a:pt x="86516" y="23870"/>
                  </a:lnTo>
                  <a:lnTo>
                    <a:pt x="90326" y="24926"/>
                  </a:lnTo>
                  <a:lnTo>
                    <a:pt x="93054" y="25682"/>
                  </a:lnTo>
                  <a:lnTo>
                    <a:pt x="94088" y="25996"/>
                  </a:lnTo>
                  <a:lnTo>
                    <a:pt x="96892" y="26845"/>
                  </a:lnTo>
                  <a:lnTo>
                    <a:pt x="97912" y="27154"/>
                  </a:lnTo>
                  <a:lnTo>
                    <a:pt x="99553" y="27651"/>
                  </a:lnTo>
                  <a:lnTo>
                    <a:pt x="99713" y="27695"/>
                  </a:lnTo>
                  <a:lnTo>
                    <a:pt x="102217" y="28380"/>
                  </a:lnTo>
                  <a:lnTo>
                    <a:pt x="103608" y="28760"/>
                  </a:lnTo>
                  <a:lnTo>
                    <a:pt x="105299" y="29213"/>
                  </a:lnTo>
                  <a:lnTo>
                    <a:pt x="105930" y="29381"/>
                  </a:lnTo>
                  <a:lnTo>
                    <a:pt x="106996" y="29667"/>
                  </a:lnTo>
                  <a:lnTo>
                    <a:pt x="108925" y="29771"/>
                  </a:lnTo>
                  <a:lnTo>
                    <a:pt x="111276" y="29899"/>
                  </a:lnTo>
                  <a:lnTo>
                    <a:pt x="111390" y="30323"/>
                  </a:lnTo>
                  <a:lnTo>
                    <a:pt x="111600" y="31110"/>
                  </a:lnTo>
                  <a:lnTo>
                    <a:pt x="112274" y="33565"/>
                  </a:lnTo>
                  <a:lnTo>
                    <a:pt x="112340" y="33806"/>
                  </a:lnTo>
                  <a:lnTo>
                    <a:pt x="112716" y="35287"/>
                  </a:lnTo>
                  <a:lnTo>
                    <a:pt x="113282" y="37515"/>
                  </a:lnTo>
                  <a:lnTo>
                    <a:pt x="113510" y="38250"/>
                  </a:lnTo>
                  <a:lnTo>
                    <a:pt x="113622" y="38609"/>
                  </a:lnTo>
                  <a:lnTo>
                    <a:pt x="113781" y="39120"/>
                  </a:lnTo>
                  <a:lnTo>
                    <a:pt x="113831" y="39384"/>
                  </a:lnTo>
                  <a:lnTo>
                    <a:pt x="113942" y="39967"/>
                  </a:lnTo>
                  <a:lnTo>
                    <a:pt x="114191" y="41282"/>
                  </a:lnTo>
                  <a:lnTo>
                    <a:pt x="114224" y="41453"/>
                  </a:lnTo>
                  <a:lnTo>
                    <a:pt x="114311" y="41915"/>
                  </a:lnTo>
                  <a:lnTo>
                    <a:pt x="114361" y="42174"/>
                  </a:lnTo>
                  <a:lnTo>
                    <a:pt x="114836" y="43411"/>
                  </a:lnTo>
                  <a:lnTo>
                    <a:pt x="114957" y="43725"/>
                  </a:lnTo>
                  <a:lnTo>
                    <a:pt x="115497" y="45551"/>
                  </a:lnTo>
                  <a:lnTo>
                    <a:pt x="115665" y="45188"/>
                  </a:lnTo>
                  <a:lnTo>
                    <a:pt x="115849" y="45165"/>
                  </a:lnTo>
                  <a:lnTo>
                    <a:pt x="116131" y="45130"/>
                  </a:lnTo>
                  <a:lnTo>
                    <a:pt x="118742" y="44803"/>
                  </a:lnTo>
                  <a:lnTo>
                    <a:pt x="118914" y="44818"/>
                  </a:lnTo>
                  <a:lnTo>
                    <a:pt x="119115" y="45001"/>
                  </a:lnTo>
                  <a:lnTo>
                    <a:pt x="119445" y="45300"/>
                  </a:lnTo>
                  <a:lnTo>
                    <a:pt x="119756" y="45600"/>
                  </a:lnTo>
                  <a:lnTo>
                    <a:pt x="120536" y="45644"/>
                  </a:lnTo>
                  <a:lnTo>
                    <a:pt x="121103" y="46552"/>
                  </a:lnTo>
                  <a:lnTo>
                    <a:pt x="121231" y="46757"/>
                  </a:lnTo>
                  <a:lnTo>
                    <a:pt x="121397" y="47022"/>
                  </a:lnTo>
                  <a:lnTo>
                    <a:pt x="122160" y="48895"/>
                  </a:lnTo>
                  <a:lnTo>
                    <a:pt x="122219" y="49115"/>
                  </a:lnTo>
                  <a:lnTo>
                    <a:pt x="122256" y="49254"/>
                  </a:lnTo>
                  <a:lnTo>
                    <a:pt x="122304" y="49432"/>
                  </a:lnTo>
                  <a:lnTo>
                    <a:pt x="123993" y="52143"/>
                  </a:lnTo>
                  <a:lnTo>
                    <a:pt x="124535" y="52137"/>
                  </a:lnTo>
                  <a:lnTo>
                    <a:pt x="124817" y="54039"/>
                  </a:lnTo>
                  <a:lnTo>
                    <a:pt x="124621" y="55426"/>
                  </a:lnTo>
                  <a:lnTo>
                    <a:pt x="124470" y="56062"/>
                  </a:lnTo>
                  <a:lnTo>
                    <a:pt x="124327" y="5740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6" name="pg445"/>
            <p:cNvSpPr/>
            <p:nvPr/>
          </p:nvSpPr>
          <p:spPr>
            <a:xfrm>
              <a:off x="4389511" y="5356607"/>
              <a:ext cx="119100" cy="104238"/>
            </a:xfrm>
            <a:custGeom>
              <a:avLst/>
              <a:pathLst>
                <a:path w="119100" h="104238">
                  <a:moveTo>
                    <a:pt x="71478" y="25513"/>
                  </a:moveTo>
                  <a:lnTo>
                    <a:pt x="71789" y="26145"/>
                  </a:lnTo>
                  <a:lnTo>
                    <a:pt x="71999" y="26020"/>
                  </a:lnTo>
                  <a:lnTo>
                    <a:pt x="73532" y="25108"/>
                  </a:lnTo>
                  <a:lnTo>
                    <a:pt x="74963" y="24026"/>
                  </a:lnTo>
                  <a:lnTo>
                    <a:pt x="75886" y="23040"/>
                  </a:lnTo>
                  <a:lnTo>
                    <a:pt x="76706" y="22165"/>
                  </a:lnTo>
                  <a:lnTo>
                    <a:pt x="76901" y="21948"/>
                  </a:lnTo>
                  <a:lnTo>
                    <a:pt x="77377" y="21418"/>
                  </a:lnTo>
                  <a:lnTo>
                    <a:pt x="77586" y="21383"/>
                  </a:lnTo>
                  <a:lnTo>
                    <a:pt x="87042" y="19800"/>
                  </a:lnTo>
                  <a:lnTo>
                    <a:pt x="87928" y="19671"/>
                  </a:lnTo>
                  <a:lnTo>
                    <a:pt x="89666" y="19418"/>
                  </a:lnTo>
                  <a:lnTo>
                    <a:pt x="90222" y="19345"/>
                  </a:lnTo>
                  <a:lnTo>
                    <a:pt x="90835" y="22035"/>
                  </a:lnTo>
                  <a:lnTo>
                    <a:pt x="90992" y="22723"/>
                  </a:lnTo>
                  <a:lnTo>
                    <a:pt x="92652" y="27253"/>
                  </a:lnTo>
                  <a:lnTo>
                    <a:pt x="92830" y="27697"/>
                  </a:lnTo>
                  <a:lnTo>
                    <a:pt x="93107" y="28388"/>
                  </a:lnTo>
                  <a:lnTo>
                    <a:pt x="93170" y="28546"/>
                  </a:lnTo>
                  <a:lnTo>
                    <a:pt x="93451" y="29245"/>
                  </a:lnTo>
                  <a:lnTo>
                    <a:pt x="94071" y="32227"/>
                  </a:lnTo>
                  <a:lnTo>
                    <a:pt x="94412" y="33715"/>
                  </a:lnTo>
                  <a:lnTo>
                    <a:pt x="94448" y="33869"/>
                  </a:lnTo>
                  <a:lnTo>
                    <a:pt x="94673" y="34850"/>
                  </a:lnTo>
                  <a:lnTo>
                    <a:pt x="96317" y="39928"/>
                  </a:lnTo>
                  <a:lnTo>
                    <a:pt x="96624" y="39698"/>
                  </a:lnTo>
                  <a:lnTo>
                    <a:pt x="101258" y="36313"/>
                  </a:lnTo>
                  <a:lnTo>
                    <a:pt x="101480" y="36151"/>
                  </a:lnTo>
                  <a:lnTo>
                    <a:pt x="105737" y="33124"/>
                  </a:lnTo>
                  <a:lnTo>
                    <a:pt x="109260" y="30620"/>
                  </a:lnTo>
                  <a:lnTo>
                    <a:pt x="111114" y="29282"/>
                  </a:lnTo>
                  <a:lnTo>
                    <a:pt x="111680" y="28874"/>
                  </a:lnTo>
                  <a:lnTo>
                    <a:pt x="112239" y="28471"/>
                  </a:lnTo>
                  <a:lnTo>
                    <a:pt x="114525" y="28042"/>
                  </a:lnTo>
                  <a:lnTo>
                    <a:pt x="117460" y="27491"/>
                  </a:lnTo>
                  <a:lnTo>
                    <a:pt x="118056" y="29452"/>
                  </a:lnTo>
                  <a:lnTo>
                    <a:pt x="118153" y="29772"/>
                  </a:lnTo>
                  <a:lnTo>
                    <a:pt x="119100" y="31363"/>
                  </a:lnTo>
                  <a:lnTo>
                    <a:pt x="116721" y="32911"/>
                  </a:lnTo>
                  <a:lnTo>
                    <a:pt x="115412" y="33763"/>
                  </a:lnTo>
                  <a:lnTo>
                    <a:pt x="114280" y="34500"/>
                  </a:lnTo>
                  <a:lnTo>
                    <a:pt x="112594" y="35597"/>
                  </a:lnTo>
                  <a:lnTo>
                    <a:pt x="109933" y="37524"/>
                  </a:lnTo>
                  <a:lnTo>
                    <a:pt x="107591" y="39247"/>
                  </a:lnTo>
                  <a:lnTo>
                    <a:pt x="104719" y="41358"/>
                  </a:lnTo>
                  <a:lnTo>
                    <a:pt x="103747" y="42073"/>
                  </a:lnTo>
                  <a:lnTo>
                    <a:pt x="102106" y="43280"/>
                  </a:lnTo>
                  <a:lnTo>
                    <a:pt x="100216" y="44676"/>
                  </a:lnTo>
                  <a:lnTo>
                    <a:pt x="99733" y="45032"/>
                  </a:lnTo>
                  <a:lnTo>
                    <a:pt x="98453" y="45978"/>
                  </a:lnTo>
                  <a:lnTo>
                    <a:pt x="95597" y="48002"/>
                  </a:lnTo>
                  <a:lnTo>
                    <a:pt x="94439" y="48823"/>
                  </a:lnTo>
                  <a:lnTo>
                    <a:pt x="93500" y="49458"/>
                  </a:lnTo>
                  <a:lnTo>
                    <a:pt x="92963" y="49822"/>
                  </a:lnTo>
                  <a:lnTo>
                    <a:pt x="91257" y="51090"/>
                  </a:lnTo>
                  <a:lnTo>
                    <a:pt x="89012" y="52759"/>
                  </a:lnTo>
                  <a:lnTo>
                    <a:pt x="87995" y="53510"/>
                  </a:lnTo>
                  <a:lnTo>
                    <a:pt x="87416" y="53937"/>
                  </a:lnTo>
                  <a:lnTo>
                    <a:pt x="86353" y="54743"/>
                  </a:lnTo>
                  <a:lnTo>
                    <a:pt x="84035" y="56499"/>
                  </a:lnTo>
                  <a:lnTo>
                    <a:pt x="83236" y="57072"/>
                  </a:lnTo>
                  <a:lnTo>
                    <a:pt x="82639" y="57501"/>
                  </a:lnTo>
                  <a:lnTo>
                    <a:pt x="81700" y="58193"/>
                  </a:lnTo>
                  <a:lnTo>
                    <a:pt x="78658" y="60438"/>
                  </a:lnTo>
                  <a:lnTo>
                    <a:pt x="78155" y="60965"/>
                  </a:lnTo>
                  <a:lnTo>
                    <a:pt x="77678" y="61466"/>
                  </a:lnTo>
                  <a:lnTo>
                    <a:pt x="77551" y="61592"/>
                  </a:lnTo>
                  <a:lnTo>
                    <a:pt x="77335" y="61806"/>
                  </a:lnTo>
                  <a:lnTo>
                    <a:pt x="77849" y="63185"/>
                  </a:lnTo>
                  <a:lnTo>
                    <a:pt x="80372" y="67240"/>
                  </a:lnTo>
                  <a:lnTo>
                    <a:pt x="77423" y="70210"/>
                  </a:lnTo>
                  <a:lnTo>
                    <a:pt x="76845" y="70756"/>
                  </a:lnTo>
                  <a:lnTo>
                    <a:pt x="76369" y="71206"/>
                  </a:lnTo>
                  <a:lnTo>
                    <a:pt x="76182" y="71383"/>
                  </a:lnTo>
                  <a:lnTo>
                    <a:pt x="73057" y="74338"/>
                  </a:lnTo>
                  <a:lnTo>
                    <a:pt x="72458" y="74745"/>
                  </a:lnTo>
                  <a:lnTo>
                    <a:pt x="71566" y="75351"/>
                  </a:lnTo>
                  <a:lnTo>
                    <a:pt x="70284" y="76630"/>
                  </a:lnTo>
                  <a:lnTo>
                    <a:pt x="69877" y="77037"/>
                  </a:lnTo>
                  <a:lnTo>
                    <a:pt x="68721" y="78190"/>
                  </a:lnTo>
                  <a:lnTo>
                    <a:pt x="67903" y="78916"/>
                  </a:lnTo>
                  <a:lnTo>
                    <a:pt x="67275" y="79472"/>
                  </a:lnTo>
                  <a:lnTo>
                    <a:pt x="63910" y="82707"/>
                  </a:lnTo>
                  <a:lnTo>
                    <a:pt x="63347" y="83227"/>
                  </a:lnTo>
                  <a:lnTo>
                    <a:pt x="63699" y="83865"/>
                  </a:lnTo>
                  <a:lnTo>
                    <a:pt x="64478" y="85475"/>
                  </a:lnTo>
                  <a:lnTo>
                    <a:pt x="64792" y="86018"/>
                  </a:lnTo>
                  <a:lnTo>
                    <a:pt x="65327" y="86943"/>
                  </a:lnTo>
                  <a:lnTo>
                    <a:pt x="65462" y="88062"/>
                  </a:lnTo>
                  <a:lnTo>
                    <a:pt x="65292" y="88239"/>
                  </a:lnTo>
                  <a:lnTo>
                    <a:pt x="65882" y="89447"/>
                  </a:lnTo>
                  <a:lnTo>
                    <a:pt x="65972" y="89607"/>
                  </a:lnTo>
                  <a:lnTo>
                    <a:pt x="66935" y="91326"/>
                  </a:lnTo>
                  <a:lnTo>
                    <a:pt x="62542" y="93470"/>
                  </a:lnTo>
                  <a:lnTo>
                    <a:pt x="62003" y="92725"/>
                  </a:lnTo>
                  <a:lnTo>
                    <a:pt x="59255" y="94920"/>
                  </a:lnTo>
                  <a:lnTo>
                    <a:pt x="58997" y="95126"/>
                  </a:lnTo>
                  <a:lnTo>
                    <a:pt x="58718" y="94848"/>
                  </a:lnTo>
                  <a:lnTo>
                    <a:pt x="57283" y="93425"/>
                  </a:lnTo>
                  <a:lnTo>
                    <a:pt x="56034" y="94510"/>
                  </a:lnTo>
                  <a:lnTo>
                    <a:pt x="55348" y="94367"/>
                  </a:lnTo>
                  <a:lnTo>
                    <a:pt x="54596" y="93453"/>
                  </a:lnTo>
                  <a:lnTo>
                    <a:pt x="54157" y="94130"/>
                  </a:lnTo>
                  <a:lnTo>
                    <a:pt x="53745" y="94577"/>
                  </a:lnTo>
                  <a:lnTo>
                    <a:pt x="52439" y="95427"/>
                  </a:lnTo>
                  <a:lnTo>
                    <a:pt x="51469" y="95981"/>
                  </a:lnTo>
                  <a:lnTo>
                    <a:pt x="49709" y="96986"/>
                  </a:lnTo>
                  <a:lnTo>
                    <a:pt x="48834" y="97485"/>
                  </a:lnTo>
                  <a:lnTo>
                    <a:pt x="46166" y="99087"/>
                  </a:lnTo>
                  <a:lnTo>
                    <a:pt x="45334" y="99587"/>
                  </a:lnTo>
                  <a:lnTo>
                    <a:pt x="43498" y="100690"/>
                  </a:lnTo>
                  <a:lnTo>
                    <a:pt x="38875" y="103436"/>
                  </a:lnTo>
                  <a:lnTo>
                    <a:pt x="38423" y="103705"/>
                  </a:lnTo>
                  <a:lnTo>
                    <a:pt x="37904" y="104013"/>
                  </a:lnTo>
                  <a:lnTo>
                    <a:pt x="37526" y="104238"/>
                  </a:lnTo>
                  <a:lnTo>
                    <a:pt x="36092" y="101826"/>
                  </a:lnTo>
                  <a:lnTo>
                    <a:pt x="35731" y="101227"/>
                  </a:lnTo>
                  <a:lnTo>
                    <a:pt x="35383" y="100651"/>
                  </a:lnTo>
                  <a:lnTo>
                    <a:pt x="34732" y="99566"/>
                  </a:lnTo>
                  <a:lnTo>
                    <a:pt x="34260" y="98780"/>
                  </a:lnTo>
                  <a:lnTo>
                    <a:pt x="33135" y="96900"/>
                  </a:lnTo>
                  <a:lnTo>
                    <a:pt x="32347" y="95584"/>
                  </a:lnTo>
                  <a:lnTo>
                    <a:pt x="31618" y="94328"/>
                  </a:lnTo>
                  <a:lnTo>
                    <a:pt x="31466" y="94067"/>
                  </a:lnTo>
                  <a:lnTo>
                    <a:pt x="31366" y="93898"/>
                  </a:lnTo>
                  <a:lnTo>
                    <a:pt x="29870" y="91389"/>
                  </a:lnTo>
                  <a:lnTo>
                    <a:pt x="28308" y="88770"/>
                  </a:lnTo>
                  <a:lnTo>
                    <a:pt x="24263" y="81985"/>
                  </a:lnTo>
                  <a:lnTo>
                    <a:pt x="23924" y="81415"/>
                  </a:lnTo>
                  <a:lnTo>
                    <a:pt x="23211" y="80220"/>
                  </a:lnTo>
                  <a:lnTo>
                    <a:pt x="22551" y="79113"/>
                  </a:lnTo>
                  <a:lnTo>
                    <a:pt x="22095" y="78348"/>
                  </a:lnTo>
                  <a:lnTo>
                    <a:pt x="20999" y="76440"/>
                  </a:lnTo>
                  <a:lnTo>
                    <a:pt x="20852" y="76188"/>
                  </a:lnTo>
                  <a:lnTo>
                    <a:pt x="20636" y="75817"/>
                  </a:lnTo>
                  <a:lnTo>
                    <a:pt x="20387" y="75387"/>
                  </a:lnTo>
                  <a:lnTo>
                    <a:pt x="20112" y="74929"/>
                  </a:lnTo>
                  <a:lnTo>
                    <a:pt x="18311" y="71918"/>
                  </a:lnTo>
                  <a:lnTo>
                    <a:pt x="18113" y="71588"/>
                  </a:lnTo>
                  <a:lnTo>
                    <a:pt x="16802" y="69397"/>
                  </a:lnTo>
                  <a:lnTo>
                    <a:pt x="16060" y="68157"/>
                  </a:lnTo>
                  <a:lnTo>
                    <a:pt x="15900" y="67888"/>
                  </a:lnTo>
                  <a:lnTo>
                    <a:pt x="15173" y="66674"/>
                  </a:lnTo>
                  <a:lnTo>
                    <a:pt x="14188" y="64995"/>
                  </a:lnTo>
                  <a:lnTo>
                    <a:pt x="12285" y="61754"/>
                  </a:lnTo>
                  <a:lnTo>
                    <a:pt x="11940" y="61169"/>
                  </a:lnTo>
                  <a:lnTo>
                    <a:pt x="11613" y="60612"/>
                  </a:lnTo>
                  <a:lnTo>
                    <a:pt x="11232" y="59967"/>
                  </a:lnTo>
                  <a:lnTo>
                    <a:pt x="8421" y="55232"/>
                  </a:lnTo>
                  <a:lnTo>
                    <a:pt x="7977" y="54484"/>
                  </a:lnTo>
                  <a:lnTo>
                    <a:pt x="7365" y="53481"/>
                  </a:lnTo>
                  <a:lnTo>
                    <a:pt x="6964" y="52793"/>
                  </a:lnTo>
                  <a:lnTo>
                    <a:pt x="5280" y="49908"/>
                  </a:lnTo>
                  <a:lnTo>
                    <a:pt x="1055" y="42669"/>
                  </a:lnTo>
                  <a:lnTo>
                    <a:pt x="166" y="41146"/>
                  </a:lnTo>
                  <a:lnTo>
                    <a:pt x="0" y="40861"/>
                  </a:lnTo>
                  <a:lnTo>
                    <a:pt x="287" y="40663"/>
                  </a:lnTo>
                  <a:lnTo>
                    <a:pt x="2282" y="39293"/>
                  </a:lnTo>
                  <a:lnTo>
                    <a:pt x="5752" y="37370"/>
                  </a:lnTo>
                  <a:lnTo>
                    <a:pt x="10006" y="35014"/>
                  </a:lnTo>
                  <a:lnTo>
                    <a:pt x="10370" y="34818"/>
                  </a:lnTo>
                  <a:lnTo>
                    <a:pt x="12142" y="33867"/>
                  </a:lnTo>
                  <a:lnTo>
                    <a:pt x="16591" y="31478"/>
                  </a:lnTo>
                  <a:lnTo>
                    <a:pt x="17653" y="30899"/>
                  </a:lnTo>
                  <a:lnTo>
                    <a:pt x="21131" y="29001"/>
                  </a:lnTo>
                  <a:lnTo>
                    <a:pt x="21353" y="28875"/>
                  </a:lnTo>
                  <a:lnTo>
                    <a:pt x="27474" y="25390"/>
                  </a:lnTo>
                  <a:lnTo>
                    <a:pt x="27771" y="25216"/>
                  </a:lnTo>
                  <a:lnTo>
                    <a:pt x="30730" y="23482"/>
                  </a:lnTo>
                  <a:lnTo>
                    <a:pt x="32125" y="22675"/>
                  </a:lnTo>
                  <a:lnTo>
                    <a:pt x="34857" y="21096"/>
                  </a:lnTo>
                  <a:lnTo>
                    <a:pt x="36826" y="20007"/>
                  </a:lnTo>
                  <a:lnTo>
                    <a:pt x="38221" y="19235"/>
                  </a:lnTo>
                  <a:lnTo>
                    <a:pt x="42938" y="16581"/>
                  </a:lnTo>
                  <a:lnTo>
                    <a:pt x="48457" y="13555"/>
                  </a:lnTo>
                  <a:lnTo>
                    <a:pt x="48729" y="13406"/>
                  </a:lnTo>
                  <a:lnTo>
                    <a:pt x="49245" y="13122"/>
                  </a:lnTo>
                  <a:lnTo>
                    <a:pt x="48869" y="12513"/>
                  </a:lnTo>
                  <a:lnTo>
                    <a:pt x="48414" y="11776"/>
                  </a:lnTo>
                  <a:lnTo>
                    <a:pt x="46842" y="9233"/>
                  </a:lnTo>
                  <a:lnTo>
                    <a:pt x="45492" y="7047"/>
                  </a:lnTo>
                  <a:lnTo>
                    <a:pt x="44596" y="5596"/>
                  </a:lnTo>
                  <a:lnTo>
                    <a:pt x="44462" y="5361"/>
                  </a:lnTo>
                  <a:lnTo>
                    <a:pt x="44355" y="5118"/>
                  </a:lnTo>
                  <a:lnTo>
                    <a:pt x="46122" y="3965"/>
                  </a:lnTo>
                  <a:lnTo>
                    <a:pt x="49961" y="1721"/>
                  </a:lnTo>
                  <a:lnTo>
                    <a:pt x="51593" y="767"/>
                  </a:lnTo>
                  <a:lnTo>
                    <a:pt x="51918" y="639"/>
                  </a:lnTo>
                  <a:lnTo>
                    <a:pt x="52873" y="296"/>
                  </a:lnTo>
                  <a:lnTo>
                    <a:pt x="56111" y="0"/>
                  </a:lnTo>
                  <a:lnTo>
                    <a:pt x="57101" y="1759"/>
                  </a:lnTo>
                  <a:lnTo>
                    <a:pt x="59436" y="5909"/>
                  </a:lnTo>
                  <a:lnTo>
                    <a:pt x="61508" y="9378"/>
                  </a:lnTo>
                  <a:lnTo>
                    <a:pt x="61755" y="9666"/>
                  </a:lnTo>
                  <a:lnTo>
                    <a:pt x="62134" y="10106"/>
                  </a:lnTo>
                  <a:lnTo>
                    <a:pt x="62839" y="11243"/>
                  </a:lnTo>
                  <a:lnTo>
                    <a:pt x="65587" y="15670"/>
                  </a:lnTo>
                  <a:lnTo>
                    <a:pt x="68190" y="1998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7" name="pg446"/>
            <p:cNvSpPr/>
            <p:nvPr/>
          </p:nvSpPr>
          <p:spPr>
            <a:xfrm>
              <a:off x="4234428" y="5272368"/>
              <a:ext cx="204328" cy="198777"/>
            </a:xfrm>
            <a:custGeom>
              <a:avLst/>
              <a:pathLst>
                <a:path w="204328" h="198777">
                  <a:moveTo>
                    <a:pt x="165271" y="43434"/>
                  </a:moveTo>
                  <a:lnTo>
                    <a:pt x="167405" y="44004"/>
                  </a:lnTo>
                  <a:lnTo>
                    <a:pt x="169350" y="44524"/>
                  </a:lnTo>
                  <a:lnTo>
                    <a:pt x="172510" y="45369"/>
                  </a:lnTo>
                  <a:lnTo>
                    <a:pt x="174079" y="45789"/>
                  </a:lnTo>
                  <a:lnTo>
                    <a:pt x="174393" y="45873"/>
                  </a:lnTo>
                  <a:lnTo>
                    <a:pt x="174848" y="45994"/>
                  </a:lnTo>
                  <a:lnTo>
                    <a:pt x="175018" y="46393"/>
                  </a:lnTo>
                  <a:lnTo>
                    <a:pt x="175267" y="46978"/>
                  </a:lnTo>
                  <a:lnTo>
                    <a:pt x="175664" y="47912"/>
                  </a:lnTo>
                  <a:lnTo>
                    <a:pt x="175884" y="48431"/>
                  </a:lnTo>
                  <a:lnTo>
                    <a:pt x="175939" y="48560"/>
                  </a:lnTo>
                  <a:lnTo>
                    <a:pt x="176204" y="49182"/>
                  </a:lnTo>
                  <a:lnTo>
                    <a:pt x="176387" y="49612"/>
                  </a:lnTo>
                  <a:lnTo>
                    <a:pt x="176621" y="50356"/>
                  </a:lnTo>
                  <a:lnTo>
                    <a:pt x="176686" y="50563"/>
                  </a:lnTo>
                  <a:lnTo>
                    <a:pt x="177057" y="51744"/>
                  </a:lnTo>
                  <a:lnTo>
                    <a:pt x="177326" y="52314"/>
                  </a:lnTo>
                  <a:lnTo>
                    <a:pt x="177509" y="52703"/>
                  </a:lnTo>
                  <a:lnTo>
                    <a:pt x="177690" y="53086"/>
                  </a:lnTo>
                  <a:lnTo>
                    <a:pt x="177788" y="53295"/>
                  </a:lnTo>
                  <a:lnTo>
                    <a:pt x="177955" y="53661"/>
                  </a:lnTo>
                  <a:lnTo>
                    <a:pt x="178656" y="55194"/>
                  </a:lnTo>
                  <a:lnTo>
                    <a:pt x="178814" y="55444"/>
                  </a:lnTo>
                  <a:lnTo>
                    <a:pt x="179124" y="55935"/>
                  </a:lnTo>
                  <a:lnTo>
                    <a:pt x="180468" y="58064"/>
                  </a:lnTo>
                  <a:lnTo>
                    <a:pt x="181128" y="59110"/>
                  </a:lnTo>
                  <a:lnTo>
                    <a:pt x="182177" y="60862"/>
                  </a:lnTo>
                  <a:lnTo>
                    <a:pt x="182879" y="62034"/>
                  </a:lnTo>
                  <a:lnTo>
                    <a:pt x="184063" y="64008"/>
                  </a:lnTo>
                  <a:lnTo>
                    <a:pt x="185290" y="65941"/>
                  </a:lnTo>
                  <a:lnTo>
                    <a:pt x="185809" y="66759"/>
                  </a:lnTo>
                  <a:lnTo>
                    <a:pt x="186197" y="67370"/>
                  </a:lnTo>
                  <a:lnTo>
                    <a:pt x="187209" y="69048"/>
                  </a:lnTo>
                  <a:lnTo>
                    <a:pt x="190339" y="74243"/>
                  </a:lnTo>
                  <a:lnTo>
                    <a:pt x="190595" y="74674"/>
                  </a:lnTo>
                  <a:lnTo>
                    <a:pt x="190823" y="75060"/>
                  </a:lnTo>
                  <a:lnTo>
                    <a:pt x="191734" y="76596"/>
                  </a:lnTo>
                  <a:lnTo>
                    <a:pt x="192777" y="78354"/>
                  </a:lnTo>
                  <a:lnTo>
                    <a:pt x="194153" y="80669"/>
                  </a:lnTo>
                  <a:lnTo>
                    <a:pt x="194297" y="80891"/>
                  </a:lnTo>
                  <a:lnTo>
                    <a:pt x="194466" y="81156"/>
                  </a:lnTo>
                  <a:lnTo>
                    <a:pt x="194592" y="81354"/>
                  </a:lnTo>
                  <a:lnTo>
                    <a:pt x="195993" y="83545"/>
                  </a:lnTo>
                  <a:lnTo>
                    <a:pt x="196074" y="83672"/>
                  </a:lnTo>
                  <a:lnTo>
                    <a:pt x="196463" y="84281"/>
                  </a:lnTo>
                  <a:lnTo>
                    <a:pt x="196558" y="84431"/>
                  </a:lnTo>
                  <a:lnTo>
                    <a:pt x="196855" y="84899"/>
                  </a:lnTo>
                  <a:lnTo>
                    <a:pt x="197014" y="85150"/>
                  </a:lnTo>
                  <a:lnTo>
                    <a:pt x="197965" y="86822"/>
                  </a:lnTo>
                  <a:lnTo>
                    <a:pt x="198707" y="88126"/>
                  </a:lnTo>
                  <a:lnTo>
                    <a:pt x="199043" y="88717"/>
                  </a:lnTo>
                  <a:lnTo>
                    <a:pt x="199192" y="88979"/>
                  </a:lnTo>
                  <a:lnTo>
                    <a:pt x="199415" y="89372"/>
                  </a:lnTo>
                  <a:lnTo>
                    <a:pt x="199545" y="89600"/>
                  </a:lnTo>
                  <a:lnTo>
                    <a:pt x="199679" y="89835"/>
                  </a:lnTo>
                  <a:lnTo>
                    <a:pt x="200612" y="91346"/>
                  </a:lnTo>
                  <a:lnTo>
                    <a:pt x="201926" y="93472"/>
                  </a:lnTo>
                  <a:lnTo>
                    <a:pt x="203497" y="96015"/>
                  </a:lnTo>
                  <a:lnTo>
                    <a:pt x="203952" y="96752"/>
                  </a:lnTo>
                  <a:lnTo>
                    <a:pt x="204328" y="97362"/>
                  </a:lnTo>
                  <a:lnTo>
                    <a:pt x="203812" y="97645"/>
                  </a:lnTo>
                  <a:lnTo>
                    <a:pt x="203540" y="97794"/>
                  </a:lnTo>
                  <a:lnTo>
                    <a:pt x="198021" y="100820"/>
                  </a:lnTo>
                  <a:lnTo>
                    <a:pt x="193304" y="103474"/>
                  </a:lnTo>
                  <a:lnTo>
                    <a:pt x="191909" y="104246"/>
                  </a:lnTo>
                  <a:lnTo>
                    <a:pt x="189940" y="105335"/>
                  </a:lnTo>
                  <a:lnTo>
                    <a:pt x="187208" y="106914"/>
                  </a:lnTo>
                  <a:lnTo>
                    <a:pt x="185813" y="107721"/>
                  </a:lnTo>
                  <a:lnTo>
                    <a:pt x="182854" y="109455"/>
                  </a:lnTo>
                  <a:lnTo>
                    <a:pt x="182557" y="109629"/>
                  </a:lnTo>
                  <a:lnTo>
                    <a:pt x="176436" y="113114"/>
                  </a:lnTo>
                  <a:lnTo>
                    <a:pt x="176214" y="113240"/>
                  </a:lnTo>
                  <a:lnTo>
                    <a:pt x="172736" y="115138"/>
                  </a:lnTo>
                  <a:lnTo>
                    <a:pt x="171674" y="115717"/>
                  </a:lnTo>
                  <a:lnTo>
                    <a:pt x="167225" y="118106"/>
                  </a:lnTo>
                  <a:lnTo>
                    <a:pt x="165453" y="119057"/>
                  </a:lnTo>
                  <a:lnTo>
                    <a:pt x="165089" y="119253"/>
                  </a:lnTo>
                  <a:lnTo>
                    <a:pt x="160835" y="121609"/>
                  </a:lnTo>
                  <a:lnTo>
                    <a:pt x="157365" y="123532"/>
                  </a:lnTo>
                  <a:lnTo>
                    <a:pt x="155370" y="124902"/>
                  </a:lnTo>
                  <a:lnTo>
                    <a:pt x="155083" y="125099"/>
                  </a:lnTo>
                  <a:lnTo>
                    <a:pt x="155249" y="125385"/>
                  </a:lnTo>
                  <a:lnTo>
                    <a:pt x="156138" y="126908"/>
                  </a:lnTo>
                  <a:lnTo>
                    <a:pt x="160363" y="134147"/>
                  </a:lnTo>
                  <a:lnTo>
                    <a:pt x="162047" y="137032"/>
                  </a:lnTo>
                  <a:lnTo>
                    <a:pt x="162448" y="137720"/>
                  </a:lnTo>
                  <a:lnTo>
                    <a:pt x="163060" y="138723"/>
                  </a:lnTo>
                  <a:lnTo>
                    <a:pt x="163504" y="139471"/>
                  </a:lnTo>
                  <a:lnTo>
                    <a:pt x="166316" y="144206"/>
                  </a:lnTo>
                  <a:lnTo>
                    <a:pt x="166696" y="144851"/>
                  </a:lnTo>
                  <a:lnTo>
                    <a:pt x="167023" y="145408"/>
                  </a:lnTo>
                  <a:lnTo>
                    <a:pt x="167368" y="145993"/>
                  </a:lnTo>
                  <a:lnTo>
                    <a:pt x="169271" y="149234"/>
                  </a:lnTo>
                  <a:lnTo>
                    <a:pt x="170256" y="150913"/>
                  </a:lnTo>
                  <a:lnTo>
                    <a:pt x="170983" y="152127"/>
                  </a:lnTo>
                  <a:lnTo>
                    <a:pt x="171144" y="152396"/>
                  </a:lnTo>
                  <a:lnTo>
                    <a:pt x="171885" y="153636"/>
                  </a:lnTo>
                  <a:lnTo>
                    <a:pt x="173196" y="155827"/>
                  </a:lnTo>
                  <a:lnTo>
                    <a:pt x="173394" y="156157"/>
                  </a:lnTo>
                  <a:lnTo>
                    <a:pt x="175195" y="159168"/>
                  </a:lnTo>
                  <a:lnTo>
                    <a:pt x="175470" y="159626"/>
                  </a:lnTo>
                  <a:lnTo>
                    <a:pt x="175719" y="160056"/>
                  </a:lnTo>
                  <a:lnTo>
                    <a:pt x="175935" y="160427"/>
                  </a:lnTo>
                  <a:lnTo>
                    <a:pt x="176082" y="160679"/>
                  </a:lnTo>
                  <a:lnTo>
                    <a:pt x="177179" y="162587"/>
                  </a:lnTo>
                  <a:lnTo>
                    <a:pt x="177634" y="163352"/>
                  </a:lnTo>
                  <a:lnTo>
                    <a:pt x="178294" y="164459"/>
                  </a:lnTo>
                  <a:lnTo>
                    <a:pt x="179007" y="165654"/>
                  </a:lnTo>
                  <a:lnTo>
                    <a:pt x="179346" y="166224"/>
                  </a:lnTo>
                  <a:lnTo>
                    <a:pt x="183392" y="173009"/>
                  </a:lnTo>
                  <a:lnTo>
                    <a:pt x="184953" y="175628"/>
                  </a:lnTo>
                  <a:lnTo>
                    <a:pt x="186449" y="178137"/>
                  </a:lnTo>
                  <a:lnTo>
                    <a:pt x="186550" y="178306"/>
                  </a:lnTo>
                  <a:lnTo>
                    <a:pt x="186701" y="178567"/>
                  </a:lnTo>
                  <a:lnTo>
                    <a:pt x="187431" y="179823"/>
                  </a:lnTo>
                  <a:lnTo>
                    <a:pt x="188218" y="181139"/>
                  </a:lnTo>
                  <a:lnTo>
                    <a:pt x="189364" y="183054"/>
                  </a:lnTo>
                  <a:lnTo>
                    <a:pt x="189815" y="183805"/>
                  </a:lnTo>
                  <a:lnTo>
                    <a:pt x="190466" y="184890"/>
                  </a:lnTo>
                  <a:lnTo>
                    <a:pt x="190814" y="185466"/>
                  </a:lnTo>
                  <a:lnTo>
                    <a:pt x="191176" y="186065"/>
                  </a:lnTo>
                  <a:lnTo>
                    <a:pt x="192609" y="188477"/>
                  </a:lnTo>
                  <a:lnTo>
                    <a:pt x="190032" y="190307"/>
                  </a:lnTo>
                  <a:lnTo>
                    <a:pt x="188496" y="190635"/>
                  </a:lnTo>
                  <a:lnTo>
                    <a:pt x="187615" y="190813"/>
                  </a:lnTo>
                  <a:lnTo>
                    <a:pt x="185943" y="191151"/>
                  </a:lnTo>
                  <a:lnTo>
                    <a:pt x="182757" y="191566"/>
                  </a:lnTo>
                  <a:lnTo>
                    <a:pt x="180575" y="191850"/>
                  </a:lnTo>
                  <a:lnTo>
                    <a:pt x="179240" y="192024"/>
                  </a:lnTo>
                  <a:lnTo>
                    <a:pt x="176548" y="192311"/>
                  </a:lnTo>
                  <a:lnTo>
                    <a:pt x="167858" y="193238"/>
                  </a:lnTo>
                  <a:lnTo>
                    <a:pt x="163665" y="193800"/>
                  </a:lnTo>
                  <a:lnTo>
                    <a:pt x="163498" y="193823"/>
                  </a:lnTo>
                  <a:lnTo>
                    <a:pt x="163142" y="193870"/>
                  </a:lnTo>
                  <a:lnTo>
                    <a:pt x="156610" y="194746"/>
                  </a:lnTo>
                  <a:lnTo>
                    <a:pt x="146385" y="195920"/>
                  </a:lnTo>
                  <a:lnTo>
                    <a:pt x="144698" y="196114"/>
                  </a:lnTo>
                  <a:lnTo>
                    <a:pt x="136182" y="197091"/>
                  </a:lnTo>
                  <a:lnTo>
                    <a:pt x="125052" y="198387"/>
                  </a:lnTo>
                  <a:lnTo>
                    <a:pt x="121806" y="198634"/>
                  </a:lnTo>
                  <a:lnTo>
                    <a:pt x="119934" y="198777"/>
                  </a:lnTo>
                  <a:lnTo>
                    <a:pt x="117805" y="198725"/>
                  </a:lnTo>
                  <a:lnTo>
                    <a:pt x="116744" y="198698"/>
                  </a:lnTo>
                  <a:lnTo>
                    <a:pt x="113399" y="198252"/>
                  </a:lnTo>
                  <a:lnTo>
                    <a:pt x="108133" y="197550"/>
                  </a:lnTo>
                  <a:lnTo>
                    <a:pt x="98829" y="195975"/>
                  </a:lnTo>
                  <a:lnTo>
                    <a:pt x="92174" y="194687"/>
                  </a:lnTo>
                  <a:lnTo>
                    <a:pt x="83643" y="193232"/>
                  </a:lnTo>
                  <a:lnTo>
                    <a:pt x="79542" y="192532"/>
                  </a:lnTo>
                  <a:lnTo>
                    <a:pt x="78761" y="192398"/>
                  </a:lnTo>
                  <a:lnTo>
                    <a:pt x="70513" y="190991"/>
                  </a:lnTo>
                  <a:lnTo>
                    <a:pt x="67954" y="190554"/>
                  </a:lnTo>
                  <a:lnTo>
                    <a:pt x="65163" y="189958"/>
                  </a:lnTo>
                  <a:lnTo>
                    <a:pt x="61301" y="188664"/>
                  </a:lnTo>
                  <a:lnTo>
                    <a:pt x="46694" y="183772"/>
                  </a:lnTo>
                  <a:lnTo>
                    <a:pt x="46510" y="182762"/>
                  </a:lnTo>
                  <a:lnTo>
                    <a:pt x="46437" y="182313"/>
                  </a:lnTo>
                  <a:lnTo>
                    <a:pt x="45915" y="179070"/>
                  </a:lnTo>
                  <a:lnTo>
                    <a:pt x="45832" y="178569"/>
                  </a:lnTo>
                  <a:lnTo>
                    <a:pt x="45609" y="177220"/>
                  </a:lnTo>
                  <a:lnTo>
                    <a:pt x="45217" y="174847"/>
                  </a:lnTo>
                  <a:lnTo>
                    <a:pt x="44956" y="173160"/>
                  </a:lnTo>
                  <a:lnTo>
                    <a:pt x="44825" y="172311"/>
                  </a:lnTo>
                  <a:lnTo>
                    <a:pt x="44780" y="172019"/>
                  </a:lnTo>
                  <a:lnTo>
                    <a:pt x="44610" y="170921"/>
                  </a:lnTo>
                  <a:lnTo>
                    <a:pt x="44567" y="170764"/>
                  </a:lnTo>
                  <a:lnTo>
                    <a:pt x="44443" y="170307"/>
                  </a:lnTo>
                  <a:lnTo>
                    <a:pt x="44235" y="169540"/>
                  </a:lnTo>
                  <a:lnTo>
                    <a:pt x="44145" y="169210"/>
                  </a:lnTo>
                  <a:lnTo>
                    <a:pt x="43896" y="168295"/>
                  </a:lnTo>
                  <a:lnTo>
                    <a:pt x="43560" y="167057"/>
                  </a:lnTo>
                  <a:lnTo>
                    <a:pt x="43238" y="165874"/>
                  </a:lnTo>
                  <a:lnTo>
                    <a:pt x="42946" y="164800"/>
                  </a:lnTo>
                  <a:lnTo>
                    <a:pt x="42744" y="164055"/>
                  </a:lnTo>
                  <a:lnTo>
                    <a:pt x="42606" y="163550"/>
                  </a:lnTo>
                  <a:lnTo>
                    <a:pt x="42517" y="163264"/>
                  </a:lnTo>
                  <a:lnTo>
                    <a:pt x="42474" y="163127"/>
                  </a:lnTo>
                  <a:lnTo>
                    <a:pt x="42018" y="161664"/>
                  </a:lnTo>
                  <a:lnTo>
                    <a:pt x="41170" y="158946"/>
                  </a:lnTo>
                  <a:lnTo>
                    <a:pt x="40547" y="156949"/>
                  </a:lnTo>
                  <a:lnTo>
                    <a:pt x="40292" y="156131"/>
                  </a:lnTo>
                  <a:lnTo>
                    <a:pt x="40137" y="155651"/>
                  </a:lnTo>
                  <a:lnTo>
                    <a:pt x="38314" y="150038"/>
                  </a:lnTo>
                  <a:lnTo>
                    <a:pt x="37793" y="148431"/>
                  </a:lnTo>
                  <a:lnTo>
                    <a:pt x="37326" y="146994"/>
                  </a:lnTo>
                  <a:lnTo>
                    <a:pt x="36314" y="143875"/>
                  </a:lnTo>
                  <a:lnTo>
                    <a:pt x="36132" y="143313"/>
                  </a:lnTo>
                  <a:lnTo>
                    <a:pt x="36014" y="142915"/>
                  </a:lnTo>
                  <a:lnTo>
                    <a:pt x="35580" y="141448"/>
                  </a:lnTo>
                  <a:lnTo>
                    <a:pt x="35519" y="141241"/>
                  </a:lnTo>
                  <a:lnTo>
                    <a:pt x="35122" y="139901"/>
                  </a:lnTo>
                  <a:lnTo>
                    <a:pt x="34507" y="137821"/>
                  </a:lnTo>
                  <a:lnTo>
                    <a:pt x="33637" y="134885"/>
                  </a:lnTo>
                  <a:lnTo>
                    <a:pt x="33302" y="133754"/>
                  </a:lnTo>
                  <a:lnTo>
                    <a:pt x="33201" y="133444"/>
                  </a:lnTo>
                  <a:lnTo>
                    <a:pt x="32162" y="130255"/>
                  </a:lnTo>
                  <a:lnTo>
                    <a:pt x="31945" y="129588"/>
                  </a:lnTo>
                  <a:lnTo>
                    <a:pt x="31441" y="128041"/>
                  </a:lnTo>
                  <a:lnTo>
                    <a:pt x="31381" y="127857"/>
                  </a:lnTo>
                  <a:lnTo>
                    <a:pt x="30769" y="125978"/>
                  </a:lnTo>
                  <a:lnTo>
                    <a:pt x="30673" y="125684"/>
                  </a:lnTo>
                  <a:lnTo>
                    <a:pt x="29486" y="122041"/>
                  </a:lnTo>
                  <a:lnTo>
                    <a:pt x="24636" y="106423"/>
                  </a:lnTo>
                  <a:lnTo>
                    <a:pt x="24285" y="105294"/>
                  </a:lnTo>
                  <a:lnTo>
                    <a:pt x="24203" y="105038"/>
                  </a:lnTo>
                  <a:lnTo>
                    <a:pt x="22974" y="101190"/>
                  </a:lnTo>
                  <a:lnTo>
                    <a:pt x="19013" y="88786"/>
                  </a:lnTo>
                  <a:lnTo>
                    <a:pt x="18752" y="87977"/>
                  </a:lnTo>
                  <a:lnTo>
                    <a:pt x="17449" y="83935"/>
                  </a:lnTo>
                  <a:lnTo>
                    <a:pt x="17325" y="83549"/>
                  </a:lnTo>
                  <a:lnTo>
                    <a:pt x="16892" y="82206"/>
                  </a:lnTo>
                  <a:lnTo>
                    <a:pt x="16684" y="81561"/>
                  </a:lnTo>
                  <a:lnTo>
                    <a:pt x="16561" y="81180"/>
                  </a:lnTo>
                  <a:lnTo>
                    <a:pt x="16270" y="80276"/>
                  </a:lnTo>
                  <a:lnTo>
                    <a:pt x="15589" y="78165"/>
                  </a:lnTo>
                  <a:lnTo>
                    <a:pt x="15500" y="77888"/>
                  </a:lnTo>
                  <a:lnTo>
                    <a:pt x="14576" y="75021"/>
                  </a:lnTo>
                  <a:lnTo>
                    <a:pt x="11642" y="65789"/>
                  </a:lnTo>
                  <a:lnTo>
                    <a:pt x="9263" y="58171"/>
                  </a:lnTo>
                  <a:lnTo>
                    <a:pt x="8111" y="54482"/>
                  </a:lnTo>
                  <a:lnTo>
                    <a:pt x="7821" y="53572"/>
                  </a:lnTo>
                  <a:lnTo>
                    <a:pt x="6359" y="48991"/>
                  </a:lnTo>
                  <a:lnTo>
                    <a:pt x="5081" y="44987"/>
                  </a:lnTo>
                  <a:lnTo>
                    <a:pt x="3652" y="40491"/>
                  </a:lnTo>
                  <a:lnTo>
                    <a:pt x="1229" y="32873"/>
                  </a:lnTo>
                  <a:lnTo>
                    <a:pt x="530" y="30799"/>
                  </a:lnTo>
                  <a:lnTo>
                    <a:pt x="278" y="30050"/>
                  </a:lnTo>
                  <a:lnTo>
                    <a:pt x="0" y="29222"/>
                  </a:lnTo>
                  <a:lnTo>
                    <a:pt x="308" y="29145"/>
                  </a:lnTo>
                  <a:lnTo>
                    <a:pt x="766" y="29030"/>
                  </a:lnTo>
                  <a:lnTo>
                    <a:pt x="1725" y="28791"/>
                  </a:lnTo>
                  <a:lnTo>
                    <a:pt x="6260" y="27656"/>
                  </a:lnTo>
                  <a:lnTo>
                    <a:pt x="16368" y="25129"/>
                  </a:lnTo>
                  <a:lnTo>
                    <a:pt x="16836" y="25012"/>
                  </a:lnTo>
                  <a:lnTo>
                    <a:pt x="20722" y="38875"/>
                  </a:lnTo>
                  <a:lnTo>
                    <a:pt x="21260" y="40795"/>
                  </a:lnTo>
                  <a:lnTo>
                    <a:pt x="22074" y="43698"/>
                  </a:lnTo>
                  <a:lnTo>
                    <a:pt x="22453" y="43631"/>
                  </a:lnTo>
                  <a:lnTo>
                    <a:pt x="23584" y="43624"/>
                  </a:lnTo>
                  <a:lnTo>
                    <a:pt x="32651" y="41376"/>
                  </a:lnTo>
                  <a:lnTo>
                    <a:pt x="33049" y="41277"/>
                  </a:lnTo>
                  <a:lnTo>
                    <a:pt x="34995" y="40795"/>
                  </a:lnTo>
                  <a:lnTo>
                    <a:pt x="35606" y="40643"/>
                  </a:lnTo>
                  <a:lnTo>
                    <a:pt x="40903" y="39330"/>
                  </a:lnTo>
                  <a:lnTo>
                    <a:pt x="45949" y="37922"/>
                  </a:lnTo>
                  <a:lnTo>
                    <a:pt x="47040" y="37617"/>
                  </a:lnTo>
                  <a:lnTo>
                    <a:pt x="47864" y="37388"/>
                  </a:lnTo>
                  <a:lnTo>
                    <a:pt x="52416" y="36117"/>
                  </a:lnTo>
                  <a:lnTo>
                    <a:pt x="55672" y="35209"/>
                  </a:lnTo>
                  <a:lnTo>
                    <a:pt x="58989" y="34283"/>
                  </a:lnTo>
                  <a:lnTo>
                    <a:pt x="60237" y="33966"/>
                  </a:lnTo>
                  <a:lnTo>
                    <a:pt x="64274" y="32939"/>
                  </a:lnTo>
                  <a:lnTo>
                    <a:pt x="70302" y="31405"/>
                  </a:lnTo>
                  <a:lnTo>
                    <a:pt x="75064" y="30193"/>
                  </a:lnTo>
                  <a:lnTo>
                    <a:pt x="80626" y="28798"/>
                  </a:lnTo>
                  <a:lnTo>
                    <a:pt x="81055" y="28691"/>
                  </a:lnTo>
                  <a:lnTo>
                    <a:pt x="82820" y="28248"/>
                  </a:lnTo>
                  <a:lnTo>
                    <a:pt x="83409" y="28100"/>
                  </a:lnTo>
                  <a:lnTo>
                    <a:pt x="84051" y="27897"/>
                  </a:lnTo>
                  <a:lnTo>
                    <a:pt x="84014" y="27768"/>
                  </a:lnTo>
                  <a:lnTo>
                    <a:pt x="80715" y="16299"/>
                  </a:lnTo>
                  <a:lnTo>
                    <a:pt x="80584" y="15843"/>
                  </a:lnTo>
                  <a:lnTo>
                    <a:pt x="79778" y="13042"/>
                  </a:lnTo>
                  <a:lnTo>
                    <a:pt x="79542" y="12084"/>
                  </a:lnTo>
                  <a:lnTo>
                    <a:pt x="79427" y="11619"/>
                  </a:lnTo>
                  <a:lnTo>
                    <a:pt x="78815" y="9132"/>
                  </a:lnTo>
                  <a:lnTo>
                    <a:pt x="78284" y="6977"/>
                  </a:lnTo>
                  <a:lnTo>
                    <a:pt x="77960" y="5661"/>
                  </a:lnTo>
                  <a:lnTo>
                    <a:pt x="77400" y="3385"/>
                  </a:lnTo>
                  <a:lnTo>
                    <a:pt x="77252" y="2784"/>
                  </a:lnTo>
                  <a:lnTo>
                    <a:pt x="76692" y="512"/>
                  </a:lnTo>
                  <a:lnTo>
                    <a:pt x="76548" y="0"/>
                  </a:lnTo>
                  <a:lnTo>
                    <a:pt x="88037" y="3396"/>
                  </a:lnTo>
                  <a:lnTo>
                    <a:pt x="94772" y="5387"/>
                  </a:lnTo>
                  <a:lnTo>
                    <a:pt x="95645" y="5645"/>
                  </a:lnTo>
                  <a:lnTo>
                    <a:pt x="100904" y="7199"/>
                  </a:lnTo>
                  <a:lnTo>
                    <a:pt x="106297" y="8707"/>
                  </a:lnTo>
                  <a:lnTo>
                    <a:pt x="112714" y="10502"/>
                  </a:lnTo>
                  <a:lnTo>
                    <a:pt x="116709" y="11619"/>
                  </a:lnTo>
                  <a:lnTo>
                    <a:pt x="118680" y="12170"/>
                  </a:lnTo>
                  <a:lnTo>
                    <a:pt x="118931" y="12240"/>
                  </a:lnTo>
                  <a:lnTo>
                    <a:pt x="119272" y="12335"/>
                  </a:lnTo>
                  <a:lnTo>
                    <a:pt x="119468" y="12390"/>
                  </a:lnTo>
                  <a:lnTo>
                    <a:pt x="120684" y="12730"/>
                  </a:lnTo>
                  <a:lnTo>
                    <a:pt x="122159" y="13143"/>
                  </a:lnTo>
                  <a:lnTo>
                    <a:pt x="126440" y="14340"/>
                  </a:lnTo>
                  <a:lnTo>
                    <a:pt x="127064" y="14514"/>
                  </a:lnTo>
                  <a:lnTo>
                    <a:pt x="127428" y="14616"/>
                  </a:lnTo>
                  <a:lnTo>
                    <a:pt x="128506" y="14918"/>
                  </a:lnTo>
                  <a:lnTo>
                    <a:pt x="128756" y="14987"/>
                  </a:lnTo>
                  <a:lnTo>
                    <a:pt x="129151" y="15098"/>
                  </a:lnTo>
                  <a:lnTo>
                    <a:pt x="129411" y="15170"/>
                  </a:lnTo>
                  <a:lnTo>
                    <a:pt x="129634" y="15233"/>
                  </a:lnTo>
                  <a:lnTo>
                    <a:pt x="129625" y="15398"/>
                  </a:lnTo>
                  <a:lnTo>
                    <a:pt x="130128" y="17293"/>
                  </a:lnTo>
                  <a:lnTo>
                    <a:pt x="130347" y="18137"/>
                  </a:lnTo>
                  <a:lnTo>
                    <a:pt x="130444" y="18513"/>
                  </a:lnTo>
                  <a:lnTo>
                    <a:pt x="130692" y="19467"/>
                  </a:lnTo>
                  <a:lnTo>
                    <a:pt x="130754" y="19726"/>
                  </a:lnTo>
                  <a:lnTo>
                    <a:pt x="130863" y="20182"/>
                  </a:lnTo>
                  <a:lnTo>
                    <a:pt x="131040" y="20920"/>
                  </a:lnTo>
                  <a:lnTo>
                    <a:pt x="131228" y="21703"/>
                  </a:lnTo>
                  <a:lnTo>
                    <a:pt x="131512" y="22938"/>
                  </a:lnTo>
                  <a:lnTo>
                    <a:pt x="131745" y="23952"/>
                  </a:lnTo>
                  <a:lnTo>
                    <a:pt x="132402" y="26373"/>
                  </a:lnTo>
                  <a:lnTo>
                    <a:pt x="132558" y="26949"/>
                  </a:lnTo>
                  <a:lnTo>
                    <a:pt x="132655" y="27326"/>
                  </a:lnTo>
                  <a:lnTo>
                    <a:pt x="133085" y="29007"/>
                  </a:lnTo>
                  <a:lnTo>
                    <a:pt x="133378" y="30152"/>
                  </a:lnTo>
                  <a:lnTo>
                    <a:pt x="133453" y="30443"/>
                  </a:lnTo>
                  <a:lnTo>
                    <a:pt x="133574" y="30915"/>
                  </a:lnTo>
                  <a:lnTo>
                    <a:pt x="133695" y="31390"/>
                  </a:lnTo>
                  <a:lnTo>
                    <a:pt x="133903" y="32277"/>
                  </a:lnTo>
                  <a:lnTo>
                    <a:pt x="134140" y="33137"/>
                  </a:lnTo>
                  <a:lnTo>
                    <a:pt x="134342" y="33874"/>
                  </a:lnTo>
                  <a:lnTo>
                    <a:pt x="134495" y="34364"/>
                  </a:lnTo>
                  <a:lnTo>
                    <a:pt x="134655" y="34681"/>
                  </a:lnTo>
                  <a:lnTo>
                    <a:pt x="139416" y="35953"/>
                  </a:lnTo>
                  <a:lnTo>
                    <a:pt x="141429" y="36492"/>
                  </a:lnTo>
                  <a:lnTo>
                    <a:pt x="144437" y="37333"/>
                  </a:lnTo>
                  <a:lnTo>
                    <a:pt x="144749" y="37420"/>
                  </a:lnTo>
                  <a:lnTo>
                    <a:pt x="146508" y="37911"/>
                  </a:lnTo>
                  <a:lnTo>
                    <a:pt x="148289" y="38409"/>
                  </a:lnTo>
                  <a:lnTo>
                    <a:pt x="151653" y="39468"/>
                  </a:lnTo>
                  <a:lnTo>
                    <a:pt x="153351" y="40002"/>
                  </a:lnTo>
                  <a:lnTo>
                    <a:pt x="155758" y="40759"/>
                  </a:lnTo>
                  <a:lnTo>
                    <a:pt x="156134" y="40877"/>
                  </a:lnTo>
                  <a:lnTo>
                    <a:pt x="157185" y="41207"/>
                  </a:lnTo>
                  <a:lnTo>
                    <a:pt x="158338" y="41570"/>
                  </a:lnTo>
                  <a:lnTo>
                    <a:pt x="159802" y="41933"/>
                  </a:lnTo>
                  <a:lnTo>
                    <a:pt x="161387" y="42326"/>
                  </a:lnTo>
                  <a:lnTo>
                    <a:pt x="162066" y="42495"/>
                  </a:lnTo>
                  <a:lnTo>
                    <a:pt x="163146" y="42811"/>
                  </a:lnTo>
                  <a:lnTo>
                    <a:pt x="165127" y="4339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8" name="pg447"/>
            <p:cNvSpPr/>
            <p:nvPr/>
          </p:nvSpPr>
          <p:spPr>
            <a:xfrm>
              <a:off x="4139456" y="5305287"/>
              <a:ext cx="111607" cy="91933"/>
            </a:xfrm>
            <a:custGeom>
              <a:avLst/>
              <a:pathLst>
                <a:path w="111607" h="91933">
                  <a:moveTo>
                    <a:pt x="110561" y="45246"/>
                  </a:moveTo>
                  <a:lnTo>
                    <a:pt x="111242" y="47356"/>
                  </a:lnTo>
                  <a:lnTo>
                    <a:pt x="111607" y="48488"/>
                  </a:lnTo>
                  <a:lnTo>
                    <a:pt x="111594" y="48659"/>
                  </a:lnTo>
                  <a:lnTo>
                    <a:pt x="111099" y="48804"/>
                  </a:lnTo>
                  <a:lnTo>
                    <a:pt x="110153" y="49080"/>
                  </a:lnTo>
                  <a:lnTo>
                    <a:pt x="107949" y="49725"/>
                  </a:lnTo>
                  <a:lnTo>
                    <a:pt x="107769" y="49777"/>
                  </a:lnTo>
                  <a:lnTo>
                    <a:pt x="107324" y="49907"/>
                  </a:lnTo>
                  <a:lnTo>
                    <a:pt x="106631" y="50110"/>
                  </a:lnTo>
                  <a:lnTo>
                    <a:pt x="104666" y="50684"/>
                  </a:lnTo>
                  <a:lnTo>
                    <a:pt x="103728" y="50959"/>
                  </a:lnTo>
                  <a:lnTo>
                    <a:pt x="102367" y="51356"/>
                  </a:lnTo>
                  <a:lnTo>
                    <a:pt x="101864" y="51503"/>
                  </a:lnTo>
                  <a:lnTo>
                    <a:pt x="100988" y="51759"/>
                  </a:lnTo>
                  <a:lnTo>
                    <a:pt x="100559" y="51884"/>
                  </a:lnTo>
                  <a:lnTo>
                    <a:pt x="99757" y="52119"/>
                  </a:lnTo>
                  <a:lnTo>
                    <a:pt x="99625" y="52157"/>
                  </a:lnTo>
                  <a:lnTo>
                    <a:pt x="98025" y="52623"/>
                  </a:lnTo>
                  <a:lnTo>
                    <a:pt x="97481" y="50887"/>
                  </a:lnTo>
                  <a:lnTo>
                    <a:pt x="96344" y="47271"/>
                  </a:lnTo>
                  <a:lnTo>
                    <a:pt x="96207" y="47312"/>
                  </a:lnTo>
                  <a:lnTo>
                    <a:pt x="94566" y="47806"/>
                  </a:lnTo>
                  <a:lnTo>
                    <a:pt x="91244" y="48806"/>
                  </a:lnTo>
                  <a:lnTo>
                    <a:pt x="91045" y="48866"/>
                  </a:lnTo>
                  <a:lnTo>
                    <a:pt x="90540" y="49018"/>
                  </a:lnTo>
                  <a:lnTo>
                    <a:pt x="90248" y="49106"/>
                  </a:lnTo>
                  <a:lnTo>
                    <a:pt x="89719" y="49265"/>
                  </a:lnTo>
                  <a:lnTo>
                    <a:pt x="88862" y="49523"/>
                  </a:lnTo>
                  <a:lnTo>
                    <a:pt x="87842" y="49830"/>
                  </a:lnTo>
                  <a:lnTo>
                    <a:pt x="86992" y="50086"/>
                  </a:lnTo>
                  <a:lnTo>
                    <a:pt x="86652" y="50188"/>
                  </a:lnTo>
                  <a:lnTo>
                    <a:pt x="85878" y="50421"/>
                  </a:lnTo>
                  <a:lnTo>
                    <a:pt x="85024" y="50678"/>
                  </a:lnTo>
                  <a:lnTo>
                    <a:pt x="84689" y="50779"/>
                  </a:lnTo>
                  <a:lnTo>
                    <a:pt x="84113" y="50952"/>
                  </a:lnTo>
                  <a:lnTo>
                    <a:pt x="83858" y="51029"/>
                  </a:lnTo>
                  <a:lnTo>
                    <a:pt x="83010" y="51284"/>
                  </a:lnTo>
                  <a:lnTo>
                    <a:pt x="81867" y="51628"/>
                  </a:lnTo>
                  <a:lnTo>
                    <a:pt x="81354" y="51782"/>
                  </a:lnTo>
                  <a:lnTo>
                    <a:pt x="80994" y="51891"/>
                  </a:lnTo>
                  <a:lnTo>
                    <a:pt x="80326" y="52092"/>
                  </a:lnTo>
                  <a:lnTo>
                    <a:pt x="79931" y="52211"/>
                  </a:lnTo>
                  <a:lnTo>
                    <a:pt x="78868" y="52515"/>
                  </a:lnTo>
                  <a:lnTo>
                    <a:pt x="78739" y="52552"/>
                  </a:lnTo>
                  <a:lnTo>
                    <a:pt x="78176" y="52713"/>
                  </a:lnTo>
                  <a:lnTo>
                    <a:pt x="77268" y="52972"/>
                  </a:lnTo>
                  <a:lnTo>
                    <a:pt x="76553" y="53177"/>
                  </a:lnTo>
                  <a:lnTo>
                    <a:pt x="75747" y="53407"/>
                  </a:lnTo>
                  <a:lnTo>
                    <a:pt x="74995" y="53622"/>
                  </a:lnTo>
                  <a:lnTo>
                    <a:pt x="74417" y="53788"/>
                  </a:lnTo>
                  <a:lnTo>
                    <a:pt x="73937" y="53925"/>
                  </a:lnTo>
                  <a:lnTo>
                    <a:pt x="73096" y="54166"/>
                  </a:lnTo>
                  <a:lnTo>
                    <a:pt x="72855" y="54234"/>
                  </a:lnTo>
                  <a:lnTo>
                    <a:pt x="72643" y="54295"/>
                  </a:lnTo>
                  <a:lnTo>
                    <a:pt x="72408" y="54362"/>
                  </a:lnTo>
                  <a:lnTo>
                    <a:pt x="72015" y="54475"/>
                  </a:lnTo>
                  <a:lnTo>
                    <a:pt x="71562" y="54604"/>
                  </a:lnTo>
                  <a:lnTo>
                    <a:pt x="69898" y="55080"/>
                  </a:lnTo>
                  <a:lnTo>
                    <a:pt x="69106" y="55307"/>
                  </a:lnTo>
                  <a:lnTo>
                    <a:pt x="68518" y="55546"/>
                  </a:lnTo>
                  <a:lnTo>
                    <a:pt x="68634" y="55940"/>
                  </a:lnTo>
                  <a:lnTo>
                    <a:pt x="68756" y="56350"/>
                  </a:lnTo>
                  <a:lnTo>
                    <a:pt x="68882" y="56776"/>
                  </a:lnTo>
                  <a:lnTo>
                    <a:pt x="69060" y="57377"/>
                  </a:lnTo>
                  <a:lnTo>
                    <a:pt x="69166" y="57734"/>
                  </a:lnTo>
                  <a:lnTo>
                    <a:pt x="69260" y="58051"/>
                  </a:lnTo>
                  <a:lnTo>
                    <a:pt x="69353" y="58368"/>
                  </a:lnTo>
                  <a:lnTo>
                    <a:pt x="69457" y="58720"/>
                  </a:lnTo>
                  <a:lnTo>
                    <a:pt x="69566" y="59087"/>
                  </a:lnTo>
                  <a:lnTo>
                    <a:pt x="69664" y="59417"/>
                  </a:lnTo>
                  <a:lnTo>
                    <a:pt x="69729" y="59638"/>
                  </a:lnTo>
                  <a:lnTo>
                    <a:pt x="69792" y="59848"/>
                  </a:lnTo>
                  <a:lnTo>
                    <a:pt x="69953" y="60392"/>
                  </a:lnTo>
                  <a:lnTo>
                    <a:pt x="70054" y="60736"/>
                  </a:lnTo>
                  <a:lnTo>
                    <a:pt x="70106" y="60910"/>
                  </a:lnTo>
                  <a:lnTo>
                    <a:pt x="70217" y="61285"/>
                  </a:lnTo>
                  <a:lnTo>
                    <a:pt x="70300" y="61564"/>
                  </a:lnTo>
                  <a:lnTo>
                    <a:pt x="70426" y="61990"/>
                  </a:lnTo>
                  <a:lnTo>
                    <a:pt x="70609" y="62609"/>
                  </a:lnTo>
                  <a:lnTo>
                    <a:pt x="70651" y="62751"/>
                  </a:lnTo>
                  <a:lnTo>
                    <a:pt x="70783" y="63196"/>
                  </a:lnTo>
                  <a:lnTo>
                    <a:pt x="70858" y="63449"/>
                  </a:lnTo>
                  <a:lnTo>
                    <a:pt x="70951" y="63765"/>
                  </a:lnTo>
                  <a:lnTo>
                    <a:pt x="71009" y="63959"/>
                  </a:lnTo>
                  <a:lnTo>
                    <a:pt x="71080" y="64200"/>
                  </a:lnTo>
                  <a:lnTo>
                    <a:pt x="71157" y="64460"/>
                  </a:lnTo>
                  <a:lnTo>
                    <a:pt x="71209" y="64633"/>
                  </a:lnTo>
                  <a:lnTo>
                    <a:pt x="71270" y="64840"/>
                  </a:lnTo>
                  <a:lnTo>
                    <a:pt x="71331" y="65046"/>
                  </a:lnTo>
                  <a:lnTo>
                    <a:pt x="71401" y="65284"/>
                  </a:lnTo>
                  <a:lnTo>
                    <a:pt x="71447" y="65437"/>
                  </a:lnTo>
                  <a:lnTo>
                    <a:pt x="71523" y="65695"/>
                  </a:lnTo>
                  <a:lnTo>
                    <a:pt x="71593" y="65932"/>
                  </a:lnTo>
                  <a:lnTo>
                    <a:pt x="71655" y="66140"/>
                  </a:lnTo>
                  <a:lnTo>
                    <a:pt x="71970" y="67206"/>
                  </a:lnTo>
                  <a:lnTo>
                    <a:pt x="72348" y="68480"/>
                  </a:lnTo>
                  <a:lnTo>
                    <a:pt x="72935" y="70463"/>
                  </a:lnTo>
                  <a:lnTo>
                    <a:pt x="72994" y="70664"/>
                  </a:lnTo>
                  <a:lnTo>
                    <a:pt x="73078" y="70945"/>
                  </a:lnTo>
                  <a:lnTo>
                    <a:pt x="73235" y="71475"/>
                  </a:lnTo>
                  <a:lnTo>
                    <a:pt x="73367" y="71924"/>
                  </a:lnTo>
                  <a:lnTo>
                    <a:pt x="73432" y="72141"/>
                  </a:lnTo>
                  <a:lnTo>
                    <a:pt x="73522" y="72447"/>
                  </a:lnTo>
                  <a:lnTo>
                    <a:pt x="73341" y="72692"/>
                  </a:lnTo>
                  <a:lnTo>
                    <a:pt x="72999" y="72800"/>
                  </a:lnTo>
                  <a:lnTo>
                    <a:pt x="72696" y="72896"/>
                  </a:lnTo>
                  <a:lnTo>
                    <a:pt x="72489" y="72961"/>
                  </a:lnTo>
                  <a:lnTo>
                    <a:pt x="71725" y="73201"/>
                  </a:lnTo>
                  <a:lnTo>
                    <a:pt x="71587" y="73245"/>
                  </a:lnTo>
                  <a:lnTo>
                    <a:pt x="71333" y="73325"/>
                  </a:lnTo>
                  <a:lnTo>
                    <a:pt x="71164" y="73378"/>
                  </a:lnTo>
                  <a:lnTo>
                    <a:pt x="70814" y="73488"/>
                  </a:lnTo>
                  <a:lnTo>
                    <a:pt x="70471" y="73596"/>
                  </a:lnTo>
                  <a:lnTo>
                    <a:pt x="70330" y="73640"/>
                  </a:lnTo>
                  <a:lnTo>
                    <a:pt x="70184" y="73686"/>
                  </a:lnTo>
                  <a:lnTo>
                    <a:pt x="70042" y="73731"/>
                  </a:lnTo>
                  <a:lnTo>
                    <a:pt x="69080" y="74034"/>
                  </a:lnTo>
                  <a:lnTo>
                    <a:pt x="68634" y="74174"/>
                  </a:lnTo>
                  <a:lnTo>
                    <a:pt x="68489" y="74220"/>
                  </a:lnTo>
                  <a:lnTo>
                    <a:pt x="68283" y="74284"/>
                  </a:lnTo>
                  <a:lnTo>
                    <a:pt x="67550" y="74515"/>
                  </a:lnTo>
                  <a:lnTo>
                    <a:pt x="66707" y="74781"/>
                  </a:lnTo>
                  <a:lnTo>
                    <a:pt x="66400" y="74877"/>
                  </a:lnTo>
                  <a:lnTo>
                    <a:pt x="66028" y="74994"/>
                  </a:lnTo>
                  <a:lnTo>
                    <a:pt x="65451" y="75176"/>
                  </a:lnTo>
                  <a:lnTo>
                    <a:pt x="65088" y="75290"/>
                  </a:lnTo>
                  <a:lnTo>
                    <a:pt x="64921" y="75343"/>
                  </a:lnTo>
                  <a:lnTo>
                    <a:pt x="63532" y="75780"/>
                  </a:lnTo>
                  <a:lnTo>
                    <a:pt x="62988" y="75951"/>
                  </a:lnTo>
                  <a:lnTo>
                    <a:pt x="62638" y="76061"/>
                  </a:lnTo>
                  <a:lnTo>
                    <a:pt x="62160" y="76212"/>
                  </a:lnTo>
                  <a:lnTo>
                    <a:pt x="61933" y="76283"/>
                  </a:lnTo>
                  <a:lnTo>
                    <a:pt x="61658" y="76370"/>
                  </a:lnTo>
                  <a:lnTo>
                    <a:pt x="61360" y="76464"/>
                  </a:lnTo>
                  <a:lnTo>
                    <a:pt x="61152" y="76529"/>
                  </a:lnTo>
                  <a:lnTo>
                    <a:pt x="60484" y="76740"/>
                  </a:lnTo>
                  <a:lnTo>
                    <a:pt x="59794" y="76958"/>
                  </a:lnTo>
                  <a:lnTo>
                    <a:pt x="59517" y="77046"/>
                  </a:lnTo>
                  <a:lnTo>
                    <a:pt x="59045" y="77195"/>
                  </a:lnTo>
                  <a:lnTo>
                    <a:pt x="58909" y="77238"/>
                  </a:lnTo>
                  <a:lnTo>
                    <a:pt x="58587" y="77340"/>
                  </a:lnTo>
                  <a:lnTo>
                    <a:pt x="57231" y="77768"/>
                  </a:lnTo>
                  <a:lnTo>
                    <a:pt x="56636" y="77956"/>
                  </a:lnTo>
                  <a:lnTo>
                    <a:pt x="55953" y="78172"/>
                  </a:lnTo>
                  <a:lnTo>
                    <a:pt x="55685" y="78257"/>
                  </a:lnTo>
                  <a:lnTo>
                    <a:pt x="55372" y="78354"/>
                  </a:lnTo>
                  <a:lnTo>
                    <a:pt x="54900" y="78500"/>
                  </a:lnTo>
                  <a:lnTo>
                    <a:pt x="54294" y="78688"/>
                  </a:lnTo>
                  <a:lnTo>
                    <a:pt x="54096" y="78749"/>
                  </a:lnTo>
                  <a:lnTo>
                    <a:pt x="53257" y="79009"/>
                  </a:lnTo>
                  <a:lnTo>
                    <a:pt x="52995" y="79090"/>
                  </a:lnTo>
                  <a:lnTo>
                    <a:pt x="52653" y="79196"/>
                  </a:lnTo>
                  <a:lnTo>
                    <a:pt x="52146" y="79353"/>
                  </a:lnTo>
                  <a:lnTo>
                    <a:pt x="51742" y="79478"/>
                  </a:lnTo>
                  <a:lnTo>
                    <a:pt x="51219" y="79640"/>
                  </a:lnTo>
                  <a:lnTo>
                    <a:pt x="50626" y="79824"/>
                  </a:lnTo>
                  <a:lnTo>
                    <a:pt x="50381" y="79900"/>
                  </a:lnTo>
                  <a:lnTo>
                    <a:pt x="50134" y="79977"/>
                  </a:lnTo>
                  <a:lnTo>
                    <a:pt x="49647" y="80127"/>
                  </a:lnTo>
                  <a:lnTo>
                    <a:pt x="49164" y="80277"/>
                  </a:lnTo>
                  <a:lnTo>
                    <a:pt x="48219" y="80570"/>
                  </a:lnTo>
                  <a:lnTo>
                    <a:pt x="47911" y="80665"/>
                  </a:lnTo>
                  <a:lnTo>
                    <a:pt x="47521" y="80786"/>
                  </a:lnTo>
                  <a:lnTo>
                    <a:pt x="47135" y="80905"/>
                  </a:lnTo>
                  <a:lnTo>
                    <a:pt x="45917" y="81283"/>
                  </a:lnTo>
                  <a:lnTo>
                    <a:pt x="45612" y="81377"/>
                  </a:lnTo>
                  <a:lnTo>
                    <a:pt x="45221" y="81498"/>
                  </a:lnTo>
                  <a:lnTo>
                    <a:pt x="44943" y="81584"/>
                  </a:lnTo>
                  <a:lnTo>
                    <a:pt x="44696" y="81661"/>
                  </a:lnTo>
                  <a:lnTo>
                    <a:pt x="43874" y="81856"/>
                  </a:lnTo>
                  <a:lnTo>
                    <a:pt x="43584" y="81848"/>
                  </a:lnTo>
                  <a:lnTo>
                    <a:pt x="43455" y="81845"/>
                  </a:lnTo>
                  <a:lnTo>
                    <a:pt x="42862" y="81830"/>
                  </a:lnTo>
                  <a:lnTo>
                    <a:pt x="42519" y="81822"/>
                  </a:lnTo>
                  <a:lnTo>
                    <a:pt x="42147" y="81823"/>
                  </a:lnTo>
                  <a:lnTo>
                    <a:pt x="41948" y="81874"/>
                  </a:lnTo>
                  <a:lnTo>
                    <a:pt x="41562" y="81974"/>
                  </a:lnTo>
                  <a:lnTo>
                    <a:pt x="41333" y="82033"/>
                  </a:lnTo>
                  <a:lnTo>
                    <a:pt x="41201" y="82067"/>
                  </a:lnTo>
                  <a:lnTo>
                    <a:pt x="40842" y="82160"/>
                  </a:lnTo>
                  <a:lnTo>
                    <a:pt x="40362" y="82283"/>
                  </a:lnTo>
                  <a:lnTo>
                    <a:pt x="40195" y="82326"/>
                  </a:lnTo>
                  <a:lnTo>
                    <a:pt x="39953" y="82389"/>
                  </a:lnTo>
                  <a:lnTo>
                    <a:pt x="39433" y="82523"/>
                  </a:lnTo>
                  <a:lnTo>
                    <a:pt x="39271" y="82565"/>
                  </a:lnTo>
                  <a:lnTo>
                    <a:pt x="38778" y="82692"/>
                  </a:lnTo>
                  <a:lnTo>
                    <a:pt x="38318" y="82811"/>
                  </a:lnTo>
                  <a:lnTo>
                    <a:pt x="38021" y="82887"/>
                  </a:lnTo>
                  <a:lnTo>
                    <a:pt x="37801" y="82944"/>
                  </a:lnTo>
                  <a:lnTo>
                    <a:pt x="37394" y="83049"/>
                  </a:lnTo>
                  <a:lnTo>
                    <a:pt x="37172" y="83106"/>
                  </a:lnTo>
                  <a:lnTo>
                    <a:pt x="36331" y="83323"/>
                  </a:lnTo>
                  <a:lnTo>
                    <a:pt x="35702" y="83486"/>
                  </a:lnTo>
                  <a:lnTo>
                    <a:pt x="34380" y="83827"/>
                  </a:lnTo>
                  <a:lnTo>
                    <a:pt x="34111" y="83896"/>
                  </a:lnTo>
                  <a:lnTo>
                    <a:pt x="31601" y="84544"/>
                  </a:lnTo>
                  <a:lnTo>
                    <a:pt x="29921" y="84977"/>
                  </a:lnTo>
                  <a:lnTo>
                    <a:pt x="27894" y="85500"/>
                  </a:lnTo>
                  <a:lnTo>
                    <a:pt x="27727" y="85543"/>
                  </a:lnTo>
                  <a:lnTo>
                    <a:pt x="26642" y="85823"/>
                  </a:lnTo>
                  <a:lnTo>
                    <a:pt x="23353" y="86671"/>
                  </a:lnTo>
                  <a:lnTo>
                    <a:pt x="22115" y="86991"/>
                  </a:lnTo>
                  <a:lnTo>
                    <a:pt x="21619" y="87118"/>
                  </a:lnTo>
                  <a:lnTo>
                    <a:pt x="20896" y="87305"/>
                  </a:lnTo>
                  <a:lnTo>
                    <a:pt x="19804" y="87587"/>
                  </a:lnTo>
                  <a:lnTo>
                    <a:pt x="16977" y="88316"/>
                  </a:lnTo>
                  <a:lnTo>
                    <a:pt x="16681" y="88392"/>
                  </a:lnTo>
                  <a:lnTo>
                    <a:pt x="14319" y="89002"/>
                  </a:lnTo>
                  <a:lnTo>
                    <a:pt x="12560" y="89456"/>
                  </a:lnTo>
                  <a:lnTo>
                    <a:pt x="12304" y="89522"/>
                  </a:lnTo>
                  <a:lnTo>
                    <a:pt x="11858" y="89637"/>
                  </a:lnTo>
                  <a:lnTo>
                    <a:pt x="11333" y="89772"/>
                  </a:lnTo>
                  <a:lnTo>
                    <a:pt x="9738" y="90183"/>
                  </a:lnTo>
                  <a:lnTo>
                    <a:pt x="8787" y="90429"/>
                  </a:lnTo>
                  <a:lnTo>
                    <a:pt x="5404" y="91302"/>
                  </a:lnTo>
                  <a:lnTo>
                    <a:pt x="5138" y="91370"/>
                  </a:lnTo>
                  <a:lnTo>
                    <a:pt x="4853" y="91444"/>
                  </a:lnTo>
                  <a:lnTo>
                    <a:pt x="4051" y="91651"/>
                  </a:lnTo>
                  <a:lnTo>
                    <a:pt x="3518" y="91788"/>
                  </a:lnTo>
                  <a:lnTo>
                    <a:pt x="2956" y="91933"/>
                  </a:lnTo>
                  <a:lnTo>
                    <a:pt x="766" y="74721"/>
                  </a:lnTo>
                  <a:lnTo>
                    <a:pt x="734" y="74474"/>
                  </a:lnTo>
                  <a:lnTo>
                    <a:pt x="353" y="71524"/>
                  </a:lnTo>
                  <a:lnTo>
                    <a:pt x="222" y="70511"/>
                  </a:lnTo>
                  <a:lnTo>
                    <a:pt x="77" y="69391"/>
                  </a:lnTo>
                  <a:lnTo>
                    <a:pt x="0" y="68790"/>
                  </a:lnTo>
                  <a:lnTo>
                    <a:pt x="11342" y="65989"/>
                  </a:lnTo>
                  <a:lnTo>
                    <a:pt x="13597" y="65432"/>
                  </a:lnTo>
                  <a:lnTo>
                    <a:pt x="23151" y="63309"/>
                  </a:lnTo>
                  <a:lnTo>
                    <a:pt x="23841" y="63155"/>
                  </a:lnTo>
                  <a:lnTo>
                    <a:pt x="22949" y="57025"/>
                  </a:lnTo>
                  <a:lnTo>
                    <a:pt x="22205" y="51914"/>
                  </a:lnTo>
                  <a:lnTo>
                    <a:pt x="21670" y="48233"/>
                  </a:lnTo>
                  <a:lnTo>
                    <a:pt x="21560" y="47298"/>
                  </a:lnTo>
                  <a:lnTo>
                    <a:pt x="21484" y="46646"/>
                  </a:lnTo>
                  <a:lnTo>
                    <a:pt x="21432" y="46194"/>
                  </a:lnTo>
                  <a:lnTo>
                    <a:pt x="21016" y="42633"/>
                  </a:lnTo>
                  <a:lnTo>
                    <a:pt x="20880" y="41464"/>
                  </a:lnTo>
                  <a:lnTo>
                    <a:pt x="20743" y="40293"/>
                  </a:lnTo>
                  <a:lnTo>
                    <a:pt x="19475" y="34340"/>
                  </a:lnTo>
                  <a:lnTo>
                    <a:pt x="18640" y="30428"/>
                  </a:lnTo>
                  <a:lnTo>
                    <a:pt x="17072" y="23858"/>
                  </a:lnTo>
                  <a:lnTo>
                    <a:pt x="17230" y="23810"/>
                  </a:lnTo>
                  <a:lnTo>
                    <a:pt x="20286" y="22884"/>
                  </a:lnTo>
                  <a:lnTo>
                    <a:pt x="20764" y="22738"/>
                  </a:lnTo>
                  <a:lnTo>
                    <a:pt x="24124" y="21720"/>
                  </a:lnTo>
                  <a:lnTo>
                    <a:pt x="24315" y="21662"/>
                  </a:lnTo>
                  <a:lnTo>
                    <a:pt x="29371" y="20129"/>
                  </a:lnTo>
                  <a:lnTo>
                    <a:pt x="33356" y="18920"/>
                  </a:lnTo>
                  <a:lnTo>
                    <a:pt x="35560" y="18252"/>
                  </a:lnTo>
                  <a:lnTo>
                    <a:pt x="37591" y="17641"/>
                  </a:lnTo>
                  <a:lnTo>
                    <a:pt x="41264" y="16536"/>
                  </a:lnTo>
                  <a:lnTo>
                    <a:pt x="41469" y="16474"/>
                  </a:lnTo>
                  <a:lnTo>
                    <a:pt x="44420" y="15587"/>
                  </a:lnTo>
                  <a:lnTo>
                    <a:pt x="44860" y="15454"/>
                  </a:lnTo>
                  <a:lnTo>
                    <a:pt x="45456" y="15275"/>
                  </a:lnTo>
                  <a:lnTo>
                    <a:pt x="47164" y="14761"/>
                  </a:lnTo>
                  <a:lnTo>
                    <a:pt x="53033" y="12995"/>
                  </a:lnTo>
                  <a:lnTo>
                    <a:pt x="53205" y="12941"/>
                  </a:lnTo>
                  <a:lnTo>
                    <a:pt x="54837" y="12434"/>
                  </a:lnTo>
                  <a:lnTo>
                    <a:pt x="58655" y="11247"/>
                  </a:lnTo>
                  <a:lnTo>
                    <a:pt x="59080" y="11115"/>
                  </a:lnTo>
                  <a:lnTo>
                    <a:pt x="59259" y="11059"/>
                  </a:lnTo>
                  <a:lnTo>
                    <a:pt x="63148" y="9850"/>
                  </a:lnTo>
                  <a:lnTo>
                    <a:pt x="65037" y="9263"/>
                  </a:lnTo>
                  <a:lnTo>
                    <a:pt x="68251" y="8264"/>
                  </a:lnTo>
                  <a:lnTo>
                    <a:pt x="70154" y="7673"/>
                  </a:lnTo>
                  <a:lnTo>
                    <a:pt x="70948" y="7426"/>
                  </a:lnTo>
                  <a:lnTo>
                    <a:pt x="71194" y="7356"/>
                  </a:lnTo>
                  <a:lnTo>
                    <a:pt x="72870" y="6880"/>
                  </a:lnTo>
                  <a:lnTo>
                    <a:pt x="74792" y="6333"/>
                  </a:lnTo>
                  <a:lnTo>
                    <a:pt x="75723" y="6068"/>
                  </a:lnTo>
                  <a:lnTo>
                    <a:pt x="76945" y="5721"/>
                  </a:lnTo>
                  <a:lnTo>
                    <a:pt x="77144" y="5664"/>
                  </a:lnTo>
                  <a:lnTo>
                    <a:pt x="79694" y="4939"/>
                  </a:lnTo>
                  <a:lnTo>
                    <a:pt x="80579" y="4688"/>
                  </a:lnTo>
                  <a:lnTo>
                    <a:pt x="82485" y="4146"/>
                  </a:lnTo>
                  <a:lnTo>
                    <a:pt x="82647" y="4100"/>
                  </a:lnTo>
                  <a:lnTo>
                    <a:pt x="82794" y="4058"/>
                  </a:lnTo>
                  <a:lnTo>
                    <a:pt x="83088" y="3969"/>
                  </a:lnTo>
                  <a:lnTo>
                    <a:pt x="85374" y="3277"/>
                  </a:lnTo>
                  <a:lnTo>
                    <a:pt x="87566" y="2613"/>
                  </a:lnTo>
                  <a:lnTo>
                    <a:pt x="89155" y="2132"/>
                  </a:lnTo>
                  <a:lnTo>
                    <a:pt x="90308" y="1783"/>
                  </a:lnTo>
                  <a:lnTo>
                    <a:pt x="91381" y="1458"/>
                  </a:lnTo>
                  <a:lnTo>
                    <a:pt x="91615" y="1387"/>
                  </a:lnTo>
                  <a:lnTo>
                    <a:pt x="92303" y="1179"/>
                  </a:lnTo>
                  <a:lnTo>
                    <a:pt x="92557" y="1102"/>
                  </a:lnTo>
                  <a:lnTo>
                    <a:pt x="92884" y="1003"/>
                  </a:lnTo>
                  <a:lnTo>
                    <a:pt x="93033" y="958"/>
                  </a:lnTo>
                  <a:lnTo>
                    <a:pt x="93764" y="736"/>
                  </a:lnTo>
                  <a:lnTo>
                    <a:pt x="94531" y="504"/>
                  </a:lnTo>
                  <a:lnTo>
                    <a:pt x="94989" y="366"/>
                  </a:lnTo>
                  <a:lnTo>
                    <a:pt x="95718" y="145"/>
                  </a:lnTo>
                  <a:lnTo>
                    <a:pt x="96217" y="0"/>
                  </a:lnTo>
                  <a:lnTo>
                    <a:pt x="98624" y="7571"/>
                  </a:lnTo>
                  <a:lnTo>
                    <a:pt x="100054" y="12068"/>
                  </a:lnTo>
                  <a:lnTo>
                    <a:pt x="101331" y="16071"/>
                  </a:lnTo>
                  <a:lnTo>
                    <a:pt x="102793" y="20653"/>
                  </a:lnTo>
                  <a:lnTo>
                    <a:pt x="103083" y="21562"/>
                  </a:lnTo>
                  <a:lnTo>
                    <a:pt x="104235" y="25251"/>
                  </a:lnTo>
                  <a:lnTo>
                    <a:pt x="106614" y="32870"/>
                  </a:lnTo>
                  <a:lnTo>
                    <a:pt x="109548" y="42102"/>
                  </a:lnTo>
                  <a:lnTo>
                    <a:pt x="110472" y="4496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49" name="pg448"/>
            <p:cNvSpPr/>
            <p:nvPr/>
          </p:nvSpPr>
          <p:spPr>
            <a:xfrm>
              <a:off x="4142582" y="5352558"/>
              <a:ext cx="122563" cy="63023"/>
            </a:xfrm>
            <a:custGeom>
              <a:avLst/>
              <a:pathLst>
                <a:path w="122563" h="63023">
                  <a:moveTo>
                    <a:pt x="45542" y="48898"/>
                  </a:moveTo>
                  <a:lnTo>
                    <a:pt x="43376" y="48123"/>
                  </a:lnTo>
                  <a:lnTo>
                    <a:pt x="40836" y="47305"/>
                  </a:lnTo>
                  <a:lnTo>
                    <a:pt x="39378" y="46902"/>
                  </a:lnTo>
                  <a:lnTo>
                    <a:pt x="39243" y="46938"/>
                  </a:lnTo>
                  <a:lnTo>
                    <a:pt x="39024" y="46997"/>
                  </a:lnTo>
                  <a:lnTo>
                    <a:pt x="38249" y="47206"/>
                  </a:lnTo>
                  <a:lnTo>
                    <a:pt x="37892" y="47302"/>
                  </a:lnTo>
                  <a:lnTo>
                    <a:pt x="37210" y="47486"/>
                  </a:lnTo>
                  <a:lnTo>
                    <a:pt x="36958" y="47553"/>
                  </a:lnTo>
                  <a:lnTo>
                    <a:pt x="35731" y="47883"/>
                  </a:lnTo>
                  <a:lnTo>
                    <a:pt x="35060" y="48064"/>
                  </a:lnTo>
                  <a:lnTo>
                    <a:pt x="34504" y="48214"/>
                  </a:lnTo>
                  <a:lnTo>
                    <a:pt x="33915" y="48372"/>
                  </a:lnTo>
                  <a:lnTo>
                    <a:pt x="30062" y="49409"/>
                  </a:lnTo>
                  <a:lnTo>
                    <a:pt x="29316" y="49610"/>
                  </a:lnTo>
                  <a:lnTo>
                    <a:pt x="28948" y="49709"/>
                  </a:lnTo>
                  <a:lnTo>
                    <a:pt x="27852" y="50004"/>
                  </a:lnTo>
                  <a:lnTo>
                    <a:pt x="27634" y="50063"/>
                  </a:lnTo>
                  <a:lnTo>
                    <a:pt x="27366" y="50135"/>
                  </a:lnTo>
                  <a:lnTo>
                    <a:pt x="27155" y="50192"/>
                  </a:lnTo>
                  <a:lnTo>
                    <a:pt x="26389" y="50398"/>
                  </a:lnTo>
                  <a:lnTo>
                    <a:pt x="25970" y="50510"/>
                  </a:lnTo>
                  <a:lnTo>
                    <a:pt x="25301" y="50690"/>
                  </a:lnTo>
                  <a:lnTo>
                    <a:pt x="20526" y="51953"/>
                  </a:lnTo>
                  <a:lnTo>
                    <a:pt x="19670" y="52179"/>
                  </a:lnTo>
                  <a:lnTo>
                    <a:pt x="15551" y="53268"/>
                  </a:lnTo>
                  <a:lnTo>
                    <a:pt x="14848" y="53454"/>
                  </a:lnTo>
                  <a:lnTo>
                    <a:pt x="14025" y="53671"/>
                  </a:lnTo>
                  <a:lnTo>
                    <a:pt x="13363" y="53847"/>
                  </a:lnTo>
                  <a:lnTo>
                    <a:pt x="12037" y="54197"/>
                  </a:lnTo>
                  <a:lnTo>
                    <a:pt x="11705" y="54285"/>
                  </a:lnTo>
                  <a:lnTo>
                    <a:pt x="11424" y="54351"/>
                  </a:lnTo>
                  <a:lnTo>
                    <a:pt x="11120" y="54423"/>
                  </a:lnTo>
                  <a:lnTo>
                    <a:pt x="9301" y="54852"/>
                  </a:lnTo>
                  <a:lnTo>
                    <a:pt x="8568" y="55025"/>
                  </a:lnTo>
                  <a:lnTo>
                    <a:pt x="8009" y="55157"/>
                  </a:lnTo>
                  <a:lnTo>
                    <a:pt x="7321" y="55319"/>
                  </a:lnTo>
                  <a:lnTo>
                    <a:pt x="7003" y="55394"/>
                  </a:lnTo>
                  <a:lnTo>
                    <a:pt x="6450" y="55524"/>
                  </a:lnTo>
                  <a:lnTo>
                    <a:pt x="6043" y="55642"/>
                  </a:lnTo>
                  <a:lnTo>
                    <a:pt x="5399" y="55828"/>
                  </a:lnTo>
                  <a:lnTo>
                    <a:pt x="2143" y="56769"/>
                  </a:lnTo>
                  <a:lnTo>
                    <a:pt x="1600" y="54720"/>
                  </a:lnTo>
                  <a:lnTo>
                    <a:pt x="1446" y="54137"/>
                  </a:lnTo>
                  <a:lnTo>
                    <a:pt x="799" y="51696"/>
                  </a:lnTo>
                  <a:lnTo>
                    <a:pt x="603" y="50273"/>
                  </a:lnTo>
                  <a:lnTo>
                    <a:pt x="546" y="49859"/>
                  </a:lnTo>
                  <a:lnTo>
                    <a:pt x="0" y="44619"/>
                  </a:lnTo>
                  <a:lnTo>
                    <a:pt x="392" y="44518"/>
                  </a:lnTo>
                  <a:lnTo>
                    <a:pt x="926" y="44380"/>
                  </a:lnTo>
                  <a:lnTo>
                    <a:pt x="1727" y="44173"/>
                  </a:lnTo>
                  <a:lnTo>
                    <a:pt x="2012" y="44100"/>
                  </a:lnTo>
                  <a:lnTo>
                    <a:pt x="2279" y="44031"/>
                  </a:lnTo>
                  <a:lnTo>
                    <a:pt x="5662" y="43158"/>
                  </a:lnTo>
                  <a:lnTo>
                    <a:pt x="6613" y="42913"/>
                  </a:lnTo>
                  <a:lnTo>
                    <a:pt x="8208" y="42502"/>
                  </a:lnTo>
                  <a:lnTo>
                    <a:pt x="8733" y="42366"/>
                  </a:lnTo>
                  <a:lnTo>
                    <a:pt x="9178" y="42251"/>
                  </a:lnTo>
                  <a:lnTo>
                    <a:pt x="9434" y="42185"/>
                  </a:lnTo>
                  <a:lnTo>
                    <a:pt x="11194" y="41731"/>
                  </a:lnTo>
                  <a:lnTo>
                    <a:pt x="13556" y="41122"/>
                  </a:lnTo>
                  <a:lnTo>
                    <a:pt x="13851" y="41046"/>
                  </a:lnTo>
                  <a:lnTo>
                    <a:pt x="16679" y="40316"/>
                  </a:lnTo>
                  <a:lnTo>
                    <a:pt x="17770" y="40035"/>
                  </a:lnTo>
                  <a:lnTo>
                    <a:pt x="18494" y="39848"/>
                  </a:lnTo>
                  <a:lnTo>
                    <a:pt x="18989" y="39720"/>
                  </a:lnTo>
                  <a:lnTo>
                    <a:pt x="20227" y="39401"/>
                  </a:lnTo>
                  <a:lnTo>
                    <a:pt x="23516" y="38552"/>
                  </a:lnTo>
                  <a:lnTo>
                    <a:pt x="24601" y="38272"/>
                  </a:lnTo>
                  <a:lnTo>
                    <a:pt x="24768" y="38229"/>
                  </a:lnTo>
                  <a:lnTo>
                    <a:pt x="26796" y="37706"/>
                  </a:lnTo>
                  <a:lnTo>
                    <a:pt x="28475" y="37273"/>
                  </a:lnTo>
                  <a:lnTo>
                    <a:pt x="30986" y="36625"/>
                  </a:lnTo>
                  <a:lnTo>
                    <a:pt x="31255" y="36556"/>
                  </a:lnTo>
                  <a:lnTo>
                    <a:pt x="32576" y="36215"/>
                  </a:lnTo>
                  <a:lnTo>
                    <a:pt x="33330" y="36021"/>
                  </a:lnTo>
                  <a:lnTo>
                    <a:pt x="34047" y="35836"/>
                  </a:lnTo>
                  <a:lnTo>
                    <a:pt x="34268" y="35779"/>
                  </a:lnTo>
                  <a:lnTo>
                    <a:pt x="34676" y="35674"/>
                  </a:lnTo>
                  <a:lnTo>
                    <a:pt x="35063" y="35574"/>
                  </a:lnTo>
                  <a:lnTo>
                    <a:pt x="35193" y="35540"/>
                  </a:lnTo>
                  <a:lnTo>
                    <a:pt x="35652" y="35422"/>
                  </a:lnTo>
                  <a:lnTo>
                    <a:pt x="36145" y="35294"/>
                  </a:lnTo>
                  <a:lnTo>
                    <a:pt x="36307" y="35253"/>
                  </a:lnTo>
                  <a:lnTo>
                    <a:pt x="36827" y="35118"/>
                  </a:lnTo>
                  <a:lnTo>
                    <a:pt x="37070" y="35056"/>
                  </a:lnTo>
                  <a:lnTo>
                    <a:pt x="37237" y="35013"/>
                  </a:lnTo>
                  <a:lnTo>
                    <a:pt x="37776" y="34874"/>
                  </a:lnTo>
                  <a:lnTo>
                    <a:pt x="38075" y="34797"/>
                  </a:lnTo>
                  <a:lnTo>
                    <a:pt x="38208" y="34762"/>
                  </a:lnTo>
                  <a:lnTo>
                    <a:pt x="38586" y="34665"/>
                  </a:lnTo>
                  <a:lnTo>
                    <a:pt x="38823" y="34604"/>
                  </a:lnTo>
                  <a:lnTo>
                    <a:pt x="39218" y="34547"/>
                  </a:lnTo>
                  <a:lnTo>
                    <a:pt x="39394" y="34552"/>
                  </a:lnTo>
                  <a:lnTo>
                    <a:pt x="40071" y="34569"/>
                  </a:lnTo>
                  <a:lnTo>
                    <a:pt x="40329" y="34575"/>
                  </a:lnTo>
                  <a:lnTo>
                    <a:pt x="40561" y="34581"/>
                  </a:lnTo>
                  <a:lnTo>
                    <a:pt x="41262" y="34486"/>
                  </a:lnTo>
                  <a:lnTo>
                    <a:pt x="41571" y="34390"/>
                  </a:lnTo>
                  <a:lnTo>
                    <a:pt x="41859" y="34301"/>
                  </a:lnTo>
                  <a:lnTo>
                    <a:pt x="42095" y="34228"/>
                  </a:lnTo>
                  <a:lnTo>
                    <a:pt x="42487" y="34107"/>
                  </a:lnTo>
                  <a:lnTo>
                    <a:pt x="42791" y="34012"/>
                  </a:lnTo>
                  <a:lnTo>
                    <a:pt x="44010" y="33635"/>
                  </a:lnTo>
                  <a:lnTo>
                    <a:pt x="44396" y="33515"/>
                  </a:lnTo>
                  <a:lnTo>
                    <a:pt x="44786" y="33394"/>
                  </a:lnTo>
                  <a:lnTo>
                    <a:pt x="45128" y="33288"/>
                  </a:lnTo>
                  <a:lnTo>
                    <a:pt x="46039" y="33006"/>
                  </a:lnTo>
                  <a:lnTo>
                    <a:pt x="46521" y="32857"/>
                  </a:lnTo>
                  <a:lnTo>
                    <a:pt x="47008" y="32706"/>
                  </a:lnTo>
                  <a:lnTo>
                    <a:pt x="47255" y="32629"/>
                  </a:lnTo>
                  <a:lnTo>
                    <a:pt x="47500" y="32554"/>
                  </a:lnTo>
                  <a:lnTo>
                    <a:pt x="48183" y="32342"/>
                  </a:lnTo>
                  <a:lnTo>
                    <a:pt x="48617" y="32208"/>
                  </a:lnTo>
                  <a:lnTo>
                    <a:pt x="49021" y="32082"/>
                  </a:lnTo>
                  <a:lnTo>
                    <a:pt x="49620" y="31897"/>
                  </a:lnTo>
                  <a:lnTo>
                    <a:pt x="49870" y="31820"/>
                  </a:lnTo>
                  <a:lnTo>
                    <a:pt x="50132" y="31738"/>
                  </a:lnTo>
                  <a:lnTo>
                    <a:pt x="51018" y="31464"/>
                  </a:lnTo>
                  <a:lnTo>
                    <a:pt x="51169" y="31417"/>
                  </a:lnTo>
                  <a:lnTo>
                    <a:pt x="51775" y="31229"/>
                  </a:lnTo>
                  <a:lnTo>
                    <a:pt x="52247" y="31083"/>
                  </a:lnTo>
                  <a:lnTo>
                    <a:pt x="52610" y="30970"/>
                  </a:lnTo>
                  <a:lnTo>
                    <a:pt x="52828" y="30901"/>
                  </a:lnTo>
                  <a:lnTo>
                    <a:pt x="53510" y="30686"/>
                  </a:lnTo>
                  <a:lnTo>
                    <a:pt x="54329" y="30427"/>
                  </a:lnTo>
                  <a:lnTo>
                    <a:pt x="55588" y="30029"/>
                  </a:lnTo>
                  <a:lnTo>
                    <a:pt x="55783" y="29968"/>
                  </a:lnTo>
                  <a:lnTo>
                    <a:pt x="55920" y="29924"/>
                  </a:lnTo>
                  <a:lnTo>
                    <a:pt x="56392" y="29775"/>
                  </a:lnTo>
                  <a:lnTo>
                    <a:pt x="56668" y="29688"/>
                  </a:lnTo>
                  <a:lnTo>
                    <a:pt x="57435" y="29446"/>
                  </a:lnTo>
                  <a:lnTo>
                    <a:pt x="58085" y="29240"/>
                  </a:lnTo>
                  <a:lnTo>
                    <a:pt x="58234" y="29193"/>
                  </a:lnTo>
                  <a:lnTo>
                    <a:pt x="58533" y="29099"/>
                  </a:lnTo>
                  <a:lnTo>
                    <a:pt x="58808" y="29013"/>
                  </a:lnTo>
                  <a:lnTo>
                    <a:pt x="59034" y="28941"/>
                  </a:lnTo>
                  <a:lnTo>
                    <a:pt x="59513" y="28791"/>
                  </a:lnTo>
                  <a:lnTo>
                    <a:pt x="59963" y="28649"/>
                  </a:lnTo>
                  <a:lnTo>
                    <a:pt x="60607" y="28446"/>
                  </a:lnTo>
                  <a:lnTo>
                    <a:pt x="61795" y="28072"/>
                  </a:lnTo>
                  <a:lnTo>
                    <a:pt x="61963" y="28020"/>
                  </a:lnTo>
                  <a:lnTo>
                    <a:pt x="62326" y="27905"/>
                  </a:lnTo>
                  <a:lnTo>
                    <a:pt x="62959" y="27706"/>
                  </a:lnTo>
                  <a:lnTo>
                    <a:pt x="63275" y="27607"/>
                  </a:lnTo>
                  <a:lnTo>
                    <a:pt x="63581" y="27510"/>
                  </a:lnTo>
                  <a:lnTo>
                    <a:pt x="64425" y="27245"/>
                  </a:lnTo>
                  <a:lnTo>
                    <a:pt x="65178" y="27007"/>
                  </a:lnTo>
                  <a:lnTo>
                    <a:pt x="65363" y="26949"/>
                  </a:lnTo>
                  <a:lnTo>
                    <a:pt x="65508" y="26904"/>
                  </a:lnTo>
                  <a:lnTo>
                    <a:pt x="66046" y="26734"/>
                  </a:lnTo>
                  <a:lnTo>
                    <a:pt x="66917" y="26460"/>
                  </a:lnTo>
                  <a:lnTo>
                    <a:pt x="67058" y="26416"/>
                  </a:lnTo>
                  <a:lnTo>
                    <a:pt x="67204" y="26370"/>
                  </a:lnTo>
                  <a:lnTo>
                    <a:pt x="67559" y="26258"/>
                  </a:lnTo>
                  <a:lnTo>
                    <a:pt x="67689" y="26217"/>
                  </a:lnTo>
                  <a:lnTo>
                    <a:pt x="68038" y="26107"/>
                  </a:lnTo>
                  <a:lnTo>
                    <a:pt x="68284" y="26030"/>
                  </a:lnTo>
                  <a:lnTo>
                    <a:pt x="68462" y="25974"/>
                  </a:lnTo>
                  <a:lnTo>
                    <a:pt x="68843" y="25854"/>
                  </a:lnTo>
                  <a:lnTo>
                    <a:pt x="69425" y="25671"/>
                  </a:lnTo>
                  <a:lnTo>
                    <a:pt x="69693" y="25586"/>
                  </a:lnTo>
                  <a:lnTo>
                    <a:pt x="70013" y="25486"/>
                  </a:lnTo>
                  <a:lnTo>
                    <a:pt x="70447" y="25349"/>
                  </a:lnTo>
                  <a:lnTo>
                    <a:pt x="70376" y="25110"/>
                  </a:lnTo>
                  <a:lnTo>
                    <a:pt x="70306" y="24871"/>
                  </a:lnTo>
                  <a:lnTo>
                    <a:pt x="70239" y="24648"/>
                  </a:lnTo>
                  <a:lnTo>
                    <a:pt x="70108" y="24205"/>
                  </a:lnTo>
                  <a:lnTo>
                    <a:pt x="69951" y="23675"/>
                  </a:lnTo>
                  <a:lnTo>
                    <a:pt x="69868" y="23394"/>
                  </a:lnTo>
                  <a:lnTo>
                    <a:pt x="69781" y="23098"/>
                  </a:lnTo>
                  <a:lnTo>
                    <a:pt x="69221" y="21210"/>
                  </a:lnTo>
                  <a:lnTo>
                    <a:pt x="68590" y="19077"/>
                  </a:lnTo>
                  <a:lnTo>
                    <a:pt x="68509" y="18803"/>
                  </a:lnTo>
                  <a:lnTo>
                    <a:pt x="68467" y="18662"/>
                  </a:lnTo>
                  <a:lnTo>
                    <a:pt x="68360" y="18301"/>
                  </a:lnTo>
                  <a:lnTo>
                    <a:pt x="68320" y="18167"/>
                  </a:lnTo>
                  <a:lnTo>
                    <a:pt x="68247" y="17920"/>
                  </a:lnTo>
                  <a:lnTo>
                    <a:pt x="68201" y="17764"/>
                  </a:lnTo>
                  <a:lnTo>
                    <a:pt x="68144" y="17570"/>
                  </a:lnTo>
                  <a:lnTo>
                    <a:pt x="68082" y="17363"/>
                  </a:lnTo>
                  <a:lnTo>
                    <a:pt x="68005" y="17101"/>
                  </a:lnTo>
                  <a:lnTo>
                    <a:pt x="67924" y="16830"/>
                  </a:lnTo>
                  <a:lnTo>
                    <a:pt x="67883" y="16689"/>
                  </a:lnTo>
                  <a:lnTo>
                    <a:pt x="67825" y="16495"/>
                  </a:lnTo>
                  <a:lnTo>
                    <a:pt x="67712" y="16114"/>
                  </a:lnTo>
                  <a:lnTo>
                    <a:pt x="67634" y="15849"/>
                  </a:lnTo>
                  <a:lnTo>
                    <a:pt x="67525" y="15481"/>
                  </a:lnTo>
                  <a:lnTo>
                    <a:pt x="67449" y="15223"/>
                  </a:lnTo>
                  <a:lnTo>
                    <a:pt x="67263" y="14597"/>
                  </a:lnTo>
                  <a:lnTo>
                    <a:pt x="67147" y="14205"/>
                  </a:lnTo>
                  <a:lnTo>
                    <a:pt x="67074" y="13957"/>
                  </a:lnTo>
                  <a:lnTo>
                    <a:pt x="66980" y="13639"/>
                  </a:lnTo>
                  <a:lnTo>
                    <a:pt x="66928" y="13466"/>
                  </a:lnTo>
                  <a:lnTo>
                    <a:pt x="66774" y="12946"/>
                  </a:lnTo>
                  <a:lnTo>
                    <a:pt x="66665" y="12578"/>
                  </a:lnTo>
                  <a:lnTo>
                    <a:pt x="66603" y="12367"/>
                  </a:lnTo>
                  <a:lnTo>
                    <a:pt x="66538" y="12147"/>
                  </a:lnTo>
                  <a:lnTo>
                    <a:pt x="66440" y="11817"/>
                  </a:lnTo>
                  <a:lnTo>
                    <a:pt x="66284" y="11290"/>
                  </a:lnTo>
                  <a:lnTo>
                    <a:pt x="66227" y="11098"/>
                  </a:lnTo>
                  <a:lnTo>
                    <a:pt x="66133" y="10781"/>
                  </a:lnTo>
                  <a:lnTo>
                    <a:pt x="66039" y="10464"/>
                  </a:lnTo>
                  <a:lnTo>
                    <a:pt x="65934" y="10107"/>
                  </a:lnTo>
                  <a:lnTo>
                    <a:pt x="65756" y="9506"/>
                  </a:lnTo>
                  <a:lnTo>
                    <a:pt x="65629" y="9079"/>
                  </a:lnTo>
                  <a:lnTo>
                    <a:pt x="65508" y="8670"/>
                  </a:lnTo>
                  <a:lnTo>
                    <a:pt x="65757" y="8100"/>
                  </a:lnTo>
                  <a:lnTo>
                    <a:pt x="66582" y="7864"/>
                  </a:lnTo>
                  <a:lnTo>
                    <a:pt x="68177" y="7408"/>
                  </a:lnTo>
                  <a:lnTo>
                    <a:pt x="68617" y="7282"/>
                  </a:lnTo>
                  <a:lnTo>
                    <a:pt x="68970" y="7181"/>
                  </a:lnTo>
                  <a:lnTo>
                    <a:pt x="69331" y="7078"/>
                  </a:lnTo>
                  <a:lnTo>
                    <a:pt x="69537" y="7019"/>
                  </a:lnTo>
                  <a:lnTo>
                    <a:pt x="69729" y="6964"/>
                  </a:lnTo>
                  <a:lnTo>
                    <a:pt x="70008" y="6884"/>
                  </a:lnTo>
                  <a:lnTo>
                    <a:pt x="70865" y="6639"/>
                  </a:lnTo>
                  <a:lnTo>
                    <a:pt x="71291" y="6517"/>
                  </a:lnTo>
                  <a:lnTo>
                    <a:pt x="71928" y="6335"/>
                  </a:lnTo>
                  <a:lnTo>
                    <a:pt x="72621" y="6137"/>
                  </a:lnTo>
                  <a:lnTo>
                    <a:pt x="73427" y="5907"/>
                  </a:lnTo>
                  <a:lnTo>
                    <a:pt x="74142" y="5702"/>
                  </a:lnTo>
                  <a:lnTo>
                    <a:pt x="75113" y="5424"/>
                  </a:lnTo>
                  <a:lnTo>
                    <a:pt x="75613" y="5281"/>
                  </a:lnTo>
                  <a:lnTo>
                    <a:pt x="75742" y="5244"/>
                  </a:lnTo>
                  <a:lnTo>
                    <a:pt x="76805" y="4940"/>
                  </a:lnTo>
                  <a:lnTo>
                    <a:pt x="77200" y="4821"/>
                  </a:lnTo>
                  <a:lnTo>
                    <a:pt x="77867" y="4621"/>
                  </a:lnTo>
                  <a:lnTo>
                    <a:pt x="78228" y="4512"/>
                  </a:lnTo>
                  <a:lnTo>
                    <a:pt x="78741" y="4358"/>
                  </a:lnTo>
                  <a:lnTo>
                    <a:pt x="79934" y="3999"/>
                  </a:lnTo>
                  <a:lnTo>
                    <a:pt x="80732" y="3759"/>
                  </a:lnTo>
                  <a:lnTo>
                    <a:pt x="80988" y="3682"/>
                  </a:lnTo>
                  <a:lnTo>
                    <a:pt x="81563" y="3508"/>
                  </a:lnTo>
                  <a:lnTo>
                    <a:pt x="81897" y="3408"/>
                  </a:lnTo>
                  <a:lnTo>
                    <a:pt x="82752" y="3151"/>
                  </a:lnTo>
                  <a:lnTo>
                    <a:pt x="83535" y="2915"/>
                  </a:lnTo>
                  <a:lnTo>
                    <a:pt x="83865" y="2815"/>
                  </a:lnTo>
                  <a:lnTo>
                    <a:pt x="84715" y="2560"/>
                  </a:lnTo>
                  <a:lnTo>
                    <a:pt x="85768" y="2243"/>
                  </a:lnTo>
                  <a:lnTo>
                    <a:pt x="86657" y="1975"/>
                  </a:lnTo>
                  <a:lnTo>
                    <a:pt x="87122" y="1835"/>
                  </a:lnTo>
                  <a:lnTo>
                    <a:pt x="87413" y="1748"/>
                  </a:lnTo>
                  <a:lnTo>
                    <a:pt x="87918" y="1596"/>
                  </a:lnTo>
                  <a:lnTo>
                    <a:pt x="88117" y="1536"/>
                  </a:lnTo>
                  <a:lnTo>
                    <a:pt x="91439" y="536"/>
                  </a:lnTo>
                  <a:lnTo>
                    <a:pt x="93081" y="42"/>
                  </a:lnTo>
                  <a:lnTo>
                    <a:pt x="93221" y="0"/>
                  </a:lnTo>
                  <a:lnTo>
                    <a:pt x="94355" y="3617"/>
                  </a:lnTo>
                  <a:lnTo>
                    <a:pt x="94899" y="5354"/>
                  </a:lnTo>
                  <a:lnTo>
                    <a:pt x="96499" y="4887"/>
                  </a:lnTo>
                  <a:lnTo>
                    <a:pt x="96753" y="4813"/>
                  </a:lnTo>
                  <a:lnTo>
                    <a:pt x="97433" y="4614"/>
                  </a:lnTo>
                  <a:lnTo>
                    <a:pt x="97862" y="4489"/>
                  </a:lnTo>
                  <a:lnTo>
                    <a:pt x="98789" y="4218"/>
                  </a:lnTo>
                  <a:lnTo>
                    <a:pt x="99240" y="4086"/>
                  </a:lnTo>
                  <a:lnTo>
                    <a:pt x="100766" y="3640"/>
                  </a:lnTo>
                  <a:lnTo>
                    <a:pt x="101540" y="3414"/>
                  </a:lnTo>
                  <a:lnTo>
                    <a:pt x="103506" y="2839"/>
                  </a:lnTo>
                  <a:lnTo>
                    <a:pt x="104198" y="2637"/>
                  </a:lnTo>
                  <a:lnTo>
                    <a:pt x="104643" y="2507"/>
                  </a:lnTo>
                  <a:lnTo>
                    <a:pt x="104823" y="2454"/>
                  </a:lnTo>
                  <a:lnTo>
                    <a:pt x="107027" y="1810"/>
                  </a:lnTo>
                  <a:lnTo>
                    <a:pt x="107974" y="1533"/>
                  </a:lnTo>
                  <a:lnTo>
                    <a:pt x="108530" y="1371"/>
                  </a:lnTo>
                  <a:lnTo>
                    <a:pt x="108738" y="2017"/>
                  </a:lnTo>
                  <a:lnTo>
                    <a:pt x="109171" y="3359"/>
                  </a:lnTo>
                  <a:lnTo>
                    <a:pt x="109295" y="3745"/>
                  </a:lnTo>
                  <a:lnTo>
                    <a:pt x="110598" y="7787"/>
                  </a:lnTo>
                  <a:lnTo>
                    <a:pt x="110859" y="8596"/>
                  </a:lnTo>
                  <a:lnTo>
                    <a:pt x="114820" y="21000"/>
                  </a:lnTo>
                  <a:lnTo>
                    <a:pt x="116049" y="24848"/>
                  </a:lnTo>
                  <a:lnTo>
                    <a:pt x="116131" y="25104"/>
                  </a:lnTo>
                  <a:lnTo>
                    <a:pt x="116482" y="26233"/>
                  </a:lnTo>
                  <a:lnTo>
                    <a:pt x="121332" y="41851"/>
                  </a:lnTo>
                  <a:lnTo>
                    <a:pt x="122524" y="45512"/>
                  </a:lnTo>
                  <a:lnTo>
                    <a:pt x="122563" y="45800"/>
                  </a:lnTo>
                  <a:lnTo>
                    <a:pt x="122118" y="45900"/>
                  </a:lnTo>
                  <a:lnTo>
                    <a:pt x="121917" y="45942"/>
                  </a:lnTo>
                  <a:lnTo>
                    <a:pt x="121680" y="45992"/>
                  </a:lnTo>
                  <a:lnTo>
                    <a:pt x="121126" y="46104"/>
                  </a:lnTo>
                  <a:lnTo>
                    <a:pt x="118823" y="46571"/>
                  </a:lnTo>
                  <a:lnTo>
                    <a:pt x="118182" y="46701"/>
                  </a:lnTo>
                  <a:lnTo>
                    <a:pt x="117443" y="46851"/>
                  </a:lnTo>
                  <a:lnTo>
                    <a:pt x="115306" y="47316"/>
                  </a:lnTo>
                  <a:lnTo>
                    <a:pt x="114852" y="47415"/>
                  </a:lnTo>
                  <a:lnTo>
                    <a:pt x="114554" y="47479"/>
                  </a:lnTo>
                  <a:lnTo>
                    <a:pt x="113001" y="47817"/>
                  </a:lnTo>
                  <a:lnTo>
                    <a:pt x="112523" y="47921"/>
                  </a:lnTo>
                  <a:lnTo>
                    <a:pt x="112149" y="48002"/>
                  </a:lnTo>
                  <a:lnTo>
                    <a:pt x="111076" y="48235"/>
                  </a:lnTo>
                  <a:lnTo>
                    <a:pt x="107845" y="48938"/>
                  </a:lnTo>
                  <a:lnTo>
                    <a:pt x="107402" y="49034"/>
                  </a:lnTo>
                  <a:lnTo>
                    <a:pt x="106961" y="49130"/>
                  </a:lnTo>
                  <a:lnTo>
                    <a:pt x="105991" y="49341"/>
                  </a:lnTo>
                  <a:lnTo>
                    <a:pt x="105509" y="49446"/>
                  </a:lnTo>
                  <a:lnTo>
                    <a:pt x="104808" y="49598"/>
                  </a:lnTo>
                  <a:lnTo>
                    <a:pt x="104370" y="49692"/>
                  </a:lnTo>
                  <a:lnTo>
                    <a:pt x="103730" y="49823"/>
                  </a:lnTo>
                  <a:lnTo>
                    <a:pt x="102722" y="50028"/>
                  </a:lnTo>
                  <a:lnTo>
                    <a:pt x="101596" y="50258"/>
                  </a:lnTo>
                  <a:lnTo>
                    <a:pt x="101449" y="50289"/>
                  </a:lnTo>
                  <a:lnTo>
                    <a:pt x="99735" y="50639"/>
                  </a:lnTo>
                  <a:lnTo>
                    <a:pt x="99595" y="50667"/>
                  </a:lnTo>
                  <a:lnTo>
                    <a:pt x="99413" y="50704"/>
                  </a:lnTo>
                  <a:lnTo>
                    <a:pt x="98675" y="50855"/>
                  </a:lnTo>
                  <a:lnTo>
                    <a:pt x="97798" y="51034"/>
                  </a:lnTo>
                  <a:lnTo>
                    <a:pt x="96534" y="51293"/>
                  </a:lnTo>
                  <a:lnTo>
                    <a:pt x="96285" y="51343"/>
                  </a:lnTo>
                  <a:lnTo>
                    <a:pt x="95442" y="51516"/>
                  </a:lnTo>
                  <a:lnTo>
                    <a:pt x="94830" y="51641"/>
                  </a:lnTo>
                  <a:lnTo>
                    <a:pt x="94547" y="51698"/>
                  </a:lnTo>
                  <a:lnTo>
                    <a:pt x="94096" y="51791"/>
                  </a:lnTo>
                  <a:lnTo>
                    <a:pt x="93354" y="51942"/>
                  </a:lnTo>
                  <a:lnTo>
                    <a:pt x="92996" y="52016"/>
                  </a:lnTo>
                  <a:lnTo>
                    <a:pt x="92432" y="52131"/>
                  </a:lnTo>
                  <a:lnTo>
                    <a:pt x="92030" y="52214"/>
                  </a:lnTo>
                  <a:lnTo>
                    <a:pt x="91480" y="52327"/>
                  </a:lnTo>
                  <a:lnTo>
                    <a:pt x="91096" y="52405"/>
                  </a:lnTo>
                  <a:lnTo>
                    <a:pt x="90957" y="52434"/>
                  </a:lnTo>
                  <a:lnTo>
                    <a:pt x="90617" y="52504"/>
                  </a:lnTo>
                  <a:lnTo>
                    <a:pt x="90215" y="52586"/>
                  </a:lnTo>
                  <a:lnTo>
                    <a:pt x="89944" y="52642"/>
                  </a:lnTo>
                  <a:lnTo>
                    <a:pt x="89770" y="52677"/>
                  </a:lnTo>
                  <a:lnTo>
                    <a:pt x="89542" y="52724"/>
                  </a:lnTo>
                  <a:lnTo>
                    <a:pt x="88947" y="52846"/>
                  </a:lnTo>
                  <a:lnTo>
                    <a:pt x="88816" y="52873"/>
                  </a:lnTo>
                  <a:lnTo>
                    <a:pt x="88657" y="52906"/>
                  </a:lnTo>
                  <a:lnTo>
                    <a:pt x="87887" y="53063"/>
                  </a:lnTo>
                  <a:lnTo>
                    <a:pt x="87661" y="53110"/>
                  </a:lnTo>
                  <a:lnTo>
                    <a:pt x="86478" y="53352"/>
                  </a:lnTo>
                  <a:lnTo>
                    <a:pt x="85661" y="53520"/>
                  </a:lnTo>
                  <a:lnTo>
                    <a:pt x="85445" y="53564"/>
                  </a:lnTo>
                  <a:lnTo>
                    <a:pt x="85196" y="53615"/>
                  </a:lnTo>
                  <a:lnTo>
                    <a:pt x="84906" y="53675"/>
                  </a:lnTo>
                  <a:lnTo>
                    <a:pt x="84451" y="53769"/>
                  </a:lnTo>
                  <a:lnTo>
                    <a:pt x="84119" y="53838"/>
                  </a:lnTo>
                  <a:lnTo>
                    <a:pt x="83195" y="54029"/>
                  </a:lnTo>
                  <a:lnTo>
                    <a:pt x="82327" y="54209"/>
                  </a:lnTo>
                  <a:lnTo>
                    <a:pt x="82035" y="54269"/>
                  </a:lnTo>
                  <a:lnTo>
                    <a:pt x="80986" y="54486"/>
                  </a:lnTo>
                  <a:lnTo>
                    <a:pt x="80613" y="54563"/>
                  </a:lnTo>
                  <a:lnTo>
                    <a:pt x="80343" y="54622"/>
                  </a:lnTo>
                  <a:lnTo>
                    <a:pt x="79736" y="54755"/>
                  </a:lnTo>
                  <a:lnTo>
                    <a:pt x="78991" y="54918"/>
                  </a:lnTo>
                  <a:lnTo>
                    <a:pt x="78769" y="54966"/>
                  </a:lnTo>
                  <a:lnTo>
                    <a:pt x="78302" y="55068"/>
                  </a:lnTo>
                  <a:lnTo>
                    <a:pt x="77783" y="55181"/>
                  </a:lnTo>
                  <a:lnTo>
                    <a:pt x="77264" y="55295"/>
                  </a:lnTo>
                  <a:lnTo>
                    <a:pt x="77008" y="55351"/>
                  </a:lnTo>
                  <a:lnTo>
                    <a:pt x="76699" y="55418"/>
                  </a:lnTo>
                  <a:lnTo>
                    <a:pt x="76197" y="55528"/>
                  </a:lnTo>
                  <a:lnTo>
                    <a:pt x="75760" y="55623"/>
                  </a:lnTo>
                  <a:lnTo>
                    <a:pt x="75364" y="55710"/>
                  </a:lnTo>
                  <a:lnTo>
                    <a:pt x="74688" y="55857"/>
                  </a:lnTo>
                  <a:lnTo>
                    <a:pt x="74488" y="55901"/>
                  </a:lnTo>
                  <a:lnTo>
                    <a:pt x="73938" y="56021"/>
                  </a:lnTo>
                  <a:lnTo>
                    <a:pt x="72852" y="56258"/>
                  </a:lnTo>
                  <a:lnTo>
                    <a:pt x="71835" y="57035"/>
                  </a:lnTo>
                  <a:lnTo>
                    <a:pt x="71640" y="57353"/>
                  </a:lnTo>
                  <a:lnTo>
                    <a:pt x="71393" y="57756"/>
                  </a:lnTo>
                  <a:lnTo>
                    <a:pt x="71235" y="58014"/>
                  </a:lnTo>
                  <a:lnTo>
                    <a:pt x="71103" y="58228"/>
                  </a:lnTo>
                  <a:lnTo>
                    <a:pt x="71018" y="58368"/>
                  </a:lnTo>
                  <a:lnTo>
                    <a:pt x="70669" y="58936"/>
                  </a:lnTo>
                  <a:lnTo>
                    <a:pt x="70507" y="59200"/>
                  </a:lnTo>
                  <a:lnTo>
                    <a:pt x="70223" y="59665"/>
                  </a:lnTo>
                  <a:lnTo>
                    <a:pt x="69995" y="60036"/>
                  </a:lnTo>
                  <a:lnTo>
                    <a:pt x="69872" y="60237"/>
                  </a:lnTo>
                  <a:lnTo>
                    <a:pt x="68554" y="62378"/>
                  </a:lnTo>
                  <a:lnTo>
                    <a:pt x="67668" y="62417"/>
                  </a:lnTo>
                  <a:lnTo>
                    <a:pt x="66079" y="62486"/>
                  </a:lnTo>
                  <a:lnTo>
                    <a:pt x="64664" y="62548"/>
                  </a:lnTo>
                  <a:lnTo>
                    <a:pt x="63453" y="62601"/>
                  </a:lnTo>
                  <a:lnTo>
                    <a:pt x="62226" y="62655"/>
                  </a:lnTo>
                  <a:lnTo>
                    <a:pt x="61857" y="62671"/>
                  </a:lnTo>
                  <a:lnTo>
                    <a:pt x="61472" y="62688"/>
                  </a:lnTo>
                  <a:lnTo>
                    <a:pt x="61132" y="62703"/>
                  </a:lnTo>
                  <a:lnTo>
                    <a:pt x="59447" y="62777"/>
                  </a:lnTo>
                  <a:lnTo>
                    <a:pt x="59134" y="62790"/>
                  </a:lnTo>
                  <a:lnTo>
                    <a:pt x="57567" y="62859"/>
                  </a:lnTo>
                  <a:lnTo>
                    <a:pt x="56758" y="62894"/>
                  </a:lnTo>
                  <a:lnTo>
                    <a:pt x="55989" y="62928"/>
                  </a:lnTo>
                  <a:lnTo>
                    <a:pt x="54287" y="63003"/>
                  </a:lnTo>
                  <a:lnTo>
                    <a:pt x="53817" y="63023"/>
                  </a:lnTo>
                  <a:lnTo>
                    <a:pt x="53258" y="62913"/>
                  </a:lnTo>
                  <a:lnTo>
                    <a:pt x="53255" y="62758"/>
                  </a:lnTo>
                  <a:lnTo>
                    <a:pt x="53240" y="62067"/>
                  </a:lnTo>
                  <a:lnTo>
                    <a:pt x="53225" y="61599"/>
                  </a:lnTo>
                  <a:lnTo>
                    <a:pt x="53216" y="61335"/>
                  </a:lnTo>
                  <a:lnTo>
                    <a:pt x="53193" y="60599"/>
                  </a:lnTo>
                  <a:lnTo>
                    <a:pt x="53174" y="60022"/>
                  </a:lnTo>
                  <a:lnTo>
                    <a:pt x="53156" y="59445"/>
                  </a:lnTo>
                  <a:lnTo>
                    <a:pt x="53080" y="57090"/>
                  </a:lnTo>
                  <a:lnTo>
                    <a:pt x="53052" y="56190"/>
                  </a:lnTo>
                  <a:lnTo>
                    <a:pt x="50746" y="53380"/>
                  </a:lnTo>
                  <a:lnTo>
                    <a:pt x="50534" y="53122"/>
                  </a:lnTo>
                  <a:lnTo>
                    <a:pt x="48664" y="50844"/>
                  </a:lnTo>
                  <a:lnTo>
                    <a:pt x="48161" y="50526"/>
                  </a:lnTo>
                  <a:lnTo>
                    <a:pt x="47778" y="50284"/>
                  </a:lnTo>
                  <a:lnTo>
                    <a:pt x="47268" y="49963"/>
                  </a:lnTo>
                  <a:lnTo>
                    <a:pt x="46754" y="49638"/>
                  </a:lnTo>
                  <a:lnTo>
                    <a:pt x="46589" y="49534"/>
                  </a:lnTo>
                  <a:lnTo>
                    <a:pt x="46190" y="4928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0" name="pg449"/>
            <p:cNvSpPr/>
            <p:nvPr/>
          </p:nvSpPr>
          <p:spPr>
            <a:xfrm>
              <a:off x="4195862" y="5398346"/>
              <a:ext cx="80971" cy="60228"/>
            </a:xfrm>
            <a:custGeom>
              <a:avLst/>
              <a:pathLst>
                <a:path w="80971" h="60228">
                  <a:moveTo>
                    <a:pt x="44503" y="46403"/>
                  </a:moveTo>
                  <a:lnTo>
                    <a:pt x="41995" y="47323"/>
                  </a:lnTo>
                  <a:lnTo>
                    <a:pt x="41525" y="47495"/>
                  </a:lnTo>
                  <a:lnTo>
                    <a:pt x="40952" y="47705"/>
                  </a:lnTo>
                  <a:lnTo>
                    <a:pt x="40629" y="47824"/>
                  </a:lnTo>
                  <a:lnTo>
                    <a:pt x="39959" y="48070"/>
                  </a:lnTo>
                  <a:lnTo>
                    <a:pt x="39258" y="48327"/>
                  </a:lnTo>
                  <a:lnTo>
                    <a:pt x="38435" y="48628"/>
                  </a:lnTo>
                  <a:lnTo>
                    <a:pt x="38025" y="48779"/>
                  </a:lnTo>
                  <a:lnTo>
                    <a:pt x="37865" y="48837"/>
                  </a:lnTo>
                  <a:lnTo>
                    <a:pt x="37023" y="49146"/>
                  </a:lnTo>
                  <a:lnTo>
                    <a:pt x="36608" y="49299"/>
                  </a:lnTo>
                  <a:lnTo>
                    <a:pt x="35368" y="49754"/>
                  </a:lnTo>
                  <a:lnTo>
                    <a:pt x="35170" y="49826"/>
                  </a:lnTo>
                  <a:lnTo>
                    <a:pt x="34958" y="49904"/>
                  </a:lnTo>
                  <a:lnTo>
                    <a:pt x="34620" y="50028"/>
                  </a:lnTo>
                  <a:lnTo>
                    <a:pt x="34467" y="50084"/>
                  </a:lnTo>
                  <a:lnTo>
                    <a:pt x="34204" y="50180"/>
                  </a:lnTo>
                  <a:lnTo>
                    <a:pt x="33013" y="48727"/>
                  </a:lnTo>
                  <a:lnTo>
                    <a:pt x="31976" y="47462"/>
                  </a:lnTo>
                  <a:lnTo>
                    <a:pt x="31548" y="46940"/>
                  </a:lnTo>
                  <a:lnTo>
                    <a:pt x="31099" y="47240"/>
                  </a:lnTo>
                  <a:lnTo>
                    <a:pt x="30674" y="47524"/>
                  </a:lnTo>
                  <a:lnTo>
                    <a:pt x="29394" y="48379"/>
                  </a:lnTo>
                  <a:lnTo>
                    <a:pt x="28264" y="49134"/>
                  </a:lnTo>
                  <a:lnTo>
                    <a:pt x="27743" y="49464"/>
                  </a:lnTo>
                  <a:lnTo>
                    <a:pt x="27041" y="49909"/>
                  </a:lnTo>
                  <a:lnTo>
                    <a:pt x="26082" y="50516"/>
                  </a:lnTo>
                  <a:lnTo>
                    <a:pt x="25722" y="50744"/>
                  </a:lnTo>
                  <a:lnTo>
                    <a:pt x="24350" y="51614"/>
                  </a:lnTo>
                  <a:lnTo>
                    <a:pt x="24148" y="51742"/>
                  </a:lnTo>
                  <a:lnTo>
                    <a:pt x="22478" y="52799"/>
                  </a:lnTo>
                  <a:lnTo>
                    <a:pt x="22312" y="52905"/>
                  </a:lnTo>
                  <a:lnTo>
                    <a:pt x="20815" y="53853"/>
                  </a:lnTo>
                  <a:lnTo>
                    <a:pt x="20600" y="53990"/>
                  </a:lnTo>
                  <a:lnTo>
                    <a:pt x="19409" y="54744"/>
                  </a:lnTo>
                  <a:lnTo>
                    <a:pt x="18498" y="55321"/>
                  </a:lnTo>
                  <a:lnTo>
                    <a:pt x="15676" y="57109"/>
                  </a:lnTo>
                  <a:lnTo>
                    <a:pt x="14998" y="57538"/>
                  </a:lnTo>
                  <a:lnTo>
                    <a:pt x="14014" y="58162"/>
                  </a:lnTo>
                  <a:lnTo>
                    <a:pt x="11416" y="59808"/>
                  </a:lnTo>
                  <a:lnTo>
                    <a:pt x="11195" y="59948"/>
                  </a:lnTo>
                  <a:lnTo>
                    <a:pt x="10754" y="60228"/>
                  </a:lnTo>
                  <a:lnTo>
                    <a:pt x="9711" y="58131"/>
                  </a:lnTo>
                  <a:lnTo>
                    <a:pt x="8298" y="55291"/>
                  </a:lnTo>
                  <a:lnTo>
                    <a:pt x="7458" y="53603"/>
                  </a:lnTo>
                  <a:lnTo>
                    <a:pt x="7330" y="53345"/>
                  </a:lnTo>
                  <a:lnTo>
                    <a:pt x="7227" y="53139"/>
                  </a:lnTo>
                  <a:lnTo>
                    <a:pt x="6353" y="51381"/>
                  </a:lnTo>
                  <a:lnTo>
                    <a:pt x="5825" y="50320"/>
                  </a:lnTo>
                  <a:lnTo>
                    <a:pt x="4600" y="47858"/>
                  </a:lnTo>
                  <a:lnTo>
                    <a:pt x="4513" y="47683"/>
                  </a:lnTo>
                  <a:lnTo>
                    <a:pt x="3994" y="46641"/>
                  </a:lnTo>
                  <a:lnTo>
                    <a:pt x="3403" y="45452"/>
                  </a:lnTo>
                  <a:lnTo>
                    <a:pt x="3002" y="44629"/>
                  </a:lnTo>
                  <a:lnTo>
                    <a:pt x="2047" y="42234"/>
                  </a:lnTo>
                  <a:lnTo>
                    <a:pt x="1371" y="40538"/>
                  </a:lnTo>
                  <a:lnTo>
                    <a:pt x="1050" y="39734"/>
                  </a:lnTo>
                  <a:lnTo>
                    <a:pt x="961" y="38927"/>
                  </a:lnTo>
                  <a:lnTo>
                    <a:pt x="883" y="38216"/>
                  </a:lnTo>
                  <a:lnTo>
                    <a:pt x="788" y="37360"/>
                  </a:lnTo>
                  <a:lnTo>
                    <a:pt x="746" y="36971"/>
                  </a:lnTo>
                  <a:lnTo>
                    <a:pt x="620" y="35837"/>
                  </a:lnTo>
                  <a:lnTo>
                    <a:pt x="453" y="30968"/>
                  </a:lnTo>
                  <a:lnTo>
                    <a:pt x="430" y="30301"/>
                  </a:lnTo>
                  <a:lnTo>
                    <a:pt x="407" y="29637"/>
                  </a:lnTo>
                  <a:lnTo>
                    <a:pt x="338" y="27620"/>
                  </a:lnTo>
                  <a:lnTo>
                    <a:pt x="291" y="26256"/>
                  </a:lnTo>
                  <a:lnTo>
                    <a:pt x="231" y="24535"/>
                  </a:lnTo>
                  <a:lnTo>
                    <a:pt x="189" y="23302"/>
                  </a:lnTo>
                  <a:lnTo>
                    <a:pt x="175" y="22894"/>
                  </a:lnTo>
                  <a:lnTo>
                    <a:pt x="155" y="22317"/>
                  </a:lnTo>
                  <a:lnTo>
                    <a:pt x="134" y="21721"/>
                  </a:lnTo>
                  <a:lnTo>
                    <a:pt x="99" y="20690"/>
                  </a:lnTo>
                  <a:lnTo>
                    <a:pt x="33" y="18773"/>
                  </a:lnTo>
                  <a:lnTo>
                    <a:pt x="0" y="17258"/>
                  </a:lnTo>
                  <a:lnTo>
                    <a:pt x="537" y="17234"/>
                  </a:lnTo>
                  <a:lnTo>
                    <a:pt x="1007" y="17214"/>
                  </a:lnTo>
                  <a:lnTo>
                    <a:pt x="2709" y="17139"/>
                  </a:lnTo>
                  <a:lnTo>
                    <a:pt x="3479" y="17106"/>
                  </a:lnTo>
                  <a:lnTo>
                    <a:pt x="4287" y="17070"/>
                  </a:lnTo>
                  <a:lnTo>
                    <a:pt x="5960" y="16997"/>
                  </a:lnTo>
                  <a:lnTo>
                    <a:pt x="6168" y="16988"/>
                  </a:lnTo>
                  <a:lnTo>
                    <a:pt x="8022" y="16907"/>
                  </a:lnTo>
                  <a:lnTo>
                    <a:pt x="8192" y="16899"/>
                  </a:lnTo>
                  <a:lnTo>
                    <a:pt x="8577" y="16882"/>
                  </a:lnTo>
                  <a:lnTo>
                    <a:pt x="8947" y="16866"/>
                  </a:lnTo>
                  <a:lnTo>
                    <a:pt x="10174" y="16812"/>
                  </a:lnTo>
                  <a:lnTo>
                    <a:pt x="11385" y="16759"/>
                  </a:lnTo>
                  <a:lnTo>
                    <a:pt x="12800" y="16697"/>
                  </a:lnTo>
                  <a:lnTo>
                    <a:pt x="14389" y="16628"/>
                  </a:lnTo>
                  <a:lnTo>
                    <a:pt x="16468" y="14651"/>
                  </a:lnTo>
                  <a:lnTo>
                    <a:pt x="16617" y="14408"/>
                  </a:lnTo>
                  <a:lnTo>
                    <a:pt x="16777" y="14147"/>
                  </a:lnTo>
                  <a:lnTo>
                    <a:pt x="17148" y="13542"/>
                  </a:lnTo>
                  <a:lnTo>
                    <a:pt x="17228" y="13411"/>
                  </a:lnTo>
                  <a:lnTo>
                    <a:pt x="17547" y="12891"/>
                  </a:lnTo>
                  <a:lnTo>
                    <a:pt x="17738" y="12580"/>
                  </a:lnTo>
                  <a:lnTo>
                    <a:pt x="17849" y="12398"/>
                  </a:lnTo>
                  <a:lnTo>
                    <a:pt x="17974" y="12194"/>
                  </a:lnTo>
                  <a:lnTo>
                    <a:pt x="18174" y="11868"/>
                  </a:lnTo>
                  <a:lnTo>
                    <a:pt x="18429" y="11453"/>
                  </a:lnTo>
                  <a:lnTo>
                    <a:pt x="19425" y="10502"/>
                  </a:lnTo>
                  <a:lnTo>
                    <a:pt x="20496" y="10268"/>
                  </a:lnTo>
                  <a:lnTo>
                    <a:pt x="21039" y="10149"/>
                  </a:lnTo>
                  <a:lnTo>
                    <a:pt x="21208" y="10112"/>
                  </a:lnTo>
                  <a:lnTo>
                    <a:pt x="21639" y="10018"/>
                  </a:lnTo>
                  <a:lnTo>
                    <a:pt x="22094" y="9919"/>
                  </a:lnTo>
                  <a:lnTo>
                    <a:pt x="22481" y="9834"/>
                  </a:lnTo>
                  <a:lnTo>
                    <a:pt x="23008" y="9719"/>
                  </a:lnTo>
                  <a:lnTo>
                    <a:pt x="23419" y="9629"/>
                  </a:lnTo>
                  <a:lnTo>
                    <a:pt x="23847" y="9536"/>
                  </a:lnTo>
                  <a:lnTo>
                    <a:pt x="23985" y="9506"/>
                  </a:lnTo>
                  <a:lnTo>
                    <a:pt x="24556" y="9381"/>
                  </a:lnTo>
                  <a:lnTo>
                    <a:pt x="25133" y="9255"/>
                  </a:lnTo>
                  <a:lnTo>
                    <a:pt x="25490" y="9177"/>
                  </a:lnTo>
                  <a:lnTo>
                    <a:pt x="25711" y="9129"/>
                  </a:lnTo>
                  <a:lnTo>
                    <a:pt x="26457" y="8966"/>
                  </a:lnTo>
                  <a:lnTo>
                    <a:pt x="27096" y="8826"/>
                  </a:lnTo>
                  <a:lnTo>
                    <a:pt x="27378" y="8765"/>
                  </a:lnTo>
                  <a:lnTo>
                    <a:pt x="27706" y="8698"/>
                  </a:lnTo>
                  <a:lnTo>
                    <a:pt x="28756" y="8480"/>
                  </a:lnTo>
                  <a:lnTo>
                    <a:pt x="29048" y="8420"/>
                  </a:lnTo>
                  <a:lnTo>
                    <a:pt x="29916" y="8240"/>
                  </a:lnTo>
                  <a:lnTo>
                    <a:pt x="30839" y="8049"/>
                  </a:lnTo>
                  <a:lnTo>
                    <a:pt x="31172" y="7981"/>
                  </a:lnTo>
                  <a:lnTo>
                    <a:pt x="31626" y="7887"/>
                  </a:lnTo>
                  <a:lnTo>
                    <a:pt x="31917" y="7826"/>
                  </a:lnTo>
                  <a:lnTo>
                    <a:pt x="32166" y="7775"/>
                  </a:lnTo>
                  <a:lnTo>
                    <a:pt x="32501" y="7707"/>
                  </a:lnTo>
                  <a:lnTo>
                    <a:pt x="33199" y="7564"/>
                  </a:lnTo>
                  <a:lnTo>
                    <a:pt x="34381" y="7321"/>
                  </a:lnTo>
                  <a:lnTo>
                    <a:pt x="34676" y="7261"/>
                  </a:lnTo>
                  <a:lnTo>
                    <a:pt x="35377" y="7117"/>
                  </a:lnTo>
                  <a:lnTo>
                    <a:pt x="35537" y="7084"/>
                  </a:lnTo>
                  <a:lnTo>
                    <a:pt x="35827" y="7025"/>
                  </a:lnTo>
                  <a:lnTo>
                    <a:pt x="36262" y="6935"/>
                  </a:lnTo>
                  <a:lnTo>
                    <a:pt x="36490" y="6889"/>
                  </a:lnTo>
                  <a:lnTo>
                    <a:pt x="36665" y="6853"/>
                  </a:lnTo>
                  <a:lnTo>
                    <a:pt x="36935" y="6797"/>
                  </a:lnTo>
                  <a:lnTo>
                    <a:pt x="37367" y="6709"/>
                  </a:lnTo>
                  <a:lnTo>
                    <a:pt x="37678" y="6645"/>
                  </a:lnTo>
                  <a:lnTo>
                    <a:pt x="37817" y="6617"/>
                  </a:lnTo>
                  <a:lnTo>
                    <a:pt x="38464" y="6484"/>
                  </a:lnTo>
                  <a:lnTo>
                    <a:pt x="38750" y="6425"/>
                  </a:lnTo>
                  <a:lnTo>
                    <a:pt x="39152" y="6343"/>
                  </a:lnTo>
                  <a:lnTo>
                    <a:pt x="39909" y="6188"/>
                  </a:lnTo>
                  <a:lnTo>
                    <a:pt x="40353" y="6097"/>
                  </a:lnTo>
                  <a:lnTo>
                    <a:pt x="40817" y="6002"/>
                  </a:lnTo>
                  <a:lnTo>
                    <a:pt x="41268" y="5910"/>
                  </a:lnTo>
                  <a:lnTo>
                    <a:pt x="41551" y="5852"/>
                  </a:lnTo>
                  <a:lnTo>
                    <a:pt x="42162" y="5727"/>
                  </a:lnTo>
                  <a:lnTo>
                    <a:pt x="43006" y="5555"/>
                  </a:lnTo>
                  <a:lnTo>
                    <a:pt x="43323" y="5490"/>
                  </a:lnTo>
                  <a:lnTo>
                    <a:pt x="44518" y="5246"/>
                  </a:lnTo>
                  <a:lnTo>
                    <a:pt x="45400" y="5066"/>
                  </a:lnTo>
                  <a:lnTo>
                    <a:pt x="46134" y="4916"/>
                  </a:lnTo>
                  <a:lnTo>
                    <a:pt x="46315" y="4879"/>
                  </a:lnTo>
                  <a:lnTo>
                    <a:pt x="46455" y="4850"/>
                  </a:lnTo>
                  <a:lnTo>
                    <a:pt x="48169" y="4500"/>
                  </a:lnTo>
                  <a:lnTo>
                    <a:pt x="48317" y="4470"/>
                  </a:lnTo>
                  <a:lnTo>
                    <a:pt x="49442" y="4240"/>
                  </a:lnTo>
                  <a:lnTo>
                    <a:pt x="50450" y="4034"/>
                  </a:lnTo>
                  <a:lnTo>
                    <a:pt x="51184" y="3884"/>
                  </a:lnTo>
                  <a:lnTo>
                    <a:pt x="51528" y="3809"/>
                  </a:lnTo>
                  <a:lnTo>
                    <a:pt x="52229" y="3657"/>
                  </a:lnTo>
                  <a:lnTo>
                    <a:pt x="52712" y="3552"/>
                  </a:lnTo>
                  <a:lnTo>
                    <a:pt x="53682" y="3341"/>
                  </a:lnTo>
                  <a:lnTo>
                    <a:pt x="54172" y="3235"/>
                  </a:lnTo>
                  <a:lnTo>
                    <a:pt x="54565" y="3149"/>
                  </a:lnTo>
                  <a:lnTo>
                    <a:pt x="57907" y="2423"/>
                  </a:lnTo>
                  <a:lnTo>
                    <a:pt x="58870" y="2213"/>
                  </a:lnTo>
                  <a:lnTo>
                    <a:pt x="59243" y="2132"/>
                  </a:lnTo>
                  <a:lnTo>
                    <a:pt x="59722" y="2028"/>
                  </a:lnTo>
                  <a:lnTo>
                    <a:pt x="61275" y="1691"/>
                  </a:lnTo>
                  <a:lnTo>
                    <a:pt x="61572" y="1626"/>
                  </a:lnTo>
                  <a:lnTo>
                    <a:pt x="62026" y="1527"/>
                  </a:lnTo>
                  <a:lnTo>
                    <a:pt x="64163" y="1063"/>
                  </a:lnTo>
                  <a:lnTo>
                    <a:pt x="64903" y="913"/>
                  </a:lnTo>
                  <a:lnTo>
                    <a:pt x="65544" y="783"/>
                  </a:lnTo>
                  <a:lnTo>
                    <a:pt x="67846" y="316"/>
                  </a:lnTo>
                  <a:lnTo>
                    <a:pt x="68400" y="203"/>
                  </a:lnTo>
                  <a:lnTo>
                    <a:pt x="68637" y="153"/>
                  </a:lnTo>
                  <a:lnTo>
                    <a:pt x="68839" y="111"/>
                  </a:lnTo>
                  <a:lnTo>
                    <a:pt x="69335" y="0"/>
                  </a:lnTo>
                  <a:lnTo>
                    <a:pt x="69947" y="1879"/>
                  </a:lnTo>
                  <a:lnTo>
                    <a:pt x="70034" y="2144"/>
                  </a:lnTo>
                  <a:lnTo>
                    <a:pt x="70511" y="3609"/>
                  </a:lnTo>
                  <a:lnTo>
                    <a:pt x="70729" y="4276"/>
                  </a:lnTo>
                  <a:lnTo>
                    <a:pt x="71768" y="7466"/>
                  </a:lnTo>
                  <a:lnTo>
                    <a:pt x="71869" y="7776"/>
                  </a:lnTo>
                  <a:lnTo>
                    <a:pt x="72204" y="8907"/>
                  </a:lnTo>
                  <a:lnTo>
                    <a:pt x="73073" y="11843"/>
                  </a:lnTo>
                  <a:lnTo>
                    <a:pt x="73689" y="13922"/>
                  </a:lnTo>
                  <a:lnTo>
                    <a:pt x="74085" y="15262"/>
                  </a:lnTo>
                  <a:lnTo>
                    <a:pt x="74147" y="15469"/>
                  </a:lnTo>
                  <a:lnTo>
                    <a:pt x="74581" y="16936"/>
                  </a:lnTo>
                  <a:lnTo>
                    <a:pt x="74708" y="17366"/>
                  </a:lnTo>
                  <a:lnTo>
                    <a:pt x="74880" y="17897"/>
                  </a:lnTo>
                  <a:lnTo>
                    <a:pt x="75893" y="21015"/>
                  </a:lnTo>
                  <a:lnTo>
                    <a:pt x="76359" y="22453"/>
                  </a:lnTo>
                  <a:lnTo>
                    <a:pt x="76881" y="24059"/>
                  </a:lnTo>
                  <a:lnTo>
                    <a:pt x="78703" y="29673"/>
                  </a:lnTo>
                  <a:lnTo>
                    <a:pt x="78859" y="30152"/>
                  </a:lnTo>
                  <a:lnTo>
                    <a:pt x="79114" y="30971"/>
                  </a:lnTo>
                  <a:lnTo>
                    <a:pt x="79737" y="32968"/>
                  </a:lnTo>
                  <a:lnTo>
                    <a:pt x="80585" y="35686"/>
                  </a:lnTo>
                  <a:lnTo>
                    <a:pt x="80971" y="37166"/>
                  </a:lnTo>
                  <a:lnTo>
                    <a:pt x="80544" y="37276"/>
                  </a:lnTo>
                  <a:lnTo>
                    <a:pt x="79543" y="37534"/>
                  </a:lnTo>
                  <a:lnTo>
                    <a:pt x="78391" y="37830"/>
                  </a:lnTo>
                  <a:lnTo>
                    <a:pt x="77733" y="37999"/>
                  </a:lnTo>
                  <a:lnTo>
                    <a:pt x="77410" y="38083"/>
                  </a:lnTo>
                  <a:lnTo>
                    <a:pt x="76700" y="38264"/>
                  </a:lnTo>
                  <a:lnTo>
                    <a:pt x="76122" y="38396"/>
                  </a:lnTo>
                  <a:lnTo>
                    <a:pt x="75625" y="38510"/>
                  </a:lnTo>
                  <a:lnTo>
                    <a:pt x="74374" y="38797"/>
                  </a:lnTo>
                  <a:lnTo>
                    <a:pt x="73886" y="38909"/>
                  </a:lnTo>
                  <a:lnTo>
                    <a:pt x="73606" y="38974"/>
                  </a:lnTo>
                  <a:lnTo>
                    <a:pt x="72699" y="39182"/>
                  </a:lnTo>
                  <a:lnTo>
                    <a:pt x="71978" y="39347"/>
                  </a:lnTo>
                  <a:lnTo>
                    <a:pt x="71025" y="39566"/>
                  </a:lnTo>
                  <a:lnTo>
                    <a:pt x="70855" y="39605"/>
                  </a:lnTo>
                  <a:lnTo>
                    <a:pt x="68678" y="40104"/>
                  </a:lnTo>
                  <a:lnTo>
                    <a:pt x="68067" y="40244"/>
                  </a:lnTo>
                  <a:lnTo>
                    <a:pt x="67557" y="40361"/>
                  </a:lnTo>
                  <a:lnTo>
                    <a:pt x="66326" y="40644"/>
                  </a:lnTo>
                  <a:lnTo>
                    <a:pt x="65323" y="40874"/>
                  </a:lnTo>
                  <a:lnTo>
                    <a:pt x="65164" y="40910"/>
                  </a:lnTo>
                  <a:lnTo>
                    <a:pt x="63569" y="41276"/>
                  </a:lnTo>
                  <a:lnTo>
                    <a:pt x="63283" y="41342"/>
                  </a:lnTo>
                  <a:lnTo>
                    <a:pt x="63128" y="41378"/>
                  </a:lnTo>
                  <a:lnTo>
                    <a:pt x="62012" y="41634"/>
                  </a:lnTo>
                  <a:lnTo>
                    <a:pt x="61723" y="41700"/>
                  </a:lnTo>
                  <a:lnTo>
                    <a:pt x="60794" y="41913"/>
                  </a:lnTo>
                  <a:lnTo>
                    <a:pt x="60007" y="42093"/>
                  </a:lnTo>
                  <a:lnTo>
                    <a:pt x="59791" y="42143"/>
                  </a:lnTo>
                  <a:lnTo>
                    <a:pt x="58722" y="42388"/>
                  </a:lnTo>
                  <a:lnTo>
                    <a:pt x="58324" y="42480"/>
                  </a:lnTo>
                  <a:lnTo>
                    <a:pt x="57019" y="42779"/>
                  </a:lnTo>
                  <a:lnTo>
                    <a:pt x="55999" y="43013"/>
                  </a:lnTo>
                  <a:lnTo>
                    <a:pt x="55462" y="43136"/>
                  </a:lnTo>
                  <a:lnTo>
                    <a:pt x="55211" y="43194"/>
                  </a:lnTo>
                  <a:lnTo>
                    <a:pt x="53934" y="43487"/>
                  </a:lnTo>
                  <a:lnTo>
                    <a:pt x="53293" y="43634"/>
                  </a:lnTo>
                  <a:lnTo>
                    <a:pt x="52675" y="43776"/>
                  </a:lnTo>
                  <a:lnTo>
                    <a:pt x="52353" y="43851"/>
                  </a:lnTo>
                  <a:lnTo>
                    <a:pt x="52126" y="43924"/>
                  </a:lnTo>
                  <a:lnTo>
                    <a:pt x="50428" y="44467"/>
                  </a:lnTo>
                  <a:lnTo>
                    <a:pt x="49939" y="44624"/>
                  </a:lnTo>
                  <a:lnTo>
                    <a:pt x="49587" y="44736"/>
                  </a:lnTo>
                  <a:lnTo>
                    <a:pt x="49384" y="44801"/>
                  </a:lnTo>
                  <a:lnTo>
                    <a:pt x="48636" y="45040"/>
                  </a:lnTo>
                  <a:lnTo>
                    <a:pt x="47595" y="45373"/>
                  </a:lnTo>
                  <a:lnTo>
                    <a:pt x="47023" y="45557"/>
                  </a:lnTo>
                  <a:lnTo>
                    <a:pt x="45353" y="4609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1" name="pg450"/>
            <p:cNvSpPr/>
            <p:nvPr/>
          </p:nvSpPr>
          <p:spPr>
            <a:xfrm>
              <a:off x="4206616" y="5435495"/>
              <a:ext cx="75142" cy="60864"/>
            </a:xfrm>
            <a:custGeom>
              <a:avLst/>
              <a:pathLst>
                <a:path w="75142" h="60864">
                  <a:moveTo>
                    <a:pt x="73029" y="11720"/>
                  </a:moveTo>
                  <a:lnTo>
                    <a:pt x="73421" y="14093"/>
                  </a:lnTo>
                  <a:lnTo>
                    <a:pt x="73644" y="15442"/>
                  </a:lnTo>
                  <a:lnTo>
                    <a:pt x="73727" y="15943"/>
                  </a:lnTo>
                  <a:lnTo>
                    <a:pt x="74250" y="19186"/>
                  </a:lnTo>
                  <a:lnTo>
                    <a:pt x="74335" y="19718"/>
                  </a:lnTo>
                  <a:lnTo>
                    <a:pt x="74510" y="20668"/>
                  </a:lnTo>
                  <a:lnTo>
                    <a:pt x="74626" y="21294"/>
                  </a:lnTo>
                  <a:lnTo>
                    <a:pt x="74662" y="21494"/>
                  </a:lnTo>
                  <a:lnTo>
                    <a:pt x="74711" y="21757"/>
                  </a:lnTo>
                  <a:lnTo>
                    <a:pt x="74836" y="24160"/>
                  </a:lnTo>
                  <a:lnTo>
                    <a:pt x="74889" y="25183"/>
                  </a:lnTo>
                  <a:lnTo>
                    <a:pt x="74926" y="25905"/>
                  </a:lnTo>
                  <a:lnTo>
                    <a:pt x="75034" y="28000"/>
                  </a:lnTo>
                  <a:lnTo>
                    <a:pt x="75060" y="29724"/>
                  </a:lnTo>
                  <a:lnTo>
                    <a:pt x="75090" y="31714"/>
                  </a:lnTo>
                  <a:lnTo>
                    <a:pt x="75142" y="35138"/>
                  </a:lnTo>
                  <a:lnTo>
                    <a:pt x="75116" y="35573"/>
                  </a:lnTo>
                  <a:lnTo>
                    <a:pt x="74839" y="40340"/>
                  </a:lnTo>
                  <a:lnTo>
                    <a:pt x="74784" y="41275"/>
                  </a:lnTo>
                  <a:lnTo>
                    <a:pt x="74247" y="46144"/>
                  </a:lnTo>
                  <a:lnTo>
                    <a:pt x="74102" y="47457"/>
                  </a:lnTo>
                  <a:lnTo>
                    <a:pt x="72870" y="55302"/>
                  </a:lnTo>
                  <a:lnTo>
                    <a:pt x="71975" y="60864"/>
                  </a:lnTo>
                  <a:lnTo>
                    <a:pt x="67040" y="59806"/>
                  </a:lnTo>
                  <a:lnTo>
                    <a:pt x="64807" y="59328"/>
                  </a:lnTo>
                  <a:lnTo>
                    <a:pt x="64331" y="59226"/>
                  </a:lnTo>
                  <a:lnTo>
                    <a:pt x="62910" y="58921"/>
                  </a:lnTo>
                  <a:lnTo>
                    <a:pt x="62358" y="58835"/>
                  </a:lnTo>
                  <a:lnTo>
                    <a:pt x="61598" y="58718"/>
                  </a:lnTo>
                  <a:lnTo>
                    <a:pt x="60913" y="58611"/>
                  </a:lnTo>
                  <a:lnTo>
                    <a:pt x="55361" y="57751"/>
                  </a:lnTo>
                  <a:lnTo>
                    <a:pt x="52788" y="57352"/>
                  </a:lnTo>
                  <a:lnTo>
                    <a:pt x="52161" y="57255"/>
                  </a:lnTo>
                  <a:lnTo>
                    <a:pt x="51403" y="57137"/>
                  </a:lnTo>
                  <a:lnTo>
                    <a:pt x="50863" y="57053"/>
                  </a:lnTo>
                  <a:lnTo>
                    <a:pt x="50290" y="56964"/>
                  </a:lnTo>
                  <a:lnTo>
                    <a:pt x="49616" y="56860"/>
                  </a:lnTo>
                  <a:lnTo>
                    <a:pt x="49365" y="56821"/>
                  </a:lnTo>
                  <a:lnTo>
                    <a:pt x="47215" y="56448"/>
                  </a:lnTo>
                  <a:lnTo>
                    <a:pt x="46681" y="56356"/>
                  </a:lnTo>
                  <a:lnTo>
                    <a:pt x="45914" y="56223"/>
                  </a:lnTo>
                  <a:lnTo>
                    <a:pt x="45423" y="56138"/>
                  </a:lnTo>
                  <a:lnTo>
                    <a:pt x="44852" y="56039"/>
                  </a:lnTo>
                  <a:lnTo>
                    <a:pt x="44365" y="55955"/>
                  </a:lnTo>
                  <a:lnTo>
                    <a:pt x="43812" y="55859"/>
                  </a:lnTo>
                  <a:lnTo>
                    <a:pt x="43006" y="55719"/>
                  </a:lnTo>
                  <a:lnTo>
                    <a:pt x="41671" y="55488"/>
                  </a:lnTo>
                  <a:lnTo>
                    <a:pt x="40852" y="55346"/>
                  </a:lnTo>
                  <a:lnTo>
                    <a:pt x="40016" y="55201"/>
                  </a:lnTo>
                  <a:lnTo>
                    <a:pt x="37782" y="54814"/>
                  </a:lnTo>
                  <a:lnTo>
                    <a:pt x="36932" y="54667"/>
                  </a:lnTo>
                  <a:lnTo>
                    <a:pt x="34744" y="54297"/>
                  </a:lnTo>
                  <a:lnTo>
                    <a:pt x="32105" y="53850"/>
                  </a:lnTo>
                  <a:lnTo>
                    <a:pt x="29704" y="53443"/>
                  </a:lnTo>
                  <a:lnTo>
                    <a:pt x="26659" y="52927"/>
                  </a:lnTo>
                  <a:lnTo>
                    <a:pt x="24146" y="52502"/>
                  </a:lnTo>
                  <a:lnTo>
                    <a:pt x="22924" y="52295"/>
                  </a:lnTo>
                  <a:lnTo>
                    <a:pt x="22312" y="52191"/>
                  </a:lnTo>
                  <a:lnTo>
                    <a:pt x="20538" y="51891"/>
                  </a:lnTo>
                  <a:lnTo>
                    <a:pt x="19821" y="51769"/>
                  </a:lnTo>
                  <a:lnTo>
                    <a:pt x="19497" y="51658"/>
                  </a:lnTo>
                  <a:lnTo>
                    <a:pt x="19156" y="51342"/>
                  </a:lnTo>
                  <a:lnTo>
                    <a:pt x="15743" y="48172"/>
                  </a:lnTo>
                  <a:lnTo>
                    <a:pt x="15528" y="47972"/>
                  </a:lnTo>
                  <a:lnTo>
                    <a:pt x="14266" y="46800"/>
                  </a:lnTo>
                  <a:lnTo>
                    <a:pt x="14079" y="46627"/>
                  </a:lnTo>
                  <a:lnTo>
                    <a:pt x="13891" y="46452"/>
                  </a:lnTo>
                  <a:lnTo>
                    <a:pt x="13149" y="45371"/>
                  </a:lnTo>
                  <a:lnTo>
                    <a:pt x="13053" y="45232"/>
                  </a:lnTo>
                  <a:lnTo>
                    <a:pt x="12173" y="43950"/>
                  </a:lnTo>
                  <a:lnTo>
                    <a:pt x="11605" y="43122"/>
                  </a:lnTo>
                  <a:lnTo>
                    <a:pt x="10786" y="41928"/>
                  </a:lnTo>
                  <a:lnTo>
                    <a:pt x="10314" y="41240"/>
                  </a:lnTo>
                  <a:lnTo>
                    <a:pt x="9807" y="40501"/>
                  </a:lnTo>
                  <a:lnTo>
                    <a:pt x="8654" y="38820"/>
                  </a:lnTo>
                  <a:lnTo>
                    <a:pt x="6770" y="36075"/>
                  </a:lnTo>
                  <a:lnTo>
                    <a:pt x="4090" y="32170"/>
                  </a:lnTo>
                  <a:lnTo>
                    <a:pt x="3961" y="31908"/>
                  </a:lnTo>
                  <a:lnTo>
                    <a:pt x="2307" y="28554"/>
                  </a:lnTo>
                  <a:lnTo>
                    <a:pt x="1173" y="26254"/>
                  </a:lnTo>
                  <a:lnTo>
                    <a:pt x="897" y="25509"/>
                  </a:lnTo>
                  <a:lnTo>
                    <a:pt x="586" y="24666"/>
                  </a:lnTo>
                  <a:lnTo>
                    <a:pt x="0" y="23079"/>
                  </a:lnTo>
                  <a:lnTo>
                    <a:pt x="440" y="22800"/>
                  </a:lnTo>
                  <a:lnTo>
                    <a:pt x="774" y="22588"/>
                  </a:lnTo>
                  <a:lnTo>
                    <a:pt x="3259" y="21013"/>
                  </a:lnTo>
                  <a:lnTo>
                    <a:pt x="4244" y="20390"/>
                  </a:lnTo>
                  <a:lnTo>
                    <a:pt x="4922" y="19960"/>
                  </a:lnTo>
                  <a:lnTo>
                    <a:pt x="7744" y="18172"/>
                  </a:lnTo>
                  <a:lnTo>
                    <a:pt x="8776" y="17518"/>
                  </a:lnTo>
                  <a:lnTo>
                    <a:pt x="9845" y="16841"/>
                  </a:lnTo>
                  <a:lnTo>
                    <a:pt x="10061" y="16704"/>
                  </a:lnTo>
                  <a:lnTo>
                    <a:pt x="11558" y="15756"/>
                  </a:lnTo>
                  <a:lnTo>
                    <a:pt x="11724" y="15651"/>
                  </a:lnTo>
                  <a:lnTo>
                    <a:pt x="13456" y="14553"/>
                  </a:lnTo>
                  <a:lnTo>
                    <a:pt x="13596" y="14465"/>
                  </a:lnTo>
                  <a:lnTo>
                    <a:pt x="14968" y="13596"/>
                  </a:lnTo>
                  <a:lnTo>
                    <a:pt x="15328" y="13367"/>
                  </a:lnTo>
                  <a:lnTo>
                    <a:pt x="16286" y="12760"/>
                  </a:lnTo>
                  <a:lnTo>
                    <a:pt x="16989" y="12315"/>
                  </a:lnTo>
                  <a:lnTo>
                    <a:pt x="17540" y="11966"/>
                  </a:lnTo>
                  <a:lnTo>
                    <a:pt x="18640" y="11230"/>
                  </a:lnTo>
                  <a:lnTo>
                    <a:pt x="19920" y="10375"/>
                  </a:lnTo>
                  <a:lnTo>
                    <a:pt x="20345" y="10091"/>
                  </a:lnTo>
                  <a:lnTo>
                    <a:pt x="20803" y="9803"/>
                  </a:lnTo>
                  <a:lnTo>
                    <a:pt x="21221" y="10313"/>
                  </a:lnTo>
                  <a:lnTo>
                    <a:pt x="22259" y="11579"/>
                  </a:lnTo>
                  <a:lnTo>
                    <a:pt x="23450" y="13032"/>
                  </a:lnTo>
                  <a:lnTo>
                    <a:pt x="23713" y="12935"/>
                  </a:lnTo>
                  <a:lnTo>
                    <a:pt x="23866" y="12879"/>
                  </a:lnTo>
                  <a:lnTo>
                    <a:pt x="24203" y="12755"/>
                  </a:lnTo>
                  <a:lnTo>
                    <a:pt x="24416" y="12677"/>
                  </a:lnTo>
                  <a:lnTo>
                    <a:pt x="24673" y="12583"/>
                  </a:lnTo>
                  <a:lnTo>
                    <a:pt x="25854" y="12150"/>
                  </a:lnTo>
                  <a:lnTo>
                    <a:pt x="26291" y="11990"/>
                  </a:lnTo>
                  <a:lnTo>
                    <a:pt x="27111" y="11689"/>
                  </a:lnTo>
                  <a:lnTo>
                    <a:pt x="27271" y="11630"/>
                  </a:lnTo>
                  <a:lnTo>
                    <a:pt x="27681" y="11480"/>
                  </a:lnTo>
                  <a:lnTo>
                    <a:pt x="28503" y="11178"/>
                  </a:lnTo>
                  <a:lnTo>
                    <a:pt x="29204" y="10921"/>
                  </a:lnTo>
                  <a:lnTo>
                    <a:pt x="29875" y="10675"/>
                  </a:lnTo>
                  <a:lnTo>
                    <a:pt x="30197" y="10557"/>
                  </a:lnTo>
                  <a:lnTo>
                    <a:pt x="30771" y="10346"/>
                  </a:lnTo>
                  <a:lnTo>
                    <a:pt x="31241" y="10174"/>
                  </a:lnTo>
                  <a:lnTo>
                    <a:pt x="33749" y="9254"/>
                  </a:lnTo>
                  <a:lnTo>
                    <a:pt x="34599" y="8942"/>
                  </a:lnTo>
                  <a:lnTo>
                    <a:pt x="36268" y="8408"/>
                  </a:lnTo>
                  <a:lnTo>
                    <a:pt x="36841" y="8225"/>
                  </a:lnTo>
                  <a:lnTo>
                    <a:pt x="37892" y="7889"/>
                  </a:lnTo>
                  <a:lnTo>
                    <a:pt x="38630" y="7652"/>
                  </a:lnTo>
                  <a:lnTo>
                    <a:pt x="38833" y="7587"/>
                  </a:lnTo>
                  <a:lnTo>
                    <a:pt x="39185" y="7475"/>
                  </a:lnTo>
                  <a:lnTo>
                    <a:pt x="39674" y="7318"/>
                  </a:lnTo>
                  <a:lnTo>
                    <a:pt x="41448" y="6751"/>
                  </a:lnTo>
                  <a:lnTo>
                    <a:pt x="41598" y="6703"/>
                  </a:lnTo>
                  <a:lnTo>
                    <a:pt x="41921" y="6627"/>
                  </a:lnTo>
                  <a:lnTo>
                    <a:pt x="42538" y="6485"/>
                  </a:lnTo>
                  <a:lnTo>
                    <a:pt x="43180" y="6338"/>
                  </a:lnTo>
                  <a:lnTo>
                    <a:pt x="44456" y="6045"/>
                  </a:lnTo>
                  <a:lnTo>
                    <a:pt x="44708" y="5987"/>
                  </a:lnTo>
                  <a:lnTo>
                    <a:pt x="45244" y="5864"/>
                  </a:lnTo>
                  <a:lnTo>
                    <a:pt x="46276" y="5628"/>
                  </a:lnTo>
                  <a:lnTo>
                    <a:pt x="47570" y="5331"/>
                  </a:lnTo>
                  <a:lnTo>
                    <a:pt x="48048" y="5221"/>
                  </a:lnTo>
                  <a:lnTo>
                    <a:pt x="49037" y="4994"/>
                  </a:lnTo>
                  <a:lnTo>
                    <a:pt x="49253" y="4945"/>
                  </a:lnTo>
                  <a:lnTo>
                    <a:pt x="50039" y="4764"/>
                  </a:lnTo>
                  <a:lnTo>
                    <a:pt x="50969" y="4551"/>
                  </a:lnTo>
                  <a:lnTo>
                    <a:pt x="51258" y="4485"/>
                  </a:lnTo>
                  <a:lnTo>
                    <a:pt x="52373" y="4229"/>
                  </a:lnTo>
                  <a:lnTo>
                    <a:pt x="52529" y="4193"/>
                  </a:lnTo>
                  <a:lnTo>
                    <a:pt x="52815" y="4128"/>
                  </a:lnTo>
                  <a:lnTo>
                    <a:pt x="54410" y="3762"/>
                  </a:lnTo>
                  <a:lnTo>
                    <a:pt x="54569" y="3725"/>
                  </a:lnTo>
                  <a:lnTo>
                    <a:pt x="55571" y="3495"/>
                  </a:lnTo>
                  <a:lnTo>
                    <a:pt x="56802" y="3213"/>
                  </a:lnTo>
                  <a:lnTo>
                    <a:pt x="57312" y="3096"/>
                  </a:lnTo>
                  <a:lnTo>
                    <a:pt x="57924" y="2955"/>
                  </a:lnTo>
                  <a:lnTo>
                    <a:pt x="60100" y="2456"/>
                  </a:lnTo>
                  <a:lnTo>
                    <a:pt x="60271" y="2417"/>
                  </a:lnTo>
                  <a:lnTo>
                    <a:pt x="61324" y="2175"/>
                  </a:lnTo>
                  <a:lnTo>
                    <a:pt x="61990" y="2023"/>
                  </a:lnTo>
                  <a:lnTo>
                    <a:pt x="62852" y="1825"/>
                  </a:lnTo>
                  <a:lnTo>
                    <a:pt x="63232" y="1738"/>
                  </a:lnTo>
                  <a:lnTo>
                    <a:pt x="63620" y="1649"/>
                  </a:lnTo>
                  <a:lnTo>
                    <a:pt x="64871" y="1362"/>
                  </a:lnTo>
                  <a:lnTo>
                    <a:pt x="65368" y="1248"/>
                  </a:lnTo>
                  <a:lnTo>
                    <a:pt x="66111" y="1074"/>
                  </a:lnTo>
                  <a:lnTo>
                    <a:pt x="66656" y="934"/>
                  </a:lnTo>
                  <a:lnTo>
                    <a:pt x="66979" y="851"/>
                  </a:lnTo>
                  <a:lnTo>
                    <a:pt x="67636" y="681"/>
                  </a:lnTo>
                  <a:lnTo>
                    <a:pt x="68789" y="385"/>
                  </a:lnTo>
                  <a:lnTo>
                    <a:pt x="69789" y="127"/>
                  </a:lnTo>
                  <a:lnTo>
                    <a:pt x="70286" y="0"/>
                  </a:lnTo>
                  <a:lnTo>
                    <a:pt x="70329" y="137"/>
                  </a:lnTo>
                  <a:lnTo>
                    <a:pt x="70418" y="422"/>
                  </a:lnTo>
                  <a:lnTo>
                    <a:pt x="70556" y="928"/>
                  </a:lnTo>
                  <a:lnTo>
                    <a:pt x="70758" y="1673"/>
                  </a:lnTo>
                  <a:lnTo>
                    <a:pt x="71050" y="2747"/>
                  </a:lnTo>
                  <a:lnTo>
                    <a:pt x="71374" y="3939"/>
                  </a:lnTo>
                  <a:lnTo>
                    <a:pt x="71709" y="5168"/>
                  </a:lnTo>
                  <a:lnTo>
                    <a:pt x="71957" y="6083"/>
                  </a:lnTo>
                  <a:lnTo>
                    <a:pt x="72047" y="6412"/>
                  </a:lnTo>
                  <a:lnTo>
                    <a:pt x="72255" y="7180"/>
                  </a:lnTo>
                  <a:lnTo>
                    <a:pt x="72380" y="7637"/>
                  </a:lnTo>
                  <a:lnTo>
                    <a:pt x="72422" y="7794"/>
                  </a:lnTo>
                  <a:lnTo>
                    <a:pt x="72592" y="8892"/>
                  </a:lnTo>
                  <a:lnTo>
                    <a:pt x="72637" y="9184"/>
                  </a:lnTo>
                  <a:lnTo>
                    <a:pt x="72768" y="1003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2" name="pg451"/>
            <p:cNvSpPr/>
            <p:nvPr/>
          </p:nvSpPr>
          <p:spPr>
            <a:xfrm>
              <a:off x="4452054" y="5387963"/>
              <a:ext cx="59299" cy="72339"/>
            </a:xfrm>
            <a:custGeom>
              <a:avLst/>
              <a:pathLst>
                <a:path w="59299" h="72339">
                  <a:moveTo>
                    <a:pt x="10144" y="69565"/>
                  </a:moveTo>
                  <a:lnTo>
                    <a:pt x="5448" y="72339"/>
                  </a:lnTo>
                  <a:lnTo>
                    <a:pt x="2970" y="67690"/>
                  </a:lnTo>
                  <a:lnTo>
                    <a:pt x="2487" y="66783"/>
                  </a:lnTo>
                  <a:lnTo>
                    <a:pt x="2141" y="66133"/>
                  </a:lnTo>
                  <a:lnTo>
                    <a:pt x="0" y="62114"/>
                  </a:lnTo>
                  <a:lnTo>
                    <a:pt x="4392" y="59970"/>
                  </a:lnTo>
                  <a:lnTo>
                    <a:pt x="3429" y="58251"/>
                  </a:lnTo>
                  <a:lnTo>
                    <a:pt x="3340" y="58091"/>
                  </a:lnTo>
                  <a:lnTo>
                    <a:pt x="2749" y="56883"/>
                  </a:lnTo>
                  <a:lnTo>
                    <a:pt x="2919" y="56706"/>
                  </a:lnTo>
                  <a:lnTo>
                    <a:pt x="2784" y="55587"/>
                  </a:lnTo>
                  <a:lnTo>
                    <a:pt x="2249" y="54662"/>
                  </a:lnTo>
                  <a:lnTo>
                    <a:pt x="1935" y="54119"/>
                  </a:lnTo>
                  <a:lnTo>
                    <a:pt x="1157" y="52509"/>
                  </a:lnTo>
                  <a:lnTo>
                    <a:pt x="804" y="51871"/>
                  </a:lnTo>
                  <a:lnTo>
                    <a:pt x="1367" y="51351"/>
                  </a:lnTo>
                  <a:lnTo>
                    <a:pt x="4732" y="48116"/>
                  </a:lnTo>
                  <a:lnTo>
                    <a:pt x="5503" y="47433"/>
                  </a:lnTo>
                  <a:lnTo>
                    <a:pt x="6179" y="46834"/>
                  </a:lnTo>
                  <a:lnTo>
                    <a:pt x="7335" y="45680"/>
                  </a:lnTo>
                  <a:lnTo>
                    <a:pt x="7742" y="45274"/>
                  </a:lnTo>
                  <a:lnTo>
                    <a:pt x="9023" y="43995"/>
                  </a:lnTo>
                  <a:lnTo>
                    <a:pt x="10025" y="43314"/>
                  </a:lnTo>
                  <a:lnTo>
                    <a:pt x="10605" y="42895"/>
                  </a:lnTo>
                  <a:lnTo>
                    <a:pt x="13639" y="40027"/>
                  </a:lnTo>
                  <a:lnTo>
                    <a:pt x="13826" y="39850"/>
                  </a:lnTo>
                  <a:lnTo>
                    <a:pt x="14302" y="39400"/>
                  </a:lnTo>
                  <a:lnTo>
                    <a:pt x="14880" y="38854"/>
                  </a:lnTo>
                  <a:lnTo>
                    <a:pt x="17823" y="35873"/>
                  </a:lnTo>
                  <a:lnTo>
                    <a:pt x="15307" y="31828"/>
                  </a:lnTo>
                  <a:lnTo>
                    <a:pt x="14792" y="30450"/>
                  </a:lnTo>
                  <a:lnTo>
                    <a:pt x="15008" y="30236"/>
                  </a:lnTo>
                  <a:lnTo>
                    <a:pt x="15135" y="30109"/>
                  </a:lnTo>
                  <a:lnTo>
                    <a:pt x="15613" y="29609"/>
                  </a:lnTo>
                  <a:lnTo>
                    <a:pt x="16116" y="29082"/>
                  </a:lnTo>
                  <a:lnTo>
                    <a:pt x="19157" y="26837"/>
                  </a:lnTo>
                  <a:lnTo>
                    <a:pt x="20097" y="26144"/>
                  </a:lnTo>
                  <a:lnTo>
                    <a:pt x="20693" y="25716"/>
                  </a:lnTo>
                  <a:lnTo>
                    <a:pt x="21492" y="25142"/>
                  </a:lnTo>
                  <a:lnTo>
                    <a:pt x="23810" y="23386"/>
                  </a:lnTo>
                  <a:lnTo>
                    <a:pt x="24874" y="22581"/>
                  </a:lnTo>
                  <a:lnTo>
                    <a:pt x="25452" y="22154"/>
                  </a:lnTo>
                  <a:lnTo>
                    <a:pt x="26469" y="21403"/>
                  </a:lnTo>
                  <a:lnTo>
                    <a:pt x="28715" y="19734"/>
                  </a:lnTo>
                  <a:lnTo>
                    <a:pt x="30420" y="18466"/>
                  </a:lnTo>
                  <a:lnTo>
                    <a:pt x="30957" y="18102"/>
                  </a:lnTo>
                  <a:lnTo>
                    <a:pt x="31896" y="17467"/>
                  </a:lnTo>
                  <a:lnTo>
                    <a:pt x="33055" y="16646"/>
                  </a:lnTo>
                  <a:lnTo>
                    <a:pt x="35910" y="14622"/>
                  </a:lnTo>
                  <a:lnTo>
                    <a:pt x="37190" y="13676"/>
                  </a:lnTo>
                  <a:lnTo>
                    <a:pt x="37673" y="13320"/>
                  </a:lnTo>
                  <a:lnTo>
                    <a:pt x="39563" y="11923"/>
                  </a:lnTo>
                  <a:lnTo>
                    <a:pt x="41204" y="10717"/>
                  </a:lnTo>
                  <a:lnTo>
                    <a:pt x="42176" y="10002"/>
                  </a:lnTo>
                  <a:lnTo>
                    <a:pt x="45048" y="7890"/>
                  </a:lnTo>
                  <a:lnTo>
                    <a:pt x="47390" y="6168"/>
                  </a:lnTo>
                  <a:lnTo>
                    <a:pt x="50052" y="4241"/>
                  </a:lnTo>
                  <a:lnTo>
                    <a:pt x="51737" y="3144"/>
                  </a:lnTo>
                  <a:lnTo>
                    <a:pt x="52869" y="2407"/>
                  </a:lnTo>
                  <a:lnTo>
                    <a:pt x="54178" y="1555"/>
                  </a:lnTo>
                  <a:lnTo>
                    <a:pt x="56568" y="0"/>
                  </a:lnTo>
                  <a:lnTo>
                    <a:pt x="56862" y="1287"/>
                  </a:lnTo>
                  <a:lnTo>
                    <a:pt x="57101" y="4305"/>
                  </a:lnTo>
                  <a:lnTo>
                    <a:pt x="57304" y="8239"/>
                  </a:lnTo>
                  <a:lnTo>
                    <a:pt x="57327" y="8409"/>
                  </a:lnTo>
                  <a:lnTo>
                    <a:pt x="57626" y="10674"/>
                  </a:lnTo>
                  <a:lnTo>
                    <a:pt x="57621" y="11325"/>
                  </a:lnTo>
                  <a:lnTo>
                    <a:pt x="57614" y="12356"/>
                  </a:lnTo>
                  <a:lnTo>
                    <a:pt x="57310" y="15451"/>
                  </a:lnTo>
                  <a:lnTo>
                    <a:pt x="57292" y="17384"/>
                  </a:lnTo>
                  <a:lnTo>
                    <a:pt x="57292" y="19978"/>
                  </a:lnTo>
                  <a:lnTo>
                    <a:pt x="57077" y="23270"/>
                  </a:lnTo>
                  <a:lnTo>
                    <a:pt x="56997" y="24262"/>
                  </a:lnTo>
                  <a:lnTo>
                    <a:pt x="56835" y="26272"/>
                  </a:lnTo>
                  <a:lnTo>
                    <a:pt x="56791" y="26813"/>
                  </a:lnTo>
                  <a:lnTo>
                    <a:pt x="56451" y="29514"/>
                  </a:lnTo>
                  <a:lnTo>
                    <a:pt x="56135" y="31393"/>
                  </a:lnTo>
                  <a:lnTo>
                    <a:pt x="56099" y="31650"/>
                  </a:lnTo>
                  <a:lnTo>
                    <a:pt x="56008" y="32292"/>
                  </a:lnTo>
                  <a:lnTo>
                    <a:pt x="56010" y="32597"/>
                  </a:lnTo>
                  <a:lnTo>
                    <a:pt x="56088" y="32917"/>
                  </a:lnTo>
                  <a:lnTo>
                    <a:pt x="56239" y="33536"/>
                  </a:lnTo>
                  <a:lnTo>
                    <a:pt x="56687" y="34600"/>
                  </a:lnTo>
                  <a:lnTo>
                    <a:pt x="57170" y="35563"/>
                  </a:lnTo>
                  <a:lnTo>
                    <a:pt x="58029" y="36753"/>
                  </a:lnTo>
                  <a:lnTo>
                    <a:pt x="58503" y="37621"/>
                  </a:lnTo>
                  <a:lnTo>
                    <a:pt x="59299" y="39070"/>
                  </a:lnTo>
                  <a:lnTo>
                    <a:pt x="56705" y="41951"/>
                  </a:lnTo>
                  <a:lnTo>
                    <a:pt x="56082" y="42570"/>
                  </a:lnTo>
                  <a:lnTo>
                    <a:pt x="55459" y="43190"/>
                  </a:lnTo>
                  <a:lnTo>
                    <a:pt x="54417" y="44227"/>
                  </a:lnTo>
                  <a:lnTo>
                    <a:pt x="53392" y="44812"/>
                  </a:lnTo>
                  <a:lnTo>
                    <a:pt x="51089" y="46124"/>
                  </a:lnTo>
                  <a:lnTo>
                    <a:pt x="50660" y="46362"/>
                  </a:lnTo>
                  <a:lnTo>
                    <a:pt x="49777" y="46851"/>
                  </a:lnTo>
                  <a:lnTo>
                    <a:pt x="46342" y="48843"/>
                  </a:lnTo>
                  <a:lnTo>
                    <a:pt x="45879" y="49107"/>
                  </a:lnTo>
                  <a:lnTo>
                    <a:pt x="43706" y="50346"/>
                  </a:lnTo>
                  <a:lnTo>
                    <a:pt x="42908" y="50786"/>
                  </a:lnTo>
                  <a:lnTo>
                    <a:pt x="40858" y="51919"/>
                  </a:lnTo>
                  <a:lnTo>
                    <a:pt x="37730" y="53996"/>
                  </a:lnTo>
                  <a:lnTo>
                    <a:pt x="35333" y="55380"/>
                  </a:lnTo>
                  <a:lnTo>
                    <a:pt x="32363" y="57038"/>
                  </a:lnTo>
                  <a:lnTo>
                    <a:pt x="30896" y="57849"/>
                  </a:lnTo>
                  <a:lnTo>
                    <a:pt x="30761" y="57941"/>
                  </a:lnTo>
                  <a:lnTo>
                    <a:pt x="30565" y="58075"/>
                  </a:lnTo>
                  <a:lnTo>
                    <a:pt x="28904" y="59209"/>
                  </a:lnTo>
                  <a:lnTo>
                    <a:pt x="25753" y="60910"/>
                  </a:lnTo>
                  <a:lnTo>
                    <a:pt x="25290" y="61160"/>
                  </a:lnTo>
                  <a:lnTo>
                    <a:pt x="24514" y="61579"/>
                  </a:lnTo>
                  <a:lnTo>
                    <a:pt x="20936" y="63582"/>
                  </a:lnTo>
                  <a:lnTo>
                    <a:pt x="20240" y="63963"/>
                  </a:lnTo>
                  <a:lnTo>
                    <a:pt x="19403" y="64422"/>
                  </a:lnTo>
                  <a:lnTo>
                    <a:pt x="13891" y="67553"/>
                  </a:lnTo>
                  <a:lnTo>
                    <a:pt x="13603" y="67717"/>
                  </a:lnTo>
                  <a:lnTo>
                    <a:pt x="10438" y="6940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3" name="pg452"/>
            <p:cNvSpPr/>
            <p:nvPr/>
          </p:nvSpPr>
          <p:spPr>
            <a:xfrm>
              <a:off x="2782964" y="2260320"/>
              <a:ext cx="107516" cy="145726"/>
            </a:xfrm>
            <a:custGeom>
              <a:avLst/>
              <a:pathLst>
                <a:path w="107516" h="145726">
                  <a:moveTo>
                    <a:pt x="86727" y="104422"/>
                  </a:moveTo>
                  <a:lnTo>
                    <a:pt x="86224" y="105472"/>
                  </a:lnTo>
                  <a:lnTo>
                    <a:pt x="85824" y="106233"/>
                  </a:lnTo>
                  <a:lnTo>
                    <a:pt x="84883" y="108023"/>
                  </a:lnTo>
                  <a:lnTo>
                    <a:pt x="83848" y="109991"/>
                  </a:lnTo>
                  <a:lnTo>
                    <a:pt x="83263" y="111103"/>
                  </a:lnTo>
                  <a:lnTo>
                    <a:pt x="82484" y="112584"/>
                  </a:lnTo>
                  <a:lnTo>
                    <a:pt x="81522" y="115342"/>
                  </a:lnTo>
                  <a:lnTo>
                    <a:pt x="81110" y="116524"/>
                  </a:lnTo>
                  <a:lnTo>
                    <a:pt x="81020" y="116784"/>
                  </a:lnTo>
                  <a:lnTo>
                    <a:pt x="80160" y="119251"/>
                  </a:lnTo>
                  <a:lnTo>
                    <a:pt x="79292" y="121742"/>
                  </a:lnTo>
                  <a:lnTo>
                    <a:pt x="79171" y="122089"/>
                  </a:lnTo>
                  <a:lnTo>
                    <a:pt x="79102" y="122474"/>
                  </a:lnTo>
                  <a:lnTo>
                    <a:pt x="78796" y="124195"/>
                  </a:lnTo>
                  <a:lnTo>
                    <a:pt x="78331" y="126807"/>
                  </a:lnTo>
                  <a:lnTo>
                    <a:pt x="77999" y="128671"/>
                  </a:lnTo>
                  <a:lnTo>
                    <a:pt x="77101" y="133718"/>
                  </a:lnTo>
                  <a:lnTo>
                    <a:pt x="76769" y="133721"/>
                  </a:lnTo>
                  <a:lnTo>
                    <a:pt x="75812" y="133729"/>
                  </a:lnTo>
                  <a:lnTo>
                    <a:pt x="71321" y="133765"/>
                  </a:lnTo>
                  <a:lnTo>
                    <a:pt x="69726" y="132744"/>
                  </a:lnTo>
                  <a:lnTo>
                    <a:pt x="69062" y="132318"/>
                  </a:lnTo>
                  <a:lnTo>
                    <a:pt x="68524" y="131973"/>
                  </a:lnTo>
                  <a:lnTo>
                    <a:pt x="67340" y="131215"/>
                  </a:lnTo>
                  <a:lnTo>
                    <a:pt x="67180" y="131071"/>
                  </a:lnTo>
                  <a:lnTo>
                    <a:pt x="66676" y="130617"/>
                  </a:lnTo>
                  <a:lnTo>
                    <a:pt x="65722" y="129759"/>
                  </a:lnTo>
                  <a:lnTo>
                    <a:pt x="65301" y="129380"/>
                  </a:lnTo>
                  <a:lnTo>
                    <a:pt x="64820" y="129010"/>
                  </a:lnTo>
                  <a:lnTo>
                    <a:pt x="64205" y="128537"/>
                  </a:lnTo>
                  <a:lnTo>
                    <a:pt x="61234" y="126251"/>
                  </a:lnTo>
                  <a:lnTo>
                    <a:pt x="60750" y="125878"/>
                  </a:lnTo>
                  <a:lnTo>
                    <a:pt x="60579" y="125707"/>
                  </a:lnTo>
                  <a:lnTo>
                    <a:pt x="60244" y="125372"/>
                  </a:lnTo>
                  <a:lnTo>
                    <a:pt x="59902" y="125896"/>
                  </a:lnTo>
                  <a:lnTo>
                    <a:pt x="58179" y="128537"/>
                  </a:lnTo>
                  <a:lnTo>
                    <a:pt x="57322" y="129851"/>
                  </a:lnTo>
                  <a:lnTo>
                    <a:pt x="56865" y="130551"/>
                  </a:lnTo>
                  <a:lnTo>
                    <a:pt x="56775" y="130689"/>
                  </a:lnTo>
                  <a:lnTo>
                    <a:pt x="54877" y="133931"/>
                  </a:lnTo>
                  <a:lnTo>
                    <a:pt x="53989" y="135447"/>
                  </a:lnTo>
                  <a:lnTo>
                    <a:pt x="52475" y="137960"/>
                  </a:lnTo>
                  <a:lnTo>
                    <a:pt x="50998" y="140408"/>
                  </a:lnTo>
                  <a:lnTo>
                    <a:pt x="49723" y="142197"/>
                  </a:lnTo>
                  <a:lnTo>
                    <a:pt x="48864" y="143151"/>
                  </a:lnTo>
                  <a:lnTo>
                    <a:pt x="48505" y="143503"/>
                  </a:lnTo>
                  <a:lnTo>
                    <a:pt x="46238" y="145726"/>
                  </a:lnTo>
                  <a:lnTo>
                    <a:pt x="43460" y="143503"/>
                  </a:lnTo>
                  <a:lnTo>
                    <a:pt x="42785" y="142963"/>
                  </a:lnTo>
                  <a:lnTo>
                    <a:pt x="41071" y="141054"/>
                  </a:lnTo>
                  <a:lnTo>
                    <a:pt x="39407" y="139316"/>
                  </a:lnTo>
                  <a:lnTo>
                    <a:pt x="38096" y="137960"/>
                  </a:lnTo>
                  <a:lnTo>
                    <a:pt x="37441" y="137282"/>
                  </a:lnTo>
                  <a:lnTo>
                    <a:pt x="35148" y="134910"/>
                  </a:lnTo>
                  <a:lnTo>
                    <a:pt x="33878" y="133484"/>
                  </a:lnTo>
                  <a:lnTo>
                    <a:pt x="33165" y="132683"/>
                  </a:lnTo>
                  <a:lnTo>
                    <a:pt x="30361" y="129856"/>
                  </a:lnTo>
                  <a:lnTo>
                    <a:pt x="30081" y="129574"/>
                  </a:lnTo>
                  <a:lnTo>
                    <a:pt x="26850" y="125993"/>
                  </a:lnTo>
                  <a:lnTo>
                    <a:pt x="25848" y="124883"/>
                  </a:lnTo>
                  <a:lnTo>
                    <a:pt x="23358" y="122123"/>
                  </a:lnTo>
                  <a:lnTo>
                    <a:pt x="20791" y="119277"/>
                  </a:lnTo>
                  <a:lnTo>
                    <a:pt x="20144" y="118560"/>
                  </a:lnTo>
                  <a:lnTo>
                    <a:pt x="19972" y="118368"/>
                  </a:lnTo>
                  <a:lnTo>
                    <a:pt x="19821" y="118200"/>
                  </a:lnTo>
                  <a:lnTo>
                    <a:pt x="17962" y="116127"/>
                  </a:lnTo>
                  <a:lnTo>
                    <a:pt x="17758" y="115899"/>
                  </a:lnTo>
                  <a:lnTo>
                    <a:pt x="15750" y="113847"/>
                  </a:lnTo>
                  <a:lnTo>
                    <a:pt x="12115" y="109993"/>
                  </a:lnTo>
                  <a:lnTo>
                    <a:pt x="11629" y="109433"/>
                  </a:lnTo>
                  <a:lnTo>
                    <a:pt x="11236" y="109005"/>
                  </a:lnTo>
                  <a:lnTo>
                    <a:pt x="7942" y="105410"/>
                  </a:lnTo>
                  <a:lnTo>
                    <a:pt x="7398" y="104793"/>
                  </a:lnTo>
                  <a:lnTo>
                    <a:pt x="6937" y="105218"/>
                  </a:lnTo>
                  <a:lnTo>
                    <a:pt x="5213" y="103115"/>
                  </a:lnTo>
                  <a:lnTo>
                    <a:pt x="2612" y="100072"/>
                  </a:lnTo>
                  <a:lnTo>
                    <a:pt x="1034" y="98019"/>
                  </a:lnTo>
                  <a:lnTo>
                    <a:pt x="0" y="96286"/>
                  </a:lnTo>
                  <a:lnTo>
                    <a:pt x="1922" y="95250"/>
                  </a:lnTo>
                  <a:lnTo>
                    <a:pt x="5511" y="93314"/>
                  </a:lnTo>
                  <a:lnTo>
                    <a:pt x="6835" y="92601"/>
                  </a:lnTo>
                  <a:lnTo>
                    <a:pt x="7539" y="92221"/>
                  </a:lnTo>
                  <a:lnTo>
                    <a:pt x="8549" y="91677"/>
                  </a:lnTo>
                  <a:lnTo>
                    <a:pt x="11927" y="89855"/>
                  </a:lnTo>
                  <a:lnTo>
                    <a:pt x="22918" y="83295"/>
                  </a:lnTo>
                  <a:lnTo>
                    <a:pt x="23229" y="83109"/>
                  </a:lnTo>
                  <a:lnTo>
                    <a:pt x="28026" y="79584"/>
                  </a:lnTo>
                  <a:lnTo>
                    <a:pt x="28186" y="79443"/>
                  </a:lnTo>
                  <a:lnTo>
                    <a:pt x="32090" y="76008"/>
                  </a:lnTo>
                  <a:lnTo>
                    <a:pt x="32985" y="75220"/>
                  </a:lnTo>
                  <a:lnTo>
                    <a:pt x="39650" y="69356"/>
                  </a:lnTo>
                  <a:lnTo>
                    <a:pt x="48958" y="60987"/>
                  </a:lnTo>
                  <a:lnTo>
                    <a:pt x="52409" y="57885"/>
                  </a:lnTo>
                  <a:lnTo>
                    <a:pt x="57714" y="53115"/>
                  </a:lnTo>
                  <a:lnTo>
                    <a:pt x="61643" y="49583"/>
                  </a:lnTo>
                  <a:lnTo>
                    <a:pt x="63072" y="47910"/>
                  </a:lnTo>
                  <a:lnTo>
                    <a:pt x="65073" y="45567"/>
                  </a:lnTo>
                  <a:lnTo>
                    <a:pt x="66364" y="43465"/>
                  </a:lnTo>
                  <a:lnTo>
                    <a:pt x="74681" y="29912"/>
                  </a:lnTo>
                  <a:lnTo>
                    <a:pt x="74874" y="29626"/>
                  </a:lnTo>
                  <a:lnTo>
                    <a:pt x="75559" y="28608"/>
                  </a:lnTo>
                  <a:lnTo>
                    <a:pt x="76844" y="25801"/>
                  </a:lnTo>
                  <a:lnTo>
                    <a:pt x="79105" y="22040"/>
                  </a:lnTo>
                  <a:lnTo>
                    <a:pt x="80924" y="18860"/>
                  </a:lnTo>
                  <a:lnTo>
                    <a:pt x="81734" y="17639"/>
                  </a:lnTo>
                  <a:lnTo>
                    <a:pt x="84380" y="13648"/>
                  </a:lnTo>
                  <a:lnTo>
                    <a:pt x="88131" y="9236"/>
                  </a:lnTo>
                  <a:lnTo>
                    <a:pt x="89583" y="7531"/>
                  </a:lnTo>
                  <a:lnTo>
                    <a:pt x="89841" y="7303"/>
                  </a:lnTo>
                  <a:lnTo>
                    <a:pt x="92172" y="5243"/>
                  </a:lnTo>
                  <a:lnTo>
                    <a:pt x="96970" y="1323"/>
                  </a:lnTo>
                  <a:lnTo>
                    <a:pt x="98591" y="0"/>
                  </a:lnTo>
                  <a:lnTo>
                    <a:pt x="100032" y="3213"/>
                  </a:lnTo>
                  <a:lnTo>
                    <a:pt x="100452" y="4150"/>
                  </a:lnTo>
                  <a:lnTo>
                    <a:pt x="100657" y="7534"/>
                  </a:lnTo>
                  <a:lnTo>
                    <a:pt x="100687" y="8041"/>
                  </a:lnTo>
                  <a:lnTo>
                    <a:pt x="100847" y="10680"/>
                  </a:lnTo>
                  <a:lnTo>
                    <a:pt x="101326" y="18611"/>
                  </a:lnTo>
                  <a:lnTo>
                    <a:pt x="101354" y="19071"/>
                  </a:lnTo>
                  <a:lnTo>
                    <a:pt x="101496" y="21420"/>
                  </a:lnTo>
                  <a:lnTo>
                    <a:pt x="101576" y="22204"/>
                  </a:lnTo>
                  <a:lnTo>
                    <a:pt x="101118" y="25310"/>
                  </a:lnTo>
                  <a:lnTo>
                    <a:pt x="100875" y="26029"/>
                  </a:lnTo>
                  <a:lnTo>
                    <a:pt x="100681" y="26603"/>
                  </a:lnTo>
                  <a:lnTo>
                    <a:pt x="100546" y="27004"/>
                  </a:lnTo>
                  <a:lnTo>
                    <a:pt x="100245" y="27896"/>
                  </a:lnTo>
                  <a:lnTo>
                    <a:pt x="103994" y="28836"/>
                  </a:lnTo>
                  <a:lnTo>
                    <a:pt x="105782" y="30869"/>
                  </a:lnTo>
                  <a:lnTo>
                    <a:pt x="106559" y="31288"/>
                  </a:lnTo>
                  <a:lnTo>
                    <a:pt x="106674" y="32472"/>
                  </a:lnTo>
                  <a:lnTo>
                    <a:pt x="106719" y="32940"/>
                  </a:lnTo>
                  <a:lnTo>
                    <a:pt x="107516" y="41181"/>
                  </a:lnTo>
                  <a:lnTo>
                    <a:pt x="107399" y="42403"/>
                  </a:lnTo>
                  <a:lnTo>
                    <a:pt x="107038" y="46191"/>
                  </a:lnTo>
                  <a:lnTo>
                    <a:pt x="106596" y="48096"/>
                  </a:lnTo>
                  <a:lnTo>
                    <a:pt x="106496" y="48529"/>
                  </a:lnTo>
                  <a:lnTo>
                    <a:pt x="105857" y="51281"/>
                  </a:lnTo>
                  <a:lnTo>
                    <a:pt x="105788" y="51576"/>
                  </a:lnTo>
                  <a:lnTo>
                    <a:pt x="105533" y="52676"/>
                  </a:lnTo>
                  <a:lnTo>
                    <a:pt x="105488" y="52870"/>
                  </a:lnTo>
                  <a:lnTo>
                    <a:pt x="105372" y="53238"/>
                  </a:lnTo>
                  <a:lnTo>
                    <a:pt x="104536" y="55906"/>
                  </a:lnTo>
                  <a:lnTo>
                    <a:pt x="104453" y="56169"/>
                  </a:lnTo>
                  <a:lnTo>
                    <a:pt x="104287" y="56699"/>
                  </a:lnTo>
                  <a:lnTo>
                    <a:pt x="103516" y="59155"/>
                  </a:lnTo>
                  <a:lnTo>
                    <a:pt x="101656" y="65085"/>
                  </a:lnTo>
                  <a:lnTo>
                    <a:pt x="100434" y="69071"/>
                  </a:lnTo>
                  <a:lnTo>
                    <a:pt x="98751" y="74563"/>
                  </a:lnTo>
                  <a:lnTo>
                    <a:pt x="98033" y="76905"/>
                  </a:lnTo>
                  <a:lnTo>
                    <a:pt x="97471" y="78321"/>
                  </a:lnTo>
                  <a:lnTo>
                    <a:pt x="96663" y="80355"/>
                  </a:lnTo>
                  <a:lnTo>
                    <a:pt x="96308" y="81247"/>
                  </a:lnTo>
                  <a:lnTo>
                    <a:pt x="95861" y="82374"/>
                  </a:lnTo>
                  <a:lnTo>
                    <a:pt x="94693" y="85314"/>
                  </a:lnTo>
                  <a:lnTo>
                    <a:pt x="94402" y="86120"/>
                  </a:lnTo>
                  <a:lnTo>
                    <a:pt x="92939" y="90174"/>
                  </a:lnTo>
                  <a:lnTo>
                    <a:pt x="92841" y="90445"/>
                  </a:lnTo>
                  <a:lnTo>
                    <a:pt x="92587" y="91150"/>
                  </a:lnTo>
                  <a:lnTo>
                    <a:pt x="91805" y="93315"/>
                  </a:lnTo>
                  <a:lnTo>
                    <a:pt x="91055" y="95393"/>
                  </a:lnTo>
                  <a:lnTo>
                    <a:pt x="90988" y="95534"/>
                  </a:lnTo>
                  <a:lnTo>
                    <a:pt x="90171" y="97239"/>
                  </a:lnTo>
                  <a:lnTo>
                    <a:pt x="89852" y="97904"/>
                  </a:lnTo>
                  <a:lnTo>
                    <a:pt x="89148" y="9937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4" name="pg453"/>
            <p:cNvSpPr/>
            <p:nvPr/>
          </p:nvSpPr>
          <p:spPr>
            <a:xfrm>
              <a:off x="2750684" y="2356609"/>
              <a:ext cx="113122" cy="106610"/>
            </a:xfrm>
            <a:custGeom>
              <a:avLst/>
              <a:pathLst>
                <a:path w="113122" h="106610">
                  <a:moveTo>
                    <a:pt x="37493" y="6826"/>
                  </a:moveTo>
                  <a:lnTo>
                    <a:pt x="39217" y="8929"/>
                  </a:lnTo>
                  <a:lnTo>
                    <a:pt x="39678" y="8504"/>
                  </a:lnTo>
                  <a:lnTo>
                    <a:pt x="40300" y="9209"/>
                  </a:lnTo>
                  <a:lnTo>
                    <a:pt x="43516" y="12716"/>
                  </a:lnTo>
                  <a:lnTo>
                    <a:pt x="43989" y="13237"/>
                  </a:lnTo>
                  <a:lnTo>
                    <a:pt x="44395" y="13704"/>
                  </a:lnTo>
                  <a:lnTo>
                    <a:pt x="48030" y="17558"/>
                  </a:lnTo>
                  <a:lnTo>
                    <a:pt x="50038" y="19610"/>
                  </a:lnTo>
                  <a:lnTo>
                    <a:pt x="50242" y="19838"/>
                  </a:lnTo>
                  <a:lnTo>
                    <a:pt x="52101" y="21911"/>
                  </a:lnTo>
                  <a:lnTo>
                    <a:pt x="52252" y="22079"/>
                  </a:lnTo>
                  <a:lnTo>
                    <a:pt x="52424" y="22271"/>
                  </a:lnTo>
                  <a:lnTo>
                    <a:pt x="53071" y="22988"/>
                  </a:lnTo>
                  <a:lnTo>
                    <a:pt x="55638" y="25834"/>
                  </a:lnTo>
                  <a:lnTo>
                    <a:pt x="58128" y="28594"/>
                  </a:lnTo>
                  <a:lnTo>
                    <a:pt x="59131" y="29705"/>
                  </a:lnTo>
                  <a:lnTo>
                    <a:pt x="62361" y="33285"/>
                  </a:lnTo>
                  <a:lnTo>
                    <a:pt x="62722" y="33649"/>
                  </a:lnTo>
                  <a:lnTo>
                    <a:pt x="65612" y="36581"/>
                  </a:lnTo>
                  <a:lnTo>
                    <a:pt x="66158" y="37195"/>
                  </a:lnTo>
                  <a:lnTo>
                    <a:pt x="67428" y="38621"/>
                  </a:lnTo>
                  <a:lnTo>
                    <a:pt x="69721" y="40993"/>
                  </a:lnTo>
                  <a:lnTo>
                    <a:pt x="70376" y="41671"/>
                  </a:lnTo>
                  <a:lnTo>
                    <a:pt x="71687" y="43027"/>
                  </a:lnTo>
                  <a:lnTo>
                    <a:pt x="73351" y="44765"/>
                  </a:lnTo>
                  <a:lnTo>
                    <a:pt x="75065" y="46674"/>
                  </a:lnTo>
                  <a:lnTo>
                    <a:pt x="75740" y="47214"/>
                  </a:lnTo>
                  <a:lnTo>
                    <a:pt x="78518" y="49437"/>
                  </a:lnTo>
                  <a:lnTo>
                    <a:pt x="80785" y="47214"/>
                  </a:lnTo>
                  <a:lnTo>
                    <a:pt x="81144" y="46862"/>
                  </a:lnTo>
                  <a:lnTo>
                    <a:pt x="82003" y="45908"/>
                  </a:lnTo>
                  <a:lnTo>
                    <a:pt x="83278" y="44119"/>
                  </a:lnTo>
                  <a:lnTo>
                    <a:pt x="84755" y="41671"/>
                  </a:lnTo>
                  <a:lnTo>
                    <a:pt x="86342" y="39034"/>
                  </a:lnTo>
                  <a:lnTo>
                    <a:pt x="87157" y="37642"/>
                  </a:lnTo>
                  <a:lnTo>
                    <a:pt x="89055" y="34400"/>
                  </a:lnTo>
                  <a:lnTo>
                    <a:pt x="89145" y="34262"/>
                  </a:lnTo>
                  <a:lnTo>
                    <a:pt x="89602" y="33562"/>
                  </a:lnTo>
                  <a:lnTo>
                    <a:pt x="90459" y="32248"/>
                  </a:lnTo>
                  <a:lnTo>
                    <a:pt x="92182" y="29607"/>
                  </a:lnTo>
                  <a:lnTo>
                    <a:pt x="92524" y="29083"/>
                  </a:lnTo>
                  <a:lnTo>
                    <a:pt x="92859" y="29418"/>
                  </a:lnTo>
                  <a:lnTo>
                    <a:pt x="93031" y="29589"/>
                  </a:lnTo>
                  <a:lnTo>
                    <a:pt x="93514" y="29962"/>
                  </a:lnTo>
                  <a:lnTo>
                    <a:pt x="96485" y="32248"/>
                  </a:lnTo>
                  <a:lnTo>
                    <a:pt x="97100" y="32721"/>
                  </a:lnTo>
                  <a:lnTo>
                    <a:pt x="97691" y="33190"/>
                  </a:lnTo>
                  <a:lnTo>
                    <a:pt x="98002" y="33470"/>
                  </a:lnTo>
                  <a:lnTo>
                    <a:pt x="98956" y="34328"/>
                  </a:lnTo>
                  <a:lnTo>
                    <a:pt x="99460" y="34782"/>
                  </a:lnTo>
                  <a:lnTo>
                    <a:pt x="99620" y="34926"/>
                  </a:lnTo>
                  <a:lnTo>
                    <a:pt x="100804" y="35684"/>
                  </a:lnTo>
                  <a:lnTo>
                    <a:pt x="101342" y="36029"/>
                  </a:lnTo>
                  <a:lnTo>
                    <a:pt x="102006" y="36455"/>
                  </a:lnTo>
                  <a:lnTo>
                    <a:pt x="103601" y="37476"/>
                  </a:lnTo>
                  <a:lnTo>
                    <a:pt x="108092" y="37440"/>
                  </a:lnTo>
                  <a:lnTo>
                    <a:pt x="109049" y="37432"/>
                  </a:lnTo>
                  <a:lnTo>
                    <a:pt x="109381" y="37429"/>
                  </a:lnTo>
                  <a:lnTo>
                    <a:pt x="110499" y="45436"/>
                  </a:lnTo>
                  <a:lnTo>
                    <a:pt x="110573" y="46004"/>
                  </a:lnTo>
                  <a:lnTo>
                    <a:pt x="110792" y="47684"/>
                  </a:lnTo>
                  <a:lnTo>
                    <a:pt x="110809" y="47821"/>
                  </a:lnTo>
                  <a:lnTo>
                    <a:pt x="111038" y="49575"/>
                  </a:lnTo>
                  <a:lnTo>
                    <a:pt x="111676" y="54473"/>
                  </a:lnTo>
                  <a:lnTo>
                    <a:pt x="111895" y="56160"/>
                  </a:lnTo>
                  <a:lnTo>
                    <a:pt x="111993" y="56910"/>
                  </a:lnTo>
                  <a:lnTo>
                    <a:pt x="112291" y="59201"/>
                  </a:lnTo>
                  <a:lnTo>
                    <a:pt x="112695" y="61863"/>
                  </a:lnTo>
                  <a:lnTo>
                    <a:pt x="112847" y="62865"/>
                  </a:lnTo>
                  <a:lnTo>
                    <a:pt x="113071" y="64841"/>
                  </a:lnTo>
                  <a:lnTo>
                    <a:pt x="113122" y="65140"/>
                  </a:lnTo>
                  <a:lnTo>
                    <a:pt x="110601" y="65441"/>
                  </a:lnTo>
                  <a:lnTo>
                    <a:pt x="105265" y="66079"/>
                  </a:lnTo>
                  <a:lnTo>
                    <a:pt x="101626" y="66576"/>
                  </a:lnTo>
                  <a:lnTo>
                    <a:pt x="101067" y="66652"/>
                  </a:lnTo>
                  <a:lnTo>
                    <a:pt x="100745" y="66696"/>
                  </a:lnTo>
                  <a:lnTo>
                    <a:pt x="100453" y="66736"/>
                  </a:lnTo>
                  <a:lnTo>
                    <a:pt x="100295" y="66757"/>
                  </a:lnTo>
                  <a:lnTo>
                    <a:pt x="100082" y="66786"/>
                  </a:lnTo>
                  <a:lnTo>
                    <a:pt x="93020" y="66928"/>
                  </a:lnTo>
                  <a:lnTo>
                    <a:pt x="92094" y="66946"/>
                  </a:lnTo>
                  <a:lnTo>
                    <a:pt x="91945" y="66883"/>
                  </a:lnTo>
                  <a:lnTo>
                    <a:pt x="91786" y="66815"/>
                  </a:lnTo>
                  <a:lnTo>
                    <a:pt x="91266" y="66594"/>
                  </a:lnTo>
                  <a:lnTo>
                    <a:pt x="88158" y="65266"/>
                  </a:lnTo>
                  <a:lnTo>
                    <a:pt x="86832" y="64446"/>
                  </a:lnTo>
                  <a:lnTo>
                    <a:pt x="85555" y="63656"/>
                  </a:lnTo>
                  <a:lnTo>
                    <a:pt x="84777" y="64491"/>
                  </a:lnTo>
                  <a:lnTo>
                    <a:pt x="82711" y="66707"/>
                  </a:lnTo>
                  <a:lnTo>
                    <a:pt x="80588" y="69006"/>
                  </a:lnTo>
                  <a:lnTo>
                    <a:pt x="80462" y="69143"/>
                  </a:lnTo>
                  <a:lnTo>
                    <a:pt x="79793" y="69829"/>
                  </a:lnTo>
                  <a:lnTo>
                    <a:pt x="79407" y="70225"/>
                  </a:lnTo>
                  <a:lnTo>
                    <a:pt x="78976" y="70668"/>
                  </a:lnTo>
                  <a:lnTo>
                    <a:pt x="81095" y="74629"/>
                  </a:lnTo>
                  <a:lnTo>
                    <a:pt x="81239" y="74898"/>
                  </a:lnTo>
                  <a:lnTo>
                    <a:pt x="81437" y="75268"/>
                  </a:lnTo>
                  <a:lnTo>
                    <a:pt x="81755" y="75900"/>
                  </a:lnTo>
                  <a:lnTo>
                    <a:pt x="81878" y="76145"/>
                  </a:lnTo>
                  <a:lnTo>
                    <a:pt x="78630" y="78370"/>
                  </a:lnTo>
                  <a:lnTo>
                    <a:pt x="76145" y="80267"/>
                  </a:lnTo>
                  <a:lnTo>
                    <a:pt x="71448" y="83824"/>
                  </a:lnTo>
                  <a:lnTo>
                    <a:pt x="70226" y="84811"/>
                  </a:lnTo>
                  <a:lnTo>
                    <a:pt x="69968" y="85019"/>
                  </a:lnTo>
                  <a:lnTo>
                    <a:pt x="69189" y="85648"/>
                  </a:lnTo>
                  <a:lnTo>
                    <a:pt x="67207" y="87248"/>
                  </a:lnTo>
                  <a:lnTo>
                    <a:pt x="66584" y="87744"/>
                  </a:lnTo>
                  <a:lnTo>
                    <a:pt x="65029" y="88984"/>
                  </a:lnTo>
                  <a:lnTo>
                    <a:pt x="64875" y="89107"/>
                  </a:lnTo>
                  <a:lnTo>
                    <a:pt x="64400" y="89486"/>
                  </a:lnTo>
                  <a:lnTo>
                    <a:pt x="62768" y="90787"/>
                  </a:lnTo>
                  <a:lnTo>
                    <a:pt x="61916" y="91423"/>
                  </a:lnTo>
                  <a:lnTo>
                    <a:pt x="61696" y="91587"/>
                  </a:lnTo>
                  <a:lnTo>
                    <a:pt x="61041" y="92075"/>
                  </a:lnTo>
                  <a:lnTo>
                    <a:pt x="58722" y="93804"/>
                  </a:lnTo>
                  <a:lnTo>
                    <a:pt x="58270" y="94140"/>
                  </a:lnTo>
                  <a:lnTo>
                    <a:pt x="56688" y="95319"/>
                  </a:lnTo>
                  <a:lnTo>
                    <a:pt x="56483" y="95472"/>
                  </a:lnTo>
                  <a:lnTo>
                    <a:pt x="55269" y="96377"/>
                  </a:lnTo>
                  <a:lnTo>
                    <a:pt x="53488" y="97704"/>
                  </a:lnTo>
                  <a:lnTo>
                    <a:pt x="52895" y="98146"/>
                  </a:lnTo>
                  <a:lnTo>
                    <a:pt x="52096" y="98742"/>
                  </a:lnTo>
                  <a:lnTo>
                    <a:pt x="50657" y="99814"/>
                  </a:lnTo>
                  <a:lnTo>
                    <a:pt x="49927" y="100358"/>
                  </a:lnTo>
                  <a:lnTo>
                    <a:pt x="48495" y="101426"/>
                  </a:lnTo>
                  <a:lnTo>
                    <a:pt x="46994" y="102544"/>
                  </a:lnTo>
                  <a:lnTo>
                    <a:pt x="42210" y="106111"/>
                  </a:lnTo>
                  <a:lnTo>
                    <a:pt x="41595" y="106610"/>
                  </a:lnTo>
                  <a:lnTo>
                    <a:pt x="41451" y="106429"/>
                  </a:lnTo>
                  <a:lnTo>
                    <a:pt x="39621" y="104134"/>
                  </a:lnTo>
                  <a:lnTo>
                    <a:pt x="39205" y="103612"/>
                  </a:lnTo>
                  <a:lnTo>
                    <a:pt x="37109" y="100985"/>
                  </a:lnTo>
                  <a:lnTo>
                    <a:pt x="36013" y="99611"/>
                  </a:lnTo>
                  <a:lnTo>
                    <a:pt x="34017" y="97108"/>
                  </a:lnTo>
                  <a:lnTo>
                    <a:pt x="33330" y="96247"/>
                  </a:lnTo>
                  <a:lnTo>
                    <a:pt x="33131" y="95997"/>
                  </a:lnTo>
                  <a:lnTo>
                    <a:pt x="31696" y="94198"/>
                  </a:lnTo>
                  <a:lnTo>
                    <a:pt x="30433" y="92614"/>
                  </a:lnTo>
                  <a:lnTo>
                    <a:pt x="29993" y="92063"/>
                  </a:lnTo>
                  <a:lnTo>
                    <a:pt x="29776" y="91791"/>
                  </a:lnTo>
                  <a:lnTo>
                    <a:pt x="29329" y="91223"/>
                  </a:lnTo>
                  <a:lnTo>
                    <a:pt x="27462" y="88853"/>
                  </a:lnTo>
                  <a:lnTo>
                    <a:pt x="27292" y="88636"/>
                  </a:lnTo>
                  <a:lnTo>
                    <a:pt x="24960" y="85675"/>
                  </a:lnTo>
                  <a:lnTo>
                    <a:pt x="23711" y="84111"/>
                  </a:lnTo>
                  <a:lnTo>
                    <a:pt x="23275" y="83581"/>
                  </a:lnTo>
                  <a:lnTo>
                    <a:pt x="21507" y="81433"/>
                  </a:lnTo>
                  <a:lnTo>
                    <a:pt x="21182" y="81046"/>
                  </a:lnTo>
                  <a:lnTo>
                    <a:pt x="20807" y="80599"/>
                  </a:lnTo>
                  <a:lnTo>
                    <a:pt x="20656" y="80420"/>
                  </a:lnTo>
                  <a:lnTo>
                    <a:pt x="20457" y="80183"/>
                  </a:lnTo>
                  <a:lnTo>
                    <a:pt x="19087" y="78518"/>
                  </a:lnTo>
                  <a:lnTo>
                    <a:pt x="18823" y="78198"/>
                  </a:lnTo>
                  <a:lnTo>
                    <a:pt x="16718" y="75641"/>
                  </a:lnTo>
                  <a:lnTo>
                    <a:pt x="16538" y="75422"/>
                  </a:lnTo>
                  <a:lnTo>
                    <a:pt x="16218" y="75034"/>
                  </a:lnTo>
                  <a:lnTo>
                    <a:pt x="15393" y="74031"/>
                  </a:lnTo>
                  <a:lnTo>
                    <a:pt x="14412" y="72840"/>
                  </a:lnTo>
                  <a:lnTo>
                    <a:pt x="14294" y="72666"/>
                  </a:lnTo>
                  <a:lnTo>
                    <a:pt x="13969" y="72187"/>
                  </a:lnTo>
                  <a:lnTo>
                    <a:pt x="12650" y="70246"/>
                  </a:lnTo>
                  <a:lnTo>
                    <a:pt x="12208" y="69595"/>
                  </a:lnTo>
                  <a:lnTo>
                    <a:pt x="11635" y="68751"/>
                  </a:lnTo>
                  <a:lnTo>
                    <a:pt x="10876" y="67633"/>
                  </a:lnTo>
                  <a:lnTo>
                    <a:pt x="10553" y="67157"/>
                  </a:lnTo>
                  <a:lnTo>
                    <a:pt x="9897" y="66336"/>
                  </a:lnTo>
                  <a:lnTo>
                    <a:pt x="9494" y="65995"/>
                  </a:lnTo>
                  <a:lnTo>
                    <a:pt x="9360" y="65881"/>
                  </a:lnTo>
                  <a:lnTo>
                    <a:pt x="8986" y="65565"/>
                  </a:lnTo>
                  <a:lnTo>
                    <a:pt x="8683" y="65308"/>
                  </a:lnTo>
                  <a:lnTo>
                    <a:pt x="8188" y="64889"/>
                  </a:lnTo>
                  <a:lnTo>
                    <a:pt x="7933" y="64673"/>
                  </a:lnTo>
                  <a:lnTo>
                    <a:pt x="7213" y="64063"/>
                  </a:lnTo>
                  <a:lnTo>
                    <a:pt x="6855" y="63644"/>
                  </a:lnTo>
                  <a:lnTo>
                    <a:pt x="6609" y="63356"/>
                  </a:lnTo>
                  <a:lnTo>
                    <a:pt x="6210" y="62889"/>
                  </a:lnTo>
                  <a:lnTo>
                    <a:pt x="5953" y="62588"/>
                  </a:lnTo>
                  <a:lnTo>
                    <a:pt x="5481" y="62035"/>
                  </a:lnTo>
                  <a:lnTo>
                    <a:pt x="4897" y="61351"/>
                  </a:lnTo>
                  <a:lnTo>
                    <a:pt x="4558" y="60954"/>
                  </a:lnTo>
                  <a:lnTo>
                    <a:pt x="4222" y="60560"/>
                  </a:lnTo>
                  <a:lnTo>
                    <a:pt x="3577" y="59788"/>
                  </a:lnTo>
                  <a:lnTo>
                    <a:pt x="3417" y="59597"/>
                  </a:lnTo>
                  <a:lnTo>
                    <a:pt x="2725" y="58770"/>
                  </a:lnTo>
                  <a:lnTo>
                    <a:pt x="1842" y="57715"/>
                  </a:lnTo>
                  <a:lnTo>
                    <a:pt x="1565" y="57383"/>
                  </a:lnTo>
                  <a:lnTo>
                    <a:pt x="1443" y="57167"/>
                  </a:lnTo>
                  <a:lnTo>
                    <a:pt x="921" y="56238"/>
                  </a:lnTo>
                  <a:lnTo>
                    <a:pt x="0" y="55577"/>
                  </a:lnTo>
                  <a:lnTo>
                    <a:pt x="1006" y="54042"/>
                  </a:lnTo>
                  <a:lnTo>
                    <a:pt x="1236" y="53641"/>
                  </a:lnTo>
                  <a:lnTo>
                    <a:pt x="1753" y="52739"/>
                  </a:lnTo>
                  <a:lnTo>
                    <a:pt x="5153" y="44809"/>
                  </a:lnTo>
                  <a:lnTo>
                    <a:pt x="5316" y="43993"/>
                  </a:lnTo>
                  <a:lnTo>
                    <a:pt x="5707" y="42036"/>
                  </a:lnTo>
                  <a:lnTo>
                    <a:pt x="5914" y="40015"/>
                  </a:lnTo>
                  <a:lnTo>
                    <a:pt x="5961" y="39558"/>
                  </a:lnTo>
                  <a:lnTo>
                    <a:pt x="6028" y="34628"/>
                  </a:lnTo>
                  <a:lnTo>
                    <a:pt x="6101" y="29246"/>
                  </a:lnTo>
                  <a:lnTo>
                    <a:pt x="6120" y="27843"/>
                  </a:lnTo>
                  <a:lnTo>
                    <a:pt x="6279" y="26217"/>
                  </a:lnTo>
                  <a:lnTo>
                    <a:pt x="6655" y="22536"/>
                  </a:lnTo>
                  <a:lnTo>
                    <a:pt x="7153" y="21358"/>
                  </a:lnTo>
                  <a:lnTo>
                    <a:pt x="8071" y="19182"/>
                  </a:lnTo>
                  <a:lnTo>
                    <a:pt x="10476" y="16617"/>
                  </a:lnTo>
                  <a:lnTo>
                    <a:pt x="12258" y="14714"/>
                  </a:lnTo>
                  <a:lnTo>
                    <a:pt x="12632" y="14274"/>
                  </a:lnTo>
                  <a:lnTo>
                    <a:pt x="14847" y="12527"/>
                  </a:lnTo>
                  <a:lnTo>
                    <a:pt x="17142" y="10717"/>
                  </a:lnTo>
                  <a:lnTo>
                    <a:pt x="20382" y="8176"/>
                  </a:lnTo>
                  <a:lnTo>
                    <a:pt x="21951" y="7068"/>
                  </a:lnTo>
                  <a:lnTo>
                    <a:pt x="23622" y="5889"/>
                  </a:lnTo>
                  <a:lnTo>
                    <a:pt x="28231" y="2527"/>
                  </a:lnTo>
                  <a:lnTo>
                    <a:pt x="32281" y="0"/>
                  </a:lnTo>
                  <a:lnTo>
                    <a:pt x="33314" y="1730"/>
                  </a:lnTo>
                  <a:lnTo>
                    <a:pt x="34892" y="378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5" name="pg454"/>
            <p:cNvSpPr/>
            <p:nvPr/>
          </p:nvSpPr>
          <p:spPr>
            <a:xfrm>
              <a:off x="2667304" y="2412188"/>
              <a:ext cx="113157" cy="117043"/>
            </a:xfrm>
            <a:custGeom>
              <a:avLst/>
              <a:pathLst>
                <a:path w="113157" h="117043">
                  <a:moveTo>
                    <a:pt x="94049" y="11749"/>
                  </a:moveTo>
                  <a:lnTo>
                    <a:pt x="94329" y="12161"/>
                  </a:lnTo>
                  <a:lnTo>
                    <a:pt x="95108" y="13308"/>
                  </a:lnTo>
                  <a:lnTo>
                    <a:pt x="95589" y="14016"/>
                  </a:lnTo>
                  <a:lnTo>
                    <a:pt x="96031" y="14667"/>
                  </a:lnTo>
                  <a:lnTo>
                    <a:pt x="97349" y="16609"/>
                  </a:lnTo>
                  <a:lnTo>
                    <a:pt x="97674" y="17088"/>
                  </a:lnTo>
                  <a:lnTo>
                    <a:pt x="97792" y="17261"/>
                  </a:lnTo>
                  <a:lnTo>
                    <a:pt x="98773" y="18453"/>
                  </a:lnTo>
                  <a:lnTo>
                    <a:pt x="99598" y="19455"/>
                  </a:lnTo>
                  <a:lnTo>
                    <a:pt x="99918" y="19844"/>
                  </a:lnTo>
                  <a:lnTo>
                    <a:pt x="100098" y="20062"/>
                  </a:lnTo>
                  <a:lnTo>
                    <a:pt x="102203" y="22619"/>
                  </a:lnTo>
                  <a:lnTo>
                    <a:pt x="102467" y="22940"/>
                  </a:lnTo>
                  <a:lnTo>
                    <a:pt x="103838" y="24604"/>
                  </a:lnTo>
                  <a:lnTo>
                    <a:pt x="104036" y="24841"/>
                  </a:lnTo>
                  <a:lnTo>
                    <a:pt x="104187" y="25020"/>
                  </a:lnTo>
                  <a:lnTo>
                    <a:pt x="104562" y="25467"/>
                  </a:lnTo>
                  <a:lnTo>
                    <a:pt x="104988" y="25975"/>
                  </a:lnTo>
                  <a:lnTo>
                    <a:pt x="106655" y="28002"/>
                  </a:lnTo>
                  <a:lnTo>
                    <a:pt x="107498" y="29027"/>
                  </a:lnTo>
                  <a:lnTo>
                    <a:pt x="108340" y="30097"/>
                  </a:lnTo>
                  <a:lnTo>
                    <a:pt x="110672" y="33058"/>
                  </a:lnTo>
                  <a:lnTo>
                    <a:pt x="110843" y="33274"/>
                  </a:lnTo>
                  <a:lnTo>
                    <a:pt x="112709" y="35645"/>
                  </a:lnTo>
                  <a:lnTo>
                    <a:pt x="113157" y="36213"/>
                  </a:lnTo>
                  <a:lnTo>
                    <a:pt x="112755" y="36484"/>
                  </a:lnTo>
                  <a:lnTo>
                    <a:pt x="112475" y="36673"/>
                  </a:lnTo>
                  <a:lnTo>
                    <a:pt x="112098" y="36928"/>
                  </a:lnTo>
                  <a:lnTo>
                    <a:pt x="111167" y="37597"/>
                  </a:lnTo>
                  <a:lnTo>
                    <a:pt x="110863" y="37815"/>
                  </a:lnTo>
                  <a:lnTo>
                    <a:pt x="110344" y="38212"/>
                  </a:lnTo>
                  <a:lnTo>
                    <a:pt x="107595" y="40313"/>
                  </a:lnTo>
                  <a:lnTo>
                    <a:pt x="106892" y="40801"/>
                  </a:lnTo>
                  <a:lnTo>
                    <a:pt x="106564" y="41025"/>
                  </a:lnTo>
                  <a:lnTo>
                    <a:pt x="106351" y="41190"/>
                  </a:lnTo>
                  <a:lnTo>
                    <a:pt x="105706" y="41690"/>
                  </a:lnTo>
                  <a:lnTo>
                    <a:pt x="103685" y="43256"/>
                  </a:lnTo>
                  <a:lnTo>
                    <a:pt x="102088" y="44476"/>
                  </a:lnTo>
                  <a:lnTo>
                    <a:pt x="101431" y="44977"/>
                  </a:lnTo>
                  <a:lnTo>
                    <a:pt x="101291" y="45085"/>
                  </a:lnTo>
                  <a:lnTo>
                    <a:pt x="100575" y="45681"/>
                  </a:lnTo>
                  <a:lnTo>
                    <a:pt x="99808" y="46350"/>
                  </a:lnTo>
                  <a:lnTo>
                    <a:pt x="97365" y="48481"/>
                  </a:lnTo>
                  <a:lnTo>
                    <a:pt x="96593" y="49155"/>
                  </a:lnTo>
                  <a:lnTo>
                    <a:pt x="95087" y="50366"/>
                  </a:lnTo>
                  <a:lnTo>
                    <a:pt x="94313" y="50989"/>
                  </a:lnTo>
                  <a:lnTo>
                    <a:pt x="92701" y="52253"/>
                  </a:lnTo>
                  <a:lnTo>
                    <a:pt x="90528" y="53958"/>
                  </a:lnTo>
                  <a:lnTo>
                    <a:pt x="89343" y="54888"/>
                  </a:lnTo>
                  <a:lnTo>
                    <a:pt x="88587" y="55481"/>
                  </a:lnTo>
                  <a:lnTo>
                    <a:pt x="87951" y="55980"/>
                  </a:lnTo>
                  <a:lnTo>
                    <a:pt x="85667" y="57772"/>
                  </a:lnTo>
                  <a:lnTo>
                    <a:pt x="84830" y="58429"/>
                  </a:lnTo>
                  <a:lnTo>
                    <a:pt x="86545" y="60561"/>
                  </a:lnTo>
                  <a:lnTo>
                    <a:pt x="83814" y="62874"/>
                  </a:lnTo>
                  <a:lnTo>
                    <a:pt x="82385" y="64086"/>
                  </a:lnTo>
                  <a:lnTo>
                    <a:pt x="82075" y="64169"/>
                  </a:lnTo>
                  <a:lnTo>
                    <a:pt x="81772" y="63802"/>
                  </a:lnTo>
                  <a:lnTo>
                    <a:pt x="80574" y="64804"/>
                  </a:lnTo>
                  <a:lnTo>
                    <a:pt x="80083" y="65215"/>
                  </a:lnTo>
                  <a:lnTo>
                    <a:pt x="79139" y="66004"/>
                  </a:lnTo>
                  <a:lnTo>
                    <a:pt x="78047" y="66918"/>
                  </a:lnTo>
                  <a:lnTo>
                    <a:pt x="77067" y="67739"/>
                  </a:lnTo>
                  <a:lnTo>
                    <a:pt x="76801" y="67961"/>
                  </a:lnTo>
                  <a:lnTo>
                    <a:pt x="77565" y="68855"/>
                  </a:lnTo>
                  <a:lnTo>
                    <a:pt x="78064" y="69439"/>
                  </a:lnTo>
                  <a:lnTo>
                    <a:pt x="78731" y="70219"/>
                  </a:lnTo>
                  <a:lnTo>
                    <a:pt x="78691" y="71319"/>
                  </a:lnTo>
                  <a:lnTo>
                    <a:pt x="78671" y="71556"/>
                  </a:lnTo>
                  <a:lnTo>
                    <a:pt x="78631" y="72035"/>
                  </a:lnTo>
                  <a:lnTo>
                    <a:pt x="78571" y="72888"/>
                  </a:lnTo>
                  <a:lnTo>
                    <a:pt x="78541" y="73317"/>
                  </a:lnTo>
                  <a:lnTo>
                    <a:pt x="78442" y="74088"/>
                  </a:lnTo>
                  <a:lnTo>
                    <a:pt x="78276" y="75364"/>
                  </a:lnTo>
                  <a:lnTo>
                    <a:pt x="79880" y="75491"/>
                  </a:lnTo>
                  <a:lnTo>
                    <a:pt x="80449" y="75605"/>
                  </a:lnTo>
                  <a:lnTo>
                    <a:pt x="85090" y="76539"/>
                  </a:lnTo>
                  <a:lnTo>
                    <a:pt x="85523" y="76627"/>
                  </a:lnTo>
                  <a:lnTo>
                    <a:pt x="86710" y="76866"/>
                  </a:lnTo>
                  <a:lnTo>
                    <a:pt x="88376" y="77088"/>
                  </a:lnTo>
                  <a:lnTo>
                    <a:pt x="91030" y="77443"/>
                  </a:lnTo>
                  <a:lnTo>
                    <a:pt x="87280" y="80272"/>
                  </a:lnTo>
                  <a:lnTo>
                    <a:pt x="86947" y="80525"/>
                  </a:lnTo>
                  <a:lnTo>
                    <a:pt x="81051" y="85021"/>
                  </a:lnTo>
                  <a:lnTo>
                    <a:pt x="79554" y="86187"/>
                  </a:lnTo>
                  <a:lnTo>
                    <a:pt x="69937" y="93677"/>
                  </a:lnTo>
                  <a:lnTo>
                    <a:pt x="69381" y="94118"/>
                  </a:lnTo>
                  <a:lnTo>
                    <a:pt x="66017" y="96781"/>
                  </a:lnTo>
                  <a:lnTo>
                    <a:pt x="65845" y="96918"/>
                  </a:lnTo>
                  <a:lnTo>
                    <a:pt x="65435" y="97242"/>
                  </a:lnTo>
                  <a:lnTo>
                    <a:pt x="61478" y="100377"/>
                  </a:lnTo>
                  <a:lnTo>
                    <a:pt x="57217" y="103753"/>
                  </a:lnTo>
                  <a:lnTo>
                    <a:pt x="55209" y="105343"/>
                  </a:lnTo>
                  <a:lnTo>
                    <a:pt x="54578" y="105844"/>
                  </a:lnTo>
                  <a:lnTo>
                    <a:pt x="54133" y="106197"/>
                  </a:lnTo>
                  <a:lnTo>
                    <a:pt x="51061" y="108634"/>
                  </a:lnTo>
                  <a:lnTo>
                    <a:pt x="49868" y="109582"/>
                  </a:lnTo>
                  <a:lnTo>
                    <a:pt x="49147" y="110154"/>
                  </a:lnTo>
                  <a:lnTo>
                    <a:pt x="48895" y="110354"/>
                  </a:lnTo>
                  <a:lnTo>
                    <a:pt x="43851" y="114337"/>
                  </a:lnTo>
                  <a:lnTo>
                    <a:pt x="43716" y="114444"/>
                  </a:lnTo>
                  <a:lnTo>
                    <a:pt x="42285" y="112940"/>
                  </a:lnTo>
                  <a:lnTo>
                    <a:pt x="38320" y="108772"/>
                  </a:lnTo>
                  <a:lnTo>
                    <a:pt x="36225" y="106579"/>
                  </a:lnTo>
                  <a:lnTo>
                    <a:pt x="35708" y="106143"/>
                  </a:lnTo>
                  <a:lnTo>
                    <a:pt x="32644" y="103562"/>
                  </a:lnTo>
                  <a:lnTo>
                    <a:pt x="32489" y="103431"/>
                  </a:lnTo>
                  <a:lnTo>
                    <a:pt x="31349" y="102765"/>
                  </a:lnTo>
                  <a:lnTo>
                    <a:pt x="30952" y="103126"/>
                  </a:lnTo>
                  <a:lnTo>
                    <a:pt x="27043" y="106670"/>
                  </a:lnTo>
                  <a:lnTo>
                    <a:pt x="26732" y="106951"/>
                  </a:lnTo>
                  <a:lnTo>
                    <a:pt x="26364" y="107284"/>
                  </a:lnTo>
                  <a:lnTo>
                    <a:pt x="15562" y="117043"/>
                  </a:lnTo>
                  <a:lnTo>
                    <a:pt x="12601" y="113658"/>
                  </a:lnTo>
                  <a:lnTo>
                    <a:pt x="12467" y="113505"/>
                  </a:lnTo>
                  <a:lnTo>
                    <a:pt x="11037" y="111870"/>
                  </a:lnTo>
                  <a:lnTo>
                    <a:pt x="10860" y="111667"/>
                  </a:lnTo>
                  <a:lnTo>
                    <a:pt x="9340" y="109929"/>
                  </a:lnTo>
                  <a:lnTo>
                    <a:pt x="8272" y="108709"/>
                  </a:lnTo>
                  <a:lnTo>
                    <a:pt x="8095" y="108506"/>
                  </a:lnTo>
                  <a:lnTo>
                    <a:pt x="7500" y="107826"/>
                  </a:lnTo>
                  <a:lnTo>
                    <a:pt x="7128" y="107400"/>
                  </a:lnTo>
                  <a:lnTo>
                    <a:pt x="1367" y="100813"/>
                  </a:lnTo>
                  <a:lnTo>
                    <a:pt x="887" y="100265"/>
                  </a:lnTo>
                  <a:lnTo>
                    <a:pt x="644" y="99986"/>
                  </a:lnTo>
                  <a:lnTo>
                    <a:pt x="0" y="99250"/>
                  </a:lnTo>
                  <a:lnTo>
                    <a:pt x="5220" y="94146"/>
                  </a:lnTo>
                  <a:lnTo>
                    <a:pt x="4245" y="93163"/>
                  </a:lnTo>
                  <a:lnTo>
                    <a:pt x="1206" y="90099"/>
                  </a:lnTo>
                  <a:lnTo>
                    <a:pt x="946" y="89724"/>
                  </a:lnTo>
                  <a:lnTo>
                    <a:pt x="1056" y="89595"/>
                  </a:lnTo>
                  <a:lnTo>
                    <a:pt x="1180" y="89449"/>
                  </a:lnTo>
                  <a:lnTo>
                    <a:pt x="1478" y="89098"/>
                  </a:lnTo>
                  <a:lnTo>
                    <a:pt x="1948" y="88546"/>
                  </a:lnTo>
                  <a:lnTo>
                    <a:pt x="2426" y="87983"/>
                  </a:lnTo>
                  <a:lnTo>
                    <a:pt x="2997" y="87311"/>
                  </a:lnTo>
                  <a:lnTo>
                    <a:pt x="3614" y="86585"/>
                  </a:lnTo>
                  <a:lnTo>
                    <a:pt x="4221" y="85870"/>
                  </a:lnTo>
                  <a:lnTo>
                    <a:pt x="4542" y="85493"/>
                  </a:lnTo>
                  <a:lnTo>
                    <a:pt x="4844" y="85138"/>
                  </a:lnTo>
                  <a:lnTo>
                    <a:pt x="5052" y="85035"/>
                  </a:lnTo>
                  <a:lnTo>
                    <a:pt x="5277" y="84925"/>
                  </a:lnTo>
                  <a:lnTo>
                    <a:pt x="5890" y="84623"/>
                  </a:lnTo>
                  <a:lnTo>
                    <a:pt x="6281" y="84431"/>
                  </a:lnTo>
                  <a:lnTo>
                    <a:pt x="6568" y="84289"/>
                  </a:lnTo>
                  <a:lnTo>
                    <a:pt x="6724" y="84212"/>
                  </a:lnTo>
                  <a:lnTo>
                    <a:pt x="7132" y="84012"/>
                  </a:lnTo>
                  <a:lnTo>
                    <a:pt x="7319" y="83920"/>
                  </a:lnTo>
                  <a:lnTo>
                    <a:pt x="7570" y="83796"/>
                  </a:lnTo>
                  <a:lnTo>
                    <a:pt x="8039" y="83565"/>
                  </a:lnTo>
                  <a:lnTo>
                    <a:pt x="8920" y="83136"/>
                  </a:lnTo>
                  <a:lnTo>
                    <a:pt x="10188" y="82934"/>
                  </a:lnTo>
                  <a:lnTo>
                    <a:pt x="10682" y="82855"/>
                  </a:lnTo>
                  <a:lnTo>
                    <a:pt x="12743" y="82526"/>
                  </a:lnTo>
                  <a:lnTo>
                    <a:pt x="19791" y="81401"/>
                  </a:lnTo>
                  <a:lnTo>
                    <a:pt x="21129" y="81187"/>
                  </a:lnTo>
                  <a:lnTo>
                    <a:pt x="22296" y="81001"/>
                  </a:lnTo>
                  <a:lnTo>
                    <a:pt x="23183" y="80859"/>
                  </a:lnTo>
                  <a:lnTo>
                    <a:pt x="24397" y="80665"/>
                  </a:lnTo>
                  <a:lnTo>
                    <a:pt x="26259" y="80368"/>
                  </a:lnTo>
                  <a:lnTo>
                    <a:pt x="28120" y="80071"/>
                  </a:lnTo>
                  <a:lnTo>
                    <a:pt x="28666" y="79984"/>
                  </a:lnTo>
                  <a:lnTo>
                    <a:pt x="31509" y="79530"/>
                  </a:lnTo>
                  <a:lnTo>
                    <a:pt x="32168" y="78225"/>
                  </a:lnTo>
                  <a:lnTo>
                    <a:pt x="33917" y="74585"/>
                  </a:lnTo>
                  <a:lnTo>
                    <a:pt x="33813" y="74390"/>
                  </a:lnTo>
                  <a:lnTo>
                    <a:pt x="31521" y="70108"/>
                  </a:lnTo>
                  <a:lnTo>
                    <a:pt x="30334" y="67879"/>
                  </a:lnTo>
                  <a:lnTo>
                    <a:pt x="30102" y="67443"/>
                  </a:lnTo>
                  <a:lnTo>
                    <a:pt x="30026" y="67299"/>
                  </a:lnTo>
                  <a:lnTo>
                    <a:pt x="29737" y="66756"/>
                  </a:lnTo>
                  <a:lnTo>
                    <a:pt x="27429" y="62420"/>
                  </a:lnTo>
                  <a:lnTo>
                    <a:pt x="27299" y="62176"/>
                  </a:lnTo>
                  <a:lnTo>
                    <a:pt x="26370" y="60466"/>
                  </a:lnTo>
                  <a:lnTo>
                    <a:pt x="26291" y="60320"/>
                  </a:lnTo>
                  <a:lnTo>
                    <a:pt x="25676" y="59187"/>
                  </a:lnTo>
                  <a:lnTo>
                    <a:pt x="24646" y="57289"/>
                  </a:lnTo>
                  <a:lnTo>
                    <a:pt x="24521" y="57052"/>
                  </a:lnTo>
                  <a:lnTo>
                    <a:pt x="23876" y="55824"/>
                  </a:lnTo>
                  <a:lnTo>
                    <a:pt x="23015" y="54187"/>
                  </a:lnTo>
                  <a:lnTo>
                    <a:pt x="22437" y="53087"/>
                  </a:lnTo>
                  <a:lnTo>
                    <a:pt x="22512" y="52811"/>
                  </a:lnTo>
                  <a:lnTo>
                    <a:pt x="22700" y="52124"/>
                  </a:lnTo>
                  <a:lnTo>
                    <a:pt x="23077" y="50740"/>
                  </a:lnTo>
                  <a:lnTo>
                    <a:pt x="23206" y="50268"/>
                  </a:lnTo>
                  <a:lnTo>
                    <a:pt x="23840" y="49617"/>
                  </a:lnTo>
                  <a:lnTo>
                    <a:pt x="24599" y="48838"/>
                  </a:lnTo>
                  <a:lnTo>
                    <a:pt x="26136" y="45954"/>
                  </a:lnTo>
                  <a:lnTo>
                    <a:pt x="28250" y="40290"/>
                  </a:lnTo>
                  <a:lnTo>
                    <a:pt x="28306" y="40139"/>
                  </a:lnTo>
                  <a:lnTo>
                    <a:pt x="29900" y="37810"/>
                  </a:lnTo>
                  <a:lnTo>
                    <a:pt x="33670" y="32236"/>
                  </a:lnTo>
                  <a:lnTo>
                    <a:pt x="36334" y="27666"/>
                  </a:lnTo>
                  <a:lnTo>
                    <a:pt x="36898" y="26698"/>
                  </a:lnTo>
                  <a:lnTo>
                    <a:pt x="38336" y="24230"/>
                  </a:lnTo>
                  <a:lnTo>
                    <a:pt x="38595" y="23786"/>
                  </a:lnTo>
                  <a:lnTo>
                    <a:pt x="38522" y="23004"/>
                  </a:lnTo>
                  <a:lnTo>
                    <a:pt x="38439" y="22121"/>
                  </a:lnTo>
                  <a:lnTo>
                    <a:pt x="38216" y="21958"/>
                  </a:lnTo>
                  <a:lnTo>
                    <a:pt x="37009" y="21080"/>
                  </a:lnTo>
                  <a:lnTo>
                    <a:pt x="34318" y="19867"/>
                  </a:lnTo>
                  <a:lnTo>
                    <a:pt x="34076" y="19710"/>
                  </a:lnTo>
                  <a:lnTo>
                    <a:pt x="33642" y="19429"/>
                  </a:lnTo>
                  <a:lnTo>
                    <a:pt x="32388" y="18617"/>
                  </a:lnTo>
                  <a:lnTo>
                    <a:pt x="30513" y="17487"/>
                  </a:lnTo>
                  <a:lnTo>
                    <a:pt x="31437" y="15702"/>
                  </a:lnTo>
                  <a:lnTo>
                    <a:pt x="31638" y="15330"/>
                  </a:lnTo>
                  <a:lnTo>
                    <a:pt x="31912" y="14944"/>
                  </a:lnTo>
                  <a:lnTo>
                    <a:pt x="36679" y="8214"/>
                  </a:lnTo>
                  <a:lnTo>
                    <a:pt x="40426" y="9073"/>
                  </a:lnTo>
                  <a:lnTo>
                    <a:pt x="45902" y="10718"/>
                  </a:lnTo>
                  <a:lnTo>
                    <a:pt x="51792" y="11836"/>
                  </a:lnTo>
                  <a:lnTo>
                    <a:pt x="62306" y="10431"/>
                  </a:lnTo>
                  <a:lnTo>
                    <a:pt x="63191" y="10399"/>
                  </a:lnTo>
                  <a:lnTo>
                    <a:pt x="68674" y="8870"/>
                  </a:lnTo>
                  <a:lnTo>
                    <a:pt x="72256" y="7640"/>
                  </a:lnTo>
                  <a:lnTo>
                    <a:pt x="73079" y="7357"/>
                  </a:lnTo>
                  <a:lnTo>
                    <a:pt x="77526" y="6087"/>
                  </a:lnTo>
                  <a:lnTo>
                    <a:pt x="80511" y="4372"/>
                  </a:lnTo>
                  <a:lnTo>
                    <a:pt x="83379" y="0"/>
                  </a:lnTo>
                  <a:lnTo>
                    <a:pt x="84301" y="660"/>
                  </a:lnTo>
                  <a:lnTo>
                    <a:pt x="84824" y="1589"/>
                  </a:lnTo>
                  <a:lnTo>
                    <a:pt x="84945" y="1805"/>
                  </a:lnTo>
                  <a:lnTo>
                    <a:pt x="85222" y="2136"/>
                  </a:lnTo>
                  <a:lnTo>
                    <a:pt x="86105" y="3191"/>
                  </a:lnTo>
                  <a:lnTo>
                    <a:pt x="86797" y="4018"/>
                  </a:lnTo>
                  <a:lnTo>
                    <a:pt x="86957" y="4210"/>
                  </a:lnTo>
                  <a:lnTo>
                    <a:pt x="87648" y="5036"/>
                  </a:lnTo>
                  <a:lnTo>
                    <a:pt x="87938" y="5375"/>
                  </a:lnTo>
                  <a:lnTo>
                    <a:pt x="88277" y="5772"/>
                  </a:lnTo>
                  <a:lnTo>
                    <a:pt x="88861" y="6456"/>
                  </a:lnTo>
                  <a:lnTo>
                    <a:pt x="89334" y="7009"/>
                  </a:lnTo>
                  <a:lnTo>
                    <a:pt x="89662" y="7394"/>
                  </a:lnTo>
                  <a:lnTo>
                    <a:pt x="89990" y="7778"/>
                  </a:lnTo>
                  <a:lnTo>
                    <a:pt x="90378" y="8233"/>
                  </a:lnTo>
                  <a:lnTo>
                    <a:pt x="90803" y="8662"/>
                  </a:lnTo>
                  <a:lnTo>
                    <a:pt x="91313" y="9094"/>
                  </a:lnTo>
                  <a:lnTo>
                    <a:pt x="91677" y="9403"/>
                  </a:lnTo>
                  <a:lnTo>
                    <a:pt x="92063" y="9729"/>
                  </a:lnTo>
                  <a:lnTo>
                    <a:pt x="92578" y="10166"/>
                  </a:lnTo>
                  <a:lnTo>
                    <a:pt x="92740" y="10302"/>
                  </a:lnTo>
                  <a:lnTo>
                    <a:pt x="93141" y="10642"/>
                  </a:lnTo>
                  <a:lnTo>
                    <a:pt x="93510" y="1095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6" name="pg455"/>
            <p:cNvSpPr/>
            <p:nvPr/>
          </p:nvSpPr>
          <p:spPr>
            <a:xfrm>
              <a:off x="2744105" y="2420266"/>
              <a:ext cx="128925" cy="97070"/>
            </a:xfrm>
            <a:custGeom>
              <a:avLst/>
              <a:pathLst>
                <a:path w="128925" h="97070">
                  <a:moveTo>
                    <a:pt x="98523" y="3226"/>
                  </a:moveTo>
                  <a:lnTo>
                    <a:pt x="98672" y="3290"/>
                  </a:lnTo>
                  <a:lnTo>
                    <a:pt x="99599" y="3271"/>
                  </a:lnTo>
                  <a:lnTo>
                    <a:pt x="106661" y="3129"/>
                  </a:lnTo>
                  <a:lnTo>
                    <a:pt x="106873" y="3101"/>
                  </a:lnTo>
                  <a:lnTo>
                    <a:pt x="107032" y="3079"/>
                  </a:lnTo>
                  <a:lnTo>
                    <a:pt x="107339" y="3037"/>
                  </a:lnTo>
                  <a:lnTo>
                    <a:pt x="107787" y="2976"/>
                  </a:lnTo>
                  <a:lnTo>
                    <a:pt x="108204" y="2919"/>
                  </a:lnTo>
                  <a:lnTo>
                    <a:pt x="111843" y="2422"/>
                  </a:lnTo>
                  <a:lnTo>
                    <a:pt x="117180" y="1784"/>
                  </a:lnTo>
                  <a:lnTo>
                    <a:pt x="119701" y="1483"/>
                  </a:lnTo>
                  <a:lnTo>
                    <a:pt x="120972" y="8841"/>
                  </a:lnTo>
                  <a:lnTo>
                    <a:pt x="121439" y="11546"/>
                  </a:lnTo>
                  <a:lnTo>
                    <a:pt x="121654" y="12382"/>
                  </a:lnTo>
                  <a:lnTo>
                    <a:pt x="122093" y="14084"/>
                  </a:lnTo>
                  <a:lnTo>
                    <a:pt x="122169" y="14381"/>
                  </a:lnTo>
                  <a:lnTo>
                    <a:pt x="122581" y="18804"/>
                  </a:lnTo>
                  <a:lnTo>
                    <a:pt x="122963" y="22909"/>
                  </a:lnTo>
                  <a:lnTo>
                    <a:pt x="123102" y="24404"/>
                  </a:lnTo>
                  <a:lnTo>
                    <a:pt x="123416" y="27775"/>
                  </a:lnTo>
                  <a:lnTo>
                    <a:pt x="123481" y="28479"/>
                  </a:lnTo>
                  <a:lnTo>
                    <a:pt x="123600" y="29963"/>
                  </a:lnTo>
                  <a:lnTo>
                    <a:pt x="123704" y="31265"/>
                  </a:lnTo>
                  <a:lnTo>
                    <a:pt x="123982" y="34744"/>
                  </a:lnTo>
                  <a:lnTo>
                    <a:pt x="124457" y="39305"/>
                  </a:lnTo>
                  <a:lnTo>
                    <a:pt x="124849" y="42219"/>
                  </a:lnTo>
                  <a:lnTo>
                    <a:pt x="125404" y="46337"/>
                  </a:lnTo>
                  <a:lnTo>
                    <a:pt x="125698" y="47908"/>
                  </a:lnTo>
                  <a:lnTo>
                    <a:pt x="128382" y="62264"/>
                  </a:lnTo>
                  <a:lnTo>
                    <a:pt x="128632" y="63601"/>
                  </a:lnTo>
                  <a:lnTo>
                    <a:pt x="128925" y="65167"/>
                  </a:lnTo>
                  <a:lnTo>
                    <a:pt x="118422" y="66783"/>
                  </a:lnTo>
                  <a:lnTo>
                    <a:pt x="113928" y="67474"/>
                  </a:lnTo>
                  <a:lnTo>
                    <a:pt x="112224" y="68034"/>
                  </a:lnTo>
                  <a:lnTo>
                    <a:pt x="111901" y="68141"/>
                  </a:lnTo>
                  <a:lnTo>
                    <a:pt x="111690" y="68229"/>
                  </a:lnTo>
                  <a:lnTo>
                    <a:pt x="111412" y="68345"/>
                  </a:lnTo>
                  <a:lnTo>
                    <a:pt x="110733" y="68628"/>
                  </a:lnTo>
                  <a:lnTo>
                    <a:pt x="110182" y="68859"/>
                  </a:lnTo>
                  <a:lnTo>
                    <a:pt x="109844" y="69000"/>
                  </a:lnTo>
                  <a:lnTo>
                    <a:pt x="108368" y="69617"/>
                  </a:lnTo>
                  <a:lnTo>
                    <a:pt x="107256" y="70081"/>
                  </a:lnTo>
                  <a:lnTo>
                    <a:pt x="106906" y="70370"/>
                  </a:lnTo>
                  <a:lnTo>
                    <a:pt x="106526" y="70685"/>
                  </a:lnTo>
                  <a:lnTo>
                    <a:pt x="106047" y="71081"/>
                  </a:lnTo>
                  <a:lnTo>
                    <a:pt x="105700" y="71368"/>
                  </a:lnTo>
                  <a:lnTo>
                    <a:pt x="105516" y="71520"/>
                  </a:lnTo>
                  <a:lnTo>
                    <a:pt x="104519" y="72345"/>
                  </a:lnTo>
                  <a:lnTo>
                    <a:pt x="103981" y="72790"/>
                  </a:lnTo>
                  <a:lnTo>
                    <a:pt x="103717" y="73009"/>
                  </a:lnTo>
                  <a:lnTo>
                    <a:pt x="102877" y="73704"/>
                  </a:lnTo>
                  <a:lnTo>
                    <a:pt x="101986" y="74440"/>
                  </a:lnTo>
                  <a:lnTo>
                    <a:pt x="101463" y="74874"/>
                  </a:lnTo>
                  <a:lnTo>
                    <a:pt x="99276" y="76682"/>
                  </a:lnTo>
                  <a:lnTo>
                    <a:pt x="97869" y="77846"/>
                  </a:lnTo>
                  <a:lnTo>
                    <a:pt x="96361" y="78620"/>
                  </a:lnTo>
                  <a:lnTo>
                    <a:pt x="88735" y="77823"/>
                  </a:lnTo>
                  <a:lnTo>
                    <a:pt x="85149" y="77480"/>
                  </a:lnTo>
                  <a:lnTo>
                    <a:pt x="79975" y="76773"/>
                  </a:lnTo>
                  <a:lnTo>
                    <a:pt x="76127" y="76247"/>
                  </a:lnTo>
                  <a:lnTo>
                    <a:pt x="68325" y="75323"/>
                  </a:lnTo>
                  <a:lnTo>
                    <a:pt x="60039" y="74392"/>
                  </a:lnTo>
                  <a:lnTo>
                    <a:pt x="59343" y="75012"/>
                  </a:lnTo>
                  <a:lnTo>
                    <a:pt x="51498" y="80574"/>
                  </a:lnTo>
                  <a:lnTo>
                    <a:pt x="46424" y="84191"/>
                  </a:lnTo>
                  <a:lnTo>
                    <a:pt x="41748" y="87530"/>
                  </a:lnTo>
                  <a:lnTo>
                    <a:pt x="41340" y="87821"/>
                  </a:lnTo>
                  <a:lnTo>
                    <a:pt x="37156" y="90820"/>
                  </a:lnTo>
                  <a:lnTo>
                    <a:pt x="34843" y="92475"/>
                  </a:lnTo>
                  <a:lnTo>
                    <a:pt x="28644" y="96651"/>
                  </a:lnTo>
                  <a:lnTo>
                    <a:pt x="28387" y="96824"/>
                  </a:lnTo>
                  <a:lnTo>
                    <a:pt x="28021" y="97070"/>
                  </a:lnTo>
                  <a:lnTo>
                    <a:pt x="25021" y="92720"/>
                  </a:lnTo>
                  <a:lnTo>
                    <a:pt x="24856" y="92503"/>
                  </a:lnTo>
                  <a:lnTo>
                    <a:pt x="19187" y="85066"/>
                  </a:lnTo>
                  <a:lnTo>
                    <a:pt x="18942" y="84745"/>
                  </a:lnTo>
                  <a:lnTo>
                    <a:pt x="14774" y="76311"/>
                  </a:lnTo>
                  <a:lnTo>
                    <a:pt x="16293" y="69641"/>
                  </a:lnTo>
                  <a:lnTo>
                    <a:pt x="14229" y="69365"/>
                  </a:lnTo>
                  <a:lnTo>
                    <a:pt x="11574" y="69010"/>
                  </a:lnTo>
                  <a:lnTo>
                    <a:pt x="9909" y="68788"/>
                  </a:lnTo>
                  <a:lnTo>
                    <a:pt x="8722" y="68549"/>
                  </a:lnTo>
                  <a:lnTo>
                    <a:pt x="8288" y="68461"/>
                  </a:lnTo>
                  <a:lnTo>
                    <a:pt x="3647" y="67527"/>
                  </a:lnTo>
                  <a:lnTo>
                    <a:pt x="3078" y="67413"/>
                  </a:lnTo>
                  <a:lnTo>
                    <a:pt x="1475" y="67286"/>
                  </a:lnTo>
                  <a:lnTo>
                    <a:pt x="1640" y="66010"/>
                  </a:lnTo>
                  <a:lnTo>
                    <a:pt x="1740" y="65239"/>
                  </a:lnTo>
                  <a:lnTo>
                    <a:pt x="1770" y="64810"/>
                  </a:lnTo>
                  <a:lnTo>
                    <a:pt x="1829" y="63957"/>
                  </a:lnTo>
                  <a:lnTo>
                    <a:pt x="1874" y="63427"/>
                  </a:lnTo>
                  <a:lnTo>
                    <a:pt x="1889" y="63241"/>
                  </a:lnTo>
                  <a:lnTo>
                    <a:pt x="1929" y="62141"/>
                  </a:lnTo>
                  <a:lnTo>
                    <a:pt x="1263" y="61361"/>
                  </a:lnTo>
                  <a:lnTo>
                    <a:pt x="741" y="60751"/>
                  </a:lnTo>
                  <a:lnTo>
                    <a:pt x="0" y="59883"/>
                  </a:lnTo>
                  <a:lnTo>
                    <a:pt x="275" y="59653"/>
                  </a:lnTo>
                  <a:lnTo>
                    <a:pt x="1246" y="58840"/>
                  </a:lnTo>
                  <a:lnTo>
                    <a:pt x="2405" y="57870"/>
                  </a:lnTo>
                  <a:lnTo>
                    <a:pt x="3282" y="57137"/>
                  </a:lnTo>
                  <a:lnTo>
                    <a:pt x="3772" y="56726"/>
                  </a:lnTo>
                  <a:lnTo>
                    <a:pt x="4970" y="55724"/>
                  </a:lnTo>
                  <a:lnTo>
                    <a:pt x="5273" y="56091"/>
                  </a:lnTo>
                  <a:lnTo>
                    <a:pt x="5584" y="56007"/>
                  </a:lnTo>
                  <a:lnTo>
                    <a:pt x="7013" y="54796"/>
                  </a:lnTo>
                  <a:lnTo>
                    <a:pt x="9743" y="52483"/>
                  </a:lnTo>
                  <a:lnTo>
                    <a:pt x="8029" y="50351"/>
                  </a:lnTo>
                  <a:lnTo>
                    <a:pt x="8866" y="49694"/>
                  </a:lnTo>
                  <a:lnTo>
                    <a:pt x="11149" y="47902"/>
                  </a:lnTo>
                  <a:lnTo>
                    <a:pt x="11786" y="47403"/>
                  </a:lnTo>
                  <a:lnTo>
                    <a:pt x="12541" y="46810"/>
                  </a:lnTo>
                  <a:lnTo>
                    <a:pt x="13726" y="45880"/>
                  </a:lnTo>
                  <a:lnTo>
                    <a:pt x="15900" y="44175"/>
                  </a:lnTo>
                  <a:lnTo>
                    <a:pt x="17511" y="42911"/>
                  </a:lnTo>
                  <a:lnTo>
                    <a:pt x="18285" y="42288"/>
                  </a:lnTo>
                  <a:lnTo>
                    <a:pt x="19791" y="41077"/>
                  </a:lnTo>
                  <a:lnTo>
                    <a:pt x="20564" y="40403"/>
                  </a:lnTo>
                  <a:lnTo>
                    <a:pt x="23007" y="38272"/>
                  </a:lnTo>
                  <a:lnTo>
                    <a:pt x="23773" y="37603"/>
                  </a:lnTo>
                  <a:lnTo>
                    <a:pt x="24489" y="37006"/>
                  </a:lnTo>
                  <a:lnTo>
                    <a:pt x="24714" y="36834"/>
                  </a:lnTo>
                  <a:lnTo>
                    <a:pt x="25286" y="36398"/>
                  </a:lnTo>
                  <a:lnTo>
                    <a:pt x="26884" y="35178"/>
                  </a:lnTo>
                  <a:lnTo>
                    <a:pt x="28905" y="33612"/>
                  </a:lnTo>
                  <a:lnTo>
                    <a:pt x="29550" y="33112"/>
                  </a:lnTo>
                  <a:lnTo>
                    <a:pt x="29763" y="32947"/>
                  </a:lnTo>
                  <a:lnTo>
                    <a:pt x="30091" y="32723"/>
                  </a:lnTo>
                  <a:lnTo>
                    <a:pt x="30794" y="32235"/>
                  </a:lnTo>
                  <a:lnTo>
                    <a:pt x="33542" y="30134"/>
                  </a:lnTo>
                  <a:lnTo>
                    <a:pt x="34062" y="29737"/>
                  </a:lnTo>
                  <a:lnTo>
                    <a:pt x="34365" y="29519"/>
                  </a:lnTo>
                  <a:lnTo>
                    <a:pt x="35297" y="28850"/>
                  </a:lnTo>
                  <a:lnTo>
                    <a:pt x="35674" y="28595"/>
                  </a:lnTo>
                  <a:lnTo>
                    <a:pt x="35953" y="28406"/>
                  </a:lnTo>
                  <a:lnTo>
                    <a:pt x="36355" y="28135"/>
                  </a:lnTo>
                  <a:lnTo>
                    <a:pt x="36572" y="28406"/>
                  </a:lnTo>
                  <a:lnTo>
                    <a:pt x="37011" y="28957"/>
                  </a:lnTo>
                  <a:lnTo>
                    <a:pt x="38324" y="30603"/>
                  </a:lnTo>
                  <a:lnTo>
                    <a:pt x="39710" y="32341"/>
                  </a:lnTo>
                  <a:lnTo>
                    <a:pt x="39909" y="32590"/>
                  </a:lnTo>
                  <a:lnTo>
                    <a:pt x="40596" y="33452"/>
                  </a:lnTo>
                  <a:lnTo>
                    <a:pt x="42592" y="35954"/>
                  </a:lnTo>
                  <a:lnTo>
                    <a:pt x="43688" y="37328"/>
                  </a:lnTo>
                  <a:lnTo>
                    <a:pt x="45783" y="39956"/>
                  </a:lnTo>
                  <a:lnTo>
                    <a:pt x="46199" y="40477"/>
                  </a:lnTo>
                  <a:lnTo>
                    <a:pt x="48030" y="42772"/>
                  </a:lnTo>
                  <a:lnTo>
                    <a:pt x="48174" y="42953"/>
                  </a:lnTo>
                  <a:lnTo>
                    <a:pt x="48788" y="42454"/>
                  </a:lnTo>
                  <a:lnTo>
                    <a:pt x="53573" y="38888"/>
                  </a:lnTo>
                  <a:lnTo>
                    <a:pt x="55073" y="37769"/>
                  </a:lnTo>
                  <a:lnTo>
                    <a:pt x="56506" y="36702"/>
                  </a:lnTo>
                  <a:lnTo>
                    <a:pt x="57236" y="36158"/>
                  </a:lnTo>
                  <a:lnTo>
                    <a:pt x="58675" y="35085"/>
                  </a:lnTo>
                  <a:lnTo>
                    <a:pt x="59474" y="34489"/>
                  </a:lnTo>
                  <a:lnTo>
                    <a:pt x="60067" y="34047"/>
                  </a:lnTo>
                  <a:lnTo>
                    <a:pt x="61847" y="32721"/>
                  </a:lnTo>
                  <a:lnTo>
                    <a:pt x="63062" y="31815"/>
                  </a:lnTo>
                  <a:lnTo>
                    <a:pt x="63267" y="31662"/>
                  </a:lnTo>
                  <a:lnTo>
                    <a:pt x="64849" y="30484"/>
                  </a:lnTo>
                  <a:lnTo>
                    <a:pt x="65300" y="30147"/>
                  </a:lnTo>
                  <a:lnTo>
                    <a:pt x="67620" y="28418"/>
                  </a:lnTo>
                  <a:lnTo>
                    <a:pt x="68274" y="27930"/>
                  </a:lnTo>
                  <a:lnTo>
                    <a:pt x="68495" y="27766"/>
                  </a:lnTo>
                  <a:lnTo>
                    <a:pt x="69347" y="27131"/>
                  </a:lnTo>
                  <a:lnTo>
                    <a:pt x="70978" y="25830"/>
                  </a:lnTo>
                  <a:lnTo>
                    <a:pt x="71454" y="25450"/>
                  </a:lnTo>
                  <a:lnTo>
                    <a:pt x="71608" y="25328"/>
                  </a:lnTo>
                  <a:lnTo>
                    <a:pt x="73163" y="24088"/>
                  </a:lnTo>
                  <a:lnTo>
                    <a:pt x="73879" y="23516"/>
                  </a:lnTo>
                  <a:lnTo>
                    <a:pt x="75767" y="21991"/>
                  </a:lnTo>
                  <a:lnTo>
                    <a:pt x="76547" y="21362"/>
                  </a:lnTo>
                  <a:lnTo>
                    <a:pt x="76805" y="21154"/>
                  </a:lnTo>
                  <a:lnTo>
                    <a:pt x="78027" y="20168"/>
                  </a:lnTo>
                  <a:lnTo>
                    <a:pt x="82723" y="16611"/>
                  </a:lnTo>
                  <a:lnTo>
                    <a:pt x="85209" y="14714"/>
                  </a:lnTo>
                  <a:lnTo>
                    <a:pt x="88457" y="12488"/>
                  </a:lnTo>
                  <a:lnTo>
                    <a:pt x="88334" y="12243"/>
                  </a:lnTo>
                  <a:lnTo>
                    <a:pt x="88016" y="11611"/>
                  </a:lnTo>
                  <a:lnTo>
                    <a:pt x="87818" y="11241"/>
                  </a:lnTo>
                  <a:lnTo>
                    <a:pt x="87614" y="10860"/>
                  </a:lnTo>
                  <a:lnTo>
                    <a:pt x="85554" y="7011"/>
                  </a:lnTo>
                  <a:lnTo>
                    <a:pt x="85986" y="6569"/>
                  </a:lnTo>
                  <a:lnTo>
                    <a:pt x="86372" y="6172"/>
                  </a:lnTo>
                  <a:lnTo>
                    <a:pt x="87040" y="5486"/>
                  </a:lnTo>
                  <a:lnTo>
                    <a:pt x="87167" y="5350"/>
                  </a:lnTo>
                  <a:lnTo>
                    <a:pt x="89290" y="3051"/>
                  </a:lnTo>
                  <a:lnTo>
                    <a:pt x="91397" y="790"/>
                  </a:lnTo>
                  <a:lnTo>
                    <a:pt x="92134" y="0"/>
                  </a:lnTo>
                  <a:lnTo>
                    <a:pt x="93411" y="790"/>
                  </a:lnTo>
                  <a:lnTo>
                    <a:pt x="94737" y="1610"/>
                  </a:lnTo>
                  <a:lnTo>
                    <a:pt x="97845" y="2937"/>
                  </a:lnTo>
                  <a:lnTo>
                    <a:pt x="98379" y="316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7" name="pg456"/>
            <p:cNvSpPr/>
            <p:nvPr/>
          </p:nvSpPr>
          <p:spPr>
            <a:xfrm>
              <a:off x="2819626" y="2485400"/>
              <a:ext cx="71647" cy="143307"/>
            </a:xfrm>
            <a:custGeom>
              <a:avLst/>
              <a:pathLst>
                <a:path w="71647" h="143307">
                  <a:moveTo>
                    <a:pt x="64616" y="65875"/>
                  </a:moveTo>
                  <a:lnTo>
                    <a:pt x="66185" y="75619"/>
                  </a:lnTo>
                  <a:lnTo>
                    <a:pt x="65772" y="75733"/>
                  </a:lnTo>
                  <a:lnTo>
                    <a:pt x="65180" y="75897"/>
                  </a:lnTo>
                  <a:lnTo>
                    <a:pt x="64061" y="76206"/>
                  </a:lnTo>
                  <a:lnTo>
                    <a:pt x="64129" y="76714"/>
                  </a:lnTo>
                  <a:lnTo>
                    <a:pt x="65775" y="86684"/>
                  </a:lnTo>
                  <a:lnTo>
                    <a:pt x="67326" y="97174"/>
                  </a:lnTo>
                  <a:lnTo>
                    <a:pt x="68375" y="104802"/>
                  </a:lnTo>
                  <a:lnTo>
                    <a:pt x="69731" y="114418"/>
                  </a:lnTo>
                  <a:lnTo>
                    <a:pt x="70324" y="118468"/>
                  </a:lnTo>
                  <a:lnTo>
                    <a:pt x="71579" y="127385"/>
                  </a:lnTo>
                  <a:lnTo>
                    <a:pt x="71597" y="130207"/>
                  </a:lnTo>
                  <a:lnTo>
                    <a:pt x="71647" y="133419"/>
                  </a:lnTo>
                  <a:lnTo>
                    <a:pt x="62979" y="133943"/>
                  </a:lnTo>
                  <a:lnTo>
                    <a:pt x="62781" y="133955"/>
                  </a:lnTo>
                  <a:lnTo>
                    <a:pt x="62219" y="133988"/>
                  </a:lnTo>
                  <a:lnTo>
                    <a:pt x="61856" y="134008"/>
                  </a:lnTo>
                  <a:lnTo>
                    <a:pt x="61643" y="134008"/>
                  </a:lnTo>
                  <a:lnTo>
                    <a:pt x="58472" y="134000"/>
                  </a:lnTo>
                  <a:lnTo>
                    <a:pt x="58154" y="133999"/>
                  </a:lnTo>
                  <a:lnTo>
                    <a:pt x="57962" y="133999"/>
                  </a:lnTo>
                  <a:lnTo>
                    <a:pt x="57056" y="133997"/>
                  </a:lnTo>
                  <a:lnTo>
                    <a:pt x="54020" y="133298"/>
                  </a:lnTo>
                  <a:lnTo>
                    <a:pt x="51936" y="131741"/>
                  </a:lnTo>
                  <a:lnTo>
                    <a:pt x="50745" y="129998"/>
                  </a:lnTo>
                  <a:lnTo>
                    <a:pt x="49698" y="128422"/>
                  </a:lnTo>
                  <a:lnTo>
                    <a:pt x="48044" y="129060"/>
                  </a:lnTo>
                  <a:lnTo>
                    <a:pt x="48527" y="130012"/>
                  </a:lnTo>
                  <a:lnTo>
                    <a:pt x="49527" y="132335"/>
                  </a:lnTo>
                  <a:lnTo>
                    <a:pt x="49934" y="133239"/>
                  </a:lnTo>
                  <a:lnTo>
                    <a:pt x="50213" y="134892"/>
                  </a:lnTo>
                  <a:lnTo>
                    <a:pt x="50080" y="135809"/>
                  </a:lnTo>
                  <a:lnTo>
                    <a:pt x="49772" y="136328"/>
                  </a:lnTo>
                  <a:lnTo>
                    <a:pt x="49532" y="136732"/>
                  </a:lnTo>
                  <a:lnTo>
                    <a:pt x="48776" y="138005"/>
                  </a:lnTo>
                  <a:lnTo>
                    <a:pt x="48636" y="138242"/>
                  </a:lnTo>
                  <a:lnTo>
                    <a:pt x="47721" y="138510"/>
                  </a:lnTo>
                  <a:lnTo>
                    <a:pt x="44956" y="139942"/>
                  </a:lnTo>
                  <a:lnTo>
                    <a:pt x="44547" y="140189"/>
                  </a:lnTo>
                  <a:lnTo>
                    <a:pt x="44820" y="141129"/>
                  </a:lnTo>
                  <a:lnTo>
                    <a:pt x="42926" y="142273"/>
                  </a:lnTo>
                  <a:lnTo>
                    <a:pt x="42629" y="142451"/>
                  </a:lnTo>
                  <a:lnTo>
                    <a:pt x="38108" y="143307"/>
                  </a:lnTo>
                  <a:lnTo>
                    <a:pt x="37836" y="140652"/>
                  </a:lnTo>
                  <a:lnTo>
                    <a:pt x="36747" y="138743"/>
                  </a:lnTo>
                  <a:lnTo>
                    <a:pt x="35336" y="138101"/>
                  </a:lnTo>
                  <a:lnTo>
                    <a:pt x="33774" y="137738"/>
                  </a:lnTo>
                  <a:lnTo>
                    <a:pt x="30933" y="137081"/>
                  </a:lnTo>
                  <a:lnTo>
                    <a:pt x="27303" y="136476"/>
                  </a:lnTo>
                  <a:lnTo>
                    <a:pt x="26909" y="136410"/>
                  </a:lnTo>
                  <a:lnTo>
                    <a:pt x="26406" y="136240"/>
                  </a:lnTo>
                  <a:lnTo>
                    <a:pt x="25767" y="135865"/>
                  </a:lnTo>
                  <a:lnTo>
                    <a:pt x="25439" y="135499"/>
                  </a:lnTo>
                  <a:lnTo>
                    <a:pt x="25335" y="135030"/>
                  </a:lnTo>
                  <a:lnTo>
                    <a:pt x="25519" y="133738"/>
                  </a:lnTo>
                  <a:lnTo>
                    <a:pt x="25575" y="133368"/>
                  </a:lnTo>
                  <a:lnTo>
                    <a:pt x="24447" y="128900"/>
                  </a:lnTo>
                  <a:lnTo>
                    <a:pt x="24293" y="128699"/>
                  </a:lnTo>
                  <a:lnTo>
                    <a:pt x="23845" y="128114"/>
                  </a:lnTo>
                  <a:lnTo>
                    <a:pt x="22940" y="127399"/>
                  </a:lnTo>
                  <a:lnTo>
                    <a:pt x="21848" y="127139"/>
                  </a:lnTo>
                  <a:lnTo>
                    <a:pt x="20928" y="127576"/>
                  </a:lnTo>
                  <a:lnTo>
                    <a:pt x="19503" y="127687"/>
                  </a:lnTo>
                  <a:lnTo>
                    <a:pt x="17590" y="126881"/>
                  </a:lnTo>
                  <a:lnTo>
                    <a:pt x="16681" y="126686"/>
                  </a:lnTo>
                  <a:lnTo>
                    <a:pt x="14846" y="126219"/>
                  </a:lnTo>
                  <a:lnTo>
                    <a:pt x="11278" y="122995"/>
                  </a:lnTo>
                  <a:lnTo>
                    <a:pt x="9837" y="122340"/>
                  </a:lnTo>
                  <a:lnTo>
                    <a:pt x="9055" y="121694"/>
                  </a:lnTo>
                  <a:lnTo>
                    <a:pt x="10133" y="117597"/>
                  </a:lnTo>
                  <a:lnTo>
                    <a:pt x="10148" y="117101"/>
                  </a:lnTo>
                  <a:lnTo>
                    <a:pt x="10166" y="116505"/>
                  </a:lnTo>
                  <a:lnTo>
                    <a:pt x="9522" y="114952"/>
                  </a:lnTo>
                  <a:lnTo>
                    <a:pt x="8337" y="113370"/>
                  </a:lnTo>
                  <a:lnTo>
                    <a:pt x="4529" y="108897"/>
                  </a:lnTo>
                  <a:lnTo>
                    <a:pt x="0" y="104066"/>
                  </a:lnTo>
                  <a:lnTo>
                    <a:pt x="4737" y="100060"/>
                  </a:lnTo>
                  <a:lnTo>
                    <a:pt x="13826" y="92376"/>
                  </a:lnTo>
                  <a:lnTo>
                    <a:pt x="14148" y="92090"/>
                  </a:lnTo>
                  <a:lnTo>
                    <a:pt x="15569" y="90833"/>
                  </a:lnTo>
                  <a:lnTo>
                    <a:pt x="18483" y="88255"/>
                  </a:lnTo>
                  <a:lnTo>
                    <a:pt x="13231" y="81860"/>
                  </a:lnTo>
                  <a:lnTo>
                    <a:pt x="12552" y="81033"/>
                  </a:lnTo>
                  <a:lnTo>
                    <a:pt x="21780" y="73767"/>
                  </a:lnTo>
                  <a:lnTo>
                    <a:pt x="24320" y="72086"/>
                  </a:lnTo>
                  <a:lnTo>
                    <a:pt x="26263" y="70899"/>
                  </a:lnTo>
                  <a:lnTo>
                    <a:pt x="28304" y="69652"/>
                  </a:lnTo>
                  <a:lnTo>
                    <a:pt x="29150" y="69730"/>
                  </a:lnTo>
                  <a:lnTo>
                    <a:pt x="35487" y="66471"/>
                  </a:lnTo>
                  <a:lnTo>
                    <a:pt x="34512" y="61840"/>
                  </a:lnTo>
                  <a:lnTo>
                    <a:pt x="33585" y="56134"/>
                  </a:lnTo>
                  <a:lnTo>
                    <a:pt x="32855" y="51412"/>
                  </a:lnTo>
                  <a:lnTo>
                    <a:pt x="32369" y="47278"/>
                  </a:lnTo>
                  <a:lnTo>
                    <a:pt x="31737" y="42898"/>
                  </a:lnTo>
                  <a:lnTo>
                    <a:pt x="31706" y="42708"/>
                  </a:lnTo>
                  <a:lnTo>
                    <a:pt x="29773" y="30737"/>
                  </a:lnTo>
                  <a:lnTo>
                    <a:pt x="29191" y="27133"/>
                  </a:lnTo>
                  <a:lnTo>
                    <a:pt x="28867" y="24767"/>
                  </a:lnTo>
                  <a:lnTo>
                    <a:pt x="28389" y="21280"/>
                  </a:lnTo>
                  <a:lnTo>
                    <a:pt x="26924" y="12174"/>
                  </a:lnTo>
                  <a:lnTo>
                    <a:pt x="26564" y="9919"/>
                  </a:lnTo>
                  <a:lnTo>
                    <a:pt x="26466" y="9307"/>
                  </a:lnTo>
                  <a:lnTo>
                    <a:pt x="27356" y="8570"/>
                  </a:lnTo>
                  <a:lnTo>
                    <a:pt x="28196" y="7875"/>
                  </a:lnTo>
                  <a:lnTo>
                    <a:pt x="28460" y="7657"/>
                  </a:lnTo>
                  <a:lnTo>
                    <a:pt x="29105" y="7124"/>
                  </a:lnTo>
                  <a:lnTo>
                    <a:pt x="29996" y="6387"/>
                  </a:lnTo>
                  <a:lnTo>
                    <a:pt x="30180" y="6234"/>
                  </a:lnTo>
                  <a:lnTo>
                    <a:pt x="30527" y="5947"/>
                  </a:lnTo>
                  <a:lnTo>
                    <a:pt x="31005" y="5552"/>
                  </a:lnTo>
                  <a:lnTo>
                    <a:pt x="31386" y="5237"/>
                  </a:lnTo>
                  <a:lnTo>
                    <a:pt x="31736" y="4947"/>
                  </a:lnTo>
                  <a:lnTo>
                    <a:pt x="32847" y="4483"/>
                  </a:lnTo>
                  <a:lnTo>
                    <a:pt x="34323" y="3866"/>
                  </a:lnTo>
                  <a:lnTo>
                    <a:pt x="34662" y="3725"/>
                  </a:lnTo>
                  <a:lnTo>
                    <a:pt x="35213" y="3495"/>
                  </a:lnTo>
                  <a:lnTo>
                    <a:pt x="35891" y="3212"/>
                  </a:lnTo>
                  <a:lnTo>
                    <a:pt x="36170" y="3095"/>
                  </a:lnTo>
                  <a:lnTo>
                    <a:pt x="36381" y="3007"/>
                  </a:lnTo>
                  <a:lnTo>
                    <a:pt x="36704" y="2901"/>
                  </a:lnTo>
                  <a:lnTo>
                    <a:pt x="38407" y="2341"/>
                  </a:lnTo>
                  <a:lnTo>
                    <a:pt x="42902" y="1650"/>
                  </a:lnTo>
                  <a:lnTo>
                    <a:pt x="53405" y="33"/>
                  </a:lnTo>
                  <a:lnTo>
                    <a:pt x="54383" y="0"/>
                  </a:lnTo>
                  <a:lnTo>
                    <a:pt x="54492" y="705"/>
                  </a:lnTo>
                  <a:lnTo>
                    <a:pt x="54585" y="1302"/>
                  </a:lnTo>
                  <a:lnTo>
                    <a:pt x="55546" y="7487"/>
                  </a:lnTo>
                  <a:lnTo>
                    <a:pt x="55729" y="8667"/>
                  </a:lnTo>
                  <a:lnTo>
                    <a:pt x="55926" y="9932"/>
                  </a:lnTo>
                  <a:lnTo>
                    <a:pt x="56516" y="13732"/>
                  </a:lnTo>
                  <a:lnTo>
                    <a:pt x="56659" y="14655"/>
                  </a:lnTo>
                  <a:lnTo>
                    <a:pt x="58820" y="28561"/>
                  </a:lnTo>
                  <a:lnTo>
                    <a:pt x="58914" y="29167"/>
                  </a:lnTo>
                  <a:lnTo>
                    <a:pt x="59179" y="30870"/>
                  </a:lnTo>
                  <a:lnTo>
                    <a:pt x="59717" y="34336"/>
                  </a:lnTo>
                  <a:lnTo>
                    <a:pt x="61476" y="45661"/>
                  </a:lnTo>
                  <a:lnTo>
                    <a:pt x="61923" y="48539"/>
                  </a:lnTo>
                  <a:lnTo>
                    <a:pt x="62014" y="49124"/>
                  </a:lnTo>
                  <a:lnTo>
                    <a:pt x="62934" y="55042"/>
                  </a:lnTo>
                  <a:lnTo>
                    <a:pt x="63224" y="57229"/>
                  </a:lnTo>
                  <a:lnTo>
                    <a:pt x="63824" y="60952"/>
                  </a:lnTo>
                  <a:lnTo>
                    <a:pt x="64119" y="6278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8" name="pg457"/>
            <p:cNvSpPr/>
            <p:nvPr/>
          </p:nvSpPr>
          <p:spPr>
            <a:xfrm>
              <a:off x="2805978" y="2607742"/>
              <a:ext cx="87155" cy="79057"/>
            </a:xfrm>
            <a:custGeom>
              <a:avLst/>
              <a:pathLst>
                <a:path w="87155" h="79057">
                  <a:moveTo>
                    <a:pt x="33152" y="5346"/>
                  </a:moveTo>
                  <a:lnTo>
                    <a:pt x="34575" y="5234"/>
                  </a:lnTo>
                  <a:lnTo>
                    <a:pt x="35499" y="4796"/>
                  </a:lnTo>
                  <a:lnTo>
                    <a:pt x="36588" y="5057"/>
                  </a:lnTo>
                  <a:lnTo>
                    <a:pt x="37492" y="5772"/>
                  </a:lnTo>
                  <a:lnTo>
                    <a:pt x="37940" y="6358"/>
                  </a:lnTo>
                  <a:lnTo>
                    <a:pt x="38094" y="6558"/>
                  </a:lnTo>
                  <a:lnTo>
                    <a:pt x="39220" y="11044"/>
                  </a:lnTo>
                  <a:lnTo>
                    <a:pt x="39167" y="11396"/>
                  </a:lnTo>
                  <a:lnTo>
                    <a:pt x="38985" y="12699"/>
                  </a:lnTo>
                  <a:lnTo>
                    <a:pt x="39087" y="13157"/>
                  </a:lnTo>
                  <a:lnTo>
                    <a:pt x="39415" y="13523"/>
                  </a:lnTo>
                  <a:lnTo>
                    <a:pt x="40054" y="13898"/>
                  </a:lnTo>
                  <a:lnTo>
                    <a:pt x="40556" y="14068"/>
                  </a:lnTo>
                  <a:lnTo>
                    <a:pt x="40950" y="14134"/>
                  </a:lnTo>
                  <a:lnTo>
                    <a:pt x="44591" y="14741"/>
                  </a:lnTo>
                  <a:lnTo>
                    <a:pt x="47422" y="15396"/>
                  </a:lnTo>
                  <a:lnTo>
                    <a:pt x="48983" y="15759"/>
                  </a:lnTo>
                  <a:lnTo>
                    <a:pt x="50394" y="16401"/>
                  </a:lnTo>
                  <a:lnTo>
                    <a:pt x="51483" y="18310"/>
                  </a:lnTo>
                  <a:lnTo>
                    <a:pt x="51756" y="20967"/>
                  </a:lnTo>
                  <a:lnTo>
                    <a:pt x="56371" y="20052"/>
                  </a:lnTo>
                  <a:lnTo>
                    <a:pt x="56627" y="19899"/>
                  </a:lnTo>
                  <a:lnTo>
                    <a:pt x="58466" y="18752"/>
                  </a:lnTo>
                  <a:lnTo>
                    <a:pt x="58187" y="17822"/>
                  </a:lnTo>
                  <a:lnTo>
                    <a:pt x="58652" y="17574"/>
                  </a:lnTo>
                  <a:lnTo>
                    <a:pt x="61369" y="16168"/>
                  </a:lnTo>
                  <a:lnTo>
                    <a:pt x="62284" y="15900"/>
                  </a:lnTo>
                  <a:lnTo>
                    <a:pt x="62424" y="15663"/>
                  </a:lnTo>
                  <a:lnTo>
                    <a:pt x="63179" y="14390"/>
                  </a:lnTo>
                  <a:lnTo>
                    <a:pt x="63419" y="13986"/>
                  </a:lnTo>
                  <a:lnTo>
                    <a:pt x="63727" y="13467"/>
                  </a:lnTo>
                  <a:lnTo>
                    <a:pt x="63863" y="12533"/>
                  </a:lnTo>
                  <a:lnTo>
                    <a:pt x="63581" y="10897"/>
                  </a:lnTo>
                  <a:lnTo>
                    <a:pt x="63174" y="9993"/>
                  </a:lnTo>
                  <a:lnTo>
                    <a:pt x="62175" y="7670"/>
                  </a:lnTo>
                  <a:lnTo>
                    <a:pt x="61678" y="6693"/>
                  </a:lnTo>
                  <a:lnTo>
                    <a:pt x="63355" y="6077"/>
                  </a:lnTo>
                  <a:lnTo>
                    <a:pt x="64393" y="7656"/>
                  </a:lnTo>
                  <a:lnTo>
                    <a:pt x="65686" y="9506"/>
                  </a:lnTo>
                  <a:lnTo>
                    <a:pt x="67668" y="10956"/>
                  </a:lnTo>
                  <a:lnTo>
                    <a:pt x="70704" y="11655"/>
                  </a:lnTo>
                  <a:lnTo>
                    <a:pt x="71610" y="11657"/>
                  </a:lnTo>
                  <a:lnTo>
                    <a:pt x="71802" y="11657"/>
                  </a:lnTo>
                  <a:lnTo>
                    <a:pt x="72120" y="11658"/>
                  </a:lnTo>
                  <a:lnTo>
                    <a:pt x="75290" y="11666"/>
                  </a:lnTo>
                  <a:lnTo>
                    <a:pt x="75504" y="11666"/>
                  </a:lnTo>
                  <a:lnTo>
                    <a:pt x="75978" y="11640"/>
                  </a:lnTo>
                  <a:lnTo>
                    <a:pt x="76428" y="11613"/>
                  </a:lnTo>
                  <a:lnTo>
                    <a:pt x="76677" y="11598"/>
                  </a:lnTo>
                  <a:lnTo>
                    <a:pt x="85294" y="11077"/>
                  </a:lnTo>
                  <a:lnTo>
                    <a:pt x="86046" y="11031"/>
                  </a:lnTo>
                  <a:lnTo>
                    <a:pt x="87155" y="10964"/>
                  </a:lnTo>
                  <a:lnTo>
                    <a:pt x="87150" y="13844"/>
                  </a:lnTo>
                  <a:lnTo>
                    <a:pt x="87149" y="14664"/>
                  </a:lnTo>
                  <a:lnTo>
                    <a:pt x="87142" y="18379"/>
                  </a:lnTo>
                  <a:lnTo>
                    <a:pt x="87137" y="20957"/>
                  </a:lnTo>
                  <a:lnTo>
                    <a:pt x="86853" y="23865"/>
                  </a:lnTo>
                  <a:lnTo>
                    <a:pt x="86578" y="26669"/>
                  </a:lnTo>
                  <a:lnTo>
                    <a:pt x="86407" y="28423"/>
                  </a:lnTo>
                  <a:lnTo>
                    <a:pt x="86294" y="28993"/>
                  </a:lnTo>
                  <a:lnTo>
                    <a:pt x="85356" y="33727"/>
                  </a:lnTo>
                  <a:lnTo>
                    <a:pt x="84810" y="36480"/>
                  </a:lnTo>
                  <a:lnTo>
                    <a:pt x="84528" y="37906"/>
                  </a:lnTo>
                  <a:lnTo>
                    <a:pt x="83919" y="39732"/>
                  </a:lnTo>
                  <a:lnTo>
                    <a:pt x="82340" y="44471"/>
                  </a:lnTo>
                  <a:lnTo>
                    <a:pt x="81910" y="45758"/>
                  </a:lnTo>
                  <a:lnTo>
                    <a:pt x="80905" y="48775"/>
                  </a:lnTo>
                  <a:lnTo>
                    <a:pt x="78035" y="55205"/>
                  </a:lnTo>
                  <a:lnTo>
                    <a:pt x="77289" y="56876"/>
                  </a:lnTo>
                  <a:lnTo>
                    <a:pt x="75102" y="61751"/>
                  </a:lnTo>
                  <a:lnTo>
                    <a:pt x="72419" y="65859"/>
                  </a:lnTo>
                  <a:lnTo>
                    <a:pt x="71001" y="68029"/>
                  </a:lnTo>
                  <a:lnTo>
                    <a:pt x="67504" y="73381"/>
                  </a:lnTo>
                  <a:lnTo>
                    <a:pt x="66761" y="74518"/>
                  </a:lnTo>
                  <a:lnTo>
                    <a:pt x="65960" y="75744"/>
                  </a:lnTo>
                  <a:lnTo>
                    <a:pt x="65640" y="76233"/>
                  </a:lnTo>
                  <a:lnTo>
                    <a:pt x="65215" y="76885"/>
                  </a:lnTo>
                  <a:lnTo>
                    <a:pt x="65031" y="77166"/>
                  </a:lnTo>
                  <a:lnTo>
                    <a:pt x="64034" y="78692"/>
                  </a:lnTo>
                  <a:lnTo>
                    <a:pt x="63904" y="78891"/>
                  </a:lnTo>
                  <a:lnTo>
                    <a:pt x="63795" y="79057"/>
                  </a:lnTo>
                  <a:lnTo>
                    <a:pt x="52855" y="73315"/>
                  </a:lnTo>
                  <a:lnTo>
                    <a:pt x="48994" y="71238"/>
                  </a:lnTo>
                  <a:lnTo>
                    <a:pt x="48716" y="71089"/>
                  </a:lnTo>
                  <a:lnTo>
                    <a:pt x="48564" y="70996"/>
                  </a:lnTo>
                  <a:lnTo>
                    <a:pt x="47933" y="70613"/>
                  </a:lnTo>
                  <a:lnTo>
                    <a:pt x="43294" y="67792"/>
                  </a:lnTo>
                  <a:lnTo>
                    <a:pt x="41902" y="66975"/>
                  </a:lnTo>
                  <a:lnTo>
                    <a:pt x="41604" y="66701"/>
                  </a:lnTo>
                  <a:lnTo>
                    <a:pt x="36922" y="62407"/>
                  </a:lnTo>
                  <a:lnTo>
                    <a:pt x="30834" y="56821"/>
                  </a:lnTo>
                  <a:lnTo>
                    <a:pt x="29839" y="55908"/>
                  </a:lnTo>
                  <a:lnTo>
                    <a:pt x="28949" y="55092"/>
                  </a:lnTo>
                  <a:lnTo>
                    <a:pt x="28468" y="54670"/>
                  </a:lnTo>
                  <a:lnTo>
                    <a:pt x="24544" y="51225"/>
                  </a:lnTo>
                  <a:lnTo>
                    <a:pt x="19073" y="46876"/>
                  </a:lnTo>
                  <a:lnTo>
                    <a:pt x="18694" y="46575"/>
                  </a:lnTo>
                  <a:lnTo>
                    <a:pt x="18540" y="46384"/>
                  </a:lnTo>
                  <a:lnTo>
                    <a:pt x="18346" y="46143"/>
                  </a:lnTo>
                  <a:lnTo>
                    <a:pt x="17096" y="44594"/>
                  </a:lnTo>
                  <a:lnTo>
                    <a:pt x="15743" y="42900"/>
                  </a:lnTo>
                  <a:lnTo>
                    <a:pt x="15534" y="42645"/>
                  </a:lnTo>
                  <a:lnTo>
                    <a:pt x="14368" y="41220"/>
                  </a:lnTo>
                  <a:lnTo>
                    <a:pt x="14283" y="41083"/>
                  </a:lnTo>
                  <a:lnTo>
                    <a:pt x="13141" y="39229"/>
                  </a:lnTo>
                  <a:lnTo>
                    <a:pt x="10994" y="36639"/>
                  </a:lnTo>
                  <a:lnTo>
                    <a:pt x="10546" y="36098"/>
                  </a:lnTo>
                  <a:lnTo>
                    <a:pt x="9347" y="34617"/>
                  </a:lnTo>
                  <a:lnTo>
                    <a:pt x="7753" y="32647"/>
                  </a:lnTo>
                  <a:lnTo>
                    <a:pt x="6655" y="31312"/>
                  </a:lnTo>
                  <a:lnTo>
                    <a:pt x="2882" y="26724"/>
                  </a:lnTo>
                  <a:lnTo>
                    <a:pt x="194" y="23526"/>
                  </a:lnTo>
                  <a:lnTo>
                    <a:pt x="0" y="23297"/>
                  </a:lnTo>
                  <a:lnTo>
                    <a:pt x="4331" y="19597"/>
                  </a:lnTo>
                  <a:lnTo>
                    <a:pt x="4814" y="19195"/>
                  </a:lnTo>
                  <a:lnTo>
                    <a:pt x="8861" y="15629"/>
                  </a:lnTo>
                  <a:lnTo>
                    <a:pt x="13298" y="11055"/>
                  </a:lnTo>
                  <a:lnTo>
                    <a:pt x="22567" y="995"/>
                  </a:lnTo>
                  <a:lnTo>
                    <a:pt x="22784" y="760"/>
                  </a:lnTo>
                  <a:lnTo>
                    <a:pt x="23487" y="0"/>
                  </a:lnTo>
                  <a:lnTo>
                    <a:pt x="25008" y="723"/>
                  </a:lnTo>
                  <a:lnTo>
                    <a:pt x="28494" y="3877"/>
                  </a:lnTo>
                  <a:lnTo>
                    <a:pt x="30329" y="4344"/>
                  </a:lnTo>
                  <a:lnTo>
                    <a:pt x="31237" y="453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59" name="pg458"/>
            <p:cNvSpPr/>
            <p:nvPr/>
          </p:nvSpPr>
          <p:spPr>
            <a:xfrm>
              <a:off x="2760211" y="2494759"/>
              <a:ext cx="94913" cy="136280"/>
            </a:xfrm>
            <a:custGeom>
              <a:avLst/>
              <a:pathLst>
                <a:path w="94913" h="136280">
                  <a:moveTo>
                    <a:pt x="86341" y="2827"/>
                  </a:moveTo>
                  <a:lnTo>
                    <a:pt x="87804" y="11921"/>
                  </a:lnTo>
                  <a:lnTo>
                    <a:pt x="88282" y="15408"/>
                  </a:lnTo>
                  <a:lnTo>
                    <a:pt x="88607" y="17775"/>
                  </a:lnTo>
                  <a:lnTo>
                    <a:pt x="89189" y="21380"/>
                  </a:lnTo>
                  <a:lnTo>
                    <a:pt x="91121" y="33349"/>
                  </a:lnTo>
                  <a:lnTo>
                    <a:pt x="91152" y="33539"/>
                  </a:lnTo>
                  <a:lnTo>
                    <a:pt x="91784" y="37919"/>
                  </a:lnTo>
                  <a:lnTo>
                    <a:pt x="92271" y="42053"/>
                  </a:lnTo>
                  <a:lnTo>
                    <a:pt x="93000" y="46775"/>
                  </a:lnTo>
                  <a:lnTo>
                    <a:pt x="93928" y="52481"/>
                  </a:lnTo>
                  <a:lnTo>
                    <a:pt x="94913" y="57193"/>
                  </a:lnTo>
                  <a:lnTo>
                    <a:pt x="88565" y="60371"/>
                  </a:lnTo>
                  <a:lnTo>
                    <a:pt x="87720" y="60293"/>
                  </a:lnTo>
                  <a:lnTo>
                    <a:pt x="85678" y="61540"/>
                  </a:lnTo>
                  <a:lnTo>
                    <a:pt x="83736" y="62727"/>
                  </a:lnTo>
                  <a:lnTo>
                    <a:pt x="81195" y="64408"/>
                  </a:lnTo>
                  <a:lnTo>
                    <a:pt x="71982" y="71692"/>
                  </a:lnTo>
                  <a:lnTo>
                    <a:pt x="72646" y="72501"/>
                  </a:lnTo>
                  <a:lnTo>
                    <a:pt x="77884" y="78909"/>
                  </a:lnTo>
                  <a:lnTo>
                    <a:pt x="74984" y="81474"/>
                  </a:lnTo>
                  <a:lnTo>
                    <a:pt x="73563" y="82731"/>
                  </a:lnTo>
                  <a:lnTo>
                    <a:pt x="73241" y="83017"/>
                  </a:lnTo>
                  <a:lnTo>
                    <a:pt x="64152" y="90701"/>
                  </a:lnTo>
                  <a:lnTo>
                    <a:pt x="59430" y="94723"/>
                  </a:lnTo>
                  <a:lnTo>
                    <a:pt x="63944" y="99538"/>
                  </a:lnTo>
                  <a:lnTo>
                    <a:pt x="67752" y="104011"/>
                  </a:lnTo>
                  <a:lnTo>
                    <a:pt x="68937" y="105593"/>
                  </a:lnTo>
                  <a:lnTo>
                    <a:pt x="69580" y="107174"/>
                  </a:lnTo>
                  <a:lnTo>
                    <a:pt x="69563" y="107742"/>
                  </a:lnTo>
                  <a:lnTo>
                    <a:pt x="69547" y="108245"/>
                  </a:lnTo>
                  <a:lnTo>
                    <a:pt x="68470" y="112335"/>
                  </a:lnTo>
                  <a:lnTo>
                    <a:pt x="69248" y="112985"/>
                  </a:lnTo>
                  <a:lnTo>
                    <a:pt x="68552" y="113743"/>
                  </a:lnTo>
                  <a:lnTo>
                    <a:pt x="68335" y="113978"/>
                  </a:lnTo>
                  <a:lnTo>
                    <a:pt x="59066" y="124038"/>
                  </a:lnTo>
                  <a:lnTo>
                    <a:pt x="54628" y="128612"/>
                  </a:lnTo>
                  <a:lnTo>
                    <a:pt x="50582" y="132178"/>
                  </a:lnTo>
                  <a:lnTo>
                    <a:pt x="50099" y="132580"/>
                  </a:lnTo>
                  <a:lnTo>
                    <a:pt x="45767" y="136280"/>
                  </a:lnTo>
                  <a:lnTo>
                    <a:pt x="45335" y="135784"/>
                  </a:lnTo>
                  <a:lnTo>
                    <a:pt x="44912" y="135298"/>
                  </a:lnTo>
                  <a:lnTo>
                    <a:pt x="41616" y="131515"/>
                  </a:lnTo>
                  <a:lnTo>
                    <a:pt x="36008" y="125077"/>
                  </a:lnTo>
                  <a:lnTo>
                    <a:pt x="35773" y="124808"/>
                  </a:lnTo>
                  <a:lnTo>
                    <a:pt x="34999" y="123920"/>
                  </a:lnTo>
                  <a:lnTo>
                    <a:pt x="34524" y="123374"/>
                  </a:lnTo>
                  <a:lnTo>
                    <a:pt x="33229" y="121888"/>
                  </a:lnTo>
                  <a:lnTo>
                    <a:pt x="32212" y="120689"/>
                  </a:lnTo>
                  <a:lnTo>
                    <a:pt x="30838" y="119071"/>
                  </a:lnTo>
                  <a:lnTo>
                    <a:pt x="30557" y="118739"/>
                  </a:lnTo>
                  <a:lnTo>
                    <a:pt x="29942" y="118005"/>
                  </a:lnTo>
                  <a:lnTo>
                    <a:pt x="25806" y="113069"/>
                  </a:lnTo>
                  <a:lnTo>
                    <a:pt x="23685" y="110189"/>
                  </a:lnTo>
                  <a:lnTo>
                    <a:pt x="22929" y="109163"/>
                  </a:lnTo>
                  <a:lnTo>
                    <a:pt x="21205" y="107047"/>
                  </a:lnTo>
                  <a:lnTo>
                    <a:pt x="17993" y="103104"/>
                  </a:lnTo>
                  <a:lnTo>
                    <a:pt x="16481" y="101249"/>
                  </a:lnTo>
                  <a:lnTo>
                    <a:pt x="16264" y="100983"/>
                  </a:lnTo>
                  <a:lnTo>
                    <a:pt x="15396" y="99890"/>
                  </a:lnTo>
                  <a:lnTo>
                    <a:pt x="14065" y="98216"/>
                  </a:lnTo>
                  <a:lnTo>
                    <a:pt x="13007" y="96885"/>
                  </a:lnTo>
                  <a:lnTo>
                    <a:pt x="12723" y="96528"/>
                  </a:lnTo>
                  <a:lnTo>
                    <a:pt x="9409" y="92360"/>
                  </a:lnTo>
                  <a:lnTo>
                    <a:pt x="9136" y="92016"/>
                  </a:lnTo>
                  <a:lnTo>
                    <a:pt x="7477" y="90138"/>
                  </a:lnTo>
                  <a:lnTo>
                    <a:pt x="5236" y="87601"/>
                  </a:lnTo>
                  <a:lnTo>
                    <a:pt x="564" y="82312"/>
                  </a:lnTo>
                  <a:lnTo>
                    <a:pt x="287" y="81998"/>
                  </a:lnTo>
                  <a:lnTo>
                    <a:pt x="0" y="81673"/>
                  </a:lnTo>
                  <a:lnTo>
                    <a:pt x="4218" y="77761"/>
                  </a:lnTo>
                  <a:lnTo>
                    <a:pt x="5283" y="76819"/>
                  </a:lnTo>
                  <a:lnTo>
                    <a:pt x="7729" y="74672"/>
                  </a:lnTo>
                  <a:lnTo>
                    <a:pt x="7915" y="74515"/>
                  </a:lnTo>
                  <a:lnTo>
                    <a:pt x="8492" y="74030"/>
                  </a:lnTo>
                  <a:lnTo>
                    <a:pt x="12834" y="70360"/>
                  </a:lnTo>
                  <a:lnTo>
                    <a:pt x="16363" y="67539"/>
                  </a:lnTo>
                  <a:lnTo>
                    <a:pt x="20855" y="63947"/>
                  </a:lnTo>
                  <a:lnTo>
                    <a:pt x="24385" y="61124"/>
                  </a:lnTo>
                  <a:lnTo>
                    <a:pt x="24781" y="60807"/>
                  </a:lnTo>
                  <a:lnTo>
                    <a:pt x="29175" y="57297"/>
                  </a:lnTo>
                  <a:lnTo>
                    <a:pt x="29592" y="56964"/>
                  </a:lnTo>
                  <a:lnTo>
                    <a:pt x="37573" y="50588"/>
                  </a:lnTo>
                  <a:lnTo>
                    <a:pt x="46974" y="42917"/>
                  </a:lnTo>
                  <a:lnTo>
                    <a:pt x="51340" y="39413"/>
                  </a:lnTo>
                  <a:lnTo>
                    <a:pt x="54869" y="36580"/>
                  </a:lnTo>
                  <a:lnTo>
                    <a:pt x="59635" y="32619"/>
                  </a:lnTo>
                  <a:lnTo>
                    <a:pt x="60012" y="32311"/>
                  </a:lnTo>
                  <a:lnTo>
                    <a:pt x="64350" y="28764"/>
                  </a:lnTo>
                  <a:lnTo>
                    <a:pt x="64756" y="28437"/>
                  </a:lnTo>
                  <a:lnTo>
                    <a:pt x="68481" y="25439"/>
                  </a:lnTo>
                  <a:lnTo>
                    <a:pt x="71835" y="21300"/>
                  </a:lnTo>
                  <a:lnTo>
                    <a:pt x="76755" y="11401"/>
                  </a:lnTo>
                  <a:lnTo>
                    <a:pt x="78605" y="7558"/>
                  </a:lnTo>
                  <a:lnTo>
                    <a:pt x="80345" y="4137"/>
                  </a:lnTo>
                  <a:lnTo>
                    <a:pt x="81764" y="3354"/>
                  </a:lnTo>
                  <a:lnTo>
                    <a:pt x="83171" y="2190"/>
                  </a:lnTo>
                  <a:lnTo>
                    <a:pt x="85357" y="381"/>
                  </a:lnTo>
                  <a:lnTo>
                    <a:pt x="85889" y="0"/>
                  </a:lnTo>
                  <a:lnTo>
                    <a:pt x="85979" y="56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0" name="pg459"/>
            <p:cNvSpPr/>
            <p:nvPr/>
          </p:nvSpPr>
          <p:spPr>
            <a:xfrm>
              <a:off x="2711020" y="2489631"/>
              <a:ext cx="129447" cy="86800"/>
            </a:xfrm>
            <a:custGeom>
              <a:avLst/>
              <a:pathLst>
                <a:path w="129447" h="86800">
                  <a:moveTo>
                    <a:pt x="58106" y="23354"/>
                  </a:moveTo>
                  <a:lnTo>
                    <a:pt x="61107" y="27705"/>
                  </a:lnTo>
                  <a:lnTo>
                    <a:pt x="61472" y="27459"/>
                  </a:lnTo>
                  <a:lnTo>
                    <a:pt x="61730" y="27285"/>
                  </a:lnTo>
                  <a:lnTo>
                    <a:pt x="67997" y="23063"/>
                  </a:lnTo>
                  <a:lnTo>
                    <a:pt x="70241" y="21455"/>
                  </a:lnTo>
                  <a:lnTo>
                    <a:pt x="74425" y="18456"/>
                  </a:lnTo>
                  <a:lnTo>
                    <a:pt x="74851" y="18152"/>
                  </a:lnTo>
                  <a:lnTo>
                    <a:pt x="79542" y="14803"/>
                  </a:lnTo>
                  <a:lnTo>
                    <a:pt x="84583" y="11209"/>
                  </a:lnTo>
                  <a:lnTo>
                    <a:pt x="92429" y="5646"/>
                  </a:lnTo>
                  <a:lnTo>
                    <a:pt x="93124" y="5027"/>
                  </a:lnTo>
                  <a:lnTo>
                    <a:pt x="101410" y="5957"/>
                  </a:lnTo>
                  <a:lnTo>
                    <a:pt x="109213" y="6882"/>
                  </a:lnTo>
                  <a:lnTo>
                    <a:pt x="113061" y="7408"/>
                  </a:lnTo>
                  <a:lnTo>
                    <a:pt x="118234" y="8114"/>
                  </a:lnTo>
                  <a:lnTo>
                    <a:pt x="121848" y="8460"/>
                  </a:lnTo>
                  <a:lnTo>
                    <a:pt x="129447" y="9255"/>
                  </a:lnTo>
                  <a:lnTo>
                    <a:pt x="127795" y="12685"/>
                  </a:lnTo>
                  <a:lnTo>
                    <a:pt x="125946" y="16528"/>
                  </a:lnTo>
                  <a:lnTo>
                    <a:pt x="121026" y="26428"/>
                  </a:lnTo>
                  <a:lnTo>
                    <a:pt x="117671" y="30566"/>
                  </a:lnTo>
                  <a:lnTo>
                    <a:pt x="113946" y="33564"/>
                  </a:lnTo>
                  <a:lnTo>
                    <a:pt x="113540" y="33892"/>
                  </a:lnTo>
                  <a:lnTo>
                    <a:pt x="109202" y="37438"/>
                  </a:lnTo>
                  <a:lnTo>
                    <a:pt x="108826" y="37746"/>
                  </a:lnTo>
                  <a:lnTo>
                    <a:pt x="104059" y="41708"/>
                  </a:lnTo>
                  <a:lnTo>
                    <a:pt x="100530" y="44540"/>
                  </a:lnTo>
                  <a:lnTo>
                    <a:pt x="96165" y="48044"/>
                  </a:lnTo>
                  <a:lnTo>
                    <a:pt x="86763" y="55716"/>
                  </a:lnTo>
                  <a:lnTo>
                    <a:pt x="78783" y="62091"/>
                  </a:lnTo>
                  <a:lnTo>
                    <a:pt x="78366" y="62424"/>
                  </a:lnTo>
                  <a:lnTo>
                    <a:pt x="73972" y="65935"/>
                  </a:lnTo>
                  <a:lnTo>
                    <a:pt x="73575" y="66251"/>
                  </a:lnTo>
                  <a:lnTo>
                    <a:pt x="70046" y="69074"/>
                  </a:lnTo>
                  <a:lnTo>
                    <a:pt x="65554" y="72666"/>
                  </a:lnTo>
                  <a:lnTo>
                    <a:pt x="62024" y="75489"/>
                  </a:lnTo>
                  <a:lnTo>
                    <a:pt x="57683" y="79158"/>
                  </a:lnTo>
                  <a:lnTo>
                    <a:pt x="57106" y="79643"/>
                  </a:lnTo>
                  <a:lnTo>
                    <a:pt x="56920" y="79799"/>
                  </a:lnTo>
                  <a:lnTo>
                    <a:pt x="54473" y="81947"/>
                  </a:lnTo>
                  <a:lnTo>
                    <a:pt x="53409" y="82888"/>
                  </a:lnTo>
                  <a:lnTo>
                    <a:pt x="49190" y="86800"/>
                  </a:lnTo>
                  <a:lnTo>
                    <a:pt x="48349" y="85893"/>
                  </a:lnTo>
                  <a:lnTo>
                    <a:pt x="44854" y="82123"/>
                  </a:lnTo>
                  <a:lnTo>
                    <a:pt x="41542" y="78551"/>
                  </a:lnTo>
                  <a:lnTo>
                    <a:pt x="40498" y="77426"/>
                  </a:lnTo>
                  <a:lnTo>
                    <a:pt x="40365" y="77282"/>
                  </a:lnTo>
                  <a:lnTo>
                    <a:pt x="36629" y="73252"/>
                  </a:lnTo>
                  <a:lnTo>
                    <a:pt x="36270" y="72892"/>
                  </a:lnTo>
                  <a:lnTo>
                    <a:pt x="32167" y="68775"/>
                  </a:lnTo>
                  <a:lnTo>
                    <a:pt x="31980" y="68588"/>
                  </a:lnTo>
                  <a:lnTo>
                    <a:pt x="31767" y="68374"/>
                  </a:lnTo>
                  <a:lnTo>
                    <a:pt x="27436" y="64029"/>
                  </a:lnTo>
                  <a:lnTo>
                    <a:pt x="21557" y="58131"/>
                  </a:lnTo>
                  <a:lnTo>
                    <a:pt x="21037" y="57609"/>
                  </a:lnTo>
                  <a:lnTo>
                    <a:pt x="12308" y="48913"/>
                  </a:lnTo>
                  <a:lnTo>
                    <a:pt x="11668" y="48317"/>
                  </a:lnTo>
                  <a:lnTo>
                    <a:pt x="3020" y="40176"/>
                  </a:lnTo>
                  <a:lnTo>
                    <a:pt x="2606" y="39741"/>
                  </a:lnTo>
                  <a:lnTo>
                    <a:pt x="0" y="37001"/>
                  </a:lnTo>
                  <a:lnTo>
                    <a:pt x="135" y="36894"/>
                  </a:lnTo>
                  <a:lnTo>
                    <a:pt x="5178" y="32911"/>
                  </a:lnTo>
                  <a:lnTo>
                    <a:pt x="5550" y="32615"/>
                  </a:lnTo>
                  <a:lnTo>
                    <a:pt x="6152" y="32138"/>
                  </a:lnTo>
                  <a:lnTo>
                    <a:pt x="7345" y="31191"/>
                  </a:lnTo>
                  <a:lnTo>
                    <a:pt x="10417" y="28754"/>
                  </a:lnTo>
                  <a:lnTo>
                    <a:pt x="10862" y="28400"/>
                  </a:lnTo>
                  <a:lnTo>
                    <a:pt x="11493" y="27900"/>
                  </a:lnTo>
                  <a:lnTo>
                    <a:pt x="13501" y="26309"/>
                  </a:lnTo>
                  <a:lnTo>
                    <a:pt x="17762" y="22934"/>
                  </a:lnTo>
                  <a:lnTo>
                    <a:pt x="21780" y="19751"/>
                  </a:lnTo>
                  <a:lnTo>
                    <a:pt x="22128" y="19475"/>
                  </a:lnTo>
                  <a:lnTo>
                    <a:pt x="22301" y="19338"/>
                  </a:lnTo>
                  <a:lnTo>
                    <a:pt x="25665" y="16674"/>
                  </a:lnTo>
                  <a:lnTo>
                    <a:pt x="26221" y="16234"/>
                  </a:lnTo>
                  <a:lnTo>
                    <a:pt x="35837" y="8743"/>
                  </a:lnTo>
                  <a:lnTo>
                    <a:pt x="37334" y="7577"/>
                  </a:lnTo>
                  <a:lnTo>
                    <a:pt x="43231" y="3082"/>
                  </a:lnTo>
                  <a:lnTo>
                    <a:pt x="43564" y="2829"/>
                  </a:lnTo>
                  <a:lnTo>
                    <a:pt x="47314" y="0"/>
                  </a:lnTo>
                  <a:lnTo>
                    <a:pt x="49379" y="275"/>
                  </a:lnTo>
                  <a:lnTo>
                    <a:pt x="47860" y="6946"/>
                  </a:lnTo>
                  <a:lnTo>
                    <a:pt x="52044" y="15401"/>
                  </a:lnTo>
                  <a:lnTo>
                    <a:pt x="52272" y="15701"/>
                  </a:lnTo>
                  <a:lnTo>
                    <a:pt x="57942" y="2313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1" name="pg460"/>
            <p:cNvSpPr/>
            <p:nvPr/>
          </p:nvSpPr>
          <p:spPr>
            <a:xfrm>
              <a:off x="2719475" y="2562945"/>
              <a:ext cx="75259" cy="83170"/>
            </a:xfrm>
            <a:custGeom>
              <a:avLst/>
              <a:pathLst>
                <a:path w="75259" h="83170">
                  <a:moveTo>
                    <a:pt x="36399" y="8809"/>
                  </a:moveTo>
                  <a:lnTo>
                    <a:pt x="39894" y="12579"/>
                  </a:lnTo>
                  <a:lnTo>
                    <a:pt x="40735" y="13487"/>
                  </a:lnTo>
                  <a:lnTo>
                    <a:pt x="41022" y="13812"/>
                  </a:lnTo>
                  <a:lnTo>
                    <a:pt x="41299" y="14125"/>
                  </a:lnTo>
                  <a:lnTo>
                    <a:pt x="45972" y="19415"/>
                  </a:lnTo>
                  <a:lnTo>
                    <a:pt x="48213" y="21952"/>
                  </a:lnTo>
                  <a:lnTo>
                    <a:pt x="49872" y="23830"/>
                  </a:lnTo>
                  <a:lnTo>
                    <a:pt x="50145" y="24173"/>
                  </a:lnTo>
                  <a:lnTo>
                    <a:pt x="53472" y="28358"/>
                  </a:lnTo>
                  <a:lnTo>
                    <a:pt x="53743" y="28699"/>
                  </a:lnTo>
                  <a:lnTo>
                    <a:pt x="54801" y="30030"/>
                  </a:lnTo>
                  <a:lnTo>
                    <a:pt x="56131" y="31704"/>
                  </a:lnTo>
                  <a:lnTo>
                    <a:pt x="57000" y="32796"/>
                  </a:lnTo>
                  <a:lnTo>
                    <a:pt x="57217" y="33063"/>
                  </a:lnTo>
                  <a:lnTo>
                    <a:pt x="58728" y="34918"/>
                  </a:lnTo>
                  <a:lnTo>
                    <a:pt x="61940" y="38860"/>
                  </a:lnTo>
                  <a:lnTo>
                    <a:pt x="63665" y="40977"/>
                  </a:lnTo>
                  <a:lnTo>
                    <a:pt x="64460" y="42056"/>
                  </a:lnTo>
                  <a:lnTo>
                    <a:pt x="66542" y="44882"/>
                  </a:lnTo>
                  <a:lnTo>
                    <a:pt x="70678" y="49819"/>
                  </a:lnTo>
                  <a:lnTo>
                    <a:pt x="71292" y="50553"/>
                  </a:lnTo>
                  <a:lnTo>
                    <a:pt x="71574" y="50885"/>
                  </a:lnTo>
                  <a:lnTo>
                    <a:pt x="72947" y="52503"/>
                  </a:lnTo>
                  <a:lnTo>
                    <a:pt x="73965" y="53702"/>
                  </a:lnTo>
                  <a:lnTo>
                    <a:pt x="75259" y="55188"/>
                  </a:lnTo>
                  <a:lnTo>
                    <a:pt x="74808" y="55601"/>
                  </a:lnTo>
                  <a:lnTo>
                    <a:pt x="74272" y="56092"/>
                  </a:lnTo>
                  <a:lnTo>
                    <a:pt x="73557" y="56746"/>
                  </a:lnTo>
                  <a:lnTo>
                    <a:pt x="73146" y="57058"/>
                  </a:lnTo>
                  <a:lnTo>
                    <a:pt x="72216" y="57761"/>
                  </a:lnTo>
                  <a:lnTo>
                    <a:pt x="70428" y="59106"/>
                  </a:lnTo>
                  <a:lnTo>
                    <a:pt x="69558" y="59992"/>
                  </a:lnTo>
                  <a:lnTo>
                    <a:pt x="67739" y="61844"/>
                  </a:lnTo>
                  <a:lnTo>
                    <a:pt x="66375" y="63233"/>
                  </a:lnTo>
                  <a:lnTo>
                    <a:pt x="66117" y="63497"/>
                  </a:lnTo>
                  <a:lnTo>
                    <a:pt x="65904" y="63729"/>
                  </a:lnTo>
                  <a:lnTo>
                    <a:pt x="64583" y="65166"/>
                  </a:lnTo>
                  <a:lnTo>
                    <a:pt x="61602" y="68434"/>
                  </a:lnTo>
                  <a:lnTo>
                    <a:pt x="60733" y="69351"/>
                  </a:lnTo>
                  <a:lnTo>
                    <a:pt x="60448" y="69652"/>
                  </a:lnTo>
                  <a:lnTo>
                    <a:pt x="60167" y="69949"/>
                  </a:lnTo>
                  <a:lnTo>
                    <a:pt x="59137" y="71036"/>
                  </a:lnTo>
                  <a:lnTo>
                    <a:pt x="56947" y="73272"/>
                  </a:lnTo>
                  <a:lnTo>
                    <a:pt x="53699" y="76575"/>
                  </a:lnTo>
                  <a:lnTo>
                    <a:pt x="52541" y="77725"/>
                  </a:lnTo>
                  <a:lnTo>
                    <a:pt x="52027" y="78235"/>
                  </a:lnTo>
                  <a:lnTo>
                    <a:pt x="51420" y="78838"/>
                  </a:lnTo>
                  <a:lnTo>
                    <a:pt x="49010" y="81259"/>
                  </a:lnTo>
                  <a:lnTo>
                    <a:pt x="47058" y="83170"/>
                  </a:lnTo>
                  <a:lnTo>
                    <a:pt x="45492" y="81714"/>
                  </a:lnTo>
                  <a:lnTo>
                    <a:pt x="44984" y="81241"/>
                  </a:lnTo>
                  <a:lnTo>
                    <a:pt x="43296" y="79671"/>
                  </a:lnTo>
                  <a:lnTo>
                    <a:pt x="42804" y="79171"/>
                  </a:lnTo>
                  <a:lnTo>
                    <a:pt x="41886" y="78235"/>
                  </a:lnTo>
                  <a:lnTo>
                    <a:pt x="41447" y="77789"/>
                  </a:lnTo>
                  <a:lnTo>
                    <a:pt x="40593" y="76919"/>
                  </a:lnTo>
                  <a:lnTo>
                    <a:pt x="39193" y="75493"/>
                  </a:lnTo>
                  <a:lnTo>
                    <a:pt x="38925" y="75221"/>
                  </a:lnTo>
                  <a:lnTo>
                    <a:pt x="38283" y="74567"/>
                  </a:lnTo>
                  <a:lnTo>
                    <a:pt x="37898" y="74175"/>
                  </a:lnTo>
                  <a:lnTo>
                    <a:pt x="37476" y="73715"/>
                  </a:lnTo>
                  <a:lnTo>
                    <a:pt x="37178" y="73389"/>
                  </a:lnTo>
                  <a:lnTo>
                    <a:pt x="36968" y="73161"/>
                  </a:lnTo>
                  <a:lnTo>
                    <a:pt x="36642" y="72806"/>
                  </a:lnTo>
                  <a:lnTo>
                    <a:pt x="36278" y="72409"/>
                  </a:lnTo>
                  <a:lnTo>
                    <a:pt x="35403" y="71455"/>
                  </a:lnTo>
                  <a:lnTo>
                    <a:pt x="34951" y="70962"/>
                  </a:lnTo>
                  <a:lnTo>
                    <a:pt x="34621" y="70603"/>
                  </a:lnTo>
                  <a:lnTo>
                    <a:pt x="34416" y="70370"/>
                  </a:lnTo>
                  <a:lnTo>
                    <a:pt x="33755" y="69624"/>
                  </a:lnTo>
                  <a:lnTo>
                    <a:pt x="33313" y="69125"/>
                  </a:lnTo>
                  <a:lnTo>
                    <a:pt x="32503" y="68210"/>
                  </a:lnTo>
                  <a:lnTo>
                    <a:pt x="32278" y="67955"/>
                  </a:lnTo>
                  <a:lnTo>
                    <a:pt x="31746" y="67354"/>
                  </a:lnTo>
                  <a:lnTo>
                    <a:pt x="31548" y="67132"/>
                  </a:lnTo>
                  <a:lnTo>
                    <a:pt x="31421" y="66988"/>
                  </a:lnTo>
                  <a:lnTo>
                    <a:pt x="31236" y="66780"/>
                  </a:lnTo>
                  <a:lnTo>
                    <a:pt x="29126" y="64405"/>
                  </a:lnTo>
                  <a:lnTo>
                    <a:pt x="27420" y="62485"/>
                  </a:lnTo>
                  <a:lnTo>
                    <a:pt x="26459" y="61404"/>
                  </a:lnTo>
                  <a:lnTo>
                    <a:pt x="23906" y="58531"/>
                  </a:lnTo>
                  <a:lnTo>
                    <a:pt x="21445" y="55761"/>
                  </a:lnTo>
                  <a:lnTo>
                    <a:pt x="19191" y="53224"/>
                  </a:lnTo>
                  <a:lnTo>
                    <a:pt x="18753" y="52732"/>
                  </a:lnTo>
                  <a:lnTo>
                    <a:pt x="16669" y="50442"/>
                  </a:lnTo>
                  <a:lnTo>
                    <a:pt x="16016" y="49724"/>
                  </a:lnTo>
                  <a:lnTo>
                    <a:pt x="15062" y="48676"/>
                  </a:lnTo>
                  <a:lnTo>
                    <a:pt x="14734" y="48316"/>
                  </a:lnTo>
                  <a:lnTo>
                    <a:pt x="14531" y="48093"/>
                  </a:lnTo>
                  <a:lnTo>
                    <a:pt x="11805" y="45098"/>
                  </a:lnTo>
                  <a:lnTo>
                    <a:pt x="11644" y="44922"/>
                  </a:lnTo>
                  <a:lnTo>
                    <a:pt x="10818" y="44014"/>
                  </a:lnTo>
                  <a:lnTo>
                    <a:pt x="6474" y="39242"/>
                  </a:lnTo>
                  <a:lnTo>
                    <a:pt x="3064" y="35567"/>
                  </a:lnTo>
                  <a:lnTo>
                    <a:pt x="9867" y="30078"/>
                  </a:lnTo>
                  <a:lnTo>
                    <a:pt x="6305" y="26045"/>
                  </a:lnTo>
                  <a:lnTo>
                    <a:pt x="3376" y="22729"/>
                  </a:lnTo>
                  <a:lnTo>
                    <a:pt x="1585" y="20700"/>
                  </a:lnTo>
                  <a:lnTo>
                    <a:pt x="456" y="19422"/>
                  </a:lnTo>
                  <a:lnTo>
                    <a:pt x="0" y="18905"/>
                  </a:lnTo>
                  <a:lnTo>
                    <a:pt x="4361" y="15412"/>
                  </a:lnTo>
                  <a:lnTo>
                    <a:pt x="4719" y="15125"/>
                  </a:lnTo>
                  <a:lnTo>
                    <a:pt x="11130" y="9990"/>
                  </a:lnTo>
                  <a:lnTo>
                    <a:pt x="12217" y="9119"/>
                  </a:lnTo>
                  <a:lnTo>
                    <a:pt x="12539" y="8862"/>
                  </a:lnTo>
                  <a:lnTo>
                    <a:pt x="15092" y="10312"/>
                  </a:lnTo>
                  <a:lnTo>
                    <a:pt x="19366" y="6711"/>
                  </a:lnTo>
                  <a:lnTo>
                    <a:pt x="19848" y="6305"/>
                  </a:lnTo>
                  <a:lnTo>
                    <a:pt x="23072" y="3589"/>
                  </a:lnTo>
                  <a:lnTo>
                    <a:pt x="28231" y="0"/>
                  </a:lnTo>
                  <a:lnTo>
                    <a:pt x="31910" y="3968"/>
                  </a:lnTo>
                  <a:lnTo>
                    <a:pt x="32043" y="4112"/>
                  </a:lnTo>
                  <a:lnTo>
                    <a:pt x="33087" y="523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2" name="pg461"/>
            <p:cNvSpPr/>
            <p:nvPr/>
          </p:nvSpPr>
          <p:spPr>
            <a:xfrm>
              <a:off x="2656411" y="2587691"/>
              <a:ext cx="133146" cy="105684"/>
            </a:xfrm>
            <a:custGeom>
              <a:avLst/>
              <a:pathLst>
                <a:path w="133146" h="105684">
                  <a:moveTo>
                    <a:pt x="57436" y="1368"/>
                  </a:moveTo>
                  <a:lnTo>
                    <a:pt x="64025" y="8567"/>
                  </a:lnTo>
                  <a:lnTo>
                    <a:pt x="64562" y="9145"/>
                  </a:lnTo>
                  <a:lnTo>
                    <a:pt x="66124" y="10825"/>
                  </a:lnTo>
                  <a:lnTo>
                    <a:pt x="69538" y="14496"/>
                  </a:lnTo>
                  <a:lnTo>
                    <a:pt x="73886" y="19273"/>
                  </a:lnTo>
                  <a:lnTo>
                    <a:pt x="74712" y="20180"/>
                  </a:lnTo>
                  <a:lnTo>
                    <a:pt x="74872" y="20357"/>
                  </a:lnTo>
                  <a:lnTo>
                    <a:pt x="77599" y="23352"/>
                  </a:lnTo>
                  <a:lnTo>
                    <a:pt x="77802" y="23575"/>
                  </a:lnTo>
                  <a:lnTo>
                    <a:pt x="78130" y="23935"/>
                  </a:lnTo>
                  <a:lnTo>
                    <a:pt x="79084" y="24983"/>
                  </a:lnTo>
                  <a:lnTo>
                    <a:pt x="79737" y="25701"/>
                  </a:lnTo>
                  <a:lnTo>
                    <a:pt x="81821" y="27991"/>
                  </a:lnTo>
                  <a:lnTo>
                    <a:pt x="82258" y="28483"/>
                  </a:lnTo>
                  <a:lnTo>
                    <a:pt x="84513" y="31020"/>
                  </a:lnTo>
                  <a:lnTo>
                    <a:pt x="86974" y="33790"/>
                  </a:lnTo>
                  <a:lnTo>
                    <a:pt x="89527" y="36663"/>
                  </a:lnTo>
                  <a:lnTo>
                    <a:pt x="90487" y="37744"/>
                  </a:lnTo>
                  <a:lnTo>
                    <a:pt x="92287" y="39769"/>
                  </a:lnTo>
                  <a:lnTo>
                    <a:pt x="94300" y="42035"/>
                  </a:lnTo>
                  <a:lnTo>
                    <a:pt x="94488" y="42247"/>
                  </a:lnTo>
                  <a:lnTo>
                    <a:pt x="94675" y="42457"/>
                  </a:lnTo>
                  <a:lnTo>
                    <a:pt x="95203" y="43053"/>
                  </a:lnTo>
                  <a:lnTo>
                    <a:pt x="95403" y="43279"/>
                  </a:lnTo>
                  <a:lnTo>
                    <a:pt x="95571" y="43468"/>
                  </a:lnTo>
                  <a:lnTo>
                    <a:pt x="96381" y="44384"/>
                  </a:lnTo>
                  <a:lnTo>
                    <a:pt x="96823" y="44883"/>
                  </a:lnTo>
                  <a:lnTo>
                    <a:pt x="97483" y="45629"/>
                  </a:lnTo>
                  <a:lnTo>
                    <a:pt x="97689" y="45861"/>
                  </a:lnTo>
                  <a:lnTo>
                    <a:pt x="98019" y="46220"/>
                  </a:lnTo>
                  <a:lnTo>
                    <a:pt x="98471" y="46714"/>
                  </a:lnTo>
                  <a:lnTo>
                    <a:pt x="99346" y="47667"/>
                  </a:lnTo>
                  <a:lnTo>
                    <a:pt x="99710" y="48064"/>
                  </a:lnTo>
                  <a:lnTo>
                    <a:pt x="100071" y="48458"/>
                  </a:lnTo>
                  <a:lnTo>
                    <a:pt x="100246" y="48648"/>
                  </a:lnTo>
                  <a:lnTo>
                    <a:pt x="100639" y="49077"/>
                  </a:lnTo>
                  <a:lnTo>
                    <a:pt x="100966" y="49433"/>
                  </a:lnTo>
                  <a:lnTo>
                    <a:pt x="101823" y="50306"/>
                  </a:lnTo>
                  <a:lnTo>
                    <a:pt x="101989" y="50475"/>
                  </a:lnTo>
                  <a:lnTo>
                    <a:pt x="102257" y="50748"/>
                  </a:lnTo>
                  <a:lnTo>
                    <a:pt x="103657" y="52174"/>
                  </a:lnTo>
                  <a:lnTo>
                    <a:pt x="104511" y="53043"/>
                  </a:lnTo>
                  <a:lnTo>
                    <a:pt x="104949" y="53490"/>
                  </a:lnTo>
                  <a:lnTo>
                    <a:pt x="105868" y="54425"/>
                  </a:lnTo>
                  <a:lnTo>
                    <a:pt x="106359" y="54926"/>
                  </a:lnTo>
                  <a:lnTo>
                    <a:pt x="108170" y="56610"/>
                  </a:lnTo>
                  <a:lnTo>
                    <a:pt x="108556" y="56968"/>
                  </a:lnTo>
                  <a:lnTo>
                    <a:pt x="110206" y="58508"/>
                  </a:lnTo>
                  <a:lnTo>
                    <a:pt x="111327" y="59619"/>
                  </a:lnTo>
                  <a:lnTo>
                    <a:pt x="113669" y="61953"/>
                  </a:lnTo>
                  <a:lnTo>
                    <a:pt x="114142" y="62424"/>
                  </a:lnTo>
                  <a:lnTo>
                    <a:pt x="116811" y="65084"/>
                  </a:lnTo>
                  <a:lnTo>
                    <a:pt x="117076" y="65357"/>
                  </a:lnTo>
                  <a:lnTo>
                    <a:pt x="117290" y="65578"/>
                  </a:lnTo>
                  <a:lnTo>
                    <a:pt x="118947" y="67288"/>
                  </a:lnTo>
                  <a:lnTo>
                    <a:pt x="120305" y="68690"/>
                  </a:lnTo>
                  <a:lnTo>
                    <a:pt x="120447" y="68836"/>
                  </a:lnTo>
                  <a:lnTo>
                    <a:pt x="120959" y="69364"/>
                  </a:lnTo>
                  <a:lnTo>
                    <a:pt x="121413" y="69832"/>
                  </a:lnTo>
                  <a:lnTo>
                    <a:pt x="121541" y="69942"/>
                  </a:lnTo>
                  <a:lnTo>
                    <a:pt x="121862" y="70216"/>
                  </a:lnTo>
                  <a:lnTo>
                    <a:pt x="123569" y="71677"/>
                  </a:lnTo>
                  <a:lnTo>
                    <a:pt x="124350" y="72329"/>
                  </a:lnTo>
                  <a:lnTo>
                    <a:pt x="124486" y="72471"/>
                  </a:lnTo>
                  <a:lnTo>
                    <a:pt x="128011" y="76160"/>
                  </a:lnTo>
                  <a:lnTo>
                    <a:pt x="129531" y="77751"/>
                  </a:lnTo>
                  <a:lnTo>
                    <a:pt x="131580" y="79896"/>
                  </a:lnTo>
                  <a:lnTo>
                    <a:pt x="131928" y="80260"/>
                  </a:lnTo>
                  <a:lnTo>
                    <a:pt x="133146" y="81828"/>
                  </a:lnTo>
                  <a:lnTo>
                    <a:pt x="132758" y="82222"/>
                  </a:lnTo>
                  <a:lnTo>
                    <a:pt x="132608" y="82373"/>
                  </a:lnTo>
                  <a:lnTo>
                    <a:pt x="132420" y="82564"/>
                  </a:lnTo>
                  <a:lnTo>
                    <a:pt x="132217" y="82770"/>
                  </a:lnTo>
                  <a:lnTo>
                    <a:pt x="131902" y="83088"/>
                  </a:lnTo>
                  <a:lnTo>
                    <a:pt x="131129" y="83608"/>
                  </a:lnTo>
                  <a:lnTo>
                    <a:pt x="130657" y="83924"/>
                  </a:lnTo>
                  <a:lnTo>
                    <a:pt x="130446" y="84066"/>
                  </a:lnTo>
                  <a:lnTo>
                    <a:pt x="129904" y="84429"/>
                  </a:lnTo>
                  <a:lnTo>
                    <a:pt x="129377" y="84783"/>
                  </a:lnTo>
                  <a:lnTo>
                    <a:pt x="129222" y="84887"/>
                  </a:lnTo>
                  <a:lnTo>
                    <a:pt x="128987" y="85045"/>
                  </a:lnTo>
                  <a:lnTo>
                    <a:pt x="128664" y="85261"/>
                  </a:lnTo>
                  <a:lnTo>
                    <a:pt x="128090" y="85647"/>
                  </a:lnTo>
                  <a:lnTo>
                    <a:pt x="127793" y="85846"/>
                  </a:lnTo>
                  <a:lnTo>
                    <a:pt x="127511" y="86035"/>
                  </a:lnTo>
                  <a:lnTo>
                    <a:pt x="127316" y="86166"/>
                  </a:lnTo>
                  <a:lnTo>
                    <a:pt x="126796" y="86515"/>
                  </a:lnTo>
                  <a:lnTo>
                    <a:pt x="126271" y="86867"/>
                  </a:lnTo>
                  <a:lnTo>
                    <a:pt x="126045" y="87019"/>
                  </a:lnTo>
                  <a:lnTo>
                    <a:pt x="124869" y="87808"/>
                  </a:lnTo>
                  <a:lnTo>
                    <a:pt x="124709" y="87916"/>
                  </a:lnTo>
                  <a:lnTo>
                    <a:pt x="124319" y="88177"/>
                  </a:lnTo>
                  <a:lnTo>
                    <a:pt x="123216" y="88918"/>
                  </a:lnTo>
                  <a:lnTo>
                    <a:pt x="122461" y="89424"/>
                  </a:lnTo>
                  <a:lnTo>
                    <a:pt x="122123" y="89651"/>
                  </a:lnTo>
                  <a:lnTo>
                    <a:pt x="121981" y="89747"/>
                  </a:lnTo>
                  <a:lnTo>
                    <a:pt x="120833" y="90517"/>
                  </a:lnTo>
                  <a:lnTo>
                    <a:pt x="120416" y="90796"/>
                  </a:lnTo>
                  <a:lnTo>
                    <a:pt x="120180" y="90955"/>
                  </a:lnTo>
                  <a:lnTo>
                    <a:pt x="119902" y="91142"/>
                  </a:lnTo>
                  <a:lnTo>
                    <a:pt x="119752" y="91242"/>
                  </a:lnTo>
                  <a:lnTo>
                    <a:pt x="119078" y="91695"/>
                  </a:lnTo>
                  <a:lnTo>
                    <a:pt x="118927" y="91796"/>
                  </a:lnTo>
                  <a:lnTo>
                    <a:pt x="118623" y="91999"/>
                  </a:lnTo>
                  <a:lnTo>
                    <a:pt x="117688" y="92627"/>
                  </a:lnTo>
                  <a:lnTo>
                    <a:pt x="117445" y="92790"/>
                  </a:lnTo>
                  <a:lnTo>
                    <a:pt x="116084" y="93704"/>
                  </a:lnTo>
                  <a:lnTo>
                    <a:pt x="115673" y="93979"/>
                  </a:lnTo>
                  <a:lnTo>
                    <a:pt x="115460" y="94123"/>
                  </a:lnTo>
                  <a:lnTo>
                    <a:pt x="115324" y="94215"/>
                  </a:lnTo>
                  <a:lnTo>
                    <a:pt x="114850" y="94538"/>
                  </a:lnTo>
                  <a:lnTo>
                    <a:pt x="114328" y="94893"/>
                  </a:lnTo>
                  <a:lnTo>
                    <a:pt x="113884" y="95195"/>
                  </a:lnTo>
                  <a:lnTo>
                    <a:pt x="113059" y="95757"/>
                  </a:lnTo>
                  <a:lnTo>
                    <a:pt x="112375" y="96222"/>
                  </a:lnTo>
                  <a:lnTo>
                    <a:pt x="112132" y="96387"/>
                  </a:lnTo>
                  <a:lnTo>
                    <a:pt x="111512" y="96809"/>
                  </a:lnTo>
                  <a:lnTo>
                    <a:pt x="110697" y="97363"/>
                  </a:lnTo>
                  <a:lnTo>
                    <a:pt x="110252" y="97666"/>
                  </a:lnTo>
                  <a:lnTo>
                    <a:pt x="110092" y="97775"/>
                  </a:lnTo>
                  <a:lnTo>
                    <a:pt x="109836" y="97949"/>
                  </a:lnTo>
                  <a:lnTo>
                    <a:pt x="109692" y="98047"/>
                  </a:lnTo>
                  <a:lnTo>
                    <a:pt x="109163" y="98407"/>
                  </a:lnTo>
                  <a:lnTo>
                    <a:pt x="108693" y="98727"/>
                  </a:lnTo>
                  <a:lnTo>
                    <a:pt x="108022" y="99183"/>
                  </a:lnTo>
                  <a:lnTo>
                    <a:pt x="107764" y="99359"/>
                  </a:lnTo>
                  <a:lnTo>
                    <a:pt x="107238" y="99716"/>
                  </a:lnTo>
                  <a:lnTo>
                    <a:pt x="107056" y="99840"/>
                  </a:lnTo>
                  <a:lnTo>
                    <a:pt x="106850" y="99980"/>
                  </a:lnTo>
                  <a:lnTo>
                    <a:pt x="105803" y="100692"/>
                  </a:lnTo>
                  <a:lnTo>
                    <a:pt x="105594" y="100835"/>
                  </a:lnTo>
                  <a:lnTo>
                    <a:pt x="105222" y="101088"/>
                  </a:lnTo>
                  <a:lnTo>
                    <a:pt x="105037" y="101214"/>
                  </a:lnTo>
                  <a:lnTo>
                    <a:pt x="104092" y="101856"/>
                  </a:lnTo>
                  <a:lnTo>
                    <a:pt x="103767" y="102078"/>
                  </a:lnTo>
                  <a:lnTo>
                    <a:pt x="103478" y="102278"/>
                  </a:lnTo>
                  <a:lnTo>
                    <a:pt x="102947" y="102643"/>
                  </a:lnTo>
                  <a:lnTo>
                    <a:pt x="102544" y="102920"/>
                  </a:lnTo>
                  <a:lnTo>
                    <a:pt x="100906" y="104047"/>
                  </a:lnTo>
                  <a:lnTo>
                    <a:pt x="100384" y="104406"/>
                  </a:lnTo>
                  <a:lnTo>
                    <a:pt x="100080" y="104615"/>
                  </a:lnTo>
                  <a:lnTo>
                    <a:pt x="98518" y="105684"/>
                  </a:lnTo>
                  <a:lnTo>
                    <a:pt x="98065" y="105292"/>
                  </a:lnTo>
                  <a:lnTo>
                    <a:pt x="96173" y="103652"/>
                  </a:lnTo>
                  <a:lnTo>
                    <a:pt x="94807" y="102467"/>
                  </a:lnTo>
                  <a:lnTo>
                    <a:pt x="94513" y="102212"/>
                  </a:lnTo>
                  <a:lnTo>
                    <a:pt x="93770" y="101567"/>
                  </a:lnTo>
                  <a:lnTo>
                    <a:pt x="90933" y="99108"/>
                  </a:lnTo>
                  <a:lnTo>
                    <a:pt x="90042" y="98292"/>
                  </a:lnTo>
                  <a:lnTo>
                    <a:pt x="89329" y="97639"/>
                  </a:lnTo>
                  <a:lnTo>
                    <a:pt x="88020" y="96441"/>
                  </a:lnTo>
                  <a:lnTo>
                    <a:pt x="87003" y="95510"/>
                  </a:lnTo>
                  <a:lnTo>
                    <a:pt x="86673" y="95208"/>
                  </a:lnTo>
                  <a:lnTo>
                    <a:pt x="86220" y="94793"/>
                  </a:lnTo>
                  <a:lnTo>
                    <a:pt x="84728" y="93427"/>
                  </a:lnTo>
                  <a:lnTo>
                    <a:pt x="83340" y="92156"/>
                  </a:lnTo>
                  <a:lnTo>
                    <a:pt x="83186" y="92015"/>
                  </a:lnTo>
                  <a:lnTo>
                    <a:pt x="82797" y="91626"/>
                  </a:lnTo>
                  <a:lnTo>
                    <a:pt x="82531" y="91361"/>
                  </a:lnTo>
                  <a:lnTo>
                    <a:pt x="80610" y="89442"/>
                  </a:lnTo>
                  <a:lnTo>
                    <a:pt x="79502" y="88335"/>
                  </a:lnTo>
                  <a:lnTo>
                    <a:pt x="79208" y="88040"/>
                  </a:lnTo>
                  <a:lnTo>
                    <a:pt x="77118" y="83664"/>
                  </a:lnTo>
                  <a:lnTo>
                    <a:pt x="76655" y="82693"/>
                  </a:lnTo>
                  <a:lnTo>
                    <a:pt x="75527" y="80331"/>
                  </a:lnTo>
                  <a:lnTo>
                    <a:pt x="74580" y="78349"/>
                  </a:lnTo>
                  <a:lnTo>
                    <a:pt x="74467" y="78110"/>
                  </a:lnTo>
                  <a:lnTo>
                    <a:pt x="73092" y="74961"/>
                  </a:lnTo>
                  <a:lnTo>
                    <a:pt x="71983" y="72422"/>
                  </a:lnTo>
                  <a:lnTo>
                    <a:pt x="68400" y="64220"/>
                  </a:lnTo>
                  <a:lnTo>
                    <a:pt x="67190" y="65154"/>
                  </a:lnTo>
                  <a:lnTo>
                    <a:pt x="66827" y="65172"/>
                  </a:lnTo>
                  <a:lnTo>
                    <a:pt x="65322" y="65247"/>
                  </a:lnTo>
                  <a:lnTo>
                    <a:pt x="61280" y="64506"/>
                  </a:lnTo>
                  <a:lnTo>
                    <a:pt x="56717" y="63669"/>
                  </a:lnTo>
                  <a:lnTo>
                    <a:pt x="55233" y="63397"/>
                  </a:lnTo>
                  <a:lnTo>
                    <a:pt x="52500" y="62896"/>
                  </a:lnTo>
                  <a:lnTo>
                    <a:pt x="50832" y="62550"/>
                  </a:lnTo>
                  <a:lnTo>
                    <a:pt x="49515" y="62277"/>
                  </a:lnTo>
                  <a:lnTo>
                    <a:pt x="42696" y="60861"/>
                  </a:lnTo>
                  <a:lnTo>
                    <a:pt x="42556" y="60832"/>
                  </a:lnTo>
                  <a:lnTo>
                    <a:pt x="37496" y="59781"/>
                  </a:lnTo>
                  <a:lnTo>
                    <a:pt x="35251" y="59214"/>
                  </a:lnTo>
                  <a:lnTo>
                    <a:pt x="30910" y="58117"/>
                  </a:lnTo>
                  <a:lnTo>
                    <a:pt x="29357" y="57770"/>
                  </a:lnTo>
                  <a:lnTo>
                    <a:pt x="28452" y="57568"/>
                  </a:lnTo>
                  <a:lnTo>
                    <a:pt x="24676" y="56724"/>
                  </a:lnTo>
                  <a:lnTo>
                    <a:pt x="14513" y="54694"/>
                  </a:lnTo>
                  <a:lnTo>
                    <a:pt x="14174" y="54626"/>
                  </a:lnTo>
                  <a:lnTo>
                    <a:pt x="12155" y="54183"/>
                  </a:lnTo>
                  <a:lnTo>
                    <a:pt x="7774" y="53221"/>
                  </a:lnTo>
                  <a:lnTo>
                    <a:pt x="0" y="50533"/>
                  </a:lnTo>
                  <a:lnTo>
                    <a:pt x="551" y="49934"/>
                  </a:lnTo>
                  <a:lnTo>
                    <a:pt x="987" y="49460"/>
                  </a:lnTo>
                  <a:lnTo>
                    <a:pt x="7896" y="41957"/>
                  </a:lnTo>
                  <a:lnTo>
                    <a:pt x="8247" y="41576"/>
                  </a:lnTo>
                  <a:lnTo>
                    <a:pt x="8923" y="40916"/>
                  </a:lnTo>
                  <a:lnTo>
                    <a:pt x="11496" y="38405"/>
                  </a:lnTo>
                  <a:lnTo>
                    <a:pt x="11851" y="38058"/>
                  </a:lnTo>
                  <a:lnTo>
                    <a:pt x="16579" y="33445"/>
                  </a:lnTo>
                  <a:lnTo>
                    <a:pt x="16983" y="33050"/>
                  </a:lnTo>
                  <a:lnTo>
                    <a:pt x="21480" y="29299"/>
                  </a:lnTo>
                  <a:lnTo>
                    <a:pt x="21984" y="28886"/>
                  </a:lnTo>
                  <a:lnTo>
                    <a:pt x="23433" y="27440"/>
                  </a:lnTo>
                  <a:lnTo>
                    <a:pt x="23657" y="27217"/>
                  </a:lnTo>
                  <a:lnTo>
                    <a:pt x="25525" y="25353"/>
                  </a:lnTo>
                  <a:lnTo>
                    <a:pt x="26989" y="23892"/>
                  </a:lnTo>
                  <a:lnTo>
                    <a:pt x="27287" y="23595"/>
                  </a:lnTo>
                  <a:lnTo>
                    <a:pt x="28261" y="22623"/>
                  </a:lnTo>
                  <a:lnTo>
                    <a:pt x="29461" y="21456"/>
                  </a:lnTo>
                  <a:lnTo>
                    <a:pt x="29867" y="21061"/>
                  </a:lnTo>
                  <a:lnTo>
                    <a:pt x="33570" y="17459"/>
                  </a:lnTo>
                  <a:lnTo>
                    <a:pt x="33993" y="17048"/>
                  </a:lnTo>
                  <a:lnTo>
                    <a:pt x="35687" y="15400"/>
                  </a:lnTo>
                  <a:lnTo>
                    <a:pt x="35822" y="15270"/>
                  </a:lnTo>
                  <a:lnTo>
                    <a:pt x="36343" y="14763"/>
                  </a:lnTo>
                  <a:lnTo>
                    <a:pt x="32716" y="11898"/>
                  </a:lnTo>
                  <a:lnTo>
                    <a:pt x="34478" y="10215"/>
                  </a:lnTo>
                  <a:lnTo>
                    <a:pt x="36272" y="8503"/>
                  </a:lnTo>
                  <a:lnTo>
                    <a:pt x="36523" y="8321"/>
                  </a:lnTo>
                  <a:lnTo>
                    <a:pt x="40352" y="5544"/>
                  </a:lnTo>
                  <a:lnTo>
                    <a:pt x="44475" y="2553"/>
                  </a:lnTo>
                  <a:lnTo>
                    <a:pt x="45006" y="2191"/>
                  </a:lnTo>
                  <a:lnTo>
                    <a:pt x="48211" y="5395"/>
                  </a:lnTo>
                  <a:lnTo>
                    <a:pt x="48454" y="5637"/>
                  </a:lnTo>
                  <a:lnTo>
                    <a:pt x="48689" y="5455"/>
                  </a:lnTo>
                  <a:lnTo>
                    <a:pt x="50118" y="4152"/>
                  </a:lnTo>
                  <a:lnTo>
                    <a:pt x="51305" y="3365"/>
                  </a:lnTo>
                  <a:lnTo>
                    <a:pt x="53270" y="2063"/>
                  </a:lnTo>
                  <a:lnTo>
                    <a:pt x="56384"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3" name="pg462"/>
            <p:cNvSpPr/>
            <p:nvPr/>
          </p:nvSpPr>
          <p:spPr>
            <a:xfrm>
              <a:off x="2754936" y="2618133"/>
              <a:ext cx="114837" cy="102068"/>
            </a:xfrm>
            <a:custGeom>
              <a:avLst/>
              <a:pathLst>
                <a:path w="114837" h="102068">
                  <a:moveTo>
                    <a:pt x="83793" y="99817"/>
                  </a:moveTo>
                  <a:lnTo>
                    <a:pt x="81285" y="101267"/>
                  </a:lnTo>
                  <a:lnTo>
                    <a:pt x="80853" y="101097"/>
                  </a:lnTo>
                  <a:lnTo>
                    <a:pt x="76813" y="101641"/>
                  </a:lnTo>
                  <a:lnTo>
                    <a:pt x="75263" y="101850"/>
                  </a:lnTo>
                  <a:lnTo>
                    <a:pt x="73644" y="102068"/>
                  </a:lnTo>
                  <a:lnTo>
                    <a:pt x="72529" y="101749"/>
                  </a:lnTo>
                  <a:lnTo>
                    <a:pt x="68459" y="100586"/>
                  </a:lnTo>
                  <a:lnTo>
                    <a:pt x="66979" y="100163"/>
                  </a:lnTo>
                  <a:lnTo>
                    <a:pt x="66541" y="100038"/>
                  </a:lnTo>
                  <a:lnTo>
                    <a:pt x="65911" y="99858"/>
                  </a:lnTo>
                  <a:lnTo>
                    <a:pt x="64148" y="99355"/>
                  </a:lnTo>
                  <a:lnTo>
                    <a:pt x="58992" y="97882"/>
                  </a:lnTo>
                  <a:lnTo>
                    <a:pt x="58839" y="97838"/>
                  </a:lnTo>
                  <a:lnTo>
                    <a:pt x="56329" y="97121"/>
                  </a:lnTo>
                  <a:lnTo>
                    <a:pt x="53448" y="96298"/>
                  </a:lnTo>
                  <a:lnTo>
                    <a:pt x="52545" y="96040"/>
                  </a:lnTo>
                  <a:lnTo>
                    <a:pt x="52032" y="95894"/>
                  </a:lnTo>
                  <a:lnTo>
                    <a:pt x="49850" y="95271"/>
                  </a:lnTo>
                  <a:lnTo>
                    <a:pt x="46484" y="94301"/>
                  </a:lnTo>
                  <a:lnTo>
                    <a:pt x="45632" y="94056"/>
                  </a:lnTo>
                  <a:lnTo>
                    <a:pt x="41115" y="92754"/>
                  </a:lnTo>
                  <a:lnTo>
                    <a:pt x="40720" y="92640"/>
                  </a:lnTo>
                  <a:lnTo>
                    <a:pt x="35343" y="91090"/>
                  </a:lnTo>
                  <a:lnTo>
                    <a:pt x="34397" y="90817"/>
                  </a:lnTo>
                  <a:lnTo>
                    <a:pt x="33744" y="90652"/>
                  </a:lnTo>
                  <a:lnTo>
                    <a:pt x="32014" y="90215"/>
                  </a:lnTo>
                  <a:lnTo>
                    <a:pt x="31662" y="90123"/>
                  </a:lnTo>
                  <a:lnTo>
                    <a:pt x="29447" y="89470"/>
                  </a:lnTo>
                  <a:lnTo>
                    <a:pt x="29179" y="89391"/>
                  </a:lnTo>
                  <a:lnTo>
                    <a:pt x="28644" y="89234"/>
                  </a:lnTo>
                  <a:lnTo>
                    <a:pt x="25439" y="88328"/>
                  </a:lnTo>
                  <a:lnTo>
                    <a:pt x="24490" y="88064"/>
                  </a:lnTo>
                  <a:lnTo>
                    <a:pt x="22873" y="87616"/>
                  </a:lnTo>
                  <a:lnTo>
                    <a:pt x="20586" y="86981"/>
                  </a:lnTo>
                  <a:lnTo>
                    <a:pt x="20382" y="86924"/>
                  </a:lnTo>
                  <a:lnTo>
                    <a:pt x="20227" y="86881"/>
                  </a:lnTo>
                  <a:lnTo>
                    <a:pt x="20051" y="86832"/>
                  </a:lnTo>
                  <a:lnTo>
                    <a:pt x="19650" y="86721"/>
                  </a:lnTo>
                  <a:lnTo>
                    <a:pt x="19455" y="86667"/>
                  </a:lnTo>
                  <a:lnTo>
                    <a:pt x="19204" y="86598"/>
                  </a:lnTo>
                  <a:lnTo>
                    <a:pt x="18914" y="86518"/>
                  </a:lnTo>
                  <a:lnTo>
                    <a:pt x="18380" y="86370"/>
                  </a:lnTo>
                  <a:lnTo>
                    <a:pt x="18218" y="86326"/>
                  </a:lnTo>
                  <a:lnTo>
                    <a:pt x="17746" y="86195"/>
                  </a:lnTo>
                  <a:lnTo>
                    <a:pt x="17598" y="86154"/>
                  </a:lnTo>
                  <a:lnTo>
                    <a:pt x="16871" y="85954"/>
                  </a:lnTo>
                  <a:lnTo>
                    <a:pt x="16089" y="85738"/>
                  </a:lnTo>
                  <a:lnTo>
                    <a:pt x="15803" y="85659"/>
                  </a:lnTo>
                  <a:lnTo>
                    <a:pt x="15520" y="85581"/>
                  </a:lnTo>
                  <a:lnTo>
                    <a:pt x="15055" y="85452"/>
                  </a:lnTo>
                  <a:lnTo>
                    <a:pt x="14426" y="85279"/>
                  </a:lnTo>
                  <a:lnTo>
                    <a:pt x="14158" y="85205"/>
                  </a:lnTo>
                  <a:lnTo>
                    <a:pt x="13963" y="85151"/>
                  </a:lnTo>
                  <a:lnTo>
                    <a:pt x="13601" y="85051"/>
                  </a:lnTo>
                  <a:lnTo>
                    <a:pt x="13211" y="84933"/>
                  </a:lnTo>
                  <a:lnTo>
                    <a:pt x="10529" y="83890"/>
                  </a:lnTo>
                  <a:lnTo>
                    <a:pt x="8662" y="82321"/>
                  </a:lnTo>
                  <a:lnTo>
                    <a:pt x="8218" y="81943"/>
                  </a:lnTo>
                  <a:lnTo>
                    <a:pt x="7258" y="81141"/>
                  </a:lnTo>
                  <a:lnTo>
                    <a:pt x="4936" y="79203"/>
                  </a:lnTo>
                  <a:lnTo>
                    <a:pt x="3643" y="78123"/>
                  </a:lnTo>
                  <a:lnTo>
                    <a:pt x="1064" y="76087"/>
                  </a:lnTo>
                  <a:lnTo>
                    <a:pt x="0" y="75243"/>
                  </a:lnTo>
                  <a:lnTo>
                    <a:pt x="1555" y="74173"/>
                  </a:lnTo>
                  <a:lnTo>
                    <a:pt x="1859" y="73964"/>
                  </a:lnTo>
                  <a:lnTo>
                    <a:pt x="2421" y="73576"/>
                  </a:lnTo>
                  <a:lnTo>
                    <a:pt x="4019" y="72477"/>
                  </a:lnTo>
                  <a:lnTo>
                    <a:pt x="4422" y="72200"/>
                  </a:lnTo>
                  <a:lnTo>
                    <a:pt x="5048" y="71769"/>
                  </a:lnTo>
                  <a:lnTo>
                    <a:pt x="5368" y="71549"/>
                  </a:lnTo>
                  <a:lnTo>
                    <a:pt x="5726" y="71306"/>
                  </a:lnTo>
                  <a:lnTo>
                    <a:pt x="6512" y="70771"/>
                  </a:lnTo>
                  <a:lnTo>
                    <a:pt x="6797" y="70577"/>
                  </a:lnTo>
                  <a:lnTo>
                    <a:pt x="7068" y="70392"/>
                  </a:lnTo>
                  <a:lnTo>
                    <a:pt x="7899" y="69827"/>
                  </a:lnTo>
                  <a:lnTo>
                    <a:pt x="8327" y="69536"/>
                  </a:lnTo>
                  <a:lnTo>
                    <a:pt x="8530" y="69398"/>
                  </a:lnTo>
                  <a:lnTo>
                    <a:pt x="8713" y="69274"/>
                  </a:lnTo>
                  <a:lnTo>
                    <a:pt x="9273" y="68892"/>
                  </a:lnTo>
                  <a:lnTo>
                    <a:pt x="9603" y="68668"/>
                  </a:lnTo>
                  <a:lnTo>
                    <a:pt x="10168" y="68284"/>
                  </a:lnTo>
                  <a:lnTo>
                    <a:pt x="10706" y="67917"/>
                  </a:lnTo>
                  <a:lnTo>
                    <a:pt x="11167" y="67604"/>
                  </a:lnTo>
                  <a:lnTo>
                    <a:pt x="11311" y="67506"/>
                  </a:lnTo>
                  <a:lnTo>
                    <a:pt x="11567" y="67332"/>
                  </a:lnTo>
                  <a:lnTo>
                    <a:pt x="11726" y="67224"/>
                  </a:lnTo>
                  <a:lnTo>
                    <a:pt x="12236" y="66877"/>
                  </a:lnTo>
                  <a:lnTo>
                    <a:pt x="13192" y="66227"/>
                  </a:lnTo>
                  <a:lnTo>
                    <a:pt x="13607" y="65944"/>
                  </a:lnTo>
                  <a:lnTo>
                    <a:pt x="13849" y="65779"/>
                  </a:lnTo>
                  <a:lnTo>
                    <a:pt x="14533" y="65314"/>
                  </a:lnTo>
                  <a:lnTo>
                    <a:pt x="15554" y="64620"/>
                  </a:lnTo>
                  <a:lnTo>
                    <a:pt x="16078" y="64263"/>
                  </a:lnTo>
                  <a:lnTo>
                    <a:pt x="16597" y="63910"/>
                  </a:lnTo>
                  <a:lnTo>
                    <a:pt x="16799" y="63773"/>
                  </a:lnTo>
                  <a:lnTo>
                    <a:pt x="17020" y="63623"/>
                  </a:lnTo>
                  <a:lnTo>
                    <a:pt x="17148" y="63537"/>
                  </a:lnTo>
                  <a:lnTo>
                    <a:pt x="17558" y="63261"/>
                  </a:lnTo>
                  <a:lnTo>
                    <a:pt x="18920" y="62348"/>
                  </a:lnTo>
                  <a:lnTo>
                    <a:pt x="19162" y="62185"/>
                  </a:lnTo>
                  <a:lnTo>
                    <a:pt x="20271" y="61441"/>
                  </a:lnTo>
                  <a:lnTo>
                    <a:pt x="20402" y="61353"/>
                  </a:lnTo>
                  <a:lnTo>
                    <a:pt x="20556" y="61250"/>
                  </a:lnTo>
                  <a:lnTo>
                    <a:pt x="21227" y="60799"/>
                  </a:lnTo>
                  <a:lnTo>
                    <a:pt x="21376" y="60699"/>
                  </a:lnTo>
                  <a:lnTo>
                    <a:pt x="21654" y="60512"/>
                  </a:lnTo>
                  <a:lnTo>
                    <a:pt x="21891" y="60354"/>
                  </a:lnTo>
                  <a:lnTo>
                    <a:pt x="22308" y="60074"/>
                  </a:lnTo>
                  <a:lnTo>
                    <a:pt x="23455" y="59304"/>
                  </a:lnTo>
                  <a:lnTo>
                    <a:pt x="23597" y="59209"/>
                  </a:lnTo>
                  <a:lnTo>
                    <a:pt x="23935" y="58982"/>
                  </a:lnTo>
                  <a:lnTo>
                    <a:pt x="24691" y="58475"/>
                  </a:lnTo>
                  <a:lnTo>
                    <a:pt x="25794" y="57735"/>
                  </a:lnTo>
                  <a:lnTo>
                    <a:pt x="26184" y="57473"/>
                  </a:lnTo>
                  <a:lnTo>
                    <a:pt x="26344" y="57366"/>
                  </a:lnTo>
                  <a:lnTo>
                    <a:pt x="27520" y="56577"/>
                  </a:lnTo>
                  <a:lnTo>
                    <a:pt x="27746" y="56425"/>
                  </a:lnTo>
                  <a:lnTo>
                    <a:pt x="28430" y="55966"/>
                  </a:lnTo>
                  <a:lnTo>
                    <a:pt x="28791" y="55724"/>
                  </a:lnTo>
                  <a:lnTo>
                    <a:pt x="28986" y="55592"/>
                  </a:lnTo>
                  <a:lnTo>
                    <a:pt x="29382" y="55327"/>
                  </a:lnTo>
                  <a:lnTo>
                    <a:pt x="29565" y="55204"/>
                  </a:lnTo>
                  <a:lnTo>
                    <a:pt x="30145" y="54815"/>
                  </a:lnTo>
                  <a:lnTo>
                    <a:pt x="30462" y="54602"/>
                  </a:lnTo>
                  <a:lnTo>
                    <a:pt x="30697" y="54444"/>
                  </a:lnTo>
                  <a:lnTo>
                    <a:pt x="30852" y="54340"/>
                  </a:lnTo>
                  <a:lnTo>
                    <a:pt x="31433" y="53950"/>
                  </a:lnTo>
                  <a:lnTo>
                    <a:pt x="31921" y="53623"/>
                  </a:lnTo>
                  <a:lnTo>
                    <a:pt x="32132" y="53482"/>
                  </a:lnTo>
                  <a:lnTo>
                    <a:pt x="32684" y="53111"/>
                  </a:lnTo>
                  <a:lnTo>
                    <a:pt x="33390" y="52632"/>
                  </a:lnTo>
                  <a:lnTo>
                    <a:pt x="33691" y="52327"/>
                  </a:lnTo>
                  <a:lnTo>
                    <a:pt x="33895" y="52121"/>
                  </a:lnTo>
                  <a:lnTo>
                    <a:pt x="34083" y="51931"/>
                  </a:lnTo>
                  <a:lnTo>
                    <a:pt x="34408" y="51601"/>
                  </a:lnTo>
                  <a:lnTo>
                    <a:pt x="34107" y="50555"/>
                  </a:lnTo>
                  <a:lnTo>
                    <a:pt x="33402" y="49817"/>
                  </a:lnTo>
                  <a:lnTo>
                    <a:pt x="33054" y="49453"/>
                  </a:lnTo>
                  <a:lnTo>
                    <a:pt x="30991" y="47293"/>
                  </a:lnTo>
                  <a:lnTo>
                    <a:pt x="29396" y="45624"/>
                  </a:lnTo>
                  <a:lnTo>
                    <a:pt x="25956" y="42024"/>
                  </a:lnTo>
                  <a:lnTo>
                    <a:pt x="25821" y="41882"/>
                  </a:lnTo>
                  <a:lnTo>
                    <a:pt x="25038" y="41230"/>
                  </a:lnTo>
                  <a:lnTo>
                    <a:pt x="23337" y="39774"/>
                  </a:lnTo>
                  <a:lnTo>
                    <a:pt x="23016" y="39499"/>
                  </a:lnTo>
                  <a:lnTo>
                    <a:pt x="22887" y="39389"/>
                  </a:lnTo>
                  <a:lnTo>
                    <a:pt x="22433" y="38921"/>
                  </a:lnTo>
                  <a:lnTo>
                    <a:pt x="21922" y="38393"/>
                  </a:lnTo>
                  <a:lnTo>
                    <a:pt x="21780" y="38247"/>
                  </a:lnTo>
                  <a:lnTo>
                    <a:pt x="20422" y="36846"/>
                  </a:lnTo>
                  <a:lnTo>
                    <a:pt x="18753" y="35123"/>
                  </a:lnTo>
                  <a:lnTo>
                    <a:pt x="18551" y="34915"/>
                  </a:lnTo>
                  <a:lnTo>
                    <a:pt x="18286" y="34641"/>
                  </a:lnTo>
                  <a:lnTo>
                    <a:pt x="15550" y="31916"/>
                  </a:lnTo>
                  <a:lnTo>
                    <a:pt x="15143" y="31510"/>
                  </a:lnTo>
                  <a:lnTo>
                    <a:pt x="12801" y="29177"/>
                  </a:lnTo>
                  <a:lnTo>
                    <a:pt x="11597" y="27982"/>
                  </a:lnTo>
                  <a:lnTo>
                    <a:pt x="13548" y="26071"/>
                  </a:lnTo>
                  <a:lnTo>
                    <a:pt x="15958" y="23650"/>
                  </a:lnTo>
                  <a:lnTo>
                    <a:pt x="16565" y="23047"/>
                  </a:lnTo>
                  <a:lnTo>
                    <a:pt x="17080" y="22536"/>
                  </a:lnTo>
                  <a:lnTo>
                    <a:pt x="18237" y="21387"/>
                  </a:lnTo>
                  <a:lnTo>
                    <a:pt x="21485" y="18084"/>
                  </a:lnTo>
                  <a:lnTo>
                    <a:pt x="23675" y="15848"/>
                  </a:lnTo>
                  <a:lnTo>
                    <a:pt x="24705" y="14761"/>
                  </a:lnTo>
                  <a:lnTo>
                    <a:pt x="24987" y="14464"/>
                  </a:lnTo>
                  <a:lnTo>
                    <a:pt x="25272" y="14163"/>
                  </a:lnTo>
                  <a:lnTo>
                    <a:pt x="26140" y="13246"/>
                  </a:lnTo>
                  <a:lnTo>
                    <a:pt x="29122" y="9978"/>
                  </a:lnTo>
                  <a:lnTo>
                    <a:pt x="30442" y="8540"/>
                  </a:lnTo>
                  <a:lnTo>
                    <a:pt x="30655" y="8309"/>
                  </a:lnTo>
                  <a:lnTo>
                    <a:pt x="30914" y="8045"/>
                  </a:lnTo>
                  <a:lnTo>
                    <a:pt x="32278" y="6656"/>
                  </a:lnTo>
                  <a:lnTo>
                    <a:pt x="34097" y="4804"/>
                  </a:lnTo>
                  <a:lnTo>
                    <a:pt x="35000" y="3884"/>
                  </a:lnTo>
                  <a:lnTo>
                    <a:pt x="36755" y="2573"/>
                  </a:lnTo>
                  <a:lnTo>
                    <a:pt x="37685" y="1869"/>
                  </a:lnTo>
                  <a:lnTo>
                    <a:pt x="38096" y="1558"/>
                  </a:lnTo>
                  <a:lnTo>
                    <a:pt x="38811" y="904"/>
                  </a:lnTo>
                  <a:lnTo>
                    <a:pt x="39346" y="413"/>
                  </a:lnTo>
                  <a:lnTo>
                    <a:pt x="39798" y="0"/>
                  </a:lnTo>
                  <a:lnTo>
                    <a:pt x="40274" y="545"/>
                  </a:lnTo>
                  <a:lnTo>
                    <a:pt x="41095" y="1488"/>
                  </a:lnTo>
                  <a:lnTo>
                    <a:pt x="41282" y="1703"/>
                  </a:lnTo>
                  <a:lnTo>
                    <a:pt x="46890" y="8141"/>
                  </a:lnTo>
                  <a:lnTo>
                    <a:pt x="50186" y="11923"/>
                  </a:lnTo>
                  <a:lnTo>
                    <a:pt x="50610" y="12410"/>
                  </a:lnTo>
                  <a:lnTo>
                    <a:pt x="51084" y="12955"/>
                  </a:lnTo>
                  <a:lnTo>
                    <a:pt x="51236" y="13134"/>
                  </a:lnTo>
                  <a:lnTo>
                    <a:pt x="53924" y="16332"/>
                  </a:lnTo>
                  <a:lnTo>
                    <a:pt x="57697" y="20921"/>
                  </a:lnTo>
                  <a:lnTo>
                    <a:pt x="58795" y="22256"/>
                  </a:lnTo>
                  <a:lnTo>
                    <a:pt x="60389" y="24225"/>
                  </a:lnTo>
                  <a:lnTo>
                    <a:pt x="61588" y="25707"/>
                  </a:lnTo>
                  <a:lnTo>
                    <a:pt x="62036" y="26248"/>
                  </a:lnTo>
                  <a:lnTo>
                    <a:pt x="64182" y="28838"/>
                  </a:lnTo>
                  <a:lnTo>
                    <a:pt x="65325" y="30691"/>
                  </a:lnTo>
                  <a:lnTo>
                    <a:pt x="65410" y="30829"/>
                  </a:lnTo>
                  <a:lnTo>
                    <a:pt x="66576" y="32253"/>
                  </a:lnTo>
                  <a:lnTo>
                    <a:pt x="66785" y="32509"/>
                  </a:lnTo>
                  <a:lnTo>
                    <a:pt x="68138" y="34203"/>
                  </a:lnTo>
                  <a:lnTo>
                    <a:pt x="69388" y="35752"/>
                  </a:lnTo>
                  <a:lnTo>
                    <a:pt x="69612" y="36030"/>
                  </a:lnTo>
                  <a:lnTo>
                    <a:pt x="69736" y="36183"/>
                  </a:lnTo>
                  <a:lnTo>
                    <a:pt x="70115" y="36485"/>
                  </a:lnTo>
                  <a:lnTo>
                    <a:pt x="75586" y="40834"/>
                  </a:lnTo>
                  <a:lnTo>
                    <a:pt x="79510" y="44279"/>
                  </a:lnTo>
                  <a:lnTo>
                    <a:pt x="79991" y="44701"/>
                  </a:lnTo>
                  <a:lnTo>
                    <a:pt x="80955" y="45585"/>
                  </a:lnTo>
                  <a:lnTo>
                    <a:pt x="81876" y="46430"/>
                  </a:lnTo>
                  <a:lnTo>
                    <a:pt x="87964" y="52015"/>
                  </a:lnTo>
                  <a:lnTo>
                    <a:pt x="92669" y="56331"/>
                  </a:lnTo>
                  <a:lnTo>
                    <a:pt x="92944" y="56583"/>
                  </a:lnTo>
                  <a:lnTo>
                    <a:pt x="94336" y="57401"/>
                  </a:lnTo>
                  <a:lnTo>
                    <a:pt x="98975" y="60221"/>
                  </a:lnTo>
                  <a:lnTo>
                    <a:pt x="99606" y="60605"/>
                  </a:lnTo>
                  <a:lnTo>
                    <a:pt x="99758" y="60697"/>
                  </a:lnTo>
                  <a:lnTo>
                    <a:pt x="100036" y="60847"/>
                  </a:lnTo>
                  <a:lnTo>
                    <a:pt x="103896" y="62924"/>
                  </a:lnTo>
                  <a:lnTo>
                    <a:pt x="114837" y="68666"/>
                  </a:lnTo>
                  <a:lnTo>
                    <a:pt x="110461" y="73754"/>
                  </a:lnTo>
                  <a:lnTo>
                    <a:pt x="107875" y="76762"/>
                  </a:lnTo>
                  <a:lnTo>
                    <a:pt x="107088" y="77677"/>
                  </a:lnTo>
                  <a:lnTo>
                    <a:pt x="103875" y="81413"/>
                  </a:lnTo>
                  <a:lnTo>
                    <a:pt x="103768" y="81566"/>
                  </a:lnTo>
                  <a:lnTo>
                    <a:pt x="103375" y="82128"/>
                  </a:lnTo>
                  <a:lnTo>
                    <a:pt x="102997" y="82572"/>
                  </a:lnTo>
                  <a:lnTo>
                    <a:pt x="98923" y="87368"/>
                  </a:lnTo>
                  <a:lnTo>
                    <a:pt x="94825" y="92192"/>
                  </a:lnTo>
                  <a:lnTo>
                    <a:pt x="91269" y="95421"/>
                  </a:lnTo>
                  <a:lnTo>
                    <a:pt x="91054" y="95616"/>
                  </a:lnTo>
                  <a:lnTo>
                    <a:pt x="90917" y="95695"/>
                  </a:lnTo>
                  <a:lnTo>
                    <a:pt x="87935" y="97420"/>
                  </a:lnTo>
                  <a:lnTo>
                    <a:pt x="86407" y="9830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4" name="pg463"/>
            <p:cNvSpPr/>
            <p:nvPr/>
          </p:nvSpPr>
          <p:spPr>
            <a:xfrm>
              <a:off x="2747794" y="2708348"/>
              <a:ext cx="125509" cy="81070"/>
            </a:xfrm>
            <a:custGeom>
              <a:avLst/>
              <a:pathLst>
                <a:path w="125509" h="81070">
                  <a:moveTo>
                    <a:pt x="79672" y="11534"/>
                  </a:moveTo>
                  <a:lnTo>
                    <a:pt x="80787" y="11853"/>
                  </a:lnTo>
                  <a:lnTo>
                    <a:pt x="82406" y="11635"/>
                  </a:lnTo>
                  <a:lnTo>
                    <a:pt x="83956" y="11426"/>
                  </a:lnTo>
                  <a:lnTo>
                    <a:pt x="87995" y="10882"/>
                  </a:lnTo>
                  <a:lnTo>
                    <a:pt x="88428" y="11052"/>
                  </a:lnTo>
                  <a:lnTo>
                    <a:pt x="90150" y="14194"/>
                  </a:lnTo>
                  <a:lnTo>
                    <a:pt x="94028" y="16359"/>
                  </a:lnTo>
                  <a:lnTo>
                    <a:pt x="94659" y="16711"/>
                  </a:lnTo>
                  <a:lnTo>
                    <a:pt x="96134" y="18553"/>
                  </a:lnTo>
                  <a:lnTo>
                    <a:pt x="97358" y="20081"/>
                  </a:lnTo>
                  <a:lnTo>
                    <a:pt x="97516" y="20238"/>
                  </a:lnTo>
                  <a:lnTo>
                    <a:pt x="98097" y="20814"/>
                  </a:lnTo>
                  <a:lnTo>
                    <a:pt x="103590" y="26254"/>
                  </a:lnTo>
                  <a:lnTo>
                    <a:pt x="105120" y="27654"/>
                  </a:lnTo>
                  <a:lnTo>
                    <a:pt x="105431" y="27938"/>
                  </a:lnTo>
                  <a:lnTo>
                    <a:pt x="105687" y="28172"/>
                  </a:lnTo>
                  <a:lnTo>
                    <a:pt x="111120" y="33142"/>
                  </a:lnTo>
                  <a:lnTo>
                    <a:pt x="113221" y="34791"/>
                  </a:lnTo>
                  <a:lnTo>
                    <a:pt x="114080" y="35465"/>
                  </a:lnTo>
                  <a:lnTo>
                    <a:pt x="115127" y="36287"/>
                  </a:lnTo>
                  <a:lnTo>
                    <a:pt x="116174" y="37108"/>
                  </a:lnTo>
                  <a:lnTo>
                    <a:pt x="122539" y="40500"/>
                  </a:lnTo>
                  <a:lnTo>
                    <a:pt x="122681" y="40549"/>
                  </a:lnTo>
                  <a:lnTo>
                    <a:pt x="124900" y="41316"/>
                  </a:lnTo>
                  <a:lnTo>
                    <a:pt x="125509" y="41527"/>
                  </a:lnTo>
                  <a:lnTo>
                    <a:pt x="125441" y="41890"/>
                  </a:lnTo>
                  <a:lnTo>
                    <a:pt x="125411" y="42041"/>
                  </a:lnTo>
                  <a:lnTo>
                    <a:pt x="125383" y="42176"/>
                  </a:lnTo>
                  <a:lnTo>
                    <a:pt x="125324" y="42468"/>
                  </a:lnTo>
                  <a:lnTo>
                    <a:pt x="125233" y="42918"/>
                  </a:lnTo>
                  <a:lnTo>
                    <a:pt x="124966" y="44238"/>
                  </a:lnTo>
                  <a:lnTo>
                    <a:pt x="124671" y="45701"/>
                  </a:lnTo>
                  <a:lnTo>
                    <a:pt x="124631" y="45870"/>
                  </a:lnTo>
                  <a:lnTo>
                    <a:pt x="124151" y="47707"/>
                  </a:lnTo>
                  <a:lnTo>
                    <a:pt x="123812" y="48076"/>
                  </a:lnTo>
                  <a:lnTo>
                    <a:pt x="122615" y="49377"/>
                  </a:lnTo>
                  <a:lnTo>
                    <a:pt x="122430" y="49578"/>
                  </a:lnTo>
                  <a:lnTo>
                    <a:pt x="122045" y="49996"/>
                  </a:lnTo>
                  <a:lnTo>
                    <a:pt x="120925" y="51264"/>
                  </a:lnTo>
                  <a:lnTo>
                    <a:pt x="119924" y="52399"/>
                  </a:lnTo>
                  <a:lnTo>
                    <a:pt x="118962" y="53488"/>
                  </a:lnTo>
                  <a:lnTo>
                    <a:pt x="118470" y="54045"/>
                  </a:lnTo>
                  <a:lnTo>
                    <a:pt x="118244" y="54302"/>
                  </a:lnTo>
                  <a:lnTo>
                    <a:pt x="113618" y="58856"/>
                  </a:lnTo>
                  <a:lnTo>
                    <a:pt x="113446" y="59026"/>
                  </a:lnTo>
                  <a:lnTo>
                    <a:pt x="108799" y="63654"/>
                  </a:lnTo>
                  <a:lnTo>
                    <a:pt x="106310" y="66134"/>
                  </a:lnTo>
                  <a:lnTo>
                    <a:pt x="105749" y="66692"/>
                  </a:lnTo>
                  <a:lnTo>
                    <a:pt x="105365" y="67075"/>
                  </a:lnTo>
                  <a:lnTo>
                    <a:pt x="103117" y="69315"/>
                  </a:lnTo>
                  <a:lnTo>
                    <a:pt x="94820" y="77579"/>
                  </a:lnTo>
                  <a:lnTo>
                    <a:pt x="91083" y="81070"/>
                  </a:lnTo>
                  <a:lnTo>
                    <a:pt x="86568" y="80309"/>
                  </a:lnTo>
                  <a:lnTo>
                    <a:pt x="86393" y="80283"/>
                  </a:lnTo>
                  <a:lnTo>
                    <a:pt x="83708" y="79885"/>
                  </a:lnTo>
                  <a:lnTo>
                    <a:pt x="83340" y="79831"/>
                  </a:lnTo>
                  <a:lnTo>
                    <a:pt x="79126" y="79388"/>
                  </a:lnTo>
                  <a:lnTo>
                    <a:pt x="77515" y="79219"/>
                  </a:lnTo>
                  <a:lnTo>
                    <a:pt x="73011" y="78803"/>
                  </a:lnTo>
                  <a:lnTo>
                    <a:pt x="71898" y="78668"/>
                  </a:lnTo>
                  <a:lnTo>
                    <a:pt x="71392" y="78606"/>
                  </a:lnTo>
                  <a:lnTo>
                    <a:pt x="64738" y="77799"/>
                  </a:lnTo>
                  <a:lnTo>
                    <a:pt x="64063" y="77722"/>
                  </a:lnTo>
                  <a:lnTo>
                    <a:pt x="55961" y="76792"/>
                  </a:lnTo>
                  <a:lnTo>
                    <a:pt x="52038" y="76342"/>
                  </a:lnTo>
                  <a:lnTo>
                    <a:pt x="51771" y="76311"/>
                  </a:lnTo>
                  <a:lnTo>
                    <a:pt x="51432" y="76272"/>
                  </a:lnTo>
                  <a:lnTo>
                    <a:pt x="48694" y="75958"/>
                  </a:lnTo>
                  <a:lnTo>
                    <a:pt x="43835" y="75400"/>
                  </a:lnTo>
                  <a:lnTo>
                    <a:pt x="42094" y="75192"/>
                  </a:lnTo>
                  <a:lnTo>
                    <a:pt x="41366" y="75106"/>
                  </a:lnTo>
                  <a:lnTo>
                    <a:pt x="39561" y="74890"/>
                  </a:lnTo>
                  <a:lnTo>
                    <a:pt x="38687" y="74785"/>
                  </a:lnTo>
                  <a:lnTo>
                    <a:pt x="34678" y="70563"/>
                  </a:lnTo>
                  <a:lnTo>
                    <a:pt x="28269" y="63290"/>
                  </a:lnTo>
                  <a:lnTo>
                    <a:pt x="21792" y="58579"/>
                  </a:lnTo>
                  <a:lnTo>
                    <a:pt x="19982" y="57262"/>
                  </a:lnTo>
                  <a:lnTo>
                    <a:pt x="10569" y="50938"/>
                  </a:lnTo>
                  <a:lnTo>
                    <a:pt x="9722" y="50368"/>
                  </a:lnTo>
                  <a:lnTo>
                    <a:pt x="9465" y="50192"/>
                  </a:lnTo>
                  <a:lnTo>
                    <a:pt x="7360" y="48747"/>
                  </a:lnTo>
                  <a:lnTo>
                    <a:pt x="6919" y="48444"/>
                  </a:lnTo>
                  <a:lnTo>
                    <a:pt x="2785" y="45569"/>
                  </a:lnTo>
                  <a:lnTo>
                    <a:pt x="1099" y="44397"/>
                  </a:lnTo>
                  <a:lnTo>
                    <a:pt x="0" y="43590"/>
                  </a:lnTo>
                  <a:lnTo>
                    <a:pt x="2520" y="41052"/>
                  </a:lnTo>
                  <a:lnTo>
                    <a:pt x="6528" y="37017"/>
                  </a:lnTo>
                  <a:lnTo>
                    <a:pt x="8350" y="35193"/>
                  </a:lnTo>
                  <a:lnTo>
                    <a:pt x="8765" y="34766"/>
                  </a:lnTo>
                  <a:lnTo>
                    <a:pt x="10179" y="33313"/>
                  </a:lnTo>
                  <a:lnTo>
                    <a:pt x="12765" y="30819"/>
                  </a:lnTo>
                  <a:lnTo>
                    <a:pt x="14389" y="29381"/>
                  </a:lnTo>
                  <a:lnTo>
                    <a:pt x="15349" y="28282"/>
                  </a:lnTo>
                  <a:lnTo>
                    <a:pt x="17068" y="26316"/>
                  </a:lnTo>
                  <a:lnTo>
                    <a:pt x="17379" y="25961"/>
                  </a:lnTo>
                  <a:lnTo>
                    <a:pt x="17756" y="25530"/>
                  </a:lnTo>
                  <a:lnTo>
                    <a:pt x="17933" y="25343"/>
                  </a:lnTo>
                  <a:lnTo>
                    <a:pt x="18182" y="25081"/>
                  </a:lnTo>
                  <a:lnTo>
                    <a:pt x="18770" y="24492"/>
                  </a:lnTo>
                  <a:lnTo>
                    <a:pt x="18957" y="24305"/>
                  </a:lnTo>
                  <a:lnTo>
                    <a:pt x="19692" y="23568"/>
                  </a:lnTo>
                  <a:lnTo>
                    <a:pt x="20430" y="22829"/>
                  </a:lnTo>
                  <a:lnTo>
                    <a:pt x="21155" y="22102"/>
                  </a:lnTo>
                  <a:lnTo>
                    <a:pt x="21715" y="21541"/>
                  </a:lnTo>
                  <a:lnTo>
                    <a:pt x="22003" y="21252"/>
                  </a:lnTo>
                  <a:lnTo>
                    <a:pt x="22832" y="20489"/>
                  </a:lnTo>
                  <a:lnTo>
                    <a:pt x="23440" y="19928"/>
                  </a:lnTo>
                  <a:lnTo>
                    <a:pt x="24620" y="18840"/>
                  </a:lnTo>
                  <a:lnTo>
                    <a:pt x="25667" y="17815"/>
                  </a:lnTo>
                  <a:lnTo>
                    <a:pt x="28861" y="14687"/>
                  </a:lnTo>
                  <a:lnTo>
                    <a:pt x="28749" y="14557"/>
                  </a:lnTo>
                  <a:lnTo>
                    <a:pt x="27236" y="12797"/>
                  </a:lnTo>
                  <a:lnTo>
                    <a:pt x="27006" y="12529"/>
                  </a:lnTo>
                  <a:lnTo>
                    <a:pt x="26890" y="12296"/>
                  </a:lnTo>
                  <a:lnTo>
                    <a:pt x="29074" y="10231"/>
                  </a:lnTo>
                  <a:lnTo>
                    <a:pt x="31130" y="8286"/>
                  </a:lnTo>
                  <a:lnTo>
                    <a:pt x="35231" y="4053"/>
                  </a:lnTo>
                  <a:lnTo>
                    <a:pt x="35590" y="3682"/>
                  </a:lnTo>
                  <a:lnTo>
                    <a:pt x="39157" y="0"/>
                  </a:lnTo>
                  <a:lnTo>
                    <a:pt x="40887" y="437"/>
                  </a:lnTo>
                  <a:lnTo>
                    <a:pt x="41540" y="602"/>
                  </a:lnTo>
                  <a:lnTo>
                    <a:pt x="42486" y="875"/>
                  </a:lnTo>
                  <a:lnTo>
                    <a:pt x="47863" y="2425"/>
                  </a:lnTo>
                  <a:lnTo>
                    <a:pt x="48257" y="2539"/>
                  </a:lnTo>
                  <a:lnTo>
                    <a:pt x="52775" y="3840"/>
                  </a:lnTo>
                  <a:lnTo>
                    <a:pt x="53707" y="4109"/>
                  </a:lnTo>
                  <a:lnTo>
                    <a:pt x="56993" y="5056"/>
                  </a:lnTo>
                  <a:lnTo>
                    <a:pt x="59178" y="5680"/>
                  </a:lnTo>
                  <a:lnTo>
                    <a:pt x="59687" y="5825"/>
                  </a:lnTo>
                  <a:lnTo>
                    <a:pt x="60591" y="6083"/>
                  </a:lnTo>
                  <a:lnTo>
                    <a:pt x="63471" y="6906"/>
                  </a:lnTo>
                  <a:lnTo>
                    <a:pt x="65981" y="7623"/>
                  </a:lnTo>
                  <a:lnTo>
                    <a:pt x="66134" y="7667"/>
                  </a:lnTo>
                  <a:lnTo>
                    <a:pt x="71290" y="9140"/>
                  </a:lnTo>
                  <a:lnTo>
                    <a:pt x="73054" y="9643"/>
                  </a:lnTo>
                  <a:lnTo>
                    <a:pt x="73684" y="9823"/>
                  </a:lnTo>
                  <a:lnTo>
                    <a:pt x="74121" y="9948"/>
                  </a:lnTo>
                  <a:lnTo>
                    <a:pt x="75602" y="1037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5" name="pg464"/>
            <p:cNvSpPr/>
            <p:nvPr/>
          </p:nvSpPr>
          <p:spPr>
            <a:xfrm>
              <a:off x="2672116" y="2651909"/>
              <a:ext cx="114835" cy="89701"/>
            </a:xfrm>
            <a:custGeom>
              <a:avLst/>
              <a:pathLst>
                <a:path w="114835" h="89701">
                  <a:moveTo>
                    <a:pt x="104687" y="66730"/>
                  </a:moveTo>
                  <a:lnTo>
                    <a:pt x="102523" y="68781"/>
                  </a:lnTo>
                  <a:lnTo>
                    <a:pt x="102684" y="68968"/>
                  </a:lnTo>
                  <a:lnTo>
                    <a:pt x="102914" y="69235"/>
                  </a:lnTo>
                  <a:lnTo>
                    <a:pt x="104426" y="70996"/>
                  </a:lnTo>
                  <a:lnTo>
                    <a:pt x="104538" y="71126"/>
                  </a:lnTo>
                  <a:lnTo>
                    <a:pt x="101345" y="74254"/>
                  </a:lnTo>
                  <a:lnTo>
                    <a:pt x="100298" y="75279"/>
                  </a:lnTo>
                  <a:lnTo>
                    <a:pt x="99118" y="76366"/>
                  </a:lnTo>
                  <a:lnTo>
                    <a:pt x="98507" y="76930"/>
                  </a:lnTo>
                  <a:lnTo>
                    <a:pt x="97567" y="77805"/>
                  </a:lnTo>
                  <a:lnTo>
                    <a:pt x="97393" y="77979"/>
                  </a:lnTo>
                  <a:lnTo>
                    <a:pt x="96722" y="78652"/>
                  </a:lnTo>
                  <a:lnTo>
                    <a:pt x="96050" y="79325"/>
                  </a:lnTo>
                  <a:lnTo>
                    <a:pt x="95279" y="80098"/>
                  </a:lnTo>
                  <a:lnTo>
                    <a:pt x="94634" y="80744"/>
                  </a:lnTo>
                  <a:lnTo>
                    <a:pt x="94448" y="80930"/>
                  </a:lnTo>
                  <a:lnTo>
                    <a:pt x="93762" y="81622"/>
                  </a:lnTo>
                  <a:lnTo>
                    <a:pt x="93592" y="81802"/>
                  </a:lnTo>
                  <a:lnTo>
                    <a:pt x="93427" y="81976"/>
                  </a:lnTo>
                  <a:lnTo>
                    <a:pt x="92943" y="82529"/>
                  </a:lnTo>
                  <a:lnTo>
                    <a:pt x="92746" y="82755"/>
                  </a:lnTo>
                  <a:lnTo>
                    <a:pt x="91027" y="84721"/>
                  </a:lnTo>
                  <a:lnTo>
                    <a:pt x="90051" y="85838"/>
                  </a:lnTo>
                  <a:lnTo>
                    <a:pt x="88442" y="87257"/>
                  </a:lnTo>
                  <a:lnTo>
                    <a:pt x="85698" y="89701"/>
                  </a:lnTo>
                  <a:lnTo>
                    <a:pt x="79031" y="83361"/>
                  </a:lnTo>
                  <a:lnTo>
                    <a:pt x="73683" y="78274"/>
                  </a:lnTo>
                  <a:lnTo>
                    <a:pt x="68070" y="72794"/>
                  </a:lnTo>
                  <a:lnTo>
                    <a:pt x="64241" y="69056"/>
                  </a:lnTo>
                  <a:lnTo>
                    <a:pt x="62783" y="67634"/>
                  </a:lnTo>
                  <a:lnTo>
                    <a:pt x="62520" y="67377"/>
                  </a:lnTo>
                  <a:lnTo>
                    <a:pt x="58864" y="71001"/>
                  </a:lnTo>
                  <a:lnTo>
                    <a:pt x="56530" y="73393"/>
                  </a:lnTo>
                  <a:lnTo>
                    <a:pt x="56152" y="73780"/>
                  </a:lnTo>
                  <a:lnTo>
                    <a:pt x="55202" y="74753"/>
                  </a:lnTo>
                  <a:lnTo>
                    <a:pt x="54946" y="75016"/>
                  </a:lnTo>
                  <a:lnTo>
                    <a:pt x="53025" y="76982"/>
                  </a:lnTo>
                  <a:lnTo>
                    <a:pt x="52074" y="77956"/>
                  </a:lnTo>
                  <a:lnTo>
                    <a:pt x="44534" y="85574"/>
                  </a:lnTo>
                  <a:lnTo>
                    <a:pt x="39791" y="81860"/>
                  </a:lnTo>
                  <a:lnTo>
                    <a:pt x="33781" y="76931"/>
                  </a:lnTo>
                  <a:lnTo>
                    <a:pt x="30627" y="74283"/>
                  </a:lnTo>
                  <a:lnTo>
                    <a:pt x="29918" y="73689"/>
                  </a:lnTo>
                  <a:lnTo>
                    <a:pt x="20110" y="65457"/>
                  </a:lnTo>
                  <a:lnTo>
                    <a:pt x="23767" y="61652"/>
                  </a:lnTo>
                  <a:lnTo>
                    <a:pt x="25458" y="59892"/>
                  </a:lnTo>
                  <a:lnTo>
                    <a:pt x="21422" y="56321"/>
                  </a:lnTo>
                  <a:lnTo>
                    <a:pt x="21142" y="56074"/>
                  </a:lnTo>
                  <a:lnTo>
                    <a:pt x="20613" y="55724"/>
                  </a:lnTo>
                  <a:lnTo>
                    <a:pt x="10760" y="49208"/>
                  </a:lnTo>
                  <a:lnTo>
                    <a:pt x="5773" y="45557"/>
                  </a:lnTo>
                  <a:lnTo>
                    <a:pt x="0" y="41175"/>
                  </a:lnTo>
                  <a:lnTo>
                    <a:pt x="11029" y="33410"/>
                  </a:lnTo>
                  <a:lnTo>
                    <a:pt x="14201" y="31177"/>
                  </a:lnTo>
                  <a:lnTo>
                    <a:pt x="14540" y="30901"/>
                  </a:lnTo>
                  <a:lnTo>
                    <a:pt x="14900" y="30607"/>
                  </a:lnTo>
                  <a:lnTo>
                    <a:pt x="15676" y="29974"/>
                  </a:lnTo>
                  <a:lnTo>
                    <a:pt x="25298" y="22124"/>
                  </a:lnTo>
                  <a:lnTo>
                    <a:pt x="27807" y="20052"/>
                  </a:lnTo>
                  <a:lnTo>
                    <a:pt x="28099" y="19811"/>
                  </a:lnTo>
                  <a:lnTo>
                    <a:pt x="29704" y="18486"/>
                  </a:lnTo>
                  <a:lnTo>
                    <a:pt x="33116" y="15669"/>
                  </a:lnTo>
                  <a:lnTo>
                    <a:pt x="38909" y="11002"/>
                  </a:lnTo>
                  <a:lnTo>
                    <a:pt x="39536" y="10497"/>
                  </a:lnTo>
                  <a:lnTo>
                    <a:pt x="43159" y="7578"/>
                  </a:lnTo>
                  <a:lnTo>
                    <a:pt x="44935" y="6148"/>
                  </a:lnTo>
                  <a:lnTo>
                    <a:pt x="46134" y="5182"/>
                  </a:lnTo>
                  <a:lnTo>
                    <a:pt x="47711" y="3931"/>
                  </a:lnTo>
                  <a:lnTo>
                    <a:pt x="49280" y="2686"/>
                  </a:lnTo>
                  <a:lnTo>
                    <a:pt x="51485" y="935"/>
                  </a:lnTo>
                  <a:lnTo>
                    <a:pt x="52697" y="0"/>
                  </a:lnTo>
                  <a:lnTo>
                    <a:pt x="56278" y="8203"/>
                  </a:lnTo>
                  <a:lnTo>
                    <a:pt x="57387" y="10742"/>
                  </a:lnTo>
                  <a:lnTo>
                    <a:pt x="58762" y="13891"/>
                  </a:lnTo>
                  <a:lnTo>
                    <a:pt x="58875" y="14130"/>
                  </a:lnTo>
                  <a:lnTo>
                    <a:pt x="59822" y="16113"/>
                  </a:lnTo>
                  <a:lnTo>
                    <a:pt x="60950" y="18474"/>
                  </a:lnTo>
                  <a:lnTo>
                    <a:pt x="61413" y="19445"/>
                  </a:lnTo>
                  <a:lnTo>
                    <a:pt x="63503" y="23822"/>
                  </a:lnTo>
                  <a:lnTo>
                    <a:pt x="63797" y="24116"/>
                  </a:lnTo>
                  <a:lnTo>
                    <a:pt x="64905" y="25223"/>
                  </a:lnTo>
                  <a:lnTo>
                    <a:pt x="66826" y="27142"/>
                  </a:lnTo>
                  <a:lnTo>
                    <a:pt x="67092" y="27407"/>
                  </a:lnTo>
                  <a:lnTo>
                    <a:pt x="67481" y="27796"/>
                  </a:lnTo>
                  <a:lnTo>
                    <a:pt x="67635" y="27937"/>
                  </a:lnTo>
                  <a:lnTo>
                    <a:pt x="69023" y="29208"/>
                  </a:lnTo>
                  <a:lnTo>
                    <a:pt x="70620" y="30670"/>
                  </a:lnTo>
                  <a:lnTo>
                    <a:pt x="70968" y="30989"/>
                  </a:lnTo>
                  <a:lnTo>
                    <a:pt x="71298" y="31291"/>
                  </a:lnTo>
                  <a:lnTo>
                    <a:pt x="72316" y="32222"/>
                  </a:lnTo>
                  <a:lnTo>
                    <a:pt x="73624" y="33420"/>
                  </a:lnTo>
                  <a:lnTo>
                    <a:pt x="74337" y="34074"/>
                  </a:lnTo>
                  <a:lnTo>
                    <a:pt x="75228" y="34889"/>
                  </a:lnTo>
                  <a:lnTo>
                    <a:pt x="78065" y="37349"/>
                  </a:lnTo>
                  <a:lnTo>
                    <a:pt x="78808" y="37993"/>
                  </a:lnTo>
                  <a:lnTo>
                    <a:pt x="79103" y="38248"/>
                  </a:lnTo>
                  <a:lnTo>
                    <a:pt x="80585" y="39534"/>
                  </a:lnTo>
                  <a:lnTo>
                    <a:pt x="82360" y="41073"/>
                  </a:lnTo>
                  <a:lnTo>
                    <a:pt x="82818" y="41469"/>
                  </a:lnTo>
                  <a:lnTo>
                    <a:pt x="83884" y="42311"/>
                  </a:lnTo>
                  <a:lnTo>
                    <a:pt x="86463" y="44347"/>
                  </a:lnTo>
                  <a:lnTo>
                    <a:pt x="87757" y="45427"/>
                  </a:lnTo>
                  <a:lnTo>
                    <a:pt x="90078" y="47365"/>
                  </a:lnTo>
                  <a:lnTo>
                    <a:pt x="91038" y="48167"/>
                  </a:lnTo>
                  <a:lnTo>
                    <a:pt x="91583" y="48629"/>
                  </a:lnTo>
                  <a:lnTo>
                    <a:pt x="93349" y="50114"/>
                  </a:lnTo>
                  <a:lnTo>
                    <a:pt x="96239" y="51224"/>
                  </a:lnTo>
                  <a:lnTo>
                    <a:pt x="96502" y="51297"/>
                  </a:lnTo>
                  <a:lnTo>
                    <a:pt x="96784" y="51375"/>
                  </a:lnTo>
                  <a:lnTo>
                    <a:pt x="96978" y="51428"/>
                  </a:lnTo>
                  <a:lnTo>
                    <a:pt x="97355" y="51532"/>
                  </a:lnTo>
                  <a:lnTo>
                    <a:pt x="97875" y="51676"/>
                  </a:lnTo>
                  <a:lnTo>
                    <a:pt x="98341" y="51805"/>
                  </a:lnTo>
                  <a:lnTo>
                    <a:pt x="98623" y="51883"/>
                  </a:lnTo>
                  <a:lnTo>
                    <a:pt x="99034" y="51996"/>
                  </a:lnTo>
                  <a:lnTo>
                    <a:pt x="99794" y="52206"/>
                  </a:lnTo>
                  <a:lnTo>
                    <a:pt x="100418" y="52378"/>
                  </a:lnTo>
                  <a:lnTo>
                    <a:pt x="100566" y="52419"/>
                  </a:lnTo>
                  <a:lnTo>
                    <a:pt x="101038" y="52549"/>
                  </a:lnTo>
                  <a:lnTo>
                    <a:pt x="101284" y="52617"/>
                  </a:lnTo>
                  <a:lnTo>
                    <a:pt x="101735" y="52742"/>
                  </a:lnTo>
                  <a:lnTo>
                    <a:pt x="102025" y="52822"/>
                  </a:lnTo>
                  <a:lnTo>
                    <a:pt x="102275" y="52891"/>
                  </a:lnTo>
                  <a:lnTo>
                    <a:pt x="102470" y="52945"/>
                  </a:lnTo>
                  <a:lnTo>
                    <a:pt x="102871" y="53056"/>
                  </a:lnTo>
                  <a:lnTo>
                    <a:pt x="103048" y="53105"/>
                  </a:lnTo>
                  <a:lnTo>
                    <a:pt x="103203" y="53148"/>
                  </a:lnTo>
                  <a:lnTo>
                    <a:pt x="103406" y="53204"/>
                  </a:lnTo>
                  <a:lnTo>
                    <a:pt x="105693" y="53839"/>
                  </a:lnTo>
                  <a:lnTo>
                    <a:pt x="107310" y="54288"/>
                  </a:lnTo>
                  <a:lnTo>
                    <a:pt x="108272" y="54555"/>
                  </a:lnTo>
                  <a:lnTo>
                    <a:pt x="111473" y="55460"/>
                  </a:lnTo>
                  <a:lnTo>
                    <a:pt x="112000" y="55615"/>
                  </a:lnTo>
                  <a:lnTo>
                    <a:pt x="112268" y="55694"/>
                  </a:lnTo>
                  <a:lnTo>
                    <a:pt x="114539" y="56363"/>
                  </a:lnTo>
                  <a:lnTo>
                    <a:pt x="114835" y="56438"/>
                  </a:lnTo>
                  <a:lnTo>
                    <a:pt x="111268" y="60121"/>
                  </a:lnTo>
                  <a:lnTo>
                    <a:pt x="110908" y="60492"/>
                  </a:lnTo>
                  <a:lnTo>
                    <a:pt x="106808" y="6472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6" name="pg465"/>
            <p:cNvSpPr/>
            <p:nvPr/>
          </p:nvSpPr>
          <p:spPr>
            <a:xfrm>
              <a:off x="2559105" y="2599013"/>
              <a:ext cx="164496" cy="126930"/>
            </a:xfrm>
            <a:custGeom>
              <a:avLst/>
              <a:pathLst>
                <a:path w="164496" h="126930">
                  <a:moveTo>
                    <a:pt x="158586" y="53183"/>
                  </a:moveTo>
                  <a:lnTo>
                    <a:pt x="162628" y="53924"/>
                  </a:lnTo>
                  <a:lnTo>
                    <a:pt x="164133" y="53850"/>
                  </a:lnTo>
                  <a:lnTo>
                    <a:pt x="164496" y="53832"/>
                  </a:lnTo>
                  <a:lnTo>
                    <a:pt x="162291" y="55582"/>
                  </a:lnTo>
                  <a:lnTo>
                    <a:pt x="160722" y="56827"/>
                  </a:lnTo>
                  <a:lnTo>
                    <a:pt x="159145" y="58079"/>
                  </a:lnTo>
                  <a:lnTo>
                    <a:pt x="157946" y="59045"/>
                  </a:lnTo>
                  <a:lnTo>
                    <a:pt x="156171" y="60475"/>
                  </a:lnTo>
                  <a:lnTo>
                    <a:pt x="152547" y="63394"/>
                  </a:lnTo>
                  <a:lnTo>
                    <a:pt x="151920" y="63899"/>
                  </a:lnTo>
                  <a:lnTo>
                    <a:pt x="146127" y="68565"/>
                  </a:lnTo>
                  <a:lnTo>
                    <a:pt x="142715" y="71383"/>
                  </a:lnTo>
                  <a:lnTo>
                    <a:pt x="141110" y="72708"/>
                  </a:lnTo>
                  <a:lnTo>
                    <a:pt x="140818" y="72949"/>
                  </a:lnTo>
                  <a:lnTo>
                    <a:pt x="138309" y="75020"/>
                  </a:lnTo>
                  <a:lnTo>
                    <a:pt x="128687" y="82871"/>
                  </a:lnTo>
                  <a:lnTo>
                    <a:pt x="127911" y="83504"/>
                  </a:lnTo>
                  <a:lnTo>
                    <a:pt x="127551" y="83797"/>
                  </a:lnTo>
                  <a:lnTo>
                    <a:pt x="127212" y="84073"/>
                  </a:lnTo>
                  <a:lnTo>
                    <a:pt x="124040" y="86307"/>
                  </a:lnTo>
                  <a:lnTo>
                    <a:pt x="112903" y="94149"/>
                  </a:lnTo>
                  <a:lnTo>
                    <a:pt x="112628" y="94345"/>
                  </a:lnTo>
                  <a:lnTo>
                    <a:pt x="107037" y="98324"/>
                  </a:lnTo>
                  <a:lnTo>
                    <a:pt x="99593" y="103621"/>
                  </a:lnTo>
                  <a:lnTo>
                    <a:pt x="97192" y="105330"/>
                  </a:lnTo>
                  <a:lnTo>
                    <a:pt x="96858" y="105568"/>
                  </a:lnTo>
                  <a:lnTo>
                    <a:pt x="96624" y="105740"/>
                  </a:lnTo>
                  <a:lnTo>
                    <a:pt x="95514" y="106994"/>
                  </a:lnTo>
                  <a:lnTo>
                    <a:pt x="95392" y="107132"/>
                  </a:lnTo>
                  <a:lnTo>
                    <a:pt x="95248" y="107294"/>
                  </a:lnTo>
                  <a:lnTo>
                    <a:pt x="92501" y="110350"/>
                  </a:lnTo>
                  <a:lnTo>
                    <a:pt x="92187" y="110727"/>
                  </a:lnTo>
                  <a:lnTo>
                    <a:pt x="89441" y="114354"/>
                  </a:lnTo>
                  <a:lnTo>
                    <a:pt x="86764" y="116778"/>
                  </a:lnTo>
                  <a:lnTo>
                    <a:pt x="86473" y="117042"/>
                  </a:lnTo>
                  <a:lnTo>
                    <a:pt x="86171" y="117389"/>
                  </a:lnTo>
                  <a:lnTo>
                    <a:pt x="85802" y="117814"/>
                  </a:lnTo>
                  <a:lnTo>
                    <a:pt x="79180" y="125427"/>
                  </a:lnTo>
                  <a:lnTo>
                    <a:pt x="77701" y="126930"/>
                  </a:lnTo>
                  <a:lnTo>
                    <a:pt x="77565" y="126816"/>
                  </a:lnTo>
                  <a:lnTo>
                    <a:pt x="72345" y="122406"/>
                  </a:lnTo>
                  <a:lnTo>
                    <a:pt x="67624" y="119030"/>
                  </a:lnTo>
                  <a:lnTo>
                    <a:pt x="62833" y="115423"/>
                  </a:lnTo>
                  <a:lnTo>
                    <a:pt x="61612" y="114431"/>
                  </a:lnTo>
                  <a:lnTo>
                    <a:pt x="59169" y="112370"/>
                  </a:lnTo>
                  <a:lnTo>
                    <a:pt x="57219" y="110807"/>
                  </a:lnTo>
                  <a:lnTo>
                    <a:pt x="53104" y="107508"/>
                  </a:lnTo>
                  <a:lnTo>
                    <a:pt x="52014" y="107215"/>
                  </a:lnTo>
                  <a:lnTo>
                    <a:pt x="50115" y="105700"/>
                  </a:lnTo>
                  <a:lnTo>
                    <a:pt x="49474" y="105189"/>
                  </a:lnTo>
                  <a:lnTo>
                    <a:pt x="48761" y="104620"/>
                  </a:lnTo>
                  <a:lnTo>
                    <a:pt x="47271" y="103431"/>
                  </a:lnTo>
                  <a:lnTo>
                    <a:pt x="48445" y="101726"/>
                  </a:lnTo>
                  <a:lnTo>
                    <a:pt x="53108" y="96717"/>
                  </a:lnTo>
                  <a:lnTo>
                    <a:pt x="57765" y="91715"/>
                  </a:lnTo>
                  <a:lnTo>
                    <a:pt x="60855" y="87635"/>
                  </a:lnTo>
                  <a:lnTo>
                    <a:pt x="61414" y="86897"/>
                  </a:lnTo>
                  <a:lnTo>
                    <a:pt x="59477" y="85740"/>
                  </a:lnTo>
                  <a:lnTo>
                    <a:pt x="58473" y="84192"/>
                  </a:lnTo>
                  <a:lnTo>
                    <a:pt x="59506" y="83927"/>
                  </a:lnTo>
                  <a:lnTo>
                    <a:pt x="59757" y="83863"/>
                  </a:lnTo>
                  <a:lnTo>
                    <a:pt x="59556" y="81005"/>
                  </a:lnTo>
                  <a:lnTo>
                    <a:pt x="58983" y="77250"/>
                  </a:lnTo>
                  <a:lnTo>
                    <a:pt x="58758" y="76566"/>
                  </a:lnTo>
                  <a:lnTo>
                    <a:pt x="58012" y="75317"/>
                  </a:lnTo>
                  <a:lnTo>
                    <a:pt x="49724" y="68128"/>
                  </a:lnTo>
                  <a:lnTo>
                    <a:pt x="46161" y="64700"/>
                  </a:lnTo>
                  <a:lnTo>
                    <a:pt x="44485" y="65274"/>
                  </a:lnTo>
                  <a:lnTo>
                    <a:pt x="43187" y="65618"/>
                  </a:lnTo>
                  <a:lnTo>
                    <a:pt x="43016" y="65663"/>
                  </a:lnTo>
                  <a:lnTo>
                    <a:pt x="41926" y="65952"/>
                  </a:lnTo>
                  <a:lnTo>
                    <a:pt x="37590" y="65885"/>
                  </a:lnTo>
                  <a:lnTo>
                    <a:pt x="35046" y="65363"/>
                  </a:lnTo>
                  <a:lnTo>
                    <a:pt x="31798" y="63856"/>
                  </a:lnTo>
                  <a:lnTo>
                    <a:pt x="29515" y="61791"/>
                  </a:lnTo>
                  <a:lnTo>
                    <a:pt x="27158" y="59568"/>
                  </a:lnTo>
                  <a:lnTo>
                    <a:pt x="23703" y="56228"/>
                  </a:lnTo>
                  <a:lnTo>
                    <a:pt x="20593" y="52984"/>
                  </a:lnTo>
                  <a:lnTo>
                    <a:pt x="16726" y="49289"/>
                  </a:lnTo>
                  <a:lnTo>
                    <a:pt x="4361" y="37517"/>
                  </a:lnTo>
                  <a:lnTo>
                    <a:pt x="2280" y="35564"/>
                  </a:lnTo>
                  <a:lnTo>
                    <a:pt x="2012" y="35313"/>
                  </a:lnTo>
                  <a:lnTo>
                    <a:pt x="578" y="33967"/>
                  </a:lnTo>
                  <a:lnTo>
                    <a:pt x="0" y="33318"/>
                  </a:lnTo>
                  <a:lnTo>
                    <a:pt x="3722" y="31461"/>
                  </a:lnTo>
                  <a:lnTo>
                    <a:pt x="6021" y="30039"/>
                  </a:lnTo>
                  <a:lnTo>
                    <a:pt x="10220" y="27670"/>
                  </a:lnTo>
                  <a:lnTo>
                    <a:pt x="10379" y="27566"/>
                  </a:lnTo>
                  <a:lnTo>
                    <a:pt x="13793" y="25329"/>
                  </a:lnTo>
                  <a:lnTo>
                    <a:pt x="15081" y="24554"/>
                  </a:lnTo>
                  <a:lnTo>
                    <a:pt x="18459" y="22261"/>
                  </a:lnTo>
                  <a:lnTo>
                    <a:pt x="18624" y="22150"/>
                  </a:lnTo>
                  <a:lnTo>
                    <a:pt x="19488" y="21660"/>
                  </a:lnTo>
                  <a:lnTo>
                    <a:pt x="19702" y="21543"/>
                  </a:lnTo>
                  <a:lnTo>
                    <a:pt x="21291" y="20676"/>
                  </a:lnTo>
                  <a:lnTo>
                    <a:pt x="26122" y="17918"/>
                  </a:lnTo>
                  <a:lnTo>
                    <a:pt x="26810" y="17526"/>
                  </a:lnTo>
                  <a:lnTo>
                    <a:pt x="30152" y="15609"/>
                  </a:lnTo>
                  <a:lnTo>
                    <a:pt x="31706" y="14890"/>
                  </a:lnTo>
                  <a:lnTo>
                    <a:pt x="40286" y="6945"/>
                  </a:lnTo>
                  <a:lnTo>
                    <a:pt x="47636" y="0"/>
                  </a:lnTo>
                  <a:lnTo>
                    <a:pt x="47823" y="187"/>
                  </a:lnTo>
                  <a:lnTo>
                    <a:pt x="48671" y="1038"/>
                  </a:lnTo>
                  <a:lnTo>
                    <a:pt x="48933" y="1301"/>
                  </a:lnTo>
                  <a:lnTo>
                    <a:pt x="51518" y="3894"/>
                  </a:lnTo>
                  <a:lnTo>
                    <a:pt x="51865" y="4245"/>
                  </a:lnTo>
                  <a:lnTo>
                    <a:pt x="53223" y="5617"/>
                  </a:lnTo>
                  <a:lnTo>
                    <a:pt x="55360" y="7777"/>
                  </a:lnTo>
                  <a:lnTo>
                    <a:pt x="55981" y="8405"/>
                  </a:lnTo>
                  <a:lnTo>
                    <a:pt x="56222" y="8648"/>
                  </a:lnTo>
                  <a:lnTo>
                    <a:pt x="59595" y="12056"/>
                  </a:lnTo>
                  <a:lnTo>
                    <a:pt x="60202" y="12614"/>
                  </a:lnTo>
                  <a:lnTo>
                    <a:pt x="60550" y="12935"/>
                  </a:lnTo>
                  <a:lnTo>
                    <a:pt x="68283" y="20051"/>
                  </a:lnTo>
                  <a:lnTo>
                    <a:pt x="68620" y="20350"/>
                  </a:lnTo>
                  <a:lnTo>
                    <a:pt x="68987" y="20676"/>
                  </a:lnTo>
                  <a:lnTo>
                    <a:pt x="73164" y="24385"/>
                  </a:lnTo>
                  <a:lnTo>
                    <a:pt x="78323" y="27861"/>
                  </a:lnTo>
                  <a:lnTo>
                    <a:pt x="78786" y="28173"/>
                  </a:lnTo>
                  <a:lnTo>
                    <a:pt x="79007" y="28322"/>
                  </a:lnTo>
                  <a:lnTo>
                    <a:pt x="85008" y="32038"/>
                  </a:lnTo>
                  <a:lnTo>
                    <a:pt x="92084" y="36418"/>
                  </a:lnTo>
                  <a:lnTo>
                    <a:pt x="92219" y="36499"/>
                  </a:lnTo>
                  <a:lnTo>
                    <a:pt x="95381" y="38390"/>
                  </a:lnTo>
                  <a:lnTo>
                    <a:pt x="97306" y="39211"/>
                  </a:lnTo>
                  <a:lnTo>
                    <a:pt x="105081" y="41899"/>
                  </a:lnTo>
                  <a:lnTo>
                    <a:pt x="109461" y="42860"/>
                  </a:lnTo>
                  <a:lnTo>
                    <a:pt x="111480" y="43304"/>
                  </a:lnTo>
                  <a:lnTo>
                    <a:pt x="111819" y="43371"/>
                  </a:lnTo>
                  <a:lnTo>
                    <a:pt x="121982" y="45402"/>
                  </a:lnTo>
                  <a:lnTo>
                    <a:pt x="125759" y="46246"/>
                  </a:lnTo>
                  <a:lnTo>
                    <a:pt x="126664" y="46448"/>
                  </a:lnTo>
                  <a:lnTo>
                    <a:pt x="128216" y="46795"/>
                  </a:lnTo>
                  <a:lnTo>
                    <a:pt x="132557" y="47892"/>
                  </a:lnTo>
                  <a:lnTo>
                    <a:pt x="134803" y="48459"/>
                  </a:lnTo>
                  <a:lnTo>
                    <a:pt x="139862" y="49510"/>
                  </a:lnTo>
                  <a:lnTo>
                    <a:pt x="140002" y="49539"/>
                  </a:lnTo>
                  <a:lnTo>
                    <a:pt x="146821" y="50954"/>
                  </a:lnTo>
                  <a:lnTo>
                    <a:pt x="148138" y="51228"/>
                  </a:lnTo>
                  <a:lnTo>
                    <a:pt x="149806" y="51574"/>
                  </a:lnTo>
                  <a:lnTo>
                    <a:pt x="152539" y="52075"/>
                  </a:lnTo>
                  <a:lnTo>
                    <a:pt x="154023" y="5234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7" name="pg466"/>
            <p:cNvSpPr/>
            <p:nvPr/>
          </p:nvSpPr>
          <p:spPr>
            <a:xfrm>
              <a:off x="2513021" y="2539266"/>
              <a:ext cx="93690" cy="93086"/>
            </a:xfrm>
            <a:custGeom>
              <a:avLst/>
              <a:pathLst>
                <a:path w="93690" h="93086">
                  <a:moveTo>
                    <a:pt x="87080" y="53666"/>
                  </a:moveTo>
                  <a:lnTo>
                    <a:pt x="89595" y="55670"/>
                  </a:lnTo>
                  <a:lnTo>
                    <a:pt x="89963" y="55964"/>
                  </a:lnTo>
                  <a:lnTo>
                    <a:pt x="92577" y="58596"/>
                  </a:lnTo>
                  <a:lnTo>
                    <a:pt x="93080" y="59101"/>
                  </a:lnTo>
                  <a:lnTo>
                    <a:pt x="93690" y="59716"/>
                  </a:lnTo>
                  <a:lnTo>
                    <a:pt x="86370" y="66691"/>
                  </a:lnTo>
                  <a:lnTo>
                    <a:pt x="77790" y="74636"/>
                  </a:lnTo>
                  <a:lnTo>
                    <a:pt x="76236" y="75355"/>
                  </a:lnTo>
                  <a:lnTo>
                    <a:pt x="72803" y="77324"/>
                  </a:lnTo>
                  <a:lnTo>
                    <a:pt x="72206" y="77665"/>
                  </a:lnTo>
                  <a:lnTo>
                    <a:pt x="67374" y="80422"/>
                  </a:lnTo>
                  <a:lnTo>
                    <a:pt x="65785" y="81290"/>
                  </a:lnTo>
                  <a:lnTo>
                    <a:pt x="65572" y="81406"/>
                  </a:lnTo>
                  <a:lnTo>
                    <a:pt x="64708" y="81896"/>
                  </a:lnTo>
                  <a:lnTo>
                    <a:pt x="64454" y="82068"/>
                  </a:lnTo>
                  <a:lnTo>
                    <a:pt x="61165" y="84300"/>
                  </a:lnTo>
                  <a:lnTo>
                    <a:pt x="59877" y="85075"/>
                  </a:lnTo>
                  <a:lnTo>
                    <a:pt x="56463" y="87313"/>
                  </a:lnTo>
                  <a:lnTo>
                    <a:pt x="56304" y="87417"/>
                  </a:lnTo>
                  <a:lnTo>
                    <a:pt x="52105" y="89786"/>
                  </a:lnTo>
                  <a:lnTo>
                    <a:pt x="49806" y="91207"/>
                  </a:lnTo>
                  <a:lnTo>
                    <a:pt x="46038" y="93086"/>
                  </a:lnTo>
                  <a:lnTo>
                    <a:pt x="45444" y="92417"/>
                  </a:lnTo>
                  <a:lnTo>
                    <a:pt x="41960" y="88494"/>
                  </a:lnTo>
                  <a:lnTo>
                    <a:pt x="38308" y="84889"/>
                  </a:lnTo>
                  <a:lnTo>
                    <a:pt x="37767" y="84884"/>
                  </a:lnTo>
                  <a:lnTo>
                    <a:pt x="32460" y="84844"/>
                  </a:lnTo>
                  <a:lnTo>
                    <a:pt x="27674" y="80154"/>
                  </a:lnTo>
                  <a:lnTo>
                    <a:pt x="28078" y="79796"/>
                  </a:lnTo>
                  <a:lnTo>
                    <a:pt x="30659" y="77505"/>
                  </a:lnTo>
                  <a:lnTo>
                    <a:pt x="25577" y="72477"/>
                  </a:lnTo>
                  <a:lnTo>
                    <a:pt x="17531" y="65138"/>
                  </a:lnTo>
                  <a:lnTo>
                    <a:pt x="12798" y="60579"/>
                  </a:lnTo>
                  <a:lnTo>
                    <a:pt x="12659" y="60721"/>
                  </a:lnTo>
                  <a:lnTo>
                    <a:pt x="10280" y="63151"/>
                  </a:lnTo>
                  <a:lnTo>
                    <a:pt x="6468" y="61667"/>
                  </a:lnTo>
                  <a:lnTo>
                    <a:pt x="3061" y="60342"/>
                  </a:lnTo>
                  <a:lnTo>
                    <a:pt x="2079" y="59960"/>
                  </a:lnTo>
                  <a:lnTo>
                    <a:pt x="0" y="57993"/>
                  </a:lnTo>
                  <a:lnTo>
                    <a:pt x="164" y="57807"/>
                  </a:lnTo>
                  <a:lnTo>
                    <a:pt x="1960" y="55788"/>
                  </a:lnTo>
                  <a:lnTo>
                    <a:pt x="3263" y="54672"/>
                  </a:lnTo>
                  <a:lnTo>
                    <a:pt x="4052" y="54633"/>
                  </a:lnTo>
                  <a:lnTo>
                    <a:pt x="4180" y="54585"/>
                  </a:lnTo>
                  <a:lnTo>
                    <a:pt x="5380" y="55007"/>
                  </a:lnTo>
                  <a:lnTo>
                    <a:pt x="5835" y="53957"/>
                  </a:lnTo>
                  <a:lnTo>
                    <a:pt x="5958" y="53674"/>
                  </a:lnTo>
                  <a:lnTo>
                    <a:pt x="6705" y="53464"/>
                  </a:lnTo>
                  <a:lnTo>
                    <a:pt x="7910" y="53125"/>
                  </a:lnTo>
                  <a:lnTo>
                    <a:pt x="10055" y="52522"/>
                  </a:lnTo>
                  <a:lnTo>
                    <a:pt x="11021" y="52164"/>
                  </a:lnTo>
                  <a:lnTo>
                    <a:pt x="12564" y="51592"/>
                  </a:lnTo>
                  <a:lnTo>
                    <a:pt x="15175" y="50625"/>
                  </a:lnTo>
                  <a:lnTo>
                    <a:pt x="16790" y="49713"/>
                  </a:lnTo>
                  <a:lnTo>
                    <a:pt x="18148" y="48947"/>
                  </a:lnTo>
                  <a:lnTo>
                    <a:pt x="18584" y="48701"/>
                  </a:lnTo>
                  <a:lnTo>
                    <a:pt x="18986" y="48475"/>
                  </a:lnTo>
                  <a:lnTo>
                    <a:pt x="20357" y="47701"/>
                  </a:lnTo>
                  <a:lnTo>
                    <a:pt x="21858" y="46320"/>
                  </a:lnTo>
                  <a:lnTo>
                    <a:pt x="22019" y="46171"/>
                  </a:lnTo>
                  <a:lnTo>
                    <a:pt x="24534" y="43944"/>
                  </a:lnTo>
                  <a:lnTo>
                    <a:pt x="27655" y="40984"/>
                  </a:lnTo>
                  <a:lnTo>
                    <a:pt x="28313" y="39870"/>
                  </a:lnTo>
                  <a:lnTo>
                    <a:pt x="28490" y="39571"/>
                  </a:lnTo>
                  <a:lnTo>
                    <a:pt x="29350" y="38114"/>
                  </a:lnTo>
                  <a:lnTo>
                    <a:pt x="30947" y="34828"/>
                  </a:lnTo>
                  <a:lnTo>
                    <a:pt x="31027" y="34663"/>
                  </a:lnTo>
                  <a:lnTo>
                    <a:pt x="32345" y="31946"/>
                  </a:lnTo>
                  <a:lnTo>
                    <a:pt x="32414" y="31541"/>
                  </a:lnTo>
                  <a:lnTo>
                    <a:pt x="33135" y="27290"/>
                  </a:lnTo>
                  <a:lnTo>
                    <a:pt x="33464" y="25349"/>
                  </a:lnTo>
                  <a:lnTo>
                    <a:pt x="33831" y="23854"/>
                  </a:lnTo>
                  <a:lnTo>
                    <a:pt x="34054" y="22964"/>
                  </a:lnTo>
                  <a:lnTo>
                    <a:pt x="34631" y="21537"/>
                  </a:lnTo>
                  <a:lnTo>
                    <a:pt x="34880" y="20923"/>
                  </a:lnTo>
                  <a:lnTo>
                    <a:pt x="35984" y="20214"/>
                  </a:lnTo>
                  <a:lnTo>
                    <a:pt x="36519" y="19869"/>
                  </a:lnTo>
                  <a:lnTo>
                    <a:pt x="39107" y="18207"/>
                  </a:lnTo>
                  <a:lnTo>
                    <a:pt x="41136" y="16903"/>
                  </a:lnTo>
                  <a:lnTo>
                    <a:pt x="43165" y="16010"/>
                  </a:lnTo>
                  <a:lnTo>
                    <a:pt x="44449" y="15445"/>
                  </a:lnTo>
                  <a:lnTo>
                    <a:pt x="46168" y="14689"/>
                  </a:lnTo>
                  <a:lnTo>
                    <a:pt x="46540" y="14432"/>
                  </a:lnTo>
                  <a:lnTo>
                    <a:pt x="50739" y="11529"/>
                  </a:lnTo>
                  <a:lnTo>
                    <a:pt x="51368" y="11093"/>
                  </a:lnTo>
                  <a:lnTo>
                    <a:pt x="53487" y="9628"/>
                  </a:lnTo>
                  <a:lnTo>
                    <a:pt x="56877" y="7802"/>
                  </a:lnTo>
                  <a:lnTo>
                    <a:pt x="57035" y="7689"/>
                  </a:lnTo>
                  <a:lnTo>
                    <a:pt x="57709" y="7210"/>
                  </a:lnTo>
                  <a:lnTo>
                    <a:pt x="58447" y="6686"/>
                  </a:lnTo>
                  <a:lnTo>
                    <a:pt x="65201" y="1882"/>
                  </a:lnTo>
                  <a:lnTo>
                    <a:pt x="66469" y="761"/>
                  </a:lnTo>
                  <a:lnTo>
                    <a:pt x="67485" y="0"/>
                  </a:lnTo>
                  <a:lnTo>
                    <a:pt x="91565" y="26080"/>
                  </a:lnTo>
                  <a:lnTo>
                    <a:pt x="91400" y="26264"/>
                  </a:lnTo>
                  <a:lnTo>
                    <a:pt x="81447" y="34567"/>
                  </a:lnTo>
                  <a:lnTo>
                    <a:pt x="77190" y="38117"/>
                  </a:lnTo>
                  <a:lnTo>
                    <a:pt x="72964" y="41642"/>
                  </a:lnTo>
                  <a:lnTo>
                    <a:pt x="73576" y="42176"/>
                  </a:lnTo>
                  <a:lnTo>
                    <a:pt x="78641" y="46603"/>
                  </a:lnTo>
                  <a:lnTo>
                    <a:pt x="80004" y="47794"/>
                  </a:lnTo>
                  <a:lnTo>
                    <a:pt x="81650" y="49233"/>
                  </a:lnTo>
                  <a:lnTo>
                    <a:pt x="83145" y="5052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8" name="pg467"/>
            <p:cNvSpPr/>
            <p:nvPr/>
          </p:nvSpPr>
          <p:spPr>
            <a:xfrm>
              <a:off x="2534745" y="2627761"/>
              <a:ext cx="85774" cy="112785"/>
            </a:xfrm>
            <a:custGeom>
              <a:avLst/>
              <a:pathLst>
                <a:path w="85774" h="112785">
                  <a:moveTo>
                    <a:pt x="20041" y="199"/>
                  </a:moveTo>
                  <a:lnTo>
                    <a:pt x="20236" y="0"/>
                  </a:lnTo>
                  <a:lnTo>
                    <a:pt x="23720" y="3922"/>
                  </a:lnTo>
                  <a:lnTo>
                    <a:pt x="24315" y="4591"/>
                  </a:lnTo>
                  <a:lnTo>
                    <a:pt x="24938" y="5219"/>
                  </a:lnTo>
                  <a:lnTo>
                    <a:pt x="26372" y="6565"/>
                  </a:lnTo>
                  <a:lnTo>
                    <a:pt x="26640" y="6816"/>
                  </a:lnTo>
                  <a:lnTo>
                    <a:pt x="28724" y="8771"/>
                  </a:lnTo>
                  <a:lnTo>
                    <a:pt x="41088" y="20542"/>
                  </a:lnTo>
                  <a:lnTo>
                    <a:pt x="44960" y="24242"/>
                  </a:lnTo>
                  <a:lnTo>
                    <a:pt x="48063" y="27480"/>
                  </a:lnTo>
                  <a:lnTo>
                    <a:pt x="51518" y="30819"/>
                  </a:lnTo>
                  <a:lnTo>
                    <a:pt x="53900" y="33066"/>
                  </a:lnTo>
                  <a:lnTo>
                    <a:pt x="56158" y="35108"/>
                  </a:lnTo>
                  <a:lnTo>
                    <a:pt x="59406" y="36615"/>
                  </a:lnTo>
                  <a:lnTo>
                    <a:pt x="62068" y="37158"/>
                  </a:lnTo>
                  <a:lnTo>
                    <a:pt x="66285" y="37204"/>
                  </a:lnTo>
                  <a:lnTo>
                    <a:pt x="67376" y="36915"/>
                  </a:lnTo>
                  <a:lnTo>
                    <a:pt x="67547" y="36870"/>
                  </a:lnTo>
                  <a:lnTo>
                    <a:pt x="68848" y="36525"/>
                  </a:lnTo>
                  <a:lnTo>
                    <a:pt x="70521" y="35952"/>
                  </a:lnTo>
                  <a:lnTo>
                    <a:pt x="74084" y="39379"/>
                  </a:lnTo>
                  <a:lnTo>
                    <a:pt x="82372" y="46568"/>
                  </a:lnTo>
                  <a:lnTo>
                    <a:pt x="83118" y="47818"/>
                  </a:lnTo>
                  <a:lnTo>
                    <a:pt x="83343" y="48502"/>
                  </a:lnTo>
                  <a:lnTo>
                    <a:pt x="83916" y="52256"/>
                  </a:lnTo>
                  <a:lnTo>
                    <a:pt x="84117" y="55114"/>
                  </a:lnTo>
                  <a:lnTo>
                    <a:pt x="83852" y="55182"/>
                  </a:lnTo>
                  <a:lnTo>
                    <a:pt x="82833" y="55443"/>
                  </a:lnTo>
                  <a:lnTo>
                    <a:pt x="83836" y="56991"/>
                  </a:lnTo>
                  <a:lnTo>
                    <a:pt x="85774" y="58148"/>
                  </a:lnTo>
                  <a:lnTo>
                    <a:pt x="85215" y="58886"/>
                  </a:lnTo>
                  <a:lnTo>
                    <a:pt x="82125" y="62966"/>
                  </a:lnTo>
                  <a:lnTo>
                    <a:pt x="77468" y="67968"/>
                  </a:lnTo>
                  <a:lnTo>
                    <a:pt x="72805" y="72977"/>
                  </a:lnTo>
                  <a:lnTo>
                    <a:pt x="71630" y="74683"/>
                  </a:lnTo>
                  <a:lnTo>
                    <a:pt x="69694" y="76914"/>
                  </a:lnTo>
                  <a:lnTo>
                    <a:pt x="68255" y="78567"/>
                  </a:lnTo>
                  <a:lnTo>
                    <a:pt x="67246" y="80137"/>
                  </a:lnTo>
                  <a:lnTo>
                    <a:pt x="66581" y="81173"/>
                  </a:lnTo>
                  <a:lnTo>
                    <a:pt x="64546" y="83687"/>
                  </a:lnTo>
                  <a:lnTo>
                    <a:pt x="64090" y="84263"/>
                  </a:lnTo>
                  <a:lnTo>
                    <a:pt x="62947" y="85704"/>
                  </a:lnTo>
                  <a:lnTo>
                    <a:pt x="62221" y="86621"/>
                  </a:lnTo>
                  <a:lnTo>
                    <a:pt x="61628" y="87369"/>
                  </a:lnTo>
                  <a:lnTo>
                    <a:pt x="59273" y="90338"/>
                  </a:lnTo>
                  <a:lnTo>
                    <a:pt x="58752" y="90996"/>
                  </a:lnTo>
                  <a:lnTo>
                    <a:pt x="56574" y="93755"/>
                  </a:lnTo>
                  <a:lnTo>
                    <a:pt x="56459" y="93900"/>
                  </a:lnTo>
                  <a:lnTo>
                    <a:pt x="53644" y="97466"/>
                  </a:lnTo>
                  <a:lnTo>
                    <a:pt x="53269" y="98455"/>
                  </a:lnTo>
                  <a:lnTo>
                    <a:pt x="52789" y="99720"/>
                  </a:lnTo>
                  <a:lnTo>
                    <a:pt x="51320" y="103592"/>
                  </a:lnTo>
                  <a:lnTo>
                    <a:pt x="49952" y="107205"/>
                  </a:lnTo>
                  <a:lnTo>
                    <a:pt x="49546" y="108277"/>
                  </a:lnTo>
                  <a:lnTo>
                    <a:pt x="48796" y="110037"/>
                  </a:lnTo>
                  <a:lnTo>
                    <a:pt x="47756" y="111707"/>
                  </a:lnTo>
                  <a:lnTo>
                    <a:pt x="46659" y="112508"/>
                  </a:lnTo>
                  <a:lnTo>
                    <a:pt x="45800" y="112785"/>
                  </a:lnTo>
                  <a:lnTo>
                    <a:pt x="45218" y="112737"/>
                  </a:lnTo>
                  <a:lnTo>
                    <a:pt x="44139" y="112298"/>
                  </a:lnTo>
                  <a:lnTo>
                    <a:pt x="43202" y="111793"/>
                  </a:lnTo>
                  <a:lnTo>
                    <a:pt x="42202" y="111254"/>
                  </a:lnTo>
                  <a:lnTo>
                    <a:pt x="40943" y="110408"/>
                  </a:lnTo>
                  <a:lnTo>
                    <a:pt x="39981" y="109762"/>
                  </a:lnTo>
                  <a:lnTo>
                    <a:pt x="39469" y="109224"/>
                  </a:lnTo>
                  <a:lnTo>
                    <a:pt x="38881" y="107983"/>
                  </a:lnTo>
                  <a:lnTo>
                    <a:pt x="38770" y="107750"/>
                  </a:lnTo>
                  <a:lnTo>
                    <a:pt x="36931" y="105887"/>
                  </a:lnTo>
                  <a:lnTo>
                    <a:pt x="36769" y="105726"/>
                  </a:lnTo>
                  <a:lnTo>
                    <a:pt x="30856" y="99833"/>
                  </a:lnTo>
                  <a:lnTo>
                    <a:pt x="27149" y="96125"/>
                  </a:lnTo>
                  <a:lnTo>
                    <a:pt x="26581" y="96397"/>
                  </a:lnTo>
                  <a:lnTo>
                    <a:pt x="24640" y="97323"/>
                  </a:lnTo>
                  <a:lnTo>
                    <a:pt x="23964" y="97281"/>
                  </a:lnTo>
                  <a:lnTo>
                    <a:pt x="22326" y="97180"/>
                  </a:lnTo>
                  <a:lnTo>
                    <a:pt x="21360" y="96750"/>
                  </a:lnTo>
                  <a:lnTo>
                    <a:pt x="20358" y="96106"/>
                  </a:lnTo>
                  <a:lnTo>
                    <a:pt x="19884" y="95633"/>
                  </a:lnTo>
                  <a:lnTo>
                    <a:pt x="19631" y="95006"/>
                  </a:lnTo>
                  <a:lnTo>
                    <a:pt x="19743" y="94273"/>
                  </a:lnTo>
                  <a:lnTo>
                    <a:pt x="19771" y="94092"/>
                  </a:lnTo>
                  <a:lnTo>
                    <a:pt x="20747" y="92808"/>
                  </a:lnTo>
                  <a:lnTo>
                    <a:pt x="21801" y="92092"/>
                  </a:lnTo>
                  <a:lnTo>
                    <a:pt x="22173" y="91885"/>
                  </a:lnTo>
                  <a:lnTo>
                    <a:pt x="24194" y="90757"/>
                  </a:lnTo>
                  <a:lnTo>
                    <a:pt x="25139" y="89941"/>
                  </a:lnTo>
                  <a:lnTo>
                    <a:pt x="25697" y="89268"/>
                  </a:lnTo>
                  <a:lnTo>
                    <a:pt x="25883" y="88853"/>
                  </a:lnTo>
                  <a:lnTo>
                    <a:pt x="26298" y="87322"/>
                  </a:lnTo>
                  <a:lnTo>
                    <a:pt x="27114" y="85046"/>
                  </a:lnTo>
                  <a:lnTo>
                    <a:pt x="28345" y="83228"/>
                  </a:lnTo>
                  <a:lnTo>
                    <a:pt x="29032" y="82269"/>
                  </a:lnTo>
                  <a:lnTo>
                    <a:pt x="29934" y="80609"/>
                  </a:lnTo>
                  <a:lnTo>
                    <a:pt x="30364" y="79950"/>
                  </a:lnTo>
                  <a:lnTo>
                    <a:pt x="31766" y="77803"/>
                  </a:lnTo>
                  <a:lnTo>
                    <a:pt x="32281" y="77045"/>
                  </a:lnTo>
                  <a:lnTo>
                    <a:pt x="32541" y="76339"/>
                  </a:lnTo>
                  <a:lnTo>
                    <a:pt x="33281" y="74892"/>
                  </a:lnTo>
                  <a:lnTo>
                    <a:pt x="33133" y="74721"/>
                  </a:lnTo>
                  <a:lnTo>
                    <a:pt x="31697" y="73054"/>
                  </a:lnTo>
                  <a:lnTo>
                    <a:pt x="31137" y="70473"/>
                  </a:lnTo>
                  <a:lnTo>
                    <a:pt x="32227" y="68172"/>
                  </a:lnTo>
                  <a:lnTo>
                    <a:pt x="33342" y="65819"/>
                  </a:lnTo>
                  <a:lnTo>
                    <a:pt x="31742" y="64930"/>
                  </a:lnTo>
                  <a:lnTo>
                    <a:pt x="30275" y="64116"/>
                  </a:lnTo>
                  <a:lnTo>
                    <a:pt x="29688" y="63790"/>
                  </a:lnTo>
                  <a:lnTo>
                    <a:pt x="29207" y="63692"/>
                  </a:lnTo>
                  <a:lnTo>
                    <a:pt x="24887" y="62812"/>
                  </a:lnTo>
                  <a:lnTo>
                    <a:pt x="22901" y="62408"/>
                  </a:lnTo>
                  <a:lnTo>
                    <a:pt x="19994" y="61817"/>
                  </a:lnTo>
                  <a:lnTo>
                    <a:pt x="19849" y="60150"/>
                  </a:lnTo>
                  <a:lnTo>
                    <a:pt x="19825" y="59886"/>
                  </a:lnTo>
                  <a:lnTo>
                    <a:pt x="19237" y="57174"/>
                  </a:lnTo>
                  <a:lnTo>
                    <a:pt x="18365" y="57057"/>
                  </a:lnTo>
                  <a:lnTo>
                    <a:pt x="17143" y="56894"/>
                  </a:lnTo>
                  <a:lnTo>
                    <a:pt x="16608" y="56581"/>
                  </a:lnTo>
                  <a:lnTo>
                    <a:pt x="16869" y="56086"/>
                  </a:lnTo>
                  <a:lnTo>
                    <a:pt x="17824" y="51649"/>
                  </a:lnTo>
                  <a:lnTo>
                    <a:pt x="18017" y="48420"/>
                  </a:lnTo>
                  <a:lnTo>
                    <a:pt x="18071" y="47505"/>
                  </a:lnTo>
                  <a:lnTo>
                    <a:pt x="17824" y="46019"/>
                  </a:lnTo>
                  <a:lnTo>
                    <a:pt x="16657" y="43496"/>
                  </a:lnTo>
                  <a:lnTo>
                    <a:pt x="15796" y="41772"/>
                  </a:lnTo>
                  <a:lnTo>
                    <a:pt x="14651" y="40389"/>
                  </a:lnTo>
                  <a:lnTo>
                    <a:pt x="12933" y="38075"/>
                  </a:lnTo>
                  <a:lnTo>
                    <a:pt x="12289" y="36834"/>
                  </a:lnTo>
                  <a:lnTo>
                    <a:pt x="11502" y="34878"/>
                  </a:lnTo>
                  <a:lnTo>
                    <a:pt x="10775" y="33362"/>
                  </a:lnTo>
                  <a:lnTo>
                    <a:pt x="9244" y="32017"/>
                  </a:lnTo>
                  <a:lnTo>
                    <a:pt x="7829" y="30835"/>
                  </a:lnTo>
                  <a:lnTo>
                    <a:pt x="6887" y="28259"/>
                  </a:lnTo>
                  <a:lnTo>
                    <a:pt x="6766" y="28112"/>
                  </a:lnTo>
                  <a:lnTo>
                    <a:pt x="3930" y="24678"/>
                  </a:lnTo>
                  <a:lnTo>
                    <a:pt x="0" y="20215"/>
                  </a:lnTo>
                  <a:lnTo>
                    <a:pt x="1230" y="1942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69" name="pg468"/>
            <p:cNvSpPr/>
            <p:nvPr/>
          </p:nvSpPr>
          <p:spPr>
            <a:xfrm>
              <a:off x="2463288" y="2599846"/>
              <a:ext cx="110873" cy="150411"/>
            </a:xfrm>
            <a:custGeom>
              <a:avLst/>
              <a:pathLst>
                <a:path w="110873" h="150411">
                  <a:moveTo>
                    <a:pt x="62531" y="0"/>
                  </a:moveTo>
                  <a:lnTo>
                    <a:pt x="67265" y="4559"/>
                  </a:lnTo>
                  <a:lnTo>
                    <a:pt x="75311" y="11897"/>
                  </a:lnTo>
                  <a:lnTo>
                    <a:pt x="80393" y="16926"/>
                  </a:lnTo>
                  <a:lnTo>
                    <a:pt x="77796" y="19231"/>
                  </a:lnTo>
                  <a:lnTo>
                    <a:pt x="77408" y="19574"/>
                  </a:lnTo>
                  <a:lnTo>
                    <a:pt x="82193" y="24265"/>
                  </a:lnTo>
                  <a:lnTo>
                    <a:pt x="87507" y="24305"/>
                  </a:lnTo>
                  <a:lnTo>
                    <a:pt x="88042" y="24309"/>
                  </a:lnTo>
                  <a:lnTo>
                    <a:pt x="91694" y="27915"/>
                  </a:lnTo>
                  <a:lnTo>
                    <a:pt x="91499" y="28114"/>
                  </a:lnTo>
                  <a:lnTo>
                    <a:pt x="72687" y="47336"/>
                  </a:lnTo>
                  <a:lnTo>
                    <a:pt x="71457" y="48130"/>
                  </a:lnTo>
                  <a:lnTo>
                    <a:pt x="75388" y="52593"/>
                  </a:lnTo>
                  <a:lnTo>
                    <a:pt x="78223" y="56027"/>
                  </a:lnTo>
                  <a:lnTo>
                    <a:pt x="78344" y="56174"/>
                  </a:lnTo>
                  <a:lnTo>
                    <a:pt x="79286" y="58750"/>
                  </a:lnTo>
                  <a:lnTo>
                    <a:pt x="80701" y="59932"/>
                  </a:lnTo>
                  <a:lnTo>
                    <a:pt x="82233" y="61277"/>
                  </a:lnTo>
                  <a:lnTo>
                    <a:pt x="82959" y="62793"/>
                  </a:lnTo>
                  <a:lnTo>
                    <a:pt x="83747" y="64749"/>
                  </a:lnTo>
                  <a:lnTo>
                    <a:pt x="84391" y="65990"/>
                  </a:lnTo>
                  <a:lnTo>
                    <a:pt x="86108" y="68304"/>
                  </a:lnTo>
                  <a:lnTo>
                    <a:pt x="87253" y="69688"/>
                  </a:lnTo>
                  <a:lnTo>
                    <a:pt x="88160" y="71501"/>
                  </a:lnTo>
                  <a:lnTo>
                    <a:pt x="89281" y="73934"/>
                  </a:lnTo>
                  <a:lnTo>
                    <a:pt x="89529" y="75420"/>
                  </a:lnTo>
                  <a:lnTo>
                    <a:pt x="89474" y="76335"/>
                  </a:lnTo>
                  <a:lnTo>
                    <a:pt x="89281" y="79564"/>
                  </a:lnTo>
                  <a:lnTo>
                    <a:pt x="88327" y="84001"/>
                  </a:lnTo>
                  <a:lnTo>
                    <a:pt x="88048" y="84530"/>
                  </a:lnTo>
                  <a:lnTo>
                    <a:pt x="88601" y="84809"/>
                  </a:lnTo>
                  <a:lnTo>
                    <a:pt x="89822" y="84973"/>
                  </a:lnTo>
                  <a:lnTo>
                    <a:pt x="90694" y="85089"/>
                  </a:lnTo>
                  <a:lnTo>
                    <a:pt x="91283" y="87801"/>
                  </a:lnTo>
                  <a:lnTo>
                    <a:pt x="91306" y="88065"/>
                  </a:lnTo>
                  <a:lnTo>
                    <a:pt x="91489" y="89739"/>
                  </a:lnTo>
                  <a:lnTo>
                    <a:pt x="94359" y="90323"/>
                  </a:lnTo>
                  <a:lnTo>
                    <a:pt x="96468" y="90753"/>
                  </a:lnTo>
                  <a:lnTo>
                    <a:pt x="100665" y="91607"/>
                  </a:lnTo>
                  <a:lnTo>
                    <a:pt x="101178" y="91723"/>
                  </a:lnTo>
                  <a:lnTo>
                    <a:pt x="101733" y="92031"/>
                  </a:lnTo>
                  <a:lnTo>
                    <a:pt x="103200" y="92845"/>
                  </a:lnTo>
                  <a:lnTo>
                    <a:pt x="104800" y="93734"/>
                  </a:lnTo>
                  <a:lnTo>
                    <a:pt x="103685" y="96087"/>
                  </a:lnTo>
                  <a:lnTo>
                    <a:pt x="102595" y="98388"/>
                  </a:lnTo>
                  <a:lnTo>
                    <a:pt x="103154" y="100969"/>
                  </a:lnTo>
                  <a:lnTo>
                    <a:pt x="104620" y="102670"/>
                  </a:lnTo>
                  <a:lnTo>
                    <a:pt x="104739" y="102807"/>
                  </a:lnTo>
                  <a:lnTo>
                    <a:pt x="103999" y="104254"/>
                  </a:lnTo>
                  <a:lnTo>
                    <a:pt x="103739" y="104960"/>
                  </a:lnTo>
                  <a:lnTo>
                    <a:pt x="103221" y="105722"/>
                  </a:lnTo>
                  <a:lnTo>
                    <a:pt x="101822" y="107865"/>
                  </a:lnTo>
                  <a:lnTo>
                    <a:pt x="101391" y="108524"/>
                  </a:lnTo>
                  <a:lnTo>
                    <a:pt x="100490" y="110184"/>
                  </a:lnTo>
                  <a:lnTo>
                    <a:pt x="99803" y="111143"/>
                  </a:lnTo>
                  <a:lnTo>
                    <a:pt x="98572" y="112961"/>
                  </a:lnTo>
                  <a:lnTo>
                    <a:pt x="97756" y="115237"/>
                  </a:lnTo>
                  <a:lnTo>
                    <a:pt x="97341" y="116768"/>
                  </a:lnTo>
                  <a:lnTo>
                    <a:pt x="97155" y="117183"/>
                  </a:lnTo>
                  <a:lnTo>
                    <a:pt x="96596" y="117856"/>
                  </a:lnTo>
                  <a:lnTo>
                    <a:pt x="95652" y="118672"/>
                  </a:lnTo>
                  <a:lnTo>
                    <a:pt x="93630" y="119800"/>
                  </a:lnTo>
                  <a:lnTo>
                    <a:pt x="93259" y="120007"/>
                  </a:lnTo>
                  <a:lnTo>
                    <a:pt x="92205" y="120723"/>
                  </a:lnTo>
                  <a:lnTo>
                    <a:pt x="91228" y="122007"/>
                  </a:lnTo>
                  <a:lnTo>
                    <a:pt x="91186" y="122285"/>
                  </a:lnTo>
                  <a:lnTo>
                    <a:pt x="91088" y="122921"/>
                  </a:lnTo>
                  <a:lnTo>
                    <a:pt x="91342" y="123548"/>
                  </a:lnTo>
                  <a:lnTo>
                    <a:pt x="91815" y="124021"/>
                  </a:lnTo>
                  <a:lnTo>
                    <a:pt x="92817" y="124665"/>
                  </a:lnTo>
                  <a:lnTo>
                    <a:pt x="93783" y="125095"/>
                  </a:lnTo>
                  <a:lnTo>
                    <a:pt x="95500" y="125201"/>
                  </a:lnTo>
                  <a:lnTo>
                    <a:pt x="96097" y="125238"/>
                  </a:lnTo>
                  <a:lnTo>
                    <a:pt x="98074" y="124295"/>
                  </a:lnTo>
                  <a:lnTo>
                    <a:pt x="98607" y="124041"/>
                  </a:lnTo>
                  <a:lnTo>
                    <a:pt x="102314" y="127748"/>
                  </a:lnTo>
                  <a:lnTo>
                    <a:pt x="108227" y="133641"/>
                  </a:lnTo>
                  <a:lnTo>
                    <a:pt x="108389" y="133802"/>
                  </a:lnTo>
                  <a:lnTo>
                    <a:pt x="110228" y="135665"/>
                  </a:lnTo>
                  <a:lnTo>
                    <a:pt x="110338" y="135898"/>
                  </a:lnTo>
                  <a:lnTo>
                    <a:pt x="110873" y="137208"/>
                  </a:lnTo>
                  <a:lnTo>
                    <a:pt x="108406" y="140366"/>
                  </a:lnTo>
                  <a:lnTo>
                    <a:pt x="107144" y="141961"/>
                  </a:lnTo>
                  <a:lnTo>
                    <a:pt x="103372" y="146902"/>
                  </a:lnTo>
                  <a:lnTo>
                    <a:pt x="102032" y="148756"/>
                  </a:lnTo>
                  <a:lnTo>
                    <a:pt x="100966" y="150231"/>
                  </a:lnTo>
                  <a:lnTo>
                    <a:pt x="100804" y="150411"/>
                  </a:lnTo>
                  <a:lnTo>
                    <a:pt x="99750" y="149029"/>
                  </a:lnTo>
                  <a:lnTo>
                    <a:pt x="97017" y="145446"/>
                  </a:lnTo>
                  <a:lnTo>
                    <a:pt x="93438" y="141451"/>
                  </a:lnTo>
                  <a:lnTo>
                    <a:pt x="89450" y="145809"/>
                  </a:lnTo>
                  <a:lnTo>
                    <a:pt x="81570" y="135695"/>
                  </a:lnTo>
                  <a:lnTo>
                    <a:pt x="78710" y="132163"/>
                  </a:lnTo>
                  <a:lnTo>
                    <a:pt x="78462" y="131857"/>
                  </a:lnTo>
                  <a:lnTo>
                    <a:pt x="75517" y="128403"/>
                  </a:lnTo>
                  <a:lnTo>
                    <a:pt x="74266" y="126935"/>
                  </a:lnTo>
                  <a:lnTo>
                    <a:pt x="72808" y="125225"/>
                  </a:lnTo>
                  <a:lnTo>
                    <a:pt x="70709" y="122888"/>
                  </a:lnTo>
                  <a:lnTo>
                    <a:pt x="68025" y="116649"/>
                  </a:lnTo>
                  <a:lnTo>
                    <a:pt x="67954" y="116077"/>
                  </a:lnTo>
                  <a:lnTo>
                    <a:pt x="67596" y="114967"/>
                  </a:lnTo>
                  <a:lnTo>
                    <a:pt x="67327" y="114759"/>
                  </a:lnTo>
                  <a:lnTo>
                    <a:pt x="64454" y="112541"/>
                  </a:lnTo>
                  <a:lnTo>
                    <a:pt x="62091" y="110718"/>
                  </a:lnTo>
                  <a:lnTo>
                    <a:pt x="59830" y="108972"/>
                  </a:lnTo>
                  <a:lnTo>
                    <a:pt x="55705" y="105591"/>
                  </a:lnTo>
                  <a:lnTo>
                    <a:pt x="51975" y="104596"/>
                  </a:lnTo>
                  <a:lnTo>
                    <a:pt x="49664" y="103980"/>
                  </a:lnTo>
                  <a:lnTo>
                    <a:pt x="49252" y="103870"/>
                  </a:lnTo>
                  <a:lnTo>
                    <a:pt x="45639" y="102966"/>
                  </a:lnTo>
                  <a:lnTo>
                    <a:pt x="45448" y="102918"/>
                  </a:lnTo>
                  <a:lnTo>
                    <a:pt x="44018" y="102560"/>
                  </a:lnTo>
                  <a:lnTo>
                    <a:pt x="38447" y="101080"/>
                  </a:lnTo>
                  <a:lnTo>
                    <a:pt x="34079" y="97141"/>
                  </a:lnTo>
                  <a:lnTo>
                    <a:pt x="33541" y="96656"/>
                  </a:lnTo>
                  <a:lnTo>
                    <a:pt x="31695" y="94990"/>
                  </a:lnTo>
                  <a:lnTo>
                    <a:pt x="29070" y="92425"/>
                  </a:lnTo>
                  <a:lnTo>
                    <a:pt x="27742" y="91424"/>
                  </a:lnTo>
                  <a:lnTo>
                    <a:pt x="26792" y="90777"/>
                  </a:lnTo>
                  <a:lnTo>
                    <a:pt x="28984" y="87047"/>
                  </a:lnTo>
                  <a:lnTo>
                    <a:pt x="26213" y="84371"/>
                  </a:lnTo>
                  <a:lnTo>
                    <a:pt x="22043" y="81376"/>
                  </a:lnTo>
                  <a:lnTo>
                    <a:pt x="17638" y="85371"/>
                  </a:lnTo>
                  <a:lnTo>
                    <a:pt x="12573" y="81929"/>
                  </a:lnTo>
                  <a:lnTo>
                    <a:pt x="7497" y="86696"/>
                  </a:lnTo>
                  <a:lnTo>
                    <a:pt x="6699" y="87446"/>
                  </a:lnTo>
                  <a:lnTo>
                    <a:pt x="5294" y="84828"/>
                  </a:lnTo>
                  <a:lnTo>
                    <a:pt x="2914" y="83876"/>
                  </a:lnTo>
                  <a:lnTo>
                    <a:pt x="640" y="83110"/>
                  </a:lnTo>
                  <a:lnTo>
                    <a:pt x="0" y="82914"/>
                  </a:lnTo>
                  <a:lnTo>
                    <a:pt x="218" y="81423"/>
                  </a:lnTo>
                  <a:lnTo>
                    <a:pt x="481" y="79625"/>
                  </a:lnTo>
                  <a:lnTo>
                    <a:pt x="1236" y="73488"/>
                  </a:lnTo>
                  <a:lnTo>
                    <a:pt x="2606" y="68182"/>
                  </a:lnTo>
                  <a:lnTo>
                    <a:pt x="3808" y="65412"/>
                  </a:lnTo>
                  <a:lnTo>
                    <a:pt x="5744" y="60955"/>
                  </a:lnTo>
                  <a:lnTo>
                    <a:pt x="6022" y="60314"/>
                  </a:lnTo>
                  <a:lnTo>
                    <a:pt x="7207" y="56159"/>
                  </a:lnTo>
                  <a:lnTo>
                    <a:pt x="7255" y="55434"/>
                  </a:lnTo>
                  <a:lnTo>
                    <a:pt x="7314" y="54532"/>
                  </a:lnTo>
                  <a:lnTo>
                    <a:pt x="7392" y="53339"/>
                  </a:lnTo>
                  <a:lnTo>
                    <a:pt x="8418" y="49195"/>
                  </a:lnTo>
                  <a:lnTo>
                    <a:pt x="8362" y="47704"/>
                  </a:lnTo>
                  <a:lnTo>
                    <a:pt x="8269" y="45222"/>
                  </a:lnTo>
                  <a:lnTo>
                    <a:pt x="8775" y="40390"/>
                  </a:lnTo>
                  <a:lnTo>
                    <a:pt x="11070" y="35309"/>
                  </a:lnTo>
                  <a:lnTo>
                    <a:pt x="11287" y="35334"/>
                  </a:lnTo>
                  <a:lnTo>
                    <a:pt x="12117" y="35427"/>
                  </a:lnTo>
                  <a:lnTo>
                    <a:pt x="13276" y="35557"/>
                  </a:lnTo>
                  <a:lnTo>
                    <a:pt x="14606" y="35706"/>
                  </a:lnTo>
                  <a:lnTo>
                    <a:pt x="15142" y="35779"/>
                  </a:lnTo>
                  <a:lnTo>
                    <a:pt x="16414" y="35951"/>
                  </a:lnTo>
                  <a:lnTo>
                    <a:pt x="17789" y="36138"/>
                  </a:lnTo>
                  <a:lnTo>
                    <a:pt x="18389" y="36067"/>
                  </a:lnTo>
                  <a:lnTo>
                    <a:pt x="18864" y="36011"/>
                  </a:lnTo>
                  <a:lnTo>
                    <a:pt x="19450" y="35942"/>
                  </a:lnTo>
                  <a:lnTo>
                    <a:pt x="20014" y="35785"/>
                  </a:lnTo>
                  <a:lnTo>
                    <a:pt x="20248" y="35720"/>
                  </a:lnTo>
                  <a:lnTo>
                    <a:pt x="20534" y="35641"/>
                  </a:lnTo>
                  <a:lnTo>
                    <a:pt x="20991" y="35528"/>
                  </a:lnTo>
                  <a:lnTo>
                    <a:pt x="21513" y="35399"/>
                  </a:lnTo>
                  <a:lnTo>
                    <a:pt x="23167" y="34701"/>
                  </a:lnTo>
                  <a:lnTo>
                    <a:pt x="23399" y="34603"/>
                  </a:lnTo>
                  <a:lnTo>
                    <a:pt x="24161" y="34282"/>
                  </a:lnTo>
                  <a:lnTo>
                    <a:pt x="25783" y="33898"/>
                  </a:lnTo>
                  <a:lnTo>
                    <a:pt x="25925" y="33940"/>
                  </a:lnTo>
                  <a:lnTo>
                    <a:pt x="26298" y="33965"/>
                  </a:lnTo>
                  <a:lnTo>
                    <a:pt x="26877" y="34004"/>
                  </a:lnTo>
                  <a:lnTo>
                    <a:pt x="27693" y="34214"/>
                  </a:lnTo>
                  <a:lnTo>
                    <a:pt x="28471" y="34446"/>
                  </a:lnTo>
                  <a:lnTo>
                    <a:pt x="29008" y="34688"/>
                  </a:lnTo>
                  <a:lnTo>
                    <a:pt x="29410" y="34876"/>
                  </a:lnTo>
                  <a:lnTo>
                    <a:pt x="30081" y="34974"/>
                  </a:lnTo>
                  <a:lnTo>
                    <a:pt x="31274" y="34941"/>
                  </a:lnTo>
                  <a:lnTo>
                    <a:pt x="31567" y="35007"/>
                  </a:lnTo>
                  <a:lnTo>
                    <a:pt x="31904" y="35084"/>
                  </a:lnTo>
                  <a:lnTo>
                    <a:pt x="32527" y="34980"/>
                  </a:lnTo>
                  <a:lnTo>
                    <a:pt x="32677" y="34955"/>
                  </a:lnTo>
                  <a:lnTo>
                    <a:pt x="33381" y="34940"/>
                  </a:lnTo>
                  <a:lnTo>
                    <a:pt x="34066" y="34926"/>
                  </a:lnTo>
                  <a:lnTo>
                    <a:pt x="34610" y="35035"/>
                  </a:lnTo>
                  <a:lnTo>
                    <a:pt x="34853" y="35084"/>
                  </a:lnTo>
                  <a:lnTo>
                    <a:pt x="35460" y="33337"/>
                  </a:lnTo>
                  <a:lnTo>
                    <a:pt x="36392" y="31831"/>
                  </a:lnTo>
                  <a:lnTo>
                    <a:pt x="37394" y="30806"/>
                  </a:lnTo>
                  <a:lnTo>
                    <a:pt x="39327" y="29517"/>
                  </a:lnTo>
                  <a:lnTo>
                    <a:pt x="40018" y="28659"/>
                  </a:lnTo>
                  <a:lnTo>
                    <a:pt x="40015" y="27737"/>
                  </a:lnTo>
                  <a:lnTo>
                    <a:pt x="40014" y="27431"/>
                  </a:lnTo>
                  <a:lnTo>
                    <a:pt x="47300" y="14259"/>
                  </a:lnTo>
                  <a:lnTo>
                    <a:pt x="47564" y="14302"/>
                  </a:lnTo>
                  <a:lnTo>
                    <a:pt x="49954" y="11895"/>
                  </a:lnTo>
                  <a:lnTo>
                    <a:pt x="52012" y="8406"/>
                  </a:lnTo>
                  <a:lnTo>
                    <a:pt x="53533" y="6080"/>
                  </a:lnTo>
                  <a:lnTo>
                    <a:pt x="56202" y="1088"/>
                  </a:lnTo>
                  <a:lnTo>
                    <a:pt x="60014" y="2571"/>
                  </a:lnTo>
                  <a:lnTo>
                    <a:pt x="62393" y="14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0" name="pg469"/>
            <p:cNvSpPr/>
            <p:nvPr/>
          </p:nvSpPr>
          <p:spPr>
            <a:xfrm>
              <a:off x="2456666" y="2575916"/>
              <a:ext cx="62823" cy="69261"/>
            </a:xfrm>
            <a:custGeom>
              <a:avLst/>
              <a:pathLst>
                <a:path w="62823" h="69261">
                  <a:moveTo>
                    <a:pt x="51077" y="13502"/>
                  </a:moveTo>
                  <a:lnTo>
                    <a:pt x="51518" y="13791"/>
                  </a:lnTo>
                  <a:lnTo>
                    <a:pt x="52887" y="14689"/>
                  </a:lnTo>
                  <a:lnTo>
                    <a:pt x="53369" y="15005"/>
                  </a:lnTo>
                  <a:lnTo>
                    <a:pt x="54653" y="15571"/>
                  </a:lnTo>
                  <a:lnTo>
                    <a:pt x="57297" y="16736"/>
                  </a:lnTo>
                  <a:lnTo>
                    <a:pt x="57954" y="17025"/>
                  </a:lnTo>
                  <a:lnTo>
                    <a:pt x="58463" y="17205"/>
                  </a:lnTo>
                  <a:lnTo>
                    <a:pt x="60535" y="17935"/>
                  </a:lnTo>
                  <a:lnTo>
                    <a:pt x="60407" y="17984"/>
                  </a:lnTo>
                  <a:lnTo>
                    <a:pt x="59618" y="18022"/>
                  </a:lnTo>
                  <a:lnTo>
                    <a:pt x="58316" y="19139"/>
                  </a:lnTo>
                  <a:lnTo>
                    <a:pt x="56520" y="21158"/>
                  </a:lnTo>
                  <a:lnTo>
                    <a:pt x="56355" y="21343"/>
                  </a:lnTo>
                  <a:lnTo>
                    <a:pt x="58435" y="23310"/>
                  </a:lnTo>
                  <a:lnTo>
                    <a:pt x="59417" y="23692"/>
                  </a:lnTo>
                  <a:lnTo>
                    <a:pt x="62823" y="25018"/>
                  </a:lnTo>
                  <a:lnTo>
                    <a:pt x="60154" y="30010"/>
                  </a:lnTo>
                  <a:lnTo>
                    <a:pt x="58633" y="32336"/>
                  </a:lnTo>
                  <a:lnTo>
                    <a:pt x="56576" y="35825"/>
                  </a:lnTo>
                  <a:lnTo>
                    <a:pt x="54186" y="38232"/>
                  </a:lnTo>
                  <a:lnTo>
                    <a:pt x="53921" y="38189"/>
                  </a:lnTo>
                  <a:lnTo>
                    <a:pt x="46635" y="51361"/>
                  </a:lnTo>
                  <a:lnTo>
                    <a:pt x="46636" y="51667"/>
                  </a:lnTo>
                  <a:lnTo>
                    <a:pt x="46640" y="52589"/>
                  </a:lnTo>
                  <a:lnTo>
                    <a:pt x="45948" y="53447"/>
                  </a:lnTo>
                  <a:lnTo>
                    <a:pt x="44016" y="54736"/>
                  </a:lnTo>
                  <a:lnTo>
                    <a:pt x="43014" y="55761"/>
                  </a:lnTo>
                  <a:lnTo>
                    <a:pt x="42082" y="57267"/>
                  </a:lnTo>
                  <a:lnTo>
                    <a:pt x="41474" y="59014"/>
                  </a:lnTo>
                  <a:lnTo>
                    <a:pt x="41232" y="58965"/>
                  </a:lnTo>
                  <a:lnTo>
                    <a:pt x="40686" y="58856"/>
                  </a:lnTo>
                  <a:lnTo>
                    <a:pt x="40003" y="58870"/>
                  </a:lnTo>
                  <a:lnTo>
                    <a:pt x="39299" y="58885"/>
                  </a:lnTo>
                  <a:lnTo>
                    <a:pt x="39149" y="58910"/>
                  </a:lnTo>
                  <a:lnTo>
                    <a:pt x="38524" y="59013"/>
                  </a:lnTo>
                  <a:lnTo>
                    <a:pt x="38189" y="58937"/>
                  </a:lnTo>
                  <a:lnTo>
                    <a:pt x="37883" y="58866"/>
                  </a:lnTo>
                  <a:lnTo>
                    <a:pt x="36703" y="58904"/>
                  </a:lnTo>
                  <a:lnTo>
                    <a:pt x="36032" y="58806"/>
                  </a:lnTo>
                  <a:lnTo>
                    <a:pt x="35629" y="58618"/>
                  </a:lnTo>
                  <a:lnTo>
                    <a:pt x="35093" y="58376"/>
                  </a:lnTo>
                  <a:lnTo>
                    <a:pt x="34314" y="58144"/>
                  </a:lnTo>
                  <a:lnTo>
                    <a:pt x="33499" y="57934"/>
                  </a:lnTo>
                  <a:lnTo>
                    <a:pt x="32920" y="57895"/>
                  </a:lnTo>
                  <a:lnTo>
                    <a:pt x="32547" y="57870"/>
                  </a:lnTo>
                  <a:lnTo>
                    <a:pt x="32386" y="57832"/>
                  </a:lnTo>
                  <a:lnTo>
                    <a:pt x="30782" y="58212"/>
                  </a:lnTo>
                  <a:lnTo>
                    <a:pt x="30020" y="58533"/>
                  </a:lnTo>
                  <a:lnTo>
                    <a:pt x="29789" y="58631"/>
                  </a:lnTo>
                  <a:lnTo>
                    <a:pt x="28134" y="59329"/>
                  </a:lnTo>
                  <a:lnTo>
                    <a:pt x="27612" y="59458"/>
                  </a:lnTo>
                  <a:lnTo>
                    <a:pt x="27156" y="59571"/>
                  </a:lnTo>
                  <a:lnTo>
                    <a:pt x="26869" y="59650"/>
                  </a:lnTo>
                  <a:lnTo>
                    <a:pt x="26635" y="59715"/>
                  </a:lnTo>
                  <a:lnTo>
                    <a:pt x="26072" y="59872"/>
                  </a:lnTo>
                  <a:lnTo>
                    <a:pt x="25486" y="59941"/>
                  </a:lnTo>
                  <a:lnTo>
                    <a:pt x="25010" y="59997"/>
                  </a:lnTo>
                  <a:lnTo>
                    <a:pt x="24410" y="60068"/>
                  </a:lnTo>
                  <a:lnTo>
                    <a:pt x="23035" y="59882"/>
                  </a:lnTo>
                  <a:lnTo>
                    <a:pt x="21764" y="59709"/>
                  </a:lnTo>
                  <a:lnTo>
                    <a:pt x="21228" y="59636"/>
                  </a:lnTo>
                  <a:lnTo>
                    <a:pt x="19897" y="59487"/>
                  </a:lnTo>
                  <a:lnTo>
                    <a:pt x="18738" y="59357"/>
                  </a:lnTo>
                  <a:lnTo>
                    <a:pt x="17909" y="59264"/>
                  </a:lnTo>
                  <a:lnTo>
                    <a:pt x="17691" y="59240"/>
                  </a:lnTo>
                  <a:lnTo>
                    <a:pt x="15396" y="64320"/>
                  </a:lnTo>
                  <a:lnTo>
                    <a:pt x="14895" y="69261"/>
                  </a:lnTo>
                  <a:lnTo>
                    <a:pt x="14775" y="68898"/>
                  </a:lnTo>
                  <a:lnTo>
                    <a:pt x="13902" y="66260"/>
                  </a:lnTo>
                  <a:lnTo>
                    <a:pt x="13804" y="63273"/>
                  </a:lnTo>
                  <a:lnTo>
                    <a:pt x="14098" y="61364"/>
                  </a:lnTo>
                  <a:lnTo>
                    <a:pt x="14871" y="59675"/>
                  </a:lnTo>
                  <a:lnTo>
                    <a:pt x="15542" y="58207"/>
                  </a:lnTo>
                  <a:lnTo>
                    <a:pt x="15885" y="56689"/>
                  </a:lnTo>
                  <a:lnTo>
                    <a:pt x="15799" y="55090"/>
                  </a:lnTo>
                  <a:lnTo>
                    <a:pt x="15713" y="53507"/>
                  </a:lnTo>
                  <a:lnTo>
                    <a:pt x="15542" y="50986"/>
                  </a:lnTo>
                  <a:lnTo>
                    <a:pt x="15322" y="47829"/>
                  </a:lnTo>
                  <a:lnTo>
                    <a:pt x="15137" y="46447"/>
                  </a:lnTo>
                  <a:lnTo>
                    <a:pt x="14987" y="45394"/>
                  </a:lnTo>
                  <a:lnTo>
                    <a:pt x="14459" y="43458"/>
                  </a:lnTo>
                  <a:lnTo>
                    <a:pt x="13682" y="41514"/>
                  </a:lnTo>
                  <a:lnTo>
                    <a:pt x="12605" y="39311"/>
                  </a:lnTo>
                  <a:lnTo>
                    <a:pt x="11111" y="36983"/>
                  </a:lnTo>
                  <a:lnTo>
                    <a:pt x="10647" y="35297"/>
                  </a:lnTo>
                  <a:lnTo>
                    <a:pt x="9105" y="33290"/>
                  </a:lnTo>
                  <a:lnTo>
                    <a:pt x="7552" y="32429"/>
                  </a:lnTo>
                  <a:lnTo>
                    <a:pt x="7073" y="32164"/>
                  </a:lnTo>
                  <a:lnTo>
                    <a:pt x="5629" y="30793"/>
                  </a:lnTo>
                  <a:lnTo>
                    <a:pt x="4767" y="30087"/>
                  </a:lnTo>
                  <a:lnTo>
                    <a:pt x="4136" y="29569"/>
                  </a:lnTo>
                  <a:lnTo>
                    <a:pt x="4116" y="28929"/>
                  </a:lnTo>
                  <a:lnTo>
                    <a:pt x="4087" y="27978"/>
                  </a:lnTo>
                  <a:lnTo>
                    <a:pt x="4454" y="26044"/>
                  </a:lnTo>
                  <a:lnTo>
                    <a:pt x="4364" y="25792"/>
                  </a:lnTo>
                  <a:lnTo>
                    <a:pt x="3720" y="23988"/>
                  </a:lnTo>
                  <a:lnTo>
                    <a:pt x="3304" y="23425"/>
                  </a:lnTo>
                  <a:lnTo>
                    <a:pt x="2716" y="22667"/>
                  </a:lnTo>
                  <a:lnTo>
                    <a:pt x="1286" y="21258"/>
                  </a:lnTo>
                  <a:lnTo>
                    <a:pt x="1077" y="21051"/>
                  </a:lnTo>
                  <a:lnTo>
                    <a:pt x="0" y="19460"/>
                  </a:lnTo>
                  <a:lnTo>
                    <a:pt x="709" y="18261"/>
                  </a:lnTo>
                  <a:lnTo>
                    <a:pt x="2105" y="16694"/>
                  </a:lnTo>
                  <a:lnTo>
                    <a:pt x="2197" y="16544"/>
                  </a:lnTo>
                  <a:lnTo>
                    <a:pt x="3181" y="14957"/>
                  </a:lnTo>
                  <a:lnTo>
                    <a:pt x="3916" y="13855"/>
                  </a:lnTo>
                  <a:lnTo>
                    <a:pt x="4870" y="12533"/>
                  </a:lnTo>
                  <a:lnTo>
                    <a:pt x="5004" y="11787"/>
                  </a:lnTo>
                  <a:lnTo>
                    <a:pt x="5213" y="10624"/>
                  </a:lnTo>
                  <a:lnTo>
                    <a:pt x="6070" y="8886"/>
                  </a:lnTo>
                  <a:lnTo>
                    <a:pt x="7081" y="7956"/>
                  </a:lnTo>
                  <a:lnTo>
                    <a:pt x="7294" y="7760"/>
                  </a:lnTo>
                  <a:lnTo>
                    <a:pt x="7195" y="8912"/>
                  </a:lnTo>
                  <a:lnTo>
                    <a:pt x="14128" y="10835"/>
                  </a:lnTo>
                  <a:lnTo>
                    <a:pt x="22531" y="11267"/>
                  </a:lnTo>
                  <a:lnTo>
                    <a:pt x="22716" y="9165"/>
                  </a:lnTo>
                  <a:lnTo>
                    <a:pt x="25001" y="9201"/>
                  </a:lnTo>
                  <a:lnTo>
                    <a:pt x="25277" y="9206"/>
                  </a:lnTo>
                  <a:lnTo>
                    <a:pt x="25274" y="9619"/>
                  </a:lnTo>
                  <a:lnTo>
                    <a:pt x="25314" y="11471"/>
                  </a:lnTo>
                  <a:lnTo>
                    <a:pt x="25318" y="11660"/>
                  </a:lnTo>
                  <a:lnTo>
                    <a:pt x="25322" y="11819"/>
                  </a:lnTo>
                  <a:lnTo>
                    <a:pt x="34349" y="11030"/>
                  </a:lnTo>
                  <a:lnTo>
                    <a:pt x="35515" y="13278"/>
                  </a:lnTo>
                  <a:lnTo>
                    <a:pt x="35634" y="13509"/>
                  </a:lnTo>
                  <a:lnTo>
                    <a:pt x="36869" y="13104"/>
                  </a:lnTo>
                  <a:lnTo>
                    <a:pt x="38299" y="12579"/>
                  </a:lnTo>
                  <a:lnTo>
                    <a:pt x="40131" y="11176"/>
                  </a:lnTo>
                  <a:lnTo>
                    <a:pt x="40573" y="10877"/>
                  </a:lnTo>
                  <a:lnTo>
                    <a:pt x="40765" y="10681"/>
                  </a:lnTo>
                  <a:lnTo>
                    <a:pt x="41213" y="10207"/>
                  </a:lnTo>
                  <a:lnTo>
                    <a:pt x="41588" y="9541"/>
                  </a:lnTo>
                  <a:lnTo>
                    <a:pt x="46958" y="0"/>
                  </a:lnTo>
                  <a:lnTo>
                    <a:pt x="47625" y="4407"/>
                  </a:lnTo>
                  <a:lnTo>
                    <a:pt x="47684" y="5960"/>
                  </a:lnTo>
                  <a:lnTo>
                    <a:pt x="47943" y="7653"/>
                  </a:lnTo>
                  <a:lnTo>
                    <a:pt x="48126" y="8850"/>
                  </a:lnTo>
                  <a:lnTo>
                    <a:pt x="48184" y="9233"/>
                  </a:lnTo>
                  <a:lnTo>
                    <a:pt x="49039" y="11462"/>
                  </a:lnTo>
                  <a:lnTo>
                    <a:pt x="49701" y="12600"/>
                  </a:lnTo>
                  <a:lnTo>
                    <a:pt x="50505" y="1312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1" name="pg470"/>
            <p:cNvSpPr/>
            <p:nvPr/>
          </p:nvSpPr>
          <p:spPr>
            <a:xfrm>
              <a:off x="2525285" y="2702444"/>
              <a:ext cx="141690" cy="123528"/>
            </a:xfrm>
            <a:custGeom>
              <a:avLst/>
              <a:pathLst>
                <a:path w="141690" h="123528">
                  <a:moveTo>
                    <a:pt x="100811" y="34410"/>
                  </a:moveTo>
                  <a:lnTo>
                    <a:pt x="92272" y="43562"/>
                  </a:lnTo>
                  <a:lnTo>
                    <a:pt x="91136" y="45060"/>
                  </a:lnTo>
                  <a:lnTo>
                    <a:pt x="90831" y="45462"/>
                  </a:lnTo>
                  <a:lnTo>
                    <a:pt x="96641" y="49487"/>
                  </a:lnTo>
                  <a:lnTo>
                    <a:pt x="101387" y="53032"/>
                  </a:lnTo>
                  <a:lnTo>
                    <a:pt x="102852" y="53725"/>
                  </a:lnTo>
                  <a:lnTo>
                    <a:pt x="112270" y="60843"/>
                  </a:lnTo>
                  <a:lnTo>
                    <a:pt x="116689" y="64765"/>
                  </a:lnTo>
                  <a:lnTo>
                    <a:pt x="116990" y="65032"/>
                  </a:lnTo>
                  <a:lnTo>
                    <a:pt x="118384" y="63429"/>
                  </a:lnTo>
                  <a:lnTo>
                    <a:pt x="118650" y="63124"/>
                  </a:lnTo>
                  <a:lnTo>
                    <a:pt x="122691" y="67200"/>
                  </a:lnTo>
                  <a:lnTo>
                    <a:pt x="125758" y="69551"/>
                  </a:lnTo>
                  <a:lnTo>
                    <a:pt x="133296" y="76558"/>
                  </a:lnTo>
                  <a:lnTo>
                    <a:pt x="137301" y="80521"/>
                  </a:lnTo>
                  <a:lnTo>
                    <a:pt x="141434" y="84742"/>
                  </a:lnTo>
                  <a:lnTo>
                    <a:pt x="141690" y="85004"/>
                  </a:lnTo>
                  <a:lnTo>
                    <a:pt x="140088" y="86544"/>
                  </a:lnTo>
                  <a:lnTo>
                    <a:pt x="129774" y="96456"/>
                  </a:lnTo>
                  <a:lnTo>
                    <a:pt x="129618" y="96605"/>
                  </a:lnTo>
                  <a:lnTo>
                    <a:pt x="121730" y="104360"/>
                  </a:lnTo>
                  <a:lnTo>
                    <a:pt x="119287" y="106775"/>
                  </a:lnTo>
                  <a:lnTo>
                    <a:pt x="119225" y="107394"/>
                  </a:lnTo>
                  <a:lnTo>
                    <a:pt x="119195" y="107693"/>
                  </a:lnTo>
                  <a:lnTo>
                    <a:pt x="115569" y="107270"/>
                  </a:lnTo>
                  <a:lnTo>
                    <a:pt x="114709" y="107164"/>
                  </a:lnTo>
                  <a:lnTo>
                    <a:pt x="111349" y="106748"/>
                  </a:lnTo>
                  <a:lnTo>
                    <a:pt x="102153" y="105610"/>
                  </a:lnTo>
                  <a:lnTo>
                    <a:pt x="97383" y="105162"/>
                  </a:lnTo>
                  <a:lnTo>
                    <a:pt x="95034" y="104942"/>
                  </a:lnTo>
                  <a:lnTo>
                    <a:pt x="94037" y="104812"/>
                  </a:lnTo>
                  <a:lnTo>
                    <a:pt x="92681" y="104635"/>
                  </a:lnTo>
                  <a:lnTo>
                    <a:pt x="83441" y="103429"/>
                  </a:lnTo>
                  <a:lnTo>
                    <a:pt x="78025" y="102284"/>
                  </a:lnTo>
                  <a:lnTo>
                    <a:pt x="73230" y="100567"/>
                  </a:lnTo>
                  <a:lnTo>
                    <a:pt x="72863" y="100367"/>
                  </a:lnTo>
                  <a:lnTo>
                    <a:pt x="63855" y="95485"/>
                  </a:lnTo>
                  <a:lnTo>
                    <a:pt x="59890" y="93199"/>
                  </a:lnTo>
                  <a:lnTo>
                    <a:pt x="58968" y="92667"/>
                  </a:lnTo>
                  <a:lnTo>
                    <a:pt x="52643" y="88541"/>
                  </a:lnTo>
                  <a:lnTo>
                    <a:pt x="52085" y="89052"/>
                  </a:lnTo>
                  <a:lnTo>
                    <a:pt x="50498" y="90504"/>
                  </a:lnTo>
                  <a:lnTo>
                    <a:pt x="49685" y="91872"/>
                  </a:lnTo>
                  <a:lnTo>
                    <a:pt x="44630" y="100380"/>
                  </a:lnTo>
                  <a:lnTo>
                    <a:pt x="41134" y="106777"/>
                  </a:lnTo>
                  <a:lnTo>
                    <a:pt x="40431" y="108062"/>
                  </a:lnTo>
                  <a:lnTo>
                    <a:pt x="40276" y="108352"/>
                  </a:lnTo>
                  <a:lnTo>
                    <a:pt x="38784" y="111139"/>
                  </a:lnTo>
                  <a:lnTo>
                    <a:pt x="36672" y="115086"/>
                  </a:lnTo>
                  <a:lnTo>
                    <a:pt x="32354" y="123155"/>
                  </a:lnTo>
                  <a:lnTo>
                    <a:pt x="32124" y="123528"/>
                  </a:lnTo>
                  <a:lnTo>
                    <a:pt x="27761" y="119971"/>
                  </a:lnTo>
                  <a:lnTo>
                    <a:pt x="27463" y="119719"/>
                  </a:lnTo>
                  <a:lnTo>
                    <a:pt x="27147" y="119451"/>
                  </a:lnTo>
                  <a:lnTo>
                    <a:pt x="21634" y="114781"/>
                  </a:lnTo>
                  <a:lnTo>
                    <a:pt x="19869" y="113286"/>
                  </a:lnTo>
                  <a:lnTo>
                    <a:pt x="14242" y="108520"/>
                  </a:lnTo>
                  <a:lnTo>
                    <a:pt x="12579" y="107111"/>
                  </a:lnTo>
                  <a:lnTo>
                    <a:pt x="8954" y="104040"/>
                  </a:lnTo>
                  <a:lnTo>
                    <a:pt x="8750" y="103899"/>
                  </a:lnTo>
                  <a:lnTo>
                    <a:pt x="8163" y="103489"/>
                  </a:lnTo>
                  <a:lnTo>
                    <a:pt x="4635" y="101029"/>
                  </a:lnTo>
                  <a:lnTo>
                    <a:pt x="4456" y="100938"/>
                  </a:lnTo>
                  <a:lnTo>
                    <a:pt x="3685" y="100547"/>
                  </a:lnTo>
                  <a:lnTo>
                    <a:pt x="2813" y="100105"/>
                  </a:lnTo>
                  <a:lnTo>
                    <a:pt x="0" y="98677"/>
                  </a:lnTo>
                  <a:lnTo>
                    <a:pt x="784" y="97863"/>
                  </a:lnTo>
                  <a:lnTo>
                    <a:pt x="1405" y="97141"/>
                  </a:lnTo>
                  <a:lnTo>
                    <a:pt x="1952" y="96503"/>
                  </a:lnTo>
                  <a:lnTo>
                    <a:pt x="2259" y="96146"/>
                  </a:lnTo>
                  <a:lnTo>
                    <a:pt x="4070" y="93558"/>
                  </a:lnTo>
                  <a:lnTo>
                    <a:pt x="4788" y="92531"/>
                  </a:lnTo>
                  <a:lnTo>
                    <a:pt x="5179" y="91973"/>
                  </a:lnTo>
                  <a:lnTo>
                    <a:pt x="6274" y="90407"/>
                  </a:lnTo>
                  <a:lnTo>
                    <a:pt x="2638" y="87661"/>
                  </a:lnTo>
                  <a:lnTo>
                    <a:pt x="3224" y="87012"/>
                  </a:lnTo>
                  <a:lnTo>
                    <a:pt x="5744" y="84223"/>
                  </a:lnTo>
                  <a:lnTo>
                    <a:pt x="13534" y="75602"/>
                  </a:lnTo>
                  <a:lnTo>
                    <a:pt x="15127" y="73709"/>
                  </a:lnTo>
                  <a:lnTo>
                    <a:pt x="17614" y="70753"/>
                  </a:lnTo>
                  <a:lnTo>
                    <a:pt x="22310" y="65518"/>
                  </a:lnTo>
                  <a:lnTo>
                    <a:pt x="25953" y="61457"/>
                  </a:lnTo>
                  <a:lnTo>
                    <a:pt x="27319" y="59934"/>
                  </a:lnTo>
                  <a:lnTo>
                    <a:pt x="28433" y="58693"/>
                  </a:lnTo>
                  <a:lnTo>
                    <a:pt x="35895" y="50867"/>
                  </a:lnTo>
                  <a:lnTo>
                    <a:pt x="38806" y="47813"/>
                  </a:lnTo>
                  <a:lnTo>
                    <a:pt x="38969" y="47632"/>
                  </a:lnTo>
                  <a:lnTo>
                    <a:pt x="40035" y="46158"/>
                  </a:lnTo>
                  <a:lnTo>
                    <a:pt x="41375" y="44304"/>
                  </a:lnTo>
                  <a:lnTo>
                    <a:pt x="45147" y="39363"/>
                  </a:lnTo>
                  <a:lnTo>
                    <a:pt x="46409" y="37767"/>
                  </a:lnTo>
                  <a:lnTo>
                    <a:pt x="48929" y="34541"/>
                  </a:lnTo>
                  <a:lnTo>
                    <a:pt x="49441" y="35078"/>
                  </a:lnTo>
                  <a:lnTo>
                    <a:pt x="50403" y="35724"/>
                  </a:lnTo>
                  <a:lnTo>
                    <a:pt x="51662" y="36570"/>
                  </a:lnTo>
                  <a:lnTo>
                    <a:pt x="52663" y="37110"/>
                  </a:lnTo>
                  <a:lnTo>
                    <a:pt x="53600" y="37615"/>
                  </a:lnTo>
                  <a:lnTo>
                    <a:pt x="54678" y="38054"/>
                  </a:lnTo>
                  <a:lnTo>
                    <a:pt x="55260" y="38102"/>
                  </a:lnTo>
                  <a:lnTo>
                    <a:pt x="56119" y="37825"/>
                  </a:lnTo>
                  <a:lnTo>
                    <a:pt x="57216" y="37024"/>
                  </a:lnTo>
                  <a:lnTo>
                    <a:pt x="58256" y="35354"/>
                  </a:lnTo>
                  <a:lnTo>
                    <a:pt x="59006" y="33594"/>
                  </a:lnTo>
                  <a:lnTo>
                    <a:pt x="59412" y="32522"/>
                  </a:lnTo>
                  <a:lnTo>
                    <a:pt x="60780" y="28909"/>
                  </a:lnTo>
                  <a:lnTo>
                    <a:pt x="62249" y="25036"/>
                  </a:lnTo>
                  <a:lnTo>
                    <a:pt x="62729" y="23772"/>
                  </a:lnTo>
                  <a:lnTo>
                    <a:pt x="63104" y="22782"/>
                  </a:lnTo>
                  <a:lnTo>
                    <a:pt x="65919" y="19217"/>
                  </a:lnTo>
                  <a:lnTo>
                    <a:pt x="66034" y="19072"/>
                  </a:lnTo>
                  <a:lnTo>
                    <a:pt x="68269" y="16240"/>
                  </a:lnTo>
                  <a:lnTo>
                    <a:pt x="68733" y="15655"/>
                  </a:lnTo>
                  <a:lnTo>
                    <a:pt x="71088" y="12686"/>
                  </a:lnTo>
                  <a:lnTo>
                    <a:pt x="71681" y="11937"/>
                  </a:lnTo>
                  <a:lnTo>
                    <a:pt x="72438" y="10983"/>
                  </a:lnTo>
                  <a:lnTo>
                    <a:pt x="73550" y="9580"/>
                  </a:lnTo>
                  <a:lnTo>
                    <a:pt x="74090" y="8899"/>
                  </a:lnTo>
                  <a:lnTo>
                    <a:pt x="76041" y="6489"/>
                  </a:lnTo>
                  <a:lnTo>
                    <a:pt x="76706" y="5454"/>
                  </a:lnTo>
                  <a:lnTo>
                    <a:pt x="77715" y="3884"/>
                  </a:lnTo>
                  <a:lnTo>
                    <a:pt x="79154" y="2231"/>
                  </a:lnTo>
                  <a:lnTo>
                    <a:pt x="81091" y="0"/>
                  </a:lnTo>
                  <a:lnTo>
                    <a:pt x="82659" y="1250"/>
                  </a:lnTo>
                  <a:lnTo>
                    <a:pt x="83294" y="1757"/>
                  </a:lnTo>
                  <a:lnTo>
                    <a:pt x="83935" y="2268"/>
                  </a:lnTo>
                  <a:lnTo>
                    <a:pt x="85856" y="3789"/>
                  </a:lnTo>
                  <a:lnTo>
                    <a:pt x="86924" y="4076"/>
                  </a:lnTo>
                  <a:lnTo>
                    <a:pt x="91039" y="7375"/>
                  </a:lnTo>
                  <a:lnTo>
                    <a:pt x="92989" y="8938"/>
                  </a:lnTo>
                  <a:lnTo>
                    <a:pt x="95432" y="10999"/>
                  </a:lnTo>
                  <a:lnTo>
                    <a:pt x="96653" y="11992"/>
                  </a:lnTo>
                  <a:lnTo>
                    <a:pt x="101444" y="15599"/>
                  </a:lnTo>
                  <a:lnTo>
                    <a:pt x="106165" y="18974"/>
                  </a:lnTo>
                  <a:lnTo>
                    <a:pt x="111394" y="23391"/>
                  </a:lnTo>
                  <a:lnTo>
                    <a:pt x="111521" y="23498"/>
                  </a:lnTo>
                  <a:lnTo>
                    <a:pt x="104290" y="30698"/>
                  </a:lnTo>
                  <a:lnTo>
                    <a:pt x="104129" y="30859"/>
                  </a:lnTo>
                  <a:lnTo>
                    <a:pt x="102315" y="32800"/>
                  </a:lnTo>
                  <a:lnTo>
                    <a:pt x="101610" y="3355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2" name="pg471"/>
            <p:cNvSpPr/>
            <p:nvPr/>
          </p:nvSpPr>
          <p:spPr>
            <a:xfrm>
              <a:off x="2616117" y="2693162"/>
              <a:ext cx="100533" cy="94287"/>
            </a:xfrm>
            <a:custGeom>
              <a:avLst/>
              <a:pathLst>
                <a:path w="100533" h="94287">
                  <a:moveTo>
                    <a:pt x="76660" y="68994"/>
                  </a:moveTo>
                  <a:lnTo>
                    <a:pt x="65059" y="80367"/>
                  </a:lnTo>
                  <a:lnTo>
                    <a:pt x="61607" y="83751"/>
                  </a:lnTo>
                  <a:lnTo>
                    <a:pt x="59343" y="85970"/>
                  </a:lnTo>
                  <a:lnTo>
                    <a:pt x="50858" y="94287"/>
                  </a:lnTo>
                  <a:lnTo>
                    <a:pt x="50602" y="94025"/>
                  </a:lnTo>
                  <a:lnTo>
                    <a:pt x="46388" y="89722"/>
                  </a:lnTo>
                  <a:lnTo>
                    <a:pt x="42464" y="85841"/>
                  </a:lnTo>
                  <a:lnTo>
                    <a:pt x="34927" y="78834"/>
                  </a:lnTo>
                  <a:lnTo>
                    <a:pt x="31859" y="76483"/>
                  </a:lnTo>
                  <a:lnTo>
                    <a:pt x="27818" y="72407"/>
                  </a:lnTo>
                  <a:lnTo>
                    <a:pt x="27553" y="72712"/>
                  </a:lnTo>
                  <a:lnTo>
                    <a:pt x="26158" y="74315"/>
                  </a:lnTo>
                  <a:lnTo>
                    <a:pt x="25857" y="74048"/>
                  </a:lnTo>
                  <a:lnTo>
                    <a:pt x="21438" y="70126"/>
                  </a:lnTo>
                  <a:lnTo>
                    <a:pt x="12020" y="63008"/>
                  </a:lnTo>
                  <a:lnTo>
                    <a:pt x="10555" y="62315"/>
                  </a:lnTo>
                  <a:lnTo>
                    <a:pt x="5810" y="58770"/>
                  </a:lnTo>
                  <a:lnTo>
                    <a:pt x="0" y="54745"/>
                  </a:lnTo>
                  <a:lnTo>
                    <a:pt x="304" y="54343"/>
                  </a:lnTo>
                  <a:lnTo>
                    <a:pt x="1488" y="52782"/>
                  </a:lnTo>
                  <a:lnTo>
                    <a:pt x="9979" y="43693"/>
                  </a:lnTo>
                  <a:lnTo>
                    <a:pt x="10778" y="42838"/>
                  </a:lnTo>
                  <a:lnTo>
                    <a:pt x="11484" y="42083"/>
                  </a:lnTo>
                  <a:lnTo>
                    <a:pt x="13297" y="40142"/>
                  </a:lnTo>
                  <a:lnTo>
                    <a:pt x="13459" y="39981"/>
                  </a:lnTo>
                  <a:lnTo>
                    <a:pt x="20689" y="32781"/>
                  </a:lnTo>
                  <a:lnTo>
                    <a:pt x="22168" y="31278"/>
                  </a:lnTo>
                  <a:lnTo>
                    <a:pt x="28790" y="23665"/>
                  </a:lnTo>
                  <a:lnTo>
                    <a:pt x="29159" y="23240"/>
                  </a:lnTo>
                  <a:lnTo>
                    <a:pt x="29598" y="22769"/>
                  </a:lnTo>
                  <a:lnTo>
                    <a:pt x="29773" y="22610"/>
                  </a:lnTo>
                  <a:lnTo>
                    <a:pt x="32429" y="20204"/>
                  </a:lnTo>
                  <a:lnTo>
                    <a:pt x="35329" y="16380"/>
                  </a:lnTo>
                  <a:lnTo>
                    <a:pt x="35490" y="16201"/>
                  </a:lnTo>
                  <a:lnTo>
                    <a:pt x="38237" y="13145"/>
                  </a:lnTo>
                  <a:lnTo>
                    <a:pt x="38380" y="12983"/>
                  </a:lnTo>
                  <a:lnTo>
                    <a:pt x="38502" y="12845"/>
                  </a:lnTo>
                  <a:lnTo>
                    <a:pt x="39612" y="11591"/>
                  </a:lnTo>
                  <a:lnTo>
                    <a:pt x="39847" y="11418"/>
                  </a:lnTo>
                  <a:lnTo>
                    <a:pt x="40180" y="11181"/>
                  </a:lnTo>
                  <a:lnTo>
                    <a:pt x="42582" y="9472"/>
                  </a:lnTo>
                  <a:lnTo>
                    <a:pt x="50025" y="4174"/>
                  </a:lnTo>
                  <a:lnTo>
                    <a:pt x="55616" y="195"/>
                  </a:lnTo>
                  <a:lnTo>
                    <a:pt x="55892" y="0"/>
                  </a:lnTo>
                  <a:lnTo>
                    <a:pt x="61912" y="4407"/>
                  </a:lnTo>
                  <a:lnTo>
                    <a:pt x="66759" y="7956"/>
                  </a:lnTo>
                  <a:lnTo>
                    <a:pt x="76613" y="14471"/>
                  </a:lnTo>
                  <a:lnTo>
                    <a:pt x="77224" y="14894"/>
                  </a:lnTo>
                  <a:lnTo>
                    <a:pt x="77421" y="15069"/>
                  </a:lnTo>
                  <a:lnTo>
                    <a:pt x="81458" y="18639"/>
                  </a:lnTo>
                  <a:lnTo>
                    <a:pt x="79766" y="20399"/>
                  </a:lnTo>
                  <a:lnTo>
                    <a:pt x="76109" y="24205"/>
                  </a:lnTo>
                  <a:lnTo>
                    <a:pt x="85917" y="32436"/>
                  </a:lnTo>
                  <a:lnTo>
                    <a:pt x="86626" y="33031"/>
                  </a:lnTo>
                  <a:lnTo>
                    <a:pt x="89781" y="35678"/>
                  </a:lnTo>
                  <a:lnTo>
                    <a:pt x="95791" y="40608"/>
                  </a:lnTo>
                  <a:lnTo>
                    <a:pt x="100533" y="44321"/>
                  </a:lnTo>
                  <a:lnTo>
                    <a:pt x="100044" y="44815"/>
                  </a:lnTo>
                  <a:lnTo>
                    <a:pt x="99594" y="45270"/>
                  </a:lnTo>
                  <a:lnTo>
                    <a:pt x="90684" y="54272"/>
                  </a:lnTo>
                  <a:lnTo>
                    <a:pt x="89128" y="55912"/>
                  </a:lnTo>
                  <a:lnTo>
                    <a:pt x="88107" y="56989"/>
                  </a:lnTo>
                  <a:lnTo>
                    <a:pt x="85002" y="60263"/>
                  </a:lnTo>
                  <a:lnTo>
                    <a:pt x="77515" y="6815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3" name="pg472"/>
            <p:cNvSpPr/>
            <p:nvPr/>
          </p:nvSpPr>
          <p:spPr>
            <a:xfrm>
              <a:off x="2644577" y="2719287"/>
              <a:ext cx="131486" cy="98326"/>
            </a:xfrm>
            <a:custGeom>
              <a:avLst/>
              <a:pathLst>
                <a:path w="131486" h="98326">
                  <a:moveTo>
                    <a:pt x="80633" y="97555"/>
                  </a:moveTo>
                  <a:lnTo>
                    <a:pt x="79716" y="98326"/>
                  </a:lnTo>
                  <a:lnTo>
                    <a:pt x="79306" y="98268"/>
                  </a:lnTo>
                  <a:lnTo>
                    <a:pt x="73150" y="97404"/>
                  </a:lnTo>
                  <a:lnTo>
                    <a:pt x="72173" y="97266"/>
                  </a:lnTo>
                  <a:lnTo>
                    <a:pt x="70237" y="96994"/>
                  </a:lnTo>
                  <a:lnTo>
                    <a:pt x="68330" y="96727"/>
                  </a:lnTo>
                  <a:lnTo>
                    <a:pt x="66815" y="96559"/>
                  </a:lnTo>
                  <a:lnTo>
                    <a:pt x="65784" y="96446"/>
                  </a:lnTo>
                  <a:lnTo>
                    <a:pt x="65657" y="96431"/>
                  </a:lnTo>
                  <a:lnTo>
                    <a:pt x="65473" y="96411"/>
                  </a:lnTo>
                  <a:lnTo>
                    <a:pt x="62265" y="96057"/>
                  </a:lnTo>
                  <a:lnTo>
                    <a:pt x="61501" y="95973"/>
                  </a:lnTo>
                  <a:lnTo>
                    <a:pt x="54077" y="95154"/>
                  </a:lnTo>
                  <a:lnTo>
                    <a:pt x="53828" y="95126"/>
                  </a:lnTo>
                  <a:lnTo>
                    <a:pt x="51802" y="94903"/>
                  </a:lnTo>
                  <a:lnTo>
                    <a:pt x="46490" y="94316"/>
                  </a:lnTo>
                  <a:lnTo>
                    <a:pt x="44879" y="94139"/>
                  </a:lnTo>
                  <a:lnTo>
                    <a:pt x="44616" y="94110"/>
                  </a:lnTo>
                  <a:lnTo>
                    <a:pt x="42371" y="93862"/>
                  </a:lnTo>
                  <a:lnTo>
                    <a:pt x="42053" y="93828"/>
                  </a:lnTo>
                  <a:lnTo>
                    <a:pt x="35892" y="93217"/>
                  </a:lnTo>
                  <a:lnTo>
                    <a:pt x="35624" y="93192"/>
                  </a:lnTo>
                  <a:lnTo>
                    <a:pt x="33321" y="92976"/>
                  </a:lnTo>
                  <a:lnTo>
                    <a:pt x="32771" y="92925"/>
                  </a:lnTo>
                  <a:lnTo>
                    <a:pt x="27229" y="92405"/>
                  </a:lnTo>
                  <a:lnTo>
                    <a:pt x="26760" y="92361"/>
                  </a:lnTo>
                  <a:lnTo>
                    <a:pt x="26569" y="92343"/>
                  </a:lnTo>
                  <a:lnTo>
                    <a:pt x="25658" y="92258"/>
                  </a:lnTo>
                  <a:lnTo>
                    <a:pt x="21235" y="91989"/>
                  </a:lnTo>
                  <a:lnTo>
                    <a:pt x="20176" y="91925"/>
                  </a:lnTo>
                  <a:lnTo>
                    <a:pt x="19845" y="91905"/>
                  </a:lnTo>
                  <a:lnTo>
                    <a:pt x="16157" y="91682"/>
                  </a:lnTo>
                  <a:lnTo>
                    <a:pt x="15809" y="91661"/>
                  </a:lnTo>
                  <a:lnTo>
                    <a:pt x="14589" y="91587"/>
                  </a:lnTo>
                  <a:lnTo>
                    <a:pt x="14304" y="91570"/>
                  </a:lnTo>
                  <a:lnTo>
                    <a:pt x="10185" y="91323"/>
                  </a:lnTo>
                  <a:lnTo>
                    <a:pt x="10036" y="91314"/>
                  </a:lnTo>
                  <a:lnTo>
                    <a:pt x="8710" y="91234"/>
                  </a:lnTo>
                  <a:lnTo>
                    <a:pt x="8478" y="91213"/>
                  </a:lnTo>
                  <a:lnTo>
                    <a:pt x="4167" y="90809"/>
                  </a:lnTo>
                  <a:lnTo>
                    <a:pt x="3962" y="90790"/>
                  </a:lnTo>
                  <a:lnTo>
                    <a:pt x="2984" y="90575"/>
                  </a:lnTo>
                  <a:lnTo>
                    <a:pt x="2738" y="90521"/>
                  </a:lnTo>
                  <a:lnTo>
                    <a:pt x="1955" y="90349"/>
                  </a:lnTo>
                  <a:lnTo>
                    <a:pt x="1228" y="90189"/>
                  </a:lnTo>
                  <a:lnTo>
                    <a:pt x="457" y="90020"/>
                  </a:lnTo>
                  <a:lnTo>
                    <a:pt x="0" y="89916"/>
                  </a:lnTo>
                  <a:lnTo>
                    <a:pt x="2439" y="87518"/>
                  </a:lnTo>
                  <a:lnTo>
                    <a:pt x="10326" y="79763"/>
                  </a:lnTo>
                  <a:lnTo>
                    <a:pt x="10482" y="79614"/>
                  </a:lnTo>
                  <a:lnTo>
                    <a:pt x="20800" y="69698"/>
                  </a:lnTo>
                  <a:lnTo>
                    <a:pt x="22430" y="68132"/>
                  </a:lnTo>
                  <a:lnTo>
                    <a:pt x="30884" y="59845"/>
                  </a:lnTo>
                  <a:lnTo>
                    <a:pt x="33147" y="57626"/>
                  </a:lnTo>
                  <a:lnTo>
                    <a:pt x="36599" y="54242"/>
                  </a:lnTo>
                  <a:lnTo>
                    <a:pt x="48200" y="42870"/>
                  </a:lnTo>
                  <a:lnTo>
                    <a:pt x="49056" y="42031"/>
                  </a:lnTo>
                  <a:lnTo>
                    <a:pt x="56542" y="34138"/>
                  </a:lnTo>
                  <a:lnTo>
                    <a:pt x="59696" y="30813"/>
                  </a:lnTo>
                  <a:lnTo>
                    <a:pt x="60668" y="29787"/>
                  </a:lnTo>
                  <a:lnTo>
                    <a:pt x="62224" y="28147"/>
                  </a:lnTo>
                  <a:lnTo>
                    <a:pt x="71193" y="19086"/>
                  </a:lnTo>
                  <a:lnTo>
                    <a:pt x="71585" y="18690"/>
                  </a:lnTo>
                  <a:lnTo>
                    <a:pt x="72073" y="18196"/>
                  </a:lnTo>
                  <a:lnTo>
                    <a:pt x="79613" y="10579"/>
                  </a:lnTo>
                  <a:lnTo>
                    <a:pt x="80565" y="9605"/>
                  </a:lnTo>
                  <a:lnTo>
                    <a:pt x="82591" y="7530"/>
                  </a:lnTo>
                  <a:lnTo>
                    <a:pt x="82741" y="7376"/>
                  </a:lnTo>
                  <a:lnTo>
                    <a:pt x="83691" y="6403"/>
                  </a:lnTo>
                  <a:lnTo>
                    <a:pt x="84069" y="6016"/>
                  </a:lnTo>
                  <a:lnTo>
                    <a:pt x="86403" y="3624"/>
                  </a:lnTo>
                  <a:lnTo>
                    <a:pt x="90060" y="0"/>
                  </a:lnTo>
                  <a:lnTo>
                    <a:pt x="90323" y="256"/>
                  </a:lnTo>
                  <a:lnTo>
                    <a:pt x="91780" y="1679"/>
                  </a:lnTo>
                  <a:lnTo>
                    <a:pt x="95763" y="5567"/>
                  </a:lnTo>
                  <a:lnTo>
                    <a:pt x="101222" y="10896"/>
                  </a:lnTo>
                  <a:lnTo>
                    <a:pt x="106571" y="15983"/>
                  </a:lnTo>
                  <a:lnTo>
                    <a:pt x="113344" y="22425"/>
                  </a:lnTo>
                  <a:lnTo>
                    <a:pt x="111982" y="23828"/>
                  </a:lnTo>
                  <a:lnTo>
                    <a:pt x="111563" y="24259"/>
                  </a:lnTo>
                  <a:lnTo>
                    <a:pt x="109746" y="26079"/>
                  </a:lnTo>
                  <a:lnTo>
                    <a:pt x="105738" y="30114"/>
                  </a:lnTo>
                  <a:lnTo>
                    <a:pt x="103191" y="32676"/>
                  </a:lnTo>
                  <a:lnTo>
                    <a:pt x="104316" y="33459"/>
                  </a:lnTo>
                  <a:lnTo>
                    <a:pt x="106002" y="34631"/>
                  </a:lnTo>
                  <a:lnTo>
                    <a:pt x="110311" y="37626"/>
                  </a:lnTo>
                  <a:lnTo>
                    <a:pt x="110577" y="37808"/>
                  </a:lnTo>
                  <a:lnTo>
                    <a:pt x="112683" y="39254"/>
                  </a:lnTo>
                  <a:lnTo>
                    <a:pt x="112939" y="39430"/>
                  </a:lnTo>
                  <a:lnTo>
                    <a:pt x="113786" y="39999"/>
                  </a:lnTo>
                  <a:lnTo>
                    <a:pt x="123199" y="46323"/>
                  </a:lnTo>
                  <a:lnTo>
                    <a:pt x="125009" y="47640"/>
                  </a:lnTo>
                  <a:lnTo>
                    <a:pt x="131486" y="52351"/>
                  </a:lnTo>
                  <a:lnTo>
                    <a:pt x="130722" y="53011"/>
                  </a:lnTo>
                  <a:lnTo>
                    <a:pt x="130095" y="53553"/>
                  </a:lnTo>
                  <a:lnTo>
                    <a:pt x="126103" y="56998"/>
                  </a:lnTo>
                  <a:lnTo>
                    <a:pt x="125808" y="57261"/>
                  </a:lnTo>
                  <a:lnTo>
                    <a:pt x="125151" y="57846"/>
                  </a:lnTo>
                  <a:lnTo>
                    <a:pt x="124466" y="58456"/>
                  </a:lnTo>
                  <a:lnTo>
                    <a:pt x="123742" y="59102"/>
                  </a:lnTo>
                  <a:lnTo>
                    <a:pt x="122437" y="60264"/>
                  </a:lnTo>
                  <a:lnTo>
                    <a:pt x="119091" y="63246"/>
                  </a:lnTo>
                  <a:lnTo>
                    <a:pt x="117502" y="64662"/>
                  </a:lnTo>
                  <a:lnTo>
                    <a:pt x="116570" y="65493"/>
                  </a:lnTo>
                  <a:lnTo>
                    <a:pt x="115910" y="66081"/>
                  </a:lnTo>
                  <a:lnTo>
                    <a:pt x="115567" y="66386"/>
                  </a:lnTo>
                  <a:lnTo>
                    <a:pt x="114950" y="66936"/>
                  </a:lnTo>
                  <a:lnTo>
                    <a:pt x="112060" y="69511"/>
                  </a:lnTo>
                  <a:lnTo>
                    <a:pt x="111434" y="70069"/>
                  </a:lnTo>
                  <a:lnTo>
                    <a:pt x="111182" y="70294"/>
                  </a:lnTo>
                  <a:lnTo>
                    <a:pt x="107042" y="73983"/>
                  </a:lnTo>
                  <a:lnTo>
                    <a:pt x="106803" y="74196"/>
                  </a:lnTo>
                  <a:lnTo>
                    <a:pt x="106415" y="74542"/>
                  </a:lnTo>
                  <a:lnTo>
                    <a:pt x="101177" y="79209"/>
                  </a:lnTo>
                  <a:lnTo>
                    <a:pt x="101002" y="79365"/>
                  </a:lnTo>
                  <a:lnTo>
                    <a:pt x="98666" y="81447"/>
                  </a:lnTo>
                  <a:lnTo>
                    <a:pt x="96210" y="83636"/>
                  </a:lnTo>
                  <a:lnTo>
                    <a:pt x="91280" y="88028"/>
                  </a:lnTo>
                  <a:lnTo>
                    <a:pt x="88565" y="90448"/>
                  </a:lnTo>
                  <a:lnTo>
                    <a:pt x="88370" y="90623"/>
                  </a:lnTo>
                  <a:lnTo>
                    <a:pt x="86606" y="92204"/>
                  </a:lnTo>
                  <a:lnTo>
                    <a:pt x="86022" y="92726"/>
                  </a:lnTo>
                  <a:lnTo>
                    <a:pt x="84437" y="94146"/>
                  </a:lnTo>
                  <a:lnTo>
                    <a:pt x="82116" y="9622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4" name="pg473"/>
            <p:cNvSpPr/>
            <p:nvPr/>
          </p:nvSpPr>
          <p:spPr>
            <a:xfrm>
              <a:off x="2724342" y="2750239"/>
              <a:ext cx="170931" cy="80089"/>
            </a:xfrm>
            <a:custGeom>
              <a:avLst/>
              <a:pathLst>
                <a:path w="170931" h="80089">
                  <a:moveTo>
                    <a:pt x="155997" y="38765"/>
                  </a:moveTo>
                  <a:lnTo>
                    <a:pt x="155798" y="39218"/>
                  </a:lnTo>
                  <a:lnTo>
                    <a:pt x="153325" y="44842"/>
                  </a:lnTo>
                  <a:lnTo>
                    <a:pt x="151125" y="49844"/>
                  </a:lnTo>
                  <a:lnTo>
                    <a:pt x="149317" y="53913"/>
                  </a:lnTo>
                  <a:lnTo>
                    <a:pt x="149018" y="54585"/>
                  </a:lnTo>
                  <a:lnTo>
                    <a:pt x="148544" y="55649"/>
                  </a:lnTo>
                  <a:lnTo>
                    <a:pt x="148397" y="55967"/>
                  </a:lnTo>
                  <a:lnTo>
                    <a:pt x="147157" y="58645"/>
                  </a:lnTo>
                  <a:lnTo>
                    <a:pt x="146965" y="59060"/>
                  </a:lnTo>
                  <a:lnTo>
                    <a:pt x="146319" y="60454"/>
                  </a:lnTo>
                  <a:lnTo>
                    <a:pt x="145882" y="61432"/>
                  </a:lnTo>
                  <a:lnTo>
                    <a:pt x="145521" y="62241"/>
                  </a:lnTo>
                  <a:lnTo>
                    <a:pt x="144858" y="63723"/>
                  </a:lnTo>
                  <a:lnTo>
                    <a:pt x="144024" y="65590"/>
                  </a:lnTo>
                  <a:lnTo>
                    <a:pt x="142627" y="68718"/>
                  </a:lnTo>
                  <a:lnTo>
                    <a:pt x="141699" y="70795"/>
                  </a:lnTo>
                  <a:lnTo>
                    <a:pt x="140665" y="73111"/>
                  </a:lnTo>
                  <a:lnTo>
                    <a:pt x="140347" y="73821"/>
                  </a:lnTo>
                  <a:lnTo>
                    <a:pt x="139324" y="76112"/>
                  </a:lnTo>
                  <a:lnTo>
                    <a:pt x="138704" y="77500"/>
                  </a:lnTo>
                  <a:lnTo>
                    <a:pt x="138595" y="77744"/>
                  </a:lnTo>
                  <a:lnTo>
                    <a:pt x="138434" y="78103"/>
                  </a:lnTo>
                  <a:lnTo>
                    <a:pt x="137910" y="79277"/>
                  </a:lnTo>
                  <a:lnTo>
                    <a:pt x="137727" y="79686"/>
                  </a:lnTo>
                  <a:lnTo>
                    <a:pt x="137585" y="79820"/>
                  </a:lnTo>
                  <a:lnTo>
                    <a:pt x="137442" y="79883"/>
                  </a:lnTo>
                  <a:lnTo>
                    <a:pt x="137248" y="79907"/>
                  </a:lnTo>
                  <a:lnTo>
                    <a:pt x="135773" y="79944"/>
                  </a:lnTo>
                  <a:lnTo>
                    <a:pt x="133490" y="80001"/>
                  </a:lnTo>
                  <a:lnTo>
                    <a:pt x="132393" y="80029"/>
                  </a:lnTo>
                  <a:lnTo>
                    <a:pt x="131269" y="80057"/>
                  </a:lnTo>
                  <a:lnTo>
                    <a:pt x="130499" y="80076"/>
                  </a:lnTo>
                  <a:lnTo>
                    <a:pt x="129971" y="80089"/>
                  </a:lnTo>
                  <a:lnTo>
                    <a:pt x="128353" y="79975"/>
                  </a:lnTo>
                  <a:lnTo>
                    <a:pt x="126332" y="79832"/>
                  </a:lnTo>
                  <a:lnTo>
                    <a:pt x="125958" y="79806"/>
                  </a:lnTo>
                  <a:lnTo>
                    <a:pt x="125527" y="79775"/>
                  </a:lnTo>
                  <a:lnTo>
                    <a:pt x="119432" y="79345"/>
                  </a:lnTo>
                  <a:lnTo>
                    <a:pt x="118065" y="79212"/>
                  </a:lnTo>
                  <a:lnTo>
                    <a:pt x="104502" y="77891"/>
                  </a:lnTo>
                  <a:lnTo>
                    <a:pt x="104063" y="77847"/>
                  </a:lnTo>
                  <a:lnTo>
                    <a:pt x="102635" y="77672"/>
                  </a:lnTo>
                  <a:lnTo>
                    <a:pt x="102177" y="77615"/>
                  </a:lnTo>
                  <a:lnTo>
                    <a:pt x="100832" y="77478"/>
                  </a:lnTo>
                  <a:lnTo>
                    <a:pt x="99879" y="77381"/>
                  </a:lnTo>
                  <a:lnTo>
                    <a:pt x="93543" y="76736"/>
                  </a:lnTo>
                  <a:lnTo>
                    <a:pt x="93279" y="76709"/>
                  </a:lnTo>
                  <a:lnTo>
                    <a:pt x="92356" y="76627"/>
                  </a:lnTo>
                  <a:lnTo>
                    <a:pt x="87643" y="76212"/>
                  </a:lnTo>
                  <a:lnTo>
                    <a:pt x="87396" y="76183"/>
                  </a:lnTo>
                  <a:lnTo>
                    <a:pt x="87226" y="76165"/>
                  </a:lnTo>
                  <a:lnTo>
                    <a:pt x="81810" y="75612"/>
                  </a:lnTo>
                  <a:lnTo>
                    <a:pt x="81611" y="75592"/>
                  </a:lnTo>
                  <a:lnTo>
                    <a:pt x="80039" y="75449"/>
                  </a:lnTo>
                  <a:lnTo>
                    <a:pt x="77954" y="75258"/>
                  </a:lnTo>
                  <a:lnTo>
                    <a:pt x="75830" y="75064"/>
                  </a:lnTo>
                  <a:lnTo>
                    <a:pt x="75615" y="75045"/>
                  </a:lnTo>
                  <a:lnTo>
                    <a:pt x="74186" y="74914"/>
                  </a:lnTo>
                  <a:lnTo>
                    <a:pt x="67950" y="74345"/>
                  </a:lnTo>
                  <a:lnTo>
                    <a:pt x="66897" y="74251"/>
                  </a:lnTo>
                  <a:lnTo>
                    <a:pt x="64650" y="74050"/>
                  </a:lnTo>
                  <a:lnTo>
                    <a:pt x="64491" y="74036"/>
                  </a:lnTo>
                  <a:lnTo>
                    <a:pt x="62822" y="73887"/>
                  </a:lnTo>
                  <a:lnTo>
                    <a:pt x="62194" y="73831"/>
                  </a:lnTo>
                  <a:lnTo>
                    <a:pt x="61281" y="73738"/>
                  </a:lnTo>
                  <a:lnTo>
                    <a:pt x="57121" y="73316"/>
                  </a:lnTo>
                  <a:lnTo>
                    <a:pt x="55354" y="73136"/>
                  </a:lnTo>
                  <a:lnTo>
                    <a:pt x="49604" y="72551"/>
                  </a:lnTo>
                  <a:lnTo>
                    <a:pt x="44824" y="72065"/>
                  </a:lnTo>
                  <a:lnTo>
                    <a:pt x="43855" y="71967"/>
                  </a:lnTo>
                  <a:lnTo>
                    <a:pt x="39267" y="71513"/>
                  </a:lnTo>
                  <a:lnTo>
                    <a:pt x="38131" y="71400"/>
                  </a:lnTo>
                  <a:lnTo>
                    <a:pt x="35720" y="71162"/>
                  </a:lnTo>
                  <a:lnTo>
                    <a:pt x="33675" y="70959"/>
                  </a:lnTo>
                  <a:lnTo>
                    <a:pt x="29290" y="70526"/>
                  </a:lnTo>
                  <a:lnTo>
                    <a:pt x="26177" y="70250"/>
                  </a:lnTo>
                  <a:lnTo>
                    <a:pt x="20300" y="69727"/>
                  </a:lnTo>
                  <a:lnTo>
                    <a:pt x="16042" y="69348"/>
                  </a:lnTo>
                  <a:lnTo>
                    <a:pt x="14313" y="69195"/>
                  </a:lnTo>
                  <a:lnTo>
                    <a:pt x="5970" y="68252"/>
                  </a:lnTo>
                  <a:lnTo>
                    <a:pt x="5567" y="68206"/>
                  </a:lnTo>
                  <a:lnTo>
                    <a:pt x="1497" y="67603"/>
                  </a:lnTo>
                  <a:lnTo>
                    <a:pt x="0" y="67381"/>
                  </a:lnTo>
                  <a:lnTo>
                    <a:pt x="926" y="66551"/>
                  </a:lnTo>
                  <a:lnTo>
                    <a:pt x="2350" y="65275"/>
                  </a:lnTo>
                  <a:lnTo>
                    <a:pt x="4672" y="63194"/>
                  </a:lnTo>
                  <a:lnTo>
                    <a:pt x="6257" y="61774"/>
                  </a:lnTo>
                  <a:lnTo>
                    <a:pt x="6840" y="61252"/>
                  </a:lnTo>
                  <a:lnTo>
                    <a:pt x="8604" y="59671"/>
                  </a:lnTo>
                  <a:lnTo>
                    <a:pt x="8799" y="59496"/>
                  </a:lnTo>
                  <a:lnTo>
                    <a:pt x="11515" y="57076"/>
                  </a:lnTo>
                  <a:lnTo>
                    <a:pt x="16444" y="52684"/>
                  </a:lnTo>
                  <a:lnTo>
                    <a:pt x="18900" y="50495"/>
                  </a:lnTo>
                  <a:lnTo>
                    <a:pt x="21272" y="48382"/>
                  </a:lnTo>
                  <a:lnTo>
                    <a:pt x="21412" y="48257"/>
                  </a:lnTo>
                  <a:lnTo>
                    <a:pt x="26650" y="43590"/>
                  </a:lnTo>
                  <a:lnTo>
                    <a:pt x="27038" y="43244"/>
                  </a:lnTo>
                  <a:lnTo>
                    <a:pt x="27344" y="42971"/>
                  </a:lnTo>
                  <a:lnTo>
                    <a:pt x="31429" y="39331"/>
                  </a:lnTo>
                  <a:lnTo>
                    <a:pt x="31669" y="39117"/>
                  </a:lnTo>
                  <a:lnTo>
                    <a:pt x="32295" y="38559"/>
                  </a:lnTo>
                  <a:lnTo>
                    <a:pt x="35185" y="35984"/>
                  </a:lnTo>
                  <a:lnTo>
                    <a:pt x="35832" y="35407"/>
                  </a:lnTo>
                  <a:lnTo>
                    <a:pt x="36145" y="35129"/>
                  </a:lnTo>
                  <a:lnTo>
                    <a:pt x="36804" y="34541"/>
                  </a:lnTo>
                  <a:lnTo>
                    <a:pt x="37737" y="33710"/>
                  </a:lnTo>
                  <a:lnTo>
                    <a:pt x="39326" y="32294"/>
                  </a:lnTo>
                  <a:lnTo>
                    <a:pt x="42672" y="29312"/>
                  </a:lnTo>
                  <a:lnTo>
                    <a:pt x="43977" y="28150"/>
                  </a:lnTo>
                  <a:lnTo>
                    <a:pt x="44701" y="27505"/>
                  </a:lnTo>
                  <a:lnTo>
                    <a:pt x="45386" y="26894"/>
                  </a:lnTo>
                  <a:lnTo>
                    <a:pt x="46043" y="26309"/>
                  </a:lnTo>
                  <a:lnTo>
                    <a:pt x="46338" y="26046"/>
                  </a:lnTo>
                  <a:lnTo>
                    <a:pt x="50329" y="22601"/>
                  </a:lnTo>
                  <a:lnTo>
                    <a:pt x="50956" y="22059"/>
                  </a:lnTo>
                  <a:lnTo>
                    <a:pt x="51721" y="21399"/>
                  </a:lnTo>
                  <a:lnTo>
                    <a:pt x="58197" y="28744"/>
                  </a:lnTo>
                  <a:lnTo>
                    <a:pt x="62139" y="32895"/>
                  </a:lnTo>
                  <a:lnTo>
                    <a:pt x="63012" y="32999"/>
                  </a:lnTo>
                  <a:lnTo>
                    <a:pt x="64877" y="33222"/>
                  </a:lnTo>
                  <a:lnTo>
                    <a:pt x="65545" y="33302"/>
                  </a:lnTo>
                  <a:lnTo>
                    <a:pt x="67286" y="33510"/>
                  </a:lnTo>
                  <a:lnTo>
                    <a:pt x="72146" y="34068"/>
                  </a:lnTo>
                  <a:lnTo>
                    <a:pt x="74883" y="34382"/>
                  </a:lnTo>
                  <a:lnTo>
                    <a:pt x="75223" y="34421"/>
                  </a:lnTo>
                  <a:lnTo>
                    <a:pt x="75489" y="34451"/>
                  </a:lnTo>
                  <a:lnTo>
                    <a:pt x="79503" y="34912"/>
                  </a:lnTo>
                  <a:lnTo>
                    <a:pt x="87514" y="35831"/>
                  </a:lnTo>
                  <a:lnTo>
                    <a:pt x="88189" y="35909"/>
                  </a:lnTo>
                  <a:lnTo>
                    <a:pt x="94843" y="36716"/>
                  </a:lnTo>
                  <a:lnTo>
                    <a:pt x="95350" y="36777"/>
                  </a:lnTo>
                  <a:lnTo>
                    <a:pt x="96463" y="36912"/>
                  </a:lnTo>
                  <a:lnTo>
                    <a:pt x="100966" y="37328"/>
                  </a:lnTo>
                  <a:lnTo>
                    <a:pt x="102577" y="37498"/>
                  </a:lnTo>
                  <a:lnTo>
                    <a:pt x="106815" y="37944"/>
                  </a:lnTo>
                  <a:lnTo>
                    <a:pt x="107159" y="37995"/>
                  </a:lnTo>
                  <a:lnTo>
                    <a:pt x="109845" y="38393"/>
                  </a:lnTo>
                  <a:lnTo>
                    <a:pt x="110019" y="38419"/>
                  </a:lnTo>
                  <a:lnTo>
                    <a:pt x="114535" y="39180"/>
                  </a:lnTo>
                  <a:lnTo>
                    <a:pt x="118370" y="35591"/>
                  </a:lnTo>
                  <a:lnTo>
                    <a:pt x="126568" y="27424"/>
                  </a:lnTo>
                  <a:lnTo>
                    <a:pt x="128817" y="25184"/>
                  </a:lnTo>
                  <a:lnTo>
                    <a:pt x="129201" y="24802"/>
                  </a:lnTo>
                  <a:lnTo>
                    <a:pt x="129771" y="24234"/>
                  </a:lnTo>
                  <a:lnTo>
                    <a:pt x="132251" y="21764"/>
                  </a:lnTo>
                  <a:lnTo>
                    <a:pt x="136898" y="17135"/>
                  </a:lnTo>
                  <a:lnTo>
                    <a:pt x="137099" y="16937"/>
                  </a:lnTo>
                  <a:lnTo>
                    <a:pt x="141695" y="12411"/>
                  </a:lnTo>
                  <a:lnTo>
                    <a:pt x="142014" y="12050"/>
                  </a:lnTo>
                  <a:lnTo>
                    <a:pt x="142414" y="11597"/>
                  </a:lnTo>
                  <a:lnTo>
                    <a:pt x="143437" y="10438"/>
                  </a:lnTo>
                  <a:lnTo>
                    <a:pt x="144377" y="9374"/>
                  </a:lnTo>
                  <a:lnTo>
                    <a:pt x="145497" y="8105"/>
                  </a:lnTo>
                  <a:lnTo>
                    <a:pt x="145881" y="7688"/>
                  </a:lnTo>
                  <a:lnTo>
                    <a:pt x="146066" y="7486"/>
                  </a:lnTo>
                  <a:lnTo>
                    <a:pt x="147263" y="6186"/>
                  </a:lnTo>
                  <a:lnTo>
                    <a:pt x="147673" y="5741"/>
                  </a:lnTo>
                  <a:lnTo>
                    <a:pt x="148083" y="3980"/>
                  </a:lnTo>
                  <a:lnTo>
                    <a:pt x="148122" y="3811"/>
                  </a:lnTo>
                  <a:lnTo>
                    <a:pt x="148418" y="2348"/>
                  </a:lnTo>
                  <a:lnTo>
                    <a:pt x="148685" y="1027"/>
                  </a:lnTo>
                  <a:lnTo>
                    <a:pt x="148776" y="578"/>
                  </a:lnTo>
                  <a:lnTo>
                    <a:pt x="148835" y="285"/>
                  </a:lnTo>
                  <a:lnTo>
                    <a:pt x="148862" y="150"/>
                  </a:lnTo>
                  <a:lnTo>
                    <a:pt x="148893" y="0"/>
                  </a:lnTo>
                  <a:lnTo>
                    <a:pt x="152073" y="1103"/>
                  </a:lnTo>
                  <a:lnTo>
                    <a:pt x="160444" y="3257"/>
                  </a:lnTo>
                  <a:lnTo>
                    <a:pt x="162035" y="3649"/>
                  </a:lnTo>
                  <a:lnTo>
                    <a:pt x="162941" y="3869"/>
                  </a:lnTo>
                  <a:lnTo>
                    <a:pt x="163437" y="3987"/>
                  </a:lnTo>
                  <a:lnTo>
                    <a:pt x="166025" y="4603"/>
                  </a:lnTo>
                  <a:lnTo>
                    <a:pt x="166986" y="4838"/>
                  </a:lnTo>
                  <a:lnTo>
                    <a:pt x="168326" y="5166"/>
                  </a:lnTo>
                  <a:lnTo>
                    <a:pt x="169959" y="5583"/>
                  </a:lnTo>
                  <a:lnTo>
                    <a:pt x="170525" y="5728"/>
                  </a:lnTo>
                  <a:lnTo>
                    <a:pt x="170931" y="5831"/>
                  </a:lnTo>
                  <a:lnTo>
                    <a:pt x="170120" y="7609"/>
                  </a:lnTo>
                  <a:lnTo>
                    <a:pt x="169953" y="7974"/>
                  </a:lnTo>
                  <a:lnTo>
                    <a:pt x="169548" y="8862"/>
                  </a:lnTo>
                  <a:lnTo>
                    <a:pt x="169426" y="9130"/>
                  </a:lnTo>
                  <a:lnTo>
                    <a:pt x="166878" y="14712"/>
                  </a:lnTo>
                  <a:lnTo>
                    <a:pt x="166344" y="15881"/>
                  </a:lnTo>
                  <a:lnTo>
                    <a:pt x="165122" y="18559"/>
                  </a:lnTo>
                  <a:lnTo>
                    <a:pt x="163047" y="23105"/>
                  </a:lnTo>
                  <a:lnTo>
                    <a:pt x="161962" y="25484"/>
                  </a:lnTo>
                  <a:lnTo>
                    <a:pt x="161121" y="27326"/>
                  </a:lnTo>
                  <a:lnTo>
                    <a:pt x="160476" y="28739"/>
                  </a:lnTo>
                  <a:lnTo>
                    <a:pt x="159111" y="31729"/>
                  </a:lnTo>
                  <a:lnTo>
                    <a:pt x="158675" y="32685"/>
                  </a:lnTo>
                  <a:lnTo>
                    <a:pt x="158558" y="32941"/>
                  </a:lnTo>
                  <a:lnTo>
                    <a:pt x="158492" y="3309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5" name="pg474"/>
            <p:cNvSpPr/>
            <p:nvPr/>
          </p:nvSpPr>
          <p:spPr>
            <a:xfrm>
              <a:off x="2818601" y="2827911"/>
              <a:ext cx="137356" cy="78467"/>
            </a:xfrm>
            <a:custGeom>
              <a:avLst/>
              <a:pathLst>
                <a:path w="137356" h="78467">
                  <a:moveTo>
                    <a:pt x="34094" y="2303"/>
                  </a:moveTo>
                  <a:lnTo>
                    <a:pt x="35712" y="2417"/>
                  </a:lnTo>
                  <a:lnTo>
                    <a:pt x="36240" y="2404"/>
                  </a:lnTo>
                  <a:lnTo>
                    <a:pt x="37010" y="2385"/>
                  </a:lnTo>
                  <a:lnTo>
                    <a:pt x="38134" y="2357"/>
                  </a:lnTo>
                  <a:lnTo>
                    <a:pt x="39231" y="2329"/>
                  </a:lnTo>
                  <a:lnTo>
                    <a:pt x="41514" y="2272"/>
                  </a:lnTo>
                  <a:lnTo>
                    <a:pt x="42989" y="2235"/>
                  </a:lnTo>
                  <a:lnTo>
                    <a:pt x="43183" y="2211"/>
                  </a:lnTo>
                  <a:lnTo>
                    <a:pt x="43326" y="2148"/>
                  </a:lnTo>
                  <a:lnTo>
                    <a:pt x="43468" y="2014"/>
                  </a:lnTo>
                  <a:lnTo>
                    <a:pt x="44545" y="2143"/>
                  </a:lnTo>
                  <a:lnTo>
                    <a:pt x="45062" y="2205"/>
                  </a:lnTo>
                  <a:lnTo>
                    <a:pt x="45545" y="2263"/>
                  </a:lnTo>
                  <a:lnTo>
                    <a:pt x="45826" y="2297"/>
                  </a:lnTo>
                  <a:lnTo>
                    <a:pt x="46356" y="2336"/>
                  </a:lnTo>
                  <a:lnTo>
                    <a:pt x="46821" y="2371"/>
                  </a:lnTo>
                  <a:lnTo>
                    <a:pt x="47113" y="2392"/>
                  </a:lnTo>
                  <a:lnTo>
                    <a:pt x="47932" y="2453"/>
                  </a:lnTo>
                  <a:lnTo>
                    <a:pt x="48474" y="2493"/>
                  </a:lnTo>
                  <a:lnTo>
                    <a:pt x="48867" y="2530"/>
                  </a:lnTo>
                  <a:lnTo>
                    <a:pt x="49728" y="2609"/>
                  </a:lnTo>
                  <a:lnTo>
                    <a:pt x="49970" y="2631"/>
                  </a:lnTo>
                  <a:lnTo>
                    <a:pt x="51309" y="2755"/>
                  </a:lnTo>
                  <a:lnTo>
                    <a:pt x="51953" y="2815"/>
                  </a:lnTo>
                  <a:lnTo>
                    <a:pt x="53073" y="2918"/>
                  </a:lnTo>
                  <a:lnTo>
                    <a:pt x="53229" y="2932"/>
                  </a:lnTo>
                  <a:lnTo>
                    <a:pt x="54084" y="3011"/>
                  </a:lnTo>
                  <a:lnTo>
                    <a:pt x="54505" y="3050"/>
                  </a:lnTo>
                  <a:lnTo>
                    <a:pt x="55490" y="3141"/>
                  </a:lnTo>
                  <a:lnTo>
                    <a:pt x="56527" y="3237"/>
                  </a:lnTo>
                  <a:lnTo>
                    <a:pt x="57528" y="3329"/>
                  </a:lnTo>
                  <a:lnTo>
                    <a:pt x="58941" y="3460"/>
                  </a:lnTo>
                  <a:lnTo>
                    <a:pt x="59808" y="3533"/>
                  </a:lnTo>
                  <a:lnTo>
                    <a:pt x="60935" y="3629"/>
                  </a:lnTo>
                  <a:lnTo>
                    <a:pt x="61463" y="3674"/>
                  </a:lnTo>
                  <a:lnTo>
                    <a:pt x="61819" y="3709"/>
                  </a:lnTo>
                  <a:lnTo>
                    <a:pt x="62873" y="3812"/>
                  </a:lnTo>
                  <a:lnTo>
                    <a:pt x="63077" y="3833"/>
                  </a:lnTo>
                  <a:lnTo>
                    <a:pt x="64026" y="3926"/>
                  </a:lnTo>
                  <a:lnTo>
                    <a:pt x="65633" y="4083"/>
                  </a:lnTo>
                  <a:lnTo>
                    <a:pt x="66105" y="4127"/>
                  </a:lnTo>
                  <a:lnTo>
                    <a:pt x="67965" y="4302"/>
                  </a:lnTo>
                  <a:lnTo>
                    <a:pt x="68354" y="4341"/>
                  </a:lnTo>
                  <a:lnTo>
                    <a:pt x="73345" y="4839"/>
                  </a:lnTo>
                  <a:lnTo>
                    <a:pt x="75067" y="5011"/>
                  </a:lnTo>
                  <a:lnTo>
                    <a:pt x="77880" y="5292"/>
                  </a:lnTo>
                  <a:lnTo>
                    <a:pt x="78751" y="5375"/>
                  </a:lnTo>
                  <a:lnTo>
                    <a:pt x="80633" y="5556"/>
                  </a:lnTo>
                  <a:lnTo>
                    <a:pt x="83196" y="5802"/>
                  </a:lnTo>
                  <a:lnTo>
                    <a:pt x="83643" y="5844"/>
                  </a:lnTo>
                  <a:lnTo>
                    <a:pt x="84117" y="5890"/>
                  </a:lnTo>
                  <a:lnTo>
                    <a:pt x="85295" y="5998"/>
                  </a:lnTo>
                  <a:lnTo>
                    <a:pt x="87831" y="6230"/>
                  </a:lnTo>
                  <a:lnTo>
                    <a:pt x="90271" y="6474"/>
                  </a:lnTo>
                  <a:lnTo>
                    <a:pt x="91931" y="6640"/>
                  </a:lnTo>
                  <a:lnTo>
                    <a:pt x="94839" y="6931"/>
                  </a:lnTo>
                  <a:lnTo>
                    <a:pt x="100481" y="7466"/>
                  </a:lnTo>
                  <a:lnTo>
                    <a:pt x="101335" y="7547"/>
                  </a:lnTo>
                  <a:lnTo>
                    <a:pt x="102112" y="7621"/>
                  </a:lnTo>
                  <a:lnTo>
                    <a:pt x="102383" y="7647"/>
                  </a:lnTo>
                  <a:lnTo>
                    <a:pt x="103857" y="7798"/>
                  </a:lnTo>
                  <a:lnTo>
                    <a:pt x="104109" y="7824"/>
                  </a:lnTo>
                  <a:lnTo>
                    <a:pt x="107880" y="8212"/>
                  </a:lnTo>
                  <a:lnTo>
                    <a:pt x="108079" y="8233"/>
                  </a:lnTo>
                  <a:lnTo>
                    <a:pt x="108327" y="8259"/>
                  </a:lnTo>
                  <a:lnTo>
                    <a:pt x="108744" y="8302"/>
                  </a:lnTo>
                  <a:lnTo>
                    <a:pt x="109986" y="8431"/>
                  </a:lnTo>
                  <a:lnTo>
                    <a:pt x="110598" y="8495"/>
                  </a:lnTo>
                  <a:lnTo>
                    <a:pt x="111174" y="8555"/>
                  </a:lnTo>
                  <a:lnTo>
                    <a:pt x="112477" y="8690"/>
                  </a:lnTo>
                  <a:lnTo>
                    <a:pt x="113453" y="8779"/>
                  </a:lnTo>
                  <a:lnTo>
                    <a:pt x="115720" y="8984"/>
                  </a:lnTo>
                  <a:lnTo>
                    <a:pt x="116485" y="9053"/>
                  </a:lnTo>
                  <a:lnTo>
                    <a:pt x="117920" y="9203"/>
                  </a:lnTo>
                  <a:lnTo>
                    <a:pt x="119723" y="9391"/>
                  </a:lnTo>
                  <a:lnTo>
                    <a:pt x="120399" y="9446"/>
                  </a:lnTo>
                  <a:lnTo>
                    <a:pt x="123052" y="9661"/>
                  </a:lnTo>
                  <a:lnTo>
                    <a:pt x="124093" y="9755"/>
                  </a:lnTo>
                  <a:lnTo>
                    <a:pt x="126257" y="9951"/>
                  </a:lnTo>
                  <a:lnTo>
                    <a:pt x="126904" y="10009"/>
                  </a:lnTo>
                  <a:lnTo>
                    <a:pt x="127299" y="10048"/>
                  </a:lnTo>
                  <a:lnTo>
                    <a:pt x="128851" y="10201"/>
                  </a:lnTo>
                  <a:lnTo>
                    <a:pt x="129947" y="10308"/>
                  </a:lnTo>
                  <a:lnTo>
                    <a:pt x="132660" y="10575"/>
                  </a:lnTo>
                  <a:lnTo>
                    <a:pt x="134878" y="10793"/>
                  </a:lnTo>
                  <a:lnTo>
                    <a:pt x="135261" y="10831"/>
                  </a:lnTo>
                  <a:lnTo>
                    <a:pt x="136897" y="10992"/>
                  </a:lnTo>
                  <a:lnTo>
                    <a:pt x="137356" y="11037"/>
                  </a:lnTo>
                  <a:lnTo>
                    <a:pt x="137318" y="11409"/>
                  </a:lnTo>
                  <a:lnTo>
                    <a:pt x="137185" y="12717"/>
                  </a:lnTo>
                  <a:lnTo>
                    <a:pt x="137165" y="12909"/>
                  </a:lnTo>
                  <a:lnTo>
                    <a:pt x="137106" y="13490"/>
                  </a:lnTo>
                  <a:lnTo>
                    <a:pt x="136390" y="17382"/>
                  </a:lnTo>
                  <a:lnTo>
                    <a:pt x="135674" y="20379"/>
                  </a:lnTo>
                  <a:lnTo>
                    <a:pt x="134377" y="24583"/>
                  </a:lnTo>
                  <a:lnTo>
                    <a:pt x="134214" y="25038"/>
                  </a:lnTo>
                  <a:lnTo>
                    <a:pt x="133899" y="25918"/>
                  </a:lnTo>
                  <a:lnTo>
                    <a:pt x="133527" y="26954"/>
                  </a:lnTo>
                  <a:lnTo>
                    <a:pt x="132722" y="28832"/>
                  </a:lnTo>
                  <a:lnTo>
                    <a:pt x="132569" y="29170"/>
                  </a:lnTo>
                  <a:lnTo>
                    <a:pt x="132251" y="29870"/>
                  </a:lnTo>
                  <a:lnTo>
                    <a:pt x="131969" y="30462"/>
                  </a:lnTo>
                  <a:lnTo>
                    <a:pt x="131651" y="31056"/>
                  </a:lnTo>
                  <a:lnTo>
                    <a:pt x="131022" y="32232"/>
                  </a:lnTo>
                  <a:lnTo>
                    <a:pt x="129208" y="35335"/>
                  </a:lnTo>
                  <a:lnTo>
                    <a:pt x="126863" y="39344"/>
                  </a:lnTo>
                  <a:lnTo>
                    <a:pt x="126650" y="39714"/>
                  </a:lnTo>
                  <a:lnTo>
                    <a:pt x="126298" y="40323"/>
                  </a:lnTo>
                  <a:lnTo>
                    <a:pt x="124459" y="43517"/>
                  </a:lnTo>
                  <a:lnTo>
                    <a:pt x="120811" y="49848"/>
                  </a:lnTo>
                  <a:lnTo>
                    <a:pt x="119751" y="51689"/>
                  </a:lnTo>
                  <a:lnTo>
                    <a:pt x="119661" y="51852"/>
                  </a:lnTo>
                  <a:lnTo>
                    <a:pt x="117995" y="54860"/>
                  </a:lnTo>
                  <a:lnTo>
                    <a:pt x="115920" y="58608"/>
                  </a:lnTo>
                  <a:lnTo>
                    <a:pt x="115591" y="59204"/>
                  </a:lnTo>
                  <a:lnTo>
                    <a:pt x="113846" y="62379"/>
                  </a:lnTo>
                  <a:lnTo>
                    <a:pt x="113247" y="63468"/>
                  </a:lnTo>
                  <a:lnTo>
                    <a:pt x="113080" y="63770"/>
                  </a:lnTo>
                  <a:lnTo>
                    <a:pt x="112951" y="64005"/>
                  </a:lnTo>
                  <a:lnTo>
                    <a:pt x="111814" y="66069"/>
                  </a:lnTo>
                  <a:lnTo>
                    <a:pt x="111266" y="67064"/>
                  </a:lnTo>
                  <a:lnTo>
                    <a:pt x="110447" y="68552"/>
                  </a:lnTo>
                  <a:lnTo>
                    <a:pt x="110246" y="68949"/>
                  </a:lnTo>
                  <a:lnTo>
                    <a:pt x="107716" y="73515"/>
                  </a:lnTo>
                  <a:lnTo>
                    <a:pt x="105658" y="77229"/>
                  </a:lnTo>
                  <a:lnTo>
                    <a:pt x="105542" y="77439"/>
                  </a:lnTo>
                  <a:lnTo>
                    <a:pt x="105287" y="77900"/>
                  </a:lnTo>
                  <a:lnTo>
                    <a:pt x="104973" y="78467"/>
                  </a:lnTo>
                  <a:lnTo>
                    <a:pt x="104072" y="78195"/>
                  </a:lnTo>
                  <a:lnTo>
                    <a:pt x="95042" y="75471"/>
                  </a:lnTo>
                  <a:lnTo>
                    <a:pt x="90471" y="74481"/>
                  </a:lnTo>
                  <a:lnTo>
                    <a:pt x="90022" y="74358"/>
                  </a:lnTo>
                  <a:lnTo>
                    <a:pt x="87803" y="73748"/>
                  </a:lnTo>
                  <a:lnTo>
                    <a:pt x="84912" y="72953"/>
                  </a:lnTo>
                  <a:lnTo>
                    <a:pt x="84694" y="72893"/>
                  </a:lnTo>
                  <a:lnTo>
                    <a:pt x="69694" y="68771"/>
                  </a:lnTo>
                  <a:lnTo>
                    <a:pt x="69069" y="68599"/>
                  </a:lnTo>
                  <a:lnTo>
                    <a:pt x="64399" y="67315"/>
                  </a:lnTo>
                  <a:lnTo>
                    <a:pt x="64077" y="67227"/>
                  </a:lnTo>
                  <a:lnTo>
                    <a:pt x="63810" y="67153"/>
                  </a:lnTo>
                  <a:lnTo>
                    <a:pt x="63668" y="67114"/>
                  </a:lnTo>
                  <a:lnTo>
                    <a:pt x="63436" y="67051"/>
                  </a:lnTo>
                  <a:lnTo>
                    <a:pt x="59292" y="65960"/>
                  </a:lnTo>
                  <a:lnTo>
                    <a:pt x="59053" y="65897"/>
                  </a:lnTo>
                  <a:lnTo>
                    <a:pt x="57671" y="65534"/>
                  </a:lnTo>
                  <a:lnTo>
                    <a:pt x="54423" y="64679"/>
                  </a:lnTo>
                  <a:lnTo>
                    <a:pt x="53742" y="64500"/>
                  </a:lnTo>
                  <a:lnTo>
                    <a:pt x="52649" y="64213"/>
                  </a:lnTo>
                  <a:lnTo>
                    <a:pt x="52475" y="64167"/>
                  </a:lnTo>
                  <a:lnTo>
                    <a:pt x="52270" y="64113"/>
                  </a:lnTo>
                  <a:lnTo>
                    <a:pt x="51907" y="64017"/>
                  </a:lnTo>
                  <a:lnTo>
                    <a:pt x="48651" y="63161"/>
                  </a:lnTo>
                  <a:lnTo>
                    <a:pt x="48407" y="63096"/>
                  </a:lnTo>
                  <a:lnTo>
                    <a:pt x="43037" y="61684"/>
                  </a:lnTo>
                  <a:lnTo>
                    <a:pt x="39049" y="60639"/>
                  </a:lnTo>
                  <a:lnTo>
                    <a:pt x="37627" y="60267"/>
                  </a:lnTo>
                  <a:lnTo>
                    <a:pt x="37250" y="60151"/>
                  </a:lnTo>
                  <a:lnTo>
                    <a:pt x="37659" y="58382"/>
                  </a:lnTo>
                  <a:lnTo>
                    <a:pt x="37873" y="55972"/>
                  </a:lnTo>
                  <a:lnTo>
                    <a:pt x="37879" y="53921"/>
                  </a:lnTo>
                  <a:lnTo>
                    <a:pt x="37516" y="50772"/>
                  </a:lnTo>
                  <a:lnTo>
                    <a:pt x="37287" y="49890"/>
                  </a:lnTo>
                  <a:lnTo>
                    <a:pt x="36967" y="48654"/>
                  </a:lnTo>
                  <a:lnTo>
                    <a:pt x="36293" y="46508"/>
                  </a:lnTo>
                  <a:lnTo>
                    <a:pt x="36130" y="45947"/>
                  </a:lnTo>
                  <a:lnTo>
                    <a:pt x="35822" y="44885"/>
                  </a:lnTo>
                  <a:lnTo>
                    <a:pt x="34654" y="40016"/>
                  </a:lnTo>
                  <a:lnTo>
                    <a:pt x="34505" y="39273"/>
                  </a:lnTo>
                  <a:lnTo>
                    <a:pt x="34160" y="37682"/>
                  </a:lnTo>
                  <a:lnTo>
                    <a:pt x="33843" y="36223"/>
                  </a:lnTo>
                  <a:lnTo>
                    <a:pt x="33372" y="34051"/>
                  </a:lnTo>
                  <a:lnTo>
                    <a:pt x="33146" y="33013"/>
                  </a:lnTo>
                  <a:lnTo>
                    <a:pt x="32620" y="30461"/>
                  </a:lnTo>
                  <a:lnTo>
                    <a:pt x="32424" y="29509"/>
                  </a:lnTo>
                  <a:lnTo>
                    <a:pt x="32342" y="29111"/>
                  </a:lnTo>
                  <a:lnTo>
                    <a:pt x="32255" y="28687"/>
                  </a:lnTo>
                  <a:lnTo>
                    <a:pt x="32223" y="28531"/>
                  </a:lnTo>
                  <a:lnTo>
                    <a:pt x="31996" y="27441"/>
                  </a:lnTo>
                  <a:lnTo>
                    <a:pt x="31011" y="23894"/>
                  </a:lnTo>
                  <a:lnTo>
                    <a:pt x="30724" y="22858"/>
                  </a:lnTo>
                  <a:lnTo>
                    <a:pt x="30714" y="22710"/>
                  </a:lnTo>
                  <a:lnTo>
                    <a:pt x="29797" y="22615"/>
                  </a:lnTo>
                  <a:lnTo>
                    <a:pt x="25582" y="22180"/>
                  </a:lnTo>
                  <a:lnTo>
                    <a:pt x="24845" y="22104"/>
                  </a:lnTo>
                  <a:lnTo>
                    <a:pt x="20357" y="21701"/>
                  </a:lnTo>
                  <a:lnTo>
                    <a:pt x="19552" y="21622"/>
                  </a:lnTo>
                  <a:lnTo>
                    <a:pt x="15809" y="21254"/>
                  </a:lnTo>
                  <a:lnTo>
                    <a:pt x="14876" y="21167"/>
                  </a:lnTo>
                  <a:lnTo>
                    <a:pt x="10680" y="20777"/>
                  </a:lnTo>
                  <a:lnTo>
                    <a:pt x="6943" y="20434"/>
                  </a:lnTo>
                  <a:lnTo>
                    <a:pt x="5675" y="20317"/>
                  </a:lnTo>
                  <a:lnTo>
                    <a:pt x="2729" y="20031"/>
                  </a:lnTo>
                  <a:lnTo>
                    <a:pt x="1991" y="19970"/>
                  </a:lnTo>
                  <a:lnTo>
                    <a:pt x="1130" y="19900"/>
                  </a:lnTo>
                  <a:lnTo>
                    <a:pt x="234" y="19825"/>
                  </a:lnTo>
                  <a:lnTo>
                    <a:pt x="0" y="19805"/>
                  </a:lnTo>
                  <a:lnTo>
                    <a:pt x="206" y="19058"/>
                  </a:lnTo>
                  <a:lnTo>
                    <a:pt x="413" y="18427"/>
                  </a:lnTo>
                  <a:lnTo>
                    <a:pt x="751" y="17394"/>
                  </a:lnTo>
                  <a:lnTo>
                    <a:pt x="895" y="17069"/>
                  </a:lnTo>
                  <a:lnTo>
                    <a:pt x="2420" y="13615"/>
                  </a:lnTo>
                  <a:lnTo>
                    <a:pt x="3346" y="11519"/>
                  </a:lnTo>
                  <a:lnTo>
                    <a:pt x="3747" y="10625"/>
                  </a:lnTo>
                  <a:lnTo>
                    <a:pt x="4687" y="8531"/>
                  </a:lnTo>
                  <a:lnTo>
                    <a:pt x="4815" y="8234"/>
                  </a:lnTo>
                  <a:lnTo>
                    <a:pt x="4965" y="7885"/>
                  </a:lnTo>
                  <a:lnTo>
                    <a:pt x="5672" y="6241"/>
                  </a:lnTo>
                  <a:lnTo>
                    <a:pt x="5967" y="5560"/>
                  </a:lnTo>
                  <a:lnTo>
                    <a:pt x="7157" y="2814"/>
                  </a:lnTo>
                  <a:lnTo>
                    <a:pt x="7385" y="2287"/>
                  </a:lnTo>
                  <a:lnTo>
                    <a:pt x="7671" y="1626"/>
                  </a:lnTo>
                  <a:lnTo>
                    <a:pt x="7999" y="869"/>
                  </a:lnTo>
                  <a:lnTo>
                    <a:pt x="8216" y="370"/>
                  </a:lnTo>
                  <a:lnTo>
                    <a:pt x="8376" y="0"/>
                  </a:lnTo>
                  <a:lnTo>
                    <a:pt x="9862" y="182"/>
                  </a:lnTo>
                  <a:lnTo>
                    <a:pt x="10242" y="219"/>
                  </a:lnTo>
                  <a:lnTo>
                    <a:pt x="23806" y="1540"/>
                  </a:lnTo>
                  <a:lnTo>
                    <a:pt x="25173" y="1673"/>
                  </a:lnTo>
                  <a:lnTo>
                    <a:pt x="31268" y="2103"/>
                  </a:lnTo>
                  <a:lnTo>
                    <a:pt x="31699" y="2134"/>
                  </a:lnTo>
                  <a:lnTo>
                    <a:pt x="32072" y="216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6" name="pg475"/>
            <p:cNvSpPr/>
            <p:nvPr/>
          </p:nvSpPr>
          <p:spPr>
            <a:xfrm>
              <a:off x="2693375" y="2817620"/>
              <a:ext cx="163106" cy="70458"/>
            </a:xfrm>
            <a:custGeom>
              <a:avLst/>
              <a:pathLst>
                <a:path w="163106" h="70458">
                  <a:moveTo>
                    <a:pt x="162471" y="70458"/>
                  </a:moveTo>
                  <a:lnTo>
                    <a:pt x="162082" y="70357"/>
                  </a:lnTo>
                  <a:lnTo>
                    <a:pt x="161347" y="70167"/>
                  </a:lnTo>
                  <a:lnTo>
                    <a:pt x="160488" y="69945"/>
                  </a:lnTo>
                  <a:lnTo>
                    <a:pt x="160194" y="69868"/>
                  </a:lnTo>
                  <a:lnTo>
                    <a:pt x="158948" y="69546"/>
                  </a:lnTo>
                  <a:lnTo>
                    <a:pt x="157994" y="69299"/>
                  </a:lnTo>
                  <a:lnTo>
                    <a:pt x="157013" y="69045"/>
                  </a:lnTo>
                  <a:lnTo>
                    <a:pt x="156038" y="68820"/>
                  </a:lnTo>
                  <a:lnTo>
                    <a:pt x="151492" y="67773"/>
                  </a:lnTo>
                  <a:lnTo>
                    <a:pt x="151149" y="67676"/>
                  </a:lnTo>
                  <a:lnTo>
                    <a:pt x="149260" y="67144"/>
                  </a:lnTo>
                  <a:lnTo>
                    <a:pt x="145457" y="66074"/>
                  </a:lnTo>
                  <a:lnTo>
                    <a:pt x="141829" y="65131"/>
                  </a:lnTo>
                  <a:lnTo>
                    <a:pt x="141057" y="64930"/>
                  </a:lnTo>
                  <a:lnTo>
                    <a:pt x="137138" y="63916"/>
                  </a:lnTo>
                  <a:lnTo>
                    <a:pt x="135913" y="63599"/>
                  </a:lnTo>
                  <a:lnTo>
                    <a:pt x="130089" y="62093"/>
                  </a:lnTo>
                  <a:lnTo>
                    <a:pt x="129769" y="62010"/>
                  </a:lnTo>
                  <a:lnTo>
                    <a:pt x="128293" y="61627"/>
                  </a:lnTo>
                  <a:lnTo>
                    <a:pt x="124717" y="60700"/>
                  </a:lnTo>
                  <a:lnTo>
                    <a:pt x="120754" y="59672"/>
                  </a:lnTo>
                  <a:lnTo>
                    <a:pt x="118567" y="59105"/>
                  </a:lnTo>
                  <a:lnTo>
                    <a:pt x="115589" y="58342"/>
                  </a:lnTo>
                  <a:lnTo>
                    <a:pt x="115290" y="58266"/>
                  </a:lnTo>
                  <a:lnTo>
                    <a:pt x="110035" y="56926"/>
                  </a:lnTo>
                  <a:lnTo>
                    <a:pt x="109579" y="56810"/>
                  </a:lnTo>
                  <a:lnTo>
                    <a:pt x="106266" y="55975"/>
                  </a:lnTo>
                  <a:lnTo>
                    <a:pt x="94374" y="52984"/>
                  </a:lnTo>
                  <a:lnTo>
                    <a:pt x="91458" y="52250"/>
                  </a:lnTo>
                  <a:lnTo>
                    <a:pt x="86622" y="51034"/>
                  </a:lnTo>
                  <a:lnTo>
                    <a:pt x="72646" y="47285"/>
                  </a:lnTo>
                  <a:lnTo>
                    <a:pt x="72225" y="47172"/>
                  </a:lnTo>
                  <a:lnTo>
                    <a:pt x="69977" y="46559"/>
                  </a:lnTo>
                  <a:lnTo>
                    <a:pt x="66757" y="45680"/>
                  </a:lnTo>
                  <a:lnTo>
                    <a:pt x="64074" y="44948"/>
                  </a:lnTo>
                  <a:lnTo>
                    <a:pt x="52980" y="41975"/>
                  </a:lnTo>
                  <a:lnTo>
                    <a:pt x="47516" y="40510"/>
                  </a:lnTo>
                  <a:lnTo>
                    <a:pt x="47054" y="40386"/>
                  </a:lnTo>
                  <a:lnTo>
                    <a:pt x="46361" y="40201"/>
                  </a:lnTo>
                  <a:lnTo>
                    <a:pt x="41686" y="38982"/>
                  </a:lnTo>
                  <a:lnTo>
                    <a:pt x="40574" y="38692"/>
                  </a:lnTo>
                  <a:lnTo>
                    <a:pt x="37295" y="37837"/>
                  </a:lnTo>
                  <a:lnTo>
                    <a:pt x="30930" y="36178"/>
                  </a:lnTo>
                  <a:lnTo>
                    <a:pt x="30435" y="36049"/>
                  </a:lnTo>
                  <a:lnTo>
                    <a:pt x="30147" y="35973"/>
                  </a:lnTo>
                  <a:lnTo>
                    <a:pt x="24819" y="34584"/>
                  </a:lnTo>
                  <a:lnTo>
                    <a:pt x="24364" y="34466"/>
                  </a:lnTo>
                  <a:lnTo>
                    <a:pt x="22465" y="33970"/>
                  </a:lnTo>
                  <a:lnTo>
                    <a:pt x="18881" y="33036"/>
                  </a:lnTo>
                  <a:lnTo>
                    <a:pt x="18707" y="32991"/>
                  </a:lnTo>
                  <a:lnTo>
                    <a:pt x="13352" y="31600"/>
                  </a:lnTo>
                  <a:lnTo>
                    <a:pt x="13089" y="31532"/>
                  </a:lnTo>
                  <a:lnTo>
                    <a:pt x="11911" y="31226"/>
                  </a:lnTo>
                  <a:lnTo>
                    <a:pt x="11756" y="31186"/>
                  </a:lnTo>
                  <a:lnTo>
                    <a:pt x="5002" y="29432"/>
                  </a:lnTo>
                  <a:lnTo>
                    <a:pt x="1820" y="28543"/>
                  </a:lnTo>
                  <a:lnTo>
                    <a:pt x="0" y="27903"/>
                  </a:lnTo>
                  <a:lnTo>
                    <a:pt x="411" y="27532"/>
                  </a:lnTo>
                  <a:lnTo>
                    <a:pt x="6552" y="21988"/>
                  </a:lnTo>
                  <a:lnTo>
                    <a:pt x="8139" y="20555"/>
                  </a:lnTo>
                  <a:lnTo>
                    <a:pt x="12670" y="16465"/>
                  </a:lnTo>
                  <a:lnTo>
                    <a:pt x="13222" y="15967"/>
                  </a:lnTo>
                  <a:lnTo>
                    <a:pt x="17095" y="12471"/>
                  </a:lnTo>
                  <a:lnTo>
                    <a:pt x="18825" y="10909"/>
                  </a:lnTo>
                  <a:lnTo>
                    <a:pt x="28608" y="2078"/>
                  </a:lnTo>
                  <a:lnTo>
                    <a:pt x="29260" y="1489"/>
                  </a:lnTo>
                  <a:lnTo>
                    <a:pt x="29942" y="874"/>
                  </a:lnTo>
                  <a:lnTo>
                    <a:pt x="30578" y="300"/>
                  </a:lnTo>
                  <a:lnTo>
                    <a:pt x="30967" y="0"/>
                  </a:lnTo>
                  <a:lnTo>
                    <a:pt x="32465" y="221"/>
                  </a:lnTo>
                  <a:lnTo>
                    <a:pt x="36535" y="825"/>
                  </a:lnTo>
                  <a:lnTo>
                    <a:pt x="36937" y="870"/>
                  </a:lnTo>
                  <a:lnTo>
                    <a:pt x="45280" y="1813"/>
                  </a:lnTo>
                  <a:lnTo>
                    <a:pt x="47009" y="1967"/>
                  </a:lnTo>
                  <a:lnTo>
                    <a:pt x="51267" y="2345"/>
                  </a:lnTo>
                  <a:lnTo>
                    <a:pt x="57144" y="2868"/>
                  </a:lnTo>
                  <a:lnTo>
                    <a:pt x="60360" y="3154"/>
                  </a:lnTo>
                  <a:lnTo>
                    <a:pt x="64642" y="3578"/>
                  </a:lnTo>
                  <a:lnTo>
                    <a:pt x="66687" y="3780"/>
                  </a:lnTo>
                  <a:lnTo>
                    <a:pt x="69098" y="4019"/>
                  </a:lnTo>
                  <a:lnTo>
                    <a:pt x="70234" y="4131"/>
                  </a:lnTo>
                  <a:lnTo>
                    <a:pt x="74822" y="4585"/>
                  </a:lnTo>
                  <a:lnTo>
                    <a:pt x="75792" y="4684"/>
                  </a:lnTo>
                  <a:lnTo>
                    <a:pt x="80571" y="5170"/>
                  </a:lnTo>
                  <a:lnTo>
                    <a:pt x="86321" y="5754"/>
                  </a:lnTo>
                  <a:lnTo>
                    <a:pt x="88088" y="5934"/>
                  </a:lnTo>
                  <a:lnTo>
                    <a:pt x="92248" y="6357"/>
                  </a:lnTo>
                  <a:lnTo>
                    <a:pt x="93162" y="6450"/>
                  </a:lnTo>
                  <a:lnTo>
                    <a:pt x="93789" y="6506"/>
                  </a:lnTo>
                  <a:lnTo>
                    <a:pt x="95458" y="6655"/>
                  </a:lnTo>
                  <a:lnTo>
                    <a:pt x="95617" y="6669"/>
                  </a:lnTo>
                  <a:lnTo>
                    <a:pt x="97864" y="6869"/>
                  </a:lnTo>
                  <a:lnTo>
                    <a:pt x="98917" y="6963"/>
                  </a:lnTo>
                  <a:lnTo>
                    <a:pt x="105153" y="7533"/>
                  </a:lnTo>
                  <a:lnTo>
                    <a:pt x="106582" y="7663"/>
                  </a:lnTo>
                  <a:lnTo>
                    <a:pt x="106797" y="7683"/>
                  </a:lnTo>
                  <a:lnTo>
                    <a:pt x="108921" y="7877"/>
                  </a:lnTo>
                  <a:lnTo>
                    <a:pt x="111006" y="8067"/>
                  </a:lnTo>
                  <a:lnTo>
                    <a:pt x="112578" y="8210"/>
                  </a:lnTo>
                  <a:lnTo>
                    <a:pt x="112777" y="8231"/>
                  </a:lnTo>
                  <a:lnTo>
                    <a:pt x="118193" y="8784"/>
                  </a:lnTo>
                  <a:lnTo>
                    <a:pt x="118363" y="8801"/>
                  </a:lnTo>
                  <a:lnTo>
                    <a:pt x="118611" y="8831"/>
                  </a:lnTo>
                  <a:lnTo>
                    <a:pt x="123323" y="9246"/>
                  </a:lnTo>
                  <a:lnTo>
                    <a:pt x="124246" y="9327"/>
                  </a:lnTo>
                  <a:lnTo>
                    <a:pt x="124510" y="9354"/>
                  </a:lnTo>
                  <a:lnTo>
                    <a:pt x="130846" y="10000"/>
                  </a:lnTo>
                  <a:lnTo>
                    <a:pt x="131799" y="10097"/>
                  </a:lnTo>
                  <a:lnTo>
                    <a:pt x="133144" y="10234"/>
                  </a:lnTo>
                  <a:lnTo>
                    <a:pt x="133603" y="10290"/>
                  </a:lnTo>
                  <a:lnTo>
                    <a:pt x="133442" y="10660"/>
                  </a:lnTo>
                  <a:lnTo>
                    <a:pt x="133226" y="11159"/>
                  </a:lnTo>
                  <a:lnTo>
                    <a:pt x="132898" y="11916"/>
                  </a:lnTo>
                  <a:lnTo>
                    <a:pt x="132611" y="12577"/>
                  </a:lnTo>
                  <a:lnTo>
                    <a:pt x="132383" y="13104"/>
                  </a:lnTo>
                  <a:lnTo>
                    <a:pt x="131193" y="15850"/>
                  </a:lnTo>
                  <a:lnTo>
                    <a:pt x="130898" y="16531"/>
                  </a:lnTo>
                  <a:lnTo>
                    <a:pt x="130191" y="18175"/>
                  </a:lnTo>
                  <a:lnTo>
                    <a:pt x="130041" y="18525"/>
                  </a:lnTo>
                  <a:lnTo>
                    <a:pt x="129914" y="18822"/>
                  </a:lnTo>
                  <a:lnTo>
                    <a:pt x="128973" y="20915"/>
                  </a:lnTo>
                  <a:lnTo>
                    <a:pt x="128572" y="21810"/>
                  </a:lnTo>
                  <a:lnTo>
                    <a:pt x="127646" y="23906"/>
                  </a:lnTo>
                  <a:lnTo>
                    <a:pt x="126121" y="27359"/>
                  </a:lnTo>
                  <a:lnTo>
                    <a:pt x="125978" y="27684"/>
                  </a:lnTo>
                  <a:lnTo>
                    <a:pt x="125639" y="28717"/>
                  </a:lnTo>
                  <a:lnTo>
                    <a:pt x="125433" y="29348"/>
                  </a:lnTo>
                  <a:lnTo>
                    <a:pt x="125226" y="30095"/>
                  </a:lnTo>
                  <a:lnTo>
                    <a:pt x="125460" y="30115"/>
                  </a:lnTo>
                  <a:lnTo>
                    <a:pt x="126357" y="30190"/>
                  </a:lnTo>
                  <a:lnTo>
                    <a:pt x="127217" y="30261"/>
                  </a:lnTo>
                  <a:lnTo>
                    <a:pt x="127955" y="30321"/>
                  </a:lnTo>
                  <a:lnTo>
                    <a:pt x="130901" y="30607"/>
                  </a:lnTo>
                  <a:lnTo>
                    <a:pt x="132169" y="30724"/>
                  </a:lnTo>
                  <a:lnTo>
                    <a:pt x="135907" y="31067"/>
                  </a:lnTo>
                  <a:lnTo>
                    <a:pt x="140102" y="31457"/>
                  </a:lnTo>
                  <a:lnTo>
                    <a:pt x="141036" y="31544"/>
                  </a:lnTo>
                  <a:lnTo>
                    <a:pt x="144778" y="31912"/>
                  </a:lnTo>
                  <a:lnTo>
                    <a:pt x="145583" y="31992"/>
                  </a:lnTo>
                  <a:lnTo>
                    <a:pt x="150071" y="32394"/>
                  </a:lnTo>
                  <a:lnTo>
                    <a:pt x="150809" y="32470"/>
                  </a:lnTo>
                  <a:lnTo>
                    <a:pt x="155023" y="32906"/>
                  </a:lnTo>
                  <a:lnTo>
                    <a:pt x="155940" y="33000"/>
                  </a:lnTo>
                  <a:lnTo>
                    <a:pt x="155950" y="33149"/>
                  </a:lnTo>
                  <a:lnTo>
                    <a:pt x="156238" y="34185"/>
                  </a:lnTo>
                  <a:lnTo>
                    <a:pt x="157239" y="37810"/>
                  </a:lnTo>
                  <a:lnTo>
                    <a:pt x="157449" y="38821"/>
                  </a:lnTo>
                  <a:lnTo>
                    <a:pt x="157481" y="38977"/>
                  </a:lnTo>
                  <a:lnTo>
                    <a:pt x="157569" y="39403"/>
                  </a:lnTo>
                  <a:lnTo>
                    <a:pt x="157651" y="39799"/>
                  </a:lnTo>
                  <a:lnTo>
                    <a:pt x="157847" y="40751"/>
                  </a:lnTo>
                  <a:lnTo>
                    <a:pt x="158372" y="43303"/>
                  </a:lnTo>
                  <a:lnTo>
                    <a:pt x="158598" y="44341"/>
                  </a:lnTo>
                  <a:lnTo>
                    <a:pt x="159069" y="46513"/>
                  </a:lnTo>
                  <a:lnTo>
                    <a:pt x="159386" y="47972"/>
                  </a:lnTo>
                  <a:lnTo>
                    <a:pt x="159732" y="49563"/>
                  </a:lnTo>
                  <a:lnTo>
                    <a:pt x="159880" y="50306"/>
                  </a:lnTo>
                  <a:lnTo>
                    <a:pt x="161048" y="55176"/>
                  </a:lnTo>
                  <a:lnTo>
                    <a:pt x="161356" y="56237"/>
                  </a:lnTo>
                  <a:lnTo>
                    <a:pt x="161526" y="56821"/>
                  </a:lnTo>
                  <a:lnTo>
                    <a:pt x="162194" y="58945"/>
                  </a:lnTo>
                  <a:lnTo>
                    <a:pt x="162514" y="60181"/>
                  </a:lnTo>
                  <a:lnTo>
                    <a:pt x="162742" y="61062"/>
                  </a:lnTo>
                  <a:lnTo>
                    <a:pt x="163106" y="64211"/>
                  </a:lnTo>
                  <a:lnTo>
                    <a:pt x="163100" y="66263"/>
                  </a:lnTo>
                  <a:lnTo>
                    <a:pt x="162885" y="6867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7" name="pg476"/>
            <p:cNvSpPr/>
            <p:nvPr/>
          </p:nvSpPr>
          <p:spPr>
            <a:xfrm>
              <a:off x="2595402" y="2809222"/>
              <a:ext cx="128866" cy="102826"/>
            </a:xfrm>
            <a:custGeom>
              <a:avLst/>
              <a:pathLst>
                <a:path w="128866" h="102826">
                  <a:moveTo>
                    <a:pt x="29016" y="97444"/>
                  </a:moveTo>
                  <a:lnTo>
                    <a:pt x="24248" y="101509"/>
                  </a:lnTo>
                  <a:lnTo>
                    <a:pt x="22883" y="102673"/>
                  </a:lnTo>
                  <a:lnTo>
                    <a:pt x="22703" y="102826"/>
                  </a:lnTo>
                  <a:lnTo>
                    <a:pt x="22036" y="102740"/>
                  </a:lnTo>
                  <a:lnTo>
                    <a:pt x="21705" y="102698"/>
                  </a:lnTo>
                  <a:lnTo>
                    <a:pt x="20825" y="102401"/>
                  </a:lnTo>
                  <a:lnTo>
                    <a:pt x="20288" y="102220"/>
                  </a:lnTo>
                  <a:lnTo>
                    <a:pt x="16844" y="101058"/>
                  </a:lnTo>
                  <a:lnTo>
                    <a:pt x="15741" y="101009"/>
                  </a:lnTo>
                  <a:lnTo>
                    <a:pt x="14616" y="100960"/>
                  </a:lnTo>
                  <a:lnTo>
                    <a:pt x="13445" y="100909"/>
                  </a:lnTo>
                  <a:lnTo>
                    <a:pt x="12984" y="100993"/>
                  </a:lnTo>
                  <a:lnTo>
                    <a:pt x="7741" y="101954"/>
                  </a:lnTo>
                  <a:lnTo>
                    <a:pt x="7157" y="102061"/>
                  </a:lnTo>
                  <a:lnTo>
                    <a:pt x="5869" y="102296"/>
                  </a:lnTo>
                  <a:lnTo>
                    <a:pt x="4859" y="102482"/>
                  </a:lnTo>
                  <a:lnTo>
                    <a:pt x="4378" y="102570"/>
                  </a:lnTo>
                  <a:lnTo>
                    <a:pt x="4208" y="102601"/>
                  </a:lnTo>
                  <a:lnTo>
                    <a:pt x="3728" y="102595"/>
                  </a:lnTo>
                  <a:lnTo>
                    <a:pt x="3280" y="102590"/>
                  </a:lnTo>
                  <a:lnTo>
                    <a:pt x="2528" y="102582"/>
                  </a:lnTo>
                  <a:lnTo>
                    <a:pt x="0" y="102306"/>
                  </a:lnTo>
                  <a:lnTo>
                    <a:pt x="713" y="100039"/>
                  </a:lnTo>
                  <a:lnTo>
                    <a:pt x="785" y="99772"/>
                  </a:lnTo>
                  <a:lnTo>
                    <a:pt x="2413" y="93760"/>
                  </a:lnTo>
                  <a:lnTo>
                    <a:pt x="3631" y="90804"/>
                  </a:lnTo>
                  <a:lnTo>
                    <a:pt x="4616" y="89408"/>
                  </a:lnTo>
                  <a:lnTo>
                    <a:pt x="5106" y="88714"/>
                  </a:lnTo>
                  <a:lnTo>
                    <a:pt x="5227" y="88541"/>
                  </a:lnTo>
                  <a:lnTo>
                    <a:pt x="5901" y="87586"/>
                  </a:lnTo>
                  <a:lnTo>
                    <a:pt x="6025" y="87368"/>
                  </a:lnTo>
                  <a:lnTo>
                    <a:pt x="8264" y="83412"/>
                  </a:lnTo>
                  <a:lnTo>
                    <a:pt x="8672" y="82766"/>
                  </a:lnTo>
                  <a:lnTo>
                    <a:pt x="10701" y="79557"/>
                  </a:lnTo>
                  <a:lnTo>
                    <a:pt x="11299" y="78611"/>
                  </a:lnTo>
                  <a:lnTo>
                    <a:pt x="11737" y="77936"/>
                  </a:lnTo>
                  <a:lnTo>
                    <a:pt x="14459" y="73740"/>
                  </a:lnTo>
                  <a:lnTo>
                    <a:pt x="14551" y="73598"/>
                  </a:lnTo>
                  <a:lnTo>
                    <a:pt x="15131" y="72703"/>
                  </a:lnTo>
                  <a:lnTo>
                    <a:pt x="15312" y="72425"/>
                  </a:lnTo>
                  <a:lnTo>
                    <a:pt x="16535" y="70540"/>
                  </a:lnTo>
                  <a:lnTo>
                    <a:pt x="17951" y="68224"/>
                  </a:lnTo>
                  <a:lnTo>
                    <a:pt x="18120" y="67949"/>
                  </a:lnTo>
                  <a:lnTo>
                    <a:pt x="20984" y="63266"/>
                  </a:lnTo>
                  <a:lnTo>
                    <a:pt x="21240" y="62847"/>
                  </a:lnTo>
                  <a:lnTo>
                    <a:pt x="23184" y="59641"/>
                  </a:lnTo>
                  <a:lnTo>
                    <a:pt x="24940" y="56744"/>
                  </a:lnTo>
                  <a:lnTo>
                    <a:pt x="27469" y="52572"/>
                  </a:lnTo>
                  <a:lnTo>
                    <a:pt x="27828" y="51942"/>
                  </a:lnTo>
                  <a:lnTo>
                    <a:pt x="27905" y="51807"/>
                  </a:lnTo>
                  <a:lnTo>
                    <a:pt x="30141" y="47878"/>
                  </a:lnTo>
                  <a:lnTo>
                    <a:pt x="30777" y="46760"/>
                  </a:lnTo>
                  <a:lnTo>
                    <a:pt x="33940" y="43310"/>
                  </a:lnTo>
                  <a:lnTo>
                    <a:pt x="38703" y="40322"/>
                  </a:lnTo>
                  <a:lnTo>
                    <a:pt x="41713" y="38434"/>
                  </a:lnTo>
                  <a:lnTo>
                    <a:pt x="42061" y="37997"/>
                  </a:lnTo>
                  <a:lnTo>
                    <a:pt x="44070" y="35481"/>
                  </a:lnTo>
                  <a:lnTo>
                    <a:pt x="44689" y="31751"/>
                  </a:lnTo>
                  <a:lnTo>
                    <a:pt x="45603" y="26244"/>
                  </a:lnTo>
                  <a:lnTo>
                    <a:pt x="45637" y="26044"/>
                  </a:lnTo>
                  <a:lnTo>
                    <a:pt x="46357" y="21803"/>
                  </a:lnTo>
                  <a:lnTo>
                    <a:pt x="46545" y="20698"/>
                  </a:lnTo>
                  <a:lnTo>
                    <a:pt x="47089" y="17490"/>
                  </a:lnTo>
                  <a:lnTo>
                    <a:pt x="47819" y="12814"/>
                  </a:lnTo>
                  <a:lnTo>
                    <a:pt x="48319" y="8316"/>
                  </a:lnTo>
                  <a:lnTo>
                    <a:pt x="48400" y="7585"/>
                  </a:lnTo>
                  <a:lnTo>
                    <a:pt x="48453" y="7110"/>
                  </a:lnTo>
                  <a:lnTo>
                    <a:pt x="48492" y="6758"/>
                  </a:lnTo>
                  <a:lnTo>
                    <a:pt x="48845" y="3235"/>
                  </a:lnTo>
                  <a:lnTo>
                    <a:pt x="48999" y="1698"/>
                  </a:lnTo>
                  <a:lnTo>
                    <a:pt x="49078" y="911"/>
                  </a:lnTo>
                  <a:lnTo>
                    <a:pt x="49108" y="617"/>
                  </a:lnTo>
                  <a:lnTo>
                    <a:pt x="49243" y="0"/>
                  </a:lnTo>
                  <a:lnTo>
                    <a:pt x="49710" y="102"/>
                  </a:lnTo>
                  <a:lnTo>
                    <a:pt x="50429" y="260"/>
                  </a:lnTo>
                  <a:lnTo>
                    <a:pt x="51129" y="414"/>
                  </a:lnTo>
                  <a:lnTo>
                    <a:pt x="51913" y="586"/>
                  </a:lnTo>
                  <a:lnTo>
                    <a:pt x="52158" y="640"/>
                  </a:lnTo>
                  <a:lnTo>
                    <a:pt x="53137" y="855"/>
                  </a:lnTo>
                  <a:lnTo>
                    <a:pt x="53342" y="874"/>
                  </a:lnTo>
                  <a:lnTo>
                    <a:pt x="57653" y="1278"/>
                  </a:lnTo>
                  <a:lnTo>
                    <a:pt x="57885" y="1299"/>
                  </a:lnTo>
                  <a:lnTo>
                    <a:pt x="59210" y="1379"/>
                  </a:lnTo>
                  <a:lnTo>
                    <a:pt x="59359" y="1388"/>
                  </a:lnTo>
                  <a:lnTo>
                    <a:pt x="63479" y="1635"/>
                  </a:lnTo>
                  <a:lnTo>
                    <a:pt x="63763" y="1652"/>
                  </a:lnTo>
                  <a:lnTo>
                    <a:pt x="64983" y="1726"/>
                  </a:lnTo>
                  <a:lnTo>
                    <a:pt x="65332" y="1747"/>
                  </a:lnTo>
                  <a:lnTo>
                    <a:pt x="69097" y="1975"/>
                  </a:lnTo>
                  <a:lnTo>
                    <a:pt x="69350" y="1990"/>
                  </a:lnTo>
                  <a:lnTo>
                    <a:pt x="70435" y="2056"/>
                  </a:lnTo>
                  <a:lnTo>
                    <a:pt x="74832" y="2323"/>
                  </a:lnTo>
                  <a:lnTo>
                    <a:pt x="75744" y="2408"/>
                  </a:lnTo>
                  <a:lnTo>
                    <a:pt x="75964" y="2429"/>
                  </a:lnTo>
                  <a:lnTo>
                    <a:pt x="76403" y="2470"/>
                  </a:lnTo>
                  <a:lnTo>
                    <a:pt x="81946" y="2990"/>
                  </a:lnTo>
                  <a:lnTo>
                    <a:pt x="82496" y="3041"/>
                  </a:lnTo>
                  <a:lnTo>
                    <a:pt x="84799" y="3257"/>
                  </a:lnTo>
                  <a:lnTo>
                    <a:pt x="85067" y="3282"/>
                  </a:lnTo>
                  <a:lnTo>
                    <a:pt x="91315" y="3901"/>
                  </a:lnTo>
                  <a:lnTo>
                    <a:pt x="91545" y="3927"/>
                  </a:lnTo>
                  <a:lnTo>
                    <a:pt x="93791" y="4175"/>
                  </a:lnTo>
                  <a:lnTo>
                    <a:pt x="94053" y="4204"/>
                  </a:lnTo>
                  <a:lnTo>
                    <a:pt x="95665" y="4381"/>
                  </a:lnTo>
                  <a:lnTo>
                    <a:pt x="100977" y="4968"/>
                  </a:lnTo>
                  <a:lnTo>
                    <a:pt x="103003" y="5191"/>
                  </a:lnTo>
                  <a:lnTo>
                    <a:pt x="103252" y="5219"/>
                  </a:lnTo>
                  <a:lnTo>
                    <a:pt x="110675" y="6038"/>
                  </a:lnTo>
                  <a:lnTo>
                    <a:pt x="111440" y="6122"/>
                  </a:lnTo>
                  <a:lnTo>
                    <a:pt x="114647" y="6476"/>
                  </a:lnTo>
                  <a:lnTo>
                    <a:pt x="114832" y="6497"/>
                  </a:lnTo>
                  <a:lnTo>
                    <a:pt x="114959" y="6511"/>
                  </a:lnTo>
                  <a:lnTo>
                    <a:pt x="115990" y="6624"/>
                  </a:lnTo>
                  <a:lnTo>
                    <a:pt x="117505" y="6792"/>
                  </a:lnTo>
                  <a:lnTo>
                    <a:pt x="119412" y="7059"/>
                  </a:lnTo>
                  <a:lnTo>
                    <a:pt x="121347" y="7331"/>
                  </a:lnTo>
                  <a:lnTo>
                    <a:pt x="122325" y="7469"/>
                  </a:lnTo>
                  <a:lnTo>
                    <a:pt x="128480" y="8334"/>
                  </a:lnTo>
                  <a:lnTo>
                    <a:pt x="128866" y="8414"/>
                  </a:lnTo>
                  <a:lnTo>
                    <a:pt x="128551" y="8698"/>
                  </a:lnTo>
                  <a:lnTo>
                    <a:pt x="127915" y="9272"/>
                  </a:lnTo>
                  <a:lnTo>
                    <a:pt x="127234" y="9888"/>
                  </a:lnTo>
                  <a:lnTo>
                    <a:pt x="126581" y="10476"/>
                  </a:lnTo>
                  <a:lnTo>
                    <a:pt x="116798" y="19308"/>
                  </a:lnTo>
                  <a:lnTo>
                    <a:pt x="114985" y="20944"/>
                  </a:lnTo>
                  <a:lnTo>
                    <a:pt x="111195" y="24366"/>
                  </a:lnTo>
                  <a:lnTo>
                    <a:pt x="110643" y="24864"/>
                  </a:lnTo>
                  <a:lnTo>
                    <a:pt x="106112" y="28954"/>
                  </a:lnTo>
                  <a:lnTo>
                    <a:pt x="104526" y="30386"/>
                  </a:lnTo>
                  <a:lnTo>
                    <a:pt x="98377" y="35937"/>
                  </a:lnTo>
                  <a:lnTo>
                    <a:pt x="97861" y="36402"/>
                  </a:lnTo>
                  <a:lnTo>
                    <a:pt x="95327" y="38679"/>
                  </a:lnTo>
                  <a:lnTo>
                    <a:pt x="94870" y="39089"/>
                  </a:lnTo>
                  <a:lnTo>
                    <a:pt x="94445" y="39471"/>
                  </a:lnTo>
                  <a:lnTo>
                    <a:pt x="90616" y="42911"/>
                  </a:lnTo>
                  <a:lnTo>
                    <a:pt x="86406" y="46694"/>
                  </a:lnTo>
                  <a:lnTo>
                    <a:pt x="86192" y="46886"/>
                  </a:lnTo>
                  <a:lnTo>
                    <a:pt x="81045" y="51511"/>
                  </a:lnTo>
                  <a:lnTo>
                    <a:pt x="78805" y="53539"/>
                  </a:lnTo>
                  <a:lnTo>
                    <a:pt x="77181" y="55009"/>
                  </a:lnTo>
                  <a:lnTo>
                    <a:pt x="69852" y="61647"/>
                  </a:lnTo>
                  <a:lnTo>
                    <a:pt x="69602" y="61873"/>
                  </a:lnTo>
                  <a:lnTo>
                    <a:pt x="65671" y="65401"/>
                  </a:lnTo>
                  <a:lnTo>
                    <a:pt x="57599" y="72646"/>
                  </a:lnTo>
                  <a:lnTo>
                    <a:pt x="54771" y="75161"/>
                  </a:lnTo>
                  <a:lnTo>
                    <a:pt x="50531" y="78931"/>
                  </a:lnTo>
                  <a:lnTo>
                    <a:pt x="46965" y="82102"/>
                  </a:lnTo>
                  <a:lnTo>
                    <a:pt x="46108" y="82864"/>
                  </a:lnTo>
                  <a:lnTo>
                    <a:pt x="45485" y="83418"/>
                  </a:lnTo>
                  <a:lnTo>
                    <a:pt x="43360" y="85228"/>
                  </a:lnTo>
                  <a:lnTo>
                    <a:pt x="36650" y="90941"/>
                  </a:lnTo>
                  <a:lnTo>
                    <a:pt x="32187" y="94742"/>
                  </a:lnTo>
                  <a:lnTo>
                    <a:pt x="30999" y="9575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8" name="pg477"/>
            <p:cNvSpPr/>
            <p:nvPr/>
          </p:nvSpPr>
          <p:spPr>
            <a:xfrm>
              <a:off x="2555163" y="2790986"/>
              <a:ext cx="89317" cy="120541"/>
            </a:xfrm>
            <a:custGeom>
              <a:avLst/>
              <a:pathLst>
                <a:path w="89317" h="120541">
                  <a:moveTo>
                    <a:pt x="67709" y="70808"/>
                  </a:moveTo>
                  <a:lnTo>
                    <a:pt x="65180" y="74979"/>
                  </a:lnTo>
                  <a:lnTo>
                    <a:pt x="63423" y="77877"/>
                  </a:lnTo>
                  <a:lnTo>
                    <a:pt x="61404" y="81205"/>
                  </a:lnTo>
                  <a:lnTo>
                    <a:pt x="61223" y="81502"/>
                  </a:lnTo>
                  <a:lnTo>
                    <a:pt x="58359" y="86184"/>
                  </a:lnTo>
                  <a:lnTo>
                    <a:pt x="58190" y="86459"/>
                  </a:lnTo>
                  <a:lnTo>
                    <a:pt x="56774" y="88775"/>
                  </a:lnTo>
                  <a:lnTo>
                    <a:pt x="55551" y="90660"/>
                  </a:lnTo>
                  <a:lnTo>
                    <a:pt x="55370" y="90939"/>
                  </a:lnTo>
                  <a:lnTo>
                    <a:pt x="54790" y="91834"/>
                  </a:lnTo>
                  <a:lnTo>
                    <a:pt x="54698" y="91976"/>
                  </a:lnTo>
                  <a:lnTo>
                    <a:pt x="51976" y="96171"/>
                  </a:lnTo>
                  <a:lnTo>
                    <a:pt x="51535" y="96851"/>
                  </a:lnTo>
                  <a:lnTo>
                    <a:pt x="50940" y="97793"/>
                  </a:lnTo>
                  <a:lnTo>
                    <a:pt x="48911" y="101002"/>
                  </a:lnTo>
                  <a:lnTo>
                    <a:pt x="48438" y="101762"/>
                  </a:lnTo>
                  <a:lnTo>
                    <a:pt x="46264" y="105604"/>
                  </a:lnTo>
                  <a:lnTo>
                    <a:pt x="46140" y="105822"/>
                  </a:lnTo>
                  <a:lnTo>
                    <a:pt x="45467" y="106777"/>
                  </a:lnTo>
                  <a:lnTo>
                    <a:pt x="45345" y="106949"/>
                  </a:lnTo>
                  <a:lnTo>
                    <a:pt x="44855" y="107644"/>
                  </a:lnTo>
                  <a:lnTo>
                    <a:pt x="43870" y="109040"/>
                  </a:lnTo>
                  <a:lnTo>
                    <a:pt x="42652" y="111995"/>
                  </a:lnTo>
                  <a:lnTo>
                    <a:pt x="41024" y="118008"/>
                  </a:lnTo>
                  <a:lnTo>
                    <a:pt x="40952" y="118275"/>
                  </a:lnTo>
                  <a:lnTo>
                    <a:pt x="40239" y="120541"/>
                  </a:lnTo>
                  <a:lnTo>
                    <a:pt x="39587" y="120470"/>
                  </a:lnTo>
                  <a:lnTo>
                    <a:pt x="36126" y="120092"/>
                  </a:lnTo>
                  <a:lnTo>
                    <a:pt x="31581" y="119494"/>
                  </a:lnTo>
                  <a:lnTo>
                    <a:pt x="29117" y="119169"/>
                  </a:lnTo>
                  <a:lnTo>
                    <a:pt x="26768" y="118859"/>
                  </a:lnTo>
                  <a:lnTo>
                    <a:pt x="26445" y="118816"/>
                  </a:lnTo>
                  <a:lnTo>
                    <a:pt x="22643" y="118301"/>
                  </a:lnTo>
                  <a:lnTo>
                    <a:pt x="16415" y="117439"/>
                  </a:lnTo>
                  <a:lnTo>
                    <a:pt x="11948" y="116822"/>
                  </a:lnTo>
                  <a:lnTo>
                    <a:pt x="11713" y="116789"/>
                  </a:lnTo>
                  <a:lnTo>
                    <a:pt x="12600" y="112858"/>
                  </a:lnTo>
                  <a:lnTo>
                    <a:pt x="13855" y="107294"/>
                  </a:lnTo>
                  <a:lnTo>
                    <a:pt x="13982" y="106732"/>
                  </a:lnTo>
                  <a:lnTo>
                    <a:pt x="14161" y="105941"/>
                  </a:lnTo>
                  <a:lnTo>
                    <a:pt x="15113" y="100906"/>
                  </a:lnTo>
                  <a:lnTo>
                    <a:pt x="16690" y="97482"/>
                  </a:lnTo>
                  <a:lnTo>
                    <a:pt x="18095" y="94656"/>
                  </a:lnTo>
                  <a:lnTo>
                    <a:pt x="22224" y="87325"/>
                  </a:lnTo>
                  <a:lnTo>
                    <a:pt x="28797" y="75686"/>
                  </a:lnTo>
                  <a:lnTo>
                    <a:pt x="28976" y="75369"/>
                  </a:lnTo>
                  <a:lnTo>
                    <a:pt x="23564" y="74372"/>
                  </a:lnTo>
                  <a:lnTo>
                    <a:pt x="22995" y="74267"/>
                  </a:lnTo>
                  <a:lnTo>
                    <a:pt x="18596" y="73456"/>
                  </a:lnTo>
                  <a:lnTo>
                    <a:pt x="16325" y="73037"/>
                  </a:lnTo>
                  <a:lnTo>
                    <a:pt x="14795" y="72756"/>
                  </a:lnTo>
                  <a:lnTo>
                    <a:pt x="13620" y="74845"/>
                  </a:lnTo>
                  <a:lnTo>
                    <a:pt x="0" y="68988"/>
                  </a:lnTo>
                  <a:lnTo>
                    <a:pt x="176" y="68611"/>
                  </a:lnTo>
                  <a:lnTo>
                    <a:pt x="1584" y="63521"/>
                  </a:lnTo>
                  <a:lnTo>
                    <a:pt x="1701" y="63100"/>
                  </a:lnTo>
                  <a:lnTo>
                    <a:pt x="2194" y="61528"/>
                  </a:lnTo>
                  <a:lnTo>
                    <a:pt x="5054" y="51573"/>
                  </a:lnTo>
                  <a:lnTo>
                    <a:pt x="6273" y="47332"/>
                  </a:lnTo>
                  <a:lnTo>
                    <a:pt x="6511" y="46529"/>
                  </a:lnTo>
                  <a:lnTo>
                    <a:pt x="8214" y="41548"/>
                  </a:lnTo>
                  <a:lnTo>
                    <a:pt x="8633" y="40322"/>
                  </a:lnTo>
                  <a:lnTo>
                    <a:pt x="8796" y="39845"/>
                  </a:lnTo>
                  <a:lnTo>
                    <a:pt x="8659" y="39746"/>
                  </a:lnTo>
                  <a:lnTo>
                    <a:pt x="8442" y="39588"/>
                  </a:lnTo>
                  <a:lnTo>
                    <a:pt x="6849" y="38423"/>
                  </a:lnTo>
                  <a:lnTo>
                    <a:pt x="3098" y="35681"/>
                  </a:lnTo>
                  <a:lnTo>
                    <a:pt x="2268" y="35004"/>
                  </a:lnTo>
                  <a:lnTo>
                    <a:pt x="2485" y="34597"/>
                  </a:lnTo>
                  <a:lnTo>
                    <a:pt x="6795" y="26544"/>
                  </a:lnTo>
                  <a:lnTo>
                    <a:pt x="8906" y="22598"/>
                  </a:lnTo>
                  <a:lnTo>
                    <a:pt x="10398" y="19811"/>
                  </a:lnTo>
                  <a:lnTo>
                    <a:pt x="10581" y="19469"/>
                  </a:lnTo>
                  <a:lnTo>
                    <a:pt x="11256" y="18235"/>
                  </a:lnTo>
                  <a:lnTo>
                    <a:pt x="14752" y="11839"/>
                  </a:lnTo>
                  <a:lnTo>
                    <a:pt x="19808" y="3331"/>
                  </a:lnTo>
                  <a:lnTo>
                    <a:pt x="20620" y="1963"/>
                  </a:lnTo>
                  <a:lnTo>
                    <a:pt x="22207" y="510"/>
                  </a:lnTo>
                  <a:lnTo>
                    <a:pt x="22765" y="0"/>
                  </a:lnTo>
                  <a:lnTo>
                    <a:pt x="29090" y="4126"/>
                  </a:lnTo>
                  <a:lnTo>
                    <a:pt x="30012" y="4658"/>
                  </a:lnTo>
                  <a:lnTo>
                    <a:pt x="33977" y="6944"/>
                  </a:lnTo>
                  <a:lnTo>
                    <a:pt x="42985" y="11826"/>
                  </a:lnTo>
                  <a:lnTo>
                    <a:pt x="43353" y="12025"/>
                  </a:lnTo>
                  <a:lnTo>
                    <a:pt x="48148" y="13743"/>
                  </a:lnTo>
                  <a:lnTo>
                    <a:pt x="53563" y="14888"/>
                  </a:lnTo>
                  <a:lnTo>
                    <a:pt x="62803" y="16093"/>
                  </a:lnTo>
                  <a:lnTo>
                    <a:pt x="64193" y="16275"/>
                  </a:lnTo>
                  <a:lnTo>
                    <a:pt x="65157" y="16400"/>
                  </a:lnTo>
                  <a:lnTo>
                    <a:pt x="67505" y="16621"/>
                  </a:lnTo>
                  <a:lnTo>
                    <a:pt x="72275" y="17068"/>
                  </a:lnTo>
                  <a:lnTo>
                    <a:pt x="81472" y="18206"/>
                  </a:lnTo>
                  <a:lnTo>
                    <a:pt x="84831" y="18622"/>
                  </a:lnTo>
                  <a:lnTo>
                    <a:pt x="85692" y="18729"/>
                  </a:lnTo>
                  <a:lnTo>
                    <a:pt x="89317" y="19152"/>
                  </a:lnTo>
                  <a:lnTo>
                    <a:pt x="89239" y="19934"/>
                  </a:lnTo>
                  <a:lnTo>
                    <a:pt x="89084" y="21471"/>
                  </a:lnTo>
                  <a:lnTo>
                    <a:pt x="88731" y="24994"/>
                  </a:lnTo>
                  <a:lnTo>
                    <a:pt x="88692" y="25346"/>
                  </a:lnTo>
                  <a:lnTo>
                    <a:pt x="88635" y="25855"/>
                  </a:lnTo>
                  <a:lnTo>
                    <a:pt x="88558" y="26551"/>
                  </a:lnTo>
                  <a:lnTo>
                    <a:pt x="88058" y="31050"/>
                  </a:lnTo>
                  <a:lnTo>
                    <a:pt x="87328" y="35726"/>
                  </a:lnTo>
                  <a:lnTo>
                    <a:pt x="86784" y="38934"/>
                  </a:lnTo>
                  <a:lnTo>
                    <a:pt x="86596" y="40038"/>
                  </a:lnTo>
                  <a:lnTo>
                    <a:pt x="85876" y="44280"/>
                  </a:lnTo>
                  <a:lnTo>
                    <a:pt x="85835" y="44523"/>
                  </a:lnTo>
                  <a:lnTo>
                    <a:pt x="84928" y="49986"/>
                  </a:lnTo>
                  <a:lnTo>
                    <a:pt x="84309" y="53716"/>
                  </a:lnTo>
                  <a:lnTo>
                    <a:pt x="82194" y="56366"/>
                  </a:lnTo>
                  <a:lnTo>
                    <a:pt x="81952" y="56669"/>
                  </a:lnTo>
                  <a:lnTo>
                    <a:pt x="78942" y="58558"/>
                  </a:lnTo>
                  <a:lnTo>
                    <a:pt x="74179" y="61546"/>
                  </a:lnTo>
                  <a:lnTo>
                    <a:pt x="71016" y="64996"/>
                  </a:lnTo>
                  <a:lnTo>
                    <a:pt x="70380" y="66113"/>
                  </a:lnTo>
                  <a:lnTo>
                    <a:pt x="68144" y="70042"/>
                  </a:lnTo>
                  <a:lnTo>
                    <a:pt x="68067" y="7017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79" name="pg478"/>
            <p:cNvSpPr/>
            <p:nvPr/>
          </p:nvSpPr>
          <p:spPr>
            <a:xfrm>
              <a:off x="2661109" y="2845624"/>
              <a:ext cx="99001" cy="80310"/>
            </a:xfrm>
            <a:custGeom>
              <a:avLst/>
              <a:pathLst>
                <a:path w="99001" h="80310">
                  <a:moveTo>
                    <a:pt x="78990" y="52157"/>
                  </a:moveTo>
                  <a:lnTo>
                    <a:pt x="74124" y="60840"/>
                  </a:lnTo>
                  <a:lnTo>
                    <a:pt x="67349" y="72172"/>
                  </a:lnTo>
                  <a:lnTo>
                    <a:pt x="66669" y="73492"/>
                  </a:lnTo>
                  <a:lnTo>
                    <a:pt x="65906" y="74972"/>
                  </a:lnTo>
                  <a:lnTo>
                    <a:pt x="65336" y="77744"/>
                  </a:lnTo>
                  <a:lnTo>
                    <a:pt x="64877" y="80310"/>
                  </a:lnTo>
                  <a:lnTo>
                    <a:pt x="64093" y="80184"/>
                  </a:lnTo>
                  <a:lnTo>
                    <a:pt x="63659" y="80114"/>
                  </a:lnTo>
                  <a:lnTo>
                    <a:pt x="61093" y="79702"/>
                  </a:lnTo>
                  <a:lnTo>
                    <a:pt x="58946" y="79523"/>
                  </a:lnTo>
                  <a:lnTo>
                    <a:pt x="58690" y="79489"/>
                  </a:lnTo>
                  <a:lnTo>
                    <a:pt x="53846" y="78837"/>
                  </a:lnTo>
                  <a:lnTo>
                    <a:pt x="48926" y="78301"/>
                  </a:lnTo>
                  <a:lnTo>
                    <a:pt x="46749" y="78092"/>
                  </a:lnTo>
                  <a:lnTo>
                    <a:pt x="40845" y="77466"/>
                  </a:lnTo>
                  <a:lnTo>
                    <a:pt x="39414" y="77257"/>
                  </a:lnTo>
                  <a:lnTo>
                    <a:pt x="37535" y="77018"/>
                  </a:lnTo>
                  <a:lnTo>
                    <a:pt x="36849" y="76839"/>
                  </a:lnTo>
                  <a:lnTo>
                    <a:pt x="33804" y="76518"/>
                  </a:lnTo>
                  <a:lnTo>
                    <a:pt x="28106" y="75916"/>
                  </a:lnTo>
                  <a:lnTo>
                    <a:pt x="22238" y="74991"/>
                  </a:lnTo>
                  <a:lnTo>
                    <a:pt x="16274" y="74156"/>
                  </a:lnTo>
                  <a:lnTo>
                    <a:pt x="10250" y="73440"/>
                  </a:lnTo>
                  <a:lnTo>
                    <a:pt x="8703" y="73205"/>
                  </a:lnTo>
                  <a:lnTo>
                    <a:pt x="8818" y="72643"/>
                  </a:lnTo>
                  <a:lnTo>
                    <a:pt x="9396" y="69803"/>
                  </a:lnTo>
                  <a:lnTo>
                    <a:pt x="10747" y="57477"/>
                  </a:lnTo>
                  <a:lnTo>
                    <a:pt x="11178" y="54435"/>
                  </a:lnTo>
                  <a:lnTo>
                    <a:pt x="12093" y="51143"/>
                  </a:lnTo>
                  <a:lnTo>
                    <a:pt x="12550" y="50170"/>
                  </a:lnTo>
                  <a:lnTo>
                    <a:pt x="14536" y="51350"/>
                  </a:lnTo>
                  <a:lnTo>
                    <a:pt x="17834" y="52491"/>
                  </a:lnTo>
                  <a:lnTo>
                    <a:pt x="20667" y="52622"/>
                  </a:lnTo>
                  <a:lnTo>
                    <a:pt x="21514" y="46892"/>
                  </a:lnTo>
                  <a:lnTo>
                    <a:pt x="19205" y="46623"/>
                  </a:lnTo>
                  <a:lnTo>
                    <a:pt x="16289" y="45514"/>
                  </a:lnTo>
                  <a:lnTo>
                    <a:pt x="12603" y="42848"/>
                  </a:lnTo>
                  <a:lnTo>
                    <a:pt x="10356" y="40676"/>
                  </a:lnTo>
                  <a:lnTo>
                    <a:pt x="6575" y="36243"/>
                  </a:lnTo>
                  <a:lnTo>
                    <a:pt x="2122" y="31316"/>
                  </a:lnTo>
                  <a:lnTo>
                    <a:pt x="1465" y="30588"/>
                  </a:lnTo>
                  <a:lnTo>
                    <a:pt x="640" y="29676"/>
                  </a:lnTo>
                  <a:lnTo>
                    <a:pt x="0" y="28967"/>
                  </a:lnTo>
                  <a:lnTo>
                    <a:pt x="3895" y="25471"/>
                  </a:lnTo>
                  <a:lnTo>
                    <a:pt x="4145" y="25244"/>
                  </a:lnTo>
                  <a:lnTo>
                    <a:pt x="11475" y="18607"/>
                  </a:lnTo>
                  <a:lnTo>
                    <a:pt x="13098" y="17137"/>
                  </a:lnTo>
                  <a:lnTo>
                    <a:pt x="15338" y="15109"/>
                  </a:lnTo>
                  <a:lnTo>
                    <a:pt x="20485" y="10484"/>
                  </a:lnTo>
                  <a:lnTo>
                    <a:pt x="20699" y="10292"/>
                  </a:lnTo>
                  <a:lnTo>
                    <a:pt x="24912" y="6507"/>
                  </a:lnTo>
                  <a:lnTo>
                    <a:pt x="28739" y="3069"/>
                  </a:lnTo>
                  <a:lnTo>
                    <a:pt x="29163" y="2687"/>
                  </a:lnTo>
                  <a:lnTo>
                    <a:pt x="29620" y="2277"/>
                  </a:lnTo>
                  <a:lnTo>
                    <a:pt x="32155" y="0"/>
                  </a:lnTo>
                  <a:lnTo>
                    <a:pt x="34087" y="539"/>
                  </a:lnTo>
                  <a:lnTo>
                    <a:pt x="37268" y="1428"/>
                  </a:lnTo>
                  <a:lnTo>
                    <a:pt x="44022" y="3182"/>
                  </a:lnTo>
                  <a:lnTo>
                    <a:pt x="44177" y="3222"/>
                  </a:lnTo>
                  <a:lnTo>
                    <a:pt x="45355" y="3528"/>
                  </a:lnTo>
                  <a:lnTo>
                    <a:pt x="45618" y="3597"/>
                  </a:lnTo>
                  <a:lnTo>
                    <a:pt x="50974" y="4987"/>
                  </a:lnTo>
                  <a:lnTo>
                    <a:pt x="51155" y="5034"/>
                  </a:lnTo>
                  <a:lnTo>
                    <a:pt x="54731" y="5967"/>
                  </a:lnTo>
                  <a:lnTo>
                    <a:pt x="56631" y="6462"/>
                  </a:lnTo>
                  <a:lnTo>
                    <a:pt x="57161" y="6600"/>
                  </a:lnTo>
                  <a:lnTo>
                    <a:pt x="62414" y="7970"/>
                  </a:lnTo>
                  <a:lnTo>
                    <a:pt x="62702" y="8045"/>
                  </a:lnTo>
                  <a:lnTo>
                    <a:pt x="63196" y="8174"/>
                  </a:lnTo>
                  <a:lnTo>
                    <a:pt x="69562" y="9833"/>
                  </a:lnTo>
                  <a:lnTo>
                    <a:pt x="72841" y="10688"/>
                  </a:lnTo>
                  <a:lnTo>
                    <a:pt x="73953" y="10978"/>
                  </a:lnTo>
                  <a:lnTo>
                    <a:pt x="78655" y="12204"/>
                  </a:lnTo>
                  <a:lnTo>
                    <a:pt x="79320" y="12383"/>
                  </a:lnTo>
                  <a:lnTo>
                    <a:pt x="79783" y="12507"/>
                  </a:lnTo>
                  <a:lnTo>
                    <a:pt x="85246" y="13971"/>
                  </a:lnTo>
                  <a:lnTo>
                    <a:pt x="96341" y="16944"/>
                  </a:lnTo>
                  <a:lnTo>
                    <a:pt x="99001" y="17725"/>
                  </a:lnTo>
                  <a:lnTo>
                    <a:pt x="97744" y="20444"/>
                  </a:lnTo>
                  <a:lnTo>
                    <a:pt x="96403" y="23008"/>
                  </a:lnTo>
                  <a:lnTo>
                    <a:pt x="93600" y="27541"/>
                  </a:lnTo>
                  <a:lnTo>
                    <a:pt x="93242" y="28108"/>
                  </a:lnTo>
                  <a:lnTo>
                    <a:pt x="92854" y="28644"/>
                  </a:lnTo>
                  <a:lnTo>
                    <a:pt x="92380" y="29388"/>
                  </a:lnTo>
                  <a:lnTo>
                    <a:pt x="90365" y="32568"/>
                  </a:lnTo>
                  <a:lnTo>
                    <a:pt x="89655" y="33982"/>
                  </a:lnTo>
                  <a:lnTo>
                    <a:pt x="87631" y="37260"/>
                  </a:lnTo>
                  <a:lnTo>
                    <a:pt x="84142" y="42911"/>
                  </a:lnTo>
                  <a:lnTo>
                    <a:pt x="83849" y="43385"/>
                  </a:lnTo>
                  <a:lnTo>
                    <a:pt x="82352" y="45903"/>
                  </a:lnTo>
                  <a:lnTo>
                    <a:pt x="81001" y="4819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0" name="pg479"/>
            <p:cNvSpPr/>
            <p:nvPr/>
          </p:nvSpPr>
          <p:spPr>
            <a:xfrm>
              <a:off x="2725986" y="2863301"/>
              <a:ext cx="116644" cy="71717"/>
            </a:xfrm>
            <a:custGeom>
              <a:avLst/>
              <a:pathLst>
                <a:path w="116644" h="71717">
                  <a:moveTo>
                    <a:pt x="109549" y="33161"/>
                  </a:moveTo>
                  <a:lnTo>
                    <a:pt x="106192" y="37596"/>
                  </a:lnTo>
                  <a:lnTo>
                    <a:pt x="105352" y="38473"/>
                  </a:lnTo>
                  <a:lnTo>
                    <a:pt x="103562" y="41246"/>
                  </a:lnTo>
                  <a:lnTo>
                    <a:pt x="102847" y="43250"/>
                  </a:lnTo>
                  <a:lnTo>
                    <a:pt x="101737" y="46113"/>
                  </a:lnTo>
                  <a:lnTo>
                    <a:pt x="100914" y="49512"/>
                  </a:lnTo>
                  <a:lnTo>
                    <a:pt x="92130" y="44252"/>
                  </a:lnTo>
                  <a:lnTo>
                    <a:pt x="90179" y="43053"/>
                  </a:lnTo>
                  <a:lnTo>
                    <a:pt x="86977" y="41031"/>
                  </a:lnTo>
                  <a:lnTo>
                    <a:pt x="81249" y="37552"/>
                  </a:lnTo>
                  <a:lnTo>
                    <a:pt x="81126" y="37764"/>
                  </a:lnTo>
                  <a:lnTo>
                    <a:pt x="78339" y="42560"/>
                  </a:lnTo>
                  <a:lnTo>
                    <a:pt x="78142" y="42900"/>
                  </a:lnTo>
                  <a:lnTo>
                    <a:pt x="76462" y="45790"/>
                  </a:lnTo>
                  <a:lnTo>
                    <a:pt x="74281" y="49357"/>
                  </a:lnTo>
                  <a:lnTo>
                    <a:pt x="74116" y="49627"/>
                  </a:lnTo>
                  <a:lnTo>
                    <a:pt x="71313" y="54211"/>
                  </a:lnTo>
                  <a:lnTo>
                    <a:pt x="70387" y="59823"/>
                  </a:lnTo>
                  <a:lnTo>
                    <a:pt x="70362" y="62922"/>
                  </a:lnTo>
                  <a:lnTo>
                    <a:pt x="69825" y="68543"/>
                  </a:lnTo>
                  <a:lnTo>
                    <a:pt x="69748" y="69401"/>
                  </a:lnTo>
                  <a:lnTo>
                    <a:pt x="69671" y="70264"/>
                  </a:lnTo>
                  <a:lnTo>
                    <a:pt x="69602" y="71041"/>
                  </a:lnTo>
                  <a:lnTo>
                    <a:pt x="69542" y="71717"/>
                  </a:lnTo>
                  <a:lnTo>
                    <a:pt x="68838" y="71717"/>
                  </a:lnTo>
                  <a:lnTo>
                    <a:pt x="68557" y="71717"/>
                  </a:lnTo>
                  <a:lnTo>
                    <a:pt x="66356" y="71441"/>
                  </a:lnTo>
                  <a:lnTo>
                    <a:pt x="65289" y="71306"/>
                  </a:lnTo>
                  <a:lnTo>
                    <a:pt x="63023" y="71019"/>
                  </a:lnTo>
                  <a:lnTo>
                    <a:pt x="62659" y="70973"/>
                  </a:lnTo>
                  <a:lnTo>
                    <a:pt x="59343" y="70554"/>
                  </a:lnTo>
                  <a:lnTo>
                    <a:pt x="53201" y="69697"/>
                  </a:lnTo>
                  <a:lnTo>
                    <a:pt x="52549" y="69607"/>
                  </a:lnTo>
                  <a:lnTo>
                    <a:pt x="51960" y="69525"/>
                  </a:lnTo>
                  <a:lnTo>
                    <a:pt x="47475" y="69033"/>
                  </a:lnTo>
                  <a:lnTo>
                    <a:pt x="46146" y="68930"/>
                  </a:lnTo>
                  <a:lnTo>
                    <a:pt x="45248" y="68860"/>
                  </a:lnTo>
                  <a:lnTo>
                    <a:pt x="44791" y="68824"/>
                  </a:lnTo>
                  <a:lnTo>
                    <a:pt x="34235" y="67333"/>
                  </a:lnTo>
                  <a:lnTo>
                    <a:pt x="30925" y="66975"/>
                  </a:lnTo>
                  <a:lnTo>
                    <a:pt x="26870" y="66439"/>
                  </a:lnTo>
                  <a:lnTo>
                    <a:pt x="23590" y="65842"/>
                  </a:lnTo>
                  <a:lnTo>
                    <a:pt x="22874" y="65783"/>
                  </a:lnTo>
                  <a:lnTo>
                    <a:pt x="20995" y="65574"/>
                  </a:lnTo>
                  <a:lnTo>
                    <a:pt x="1603" y="62862"/>
                  </a:lnTo>
                  <a:lnTo>
                    <a:pt x="227" y="62670"/>
                  </a:lnTo>
                  <a:lnTo>
                    <a:pt x="0" y="62633"/>
                  </a:lnTo>
                  <a:lnTo>
                    <a:pt x="459" y="60068"/>
                  </a:lnTo>
                  <a:lnTo>
                    <a:pt x="1028" y="57295"/>
                  </a:lnTo>
                  <a:lnTo>
                    <a:pt x="1791" y="55815"/>
                  </a:lnTo>
                  <a:lnTo>
                    <a:pt x="2472" y="54495"/>
                  </a:lnTo>
                  <a:lnTo>
                    <a:pt x="9247" y="43164"/>
                  </a:lnTo>
                  <a:lnTo>
                    <a:pt x="14113" y="34480"/>
                  </a:lnTo>
                  <a:lnTo>
                    <a:pt x="16124" y="30520"/>
                  </a:lnTo>
                  <a:lnTo>
                    <a:pt x="17478" y="28221"/>
                  </a:lnTo>
                  <a:lnTo>
                    <a:pt x="18989" y="25680"/>
                  </a:lnTo>
                  <a:lnTo>
                    <a:pt x="19264" y="25234"/>
                  </a:lnTo>
                  <a:lnTo>
                    <a:pt x="22755" y="19583"/>
                  </a:lnTo>
                  <a:lnTo>
                    <a:pt x="24778" y="16306"/>
                  </a:lnTo>
                  <a:lnTo>
                    <a:pt x="25541" y="14785"/>
                  </a:lnTo>
                  <a:lnTo>
                    <a:pt x="27502" y="11711"/>
                  </a:lnTo>
                  <a:lnTo>
                    <a:pt x="27977" y="10968"/>
                  </a:lnTo>
                  <a:lnTo>
                    <a:pt x="28364" y="10431"/>
                  </a:lnTo>
                  <a:lnTo>
                    <a:pt x="28722" y="9864"/>
                  </a:lnTo>
                  <a:lnTo>
                    <a:pt x="31525" y="5332"/>
                  </a:lnTo>
                  <a:lnTo>
                    <a:pt x="32867" y="2767"/>
                  </a:lnTo>
                  <a:lnTo>
                    <a:pt x="34146" y="0"/>
                  </a:lnTo>
                  <a:lnTo>
                    <a:pt x="37366" y="878"/>
                  </a:lnTo>
                  <a:lnTo>
                    <a:pt x="39614" y="1491"/>
                  </a:lnTo>
                  <a:lnTo>
                    <a:pt x="40035" y="1604"/>
                  </a:lnTo>
                  <a:lnTo>
                    <a:pt x="54011" y="5353"/>
                  </a:lnTo>
                  <a:lnTo>
                    <a:pt x="58847" y="6570"/>
                  </a:lnTo>
                  <a:lnTo>
                    <a:pt x="61763" y="7303"/>
                  </a:lnTo>
                  <a:lnTo>
                    <a:pt x="73655" y="10294"/>
                  </a:lnTo>
                  <a:lnTo>
                    <a:pt x="76968" y="11129"/>
                  </a:lnTo>
                  <a:lnTo>
                    <a:pt x="77425" y="11246"/>
                  </a:lnTo>
                  <a:lnTo>
                    <a:pt x="82679" y="12585"/>
                  </a:lnTo>
                  <a:lnTo>
                    <a:pt x="82978" y="12662"/>
                  </a:lnTo>
                  <a:lnTo>
                    <a:pt x="85956" y="13424"/>
                  </a:lnTo>
                  <a:lnTo>
                    <a:pt x="88143" y="13991"/>
                  </a:lnTo>
                  <a:lnTo>
                    <a:pt x="92106" y="15019"/>
                  </a:lnTo>
                  <a:lnTo>
                    <a:pt x="95682" y="15947"/>
                  </a:lnTo>
                  <a:lnTo>
                    <a:pt x="97158" y="16329"/>
                  </a:lnTo>
                  <a:lnTo>
                    <a:pt x="97478" y="16412"/>
                  </a:lnTo>
                  <a:lnTo>
                    <a:pt x="103302" y="17919"/>
                  </a:lnTo>
                  <a:lnTo>
                    <a:pt x="104527" y="18236"/>
                  </a:lnTo>
                  <a:lnTo>
                    <a:pt x="108446" y="19250"/>
                  </a:lnTo>
                  <a:lnTo>
                    <a:pt x="109218" y="19450"/>
                  </a:lnTo>
                  <a:lnTo>
                    <a:pt x="112893" y="20406"/>
                  </a:lnTo>
                  <a:lnTo>
                    <a:pt x="116644" y="21474"/>
                  </a:lnTo>
                  <a:lnTo>
                    <a:pt x="115097" y="24551"/>
                  </a:lnTo>
                  <a:lnTo>
                    <a:pt x="113235" y="28127"/>
                  </a:lnTo>
                  <a:lnTo>
                    <a:pt x="112830" y="28700"/>
                  </a:lnTo>
                  <a:lnTo>
                    <a:pt x="110015" y="3250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1" name="pg480"/>
            <p:cNvSpPr/>
            <p:nvPr/>
          </p:nvSpPr>
          <p:spPr>
            <a:xfrm>
              <a:off x="2795528" y="2884765"/>
              <a:ext cx="128046" cy="55526"/>
            </a:xfrm>
            <a:custGeom>
              <a:avLst/>
              <a:pathLst>
                <a:path w="128046" h="55526">
                  <a:moveTo>
                    <a:pt x="127693" y="22305"/>
                  </a:moveTo>
                  <a:lnTo>
                    <a:pt x="124698" y="28172"/>
                  </a:lnTo>
                  <a:lnTo>
                    <a:pt x="123755" y="30019"/>
                  </a:lnTo>
                  <a:lnTo>
                    <a:pt x="123396" y="30722"/>
                  </a:lnTo>
                  <a:lnTo>
                    <a:pt x="121196" y="35031"/>
                  </a:lnTo>
                  <a:lnTo>
                    <a:pt x="118667" y="39987"/>
                  </a:lnTo>
                  <a:lnTo>
                    <a:pt x="117922" y="41445"/>
                  </a:lnTo>
                  <a:lnTo>
                    <a:pt x="117489" y="42294"/>
                  </a:lnTo>
                  <a:lnTo>
                    <a:pt x="117296" y="42671"/>
                  </a:lnTo>
                  <a:lnTo>
                    <a:pt x="116392" y="44391"/>
                  </a:lnTo>
                  <a:lnTo>
                    <a:pt x="114676" y="47658"/>
                  </a:lnTo>
                  <a:lnTo>
                    <a:pt x="113958" y="49025"/>
                  </a:lnTo>
                  <a:lnTo>
                    <a:pt x="113008" y="50832"/>
                  </a:lnTo>
                  <a:lnTo>
                    <a:pt x="112424" y="51945"/>
                  </a:lnTo>
                  <a:lnTo>
                    <a:pt x="112290" y="52199"/>
                  </a:lnTo>
                  <a:lnTo>
                    <a:pt x="112160" y="52447"/>
                  </a:lnTo>
                  <a:lnTo>
                    <a:pt x="112078" y="52602"/>
                  </a:lnTo>
                  <a:lnTo>
                    <a:pt x="111720" y="53285"/>
                  </a:lnTo>
                  <a:lnTo>
                    <a:pt x="111644" y="53429"/>
                  </a:lnTo>
                  <a:lnTo>
                    <a:pt x="111367" y="53956"/>
                  </a:lnTo>
                  <a:lnTo>
                    <a:pt x="110823" y="54992"/>
                  </a:lnTo>
                  <a:lnTo>
                    <a:pt x="110651" y="55318"/>
                  </a:lnTo>
                  <a:lnTo>
                    <a:pt x="110542" y="55526"/>
                  </a:lnTo>
                  <a:lnTo>
                    <a:pt x="103055" y="55305"/>
                  </a:lnTo>
                  <a:lnTo>
                    <a:pt x="102837" y="55299"/>
                  </a:lnTo>
                  <a:lnTo>
                    <a:pt x="101950" y="55272"/>
                  </a:lnTo>
                  <a:lnTo>
                    <a:pt x="93962" y="55037"/>
                  </a:lnTo>
                  <a:lnTo>
                    <a:pt x="93186" y="55065"/>
                  </a:lnTo>
                  <a:lnTo>
                    <a:pt x="88535" y="54708"/>
                  </a:lnTo>
                  <a:lnTo>
                    <a:pt x="85275" y="54457"/>
                  </a:lnTo>
                  <a:lnTo>
                    <a:pt x="85127" y="54465"/>
                  </a:lnTo>
                  <a:lnTo>
                    <a:pt x="84717" y="54487"/>
                  </a:lnTo>
                  <a:lnTo>
                    <a:pt x="82928" y="54368"/>
                  </a:lnTo>
                  <a:lnTo>
                    <a:pt x="77709" y="54159"/>
                  </a:lnTo>
                  <a:lnTo>
                    <a:pt x="75234" y="53920"/>
                  </a:lnTo>
                  <a:lnTo>
                    <a:pt x="70128" y="53712"/>
                  </a:lnTo>
                  <a:lnTo>
                    <a:pt x="68942" y="53652"/>
                  </a:lnTo>
                  <a:lnTo>
                    <a:pt x="61577" y="53324"/>
                  </a:lnTo>
                  <a:lnTo>
                    <a:pt x="61040" y="53294"/>
                  </a:lnTo>
                  <a:lnTo>
                    <a:pt x="50276" y="52783"/>
                  </a:lnTo>
                  <a:lnTo>
                    <a:pt x="49685" y="52755"/>
                  </a:lnTo>
                  <a:lnTo>
                    <a:pt x="40691" y="52331"/>
                  </a:lnTo>
                  <a:lnTo>
                    <a:pt x="40229" y="52309"/>
                  </a:lnTo>
                  <a:lnTo>
                    <a:pt x="35944" y="52119"/>
                  </a:lnTo>
                  <a:lnTo>
                    <a:pt x="35371" y="52093"/>
                  </a:lnTo>
                  <a:lnTo>
                    <a:pt x="34024" y="52034"/>
                  </a:lnTo>
                  <a:lnTo>
                    <a:pt x="19412" y="51386"/>
                  </a:lnTo>
                  <a:lnTo>
                    <a:pt x="7236" y="50675"/>
                  </a:lnTo>
                  <a:lnTo>
                    <a:pt x="6311" y="50621"/>
                  </a:lnTo>
                  <a:lnTo>
                    <a:pt x="0" y="50253"/>
                  </a:lnTo>
                  <a:lnTo>
                    <a:pt x="60" y="49577"/>
                  </a:lnTo>
                  <a:lnTo>
                    <a:pt x="129" y="48800"/>
                  </a:lnTo>
                  <a:lnTo>
                    <a:pt x="206" y="47937"/>
                  </a:lnTo>
                  <a:lnTo>
                    <a:pt x="283" y="47079"/>
                  </a:lnTo>
                  <a:lnTo>
                    <a:pt x="820" y="41458"/>
                  </a:lnTo>
                  <a:lnTo>
                    <a:pt x="845" y="38359"/>
                  </a:lnTo>
                  <a:lnTo>
                    <a:pt x="1771" y="32747"/>
                  </a:lnTo>
                  <a:lnTo>
                    <a:pt x="4574" y="28163"/>
                  </a:lnTo>
                  <a:lnTo>
                    <a:pt x="4739" y="27893"/>
                  </a:lnTo>
                  <a:lnTo>
                    <a:pt x="6920" y="24325"/>
                  </a:lnTo>
                  <a:lnTo>
                    <a:pt x="8599" y="21435"/>
                  </a:lnTo>
                  <a:lnTo>
                    <a:pt x="8797" y="21096"/>
                  </a:lnTo>
                  <a:lnTo>
                    <a:pt x="11602" y="16270"/>
                  </a:lnTo>
                  <a:lnTo>
                    <a:pt x="11707" y="16088"/>
                  </a:lnTo>
                  <a:lnTo>
                    <a:pt x="17435" y="19567"/>
                  </a:lnTo>
                  <a:lnTo>
                    <a:pt x="20637" y="21589"/>
                  </a:lnTo>
                  <a:lnTo>
                    <a:pt x="22587" y="22788"/>
                  </a:lnTo>
                  <a:lnTo>
                    <a:pt x="31372" y="28048"/>
                  </a:lnTo>
                  <a:lnTo>
                    <a:pt x="32195" y="24649"/>
                  </a:lnTo>
                  <a:lnTo>
                    <a:pt x="33305" y="21786"/>
                  </a:lnTo>
                  <a:lnTo>
                    <a:pt x="34020" y="19782"/>
                  </a:lnTo>
                  <a:lnTo>
                    <a:pt x="35809" y="17009"/>
                  </a:lnTo>
                  <a:lnTo>
                    <a:pt x="36650" y="16132"/>
                  </a:lnTo>
                  <a:lnTo>
                    <a:pt x="40007" y="11697"/>
                  </a:lnTo>
                  <a:lnTo>
                    <a:pt x="40473" y="11041"/>
                  </a:lnTo>
                  <a:lnTo>
                    <a:pt x="43287" y="7236"/>
                  </a:lnTo>
                  <a:lnTo>
                    <a:pt x="43693" y="6663"/>
                  </a:lnTo>
                  <a:lnTo>
                    <a:pt x="45555" y="3087"/>
                  </a:lnTo>
                  <a:lnTo>
                    <a:pt x="47107" y="0"/>
                  </a:lnTo>
                  <a:lnTo>
                    <a:pt x="48996" y="532"/>
                  </a:lnTo>
                  <a:lnTo>
                    <a:pt x="49339" y="628"/>
                  </a:lnTo>
                  <a:lnTo>
                    <a:pt x="53885" y="1675"/>
                  </a:lnTo>
                  <a:lnTo>
                    <a:pt x="54860" y="1900"/>
                  </a:lnTo>
                  <a:lnTo>
                    <a:pt x="55841" y="2154"/>
                  </a:lnTo>
                  <a:lnTo>
                    <a:pt x="56795" y="2401"/>
                  </a:lnTo>
                  <a:lnTo>
                    <a:pt x="58041" y="2724"/>
                  </a:lnTo>
                  <a:lnTo>
                    <a:pt x="58335" y="2800"/>
                  </a:lnTo>
                  <a:lnTo>
                    <a:pt x="59194" y="3022"/>
                  </a:lnTo>
                  <a:lnTo>
                    <a:pt x="59929" y="3213"/>
                  </a:lnTo>
                  <a:lnTo>
                    <a:pt x="60527" y="3368"/>
                  </a:lnTo>
                  <a:lnTo>
                    <a:pt x="60726" y="3419"/>
                  </a:lnTo>
                  <a:lnTo>
                    <a:pt x="62122" y="3785"/>
                  </a:lnTo>
                  <a:lnTo>
                    <a:pt x="66111" y="4829"/>
                  </a:lnTo>
                  <a:lnTo>
                    <a:pt x="71481" y="6242"/>
                  </a:lnTo>
                  <a:lnTo>
                    <a:pt x="71724" y="6306"/>
                  </a:lnTo>
                  <a:lnTo>
                    <a:pt x="74981" y="7163"/>
                  </a:lnTo>
                  <a:lnTo>
                    <a:pt x="75343" y="7259"/>
                  </a:lnTo>
                  <a:lnTo>
                    <a:pt x="75549" y="7313"/>
                  </a:lnTo>
                  <a:lnTo>
                    <a:pt x="75723" y="7358"/>
                  </a:lnTo>
                  <a:lnTo>
                    <a:pt x="77008" y="7697"/>
                  </a:lnTo>
                  <a:lnTo>
                    <a:pt x="77497" y="7825"/>
                  </a:lnTo>
                  <a:lnTo>
                    <a:pt x="80744" y="8679"/>
                  </a:lnTo>
                  <a:lnTo>
                    <a:pt x="82126" y="9043"/>
                  </a:lnTo>
                  <a:lnTo>
                    <a:pt x="82365" y="9106"/>
                  </a:lnTo>
                  <a:lnTo>
                    <a:pt x="86510" y="10196"/>
                  </a:lnTo>
                  <a:lnTo>
                    <a:pt x="86741" y="10260"/>
                  </a:lnTo>
                  <a:lnTo>
                    <a:pt x="86883" y="10299"/>
                  </a:lnTo>
                  <a:lnTo>
                    <a:pt x="87150" y="10372"/>
                  </a:lnTo>
                  <a:lnTo>
                    <a:pt x="87473" y="10461"/>
                  </a:lnTo>
                  <a:lnTo>
                    <a:pt x="92142" y="11744"/>
                  </a:lnTo>
                  <a:lnTo>
                    <a:pt x="92955" y="11968"/>
                  </a:lnTo>
                  <a:lnTo>
                    <a:pt x="107819" y="16053"/>
                  </a:lnTo>
                  <a:lnTo>
                    <a:pt x="107985" y="16099"/>
                  </a:lnTo>
                  <a:lnTo>
                    <a:pt x="110876" y="16894"/>
                  </a:lnTo>
                  <a:lnTo>
                    <a:pt x="113096" y="17504"/>
                  </a:lnTo>
                  <a:lnTo>
                    <a:pt x="113544" y="17627"/>
                  </a:lnTo>
                  <a:lnTo>
                    <a:pt x="118116" y="18616"/>
                  </a:lnTo>
                  <a:lnTo>
                    <a:pt x="127145" y="21341"/>
                  </a:lnTo>
                  <a:lnTo>
                    <a:pt x="128046" y="2161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2" name="pg481"/>
            <p:cNvSpPr/>
            <p:nvPr/>
          </p:nvSpPr>
          <p:spPr>
            <a:xfrm>
              <a:off x="2816977" y="2937096"/>
              <a:ext cx="89093" cy="133930"/>
            </a:xfrm>
            <a:custGeom>
              <a:avLst/>
              <a:pathLst>
                <a:path w="89093" h="133930">
                  <a:moveTo>
                    <a:pt x="61478" y="2036"/>
                  </a:moveTo>
                  <a:lnTo>
                    <a:pt x="63267" y="2156"/>
                  </a:lnTo>
                  <a:lnTo>
                    <a:pt x="63677" y="2134"/>
                  </a:lnTo>
                  <a:lnTo>
                    <a:pt x="63825" y="2126"/>
                  </a:lnTo>
                  <a:lnTo>
                    <a:pt x="67086" y="2377"/>
                  </a:lnTo>
                  <a:lnTo>
                    <a:pt x="71737" y="2734"/>
                  </a:lnTo>
                  <a:lnTo>
                    <a:pt x="72513" y="2705"/>
                  </a:lnTo>
                  <a:lnTo>
                    <a:pt x="80500" y="2941"/>
                  </a:lnTo>
                  <a:lnTo>
                    <a:pt x="81387" y="2967"/>
                  </a:lnTo>
                  <a:lnTo>
                    <a:pt x="81608" y="2974"/>
                  </a:lnTo>
                  <a:lnTo>
                    <a:pt x="89093" y="3195"/>
                  </a:lnTo>
                  <a:lnTo>
                    <a:pt x="88814" y="3937"/>
                  </a:lnTo>
                  <a:lnTo>
                    <a:pt x="88737" y="4141"/>
                  </a:lnTo>
                  <a:lnTo>
                    <a:pt x="88392" y="5061"/>
                  </a:lnTo>
                  <a:lnTo>
                    <a:pt x="88218" y="5524"/>
                  </a:lnTo>
                  <a:lnTo>
                    <a:pt x="88085" y="5878"/>
                  </a:lnTo>
                  <a:lnTo>
                    <a:pt x="87898" y="6376"/>
                  </a:lnTo>
                  <a:lnTo>
                    <a:pt x="87599" y="6963"/>
                  </a:lnTo>
                  <a:lnTo>
                    <a:pt x="78270" y="25295"/>
                  </a:lnTo>
                  <a:lnTo>
                    <a:pt x="74348" y="34061"/>
                  </a:lnTo>
                  <a:lnTo>
                    <a:pt x="67351" y="49633"/>
                  </a:lnTo>
                  <a:lnTo>
                    <a:pt x="65982" y="52783"/>
                  </a:lnTo>
                  <a:lnTo>
                    <a:pt x="62525" y="60739"/>
                  </a:lnTo>
                  <a:lnTo>
                    <a:pt x="62453" y="60906"/>
                  </a:lnTo>
                  <a:lnTo>
                    <a:pt x="62326" y="61197"/>
                  </a:lnTo>
                  <a:lnTo>
                    <a:pt x="62179" y="61535"/>
                  </a:lnTo>
                  <a:lnTo>
                    <a:pt x="62051" y="61829"/>
                  </a:lnTo>
                  <a:lnTo>
                    <a:pt x="61910" y="62155"/>
                  </a:lnTo>
                  <a:lnTo>
                    <a:pt x="61539" y="63280"/>
                  </a:lnTo>
                  <a:lnTo>
                    <a:pt x="61474" y="63474"/>
                  </a:lnTo>
                  <a:lnTo>
                    <a:pt x="61422" y="63634"/>
                  </a:lnTo>
                  <a:lnTo>
                    <a:pt x="60937" y="63705"/>
                  </a:lnTo>
                  <a:lnTo>
                    <a:pt x="60895" y="63880"/>
                  </a:lnTo>
                  <a:lnTo>
                    <a:pt x="60836" y="64128"/>
                  </a:lnTo>
                  <a:lnTo>
                    <a:pt x="60781" y="64359"/>
                  </a:lnTo>
                  <a:lnTo>
                    <a:pt x="60549" y="65331"/>
                  </a:lnTo>
                  <a:lnTo>
                    <a:pt x="60491" y="65777"/>
                  </a:lnTo>
                  <a:lnTo>
                    <a:pt x="60259" y="67564"/>
                  </a:lnTo>
                  <a:lnTo>
                    <a:pt x="60090" y="70301"/>
                  </a:lnTo>
                  <a:lnTo>
                    <a:pt x="60071" y="71071"/>
                  </a:lnTo>
                  <a:lnTo>
                    <a:pt x="60017" y="73278"/>
                  </a:lnTo>
                  <a:lnTo>
                    <a:pt x="60051" y="73647"/>
                  </a:lnTo>
                  <a:lnTo>
                    <a:pt x="60225" y="75534"/>
                  </a:lnTo>
                  <a:lnTo>
                    <a:pt x="60958" y="78926"/>
                  </a:lnTo>
                  <a:lnTo>
                    <a:pt x="61215" y="80112"/>
                  </a:lnTo>
                  <a:lnTo>
                    <a:pt x="61363" y="80769"/>
                  </a:lnTo>
                  <a:lnTo>
                    <a:pt x="61764" y="82546"/>
                  </a:lnTo>
                  <a:lnTo>
                    <a:pt x="61927" y="83268"/>
                  </a:lnTo>
                  <a:lnTo>
                    <a:pt x="63052" y="88256"/>
                  </a:lnTo>
                  <a:lnTo>
                    <a:pt x="63506" y="90270"/>
                  </a:lnTo>
                  <a:lnTo>
                    <a:pt x="63912" y="92070"/>
                  </a:lnTo>
                  <a:lnTo>
                    <a:pt x="64072" y="92776"/>
                  </a:lnTo>
                  <a:lnTo>
                    <a:pt x="64613" y="95036"/>
                  </a:lnTo>
                  <a:lnTo>
                    <a:pt x="65215" y="97549"/>
                  </a:lnTo>
                  <a:lnTo>
                    <a:pt x="65442" y="98494"/>
                  </a:lnTo>
                  <a:lnTo>
                    <a:pt x="66396" y="102475"/>
                  </a:lnTo>
                  <a:lnTo>
                    <a:pt x="66836" y="104312"/>
                  </a:lnTo>
                  <a:lnTo>
                    <a:pt x="68179" y="109915"/>
                  </a:lnTo>
                  <a:lnTo>
                    <a:pt x="68851" y="112720"/>
                  </a:lnTo>
                  <a:lnTo>
                    <a:pt x="69329" y="114718"/>
                  </a:lnTo>
                  <a:lnTo>
                    <a:pt x="69613" y="115919"/>
                  </a:lnTo>
                  <a:lnTo>
                    <a:pt x="72071" y="126325"/>
                  </a:lnTo>
                  <a:lnTo>
                    <a:pt x="72236" y="127023"/>
                  </a:lnTo>
                  <a:lnTo>
                    <a:pt x="72269" y="127161"/>
                  </a:lnTo>
                  <a:lnTo>
                    <a:pt x="72508" y="128173"/>
                  </a:lnTo>
                  <a:lnTo>
                    <a:pt x="71837" y="128306"/>
                  </a:lnTo>
                  <a:lnTo>
                    <a:pt x="70376" y="128595"/>
                  </a:lnTo>
                  <a:lnTo>
                    <a:pt x="64156" y="129826"/>
                  </a:lnTo>
                  <a:lnTo>
                    <a:pt x="63549" y="129954"/>
                  </a:lnTo>
                  <a:lnTo>
                    <a:pt x="58301" y="130998"/>
                  </a:lnTo>
                  <a:lnTo>
                    <a:pt x="57866" y="131085"/>
                  </a:lnTo>
                  <a:lnTo>
                    <a:pt x="54519" y="131854"/>
                  </a:lnTo>
                  <a:lnTo>
                    <a:pt x="51032" y="132655"/>
                  </a:lnTo>
                  <a:lnTo>
                    <a:pt x="45479" y="133930"/>
                  </a:lnTo>
                  <a:lnTo>
                    <a:pt x="43572" y="133923"/>
                  </a:lnTo>
                  <a:lnTo>
                    <a:pt x="42627" y="133919"/>
                  </a:lnTo>
                  <a:lnTo>
                    <a:pt x="42266" y="133918"/>
                  </a:lnTo>
                  <a:lnTo>
                    <a:pt x="41544" y="133915"/>
                  </a:lnTo>
                  <a:lnTo>
                    <a:pt x="40642" y="133400"/>
                  </a:lnTo>
                  <a:lnTo>
                    <a:pt x="38047" y="131918"/>
                  </a:lnTo>
                  <a:lnTo>
                    <a:pt x="35709" y="130501"/>
                  </a:lnTo>
                  <a:lnTo>
                    <a:pt x="35461" y="130310"/>
                  </a:lnTo>
                  <a:lnTo>
                    <a:pt x="25353" y="122544"/>
                  </a:lnTo>
                  <a:lnTo>
                    <a:pt x="24566" y="121940"/>
                  </a:lnTo>
                  <a:lnTo>
                    <a:pt x="22801" y="120584"/>
                  </a:lnTo>
                  <a:lnTo>
                    <a:pt x="22586" y="120429"/>
                  </a:lnTo>
                  <a:lnTo>
                    <a:pt x="17507" y="116763"/>
                  </a:lnTo>
                  <a:lnTo>
                    <a:pt x="15885" y="115593"/>
                  </a:lnTo>
                  <a:lnTo>
                    <a:pt x="14949" y="113525"/>
                  </a:lnTo>
                  <a:lnTo>
                    <a:pt x="14802" y="113272"/>
                  </a:lnTo>
                  <a:lnTo>
                    <a:pt x="12760" y="114612"/>
                  </a:lnTo>
                  <a:lnTo>
                    <a:pt x="9619" y="116616"/>
                  </a:lnTo>
                  <a:lnTo>
                    <a:pt x="7429" y="111465"/>
                  </a:lnTo>
                  <a:lnTo>
                    <a:pt x="7271" y="111056"/>
                  </a:lnTo>
                  <a:lnTo>
                    <a:pt x="6650" y="109438"/>
                  </a:lnTo>
                  <a:lnTo>
                    <a:pt x="5084" y="105286"/>
                  </a:lnTo>
                  <a:lnTo>
                    <a:pt x="3554" y="101231"/>
                  </a:lnTo>
                  <a:lnTo>
                    <a:pt x="1222" y="90956"/>
                  </a:lnTo>
                  <a:lnTo>
                    <a:pt x="4504" y="88246"/>
                  </a:lnTo>
                  <a:lnTo>
                    <a:pt x="5194" y="87754"/>
                  </a:lnTo>
                  <a:lnTo>
                    <a:pt x="7870" y="85847"/>
                  </a:lnTo>
                  <a:lnTo>
                    <a:pt x="9837" y="84484"/>
                  </a:lnTo>
                  <a:lnTo>
                    <a:pt x="10014" y="84362"/>
                  </a:lnTo>
                  <a:lnTo>
                    <a:pt x="10966" y="83687"/>
                  </a:lnTo>
                  <a:lnTo>
                    <a:pt x="12710" y="82451"/>
                  </a:lnTo>
                  <a:lnTo>
                    <a:pt x="13936" y="81582"/>
                  </a:lnTo>
                  <a:lnTo>
                    <a:pt x="14583" y="81124"/>
                  </a:lnTo>
                  <a:lnTo>
                    <a:pt x="14887" y="80910"/>
                  </a:lnTo>
                  <a:lnTo>
                    <a:pt x="17821" y="78835"/>
                  </a:lnTo>
                  <a:lnTo>
                    <a:pt x="19811" y="77474"/>
                  </a:lnTo>
                  <a:lnTo>
                    <a:pt x="23474" y="74866"/>
                  </a:lnTo>
                  <a:lnTo>
                    <a:pt x="24097" y="73408"/>
                  </a:lnTo>
                  <a:lnTo>
                    <a:pt x="25164" y="72270"/>
                  </a:lnTo>
                  <a:lnTo>
                    <a:pt x="26330" y="71385"/>
                  </a:lnTo>
                  <a:lnTo>
                    <a:pt x="28098" y="70695"/>
                  </a:lnTo>
                  <a:lnTo>
                    <a:pt x="31185" y="69686"/>
                  </a:lnTo>
                  <a:lnTo>
                    <a:pt x="33323" y="68987"/>
                  </a:lnTo>
                  <a:lnTo>
                    <a:pt x="33543" y="68915"/>
                  </a:lnTo>
                  <a:lnTo>
                    <a:pt x="33284" y="68716"/>
                  </a:lnTo>
                  <a:lnTo>
                    <a:pt x="26375" y="63383"/>
                  </a:lnTo>
                  <a:lnTo>
                    <a:pt x="23925" y="61414"/>
                  </a:lnTo>
                  <a:lnTo>
                    <a:pt x="23535" y="61121"/>
                  </a:lnTo>
                  <a:lnTo>
                    <a:pt x="22933" y="60676"/>
                  </a:lnTo>
                  <a:lnTo>
                    <a:pt x="22687" y="60482"/>
                  </a:lnTo>
                  <a:lnTo>
                    <a:pt x="22479" y="60363"/>
                  </a:lnTo>
                  <a:lnTo>
                    <a:pt x="22118" y="60168"/>
                  </a:lnTo>
                  <a:lnTo>
                    <a:pt x="21715" y="59949"/>
                  </a:lnTo>
                  <a:lnTo>
                    <a:pt x="19619" y="58724"/>
                  </a:lnTo>
                  <a:lnTo>
                    <a:pt x="19426" y="58618"/>
                  </a:lnTo>
                  <a:lnTo>
                    <a:pt x="18931" y="58344"/>
                  </a:lnTo>
                  <a:lnTo>
                    <a:pt x="17797" y="57715"/>
                  </a:lnTo>
                  <a:lnTo>
                    <a:pt x="16455" y="56469"/>
                  </a:lnTo>
                  <a:lnTo>
                    <a:pt x="16169" y="56224"/>
                  </a:lnTo>
                  <a:lnTo>
                    <a:pt x="15877" y="55974"/>
                  </a:lnTo>
                  <a:lnTo>
                    <a:pt x="15632" y="55705"/>
                  </a:lnTo>
                  <a:lnTo>
                    <a:pt x="13776" y="53985"/>
                  </a:lnTo>
                  <a:lnTo>
                    <a:pt x="13557" y="53767"/>
                  </a:lnTo>
                  <a:lnTo>
                    <a:pt x="13431" y="53636"/>
                  </a:lnTo>
                  <a:lnTo>
                    <a:pt x="13288" y="53469"/>
                  </a:lnTo>
                  <a:lnTo>
                    <a:pt x="12376" y="52568"/>
                  </a:lnTo>
                  <a:lnTo>
                    <a:pt x="12195" y="52398"/>
                  </a:lnTo>
                  <a:lnTo>
                    <a:pt x="10783" y="51095"/>
                  </a:lnTo>
                  <a:lnTo>
                    <a:pt x="10402" y="50797"/>
                  </a:lnTo>
                  <a:lnTo>
                    <a:pt x="10217" y="50642"/>
                  </a:lnTo>
                  <a:lnTo>
                    <a:pt x="9787" y="50284"/>
                  </a:lnTo>
                  <a:lnTo>
                    <a:pt x="8917" y="49539"/>
                  </a:lnTo>
                  <a:lnTo>
                    <a:pt x="8276" y="49018"/>
                  </a:lnTo>
                  <a:lnTo>
                    <a:pt x="8013" y="48802"/>
                  </a:lnTo>
                  <a:lnTo>
                    <a:pt x="7709" y="48543"/>
                  </a:lnTo>
                  <a:lnTo>
                    <a:pt x="6789" y="47763"/>
                  </a:lnTo>
                  <a:lnTo>
                    <a:pt x="5717" y="47208"/>
                  </a:lnTo>
                  <a:lnTo>
                    <a:pt x="5307" y="46949"/>
                  </a:lnTo>
                  <a:lnTo>
                    <a:pt x="4974" y="46750"/>
                  </a:lnTo>
                  <a:lnTo>
                    <a:pt x="4289" y="46340"/>
                  </a:lnTo>
                  <a:lnTo>
                    <a:pt x="4155" y="46259"/>
                  </a:lnTo>
                  <a:lnTo>
                    <a:pt x="0" y="43743"/>
                  </a:lnTo>
                  <a:lnTo>
                    <a:pt x="276" y="43244"/>
                  </a:lnTo>
                  <a:lnTo>
                    <a:pt x="4203" y="36148"/>
                  </a:lnTo>
                  <a:lnTo>
                    <a:pt x="5628" y="33784"/>
                  </a:lnTo>
                  <a:lnTo>
                    <a:pt x="6325" y="32628"/>
                  </a:lnTo>
                  <a:lnTo>
                    <a:pt x="6746" y="31933"/>
                  </a:lnTo>
                  <a:lnTo>
                    <a:pt x="13228" y="21920"/>
                  </a:lnTo>
                  <a:lnTo>
                    <a:pt x="18256" y="13419"/>
                  </a:lnTo>
                  <a:lnTo>
                    <a:pt x="18935" y="10520"/>
                  </a:lnTo>
                  <a:lnTo>
                    <a:pt x="19132" y="8928"/>
                  </a:lnTo>
                  <a:lnTo>
                    <a:pt x="19217" y="1966"/>
                  </a:lnTo>
                  <a:lnTo>
                    <a:pt x="19228" y="1094"/>
                  </a:lnTo>
                  <a:lnTo>
                    <a:pt x="19235" y="480"/>
                  </a:lnTo>
                  <a:lnTo>
                    <a:pt x="19241" y="0"/>
                  </a:lnTo>
                  <a:lnTo>
                    <a:pt x="28235" y="424"/>
                  </a:lnTo>
                  <a:lnTo>
                    <a:pt x="28950" y="458"/>
                  </a:lnTo>
                  <a:lnTo>
                    <a:pt x="39591" y="963"/>
                  </a:lnTo>
                  <a:lnTo>
                    <a:pt x="40127" y="993"/>
                  </a:lnTo>
                  <a:lnTo>
                    <a:pt x="47493" y="1321"/>
                  </a:lnTo>
                  <a:lnTo>
                    <a:pt x="48678" y="1381"/>
                  </a:lnTo>
                  <a:lnTo>
                    <a:pt x="53785" y="1589"/>
                  </a:lnTo>
                  <a:lnTo>
                    <a:pt x="56260" y="182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3" name="pg482"/>
            <p:cNvSpPr/>
            <p:nvPr/>
          </p:nvSpPr>
          <p:spPr>
            <a:xfrm>
              <a:off x="2768583" y="2932334"/>
              <a:ext cx="81937" cy="129590"/>
            </a:xfrm>
            <a:custGeom>
              <a:avLst/>
              <a:pathLst>
                <a:path w="81937" h="129590">
                  <a:moveTo>
                    <a:pt x="23814" y="2415"/>
                  </a:moveTo>
                  <a:lnTo>
                    <a:pt x="25961" y="2683"/>
                  </a:lnTo>
                  <a:lnTo>
                    <a:pt x="26241" y="2683"/>
                  </a:lnTo>
                  <a:lnTo>
                    <a:pt x="26945" y="2683"/>
                  </a:lnTo>
                  <a:lnTo>
                    <a:pt x="33257" y="3052"/>
                  </a:lnTo>
                  <a:lnTo>
                    <a:pt x="34182" y="3106"/>
                  </a:lnTo>
                  <a:lnTo>
                    <a:pt x="46357" y="3816"/>
                  </a:lnTo>
                  <a:lnTo>
                    <a:pt x="60969" y="4464"/>
                  </a:lnTo>
                  <a:lnTo>
                    <a:pt x="62316" y="4524"/>
                  </a:lnTo>
                  <a:lnTo>
                    <a:pt x="62889" y="4550"/>
                  </a:lnTo>
                  <a:lnTo>
                    <a:pt x="67174" y="4740"/>
                  </a:lnTo>
                  <a:lnTo>
                    <a:pt x="67636" y="4761"/>
                  </a:lnTo>
                  <a:lnTo>
                    <a:pt x="67630" y="5242"/>
                  </a:lnTo>
                  <a:lnTo>
                    <a:pt x="67623" y="5856"/>
                  </a:lnTo>
                  <a:lnTo>
                    <a:pt x="67612" y="6728"/>
                  </a:lnTo>
                  <a:lnTo>
                    <a:pt x="67527" y="13690"/>
                  </a:lnTo>
                  <a:lnTo>
                    <a:pt x="67330" y="15282"/>
                  </a:lnTo>
                  <a:lnTo>
                    <a:pt x="66650" y="18181"/>
                  </a:lnTo>
                  <a:lnTo>
                    <a:pt x="61623" y="26682"/>
                  </a:lnTo>
                  <a:lnTo>
                    <a:pt x="55081" y="36787"/>
                  </a:lnTo>
                  <a:lnTo>
                    <a:pt x="54672" y="37469"/>
                  </a:lnTo>
                  <a:lnTo>
                    <a:pt x="54022" y="38546"/>
                  </a:lnTo>
                  <a:lnTo>
                    <a:pt x="52597" y="40911"/>
                  </a:lnTo>
                  <a:lnTo>
                    <a:pt x="48671" y="48005"/>
                  </a:lnTo>
                  <a:lnTo>
                    <a:pt x="48394" y="48505"/>
                  </a:lnTo>
                  <a:lnTo>
                    <a:pt x="52550" y="51021"/>
                  </a:lnTo>
                  <a:lnTo>
                    <a:pt x="52684" y="51102"/>
                  </a:lnTo>
                  <a:lnTo>
                    <a:pt x="53369" y="51512"/>
                  </a:lnTo>
                  <a:lnTo>
                    <a:pt x="53702" y="51711"/>
                  </a:lnTo>
                  <a:lnTo>
                    <a:pt x="54112" y="51970"/>
                  </a:lnTo>
                  <a:lnTo>
                    <a:pt x="55184" y="52525"/>
                  </a:lnTo>
                  <a:lnTo>
                    <a:pt x="56104" y="53305"/>
                  </a:lnTo>
                  <a:lnTo>
                    <a:pt x="56408" y="53564"/>
                  </a:lnTo>
                  <a:lnTo>
                    <a:pt x="56671" y="53780"/>
                  </a:lnTo>
                  <a:lnTo>
                    <a:pt x="57311" y="54301"/>
                  </a:lnTo>
                  <a:lnTo>
                    <a:pt x="58182" y="55046"/>
                  </a:lnTo>
                  <a:lnTo>
                    <a:pt x="58612" y="55404"/>
                  </a:lnTo>
                  <a:lnTo>
                    <a:pt x="58796" y="55559"/>
                  </a:lnTo>
                  <a:lnTo>
                    <a:pt x="59178" y="55857"/>
                  </a:lnTo>
                  <a:lnTo>
                    <a:pt x="60590" y="57160"/>
                  </a:lnTo>
                  <a:lnTo>
                    <a:pt x="60770" y="57330"/>
                  </a:lnTo>
                  <a:lnTo>
                    <a:pt x="61683" y="58231"/>
                  </a:lnTo>
                  <a:lnTo>
                    <a:pt x="61826" y="58398"/>
                  </a:lnTo>
                  <a:lnTo>
                    <a:pt x="61951" y="58529"/>
                  </a:lnTo>
                  <a:lnTo>
                    <a:pt x="62171" y="58746"/>
                  </a:lnTo>
                  <a:lnTo>
                    <a:pt x="64027" y="60467"/>
                  </a:lnTo>
                  <a:lnTo>
                    <a:pt x="64271" y="60736"/>
                  </a:lnTo>
                  <a:lnTo>
                    <a:pt x="64563" y="60985"/>
                  </a:lnTo>
                  <a:lnTo>
                    <a:pt x="64850" y="61231"/>
                  </a:lnTo>
                  <a:lnTo>
                    <a:pt x="66192" y="62477"/>
                  </a:lnTo>
                  <a:lnTo>
                    <a:pt x="67391" y="63142"/>
                  </a:lnTo>
                  <a:lnTo>
                    <a:pt x="67821" y="63379"/>
                  </a:lnTo>
                  <a:lnTo>
                    <a:pt x="68014" y="63486"/>
                  </a:lnTo>
                  <a:lnTo>
                    <a:pt x="70109" y="64711"/>
                  </a:lnTo>
                  <a:lnTo>
                    <a:pt x="70513" y="64930"/>
                  </a:lnTo>
                  <a:lnTo>
                    <a:pt x="70873" y="65125"/>
                  </a:lnTo>
                  <a:lnTo>
                    <a:pt x="71082" y="65244"/>
                  </a:lnTo>
                  <a:lnTo>
                    <a:pt x="71328" y="65438"/>
                  </a:lnTo>
                  <a:lnTo>
                    <a:pt x="71929" y="65883"/>
                  </a:lnTo>
                  <a:lnTo>
                    <a:pt x="72320" y="66176"/>
                  </a:lnTo>
                  <a:lnTo>
                    <a:pt x="74770" y="68145"/>
                  </a:lnTo>
                  <a:lnTo>
                    <a:pt x="81679" y="73478"/>
                  </a:lnTo>
                  <a:lnTo>
                    <a:pt x="81937" y="73677"/>
                  </a:lnTo>
                  <a:lnTo>
                    <a:pt x="81718" y="73749"/>
                  </a:lnTo>
                  <a:lnTo>
                    <a:pt x="79580" y="74448"/>
                  </a:lnTo>
                  <a:lnTo>
                    <a:pt x="76493" y="75457"/>
                  </a:lnTo>
                  <a:lnTo>
                    <a:pt x="74725" y="76147"/>
                  </a:lnTo>
                  <a:lnTo>
                    <a:pt x="73558" y="77031"/>
                  </a:lnTo>
                  <a:lnTo>
                    <a:pt x="72491" y="78169"/>
                  </a:lnTo>
                  <a:lnTo>
                    <a:pt x="71869" y="79628"/>
                  </a:lnTo>
                  <a:lnTo>
                    <a:pt x="68206" y="82236"/>
                  </a:lnTo>
                  <a:lnTo>
                    <a:pt x="66215" y="83597"/>
                  </a:lnTo>
                  <a:lnTo>
                    <a:pt x="63281" y="85671"/>
                  </a:lnTo>
                  <a:lnTo>
                    <a:pt x="62978" y="85886"/>
                  </a:lnTo>
                  <a:lnTo>
                    <a:pt x="62331" y="86344"/>
                  </a:lnTo>
                  <a:lnTo>
                    <a:pt x="61105" y="87213"/>
                  </a:lnTo>
                  <a:lnTo>
                    <a:pt x="59360" y="88449"/>
                  </a:lnTo>
                  <a:lnTo>
                    <a:pt x="58408" y="89124"/>
                  </a:lnTo>
                  <a:lnTo>
                    <a:pt x="58232" y="89246"/>
                  </a:lnTo>
                  <a:lnTo>
                    <a:pt x="56264" y="90609"/>
                  </a:lnTo>
                  <a:lnTo>
                    <a:pt x="53589" y="92516"/>
                  </a:lnTo>
                  <a:lnTo>
                    <a:pt x="52899" y="93008"/>
                  </a:lnTo>
                  <a:lnTo>
                    <a:pt x="49493" y="95845"/>
                  </a:lnTo>
                  <a:lnTo>
                    <a:pt x="44721" y="101286"/>
                  </a:lnTo>
                  <a:lnTo>
                    <a:pt x="42413" y="104105"/>
                  </a:lnTo>
                  <a:lnTo>
                    <a:pt x="41993" y="104618"/>
                  </a:lnTo>
                  <a:lnTo>
                    <a:pt x="41349" y="105887"/>
                  </a:lnTo>
                  <a:lnTo>
                    <a:pt x="37493" y="112300"/>
                  </a:lnTo>
                  <a:lnTo>
                    <a:pt x="36799" y="113480"/>
                  </a:lnTo>
                  <a:lnTo>
                    <a:pt x="34937" y="117134"/>
                  </a:lnTo>
                  <a:lnTo>
                    <a:pt x="33621" y="119738"/>
                  </a:lnTo>
                  <a:lnTo>
                    <a:pt x="33339" y="120295"/>
                  </a:lnTo>
                  <a:lnTo>
                    <a:pt x="33058" y="120851"/>
                  </a:lnTo>
                  <a:lnTo>
                    <a:pt x="32533" y="121872"/>
                  </a:lnTo>
                  <a:lnTo>
                    <a:pt x="31677" y="123533"/>
                  </a:lnTo>
                  <a:lnTo>
                    <a:pt x="30910" y="125039"/>
                  </a:lnTo>
                  <a:lnTo>
                    <a:pt x="30467" y="125909"/>
                  </a:lnTo>
                  <a:lnTo>
                    <a:pt x="29983" y="126860"/>
                  </a:lnTo>
                  <a:lnTo>
                    <a:pt x="29520" y="127768"/>
                  </a:lnTo>
                  <a:lnTo>
                    <a:pt x="29002" y="128785"/>
                  </a:lnTo>
                  <a:lnTo>
                    <a:pt x="28440" y="129590"/>
                  </a:lnTo>
                  <a:lnTo>
                    <a:pt x="28304" y="129252"/>
                  </a:lnTo>
                  <a:lnTo>
                    <a:pt x="28203" y="129000"/>
                  </a:lnTo>
                  <a:lnTo>
                    <a:pt x="28074" y="128679"/>
                  </a:lnTo>
                  <a:lnTo>
                    <a:pt x="27462" y="127159"/>
                  </a:lnTo>
                  <a:lnTo>
                    <a:pt x="27050" y="126133"/>
                  </a:lnTo>
                  <a:lnTo>
                    <a:pt x="26996" y="125999"/>
                  </a:lnTo>
                  <a:lnTo>
                    <a:pt x="26172" y="124029"/>
                  </a:lnTo>
                  <a:lnTo>
                    <a:pt x="25999" y="123616"/>
                  </a:lnTo>
                  <a:lnTo>
                    <a:pt x="24240" y="119444"/>
                  </a:lnTo>
                  <a:lnTo>
                    <a:pt x="24168" y="119297"/>
                  </a:lnTo>
                  <a:lnTo>
                    <a:pt x="22478" y="115834"/>
                  </a:lnTo>
                  <a:lnTo>
                    <a:pt x="20705" y="112204"/>
                  </a:lnTo>
                  <a:lnTo>
                    <a:pt x="20122" y="111425"/>
                  </a:lnTo>
                  <a:lnTo>
                    <a:pt x="17511" y="108786"/>
                  </a:lnTo>
                  <a:lnTo>
                    <a:pt x="15933" y="107190"/>
                  </a:lnTo>
                  <a:lnTo>
                    <a:pt x="15511" y="106763"/>
                  </a:lnTo>
                  <a:lnTo>
                    <a:pt x="13565" y="104824"/>
                  </a:lnTo>
                  <a:lnTo>
                    <a:pt x="13268" y="104562"/>
                  </a:lnTo>
                  <a:lnTo>
                    <a:pt x="11712" y="103184"/>
                  </a:lnTo>
                  <a:lnTo>
                    <a:pt x="11300" y="102806"/>
                  </a:lnTo>
                  <a:lnTo>
                    <a:pt x="8667" y="100390"/>
                  </a:lnTo>
                  <a:lnTo>
                    <a:pt x="8433" y="100176"/>
                  </a:lnTo>
                  <a:lnTo>
                    <a:pt x="7066" y="98921"/>
                  </a:lnTo>
                  <a:lnTo>
                    <a:pt x="6911" y="98696"/>
                  </a:lnTo>
                  <a:lnTo>
                    <a:pt x="6745" y="98455"/>
                  </a:lnTo>
                  <a:lnTo>
                    <a:pt x="5629" y="96835"/>
                  </a:lnTo>
                  <a:lnTo>
                    <a:pt x="4824" y="95665"/>
                  </a:lnTo>
                  <a:lnTo>
                    <a:pt x="4642" y="95401"/>
                  </a:lnTo>
                  <a:lnTo>
                    <a:pt x="4549" y="94795"/>
                  </a:lnTo>
                  <a:lnTo>
                    <a:pt x="4294" y="93136"/>
                  </a:lnTo>
                  <a:lnTo>
                    <a:pt x="4192" y="92470"/>
                  </a:lnTo>
                  <a:lnTo>
                    <a:pt x="4153" y="92217"/>
                  </a:lnTo>
                  <a:lnTo>
                    <a:pt x="4087" y="91085"/>
                  </a:lnTo>
                  <a:lnTo>
                    <a:pt x="3349" y="78584"/>
                  </a:lnTo>
                  <a:lnTo>
                    <a:pt x="2723" y="67968"/>
                  </a:lnTo>
                  <a:lnTo>
                    <a:pt x="2626" y="66326"/>
                  </a:lnTo>
                  <a:lnTo>
                    <a:pt x="2498" y="61821"/>
                  </a:lnTo>
                  <a:lnTo>
                    <a:pt x="2493" y="61642"/>
                  </a:lnTo>
                  <a:lnTo>
                    <a:pt x="2462" y="60555"/>
                  </a:lnTo>
                  <a:lnTo>
                    <a:pt x="2382" y="59618"/>
                  </a:lnTo>
                  <a:lnTo>
                    <a:pt x="2178" y="54926"/>
                  </a:lnTo>
                  <a:lnTo>
                    <a:pt x="1792" y="46056"/>
                  </a:lnTo>
                  <a:lnTo>
                    <a:pt x="1631" y="43449"/>
                  </a:lnTo>
                  <a:lnTo>
                    <a:pt x="1344" y="36466"/>
                  </a:lnTo>
                  <a:lnTo>
                    <a:pt x="1344" y="35643"/>
                  </a:lnTo>
                  <a:lnTo>
                    <a:pt x="1076" y="30935"/>
                  </a:lnTo>
                  <a:lnTo>
                    <a:pt x="1118" y="30475"/>
                  </a:lnTo>
                  <a:lnTo>
                    <a:pt x="931" y="26897"/>
                  </a:lnTo>
                  <a:lnTo>
                    <a:pt x="725" y="22400"/>
                  </a:lnTo>
                  <a:lnTo>
                    <a:pt x="708" y="22014"/>
                  </a:lnTo>
                  <a:lnTo>
                    <a:pt x="352" y="20261"/>
                  </a:lnTo>
                  <a:lnTo>
                    <a:pt x="0" y="18584"/>
                  </a:lnTo>
                  <a:lnTo>
                    <a:pt x="225" y="17065"/>
                  </a:lnTo>
                  <a:lnTo>
                    <a:pt x="355" y="16186"/>
                  </a:lnTo>
                  <a:lnTo>
                    <a:pt x="3116" y="8571"/>
                  </a:lnTo>
                  <a:lnTo>
                    <a:pt x="4818" y="295"/>
                  </a:lnTo>
                  <a:lnTo>
                    <a:pt x="4878" y="0"/>
                  </a:lnTo>
                  <a:lnTo>
                    <a:pt x="9363" y="491"/>
                  </a:lnTo>
                  <a:lnTo>
                    <a:pt x="9952" y="573"/>
                  </a:lnTo>
                  <a:lnTo>
                    <a:pt x="10604" y="664"/>
                  </a:lnTo>
                  <a:lnTo>
                    <a:pt x="16746" y="1520"/>
                  </a:lnTo>
                  <a:lnTo>
                    <a:pt x="20062" y="1940"/>
                  </a:lnTo>
                  <a:lnTo>
                    <a:pt x="20426" y="1986"/>
                  </a:lnTo>
                  <a:lnTo>
                    <a:pt x="22692" y="227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4" name="pg483"/>
            <p:cNvSpPr/>
            <p:nvPr/>
          </p:nvSpPr>
          <p:spPr>
            <a:xfrm>
              <a:off x="2690370" y="2925345"/>
              <a:ext cx="83091" cy="96140"/>
            </a:xfrm>
            <a:custGeom>
              <a:avLst/>
              <a:pathLst>
                <a:path w="83091" h="96140">
                  <a:moveTo>
                    <a:pt x="68871" y="81093"/>
                  </a:moveTo>
                  <a:lnTo>
                    <a:pt x="66696" y="84968"/>
                  </a:lnTo>
                  <a:lnTo>
                    <a:pt x="64157" y="89583"/>
                  </a:lnTo>
                  <a:lnTo>
                    <a:pt x="63857" y="90129"/>
                  </a:lnTo>
                  <a:lnTo>
                    <a:pt x="62508" y="92710"/>
                  </a:lnTo>
                  <a:lnTo>
                    <a:pt x="60715" y="96140"/>
                  </a:lnTo>
                  <a:lnTo>
                    <a:pt x="55475" y="93656"/>
                  </a:lnTo>
                  <a:lnTo>
                    <a:pt x="53428" y="92834"/>
                  </a:lnTo>
                  <a:lnTo>
                    <a:pt x="50829" y="91790"/>
                  </a:lnTo>
                  <a:lnTo>
                    <a:pt x="49997" y="91430"/>
                  </a:lnTo>
                  <a:lnTo>
                    <a:pt x="45610" y="89679"/>
                  </a:lnTo>
                  <a:lnTo>
                    <a:pt x="43010" y="88531"/>
                  </a:lnTo>
                  <a:lnTo>
                    <a:pt x="36362" y="85595"/>
                  </a:lnTo>
                  <a:lnTo>
                    <a:pt x="36098" y="85478"/>
                  </a:lnTo>
                  <a:lnTo>
                    <a:pt x="34621" y="84912"/>
                  </a:lnTo>
                  <a:lnTo>
                    <a:pt x="31915" y="83741"/>
                  </a:lnTo>
                  <a:lnTo>
                    <a:pt x="31538" y="83992"/>
                  </a:lnTo>
                  <a:lnTo>
                    <a:pt x="30226" y="84862"/>
                  </a:lnTo>
                  <a:lnTo>
                    <a:pt x="29882" y="85169"/>
                  </a:lnTo>
                  <a:lnTo>
                    <a:pt x="29473" y="85412"/>
                  </a:lnTo>
                  <a:lnTo>
                    <a:pt x="25987" y="87452"/>
                  </a:lnTo>
                  <a:lnTo>
                    <a:pt x="25697" y="87622"/>
                  </a:lnTo>
                  <a:lnTo>
                    <a:pt x="24808" y="88072"/>
                  </a:lnTo>
                  <a:lnTo>
                    <a:pt x="23694" y="88636"/>
                  </a:lnTo>
                  <a:lnTo>
                    <a:pt x="23218" y="88877"/>
                  </a:lnTo>
                  <a:lnTo>
                    <a:pt x="19462" y="90779"/>
                  </a:lnTo>
                  <a:lnTo>
                    <a:pt x="18320" y="88754"/>
                  </a:lnTo>
                  <a:lnTo>
                    <a:pt x="14446" y="81911"/>
                  </a:lnTo>
                  <a:lnTo>
                    <a:pt x="13853" y="80865"/>
                  </a:lnTo>
                  <a:lnTo>
                    <a:pt x="12817" y="79080"/>
                  </a:lnTo>
                  <a:lnTo>
                    <a:pt x="9667" y="73416"/>
                  </a:lnTo>
                  <a:lnTo>
                    <a:pt x="9148" y="72483"/>
                  </a:lnTo>
                  <a:lnTo>
                    <a:pt x="5314" y="65598"/>
                  </a:lnTo>
                  <a:lnTo>
                    <a:pt x="4552" y="64229"/>
                  </a:lnTo>
                  <a:lnTo>
                    <a:pt x="2199" y="59973"/>
                  </a:lnTo>
                  <a:lnTo>
                    <a:pt x="116" y="56206"/>
                  </a:lnTo>
                  <a:lnTo>
                    <a:pt x="0" y="55995"/>
                  </a:lnTo>
                  <a:lnTo>
                    <a:pt x="455" y="55210"/>
                  </a:lnTo>
                  <a:lnTo>
                    <a:pt x="944" y="54371"/>
                  </a:lnTo>
                  <a:lnTo>
                    <a:pt x="2009" y="52538"/>
                  </a:lnTo>
                  <a:lnTo>
                    <a:pt x="3162" y="50557"/>
                  </a:lnTo>
                  <a:lnTo>
                    <a:pt x="12049" y="36003"/>
                  </a:lnTo>
                  <a:lnTo>
                    <a:pt x="12201" y="35756"/>
                  </a:lnTo>
                  <a:lnTo>
                    <a:pt x="18372" y="24791"/>
                  </a:lnTo>
                  <a:lnTo>
                    <a:pt x="20601" y="20560"/>
                  </a:lnTo>
                  <a:lnTo>
                    <a:pt x="22528" y="17180"/>
                  </a:lnTo>
                  <a:lnTo>
                    <a:pt x="25508" y="11952"/>
                  </a:lnTo>
                  <a:lnTo>
                    <a:pt x="27740" y="8037"/>
                  </a:lnTo>
                  <a:lnTo>
                    <a:pt x="28065" y="7467"/>
                  </a:lnTo>
                  <a:lnTo>
                    <a:pt x="31948" y="0"/>
                  </a:lnTo>
                  <a:lnTo>
                    <a:pt x="34397" y="393"/>
                  </a:lnTo>
                  <a:lnTo>
                    <a:pt x="34832" y="463"/>
                  </a:lnTo>
                  <a:lnTo>
                    <a:pt x="35615" y="589"/>
                  </a:lnTo>
                  <a:lnTo>
                    <a:pt x="35843" y="625"/>
                  </a:lnTo>
                  <a:lnTo>
                    <a:pt x="37219" y="818"/>
                  </a:lnTo>
                  <a:lnTo>
                    <a:pt x="56611" y="3529"/>
                  </a:lnTo>
                  <a:lnTo>
                    <a:pt x="58490" y="3738"/>
                  </a:lnTo>
                  <a:lnTo>
                    <a:pt x="59205" y="3798"/>
                  </a:lnTo>
                  <a:lnTo>
                    <a:pt x="62486" y="4394"/>
                  </a:lnTo>
                  <a:lnTo>
                    <a:pt x="66541" y="4931"/>
                  </a:lnTo>
                  <a:lnTo>
                    <a:pt x="69851" y="5289"/>
                  </a:lnTo>
                  <a:lnTo>
                    <a:pt x="80407" y="6780"/>
                  </a:lnTo>
                  <a:lnTo>
                    <a:pt x="80864" y="6815"/>
                  </a:lnTo>
                  <a:lnTo>
                    <a:pt x="81762" y="6885"/>
                  </a:lnTo>
                  <a:lnTo>
                    <a:pt x="83091" y="6988"/>
                  </a:lnTo>
                  <a:lnTo>
                    <a:pt x="83030" y="7284"/>
                  </a:lnTo>
                  <a:lnTo>
                    <a:pt x="81327" y="15562"/>
                  </a:lnTo>
                  <a:lnTo>
                    <a:pt x="78567" y="23175"/>
                  </a:lnTo>
                  <a:lnTo>
                    <a:pt x="78437" y="24054"/>
                  </a:lnTo>
                  <a:lnTo>
                    <a:pt x="78212" y="25573"/>
                  </a:lnTo>
                  <a:lnTo>
                    <a:pt x="78564" y="27250"/>
                  </a:lnTo>
                  <a:lnTo>
                    <a:pt x="78920" y="29003"/>
                  </a:lnTo>
                  <a:lnTo>
                    <a:pt x="78938" y="29389"/>
                  </a:lnTo>
                  <a:lnTo>
                    <a:pt x="79144" y="33886"/>
                  </a:lnTo>
                  <a:lnTo>
                    <a:pt x="79330" y="37464"/>
                  </a:lnTo>
                  <a:lnTo>
                    <a:pt x="79289" y="37924"/>
                  </a:lnTo>
                  <a:lnTo>
                    <a:pt x="79557" y="42632"/>
                  </a:lnTo>
                  <a:lnTo>
                    <a:pt x="79557" y="43455"/>
                  </a:lnTo>
                  <a:lnTo>
                    <a:pt x="79843" y="50438"/>
                  </a:lnTo>
                  <a:lnTo>
                    <a:pt x="80004" y="53045"/>
                  </a:lnTo>
                  <a:lnTo>
                    <a:pt x="80390" y="61915"/>
                  </a:lnTo>
                  <a:lnTo>
                    <a:pt x="80595" y="66606"/>
                  </a:lnTo>
                  <a:lnTo>
                    <a:pt x="80675" y="67543"/>
                  </a:lnTo>
                  <a:lnTo>
                    <a:pt x="80706" y="68631"/>
                  </a:lnTo>
                  <a:lnTo>
                    <a:pt x="80703" y="68810"/>
                  </a:lnTo>
                  <a:lnTo>
                    <a:pt x="80546" y="68822"/>
                  </a:lnTo>
                  <a:lnTo>
                    <a:pt x="80285" y="68841"/>
                  </a:lnTo>
                  <a:lnTo>
                    <a:pt x="73527" y="69335"/>
                  </a:lnTo>
                  <a:lnTo>
                    <a:pt x="73198" y="69359"/>
                  </a:lnTo>
                  <a:lnTo>
                    <a:pt x="73516" y="74957"/>
                  </a:lnTo>
                  <a:lnTo>
                    <a:pt x="73513" y="76505"/>
                  </a:lnTo>
                  <a:lnTo>
                    <a:pt x="73602" y="78294"/>
                  </a:lnTo>
                  <a:lnTo>
                    <a:pt x="73161" y="78380"/>
                  </a:lnTo>
                  <a:lnTo>
                    <a:pt x="70979" y="78804"/>
                  </a:lnTo>
                  <a:lnTo>
                    <a:pt x="69221" y="80468"/>
                  </a:lnTo>
                  <a:lnTo>
                    <a:pt x="68962" y="8093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5" name="pg484"/>
            <p:cNvSpPr/>
            <p:nvPr/>
          </p:nvSpPr>
          <p:spPr>
            <a:xfrm>
              <a:off x="2603491" y="2874591"/>
              <a:ext cx="118711" cy="89790"/>
            </a:xfrm>
            <a:custGeom>
              <a:avLst/>
              <a:pathLst>
                <a:path w="118711" h="89790">
                  <a:moveTo>
                    <a:pt x="79132" y="17924"/>
                  </a:moveTo>
                  <a:lnTo>
                    <a:pt x="78285" y="23655"/>
                  </a:lnTo>
                  <a:lnTo>
                    <a:pt x="75452" y="23524"/>
                  </a:lnTo>
                  <a:lnTo>
                    <a:pt x="72154" y="22383"/>
                  </a:lnTo>
                  <a:lnTo>
                    <a:pt x="70168" y="21202"/>
                  </a:lnTo>
                  <a:lnTo>
                    <a:pt x="69711" y="22176"/>
                  </a:lnTo>
                  <a:lnTo>
                    <a:pt x="68796" y="25468"/>
                  </a:lnTo>
                  <a:lnTo>
                    <a:pt x="68365" y="28510"/>
                  </a:lnTo>
                  <a:lnTo>
                    <a:pt x="67014" y="40835"/>
                  </a:lnTo>
                  <a:lnTo>
                    <a:pt x="66436" y="43676"/>
                  </a:lnTo>
                  <a:lnTo>
                    <a:pt x="66322" y="44237"/>
                  </a:lnTo>
                  <a:lnTo>
                    <a:pt x="67868" y="44473"/>
                  </a:lnTo>
                  <a:lnTo>
                    <a:pt x="73892" y="45188"/>
                  </a:lnTo>
                  <a:lnTo>
                    <a:pt x="79856" y="46023"/>
                  </a:lnTo>
                  <a:lnTo>
                    <a:pt x="85724" y="46949"/>
                  </a:lnTo>
                  <a:lnTo>
                    <a:pt x="91422" y="47550"/>
                  </a:lnTo>
                  <a:lnTo>
                    <a:pt x="94467" y="47872"/>
                  </a:lnTo>
                  <a:lnTo>
                    <a:pt x="95153" y="48051"/>
                  </a:lnTo>
                  <a:lnTo>
                    <a:pt x="97032" y="48289"/>
                  </a:lnTo>
                  <a:lnTo>
                    <a:pt x="98463" y="48498"/>
                  </a:lnTo>
                  <a:lnTo>
                    <a:pt x="104368" y="49124"/>
                  </a:lnTo>
                  <a:lnTo>
                    <a:pt x="106544" y="49333"/>
                  </a:lnTo>
                  <a:lnTo>
                    <a:pt x="111465" y="49870"/>
                  </a:lnTo>
                  <a:lnTo>
                    <a:pt x="116309" y="50521"/>
                  </a:lnTo>
                  <a:lnTo>
                    <a:pt x="116564" y="50556"/>
                  </a:lnTo>
                  <a:lnTo>
                    <a:pt x="118711" y="50735"/>
                  </a:lnTo>
                  <a:lnTo>
                    <a:pt x="114944" y="58221"/>
                  </a:lnTo>
                  <a:lnTo>
                    <a:pt x="114620" y="58790"/>
                  </a:lnTo>
                  <a:lnTo>
                    <a:pt x="112388" y="62706"/>
                  </a:lnTo>
                  <a:lnTo>
                    <a:pt x="109407" y="67934"/>
                  </a:lnTo>
                  <a:lnTo>
                    <a:pt x="107481" y="71314"/>
                  </a:lnTo>
                  <a:lnTo>
                    <a:pt x="105251" y="75545"/>
                  </a:lnTo>
                  <a:lnTo>
                    <a:pt x="99080" y="86510"/>
                  </a:lnTo>
                  <a:lnTo>
                    <a:pt x="98642" y="86250"/>
                  </a:lnTo>
                  <a:lnTo>
                    <a:pt x="95450" y="84358"/>
                  </a:lnTo>
                  <a:lnTo>
                    <a:pt x="92606" y="82672"/>
                  </a:lnTo>
                  <a:lnTo>
                    <a:pt x="92287" y="83188"/>
                  </a:lnTo>
                  <a:lnTo>
                    <a:pt x="88415" y="89790"/>
                  </a:lnTo>
                  <a:lnTo>
                    <a:pt x="83348" y="86506"/>
                  </a:lnTo>
                  <a:lnTo>
                    <a:pt x="83086" y="86336"/>
                  </a:lnTo>
                  <a:lnTo>
                    <a:pt x="81464" y="85453"/>
                  </a:lnTo>
                  <a:lnTo>
                    <a:pt x="80284" y="84810"/>
                  </a:lnTo>
                  <a:lnTo>
                    <a:pt x="78653" y="83922"/>
                  </a:lnTo>
                  <a:lnTo>
                    <a:pt x="74063" y="81423"/>
                  </a:lnTo>
                  <a:lnTo>
                    <a:pt x="73795" y="81380"/>
                  </a:lnTo>
                  <a:lnTo>
                    <a:pt x="68741" y="80574"/>
                  </a:lnTo>
                  <a:lnTo>
                    <a:pt x="68313" y="80506"/>
                  </a:lnTo>
                  <a:lnTo>
                    <a:pt x="67492" y="80425"/>
                  </a:lnTo>
                  <a:lnTo>
                    <a:pt x="65192" y="80156"/>
                  </a:lnTo>
                  <a:lnTo>
                    <a:pt x="63186" y="79847"/>
                  </a:lnTo>
                  <a:lnTo>
                    <a:pt x="61985" y="79663"/>
                  </a:lnTo>
                  <a:lnTo>
                    <a:pt x="60912" y="79498"/>
                  </a:lnTo>
                  <a:lnTo>
                    <a:pt x="57390" y="78915"/>
                  </a:lnTo>
                  <a:lnTo>
                    <a:pt x="57233" y="78889"/>
                  </a:lnTo>
                  <a:lnTo>
                    <a:pt x="57104" y="78872"/>
                  </a:lnTo>
                  <a:lnTo>
                    <a:pt x="50831" y="78022"/>
                  </a:lnTo>
                  <a:lnTo>
                    <a:pt x="43849" y="76834"/>
                  </a:lnTo>
                  <a:lnTo>
                    <a:pt x="43183" y="76721"/>
                  </a:lnTo>
                  <a:lnTo>
                    <a:pt x="42236" y="82642"/>
                  </a:lnTo>
                  <a:lnTo>
                    <a:pt x="36682" y="82201"/>
                  </a:lnTo>
                  <a:lnTo>
                    <a:pt x="37321" y="77272"/>
                  </a:lnTo>
                  <a:lnTo>
                    <a:pt x="38755" y="73729"/>
                  </a:lnTo>
                  <a:lnTo>
                    <a:pt x="42713" y="68545"/>
                  </a:lnTo>
                  <a:lnTo>
                    <a:pt x="32534" y="67161"/>
                  </a:lnTo>
                  <a:lnTo>
                    <a:pt x="28334" y="66579"/>
                  </a:lnTo>
                  <a:lnTo>
                    <a:pt x="27896" y="66518"/>
                  </a:lnTo>
                  <a:lnTo>
                    <a:pt x="24251" y="65987"/>
                  </a:lnTo>
                  <a:lnTo>
                    <a:pt x="19767" y="63432"/>
                  </a:lnTo>
                  <a:lnTo>
                    <a:pt x="19454" y="63116"/>
                  </a:lnTo>
                  <a:lnTo>
                    <a:pt x="17539" y="61183"/>
                  </a:lnTo>
                  <a:lnTo>
                    <a:pt x="15512" y="59370"/>
                  </a:lnTo>
                  <a:lnTo>
                    <a:pt x="15181" y="59096"/>
                  </a:lnTo>
                  <a:lnTo>
                    <a:pt x="12434" y="56817"/>
                  </a:lnTo>
                  <a:lnTo>
                    <a:pt x="10893" y="55630"/>
                  </a:lnTo>
                  <a:lnTo>
                    <a:pt x="6644" y="51996"/>
                  </a:lnTo>
                  <a:lnTo>
                    <a:pt x="1710" y="50743"/>
                  </a:lnTo>
                  <a:lnTo>
                    <a:pt x="0" y="50309"/>
                  </a:lnTo>
                  <a:lnTo>
                    <a:pt x="1419" y="48947"/>
                  </a:lnTo>
                  <a:lnTo>
                    <a:pt x="2109" y="48286"/>
                  </a:lnTo>
                  <a:lnTo>
                    <a:pt x="3629" y="46829"/>
                  </a:lnTo>
                  <a:lnTo>
                    <a:pt x="5281" y="45245"/>
                  </a:lnTo>
                  <a:lnTo>
                    <a:pt x="7073" y="43527"/>
                  </a:lnTo>
                  <a:lnTo>
                    <a:pt x="8542" y="42113"/>
                  </a:lnTo>
                  <a:lnTo>
                    <a:pt x="8862" y="41805"/>
                  </a:lnTo>
                  <a:lnTo>
                    <a:pt x="9452" y="41238"/>
                  </a:lnTo>
                  <a:lnTo>
                    <a:pt x="10466" y="40347"/>
                  </a:lnTo>
                  <a:lnTo>
                    <a:pt x="11157" y="39685"/>
                  </a:lnTo>
                  <a:lnTo>
                    <a:pt x="11932" y="38942"/>
                  </a:lnTo>
                  <a:lnTo>
                    <a:pt x="12257" y="38630"/>
                  </a:lnTo>
                  <a:lnTo>
                    <a:pt x="13616" y="37328"/>
                  </a:lnTo>
                  <a:lnTo>
                    <a:pt x="13948" y="37371"/>
                  </a:lnTo>
                  <a:lnTo>
                    <a:pt x="14614" y="37457"/>
                  </a:lnTo>
                  <a:lnTo>
                    <a:pt x="14794" y="37303"/>
                  </a:lnTo>
                  <a:lnTo>
                    <a:pt x="16166" y="36134"/>
                  </a:lnTo>
                  <a:lnTo>
                    <a:pt x="20928" y="32075"/>
                  </a:lnTo>
                  <a:lnTo>
                    <a:pt x="22910" y="30384"/>
                  </a:lnTo>
                  <a:lnTo>
                    <a:pt x="24103" y="29368"/>
                  </a:lnTo>
                  <a:lnTo>
                    <a:pt x="28561" y="25572"/>
                  </a:lnTo>
                  <a:lnTo>
                    <a:pt x="35271" y="19858"/>
                  </a:lnTo>
                  <a:lnTo>
                    <a:pt x="37396" y="18048"/>
                  </a:lnTo>
                  <a:lnTo>
                    <a:pt x="38019" y="17494"/>
                  </a:lnTo>
                  <a:lnTo>
                    <a:pt x="38876" y="16732"/>
                  </a:lnTo>
                  <a:lnTo>
                    <a:pt x="42443" y="13561"/>
                  </a:lnTo>
                  <a:lnTo>
                    <a:pt x="46732" y="9747"/>
                  </a:lnTo>
                  <a:lnTo>
                    <a:pt x="49510" y="7276"/>
                  </a:lnTo>
                  <a:lnTo>
                    <a:pt x="57618" y="0"/>
                  </a:lnTo>
                  <a:lnTo>
                    <a:pt x="58258" y="709"/>
                  </a:lnTo>
                  <a:lnTo>
                    <a:pt x="59083" y="1621"/>
                  </a:lnTo>
                  <a:lnTo>
                    <a:pt x="59740" y="2349"/>
                  </a:lnTo>
                  <a:lnTo>
                    <a:pt x="64193" y="7276"/>
                  </a:lnTo>
                  <a:lnTo>
                    <a:pt x="67974" y="11709"/>
                  </a:lnTo>
                  <a:lnTo>
                    <a:pt x="70222" y="13881"/>
                  </a:lnTo>
                  <a:lnTo>
                    <a:pt x="73907" y="16547"/>
                  </a:lnTo>
                  <a:lnTo>
                    <a:pt x="76824" y="1765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6" name="pg485"/>
            <p:cNvSpPr/>
            <p:nvPr/>
          </p:nvSpPr>
          <p:spPr>
            <a:xfrm>
              <a:off x="2505661" y="2863743"/>
              <a:ext cx="111446" cy="97276"/>
            </a:xfrm>
            <a:custGeom>
              <a:avLst/>
              <a:pathLst>
                <a:path w="111446" h="97276">
                  <a:moveTo>
                    <a:pt x="78300" y="2929"/>
                  </a:moveTo>
                  <a:lnTo>
                    <a:pt x="71726" y="14568"/>
                  </a:lnTo>
                  <a:lnTo>
                    <a:pt x="67597" y="21899"/>
                  </a:lnTo>
                  <a:lnTo>
                    <a:pt x="66192" y="24725"/>
                  </a:lnTo>
                  <a:lnTo>
                    <a:pt x="64616" y="28149"/>
                  </a:lnTo>
                  <a:lnTo>
                    <a:pt x="63663" y="33185"/>
                  </a:lnTo>
                  <a:lnTo>
                    <a:pt x="63485" y="33975"/>
                  </a:lnTo>
                  <a:lnTo>
                    <a:pt x="63358" y="34537"/>
                  </a:lnTo>
                  <a:lnTo>
                    <a:pt x="62102" y="40101"/>
                  </a:lnTo>
                  <a:lnTo>
                    <a:pt x="61215" y="44032"/>
                  </a:lnTo>
                  <a:lnTo>
                    <a:pt x="61450" y="44065"/>
                  </a:lnTo>
                  <a:lnTo>
                    <a:pt x="65917" y="44683"/>
                  </a:lnTo>
                  <a:lnTo>
                    <a:pt x="72146" y="45544"/>
                  </a:lnTo>
                  <a:lnTo>
                    <a:pt x="75948" y="46059"/>
                  </a:lnTo>
                  <a:lnTo>
                    <a:pt x="76270" y="46102"/>
                  </a:lnTo>
                  <a:lnTo>
                    <a:pt x="78620" y="46412"/>
                  </a:lnTo>
                  <a:lnTo>
                    <a:pt x="81084" y="46737"/>
                  </a:lnTo>
                  <a:lnTo>
                    <a:pt x="85628" y="47335"/>
                  </a:lnTo>
                  <a:lnTo>
                    <a:pt x="89090" y="47713"/>
                  </a:lnTo>
                  <a:lnTo>
                    <a:pt x="89741" y="47784"/>
                  </a:lnTo>
                  <a:lnTo>
                    <a:pt x="92270" y="48061"/>
                  </a:lnTo>
                  <a:lnTo>
                    <a:pt x="93021" y="48069"/>
                  </a:lnTo>
                  <a:lnTo>
                    <a:pt x="93470" y="48074"/>
                  </a:lnTo>
                  <a:lnTo>
                    <a:pt x="93949" y="48080"/>
                  </a:lnTo>
                  <a:lnTo>
                    <a:pt x="94120" y="48048"/>
                  </a:lnTo>
                  <a:lnTo>
                    <a:pt x="94600" y="47960"/>
                  </a:lnTo>
                  <a:lnTo>
                    <a:pt x="95611" y="47775"/>
                  </a:lnTo>
                  <a:lnTo>
                    <a:pt x="96898" y="47539"/>
                  </a:lnTo>
                  <a:lnTo>
                    <a:pt x="97482" y="47432"/>
                  </a:lnTo>
                  <a:lnTo>
                    <a:pt x="102726" y="46472"/>
                  </a:lnTo>
                  <a:lnTo>
                    <a:pt x="103186" y="46387"/>
                  </a:lnTo>
                  <a:lnTo>
                    <a:pt x="104357" y="46439"/>
                  </a:lnTo>
                  <a:lnTo>
                    <a:pt x="105482" y="46488"/>
                  </a:lnTo>
                  <a:lnTo>
                    <a:pt x="106586" y="46536"/>
                  </a:lnTo>
                  <a:lnTo>
                    <a:pt x="110030" y="47698"/>
                  </a:lnTo>
                  <a:lnTo>
                    <a:pt x="110566" y="47880"/>
                  </a:lnTo>
                  <a:lnTo>
                    <a:pt x="111446" y="48177"/>
                  </a:lnTo>
                  <a:lnTo>
                    <a:pt x="110087" y="49478"/>
                  </a:lnTo>
                  <a:lnTo>
                    <a:pt x="109762" y="49790"/>
                  </a:lnTo>
                  <a:lnTo>
                    <a:pt x="108987" y="50533"/>
                  </a:lnTo>
                  <a:lnTo>
                    <a:pt x="108251" y="51235"/>
                  </a:lnTo>
                  <a:lnTo>
                    <a:pt x="107282" y="52086"/>
                  </a:lnTo>
                  <a:lnTo>
                    <a:pt x="106692" y="52654"/>
                  </a:lnTo>
                  <a:lnTo>
                    <a:pt x="106372" y="52962"/>
                  </a:lnTo>
                  <a:lnTo>
                    <a:pt x="104903" y="54375"/>
                  </a:lnTo>
                  <a:lnTo>
                    <a:pt x="103111" y="56094"/>
                  </a:lnTo>
                  <a:lnTo>
                    <a:pt x="101459" y="57678"/>
                  </a:lnTo>
                  <a:lnTo>
                    <a:pt x="99939" y="59135"/>
                  </a:lnTo>
                  <a:lnTo>
                    <a:pt x="99249" y="59796"/>
                  </a:lnTo>
                  <a:lnTo>
                    <a:pt x="97829" y="61158"/>
                  </a:lnTo>
                  <a:lnTo>
                    <a:pt x="97550" y="61427"/>
                  </a:lnTo>
                  <a:lnTo>
                    <a:pt x="97379" y="61591"/>
                  </a:lnTo>
                  <a:lnTo>
                    <a:pt x="96661" y="62281"/>
                  </a:lnTo>
                  <a:lnTo>
                    <a:pt x="96026" y="62891"/>
                  </a:lnTo>
                  <a:lnTo>
                    <a:pt x="95781" y="63127"/>
                  </a:lnTo>
                  <a:lnTo>
                    <a:pt x="95539" y="63360"/>
                  </a:lnTo>
                  <a:lnTo>
                    <a:pt x="95320" y="63570"/>
                  </a:lnTo>
                  <a:lnTo>
                    <a:pt x="94254" y="64595"/>
                  </a:lnTo>
                  <a:lnTo>
                    <a:pt x="93943" y="64900"/>
                  </a:lnTo>
                  <a:lnTo>
                    <a:pt x="93578" y="65307"/>
                  </a:lnTo>
                  <a:lnTo>
                    <a:pt x="92999" y="65952"/>
                  </a:lnTo>
                  <a:lnTo>
                    <a:pt x="91031" y="68145"/>
                  </a:lnTo>
                  <a:lnTo>
                    <a:pt x="90614" y="68612"/>
                  </a:lnTo>
                  <a:lnTo>
                    <a:pt x="89677" y="69659"/>
                  </a:lnTo>
                  <a:lnTo>
                    <a:pt x="88994" y="70422"/>
                  </a:lnTo>
                  <a:lnTo>
                    <a:pt x="87410" y="72193"/>
                  </a:lnTo>
                  <a:lnTo>
                    <a:pt x="86888" y="72777"/>
                  </a:lnTo>
                  <a:lnTo>
                    <a:pt x="86544" y="73162"/>
                  </a:lnTo>
                  <a:lnTo>
                    <a:pt x="85683" y="74124"/>
                  </a:lnTo>
                  <a:lnTo>
                    <a:pt x="83975" y="76033"/>
                  </a:lnTo>
                  <a:lnTo>
                    <a:pt x="83494" y="76571"/>
                  </a:lnTo>
                  <a:lnTo>
                    <a:pt x="81547" y="78748"/>
                  </a:lnTo>
                  <a:lnTo>
                    <a:pt x="80250" y="80197"/>
                  </a:lnTo>
                  <a:lnTo>
                    <a:pt x="76243" y="84677"/>
                  </a:lnTo>
                  <a:lnTo>
                    <a:pt x="75561" y="85440"/>
                  </a:lnTo>
                  <a:lnTo>
                    <a:pt x="75337" y="85689"/>
                  </a:lnTo>
                  <a:lnTo>
                    <a:pt x="74692" y="86420"/>
                  </a:lnTo>
                  <a:lnTo>
                    <a:pt x="74474" y="86666"/>
                  </a:lnTo>
                  <a:lnTo>
                    <a:pt x="72382" y="89033"/>
                  </a:lnTo>
                  <a:lnTo>
                    <a:pt x="70142" y="91565"/>
                  </a:lnTo>
                  <a:lnTo>
                    <a:pt x="69771" y="91953"/>
                  </a:lnTo>
                  <a:lnTo>
                    <a:pt x="65526" y="96402"/>
                  </a:lnTo>
                  <a:lnTo>
                    <a:pt x="64693" y="97276"/>
                  </a:lnTo>
                  <a:lnTo>
                    <a:pt x="64380" y="96997"/>
                  </a:lnTo>
                  <a:lnTo>
                    <a:pt x="63257" y="95997"/>
                  </a:lnTo>
                  <a:lnTo>
                    <a:pt x="60939" y="93932"/>
                  </a:lnTo>
                  <a:lnTo>
                    <a:pt x="58541" y="91761"/>
                  </a:lnTo>
                  <a:lnTo>
                    <a:pt x="58291" y="91539"/>
                  </a:lnTo>
                  <a:lnTo>
                    <a:pt x="57267" y="90629"/>
                  </a:lnTo>
                  <a:lnTo>
                    <a:pt x="53889" y="87626"/>
                  </a:lnTo>
                  <a:lnTo>
                    <a:pt x="50317" y="86624"/>
                  </a:lnTo>
                  <a:lnTo>
                    <a:pt x="50071" y="86555"/>
                  </a:lnTo>
                  <a:lnTo>
                    <a:pt x="47406" y="85808"/>
                  </a:lnTo>
                  <a:lnTo>
                    <a:pt x="46912" y="85669"/>
                  </a:lnTo>
                  <a:lnTo>
                    <a:pt x="43675" y="85039"/>
                  </a:lnTo>
                  <a:lnTo>
                    <a:pt x="40974" y="84513"/>
                  </a:lnTo>
                  <a:lnTo>
                    <a:pt x="39112" y="84151"/>
                  </a:lnTo>
                  <a:lnTo>
                    <a:pt x="36791" y="83699"/>
                  </a:lnTo>
                  <a:lnTo>
                    <a:pt x="36016" y="83548"/>
                  </a:lnTo>
                  <a:lnTo>
                    <a:pt x="35622" y="83471"/>
                  </a:lnTo>
                  <a:lnTo>
                    <a:pt x="34755" y="83302"/>
                  </a:lnTo>
                  <a:lnTo>
                    <a:pt x="31341" y="82621"/>
                  </a:lnTo>
                  <a:lnTo>
                    <a:pt x="29419" y="82180"/>
                  </a:lnTo>
                  <a:lnTo>
                    <a:pt x="25953" y="81384"/>
                  </a:lnTo>
                  <a:lnTo>
                    <a:pt x="24194" y="81020"/>
                  </a:lnTo>
                  <a:lnTo>
                    <a:pt x="20190" y="80190"/>
                  </a:lnTo>
                  <a:lnTo>
                    <a:pt x="19919" y="80134"/>
                  </a:lnTo>
                  <a:lnTo>
                    <a:pt x="14591" y="79030"/>
                  </a:lnTo>
                  <a:lnTo>
                    <a:pt x="13274" y="78757"/>
                  </a:lnTo>
                  <a:lnTo>
                    <a:pt x="10822" y="78249"/>
                  </a:lnTo>
                  <a:lnTo>
                    <a:pt x="9307" y="77954"/>
                  </a:lnTo>
                  <a:lnTo>
                    <a:pt x="2472" y="76756"/>
                  </a:lnTo>
                  <a:lnTo>
                    <a:pt x="1283" y="76548"/>
                  </a:lnTo>
                  <a:lnTo>
                    <a:pt x="1271" y="76135"/>
                  </a:lnTo>
                  <a:lnTo>
                    <a:pt x="1267" y="75998"/>
                  </a:lnTo>
                  <a:lnTo>
                    <a:pt x="1135" y="71383"/>
                  </a:lnTo>
                  <a:lnTo>
                    <a:pt x="1131" y="71247"/>
                  </a:lnTo>
                  <a:lnTo>
                    <a:pt x="1115" y="70659"/>
                  </a:lnTo>
                  <a:lnTo>
                    <a:pt x="1065" y="68932"/>
                  </a:lnTo>
                  <a:lnTo>
                    <a:pt x="1018" y="67430"/>
                  </a:lnTo>
                  <a:lnTo>
                    <a:pt x="923" y="64434"/>
                  </a:lnTo>
                  <a:lnTo>
                    <a:pt x="899" y="63693"/>
                  </a:lnTo>
                  <a:lnTo>
                    <a:pt x="832" y="61583"/>
                  </a:lnTo>
                  <a:lnTo>
                    <a:pt x="813" y="60987"/>
                  </a:lnTo>
                  <a:lnTo>
                    <a:pt x="800" y="60582"/>
                  </a:lnTo>
                  <a:lnTo>
                    <a:pt x="734" y="58485"/>
                  </a:lnTo>
                  <a:lnTo>
                    <a:pt x="687" y="57019"/>
                  </a:lnTo>
                  <a:lnTo>
                    <a:pt x="666" y="56337"/>
                  </a:lnTo>
                  <a:lnTo>
                    <a:pt x="624" y="55101"/>
                  </a:lnTo>
                  <a:lnTo>
                    <a:pt x="615" y="54850"/>
                  </a:lnTo>
                  <a:lnTo>
                    <a:pt x="537" y="52535"/>
                  </a:lnTo>
                  <a:lnTo>
                    <a:pt x="308" y="45749"/>
                  </a:lnTo>
                  <a:lnTo>
                    <a:pt x="227" y="43372"/>
                  </a:lnTo>
                  <a:lnTo>
                    <a:pt x="212" y="42916"/>
                  </a:lnTo>
                  <a:lnTo>
                    <a:pt x="202" y="42633"/>
                  </a:lnTo>
                  <a:lnTo>
                    <a:pt x="184" y="42091"/>
                  </a:lnTo>
                  <a:lnTo>
                    <a:pt x="122" y="40253"/>
                  </a:lnTo>
                  <a:lnTo>
                    <a:pt x="0" y="36630"/>
                  </a:lnTo>
                  <a:lnTo>
                    <a:pt x="5935" y="37417"/>
                  </a:lnTo>
                  <a:lnTo>
                    <a:pt x="16008" y="38754"/>
                  </a:lnTo>
                  <a:lnTo>
                    <a:pt x="19407" y="39205"/>
                  </a:lnTo>
                  <a:lnTo>
                    <a:pt x="19881" y="37829"/>
                  </a:lnTo>
                  <a:lnTo>
                    <a:pt x="20356" y="36453"/>
                  </a:lnTo>
                  <a:lnTo>
                    <a:pt x="21325" y="33644"/>
                  </a:lnTo>
                  <a:lnTo>
                    <a:pt x="22144" y="31268"/>
                  </a:lnTo>
                  <a:lnTo>
                    <a:pt x="22631" y="29855"/>
                  </a:lnTo>
                  <a:lnTo>
                    <a:pt x="23323" y="27848"/>
                  </a:lnTo>
                  <a:lnTo>
                    <a:pt x="25572" y="22406"/>
                  </a:lnTo>
                  <a:lnTo>
                    <a:pt x="25667" y="22180"/>
                  </a:lnTo>
                  <a:lnTo>
                    <a:pt x="26222" y="22249"/>
                  </a:lnTo>
                  <a:lnTo>
                    <a:pt x="26399" y="22271"/>
                  </a:lnTo>
                  <a:lnTo>
                    <a:pt x="31036" y="22917"/>
                  </a:lnTo>
                  <a:lnTo>
                    <a:pt x="36932" y="23738"/>
                  </a:lnTo>
                  <a:lnTo>
                    <a:pt x="37255" y="23782"/>
                  </a:lnTo>
                  <a:lnTo>
                    <a:pt x="38276" y="23920"/>
                  </a:lnTo>
                  <a:lnTo>
                    <a:pt x="39263" y="24054"/>
                  </a:lnTo>
                  <a:lnTo>
                    <a:pt x="39409" y="24074"/>
                  </a:lnTo>
                  <a:lnTo>
                    <a:pt x="39867" y="24136"/>
                  </a:lnTo>
                  <a:lnTo>
                    <a:pt x="44779" y="24804"/>
                  </a:lnTo>
                  <a:lnTo>
                    <a:pt x="44921" y="24477"/>
                  </a:lnTo>
                  <a:lnTo>
                    <a:pt x="45050" y="24178"/>
                  </a:lnTo>
                  <a:lnTo>
                    <a:pt x="45320" y="23555"/>
                  </a:lnTo>
                  <a:lnTo>
                    <a:pt x="45776" y="22503"/>
                  </a:lnTo>
                  <a:lnTo>
                    <a:pt x="45882" y="22258"/>
                  </a:lnTo>
                  <a:lnTo>
                    <a:pt x="46081" y="21799"/>
                  </a:lnTo>
                  <a:lnTo>
                    <a:pt x="46675" y="20427"/>
                  </a:lnTo>
                  <a:lnTo>
                    <a:pt x="47232" y="19141"/>
                  </a:lnTo>
                  <a:lnTo>
                    <a:pt x="47438" y="18666"/>
                  </a:lnTo>
                  <a:lnTo>
                    <a:pt x="47624" y="18236"/>
                  </a:lnTo>
                  <a:lnTo>
                    <a:pt x="47970" y="17437"/>
                  </a:lnTo>
                  <a:lnTo>
                    <a:pt x="48070" y="17207"/>
                  </a:lnTo>
                  <a:lnTo>
                    <a:pt x="48133" y="17061"/>
                  </a:lnTo>
                  <a:lnTo>
                    <a:pt x="48298" y="16680"/>
                  </a:lnTo>
                  <a:lnTo>
                    <a:pt x="48757" y="15619"/>
                  </a:lnTo>
                  <a:lnTo>
                    <a:pt x="48991" y="15081"/>
                  </a:lnTo>
                  <a:lnTo>
                    <a:pt x="49092" y="14847"/>
                  </a:lnTo>
                  <a:lnTo>
                    <a:pt x="49513" y="13875"/>
                  </a:lnTo>
                  <a:lnTo>
                    <a:pt x="50009" y="12731"/>
                  </a:lnTo>
                  <a:lnTo>
                    <a:pt x="50068" y="12595"/>
                  </a:lnTo>
                  <a:lnTo>
                    <a:pt x="50156" y="12391"/>
                  </a:lnTo>
                  <a:lnTo>
                    <a:pt x="50579" y="11415"/>
                  </a:lnTo>
                  <a:lnTo>
                    <a:pt x="50776" y="10924"/>
                  </a:lnTo>
                  <a:lnTo>
                    <a:pt x="54276" y="11904"/>
                  </a:lnTo>
                  <a:lnTo>
                    <a:pt x="54487" y="11951"/>
                  </a:lnTo>
                  <a:lnTo>
                    <a:pt x="54999" y="12067"/>
                  </a:lnTo>
                  <a:lnTo>
                    <a:pt x="55140" y="12099"/>
                  </a:lnTo>
                  <a:lnTo>
                    <a:pt x="56149" y="12326"/>
                  </a:lnTo>
                  <a:lnTo>
                    <a:pt x="56372" y="12376"/>
                  </a:lnTo>
                  <a:lnTo>
                    <a:pt x="56878" y="12490"/>
                  </a:lnTo>
                  <a:lnTo>
                    <a:pt x="57166" y="12011"/>
                  </a:lnTo>
                  <a:lnTo>
                    <a:pt x="58153" y="10366"/>
                  </a:lnTo>
                  <a:lnTo>
                    <a:pt x="59345" y="8380"/>
                  </a:lnTo>
                  <a:lnTo>
                    <a:pt x="59427" y="8244"/>
                  </a:lnTo>
                  <a:lnTo>
                    <a:pt x="59562" y="8020"/>
                  </a:lnTo>
                  <a:lnTo>
                    <a:pt x="62250" y="3541"/>
                  </a:lnTo>
                  <a:lnTo>
                    <a:pt x="63122" y="2088"/>
                  </a:lnTo>
                  <a:lnTo>
                    <a:pt x="64297" y="0"/>
                  </a:lnTo>
                  <a:lnTo>
                    <a:pt x="65827" y="280"/>
                  </a:lnTo>
                  <a:lnTo>
                    <a:pt x="68098" y="699"/>
                  </a:lnTo>
                  <a:lnTo>
                    <a:pt x="72498" y="1510"/>
                  </a:lnTo>
                  <a:lnTo>
                    <a:pt x="73066" y="1615"/>
                  </a:lnTo>
                  <a:lnTo>
                    <a:pt x="78478" y="261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7" name="pg486"/>
            <p:cNvSpPr/>
            <p:nvPr/>
          </p:nvSpPr>
          <p:spPr>
            <a:xfrm>
              <a:off x="2453148" y="2888706"/>
              <a:ext cx="72498" cy="123098"/>
            </a:xfrm>
            <a:custGeom>
              <a:avLst/>
              <a:pathLst>
                <a:path w="72498" h="123098">
                  <a:moveTo>
                    <a:pt x="58945" y="93124"/>
                  </a:moveTo>
                  <a:lnTo>
                    <a:pt x="59035" y="93294"/>
                  </a:lnTo>
                  <a:lnTo>
                    <a:pt x="59171" y="93554"/>
                  </a:lnTo>
                  <a:lnTo>
                    <a:pt x="59409" y="94079"/>
                  </a:lnTo>
                  <a:lnTo>
                    <a:pt x="59486" y="94248"/>
                  </a:lnTo>
                  <a:lnTo>
                    <a:pt x="59567" y="94427"/>
                  </a:lnTo>
                  <a:lnTo>
                    <a:pt x="59673" y="94660"/>
                  </a:lnTo>
                  <a:lnTo>
                    <a:pt x="59807" y="94955"/>
                  </a:lnTo>
                  <a:lnTo>
                    <a:pt x="59871" y="95098"/>
                  </a:lnTo>
                  <a:lnTo>
                    <a:pt x="60350" y="96154"/>
                  </a:lnTo>
                  <a:lnTo>
                    <a:pt x="60576" y="96651"/>
                  </a:lnTo>
                  <a:lnTo>
                    <a:pt x="61000" y="97585"/>
                  </a:lnTo>
                  <a:lnTo>
                    <a:pt x="61087" y="97736"/>
                  </a:lnTo>
                  <a:lnTo>
                    <a:pt x="61488" y="98424"/>
                  </a:lnTo>
                  <a:lnTo>
                    <a:pt x="62267" y="99759"/>
                  </a:lnTo>
                  <a:lnTo>
                    <a:pt x="63387" y="101680"/>
                  </a:lnTo>
                  <a:lnTo>
                    <a:pt x="63855" y="102660"/>
                  </a:lnTo>
                  <a:lnTo>
                    <a:pt x="64618" y="104256"/>
                  </a:lnTo>
                  <a:lnTo>
                    <a:pt x="64701" y="104430"/>
                  </a:lnTo>
                  <a:lnTo>
                    <a:pt x="65501" y="106072"/>
                  </a:lnTo>
                  <a:lnTo>
                    <a:pt x="66287" y="107686"/>
                  </a:lnTo>
                  <a:lnTo>
                    <a:pt x="67094" y="109343"/>
                  </a:lnTo>
                  <a:lnTo>
                    <a:pt x="67206" y="109573"/>
                  </a:lnTo>
                  <a:lnTo>
                    <a:pt x="67975" y="111151"/>
                  </a:lnTo>
                  <a:lnTo>
                    <a:pt x="68727" y="112695"/>
                  </a:lnTo>
                  <a:lnTo>
                    <a:pt x="68875" y="113000"/>
                  </a:lnTo>
                  <a:lnTo>
                    <a:pt x="68979" y="113213"/>
                  </a:lnTo>
                  <a:lnTo>
                    <a:pt x="69971" y="115251"/>
                  </a:lnTo>
                  <a:lnTo>
                    <a:pt x="71011" y="117384"/>
                  </a:lnTo>
                  <a:lnTo>
                    <a:pt x="71100" y="117567"/>
                  </a:lnTo>
                  <a:lnTo>
                    <a:pt x="71404" y="118191"/>
                  </a:lnTo>
                  <a:lnTo>
                    <a:pt x="71768" y="118940"/>
                  </a:lnTo>
                  <a:lnTo>
                    <a:pt x="71911" y="119233"/>
                  </a:lnTo>
                  <a:lnTo>
                    <a:pt x="72498" y="120438"/>
                  </a:lnTo>
                  <a:lnTo>
                    <a:pt x="71517" y="121419"/>
                  </a:lnTo>
                  <a:lnTo>
                    <a:pt x="70813" y="122147"/>
                  </a:lnTo>
                  <a:lnTo>
                    <a:pt x="70675" y="122289"/>
                  </a:lnTo>
                  <a:lnTo>
                    <a:pt x="69893" y="123098"/>
                  </a:lnTo>
                  <a:lnTo>
                    <a:pt x="69731" y="123035"/>
                  </a:lnTo>
                  <a:lnTo>
                    <a:pt x="69476" y="122935"/>
                  </a:lnTo>
                  <a:lnTo>
                    <a:pt x="66960" y="121949"/>
                  </a:lnTo>
                  <a:lnTo>
                    <a:pt x="66552" y="121789"/>
                  </a:lnTo>
                  <a:lnTo>
                    <a:pt x="50864" y="115639"/>
                  </a:lnTo>
                  <a:lnTo>
                    <a:pt x="45139" y="113394"/>
                  </a:lnTo>
                  <a:lnTo>
                    <a:pt x="43557" y="112774"/>
                  </a:lnTo>
                  <a:lnTo>
                    <a:pt x="41056" y="111794"/>
                  </a:lnTo>
                  <a:lnTo>
                    <a:pt x="31022" y="107742"/>
                  </a:lnTo>
                  <a:lnTo>
                    <a:pt x="27218" y="106221"/>
                  </a:lnTo>
                  <a:lnTo>
                    <a:pt x="26237" y="105828"/>
                  </a:lnTo>
                  <a:lnTo>
                    <a:pt x="23528" y="104389"/>
                  </a:lnTo>
                  <a:lnTo>
                    <a:pt x="19388" y="101757"/>
                  </a:lnTo>
                  <a:lnTo>
                    <a:pt x="17116" y="100313"/>
                  </a:lnTo>
                  <a:lnTo>
                    <a:pt x="16369" y="100549"/>
                  </a:lnTo>
                  <a:lnTo>
                    <a:pt x="15153" y="96959"/>
                  </a:lnTo>
                  <a:lnTo>
                    <a:pt x="13881" y="93203"/>
                  </a:lnTo>
                  <a:lnTo>
                    <a:pt x="13477" y="93360"/>
                  </a:lnTo>
                  <a:lnTo>
                    <a:pt x="12027" y="93894"/>
                  </a:lnTo>
                  <a:lnTo>
                    <a:pt x="7970" y="95390"/>
                  </a:lnTo>
                  <a:lnTo>
                    <a:pt x="6530" y="95992"/>
                  </a:lnTo>
                  <a:lnTo>
                    <a:pt x="6266" y="96102"/>
                  </a:lnTo>
                  <a:lnTo>
                    <a:pt x="6085" y="96178"/>
                  </a:lnTo>
                  <a:lnTo>
                    <a:pt x="6029" y="96016"/>
                  </a:lnTo>
                  <a:lnTo>
                    <a:pt x="5854" y="95504"/>
                  </a:lnTo>
                  <a:lnTo>
                    <a:pt x="5671" y="94972"/>
                  </a:lnTo>
                  <a:lnTo>
                    <a:pt x="5431" y="94273"/>
                  </a:lnTo>
                  <a:lnTo>
                    <a:pt x="5223" y="93666"/>
                  </a:lnTo>
                  <a:lnTo>
                    <a:pt x="5017" y="93064"/>
                  </a:lnTo>
                  <a:lnTo>
                    <a:pt x="5451" y="92173"/>
                  </a:lnTo>
                  <a:lnTo>
                    <a:pt x="5670" y="91724"/>
                  </a:lnTo>
                  <a:lnTo>
                    <a:pt x="5823" y="91226"/>
                  </a:lnTo>
                  <a:lnTo>
                    <a:pt x="5971" y="90746"/>
                  </a:lnTo>
                  <a:lnTo>
                    <a:pt x="6028" y="90561"/>
                  </a:lnTo>
                  <a:lnTo>
                    <a:pt x="6198" y="89723"/>
                  </a:lnTo>
                  <a:lnTo>
                    <a:pt x="6239" y="89519"/>
                  </a:lnTo>
                  <a:lnTo>
                    <a:pt x="6280" y="89316"/>
                  </a:lnTo>
                  <a:lnTo>
                    <a:pt x="6290" y="89039"/>
                  </a:lnTo>
                  <a:lnTo>
                    <a:pt x="6325" y="88108"/>
                  </a:lnTo>
                  <a:lnTo>
                    <a:pt x="6146" y="86975"/>
                  </a:lnTo>
                  <a:lnTo>
                    <a:pt x="5722" y="85090"/>
                  </a:lnTo>
                  <a:lnTo>
                    <a:pt x="5326" y="83844"/>
                  </a:lnTo>
                  <a:lnTo>
                    <a:pt x="4536" y="82532"/>
                  </a:lnTo>
                  <a:lnTo>
                    <a:pt x="3268" y="81130"/>
                  </a:lnTo>
                  <a:lnTo>
                    <a:pt x="2840" y="80569"/>
                  </a:lnTo>
                  <a:lnTo>
                    <a:pt x="2076" y="79878"/>
                  </a:lnTo>
                  <a:lnTo>
                    <a:pt x="1495" y="78952"/>
                  </a:lnTo>
                  <a:lnTo>
                    <a:pt x="1077" y="77699"/>
                  </a:lnTo>
                  <a:lnTo>
                    <a:pt x="833" y="75983"/>
                  </a:lnTo>
                  <a:lnTo>
                    <a:pt x="675" y="74407"/>
                  </a:lnTo>
                  <a:lnTo>
                    <a:pt x="648" y="73584"/>
                  </a:lnTo>
                  <a:lnTo>
                    <a:pt x="546" y="71726"/>
                  </a:lnTo>
                  <a:lnTo>
                    <a:pt x="456" y="71071"/>
                  </a:lnTo>
                  <a:lnTo>
                    <a:pt x="348" y="70289"/>
                  </a:lnTo>
                  <a:lnTo>
                    <a:pt x="296" y="69914"/>
                  </a:lnTo>
                  <a:lnTo>
                    <a:pt x="126" y="68783"/>
                  </a:lnTo>
                  <a:lnTo>
                    <a:pt x="0" y="65652"/>
                  </a:lnTo>
                  <a:lnTo>
                    <a:pt x="44" y="62730"/>
                  </a:lnTo>
                  <a:lnTo>
                    <a:pt x="236" y="58598"/>
                  </a:lnTo>
                  <a:lnTo>
                    <a:pt x="182" y="57213"/>
                  </a:lnTo>
                  <a:lnTo>
                    <a:pt x="454" y="56237"/>
                  </a:lnTo>
                  <a:lnTo>
                    <a:pt x="1348" y="54753"/>
                  </a:lnTo>
                  <a:lnTo>
                    <a:pt x="3434" y="52563"/>
                  </a:lnTo>
                  <a:lnTo>
                    <a:pt x="3705" y="52340"/>
                  </a:lnTo>
                  <a:lnTo>
                    <a:pt x="3839" y="52230"/>
                  </a:lnTo>
                  <a:lnTo>
                    <a:pt x="6380" y="50142"/>
                  </a:lnTo>
                  <a:lnTo>
                    <a:pt x="6870" y="49740"/>
                  </a:lnTo>
                  <a:lnTo>
                    <a:pt x="7994" y="48593"/>
                  </a:lnTo>
                  <a:lnTo>
                    <a:pt x="8508" y="48017"/>
                  </a:lnTo>
                  <a:lnTo>
                    <a:pt x="8871" y="47610"/>
                  </a:lnTo>
                  <a:lnTo>
                    <a:pt x="10145" y="46182"/>
                  </a:lnTo>
                  <a:lnTo>
                    <a:pt x="11219" y="45286"/>
                  </a:lnTo>
                  <a:lnTo>
                    <a:pt x="13218" y="44514"/>
                  </a:lnTo>
                  <a:lnTo>
                    <a:pt x="14278" y="43876"/>
                  </a:lnTo>
                  <a:lnTo>
                    <a:pt x="14840" y="43538"/>
                  </a:lnTo>
                  <a:lnTo>
                    <a:pt x="15702" y="42641"/>
                  </a:lnTo>
                  <a:lnTo>
                    <a:pt x="16090" y="42220"/>
                  </a:lnTo>
                  <a:lnTo>
                    <a:pt x="16680" y="40127"/>
                  </a:lnTo>
                  <a:lnTo>
                    <a:pt x="17592" y="36179"/>
                  </a:lnTo>
                  <a:lnTo>
                    <a:pt x="17757" y="35662"/>
                  </a:lnTo>
                  <a:lnTo>
                    <a:pt x="19053" y="33773"/>
                  </a:lnTo>
                  <a:lnTo>
                    <a:pt x="20429" y="32052"/>
                  </a:lnTo>
                  <a:lnTo>
                    <a:pt x="23496" y="28523"/>
                  </a:lnTo>
                  <a:lnTo>
                    <a:pt x="23764" y="28166"/>
                  </a:lnTo>
                  <a:lnTo>
                    <a:pt x="24256" y="27420"/>
                  </a:lnTo>
                  <a:lnTo>
                    <a:pt x="24327" y="27122"/>
                  </a:lnTo>
                  <a:lnTo>
                    <a:pt x="24587" y="26024"/>
                  </a:lnTo>
                  <a:lnTo>
                    <a:pt x="25270" y="23146"/>
                  </a:lnTo>
                  <a:lnTo>
                    <a:pt x="26751" y="18361"/>
                  </a:lnTo>
                  <a:lnTo>
                    <a:pt x="28095" y="15966"/>
                  </a:lnTo>
                  <a:lnTo>
                    <a:pt x="28608" y="15052"/>
                  </a:lnTo>
                  <a:lnTo>
                    <a:pt x="29939" y="12873"/>
                  </a:lnTo>
                  <a:lnTo>
                    <a:pt x="31159" y="10855"/>
                  </a:lnTo>
                  <a:lnTo>
                    <a:pt x="31592" y="9901"/>
                  </a:lnTo>
                  <a:lnTo>
                    <a:pt x="32670" y="5764"/>
                  </a:lnTo>
                  <a:lnTo>
                    <a:pt x="30031" y="3700"/>
                  </a:lnTo>
                  <a:lnTo>
                    <a:pt x="28712" y="2670"/>
                  </a:lnTo>
                  <a:lnTo>
                    <a:pt x="28133" y="2217"/>
                  </a:lnTo>
                  <a:lnTo>
                    <a:pt x="30303" y="0"/>
                  </a:lnTo>
                  <a:lnTo>
                    <a:pt x="32821" y="2418"/>
                  </a:lnTo>
                  <a:lnTo>
                    <a:pt x="33053" y="2741"/>
                  </a:lnTo>
                  <a:lnTo>
                    <a:pt x="33376" y="3082"/>
                  </a:lnTo>
                  <a:lnTo>
                    <a:pt x="35824" y="5196"/>
                  </a:lnTo>
                  <a:lnTo>
                    <a:pt x="38343" y="6624"/>
                  </a:lnTo>
                  <a:lnTo>
                    <a:pt x="39527" y="7295"/>
                  </a:lnTo>
                  <a:lnTo>
                    <a:pt x="40039" y="7607"/>
                  </a:lnTo>
                  <a:lnTo>
                    <a:pt x="40405" y="7830"/>
                  </a:lnTo>
                  <a:lnTo>
                    <a:pt x="43037" y="8567"/>
                  </a:lnTo>
                  <a:lnTo>
                    <a:pt x="43744" y="8765"/>
                  </a:lnTo>
                  <a:lnTo>
                    <a:pt x="45946" y="9003"/>
                  </a:lnTo>
                  <a:lnTo>
                    <a:pt x="47228" y="9141"/>
                  </a:lnTo>
                  <a:lnTo>
                    <a:pt x="51243" y="9817"/>
                  </a:lnTo>
                  <a:lnTo>
                    <a:pt x="52512" y="11666"/>
                  </a:lnTo>
                  <a:lnTo>
                    <a:pt x="52635" y="15290"/>
                  </a:lnTo>
                  <a:lnTo>
                    <a:pt x="52697" y="17127"/>
                  </a:lnTo>
                  <a:lnTo>
                    <a:pt x="52715" y="17670"/>
                  </a:lnTo>
                  <a:lnTo>
                    <a:pt x="52725" y="17952"/>
                  </a:lnTo>
                  <a:lnTo>
                    <a:pt x="52740" y="18409"/>
                  </a:lnTo>
                  <a:lnTo>
                    <a:pt x="52820" y="20786"/>
                  </a:lnTo>
                  <a:lnTo>
                    <a:pt x="53053" y="27665"/>
                  </a:lnTo>
                  <a:lnTo>
                    <a:pt x="53128" y="29886"/>
                  </a:lnTo>
                  <a:lnTo>
                    <a:pt x="53137" y="30138"/>
                  </a:lnTo>
                  <a:lnTo>
                    <a:pt x="53178" y="31373"/>
                  </a:lnTo>
                  <a:lnTo>
                    <a:pt x="53200" y="32055"/>
                  </a:lnTo>
                  <a:lnTo>
                    <a:pt x="53247" y="33522"/>
                  </a:lnTo>
                  <a:lnTo>
                    <a:pt x="53313" y="35618"/>
                  </a:lnTo>
                  <a:lnTo>
                    <a:pt x="53326" y="36023"/>
                  </a:lnTo>
                  <a:lnTo>
                    <a:pt x="53345" y="36620"/>
                  </a:lnTo>
                  <a:lnTo>
                    <a:pt x="53412" y="38730"/>
                  </a:lnTo>
                  <a:lnTo>
                    <a:pt x="53435" y="39470"/>
                  </a:lnTo>
                  <a:lnTo>
                    <a:pt x="53530" y="42467"/>
                  </a:lnTo>
                  <a:lnTo>
                    <a:pt x="53578" y="43969"/>
                  </a:lnTo>
                  <a:lnTo>
                    <a:pt x="53627" y="45696"/>
                  </a:lnTo>
                  <a:lnTo>
                    <a:pt x="53644" y="46284"/>
                  </a:lnTo>
                  <a:lnTo>
                    <a:pt x="53648" y="46420"/>
                  </a:lnTo>
                  <a:lnTo>
                    <a:pt x="53780" y="51034"/>
                  </a:lnTo>
                  <a:lnTo>
                    <a:pt x="53784" y="51171"/>
                  </a:lnTo>
                  <a:lnTo>
                    <a:pt x="53797" y="51639"/>
                  </a:lnTo>
                  <a:lnTo>
                    <a:pt x="53804" y="51873"/>
                  </a:lnTo>
                  <a:lnTo>
                    <a:pt x="53811" y="52133"/>
                  </a:lnTo>
                  <a:lnTo>
                    <a:pt x="53828" y="52707"/>
                  </a:lnTo>
                  <a:lnTo>
                    <a:pt x="53847" y="53378"/>
                  </a:lnTo>
                  <a:lnTo>
                    <a:pt x="53880" y="54537"/>
                  </a:lnTo>
                  <a:lnTo>
                    <a:pt x="53884" y="54677"/>
                  </a:lnTo>
                  <a:lnTo>
                    <a:pt x="53894" y="55014"/>
                  </a:lnTo>
                  <a:lnTo>
                    <a:pt x="53907" y="55469"/>
                  </a:lnTo>
                  <a:lnTo>
                    <a:pt x="53944" y="56768"/>
                  </a:lnTo>
                  <a:lnTo>
                    <a:pt x="53952" y="57036"/>
                  </a:lnTo>
                  <a:lnTo>
                    <a:pt x="54042" y="60187"/>
                  </a:lnTo>
                  <a:lnTo>
                    <a:pt x="54054" y="60616"/>
                  </a:lnTo>
                  <a:lnTo>
                    <a:pt x="54060" y="60807"/>
                  </a:lnTo>
                  <a:lnTo>
                    <a:pt x="54075" y="61351"/>
                  </a:lnTo>
                  <a:lnTo>
                    <a:pt x="54123" y="62982"/>
                  </a:lnTo>
                  <a:lnTo>
                    <a:pt x="54208" y="64917"/>
                  </a:lnTo>
                  <a:lnTo>
                    <a:pt x="54217" y="65128"/>
                  </a:lnTo>
                  <a:lnTo>
                    <a:pt x="54253" y="65960"/>
                  </a:lnTo>
                  <a:lnTo>
                    <a:pt x="54282" y="66611"/>
                  </a:lnTo>
                  <a:lnTo>
                    <a:pt x="54333" y="67782"/>
                  </a:lnTo>
                  <a:lnTo>
                    <a:pt x="54359" y="68379"/>
                  </a:lnTo>
                  <a:lnTo>
                    <a:pt x="54379" y="68835"/>
                  </a:lnTo>
                  <a:lnTo>
                    <a:pt x="54402" y="69471"/>
                  </a:lnTo>
                  <a:lnTo>
                    <a:pt x="54432" y="70283"/>
                  </a:lnTo>
                  <a:lnTo>
                    <a:pt x="54503" y="72253"/>
                  </a:lnTo>
                  <a:lnTo>
                    <a:pt x="54530" y="72976"/>
                  </a:lnTo>
                  <a:lnTo>
                    <a:pt x="54566" y="73846"/>
                  </a:lnTo>
                  <a:lnTo>
                    <a:pt x="54599" y="74636"/>
                  </a:lnTo>
                  <a:lnTo>
                    <a:pt x="54621" y="75163"/>
                  </a:lnTo>
                  <a:lnTo>
                    <a:pt x="54671" y="76371"/>
                  </a:lnTo>
                  <a:lnTo>
                    <a:pt x="54747" y="78217"/>
                  </a:lnTo>
                  <a:lnTo>
                    <a:pt x="54818" y="79915"/>
                  </a:lnTo>
                  <a:lnTo>
                    <a:pt x="54936" y="82763"/>
                  </a:lnTo>
                  <a:lnTo>
                    <a:pt x="54963" y="83411"/>
                  </a:lnTo>
                  <a:lnTo>
                    <a:pt x="55009" y="83651"/>
                  </a:lnTo>
                  <a:lnTo>
                    <a:pt x="55135" y="84305"/>
                  </a:lnTo>
                  <a:lnTo>
                    <a:pt x="55179" y="84531"/>
                  </a:lnTo>
                  <a:lnTo>
                    <a:pt x="55517" y="86285"/>
                  </a:lnTo>
                  <a:lnTo>
                    <a:pt x="55612" y="86776"/>
                  </a:lnTo>
                  <a:lnTo>
                    <a:pt x="56297" y="88081"/>
                  </a:lnTo>
                  <a:lnTo>
                    <a:pt x="56770" y="88982"/>
                  </a:lnTo>
                  <a:lnTo>
                    <a:pt x="57827" y="90994"/>
                  </a:lnTo>
                  <a:lnTo>
                    <a:pt x="58286" y="9186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8" name="pg487"/>
            <p:cNvSpPr/>
            <p:nvPr/>
          </p:nvSpPr>
          <p:spPr>
            <a:xfrm>
              <a:off x="2483452" y="2801122"/>
              <a:ext cx="85326" cy="101825"/>
            </a:xfrm>
            <a:custGeom>
              <a:avLst/>
              <a:pathLst>
                <a:path w="85326" h="101825">
                  <a:moveTo>
                    <a:pt x="80362" y="72986"/>
                  </a:moveTo>
                  <a:lnTo>
                    <a:pt x="79375" y="74631"/>
                  </a:lnTo>
                  <a:lnTo>
                    <a:pt x="79061" y="75105"/>
                  </a:lnTo>
                  <a:lnTo>
                    <a:pt x="78544" y="74988"/>
                  </a:lnTo>
                  <a:lnTo>
                    <a:pt x="78332" y="74940"/>
                  </a:lnTo>
                  <a:lnTo>
                    <a:pt x="77349" y="74719"/>
                  </a:lnTo>
                  <a:lnTo>
                    <a:pt x="77208" y="74687"/>
                  </a:lnTo>
                  <a:lnTo>
                    <a:pt x="76696" y="74572"/>
                  </a:lnTo>
                  <a:lnTo>
                    <a:pt x="76485" y="74524"/>
                  </a:lnTo>
                  <a:lnTo>
                    <a:pt x="72985" y="73544"/>
                  </a:lnTo>
                  <a:lnTo>
                    <a:pt x="72788" y="74035"/>
                  </a:lnTo>
                  <a:lnTo>
                    <a:pt x="72365" y="75011"/>
                  </a:lnTo>
                  <a:lnTo>
                    <a:pt x="72276" y="75215"/>
                  </a:lnTo>
                  <a:lnTo>
                    <a:pt x="72168" y="75466"/>
                  </a:lnTo>
                  <a:lnTo>
                    <a:pt x="71722" y="76496"/>
                  </a:lnTo>
                  <a:lnTo>
                    <a:pt x="71301" y="77467"/>
                  </a:lnTo>
                  <a:lnTo>
                    <a:pt x="71199" y="77701"/>
                  </a:lnTo>
                  <a:lnTo>
                    <a:pt x="70966" y="78240"/>
                  </a:lnTo>
                  <a:lnTo>
                    <a:pt x="70507" y="79300"/>
                  </a:lnTo>
                  <a:lnTo>
                    <a:pt x="70342" y="79681"/>
                  </a:lnTo>
                  <a:lnTo>
                    <a:pt x="70279" y="79827"/>
                  </a:lnTo>
                  <a:lnTo>
                    <a:pt x="70179" y="80057"/>
                  </a:lnTo>
                  <a:lnTo>
                    <a:pt x="69833" y="80856"/>
                  </a:lnTo>
                  <a:lnTo>
                    <a:pt x="69647" y="81287"/>
                  </a:lnTo>
                  <a:lnTo>
                    <a:pt x="69441" y="81761"/>
                  </a:lnTo>
                  <a:lnTo>
                    <a:pt x="68877" y="83064"/>
                  </a:lnTo>
                  <a:lnTo>
                    <a:pt x="68290" y="84419"/>
                  </a:lnTo>
                  <a:lnTo>
                    <a:pt x="68091" y="84879"/>
                  </a:lnTo>
                  <a:lnTo>
                    <a:pt x="67985" y="85123"/>
                  </a:lnTo>
                  <a:lnTo>
                    <a:pt x="67529" y="86175"/>
                  </a:lnTo>
                  <a:lnTo>
                    <a:pt x="67259" y="86798"/>
                  </a:lnTo>
                  <a:lnTo>
                    <a:pt x="67129" y="87098"/>
                  </a:lnTo>
                  <a:lnTo>
                    <a:pt x="66960" y="87421"/>
                  </a:lnTo>
                  <a:lnTo>
                    <a:pt x="62076" y="86757"/>
                  </a:lnTo>
                  <a:lnTo>
                    <a:pt x="61618" y="86695"/>
                  </a:lnTo>
                  <a:lnTo>
                    <a:pt x="61472" y="86675"/>
                  </a:lnTo>
                  <a:lnTo>
                    <a:pt x="60484" y="86541"/>
                  </a:lnTo>
                  <a:lnTo>
                    <a:pt x="59464" y="86402"/>
                  </a:lnTo>
                  <a:lnTo>
                    <a:pt x="59141" y="86358"/>
                  </a:lnTo>
                  <a:lnTo>
                    <a:pt x="53245" y="85537"/>
                  </a:lnTo>
                  <a:lnTo>
                    <a:pt x="48608" y="84891"/>
                  </a:lnTo>
                  <a:lnTo>
                    <a:pt x="48431" y="84869"/>
                  </a:lnTo>
                  <a:lnTo>
                    <a:pt x="47873" y="84803"/>
                  </a:lnTo>
                  <a:lnTo>
                    <a:pt x="47781" y="85027"/>
                  </a:lnTo>
                  <a:lnTo>
                    <a:pt x="45532" y="90469"/>
                  </a:lnTo>
                  <a:lnTo>
                    <a:pt x="44840" y="92476"/>
                  </a:lnTo>
                  <a:lnTo>
                    <a:pt x="44353" y="93889"/>
                  </a:lnTo>
                  <a:lnTo>
                    <a:pt x="43534" y="96264"/>
                  </a:lnTo>
                  <a:lnTo>
                    <a:pt x="42540" y="99145"/>
                  </a:lnTo>
                  <a:lnTo>
                    <a:pt x="42090" y="100450"/>
                  </a:lnTo>
                  <a:lnTo>
                    <a:pt x="41616" y="101825"/>
                  </a:lnTo>
                  <a:lnTo>
                    <a:pt x="38217" y="101374"/>
                  </a:lnTo>
                  <a:lnTo>
                    <a:pt x="28144" y="100038"/>
                  </a:lnTo>
                  <a:lnTo>
                    <a:pt x="22208" y="99250"/>
                  </a:lnTo>
                  <a:lnTo>
                    <a:pt x="20939" y="97400"/>
                  </a:lnTo>
                  <a:lnTo>
                    <a:pt x="16924" y="96725"/>
                  </a:lnTo>
                  <a:lnTo>
                    <a:pt x="15642" y="96586"/>
                  </a:lnTo>
                  <a:lnTo>
                    <a:pt x="13441" y="96348"/>
                  </a:lnTo>
                  <a:lnTo>
                    <a:pt x="12734" y="96150"/>
                  </a:lnTo>
                  <a:lnTo>
                    <a:pt x="10101" y="95413"/>
                  </a:lnTo>
                  <a:lnTo>
                    <a:pt x="9735" y="95191"/>
                  </a:lnTo>
                  <a:lnTo>
                    <a:pt x="9223" y="94879"/>
                  </a:lnTo>
                  <a:lnTo>
                    <a:pt x="8040" y="94208"/>
                  </a:lnTo>
                  <a:lnTo>
                    <a:pt x="5521" y="92780"/>
                  </a:lnTo>
                  <a:lnTo>
                    <a:pt x="3073" y="90666"/>
                  </a:lnTo>
                  <a:lnTo>
                    <a:pt x="2750" y="90325"/>
                  </a:lnTo>
                  <a:lnTo>
                    <a:pt x="2410" y="89936"/>
                  </a:lnTo>
                  <a:lnTo>
                    <a:pt x="0" y="87583"/>
                  </a:lnTo>
                  <a:lnTo>
                    <a:pt x="997" y="86564"/>
                  </a:lnTo>
                  <a:lnTo>
                    <a:pt x="11714" y="68813"/>
                  </a:lnTo>
                  <a:lnTo>
                    <a:pt x="11799" y="68672"/>
                  </a:lnTo>
                  <a:lnTo>
                    <a:pt x="11963" y="68399"/>
                  </a:lnTo>
                  <a:lnTo>
                    <a:pt x="12829" y="66821"/>
                  </a:lnTo>
                  <a:lnTo>
                    <a:pt x="16628" y="59895"/>
                  </a:lnTo>
                  <a:lnTo>
                    <a:pt x="16058" y="59345"/>
                  </a:lnTo>
                  <a:lnTo>
                    <a:pt x="15760" y="58861"/>
                  </a:lnTo>
                  <a:lnTo>
                    <a:pt x="21299" y="52071"/>
                  </a:lnTo>
                  <a:lnTo>
                    <a:pt x="23221" y="49401"/>
                  </a:lnTo>
                  <a:lnTo>
                    <a:pt x="24895" y="47075"/>
                  </a:lnTo>
                  <a:lnTo>
                    <a:pt x="27309" y="43721"/>
                  </a:lnTo>
                  <a:lnTo>
                    <a:pt x="29038" y="41073"/>
                  </a:lnTo>
                  <a:lnTo>
                    <a:pt x="30815" y="38242"/>
                  </a:lnTo>
                  <a:lnTo>
                    <a:pt x="31697" y="36879"/>
                  </a:lnTo>
                  <a:lnTo>
                    <a:pt x="37482" y="32436"/>
                  </a:lnTo>
                  <a:lnTo>
                    <a:pt x="39092" y="29424"/>
                  </a:lnTo>
                  <a:lnTo>
                    <a:pt x="39874" y="27811"/>
                  </a:lnTo>
                  <a:lnTo>
                    <a:pt x="40526" y="26465"/>
                  </a:lnTo>
                  <a:lnTo>
                    <a:pt x="43312" y="20717"/>
                  </a:lnTo>
                  <a:lnTo>
                    <a:pt x="43610" y="20046"/>
                  </a:lnTo>
                  <a:lnTo>
                    <a:pt x="41763" y="10145"/>
                  </a:lnTo>
                  <a:lnTo>
                    <a:pt x="41719" y="9919"/>
                  </a:lnTo>
                  <a:lnTo>
                    <a:pt x="40547" y="3871"/>
                  </a:lnTo>
                  <a:lnTo>
                    <a:pt x="40442" y="3331"/>
                  </a:lnTo>
                  <a:lnTo>
                    <a:pt x="40407" y="3042"/>
                  </a:lnTo>
                  <a:lnTo>
                    <a:pt x="40346" y="2488"/>
                  </a:lnTo>
                  <a:lnTo>
                    <a:pt x="40331" y="1547"/>
                  </a:lnTo>
                  <a:lnTo>
                    <a:pt x="40523" y="1350"/>
                  </a:lnTo>
                  <a:lnTo>
                    <a:pt x="41833" y="0"/>
                  </a:lnTo>
                  <a:lnTo>
                    <a:pt x="44647" y="1427"/>
                  </a:lnTo>
                  <a:lnTo>
                    <a:pt x="45518" y="1869"/>
                  </a:lnTo>
                  <a:lnTo>
                    <a:pt x="46289" y="2260"/>
                  </a:lnTo>
                  <a:lnTo>
                    <a:pt x="46468" y="2351"/>
                  </a:lnTo>
                  <a:lnTo>
                    <a:pt x="49996" y="4811"/>
                  </a:lnTo>
                  <a:lnTo>
                    <a:pt x="50584" y="5221"/>
                  </a:lnTo>
                  <a:lnTo>
                    <a:pt x="50868" y="5419"/>
                  </a:lnTo>
                  <a:lnTo>
                    <a:pt x="54538" y="8540"/>
                  </a:lnTo>
                  <a:lnTo>
                    <a:pt x="56075" y="9842"/>
                  </a:lnTo>
                  <a:lnTo>
                    <a:pt x="61705" y="14611"/>
                  </a:lnTo>
                  <a:lnTo>
                    <a:pt x="63467" y="16103"/>
                  </a:lnTo>
                  <a:lnTo>
                    <a:pt x="68989" y="20781"/>
                  </a:lnTo>
                  <a:lnTo>
                    <a:pt x="69297" y="21041"/>
                  </a:lnTo>
                  <a:lnTo>
                    <a:pt x="69594" y="21293"/>
                  </a:lnTo>
                  <a:lnTo>
                    <a:pt x="73979" y="24867"/>
                  </a:lnTo>
                  <a:lnTo>
                    <a:pt x="74809" y="25544"/>
                  </a:lnTo>
                  <a:lnTo>
                    <a:pt x="78560" y="28287"/>
                  </a:lnTo>
                  <a:lnTo>
                    <a:pt x="80153" y="29451"/>
                  </a:lnTo>
                  <a:lnTo>
                    <a:pt x="80370" y="29609"/>
                  </a:lnTo>
                  <a:lnTo>
                    <a:pt x="80507" y="29709"/>
                  </a:lnTo>
                  <a:lnTo>
                    <a:pt x="80344" y="30186"/>
                  </a:lnTo>
                  <a:lnTo>
                    <a:pt x="79925" y="31411"/>
                  </a:lnTo>
                  <a:lnTo>
                    <a:pt x="78180" y="36515"/>
                  </a:lnTo>
                  <a:lnTo>
                    <a:pt x="77984" y="37195"/>
                  </a:lnTo>
                  <a:lnTo>
                    <a:pt x="76766" y="41436"/>
                  </a:lnTo>
                  <a:lnTo>
                    <a:pt x="73905" y="51391"/>
                  </a:lnTo>
                  <a:lnTo>
                    <a:pt x="73412" y="52963"/>
                  </a:lnTo>
                  <a:lnTo>
                    <a:pt x="73292" y="53396"/>
                  </a:lnTo>
                  <a:lnTo>
                    <a:pt x="71882" y="58485"/>
                  </a:lnTo>
                  <a:lnTo>
                    <a:pt x="71711" y="58851"/>
                  </a:lnTo>
                  <a:lnTo>
                    <a:pt x="85326" y="64717"/>
                  </a:lnTo>
                  <a:lnTo>
                    <a:pt x="84459" y="66161"/>
                  </a:lnTo>
                  <a:lnTo>
                    <a:pt x="81719" y="70727"/>
                  </a:lnTo>
                  <a:lnTo>
                    <a:pt x="81636" y="70864"/>
                  </a:lnTo>
                  <a:lnTo>
                    <a:pt x="81554" y="7100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89" name="pg488"/>
            <p:cNvSpPr/>
            <p:nvPr/>
          </p:nvSpPr>
          <p:spPr>
            <a:xfrm>
              <a:off x="2506950" y="2940296"/>
              <a:ext cx="63403" cy="68624"/>
            </a:xfrm>
            <a:custGeom>
              <a:avLst/>
              <a:pathLst>
                <a:path w="63403" h="68624">
                  <a:moveTo>
                    <a:pt x="37021" y="49674"/>
                  </a:moveTo>
                  <a:lnTo>
                    <a:pt x="18587" y="68624"/>
                  </a:lnTo>
                  <a:lnTo>
                    <a:pt x="18109" y="67642"/>
                  </a:lnTo>
                  <a:lnTo>
                    <a:pt x="17966" y="67349"/>
                  </a:lnTo>
                  <a:lnTo>
                    <a:pt x="17602" y="66601"/>
                  </a:lnTo>
                  <a:lnTo>
                    <a:pt x="17298" y="65977"/>
                  </a:lnTo>
                  <a:lnTo>
                    <a:pt x="17209" y="65794"/>
                  </a:lnTo>
                  <a:lnTo>
                    <a:pt x="16169" y="63660"/>
                  </a:lnTo>
                  <a:lnTo>
                    <a:pt x="15177" y="61623"/>
                  </a:lnTo>
                  <a:lnTo>
                    <a:pt x="15073" y="61409"/>
                  </a:lnTo>
                  <a:lnTo>
                    <a:pt x="14924" y="61105"/>
                  </a:lnTo>
                  <a:lnTo>
                    <a:pt x="14172" y="59561"/>
                  </a:lnTo>
                  <a:lnTo>
                    <a:pt x="13391" y="57956"/>
                  </a:lnTo>
                  <a:lnTo>
                    <a:pt x="13292" y="57753"/>
                  </a:lnTo>
                  <a:lnTo>
                    <a:pt x="12485" y="56096"/>
                  </a:lnTo>
                  <a:lnTo>
                    <a:pt x="11698" y="54481"/>
                  </a:lnTo>
                  <a:lnTo>
                    <a:pt x="10899" y="52839"/>
                  </a:lnTo>
                  <a:lnTo>
                    <a:pt x="10816" y="52666"/>
                  </a:lnTo>
                  <a:lnTo>
                    <a:pt x="10053" y="51069"/>
                  </a:lnTo>
                  <a:lnTo>
                    <a:pt x="9585" y="50089"/>
                  </a:lnTo>
                  <a:lnTo>
                    <a:pt x="8465" y="48168"/>
                  </a:lnTo>
                  <a:lnTo>
                    <a:pt x="7655" y="46779"/>
                  </a:lnTo>
                  <a:lnTo>
                    <a:pt x="7285" y="46146"/>
                  </a:lnTo>
                  <a:lnTo>
                    <a:pt x="7152" y="45895"/>
                  </a:lnTo>
                  <a:lnTo>
                    <a:pt x="6774" y="45061"/>
                  </a:lnTo>
                  <a:lnTo>
                    <a:pt x="6548" y="44564"/>
                  </a:lnTo>
                  <a:lnTo>
                    <a:pt x="6069" y="43507"/>
                  </a:lnTo>
                  <a:lnTo>
                    <a:pt x="5954" y="43254"/>
                  </a:lnTo>
                  <a:lnTo>
                    <a:pt x="5871" y="43070"/>
                  </a:lnTo>
                  <a:lnTo>
                    <a:pt x="5765" y="42837"/>
                  </a:lnTo>
                  <a:lnTo>
                    <a:pt x="5684" y="42658"/>
                  </a:lnTo>
                  <a:lnTo>
                    <a:pt x="5595" y="42461"/>
                  </a:lnTo>
                  <a:lnTo>
                    <a:pt x="5369" y="41963"/>
                  </a:lnTo>
                  <a:lnTo>
                    <a:pt x="5232" y="41704"/>
                  </a:lnTo>
                  <a:lnTo>
                    <a:pt x="5121" y="41491"/>
                  </a:lnTo>
                  <a:lnTo>
                    <a:pt x="4484" y="40279"/>
                  </a:lnTo>
                  <a:lnTo>
                    <a:pt x="4025" y="39404"/>
                  </a:lnTo>
                  <a:lnTo>
                    <a:pt x="2968" y="37391"/>
                  </a:lnTo>
                  <a:lnTo>
                    <a:pt x="2495" y="36491"/>
                  </a:lnTo>
                  <a:lnTo>
                    <a:pt x="1810" y="35185"/>
                  </a:lnTo>
                  <a:lnTo>
                    <a:pt x="1715" y="34694"/>
                  </a:lnTo>
                  <a:lnTo>
                    <a:pt x="1377" y="32941"/>
                  </a:lnTo>
                  <a:lnTo>
                    <a:pt x="1333" y="32714"/>
                  </a:lnTo>
                  <a:lnTo>
                    <a:pt x="1207" y="32061"/>
                  </a:lnTo>
                  <a:lnTo>
                    <a:pt x="1161" y="31820"/>
                  </a:lnTo>
                  <a:lnTo>
                    <a:pt x="1134" y="31173"/>
                  </a:lnTo>
                  <a:lnTo>
                    <a:pt x="1016" y="28325"/>
                  </a:lnTo>
                  <a:lnTo>
                    <a:pt x="945" y="26626"/>
                  </a:lnTo>
                  <a:lnTo>
                    <a:pt x="869" y="24781"/>
                  </a:lnTo>
                  <a:lnTo>
                    <a:pt x="819" y="23573"/>
                  </a:lnTo>
                  <a:lnTo>
                    <a:pt x="797" y="23046"/>
                  </a:lnTo>
                  <a:lnTo>
                    <a:pt x="764" y="22256"/>
                  </a:lnTo>
                  <a:lnTo>
                    <a:pt x="728" y="21386"/>
                  </a:lnTo>
                  <a:lnTo>
                    <a:pt x="701" y="20663"/>
                  </a:lnTo>
                  <a:lnTo>
                    <a:pt x="629" y="18692"/>
                  </a:lnTo>
                  <a:lnTo>
                    <a:pt x="600" y="17880"/>
                  </a:lnTo>
                  <a:lnTo>
                    <a:pt x="577" y="17244"/>
                  </a:lnTo>
                  <a:lnTo>
                    <a:pt x="557" y="16789"/>
                  </a:lnTo>
                  <a:lnTo>
                    <a:pt x="531" y="16192"/>
                  </a:lnTo>
                  <a:lnTo>
                    <a:pt x="480" y="15021"/>
                  </a:lnTo>
                  <a:lnTo>
                    <a:pt x="451" y="14370"/>
                  </a:lnTo>
                  <a:lnTo>
                    <a:pt x="415" y="13538"/>
                  </a:lnTo>
                  <a:lnTo>
                    <a:pt x="406" y="13327"/>
                  </a:lnTo>
                  <a:lnTo>
                    <a:pt x="317" y="11301"/>
                  </a:lnTo>
                  <a:lnTo>
                    <a:pt x="273" y="9761"/>
                  </a:lnTo>
                  <a:lnTo>
                    <a:pt x="258" y="9217"/>
                  </a:lnTo>
                  <a:lnTo>
                    <a:pt x="252" y="9026"/>
                  </a:lnTo>
                  <a:lnTo>
                    <a:pt x="237" y="8496"/>
                  </a:lnTo>
                  <a:lnTo>
                    <a:pt x="150" y="5445"/>
                  </a:lnTo>
                  <a:lnTo>
                    <a:pt x="142" y="5178"/>
                  </a:lnTo>
                  <a:lnTo>
                    <a:pt x="105" y="3879"/>
                  </a:lnTo>
                  <a:lnTo>
                    <a:pt x="92" y="3423"/>
                  </a:lnTo>
                  <a:lnTo>
                    <a:pt x="82" y="3087"/>
                  </a:lnTo>
                  <a:lnTo>
                    <a:pt x="78" y="2947"/>
                  </a:lnTo>
                  <a:lnTo>
                    <a:pt x="42" y="1692"/>
                  </a:lnTo>
                  <a:lnTo>
                    <a:pt x="26" y="1117"/>
                  </a:lnTo>
                  <a:lnTo>
                    <a:pt x="9" y="543"/>
                  </a:lnTo>
                  <a:lnTo>
                    <a:pt x="0" y="200"/>
                  </a:lnTo>
                  <a:lnTo>
                    <a:pt x="23" y="0"/>
                  </a:lnTo>
                  <a:lnTo>
                    <a:pt x="1182" y="203"/>
                  </a:lnTo>
                  <a:lnTo>
                    <a:pt x="8018" y="1400"/>
                  </a:lnTo>
                  <a:lnTo>
                    <a:pt x="9532" y="1695"/>
                  </a:lnTo>
                  <a:lnTo>
                    <a:pt x="11984" y="2203"/>
                  </a:lnTo>
                  <a:lnTo>
                    <a:pt x="13301" y="2476"/>
                  </a:lnTo>
                  <a:lnTo>
                    <a:pt x="18630" y="3580"/>
                  </a:lnTo>
                  <a:lnTo>
                    <a:pt x="18900" y="3636"/>
                  </a:lnTo>
                  <a:lnTo>
                    <a:pt x="22905" y="4466"/>
                  </a:lnTo>
                  <a:lnTo>
                    <a:pt x="24663" y="4830"/>
                  </a:lnTo>
                  <a:lnTo>
                    <a:pt x="28130" y="5627"/>
                  </a:lnTo>
                  <a:lnTo>
                    <a:pt x="30052" y="6068"/>
                  </a:lnTo>
                  <a:lnTo>
                    <a:pt x="33466" y="6749"/>
                  </a:lnTo>
                  <a:lnTo>
                    <a:pt x="34332" y="6918"/>
                  </a:lnTo>
                  <a:lnTo>
                    <a:pt x="34726" y="6994"/>
                  </a:lnTo>
                  <a:lnTo>
                    <a:pt x="35502" y="7145"/>
                  </a:lnTo>
                  <a:lnTo>
                    <a:pt x="37823" y="7597"/>
                  </a:lnTo>
                  <a:lnTo>
                    <a:pt x="39684" y="7960"/>
                  </a:lnTo>
                  <a:lnTo>
                    <a:pt x="42386" y="8486"/>
                  </a:lnTo>
                  <a:lnTo>
                    <a:pt x="45622" y="9116"/>
                  </a:lnTo>
                  <a:lnTo>
                    <a:pt x="46116" y="9254"/>
                  </a:lnTo>
                  <a:lnTo>
                    <a:pt x="48781" y="10002"/>
                  </a:lnTo>
                  <a:lnTo>
                    <a:pt x="49027" y="10071"/>
                  </a:lnTo>
                  <a:lnTo>
                    <a:pt x="52600" y="11073"/>
                  </a:lnTo>
                  <a:lnTo>
                    <a:pt x="55977" y="14075"/>
                  </a:lnTo>
                  <a:lnTo>
                    <a:pt x="57002" y="14985"/>
                  </a:lnTo>
                  <a:lnTo>
                    <a:pt x="57251" y="15207"/>
                  </a:lnTo>
                  <a:lnTo>
                    <a:pt x="59650" y="17378"/>
                  </a:lnTo>
                  <a:lnTo>
                    <a:pt x="61968" y="19443"/>
                  </a:lnTo>
                  <a:lnTo>
                    <a:pt x="63090" y="20443"/>
                  </a:lnTo>
                  <a:lnTo>
                    <a:pt x="63403" y="20722"/>
                  </a:lnTo>
                  <a:lnTo>
                    <a:pt x="63177" y="20959"/>
                  </a:lnTo>
                  <a:lnTo>
                    <a:pt x="61682" y="22526"/>
                  </a:lnTo>
                  <a:lnTo>
                    <a:pt x="61008" y="23233"/>
                  </a:lnTo>
                  <a:lnTo>
                    <a:pt x="60555" y="23707"/>
                  </a:lnTo>
                  <a:lnTo>
                    <a:pt x="59541" y="24770"/>
                  </a:lnTo>
                  <a:lnTo>
                    <a:pt x="58625" y="25730"/>
                  </a:lnTo>
                  <a:lnTo>
                    <a:pt x="58145" y="26299"/>
                  </a:lnTo>
                  <a:lnTo>
                    <a:pt x="54263" y="30907"/>
                  </a:lnTo>
                  <a:lnTo>
                    <a:pt x="53998" y="31220"/>
                  </a:lnTo>
                  <a:lnTo>
                    <a:pt x="52938" y="32479"/>
                  </a:lnTo>
                  <a:lnTo>
                    <a:pt x="52582" y="32901"/>
                  </a:lnTo>
                  <a:lnTo>
                    <a:pt x="51681" y="33970"/>
                  </a:lnTo>
                  <a:lnTo>
                    <a:pt x="51445" y="34250"/>
                  </a:lnTo>
                  <a:lnTo>
                    <a:pt x="50678" y="35123"/>
                  </a:lnTo>
                  <a:lnTo>
                    <a:pt x="50044" y="35846"/>
                  </a:lnTo>
                  <a:lnTo>
                    <a:pt x="49763" y="3614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0" name="pg489"/>
            <p:cNvSpPr/>
            <p:nvPr/>
          </p:nvSpPr>
          <p:spPr>
            <a:xfrm>
              <a:off x="2556714" y="2932240"/>
              <a:ext cx="86031" cy="121573"/>
            </a:xfrm>
            <a:custGeom>
              <a:avLst/>
              <a:pathLst>
                <a:path w="86031" h="121573">
                  <a:moveTo>
                    <a:pt x="59122" y="30691"/>
                  </a:moveTo>
                  <a:lnTo>
                    <a:pt x="59259" y="30977"/>
                  </a:lnTo>
                  <a:lnTo>
                    <a:pt x="59399" y="30909"/>
                  </a:lnTo>
                  <a:lnTo>
                    <a:pt x="59608" y="31332"/>
                  </a:lnTo>
                  <a:lnTo>
                    <a:pt x="61062" y="34272"/>
                  </a:lnTo>
                  <a:lnTo>
                    <a:pt x="61630" y="35438"/>
                  </a:lnTo>
                  <a:lnTo>
                    <a:pt x="63406" y="39080"/>
                  </a:lnTo>
                  <a:lnTo>
                    <a:pt x="64073" y="40416"/>
                  </a:lnTo>
                  <a:lnTo>
                    <a:pt x="64569" y="41406"/>
                  </a:lnTo>
                  <a:lnTo>
                    <a:pt x="65597" y="44533"/>
                  </a:lnTo>
                  <a:lnTo>
                    <a:pt x="65836" y="45260"/>
                  </a:lnTo>
                  <a:lnTo>
                    <a:pt x="66194" y="47035"/>
                  </a:lnTo>
                  <a:lnTo>
                    <a:pt x="66362" y="49696"/>
                  </a:lnTo>
                  <a:lnTo>
                    <a:pt x="66563" y="52003"/>
                  </a:lnTo>
                  <a:lnTo>
                    <a:pt x="66646" y="52593"/>
                  </a:lnTo>
                  <a:lnTo>
                    <a:pt x="66771" y="54066"/>
                  </a:lnTo>
                  <a:lnTo>
                    <a:pt x="66923" y="54645"/>
                  </a:lnTo>
                  <a:lnTo>
                    <a:pt x="66969" y="54821"/>
                  </a:lnTo>
                  <a:lnTo>
                    <a:pt x="67047" y="55117"/>
                  </a:lnTo>
                  <a:lnTo>
                    <a:pt x="67866" y="56732"/>
                  </a:lnTo>
                  <a:lnTo>
                    <a:pt x="69303" y="58539"/>
                  </a:lnTo>
                  <a:lnTo>
                    <a:pt x="70861" y="60007"/>
                  </a:lnTo>
                  <a:lnTo>
                    <a:pt x="71876" y="61073"/>
                  </a:lnTo>
                  <a:lnTo>
                    <a:pt x="72912" y="62164"/>
                  </a:lnTo>
                  <a:lnTo>
                    <a:pt x="73166" y="62430"/>
                  </a:lnTo>
                  <a:lnTo>
                    <a:pt x="74533" y="63871"/>
                  </a:lnTo>
                  <a:lnTo>
                    <a:pt x="75306" y="64659"/>
                  </a:lnTo>
                  <a:lnTo>
                    <a:pt x="75661" y="65020"/>
                  </a:lnTo>
                  <a:lnTo>
                    <a:pt x="76671" y="66290"/>
                  </a:lnTo>
                  <a:lnTo>
                    <a:pt x="77485" y="67629"/>
                  </a:lnTo>
                  <a:lnTo>
                    <a:pt x="77782" y="68169"/>
                  </a:lnTo>
                  <a:lnTo>
                    <a:pt x="78452" y="69386"/>
                  </a:lnTo>
                  <a:lnTo>
                    <a:pt x="79302" y="71117"/>
                  </a:lnTo>
                  <a:lnTo>
                    <a:pt x="79400" y="71289"/>
                  </a:lnTo>
                  <a:lnTo>
                    <a:pt x="80047" y="72427"/>
                  </a:lnTo>
                  <a:lnTo>
                    <a:pt x="81192" y="75001"/>
                  </a:lnTo>
                  <a:lnTo>
                    <a:pt x="82458" y="77564"/>
                  </a:lnTo>
                  <a:lnTo>
                    <a:pt x="83747" y="80170"/>
                  </a:lnTo>
                  <a:lnTo>
                    <a:pt x="83910" y="80491"/>
                  </a:lnTo>
                  <a:lnTo>
                    <a:pt x="84032" y="80730"/>
                  </a:lnTo>
                  <a:lnTo>
                    <a:pt x="84303" y="81284"/>
                  </a:lnTo>
                  <a:lnTo>
                    <a:pt x="85971" y="85407"/>
                  </a:lnTo>
                  <a:lnTo>
                    <a:pt x="86031" y="86079"/>
                  </a:lnTo>
                  <a:lnTo>
                    <a:pt x="82367" y="85607"/>
                  </a:lnTo>
                  <a:lnTo>
                    <a:pt x="79914" y="93596"/>
                  </a:lnTo>
                  <a:lnTo>
                    <a:pt x="78277" y="98879"/>
                  </a:lnTo>
                  <a:lnTo>
                    <a:pt x="76603" y="104276"/>
                  </a:lnTo>
                  <a:lnTo>
                    <a:pt x="74781" y="110155"/>
                  </a:lnTo>
                  <a:lnTo>
                    <a:pt x="74310" y="111518"/>
                  </a:lnTo>
                  <a:lnTo>
                    <a:pt x="73836" y="112888"/>
                  </a:lnTo>
                  <a:lnTo>
                    <a:pt x="73064" y="115119"/>
                  </a:lnTo>
                  <a:lnTo>
                    <a:pt x="69853" y="119549"/>
                  </a:lnTo>
                  <a:lnTo>
                    <a:pt x="72121" y="120655"/>
                  </a:lnTo>
                  <a:lnTo>
                    <a:pt x="71412" y="121034"/>
                  </a:lnTo>
                  <a:lnTo>
                    <a:pt x="70403" y="121573"/>
                  </a:lnTo>
                  <a:lnTo>
                    <a:pt x="69107" y="119600"/>
                  </a:lnTo>
                  <a:lnTo>
                    <a:pt x="65117" y="117435"/>
                  </a:lnTo>
                  <a:lnTo>
                    <a:pt x="60586" y="115638"/>
                  </a:lnTo>
                  <a:lnTo>
                    <a:pt x="56837" y="114409"/>
                  </a:lnTo>
                  <a:lnTo>
                    <a:pt x="53787" y="113409"/>
                  </a:lnTo>
                  <a:lnTo>
                    <a:pt x="48702" y="111557"/>
                  </a:lnTo>
                  <a:lnTo>
                    <a:pt x="40506" y="108571"/>
                  </a:lnTo>
                  <a:lnTo>
                    <a:pt x="39027" y="108214"/>
                  </a:lnTo>
                  <a:lnTo>
                    <a:pt x="38565" y="107338"/>
                  </a:lnTo>
                  <a:lnTo>
                    <a:pt x="33217" y="97182"/>
                  </a:lnTo>
                  <a:lnTo>
                    <a:pt x="30928" y="92871"/>
                  </a:lnTo>
                  <a:lnTo>
                    <a:pt x="29588" y="90344"/>
                  </a:lnTo>
                  <a:lnTo>
                    <a:pt x="29094" y="89413"/>
                  </a:lnTo>
                  <a:lnTo>
                    <a:pt x="28816" y="88872"/>
                  </a:lnTo>
                  <a:lnTo>
                    <a:pt x="28470" y="88196"/>
                  </a:lnTo>
                  <a:lnTo>
                    <a:pt x="28021" y="87320"/>
                  </a:lnTo>
                  <a:lnTo>
                    <a:pt x="25898" y="83180"/>
                  </a:lnTo>
                  <a:lnTo>
                    <a:pt x="23529" y="78560"/>
                  </a:lnTo>
                  <a:lnTo>
                    <a:pt x="19440" y="70588"/>
                  </a:lnTo>
                  <a:lnTo>
                    <a:pt x="18451" y="68675"/>
                  </a:lnTo>
                  <a:lnTo>
                    <a:pt x="18206" y="68200"/>
                  </a:lnTo>
                  <a:lnTo>
                    <a:pt x="16194" y="64309"/>
                  </a:lnTo>
                  <a:lnTo>
                    <a:pt x="11653" y="55526"/>
                  </a:lnTo>
                  <a:lnTo>
                    <a:pt x="11340" y="55086"/>
                  </a:lnTo>
                  <a:lnTo>
                    <a:pt x="9980" y="53181"/>
                  </a:lnTo>
                  <a:lnTo>
                    <a:pt x="8593" y="51922"/>
                  </a:lnTo>
                  <a:lnTo>
                    <a:pt x="6623" y="50135"/>
                  </a:lnTo>
                  <a:lnTo>
                    <a:pt x="5704" y="49285"/>
                  </a:lnTo>
                  <a:lnTo>
                    <a:pt x="3546" y="47289"/>
                  </a:lnTo>
                  <a:lnTo>
                    <a:pt x="2244" y="46271"/>
                  </a:lnTo>
                  <a:lnTo>
                    <a:pt x="2035" y="46078"/>
                  </a:lnTo>
                  <a:lnTo>
                    <a:pt x="0" y="44200"/>
                  </a:lnTo>
                  <a:lnTo>
                    <a:pt x="280" y="43903"/>
                  </a:lnTo>
                  <a:lnTo>
                    <a:pt x="915" y="43180"/>
                  </a:lnTo>
                  <a:lnTo>
                    <a:pt x="1736" y="42242"/>
                  </a:lnTo>
                  <a:lnTo>
                    <a:pt x="1917" y="42026"/>
                  </a:lnTo>
                  <a:lnTo>
                    <a:pt x="2818" y="40958"/>
                  </a:lnTo>
                  <a:lnTo>
                    <a:pt x="3174" y="40536"/>
                  </a:lnTo>
                  <a:lnTo>
                    <a:pt x="4234" y="39277"/>
                  </a:lnTo>
                  <a:lnTo>
                    <a:pt x="4499" y="38963"/>
                  </a:lnTo>
                  <a:lnTo>
                    <a:pt x="8382" y="34356"/>
                  </a:lnTo>
                  <a:lnTo>
                    <a:pt x="8861" y="33787"/>
                  </a:lnTo>
                  <a:lnTo>
                    <a:pt x="9872" y="32727"/>
                  </a:lnTo>
                  <a:lnTo>
                    <a:pt x="10791" y="31764"/>
                  </a:lnTo>
                  <a:lnTo>
                    <a:pt x="11244" y="31289"/>
                  </a:lnTo>
                  <a:lnTo>
                    <a:pt x="11918" y="30583"/>
                  </a:lnTo>
                  <a:lnTo>
                    <a:pt x="13413" y="29016"/>
                  </a:lnTo>
                  <a:lnTo>
                    <a:pt x="13661" y="28757"/>
                  </a:lnTo>
                  <a:lnTo>
                    <a:pt x="14473" y="27905"/>
                  </a:lnTo>
                  <a:lnTo>
                    <a:pt x="18718" y="23456"/>
                  </a:lnTo>
                  <a:lnTo>
                    <a:pt x="19134" y="23020"/>
                  </a:lnTo>
                  <a:lnTo>
                    <a:pt x="21376" y="20483"/>
                  </a:lnTo>
                  <a:lnTo>
                    <a:pt x="23420" y="18170"/>
                  </a:lnTo>
                  <a:lnTo>
                    <a:pt x="23638" y="17923"/>
                  </a:lnTo>
                  <a:lnTo>
                    <a:pt x="24284" y="17192"/>
                  </a:lnTo>
                  <a:lnTo>
                    <a:pt x="24563" y="16880"/>
                  </a:lnTo>
                  <a:lnTo>
                    <a:pt x="25189" y="16181"/>
                  </a:lnTo>
                  <a:lnTo>
                    <a:pt x="29197" y="11700"/>
                  </a:lnTo>
                  <a:lnTo>
                    <a:pt x="30493" y="10251"/>
                  </a:lnTo>
                  <a:lnTo>
                    <a:pt x="32440" y="8074"/>
                  </a:lnTo>
                  <a:lnTo>
                    <a:pt x="32922" y="7536"/>
                  </a:lnTo>
                  <a:lnTo>
                    <a:pt x="34630" y="5627"/>
                  </a:lnTo>
                  <a:lnTo>
                    <a:pt x="35490" y="4665"/>
                  </a:lnTo>
                  <a:lnTo>
                    <a:pt x="35834" y="4280"/>
                  </a:lnTo>
                  <a:lnTo>
                    <a:pt x="36357" y="3696"/>
                  </a:lnTo>
                  <a:lnTo>
                    <a:pt x="37941" y="1925"/>
                  </a:lnTo>
                  <a:lnTo>
                    <a:pt x="38624" y="1162"/>
                  </a:lnTo>
                  <a:lnTo>
                    <a:pt x="39664" y="0"/>
                  </a:lnTo>
                  <a:lnTo>
                    <a:pt x="43533" y="3483"/>
                  </a:lnTo>
                  <a:lnTo>
                    <a:pt x="44652" y="4491"/>
                  </a:lnTo>
                  <a:lnTo>
                    <a:pt x="44828" y="4649"/>
                  </a:lnTo>
                  <a:lnTo>
                    <a:pt x="45993" y="5698"/>
                  </a:lnTo>
                  <a:lnTo>
                    <a:pt x="47638" y="7161"/>
                  </a:lnTo>
                  <a:lnTo>
                    <a:pt x="49925" y="11069"/>
                  </a:lnTo>
                  <a:lnTo>
                    <a:pt x="50047" y="1129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1" name="pg490"/>
            <p:cNvSpPr/>
            <p:nvPr/>
          </p:nvSpPr>
          <p:spPr>
            <a:xfrm>
              <a:off x="2596396" y="2924901"/>
              <a:ext cx="106175" cy="118828"/>
            </a:xfrm>
            <a:custGeom>
              <a:avLst/>
              <a:pathLst>
                <a:path w="106175" h="118828">
                  <a:moveTo>
                    <a:pt x="49331" y="32333"/>
                  </a:moveTo>
                  <a:lnTo>
                    <a:pt x="50279" y="26411"/>
                  </a:lnTo>
                  <a:lnTo>
                    <a:pt x="50944" y="26524"/>
                  </a:lnTo>
                  <a:lnTo>
                    <a:pt x="57926" y="27712"/>
                  </a:lnTo>
                  <a:lnTo>
                    <a:pt x="64199" y="28562"/>
                  </a:lnTo>
                  <a:lnTo>
                    <a:pt x="64328" y="28580"/>
                  </a:lnTo>
                  <a:lnTo>
                    <a:pt x="64486" y="28606"/>
                  </a:lnTo>
                  <a:lnTo>
                    <a:pt x="68007" y="29189"/>
                  </a:lnTo>
                  <a:lnTo>
                    <a:pt x="69080" y="29353"/>
                  </a:lnTo>
                  <a:lnTo>
                    <a:pt x="70281" y="29538"/>
                  </a:lnTo>
                  <a:lnTo>
                    <a:pt x="72288" y="29846"/>
                  </a:lnTo>
                  <a:lnTo>
                    <a:pt x="74587" y="30116"/>
                  </a:lnTo>
                  <a:lnTo>
                    <a:pt x="75408" y="30197"/>
                  </a:lnTo>
                  <a:lnTo>
                    <a:pt x="75848" y="30267"/>
                  </a:lnTo>
                  <a:lnTo>
                    <a:pt x="80890" y="31071"/>
                  </a:lnTo>
                  <a:lnTo>
                    <a:pt x="81159" y="31113"/>
                  </a:lnTo>
                  <a:lnTo>
                    <a:pt x="85748" y="33612"/>
                  </a:lnTo>
                  <a:lnTo>
                    <a:pt x="87416" y="34521"/>
                  </a:lnTo>
                  <a:lnTo>
                    <a:pt x="88559" y="35144"/>
                  </a:lnTo>
                  <a:lnTo>
                    <a:pt x="90181" y="36027"/>
                  </a:lnTo>
                  <a:lnTo>
                    <a:pt x="90443" y="36196"/>
                  </a:lnTo>
                  <a:lnTo>
                    <a:pt x="95510" y="39480"/>
                  </a:lnTo>
                  <a:lnTo>
                    <a:pt x="99449" y="32770"/>
                  </a:lnTo>
                  <a:lnTo>
                    <a:pt x="99701" y="32362"/>
                  </a:lnTo>
                  <a:lnTo>
                    <a:pt x="102545" y="34048"/>
                  </a:lnTo>
                  <a:lnTo>
                    <a:pt x="105737" y="35941"/>
                  </a:lnTo>
                  <a:lnTo>
                    <a:pt x="106175" y="36200"/>
                  </a:lnTo>
                  <a:lnTo>
                    <a:pt x="106024" y="36448"/>
                  </a:lnTo>
                  <a:lnTo>
                    <a:pt x="97136" y="51002"/>
                  </a:lnTo>
                  <a:lnTo>
                    <a:pt x="95984" y="52983"/>
                  </a:lnTo>
                  <a:lnTo>
                    <a:pt x="94918" y="54815"/>
                  </a:lnTo>
                  <a:lnTo>
                    <a:pt x="94430" y="55655"/>
                  </a:lnTo>
                  <a:lnTo>
                    <a:pt x="93972" y="56443"/>
                  </a:lnTo>
                  <a:lnTo>
                    <a:pt x="93885" y="56592"/>
                  </a:lnTo>
                  <a:lnTo>
                    <a:pt x="93654" y="56990"/>
                  </a:lnTo>
                  <a:lnTo>
                    <a:pt x="93462" y="57320"/>
                  </a:lnTo>
                  <a:lnTo>
                    <a:pt x="93299" y="57600"/>
                  </a:lnTo>
                  <a:lnTo>
                    <a:pt x="92013" y="59811"/>
                  </a:lnTo>
                  <a:lnTo>
                    <a:pt x="91668" y="60410"/>
                  </a:lnTo>
                  <a:lnTo>
                    <a:pt x="91221" y="61184"/>
                  </a:lnTo>
                  <a:lnTo>
                    <a:pt x="90607" y="62250"/>
                  </a:lnTo>
                  <a:lnTo>
                    <a:pt x="88265" y="66310"/>
                  </a:lnTo>
                  <a:lnTo>
                    <a:pt x="88080" y="66631"/>
                  </a:lnTo>
                  <a:lnTo>
                    <a:pt x="85972" y="70279"/>
                  </a:lnTo>
                  <a:lnTo>
                    <a:pt x="84771" y="72356"/>
                  </a:lnTo>
                  <a:lnTo>
                    <a:pt x="84248" y="73262"/>
                  </a:lnTo>
                  <a:lnTo>
                    <a:pt x="83818" y="74006"/>
                  </a:lnTo>
                  <a:lnTo>
                    <a:pt x="83375" y="74773"/>
                  </a:lnTo>
                  <a:lnTo>
                    <a:pt x="82909" y="75581"/>
                  </a:lnTo>
                  <a:lnTo>
                    <a:pt x="82734" y="75882"/>
                  </a:lnTo>
                  <a:lnTo>
                    <a:pt x="82609" y="76099"/>
                  </a:lnTo>
                  <a:lnTo>
                    <a:pt x="82258" y="76706"/>
                  </a:lnTo>
                  <a:lnTo>
                    <a:pt x="82031" y="77100"/>
                  </a:lnTo>
                  <a:lnTo>
                    <a:pt x="81860" y="77395"/>
                  </a:lnTo>
                  <a:lnTo>
                    <a:pt x="81606" y="77834"/>
                  </a:lnTo>
                  <a:lnTo>
                    <a:pt x="81243" y="78463"/>
                  </a:lnTo>
                  <a:lnTo>
                    <a:pt x="81080" y="78745"/>
                  </a:lnTo>
                  <a:lnTo>
                    <a:pt x="80965" y="78945"/>
                  </a:lnTo>
                  <a:lnTo>
                    <a:pt x="80851" y="79141"/>
                  </a:lnTo>
                  <a:lnTo>
                    <a:pt x="80410" y="79905"/>
                  </a:lnTo>
                  <a:lnTo>
                    <a:pt x="80169" y="80321"/>
                  </a:lnTo>
                  <a:lnTo>
                    <a:pt x="79112" y="82157"/>
                  </a:lnTo>
                  <a:lnTo>
                    <a:pt x="79021" y="82315"/>
                  </a:lnTo>
                  <a:lnTo>
                    <a:pt x="76521" y="86667"/>
                  </a:lnTo>
                  <a:lnTo>
                    <a:pt x="76313" y="87030"/>
                  </a:lnTo>
                  <a:lnTo>
                    <a:pt x="74778" y="89701"/>
                  </a:lnTo>
                  <a:lnTo>
                    <a:pt x="72062" y="94430"/>
                  </a:lnTo>
                  <a:lnTo>
                    <a:pt x="69193" y="99424"/>
                  </a:lnTo>
                  <a:lnTo>
                    <a:pt x="67843" y="101803"/>
                  </a:lnTo>
                  <a:lnTo>
                    <a:pt x="67088" y="103134"/>
                  </a:lnTo>
                  <a:lnTo>
                    <a:pt x="66594" y="104004"/>
                  </a:lnTo>
                  <a:lnTo>
                    <a:pt x="65724" y="105537"/>
                  </a:lnTo>
                  <a:lnTo>
                    <a:pt x="65261" y="106354"/>
                  </a:lnTo>
                  <a:lnTo>
                    <a:pt x="65027" y="106765"/>
                  </a:lnTo>
                  <a:lnTo>
                    <a:pt x="64354" y="107951"/>
                  </a:lnTo>
                  <a:lnTo>
                    <a:pt x="63863" y="108817"/>
                  </a:lnTo>
                  <a:lnTo>
                    <a:pt x="63148" y="110076"/>
                  </a:lnTo>
                  <a:lnTo>
                    <a:pt x="62221" y="111711"/>
                  </a:lnTo>
                  <a:lnTo>
                    <a:pt x="61646" y="112723"/>
                  </a:lnTo>
                  <a:lnTo>
                    <a:pt x="61376" y="113200"/>
                  </a:lnTo>
                  <a:lnTo>
                    <a:pt x="60855" y="114128"/>
                  </a:lnTo>
                  <a:lnTo>
                    <a:pt x="60398" y="114942"/>
                  </a:lnTo>
                  <a:lnTo>
                    <a:pt x="59854" y="115912"/>
                  </a:lnTo>
                  <a:lnTo>
                    <a:pt x="59505" y="116535"/>
                  </a:lnTo>
                  <a:lnTo>
                    <a:pt x="59420" y="116685"/>
                  </a:lnTo>
                  <a:lnTo>
                    <a:pt x="59283" y="116930"/>
                  </a:lnTo>
                  <a:lnTo>
                    <a:pt x="59063" y="117322"/>
                  </a:lnTo>
                  <a:lnTo>
                    <a:pt x="58239" y="118587"/>
                  </a:lnTo>
                  <a:lnTo>
                    <a:pt x="58082" y="118828"/>
                  </a:lnTo>
                  <a:lnTo>
                    <a:pt x="57962" y="118609"/>
                  </a:lnTo>
                  <a:lnTo>
                    <a:pt x="57500" y="117731"/>
                  </a:lnTo>
                  <a:lnTo>
                    <a:pt x="57326" y="117402"/>
                  </a:lnTo>
                  <a:lnTo>
                    <a:pt x="56530" y="115890"/>
                  </a:lnTo>
                  <a:lnTo>
                    <a:pt x="54392" y="110985"/>
                  </a:lnTo>
                  <a:lnTo>
                    <a:pt x="51696" y="104800"/>
                  </a:lnTo>
                  <a:lnTo>
                    <a:pt x="51538" y="104439"/>
                  </a:lnTo>
                  <a:lnTo>
                    <a:pt x="50573" y="102337"/>
                  </a:lnTo>
                  <a:lnTo>
                    <a:pt x="49928" y="100932"/>
                  </a:lnTo>
                  <a:lnTo>
                    <a:pt x="48479" y="97837"/>
                  </a:lnTo>
                  <a:lnTo>
                    <a:pt x="46754" y="94256"/>
                  </a:lnTo>
                  <a:lnTo>
                    <a:pt x="46660" y="94062"/>
                  </a:lnTo>
                  <a:lnTo>
                    <a:pt x="46341" y="93316"/>
                  </a:lnTo>
                  <a:lnTo>
                    <a:pt x="46289" y="92746"/>
                  </a:lnTo>
                  <a:lnTo>
                    <a:pt x="44622" y="88623"/>
                  </a:lnTo>
                  <a:lnTo>
                    <a:pt x="44350" y="88069"/>
                  </a:lnTo>
                  <a:lnTo>
                    <a:pt x="44225" y="87822"/>
                  </a:lnTo>
                  <a:lnTo>
                    <a:pt x="44065" y="87509"/>
                  </a:lnTo>
                  <a:lnTo>
                    <a:pt x="42749" y="84846"/>
                  </a:lnTo>
                  <a:lnTo>
                    <a:pt x="41510" y="82339"/>
                  </a:lnTo>
                  <a:lnTo>
                    <a:pt x="40365" y="79766"/>
                  </a:lnTo>
                  <a:lnTo>
                    <a:pt x="39718" y="78628"/>
                  </a:lnTo>
                  <a:lnTo>
                    <a:pt x="39620" y="78456"/>
                  </a:lnTo>
                  <a:lnTo>
                    <a:pt x="38770" y="76725"/>
                  </a:lnTo>
                  <a:lnTo>
                    <a:pt x="38100" y="75508"/>
                  </a:lnTo>
                  <a:lnTo>
                    <a:pt x="37803" y="74968"/>
                  </a:lnTo>
                  <a:lnTo>
                    <a:pt x="36990" y="73629"/>
                  </a:lnTo>
                  <a:lnTo>
                    <a:pt x="35979" y="72359"/>
                  </a:lnTo>
                  <a:lnTo>
                    <a:pt x="35625" y="71998"/>
                  </a:lnTo>
                  <a:lnTo>
                    <a:pt x="34852" y="71209"/>
                  </a:lnTo>
                  <a:lnTo>
                    <a:pt x="33484" y="69769"/>
                  </a:lnTo>
                  <a:lnTo>
                    <a:pt x="33231" y="69503"/>
                  </a:lnTo>
                  <a:lnTo>
                    <a:pt x="32195" y="68412"/>
                  </a:lnTo>
                  <a:lnTo>
                    <a:pt x="31179" y="67346"/>
                  </a:lnTo>
                  <a:lnTo>
                    <a:pt x="29621" y="65878"/>
                  </a:lnTo>
                  <a:lnTo>
                    <a:pt x="28185" y="64071"/>
                  </a:lnTo>
                  <a:lnTo>
                    <a:pt x="27366" y="62456"/>
                  </a:lnTo>
                  <a:lnTo>
                    <a:pt x="27288" y="62160"/>
                  </a:lnTo>
                  <a:lnTo>
                    <a:pt x="27242" y="61984"/>
                  </a:lnTo>
                  <a:lnTo>
                    <a:pt x="27090" y="61405"/>
                  </a:lnTo>
                  <a:lnTo>
                    <a:pt x="26965" y="59932"/>
                  </a:lnTo>
                  <a:lnTo>
                    <a:pt x="26881" y="59341"/>
                  </a:lnTo>
                  <a:lnTo>
                    <a:pt x="26680" y="57035"/>
                  </a:lnTo>
                  <a:lnTo>
                    <a:pt x="26512" y="54374"/>
                  </a:lnTo>
                  <a:lnTo>
                    <a:pt x="26154" y="52599"/>
                  </a:lnTo>
                  <a:lnTo>
                    <a:pt x="25915" y="51872"/>
                  </a:lnTo>
                  <a:lnTo>
                    <a:pt x="24887" y="48745"/>
                  </a:lnTo>
                  <a:lnTo>
                    <a:pt x="24392" y="47755"/>
                  </a:lnTo>
                  <a:lnTo>
                    <a:pt x="23724" y="46419"/>
                  </a:lnTo>
                  <a:lnTo>
                    <a:pt x="21949" y="42777"/>
                  </a:lnTo>
                  <a:lnTo>
                    <a:pt x="21380" y="41611"/>
                  </a:lnTo>
                  <a:lnTo>
                    <a:pt x="19926" y="38671"/>
                  </a:lnTo>
                  <a:lnTo>
                    <a:pt x="19717" y="38248"/>
                  </a:lnTo>
                  <a:lnTo>
                    <a:pt x="19575" y="38317"/>
                  </a:lnTo>
                  <a:lnTo>
                    <a:pt x="19428" y="38002"/>
                  </a:lnTo>
                  <a:lnTo>
                    <a:pt x="10365" y="18637"/>
                  </a:lnTo>
                  <a:lnTo>
                    <a:pt x="10244" y="18408"/>
                  </a:lnTo>
                  <a:lnTo>
                    <a:pt x="7834" y="14392"/>
                  </a:lnTo>
                  <a:lnTo>
                    <a:pt x="6312" y="13037"/>
                  </a:lnTo>
                  <a:lnTo>
                    <a:pt x="5146" y="11988"/>
                  </a:lnTo>
                  <a:lnTo>
                    <a:pt x="4970" y="11829"/>
                  </a:lnTo>
                  <a:lnTo>
                    <a:pt x="3851" y="10822"/>
                  </a:lnTo>
                  <a:lnTo>
                    <a:pt x="0" y="7319"/>
                  </a:lnTo>
                  <a:lnTo>
                    <a:pt x="315" y="6967"/>
                  </a:lnTo>
                  <a:lnTo>
                    <a:pt x="2264" y="4794"/>
                  </a:lnTo>
                  <a:lnTo>
                    <a:pt x="2964" y="4013"/>
                  </a:lnTo>
                  <a:lnTo>
                    <a:pt x="3208" y="3742"/>
                  </a:lnTo>
                  <a:lnTo>
                    <a:pt x="3519" y="3437"/>
                  </a:lnTo>
                  <a:lnTo>
                    <a:pt x="4585" y="2412"/>
                  </a:lnTo>
                  <a:lnTo>
                    <a:pt x="4804" y="2202"/>
                  </a:lnTo>
                  <a:lnTo>
                    <a:pt x="5047" y="1968"/>
                  </a:lnTo>
                  <a:lnTo>
                    <a:pt x="5292" y="1733"/>
                  </a:lnTo>
                  <a:lnTo>
                    <a:pt x="5926" y="1123"/>
                  </a:lnTo>
                  <a:lnTo>
                    <a:pt x="6644" y="432"/>
                  </a:lnTo>
                  <a:lnTo>
                    <a:pt x="6880" y="206"/>
                  </a:lnTo>
                  <a:lnTo>
                    <a:pt x="7095" y="0"/>
                  </a:lnTo>
                  <a:lnTo>
                    <a:pt x="8805" y="434"/>
                  </a:lnTo>
                  <a:lnTo>
                    <a:pt x="13739" y="1687"/>
                  </a:lnTo>
                  <a:lnTo>
                    <a:pt x="18048" y="5366"/>
                  </a:lnTo>
                  <a:lnTo>
                    <a:pt x="19529" y="6508"/>
                  </a:lnTo>
                  <a:lnTo>
                    <a:pt x="22276" y="8786"/>
                  </a:lnTo>
                  <a:lnTo>
                    <a:pt x="22607" y="9060"/>
                  </a:lnTo>
                  <a:lnTo>
                    <a:pt x="24634" y="10873"/>
                  </a:lnTo>
                  <a:lnTo>
                    <a:pt x="26550" y="12807"/>
                  </a:lnTo>
                  <a:lnTo>
                    <a:pt x="26863" y="13123"/>
                  </a:lnTo>
                  <a:lnTo>
                    <a:pt x="31346" y="15678"/>
                  </a:lnTo>
                  <a:lnTo>
                    <a:pt x="34992" y="16209"/>
                  </a:lnTo>
                  <a:lnTo>
                    <a:pt x="35486" y="16277"/>
                  </a:lnTo>
                  <a:lnTo>
                    <a:pt x="39640" y="16853"/>
                  </a:lnTo>
                  <a:lnTo>
                    <a:pt x="49791" y="18259"/>
                  </a:lnTo>
                  <a:lnTo>
                    <a:pt x="45850" y="23420"/>
                  </a:lnTo>
                  <a:lnTo>
                    <a:pt x="44416" y="26963"/>
                  </a:lnTo>
                  <a:lnTo>
                    <a:pt x="43777" y="3189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2" name="pg491"/>
            <p:cNvSpPr/>
            <p:nvPr/>
          </p:nvSpPr>
          <p:spPr>
            <a:xfrm>
              <a:off x="2654499" y="2981340"/>
              <a:ext cx="111117" cy="141309"/>
            </a:xfrm>
            <a:custGeom>
              <a:avLst/>
              <a:pathLst>
                <a:path w="111117" h="141309">
                  <a:moveTo>
                    <a:pt x="89329" y="103953"/>
                  </a:moveTo>
                  <a:lnTo>
                    <a:pt x="90344" y="103541"/>
                  </a:lnTo>
                  <a:lnTo>
                    <a:pt x="102253" y="98705"/>
                  </a:lnTo>
                  <a:lnTo>
                    <a:pt x="104281" y="97882"/>
                  </a:lnTo>
                  <a:lnTo>
                    <a:pt x="106676" y="102695"/>
                  </a:lnTo>
                  <a:lnTo>
                    <a:pt x="106810" y="102965"/>
                  </a:lnTo>
                  <a:lnTo>
                    <a:pt x="107145" y="103639"/>
                  </a:lnTo>
                  <a:lnTo>
                    <a:pt x="109178" y="108035"/>
                  </a:lnTo>
                  <a:lnTo>
                    <a:pt x="110679" y="111283"/>
                  </a:lnTo>
                  <a:lnTo>
                    <a:pt x="110775" y="111489"/>
                  </a:lnTo>
                  <a:lnTo>
                    <a:pt x="111117" y="112230"/>
                  </a:lnTo>
                  <a:lnTo>
                    <a:pt x="109353" y="113090"/>
                  </a:lnTo>
                  <a:lnTo>
                    <a:pt x="108867" y="113303"/>
                  </a:lnTo>
                  <a:lnTo>
                    <a:pt x="107928" y="113716"/>
                  </a:lnTo>
                  <a:lnTo>
                    <a:pt x="106142" y="114569"/>
                  </a:lnTo>
                  <a:lnTo>
                    <a:pt x="105982" y="114646"/>
                  </a:lnTo>
                  <a:lnTo>
                    <a:pt x="104897" y="115164"/>
                  </a:lnTo>
                  <a:lnTo>
                    <a:pt x="98958" y="118188"/>
                  </a:lnTo>
                  <a:lnTo>
                    <a:pt x="98068" y="118633"/>
                  </a:lnTo>
                  <a:lnTo>
                    <a:pt x="95497" y="119920"/>
                  </a:lnTo>
                  <a:lnTo>
                    <a:pt x="94364" y="120731"/>
                  </a:lnTo>
                  <a:lnTo>
                    <a:pt x="94106" y="120946"/>
                  </a:lnTo>
                  <a:lnTo>
                    <a:pt x="90630" y="123828"/>
                  </a:lnTo>
                  <a:lnTo>
                    <a:pt x="89424" y="124828"/>
                  </a:lnTo>
                  <a:lnTo>
                    <a:pt x="89229" y="124990"/>
                  </a:lnTo>
                  <a:lnTo>
                    <a:pt x="85075" y="128350"/>
                  </a:lnTo>
                  <a:lnTo>
                    <a:pt x="84624" y="127752"/>
                  </a:lnTo>
                  <a:lnTo>
                    <a:pt x="84175" y="128090"/>
                  </a:lnTo>
                  <a:lnTo>
                    <a:pt x="78810" y="132114"/>
                  </a:lnTo>
                  <a:lnTo>
                    <a:pt x="77907" y="132527"/>
                  </a:lnTo>
                  <a:lnTo>
                    <a:pt x="69584" y="136342"/>
                  </a:lnTo>
                  <a:lnTo>
                    <a:pt x="66285" y="137854"/>
                  </a:lnTo>
                  <a:lnTo>
                    <a:pt x="63069" y="139586"/>
                  </a:lnTo>
                  <a:lnTo>
                    <a:pt x="62409" y="139941"/>
                  </a:lnTo>
                  <a:lnTo>
                    <a:pt x="60072" y="141161"/>
                  </a:lnTo>
                  <a:lnTo>
                    <a:pt x="59789" y="141309"/>
                  </a:lnTo>
                  <a:lnTo>
                    <a:pt x="59442" y="140881"/>
                  </a:lnTo>
                  <a:lnTo>
                    <a:pt x="58829" y="140127"/>
                  </a:lnTo>
                  <a:lnTo>
                    <a:pt x="51637" y="131906"/>
                  </a:lnTo>
                  <a:lnTo>
                    <a:pt x="50679" y="130680"/>
                  </a:lnTo>
                  <a:lnTo>
                    <a:pt x="51171" y="129589"/>
                  </a:lnTo>
                  <a:lnTo>
                    <a:pt x="51350" y="129338"/>
                  </a:lnTo>
                  <a:lnTo>
                    <a:pt x="51645" y="129061"/>
                  </a:lnTo>
                  <a:lnTo>
                    <a:pt x="53515" y="124642"/>
                  </a:lnTo>
                  <a:lnTo>
                    <a:pt x="48956" y="123461"/>
                  </a:lnTo>
                  <a:lnTo>
                    <a:pt x="48857" y="122530"/>
                  </a:lnTo>
                  <a:lnTo>
                    <a:pt x="45831" y="122331"/>
                  </a:lnTo>
                  <a:lnTo>
                    <a:pt x="44626" y="122164"/>
                  </a:lnTo>
                  <a:lnTo>
                    <a:pt x="40922" y="121707"/>
                  </a:lnTo>
                  <a:lnTo>
                    <a:pt x="39622" y="121676"/>
                  </a:lnTo>
                  <a:lnTo>
                    <a:pt x="37523" y="121485"/>
                  </a:lnTo>
                  <a:lnTo>
                    <a:pt x="35256" y="121245"/>
                  </a:lnTo>
                  <a:lnTo>
                    <a:pt x="30560" y="123112"/>
                  </a:lnTo>
                  <a:lnTo>
                    <a:pt x="30205" y="123253"/>
                  </a:lnTo>
                  <a:lnTo>
                    <a:pt x="29966" y="122765"/>
                  </a:lnTo>
                  <a:lnTo>
                    <a:pt x="26788" y="116273"/>
                  </a:lnTo>
                  <a:lnTo>
                    <a:pt x="26553" y="115791"/>
                  </a:lnTo>
                  <a:lnTo>
                    <a:pt x="26294" y="115265"/>
                  </a:lnTo>
                  <a:lnTo>
                    <a:pt x="24325" y="111262"/>
                  </a:lnTo>
                  <a:lnTo>
                    <a:pt x="22107" y="106751"/>
                  </a:lnTo>
                  <a:lnTo>
                    <a:pt x="21798" y="106123"/>
                  </a:lnTo>
                  <a:lnTo>
                    <a:pt x="21131" y="104767"/>
                  </a:lnTo>
                  <a:lnTo>
                    <a:pt x="17411" y="97202"/>
                  </a:lnTo>
                  <a:lnTo>
                    <a:pt x="16945" y="96253"/>
                  </a:lnTo>
                  <a:lnTo>
                    <a:pt x="14820" y="91848"/>
                  </a:lnTo>
                  <a:lnTo>
                    <a:pt x="14310" y="90790"/>
                  </a:lnTo>
                  <a:lnTo>
                    <a:pt x="11442" y="84842"/>
                  </a:lnTo>
                  <a:lnTo>
                    <a:pt x="11363" y="84677"/>
                  </a:lnTo>
                  <a:lnTo>
                    <a:pt x="11037" y="83992"/>
                  </a:lnTo>
                  <a:lnTo>
                    <a:pt x="8868" y="79422"/>
                  </a:lnTo>
                  <a:lnTo>
                    <a:pt x="8679" y="79024"/>
                  </a:lnTo>
                  <a:lnTo>
                    <a:pt x="7444" y="76000"/>
                  </a:lnTo>
                  <a:lnTo>
                    <a:pt x="6313" y="73923"/>
                  </a:lnTo>
                  <a:lnTo>
                    <a:pt x="5816" y="73012"/>
                  </a:lnTo>
                  <a:lnTo>
                    <a:pt x="4640" y="70871"/>
                  </a:lnTo>
                  <a:lnTo>
                    <a:pt x="3632" y="69037"/>
                  </a:lnTo>
                  <a:lnTo>
                    <a:pt x="3008" y="67902"/>
                  </a:lnTo>
                  <a:lnTo>
                    <a:pt x="2214" y="66458"/>
                  </a:lnTo>
                  <a:lnTo>
                    <a:pt x="1927" y="65934"/>
                  </a:lnTo>
                  <a:lnTo>
                    <a:pt x="887" y="64042"/>
                  </a:lnTo>
                  <a:lnTo>
                    <a:pt x="783" y="63853"/>
                  </a:lnTo>
                  <a:lnTo>
                    <a:pt x="0" y="62356"/>
                  </a:lnTo>
                  <a:lnTo>
                    <a:pt x="240" y="61987"/>
                  </a:lnTo>
                  <a:lnTo>
                    <a:pt x="977" y="60852"/>
                  </a:lnTo>
                  <a:lnTo>
                    <a:pt x="1186" y="60478"/>
                  </a:lnTo>
                  <a:lnTo>
                    <a:pt x="1319" y="60242"/>
                  </a:lnTo>
                  <a:lnTo>
                    <a:pt x="1401" y="60095"/>
                  </a:lnTo>
                  <a:lnTo>
                    <a:pt x="1751" y="59473"/>
                  </a:lnTo>
                  <a:lnTo>
                    <a:pt x="2295" y="58502"/>
                  </a:lnTo>
                  <a:lnTo>
                    <a:pt x="2751" y="57689"/>
                  </a:lnTo>
                  <a:lnTo>
                    <a:pt x="3272" y="56760"/>
                  </a:lnTo>
                  <a:lnTo>
                    <a:pt x="3543" y="56284"/>
                  </a:lnTo>
                  <a:lnTo>
                    <a:pt x="4117" y="55271"/>
                  </a:lnTo>
                  <a:lnTo>
                    <a:pt x="5045" y="53637"/>
                  </a:lnTo>
                  <a:lnTo>
                    <a:pt x="5760" y="52377"/>
                  </a:lnTo>
                  <a:lnTo>
                    <a:pt x="6251" y="51512"/>
                  </a:lnTo>
                  <a:lnTo>
                    <a:pt x="6924" y="50325"/>
                  </a:lnTo>
                  <a:lnTo>
                    <a:pt x="7157" y="49914"/>
                  </a:lnTo>
                  <a:lnTo>
                    <a:pt x="7621" y="49097"/>
                  </a:lnTo>
                  <a:lnTo>
                    <a:pt x="8491" y="47564"/>
                  </a:lnTo>
                  <a:lnTo>
                    <a:pt x="8984" y="46694"/>
                  </a:lnTo>
                  <a:lnTo>
                    <a:pt x="9739" y="45364"/>
                  </a:lnTo>
                  <a:lnTo>
                    <a:pt x="11090" y="42984"/>
                  </a:lnTo>
                  <a:lnTo>
                    <a:pt x="13959" y="37990"/>
                  </a:lnTo>
                  <a:lnTo>
                    <a:pt x="16675" y="33261"/>
                  </a:lnTo>
                  <a:lnTo>
                    <a:pt x="18210" y="30590"/>
                  </a:lnTo>
                  <a:lnTo>
                    <a:pt x="18418" y="30227"/>
                  </a:lnTo>
                  <a:lnTo>
                    <a:pt x="20918" y="25876"/>
                  </a:lnTo>
                  <a:lnTo>
                    <a:pt x="21984" y="24024"/>
                  </a:lnTo>
                  <a:lnTo>
                    <a:pt x="22220" y="23614"/>
                  </a:lnTo>
                  <a:lnTo>
                    <a:pt x="22670" y="22836"/>
                  </a:lnTo>
                  <a:lnTo>
                    <a:pt x="22748" y="22701"/>
                  </a:lnTo>
                  <a:lnTo>
                    <a:pt x="22862" y="22505"/>
                  </a:lnTo>
                  <a:lnTo>
                    <a:pt x="23035" y="22205"/>
                  </a:lnTo>
                  <a:lnTo>
                    <a:pt x="23209" y="21903"/>
                  </a:lnTo>
                  <a:lnTo>
                    <a:pt x="23633" y="21170"/>
                  </a:lnTo>
                  <a:lnTo>
                    <a:pt x="23757" y="20955"/>
                  </a:lnTo>
                  <a:lnTo>
                    <a:pt x="23927" y="20660"/>
                  </a:lnTo>
                  <a:lnTo>
                    <a:pt x="24155" y="20266"/>
                  </a:lnTo>
                  <a:lnTo>
                    <a:pt x="24506" y="19659"/>
                  </a:lnTo>
                  <a:lnTo>
                    <a:pt x="24631" y="19443"/>
                  </a:lnTo>
                  <a:lnTo>
                    <a:pt x="24805" y="19141"/>
                  </a:lnTo>
                  <a:lnTo>
                    <a:pt x="25272" y="18333"/>
                  </a:lnTo>
                  <a:lnTo>
                    <a:pt x="25715" y="17566"/>
                  </a:lnTo>
                  <a:lnTo>
                    <a:pt x="26145" y="16823"/>
                  </a:lnTo>
                  <a:lnTo>
                    <a:pt x="26668" y="15916"/>
                  </a:lnTo>
                  <a:lnTo>
                    <a:pt x="27869" y="13839"/>
                  </a:lnTo>
                  <a:lnTo>
                    <a:pt x="29977" y="10191"/>
                  </a:lnTo>
                  <a:lnTo>
                    <a:pt x="30162" y="9870"/>
                  </a:lnTo>
                  <a:lnTo>
                    <a:pt x="32503" y="5810"/>
                  </a:lnTo>
                  <a:lnTo>
                    <a:pt x="33168" y="4657"/>
                  </a:lnTo>
                  <a:lnTo>
                    <a:pt x="33565" y="3970"/>
                  </a:lnTo>
                  <a:lnTo>
                    <a:pt x="33910" y="3371"/>
                  </a:lnTo>
                  <a:lnTo>
                    <a:pt x="35196" y="1160"/>
                  </a:lnTo>
                  <a:lnTo>
                    <a:pt x="35421" y="772"/>
                  </a:lnTo>
                  <a:lnTo>
                    <a:pt x="35551" y="550"/>
                  </a:lnTo>
                  <a:lnTo>
                    <a:pt x="35782" y="153"/>
                  </a:lnTo>
                  <a:lnTo>
                    <a:pt x="35871" y="0"/>
                  </a:lnTo>
                  <a:lnTo>
                    <a:pt x="35988" y="211"/>
                  </a:lnTo>
                  <a:lnTo>
                    <a:pt x="38070" y="3978"/>
                  </a:lnTo>
                  <a:lnTo>
                    <a:pt x="40432" y="8250"/>
                  </a:lnTo>
                  <a:lnTo>
                    <a:pt x="41185" y="9603"/>
                  </a:lnTo>
                  <a:lnTo>
                    <a:pt x="45019" y="16488"/>
                  </a:lnTo>
                  <a:lnTo>
                    <a:pt x="45538" y="17421"/>
                  </a:lnTo>
                  <a:lnTo>
                    <a:pt x="48688" y="23085"/>
                  </a:lnTo>
                  <a:lnTo>
                    <a:pt x="49758" y="24930"/>
                  </a:lnTo>
                  <a:lnTo>
                    <a:pt x="50317" y="25916"/>
                  </a:lnTo>
                  <a:lnTo>
                    <a:pt x="54191" y="32759"/>
                  </a:lnTo>
                  <a:lnTo>
                    <a:pt x="55334" y="34784"/>
                  </a:lnTo>
                  <a:lnTo>
                    <a:pt x="57763" y="38938"/>
                  </a:lnTo>
                  <a:lnTo>
                    <a:pt x="61881" y="46277"/>
                  </a:lnTo>
                  <a:lnTo>
                    <a:pt x="62167" y="46787"/>
                  </a:lnTo>
                  <a:lnTo>
                    <a:pt x="63970" y="50001"/>
                  </a:lnTo>
                  <a:lnTo>
                    <a:pt x="64836" y="51543"/>
                  </a:lnTo>
                  <a:lnTo>
                    <a:pt x="65007" y="51848"/>
                  </a:lnTo>
                  <a:lnTo>
                    <a:pt x="66697" y="54860"/>
                  </a:lnTo>
                  <a:lnTo>
                    <a:pt x="71770" y="63899"/>
                  </a:lnTo>
                  <a:lnTo>
                    <a:pt x="74589" y="69180"/>
                  </a:lnTo>
                  <a:lnTo>
                    <a:pt x="77984" y="75707"/>
                  </a:lnTo>
                  <a:lnTo>
                    <a:pt x="78186" y="76096"/>
                  </a:lnTo>
                  <a:lnTo>
                    <a:pt x="80434" y="80419"/>
                  </a:lnTo>
                  <a:lnTo>
                    <a:pt x="80501" y="80591"/>
                  </a:lnTo>
                  <a:lnTo>
                    <a:pt x="80686" y="81065"/>
                  </a:lnTo>
                  <a:lnTo>
                    <a:pt x="81415" y="82940"/>
                  </a:lnTo>
                  <a:lnTo>
                    <a:pt x="83051" y="87141"/>
                  </a:lnTo>
                  <a:lnTo>
                    <a:pt x="83681" y="88760"/>
                  </a:lnTo>
                  <a:lnTo>
                    <a:pt x="83742" y="88916"/>
                  </a:lnTo>
                  <a:lnTo>
                    <a:pt x="85445" y="93291"/>
                  </a:lnTo>
                  <a:lnTo>
                    <a:pt x="86018" y="94764"/>
                  </a:lnTo>
                  <a:lnTo>
                    <a:pt x="86545" y="96226"/>
                  </a:lnTo>
                  <a:lnTo>
                    <a:pt x="87427" y="98675"/>
                  </a:lnTo>
                  <a:lnTo>
                    <a:pt x="87601" y="99156"/>
                  </a:lnTo>
                  <a:lnTo>
                    <a:pt x="87663" y="99330"/>
                  </a:lnTo>
                  <a:lnTo>
                    <a:pt x="88698" y="102202"/>
                  </a:lnTo>
                  <a:lnTo>
                    <a:pt x="88876" y="10269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3" name="pg492"/>
            <p:cNvSpPr/>
            <p:nvPr/>
          </p:nvSpPr>
          <p:spPr>
            <a:xfrm>
              <a:off x="2709833" y="2994155"/>
              <a:ext cx="92920" cy="99415"/>
            </a:xfrm>
            <a:custGeom>
              <a:avLst/>
              <a:pathLst>
                <a:path w="92920" h="99415">
                  <a:moveTo>
                    <a:pt x="62099" y="16763"/>
                  </a:moveTo>
                  <a:lnTo>
                    <a:pt x="62841" y="29338"/>
                  </a:lnTo>
                  <a:lnTo>
                    <a:pt x="62903" y="30396"/>
                  </a:lnTo>
                  <a:lnTo>
                    <a:pt x="62942" y="30648"/>
                  </a:lnTo>
                  <a:lnTo>
                    <a:pt x="63044" y="31315"/>
                  </a:lnTo>
                  <a:lnTo>
                    <a:pt x="63298" y="32973"/>
                  </a:lnTo>
                  <a:lnTo>
                    <a:pt x="63391" y="33579"/>
                  </a:lnTo>
                  <a:lnTo>
                    <a:pt x="63574" y="33844"/>
                  </a:lnTo>
                  <a:lnTo>
                    <a:pt x="64379" y="35013"/>
                  </a:lnTo>
                  <a:lnTo>
                    <a:pt x="65545" y="36706"/>
                  </a:lnTo>
                  <a:lnTo>
                    <a:pt x="65661" y="36875"/>
                  </a:lnTo>
                  <a:lnTo>
                    <a:pt x="65816" y="37100"/>
                  </a:lnTo>
                  <a:lnTo>
                    <a:pt x="67183" y="38354"/>
                  </a:lnTo>
                  <a:lnTo>
                    <a:pt x="67504" y="38649"/>
                  </a:lnTo>
                  <a:lnTo>
                    <a:pt x="70050" y="40985"/>
                  </a:lnTo>
                  <a:lnTo>
                    <a:pt x="70574" y="41463"/>
                  </a:lnTo>
                  <a:lnTo>
                    <a:pt x="72023" y="42745"/>
                  </a:lnTo>
                  <a:lnTo>
                    <a:pt x="72315" y="43003"/>
                  </a:lnTo>
                  <a:lnTo>
                    <a:pt x="74374" y="45056"/>
                  </a:lnTo>
                  <a:lnTo>
                    <a:pt x="74683" y="45369"/>
                  </a:lnTo>
                  <a:lnTo>
                    <a:pt x="76261" y="46964"/>
                  </a:lnTo>
                  <a:lnTo>
                    <a:pt x="78872" y="49604"/>
                  </a:lnTo>
                  <a:lnTo>
                    <a:pt x="79455" y="50382"/>
                  </a:lnTo>
                  <a:lnTo>
                    <a:pt x="81227" y="54013"/>
                  </a:lnTo>
                  <a:lnTo>
                    <a:pt x="82918" y="57476"/>
                  </a:lnTo>
                  <a:lnTo>
                    <a:pt x="83083" y="57814"/>
                  </a:lnTo>
                  <a:lnTo>
                    <a:pt x="84749" y="61795"/>
                  </a:lnTo>
                  <a:lnTo>
                    <a:pt x="84922" y="62208"/>
                  </a:lnTo>
                  <a:lnTo>
                    <a:pt x="85746" y="64178"/>
                  </a:lnTo>
                  <a:lnTo>
                    <a:pt x="85800" y="64311"/>
                  </a:lnTo>
                  <a:lnTo>
                    <a:pt x="86212" y="65337"/>
                  </a:lnTo>
                  <a:lnTo>
                    <a:pt x="86823" y="66858"/>
                  </a:lnTo>
                  <a:lnTo>
                    <a:pt x="86952" y="67179"/>
                  </a:lnTo>
                  <a:lnTo>
                    <a:pt x="87053" y="67430"/>
                  </a:lnTo>
                  <a:lnTo>
                    <a:pt x="87256" y="67936"/>
                  </a:lnTo>
                  <a:lnTo>
                    <a:pt x="87413" y="68344"/>
                  </a:lnTo>
                  <a:lnTo>
                    <a:pt x="87680" y="69038"/>
                  </a:lnTo>
                  <a:lnTo>
                    <a:pt x="88396" y="70900"/>
                  </a:lnTo>
                  <a:lnTo>
                    <a:pt x="88552" y="71307"/>
                  </a:lnTo>
                  <a:lnTo>
                    <a:pt x="88808" y="71973"/>
                  </a:lnTo>
                  <a:lnTo>
                    <a:pt x="88873" y="72142"/>
                  </a:lnTo>
                  <a:lnTo>
                    <a:pt x="89228" y="73068"/>
                  </a:lnTo>
                  <a:lnTo>
                    <a:pt x="89296" y="73245"/>
                  </a:lnTo>
                  <a:lnTo>
                    <a:pt x="89594" y="74023"/>
                  </a:lnTo>
                  <a:lnTo>
                    <a:pt x="90018" y="75185"/>
                  </a:lnTo>
                  <a:lnTo>
                    <a:pt x="90330" y="76039"/>
                  </a:lnTo>
                  <a:lnTo>
                    <a:pt x="91076" y="77922"/>
                  </a:lnTo>
                  <a:lnTo>
                    <a:pt x="91482" y="78948"/>
                  </a:lnTo>
                  <a:lnTo>
                    <a:pt x="92467" y="81597"/>
                  </a:lnTo>
                  <a:lnTo>
                    <a:pt x="92736" y="82320"/>
                  </a:lnTo>
                  <a:lnTo>
                    <a:pt x="92920" y="82947"/>
                  </a:lnTo>
                  <a:lnTo>
                    <a:pt x="92875" y="83317"/>
                  </a:lnTo>
                  <a:lnTo>
                    <a:pt x="89546" y="84853"/>
                  </a:lnTo>
                  <a:lnTo>
                    <a:pt x="87556" y="85619"/>
                  </a:lnTo>
                  <a:lnTo>
                    <a:pt x="86450" y="86044"/>
                  </a:lnTo>
                  <a:lnTo>
                    <a:pt x="86074" y="86190"/>
                  </a:lnTo>
                  <a:lnTo>
                    <a:pt x="83677" y="87117"/>
                  </a:lnTo>
                  <a:lnTo>
                    <a:pt x="83458" y="87201"/>
                  </a:lnTo>
                  <a:lnTo>
                    <a:pt x="80625" y="88296"/>
                  </a:lnTo>
                  <a:lnTo>
                    <a:pt x="80001" y="88440"/>
                  </a:lnTo>
                  <a:lnTo>
                    <a:pt x="78335" y="88825"/>
                  </a:lnTo>
                  <a:lnTo>
                    <a:pt x="75542" y="89470"/>
                  </a:lnTo>
                  <a:lnTo>
                    <a:pt x="74736" y="90131"/>
                  </a:lnTo>
                  <a:lnTo>
                    <a:pt x="73755" y="90916"/>
                  </a:lnTo>
                  <a:lnTo>
                    <a:pt x="72754" y="91522"/>
                  </a:lnTo>
                  <a:lnTo>
                    <a:pt x="71111" y="92517"/>
                  </a:lnTo>
                  <a:lnTo>
                    <a:pt x="68867" y="93627"/>
                  </a:lnTo>
                  <a:lnTo>
                    <a:pt x="68500" y="93809"/>
                  </a:lnTo>
                  <a:lnTo>
                    <a:pt x="67362" y="94371"/>
                  </a:lnTo>
                  <a:lnTo>
                    <a:pt x="65052" y="95232"/>
                  </a:lnTo>
                  <a:lnTo>
                    <a:pt x="62137" y="96317"/>
                  </a:lnTo>
                  <a:lnTo>
                    <a:pt x="59438" y="97633"/>
                  </a:lnTo>
                  <a:lnTo>
                    <a:pt x="57342" y="98654"/>
                  </a:lnTo>
                  <a:lnTo>
                    <a:pt x="56746" y="98945"/>
                  </a:lnTo>
                  <a:lnTo>
                    <a:pt x="56409" y="99109"/>
                  </a:lnTo>
                  <a:lnTo>
                    <a:pt x="55783" y="99415"/>
                  </a:lnTo>
                  <a:lnTo>
                    <a:pt x="55440" y="98674"/>
                  </a:lnTo>
                  <a:lnTo>
                    <a:pt x="55345" y="98468"/>
                  </a:lnTo>
                  <a:lnTo>
                    <a:pt x="53844" y="95220"/>
                  </a:lnTo>
                  <a:lnTo>
                    <a:pt x="51811" y="90824"/>
                  </a:lnTo>
                  <a:lnTo>
                    <a:pt x="51476" y="90150"/>
                  </a:lnTo>
                  <a:lnTo>
                    <a:pt x="51342" y="89880"/>
                  </a:lnTo>
                  <a:lnTo>
                    <a:pt x="48947" y="85067"/>
                  </a:lnTo>
                  <a:lnTo>
                    <a:pt x="46919" y="85890"/>
                  </a:lnTo>
                  <a:lnTo>
                    <a:pt x="35010" y="90726"/>
                  </a:lnTo>
                  <a:lnTo>
                    <a:pt x="33975" y="91082"/>
                  </a:lnTo>
                  <a:lnTo>
                    <a:pt x="33542" y="89880"/>
                  </a:lnTo>
                  <a:lnTo>
                    <a:pt x="33364" y="89387"/>
                  </a:lnTo>
                  <a:lnTo>
                    <a:pt x="32329" y="86515"/>
                  </a:lnTo>
                  <a:lnTo>
                    <a:pt x="32267" y="86341"/>
                  </a:lnTo>
                  <a:lnTo>
                    <a:pt x="32093" y="85860"/>
                  </a:lnTo>
                  <a:lnTo>
                    <a:pt x="31211" y="83411"/>
                  </a:lnTo>
                  <a:lnTo>
                    <a:pt x="30684" y="81948"/>
                  </a:lnTo>
                  <a:lnTo>
                    <a:pt x="30111" y="80476"/>
                  </a:lnTo>
                  <a:lnTo>
                    <a:pt x="28408" y="76101"/>
                  </a:lnTo>
                  <a:lnTo>
                    <a:pt x="28347" y="75945"/>
                  </a:lnTo>
                  <a:lnTo>
                    <a:pt x="27717" y="74326"/>
                  </a:lnTo>
                  <a:lnTo>
                    <a:pt x="26081" y="70124"/>
                  </a:lnTo>
                  <a:lnTo>
                    <a:pt x="25352" y="68250"/>
                  </a:lnTo>
                  <a:lnTo>
                    <a:pt x="25167" y="67776"/>
                  </a:lnTo>
                  <a:lnTo>
                    <a:pt x="25100" y="67604"/>
                  </a:lnTo>
                  <a:lnTo>
                    <a:pt x="22852" y="63281"/>
                  </a:lnTo>
                  <a:lnTo>
                    <a:pt x="22650" y="62892"/>
                  </a:lnTo>
                  <a:lnTo>
                    <a:pt x="19255" y="56364"/>
                  </a:lnTo>
                  <a:lnTo>
                    <a:pt x="16365" y="50958"/>
                  </a:lnTo>
                  <a:lnTo>
                    <a:pt x="11363" y="42045"/>
                  </a:lnTo>
                  <a:lnTo>
                    <a:pt x="9673" y="39032"/>
                  </a:lnTo>
                  <a:lnTo>
                    <a:pt x="9502" y="38728"/>
                  </a:lnTo>
                  <a:lnTo>
                    <a:pt x="8614" y="37146"/>
                  </a:lnTo>
                  <a:lnTo>
                    <a:pt x="6833" y="33972"/>
                  </a:lnTo>
                  <a:lnTo>
                    <a:pt x="6547" y="33462"/>
                  </a:lnTo>
                  <a:lnTo>
                    <a:pt x="2426" y="26119"/>
                  </a:lnTo>
                  <a:lnTo>
                    <a:pt x="0" y="21969"/>
                  </a:lnTo>
                  <a:lnTo>
                    <a:pt x="3755" y="20067"/>
                  </a:lnTo>
                  <a:lnTo>
                    <a:pt x="4231" y="19826"/>
                  </a:lnTo>
                  <a:lnTo>
                    <a:pt x="5345" y="19262"/>
                  </a:lnTo>
                  <a:lnTo>
                    <a:pt x="6234" y="18812"/>
                  </a:lnTo>
                  <a:lnTo>
                    <a:pt x="6547" y="18629"/>
                  </a:lnTo>
                  <a:lnTo>
                    <a:pt x="10011" y="16602"/>
                  </a:lnTo>
                  <a:lnTo>
                    <a:pt x="10420" y="16359"/>
                  </a:lnTo>
                  <a:lnTo>
                    <a:pt x="10764" y="16052"/>
                  </a:lnTo>
                  <a:lnTo>
                    <a:pt x="12075" y="15181"/>
                  </a:lnTo>
                  <a:lnTo>
                    <a:pt x="12453" y="14931"/>
                  </a:lnTo>
                  <a:lnTo>
                    <a:pt x="15159" y="16101"/>
                  </a:lnTo>
                  <a:lnTo>
                    <a:pt x="16635" y="16668"/>
                  </a:lnTo>
                  <a:lnTo>
                    <a:pt x="16917" y="16793"/>
                  </a:lnTo>
                  <a:lnTo>
                    <a:pt x="23548" y="19720"/>
                  </a:lnTo>
                  <a:lnTo>
                    <a:pt x="26147" y="20868"/>
                  </a:lnTo>
                  <a:lnTo>
                    <a:pt x="30651" y="22667"/>
                  </a:lnTo>
                  <a:lnTo>
                    <a:pt x="31366" y="22980"/>
                  </a:lnTo>
                  <a:lnTo>
                    <a:pt x="33965" y="24024"/>
                  </a:lnTo>
                  <a:lnTo>
                    <a:pt x="36054" y="24863"/>
                  </a:lnTo>
                  <a:lnTo>
                    <a:pt x="41252" y="27330"/>
                  </a:lnTo>
                  <a:lnTo>
                    <a:pt x="43045" y="23900"/>
                  </a:lnTo>
                  <a:lnTo>
                    <a:pt x="44394" y="21319"/>
                  </a:lnTo>
                  <a:lnTo>
                    <a:pt x="44695" y="20773"/>
                  </a:lnTo>
                  <a:lnTo>
                    <a:pt x="47234" y="16157"/>
                  </a:lnTo>
                  <a:lnTo>
                    <a:pt x="49408" y="12282"/>
                  </a:lnTo>
                  <a:lnTo>
                    <a:pt x="49541" y="12045"/>
                  </a:lnTo>
                  <a:lnTo>
                    <a:pt x="49758" y="11658"/>
                  </a:lnTo>
                  <a:lnTo>
                    <a:pt x="51516" y="9994"/>
                  </a:lnTo>
                  <a:lnTo>
                    <a:pt x="53699" y="9570"/>
                  </a:lnTo>
                  <a:lnTo>
                    <a:pt x="54139" y="9484"/>
                  </a:lnTo>
                  <a:lnTo>
                    <a:pt x="54050" y="7695"/>
                  </a:lnTo>
                  <a:lnTo>
                    <a:pt x="54053" y="6147"/>
                  </a:lnTo>
                  <a:lnTo>
                    <a:pt x="53736" y="549"/>
                  </a:lnTo>
                  <a:lnTo>
                    <a:pt x="54064" y="525"/>
                  </a:lnTo>
                  <a:lnTo>
                    <a:pt x="60822" y="31"/>
                  </a:lnTo>
                  <a:lnTo>
                    <a:pt x="61083" y="12"/>
                  </a:lnTo>
                  <a:lnTo>
                    <a:pt x="61248" y="0"/>
                  </a:lnTo>
                  <a:lnTo>
                    <a:pt x="61376" y="4505"/>
                  </a:lnTo>
                  <a:lnTo>
                    <a:pt x="61473" y="614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4" name="pg493"/>
            <p:cNvSpPr/>
            <p:nvPr/>
          </p:nvSpPr>
          <p:spPr>
            <a:xfrm>
              <a:off x="2797077" y="3028091"/>
              <a:ext cx="108588" cy="141165"/>
            </a:xfrm>
            <a:custGeom>
              <a:avLst/>
              <a:pathLst>
                <a:path w="108588" h="141165">
                  <a:moveTo>
                    <a:pt x="27329" y="20471"/>
                  </a:moveTo>
                  <a:lnTo>
                    <a:pt x="29519" y="25622"/>
                  </a:lnTo>
                  <a:lnTo>
                    <a:pt x="32660" y="23617"/>
                  </a:lnTo>
                  <a:lnTo>
                    <a:pt x="34702" y="22277"/>
                  </a:lnTo>
                  <a:lnTo>
                    <a:pt x="34849" y="22530"/>
                  </a:lnTo>
                  <a:lnTo>
                    <a:pt x="35785" y="24598"/>
                  </a:lnTo>
                  <a:lnTo>
                    <a:pt x="37407" y="25769"/>
                  </a:lnTo>
                  <a:lnTo>
                    <a:pt x="42486" y="29434"/>
                  </a:lnTo>
                  <a:lnTo>
                    <a:pt x="42701" y="29589"/>
                  </a:lnTo>
                  <a:lnTo>
                    <a:pt x="44465" y="30945"/>
                  </a:lnTo>
                  <a:lnTo>
                    <a:pt x="45332" y="31610"/>
                  </a:lnTo>
                  <a:lnTo>
                    <a:pt x="55361" y="39316"/>
                  </a:lnTo>
                  <a:lnTo>
                    <a:pt x="55683" y="39551"/>
                  </a:lnTo>
                  <a:lnTo>
                    <a:pt x="57947" y="40923"/>
                  </a:lnTo>
                  <a:lnTo>
                    <a:pt x="60542" y="42405"/>
                  </a:lnTo>
                  <a:lnTo>
                    <a:pt x="61444" y="42921"/>
                  </a:lnTo>
                  <a:lnTo>
                    <a:pt x="62166" y="42923"/>
                  </a:lnTo>
                  <a:lnTo>
                    <a:pt x="62527" y="42925"/>
                  </a:lnTo>
                  <a:lnTo>
                    <a:pt x="63472" y="42928"/>
                  </a:lnTo>
                  <a:lnTo>
                    <a:pt x="65379" y="42935"/>
                  </a:lnTo>
                  <a:lnTo>
                    <a:pt x="70931" y="41660"/>
                  </a:lnTo>
                  <a:lnTo>
                    <a:pt x="74419" y="40859"/>
                  </a:lnTo>
                  <a:lnTo>
                    <a:pt x="77766" y="40090"/>
                  </a:lnTo>
                  <a:lnTo>
                    <a:pt x="78201" y="40003"/>
                  </a:lnTo>
                  <a:lnTo>
                    <a:pt x="83449" y="38960"/>
                  </a:lnTo>
                  <a:lnTo>
                    <a:pt x="84056" y="38831"/>
                  </a:lnTo>
                  <a:lnTo>
                    <a:pt x="90276" y="37600"/>
                  </a:lnTo>
                  <a:lnTo>
                    <a:pt x="91737" y="37311"/>
                  </a:lnTo>
                  <a:lnTo>
                    <a:pt x="92408" y="37178"/>
                  </a:lnTo>
                  <a:lnTo>
                    <a:pt x="92644" y="37131"/>
                  </a:lnTo>
                  <a:lnTo>
                    <a:pt x="93448" y="37247"/>
                  </a:lnTo>
                  <a:lnTo>
                    <a:pt x="93537" y="37638"/>
                  </a:lnTo>
                  <a:lnTo>
                    <a:pt x="93573" y="37796"/>
                  </a:lnTo>
                  <a:lnTo>
                    <a:pt x="93642" y="38098"/>
                  </a:lnTo>
                  <a:lnTo>
                    <a:pt x="93830" y="38923"/>
                  </a:lnTo>
                  <a:lnTo>
                    <a:pt x="93871" y="39106"/>
                  </a:lnTo>
                  <a:lnTo>
                    <a:pt x="94035" y="39826"/>
                  </a:lnTo>
                  <a:lnTo>
                    <a:pt x="94114" y="40174"/>
                  </a:lnTo>
                  <a:lnTo>
                    <a:pt x="94232" y="40691"/>
                  </a:lnTo>
                  <a:lnTo>
                    <a:pt x="94368" y="41287"/>
                  </a:lnTo>
                  <a:lnTo>
                    <a:pt x="94475" y="41757"/>
                  </a:lnTo>
                  <a:lnTo>
                    <a:pt x="94647" y="42511"/>
                  </a:lnTo>
                  <a:lnTo>
                    <a:pt x="94823" y="43286"/>
                  </a:lnTo>
                  <a:lnTo>
                    <a:pt x="95611" y="46744"/>
                  </a:lnTo>
                  <a:lnTo>
                    <a:pt x="95731" y="47271"/>
                  </a:lnTo>
                  <a:lnTo>
                    <a:pt x="95907" y="48047"/>
                  </a:lnTo>
                  <a:lnTo>
                    <a:pt x="96049" y="48668"/>
                  </a:lnTo>
                  <a:lnTo>
                    <a:pt x="96668" y="51385"/>
                  </a:lnTo>
                  <a:lnTo>
                    <a:pt x="96788" y="51929"/>
                  </a:lnTo>
                  <a:lnTo>
                    <a:pt x="96901" y="52434"/>
                  </a:lnTo>
                  <a:lnTo>
                    <a:pt x="96972" y="52753"/>
                  </a:lnTo>
                  <a:lnTo>
                    <a:pt x="97059" y="53147"/>
                  </a:lnTo>
                  <a:lnTo>
                    <a:pt x="97177" y="53653"/>
                  </a:lnTo>
                  <a:lnTo>
                    <a:pt x="97378" y="54518"/>
                  </a:lnTo>
                  <a:lnTo>
                    <a:pt x="97500" y="55081"/>
                  </a:lnTo>
                  <a:lnTo>
                    <a:pt x="98134" y="57852"/>
                  </a:lnTo>
                  <a:lnTo>
                    <a:pt x="98746" y="60528"/>
                  </a:lnTo>
                  <a:lnTo>
                    <a:pt x="99123" y="62176"/>
                  </a:lnTo>
                  <a:lnTo>
                    <a:pt x="99227" y="62628"/>
                  </a:lnTo>
                  <a:lnTo>
                    <a:pt x="99356" y="63171"/>
                  </a:lnTo>
                  <a:lnTo>
                    <a:pt x="99489" y="63729"/>
                  </a:lnTo>
                  <a:lnTo>
                    <a:pt x="99580" y="64113"/>
                  </a:lnTo>
                  <a:lnTo>
                    <a:pt x="100192" y="66756"/>
                  </a:lnTo>
                  <a:lnTo>
                    <a:pt x="100352" y="67454"/>
                  </a:lnTo>
                  <a:lnTo>
                    <a:pt x="100563" y="68378"/>
                  </a:lnTo>
                  <a:lnTo>
                    <a:pt x="100793" y="69381"/>
                  </a:lnTo>
                  <a:lnTo>
                    <a:pt x="100876" y="69758"/>
                  </a:lnTo>
                  <a:lnTo>
                    <a:pt x="101049" y="70599"/>
                  </a:lnTo>
                  <a:lnTo>
                    <a:pt x="101251" y="71498"/>
                  </a:lnTo>
                  <a:lnTo>
                    <a:pt x="101999" y="74825"/>
                  </a:lnTo>
                  <a:lnTo>
                    <a:pt x="102034" y="74977"/>
                  </a:lnTo>
                  <a:lnTo>
                    <a:pt x="102199" y="75714"/>
                  </a:lnTo>
                  <a:lnTo>
                    <a:pt x="103583" y="81792"/>
                  </a:lnTo>
                  <a:lnTo>
                    <a:pt x="104081" y="83981"/>
                  </a:lnTo>
                  <a:lnTo>
                    <a:pt x="104133" y="84208"/>
                  </a:lnTo>
                  <a:lnTo>
                    <a:pt x="104269" y="84779"/>
                  </a:lnTo>
                  <a:lnTo>
                    <a:pt x="104476" y="85652"/>
                  </a:lnTo>
                  <a:lnTo>
                    <a:pt x="104562" y="86012"/>
                  </a:lnTo>
                  <a:lnTo>
                    <a:pt x="104611" y="86215"/>
                  </a:lnTo>
                  <a:lnTo>
                    <a:pt x="104939" y="87582"/>
                  </a:lnTo>
                  <a:lnTo>
                    <a:pt x="105210" y="88712"/>
                  </a:lnTo>
                  <a:lnTo>
                    <a:pt x="105496" y="89930"/>
                  </a:lnTo>
                  <a:lnTo>
                    <a:pt x="105604" y="90390"/>
                  </a:lnTo>
                  <a:lnTo>
                    <a:pt x="105738" y="90961"/>
                  </a:lnTo>
                  <a:lnTo>
                    <a:pt x="106443" y="93967"/>
                  </a:lnTo>
                  <a:lnTo>
                    <a:pt x="106527" y="94325"/>
                  </a:lnTo>
                  <a:lnTo>
                    <a:pt x="107070" y="96642"/>
                  </a:lnTo>
                  <a:lnTo>
                    <a:pt x="108098" y="100974"/>
                  </a:lnTo>
                  <a:lnTo>
                    <a:pt x="108197" y="101456"/>
                  </a:lnTo>
                  <a:lnTo>
                    <a:pt x="108323" y="102062"/>
                  </a:lnTo>
                  <a:lnTo>
                    <a:pt x="108366" y="102275"/>
                  </a:lnTo>
                  <a:lnTo>
                    <a:pt x="108588" y="103349"/>
                  </a:lnTo>
                  <a:lnTo>
                    <a:pt x="107608" y="103508"/>
                  </a:lnTo>
                  <a:lnTo>
                    <a:pt x="107389" y="103544"/>
                  </a:lnTo>
                  <a:lnTo>
                    <a:pt x="105378" y="103871"/>
                  </a:lnTo>
                  <a:lnTo>
                    <a:pt x="103571" y="104165"/>
                  </a:lnTo>
                  <a:lnTo>
                    <a:pt x="98880" y="104928"/>
                  </a:lnTo>
                  <a:lnTo>
                    <a:pt x="98356" y="105013"/>
                  </a:lnTo>
                  <a:lnTo>
                    <a:pt x="95911" y="105598"/>
                  </a:lnTo>
                  <a:lnTo>
                    <a:pt x="95341" y="105735"/>
                  </a:lnTo>
                  <a:lnTo>
                    <a:pt x="92629" y="106384"/>
                  </a:lnTo>
                  <a:lnTo>
                    <a:pt x="89178" y="107534"/>
                  </a:lnTo>
                  <a:lnTo>
                    <a:pt x="87665" y="108193"/>
                  </a:lnTo>
                  <a:lnTo>
                    <a:pt x="86534" y="108685"/>
                  </a:lnTo>
                  <a:lnTo>
                    <a:pt x="84748" y="109664"/>
                  </a:lnTo>
                  <a:lnTo>
                    <a:pt x="83748" y="110167"/>
                  </a:lnTo>
                  <a:lnTo>
                    <a:pt x="82772" y="110657"/>
                  </a:lnTo>
                  <a:lnTo>
                    <a:pt x="81006" y="111545"/>
                  </a:lnTo>
                  <a:lnTo>
                    <a:pt x="80513" y="111793"/>
                  </a:lnTo>
                  <a:lnTo>
                    <a:pt x="80291" y="111928"/>
                  </a:lnTo>
                  <a:lnTo>
                    <a:pt x="78322" y="113122"/>
                  </a:lnTo>
                  <a:lnTo>
                    <a:pt x="77726" y="113483"/>
                  </a:lnTo>
                  <a:lnTo>
                    <a:pt x="74852" y="115226"/>
                  </a:lnTo>
                  <a:lnTo>
                    <a:pt x="74418" y="115489"/>
                  </a:lnTo>
                  <a:lnTo>
                    <a:pt x="74219" y="115632"/>
                  </a:lnTo>
                  <a:lnTo>
                    <a:pt x="73411" y="116214"/>
                  </a:lnTo>
                  <a:lnTo>
                    <a:pt x="73023" y="116493"/>
                  </a:lnTo>
                  <a:lnTo>
                    <a:pt x="71881" y="117311"/>
                  </a:lnTo>
                  <a:lnTo>
                    <a:pt x="69823" y="118785"/>
                  </a:lnTo>
                  <a:lnTo>
                    <a:pt x="69401" y="119087"/>
                  </a:lnTo>
                  <a:lnTo>
                    <a:pt x="66406" y="121569"/>
                  </a:lnTo>
                  <a:lnTo>
                    <a:pt x="65827" y="122049"/>
                  </a:lnTo>
                  <a:lnTo>
                    <a:pt x="60198" y="126912"/>
                  </a:lnTo>
                  <a:lnTo>
                    <a:pt x="51871" y="134106"/>
                  </a:lnTo>
                  <a:lnTo>
                    <a:pt x="49705" y="135977"/>
                  </a:lnTo>
                  <a:lnTo>
                    <a:pt x="46167" y="139034"/>
                  </a:lnTo>
                  <a:lnTo>
                    <a:pt x="43700" y="141165"/>
                  </a:lnTo>
                  <a:lnTo>
                    <a:pt x="43129" y="137506"/>
                  </a:lnTo>
                  <a:lnTo>
                    <a:pt x="43073" y="137149"/>
                  </a:lnTo>
                  <a:lnTo>
                    <a:pt x="42883" y="135936"/>
                  </a:lnTo>
                  <a:lnTo>
                    <a:pt x="42676" y="134611"/>
                  </a:lnTo>
                  <a:lnTo>
                    <a:pt x="42597" y="134106"/>
                  </a:lnTo>
                  <a:lnTo>
                    <a:pt x="42283" y="132095"/>
                  </a:lnTo>
                  <a:lnTo>
                    <a:pt x="41989" y="130210"/>
                  </a:lnTo>
                  <a:lnTo>
                    <a:pt x="41905" y="129670"/>
                  </a:lnTo>
                  <a:lnTo>
                    <a:pt x="41628" y="127900"/>
                  </a:lnTo>
                  <a:lnTo>
                    <a:pt x="41303" y="125821"/>
                  </a:lnTo>
                  <a:lnTo>
                    <a:pt x="41203" y="125182"/>
                  </a:lnTo>
                  <a:lnTo>
                    <a:pt x="40910" y="123371"/>
                  </a:lnTo>
                  <a:lnTo>
                    <a:pt x="40863" y="123065"/>
                  </a:lnTo>
                  <a:lnTo>
                    <a:pt x="40813" y="122736"/>
                  </a:lnTo>
                  <a:lnTo>
                    <a:pt x="40712" y="122077"/>
                  </a:lnTo>
                  <a:lnTo>
                    <a:pt x="40200" y="118719"/>
                  </a:lnTo>
                  <a:lnTo>
                    <a:pt x="40010" y="117471"/>
                  </a:lnTo>
                  <a:lnTo>
                    <a:pt x="39912" y="116828"/>
                  </a:lnTo>
                  <a:lnTo>
                    <a:pt x="39763" y="115851"/>
                  </a:lnTo>
                  <a:lnTo>
                    <a:pt x="39654" y="115134"/>
                  </a:lnTo>
                  <a:lnTo>
                    <a:pt x="39417" y="113580"/>
                  </a:lnTo>
                  <a:lnTo>
                    <a:pt x="39392" y="113335"/>
                  </a:lnTo>
                  <a:lnTo>
                    <a:pt x="39368" y="113090"/>
                  </a:lnTo>
                  <a:lnTo>
                    <a:pt x="39239" y="112133"/>
                  </a:lnTo>
                  <a:lnTo>
                    <a:pt x="38650" y="107763"/>
                  </a:lnTo>
                  <a:lnTo>
                    <a:pt x="38615" y="107502"/>
                  </a:lnTo>
                  <a:lnTo>
                    <a:pt x="38560" y="107094"/>
                  </a:lnTo>
                  <a:lnTo>
                    <a:pt x="38504" y="106657"/>
                  </a:lnTo>
                  <a:lnTo>
                    <a:pt x="38403" y="105972"/>
                  </a:lnTo>
                  <a:lnTo>
                    <a:pt x="38042" y="103516"/>
                  </a:lnTo>
                  <a:lnTo>
                    <a:pt x="37533" y="100052"/>
                  </a:lnTo>
                  <a:lnTo>
                    <a:pt x="37457" y="99535"/>
                  </a:lnTo>
                  <a:lnTo>
                    <a:pt x="37227" y="97971"/>
                  </a:lnTo>
                  <a:lnTo>
                    <a:pt x="37161" y="97520"/>
                  </a:lnTo>
                  <a:lnTo>
                    <a:pt x="37028" y="96615"/>
                  </a:lnTo>
                  <a:lnTo>
                    <a:pt x="35476" y="94953"/>
                  </a:lnTo>
                  <a:lnTo>
                    <a:pt x="33112" y="93449"/>
                  </a:lnTo>
                  <a:lnTo>
                    <a:pt x="28549" y="90547"/>
                  </a:lnTo>
                  <a:lnTo>
                    <a:pt x="25759" y="88638"/>
                  </a:lnTo>
                  <a:lnTo>
                    <a:pt x="24780" y="87977"/>
                  </a:lnTo>
                  <a:lnTo>
                    <a:pt x="24633" y="87879"/>
                  </a:lnTo>
                  <a:lnTo>
                    <a:pt x="23508" y="87017"/>
                  </a:lnTo>
                  <a:lnTo>
                    <a:pt x="22112" y="85946"/>
                  </a:lnTo>
                  <a:lnTo>
                    <a:pt x="20652" y="84486"/>
                  </a:lnTo>
                  <a:lnTo>
                    <a:pt x="20294" y="84128"/>
                  </a:lnTo>
                  <a:lnTo>
                    <a:pt x="19501" y="83335"/>
                  </a:lnTo>
                  <a:lnTo>
                    <a:pt x="19101" y="82935"/>
                  </a:lnTo>
                  <a:lnTo>
                    <a:pt x="16972" y="79778"/>
                  </a:lnTo>
                  <a:lnTo>
                    <a:pt x="16776" y="79288"/>
                  </a:lnTo>
                  <a:lnTo>
                    <a:pt x="15850" y="76870"/>
                  </a:lnTo>
                  <a:lnTo>
                    <a:pt x="15357" y="75665"/>
                  </a:lnTo>
                  <a:lnTo>
                    <a:pt x="13596" y="71741"/>
                  </a:lnTo>
                  <a:lnTo>
                    <a:pt x="12909" y="70207"/>
                  </a:lnTo>
                  <a:lnTo>
                    <a:pt x="12550" y="69346"/>
                  </a:lnTo>
                  <a:lnTo>
                    <a:pt x="11845" y="67655"/>
                  </a:lnTo>
                  <a:lnTo>
                    <a:pt x="11204" y="66117"/>
                  </a:lnTo>
                  <a:lnTo>
                    <a:pt x="9641" y="62369"/>
                  </a:lnTo>
                  <a:lnTo>
                    <a:pt x="8698" y="60106"/>
                  </a:lnTo>
                  <a:lnTo>
                    <a:pt x="8005" y="58444"/>
                  </a:lnTo>
                  <a:lnTo>
                    <a:pt x="7328" y="56819"/>
                  </a:lnTo>
                  <a:lnTo>
                    <a:pt x="6936" y="55815"/>
                  </a:lnTo>
                  <a:lnTo>
                    <a:pt x="6029" y="53181"/>
                  </a:lnTo>
                  <a:lnTo>
                    <a:pt x="5394" y="51336"/>
                  </a:lnTo>
                  <a:lnTo>
                    <a:pt x="5654" y="49189"/>
                  </a:lnTo>
                  <a:lnTo>
                    <a:pt x="5688" y="48913"/>
                  </a:lnTo>
                  <a:lnTo>
                    <a:pt x="5491" y="48384"/>
                  </a:lnTo>
                  <a:lnTo>
                    <a:pt x="5223" y="47662"/>
                  </a:lnTo>
                  <a:lnTo>
                    <a:pt x="4238" y="45013"/>
                  </a:lnTo>
                  <a:lnTo>
                    <a:pt x="3828" y="43978"/>
                  </a:lnTo>
                  <a:lnTo>
                    <a:pt x="3086" y="42104"/>
                  </a:lnTo>
                  <a:lnTo>
                    <a:pt x="2774" y="41250"/>
                  </a:lnTo>
                  <a:lnTo>
                    <a:pt x="2350" y="40088"/>
                  </a:lnTo>
                  <a:lnTo>
                    <a:pt x="2051" y="39309"/>
                  </a:lnTo>
                  <a:lnTo>
                    <a:pt x="1984" y="39132"/>
                  </a:lnTo>
                  <a:lnTo>
                    <a:pt x="1629" y="38207"/>
                  </a:lnTo>
                  <a:lnTo>
                    <a:pt x="1564" y="38038"/>
                  </a:lnTo>
                  <a:lnTo>
                    <a:pt x="1308" y="37372"/>
                  </a:lnTo>
                  <a:lnTo>
                    <a:pt x="1151" y="36964"/>
                  </a:lnTo>
                  <a:lnTo>
                    <a:pt x="387" y="34978"/>
                  </a:lnTo>
                  <a:lnTo>
                    <a:pt x="169" y="34409"/>
                  </a:lnTo>
                  <a:lnTo>
                    <a:pt x="0" y="33969"/>
                  </a:lnTo>
                  <a:lnTo>
                    <a:pt x="507" y="33029"/>
                  </a:lnTo>
                  <a:lnTo>
                    <a:pt x="1025" y="32012"/>
                  </a:lnTo>
                  <a:lnTo>
                    <a:pt x="1488" y="31103"/>
                  </a:lnTo>
                  <a:lnTo>
                    <a:pt x="1972" y="30152"/>
                  </a:lnTo>
                  <a:lnTo>
                    <a:pt x="2415" y="29283"/>
                  </a:lnTo>
                  <a:lnTo>
                    <a:pt x="3183" y="27776"/>
                  </a:lnTo>
                  <a:lnTo>
                    <a:pt x="4038" y="26115"/>
                  </a:lnTo>
                  <a:lnTo>
                    <a:pt x="4563" y="25094"/>
                  </a:lnTo>
                  <a:lnTo>
                    <a:pt x="4844" y="24538"/>
                  </a:lnTo>
                  <a:lnTo>
                    <a:pt x="5126" y="23981"/>
                  </a:lnTo>
                  <a:lnTo>
                    <a:pt x="6443" y="21377"/>
                  </a:lnTo>
                  <a:lnTo>
                    <a:pt x="8304" y="17723"/>
                  </a:lnTo>
                  <a:lnTo>
                    <a:pt x="8998" y="16543"/>
                  </a:lnTo>
                  <a:lnTo>
                    <a:pt x="12855" y="10131"/>
                  </a:lnTo>
                  <a:lnTo>
                    <a:pt x="13499" y="8861"/>
                  </a:lnTo>
                  <a:lnTo>
                    <a:pt x="13919" y="8348"/>
                  </a:lnTo>
                  <a:lnTo>
                    <a:pt x="16227" y="5529"/>
                  </a:lnTo>
                  <a:lnTo>
                    <a:pt x="21076" y="0"/>
                  </a:lnTo>
                  <a:lnTo>
                    <a:pt x="23454" y="10237"/>
                  </a:lnTo>
                  <a:lnTo>
                    <a:pt x="24984" y="14291"/>
                  </a:lnTo>
                  <a:lnTo>
                    <a:pt x="26550" y="18443"/>
                  </a:lnTo>
                  <a:lnTo>
                    <a:pt x="27171" y="2006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5" name="pg494"/>
            <p:cNvSpPr/>
            <p:nvPr/>
          </p:nvSpPr>
          <p:spPr>
            <a:xfrm>
              <a:off x="2739574" y="3077473"/>
              <a:ext cx="101204" cy="119831"/>
            </a:xfrm>
            <a:custGeom>
              <a:avLst/>
              <a:pathLst>
                <a:path w="101204" h="119831">
                  <a:moveTo>
                    <a:pt x="79615" y="36563"/>
                  </a:moveTo>
                  <a:lnTo>
                    <a:pt x="81011" y="37634"/>
                  </a:lnTo>
                  <a:lnTo>
                    <a:pt x="82136" y="38497"/>
                  </a:lnTo>
                  <a:lnTo>
                    <a:pt x="82283" y="38595"/>
                  </a:lnTo>
                  <a:lnTo>
                    <a:pt x="83262" y="39256"/>
                  </a:lnTo>
                  <a:lnTo>
                    <a:pt x="86053" y="41165"/>
                  </a:lnTo>
                  <a:lnTo>
                    <a:pt x="90615" y="44067"/>
                  </a:lnTo>
                  <a:lnTo>
                    <a:pt x="92979" y="45571"/>
                  </a:lnTo>
                  <a:lnTo>
                    <a:pt x="94531" y="47232"/>
                  </a:lnTo>
                  <a:lnTo>
                    <a:pt x="94664" y="48138"/>
                  </a:lnTo>
                  <a:lnTo>
                    <a:pt x="94731" y="48589"/>
                  </a:lnTo>
                  <a:lnTo>
                    <a:pt x="94960" y="50152"/>
                  </a:lnTo>
                  <a:lnTo>
                    <a:pt x="95036" y="50669"/>
                  </a:lnTo>
                  <a:lnTo>
                    <a:pt x="95545" y="54134"/>
                  </a:lnTo>
                  <a:lnTo>
                    <a:pt x="95906" y="56589"/>
                  </a:lnTo>
                  <a:lnTo>
                    <a:pt x="96007" y="57275"/>
                  </a:lnTo>
                  <a:lnTo>
                    <a:pt x="96063" y="57711"/>
                  </a:lnTo>
                  <a:lnTo>
                    <a:pt x="96118" y="58119"/>
                  </a:lnTo>
                  <a:lnTo>
                    <a:pt x="96154" y="58380"/>
                  </a:lnTo>
                  <a:lnTo>
                    <a:pt x="96742" y="62750"/>
                  </a:lnTo>
                  <a:lnTo>
                    <a:pt x="96871" y="63708"/>
                  </a:lnTo>
                  <a:lnTo>
                    <a:pt x="96896" y="63953"/>
                  </a:lnTo>
                  <a:lnTo>
                    <a:pt x="96920" y="64197"/>
                  </a:lnTo>
                  <a:lnTo>
                    <a:pt x="97157" y="65752"/>
                  </a:lnTo>
                  <a:lnTo>
                    <a:pt x="97266" y="66468"/>
                  </a:lnTo>
                  <a:lnTo>
                    <a:pt x="97415" y="67445"/>
                  </a:lnTo>
                  <a:lnTo>
                    <a:pt x="97513" y="68088"/>
                  </a:lnTo>
                  <a:lnTo>
                    <a:pt x="97704" y="69336"/>
                  </a:lnTo>
                  <a:lnTo>
                    <a:pt x="98216" y="72694"/>
                  </a:lnTo>
                  <a:lnTo>
                    <a:pt x="98316" y="73353"/>
                  </a:lnTo>
                  <a:lnTo>
                    <a:pt x="98367" y="73683"/>
                  </a:lnTo>
                  <a:lnTo>
                    <a:pt x="98413" y="73988"/>
                  </a:lnTo>
                  <a:lnTo>
                    <a:pt x="98707" y="75799"/>
                  </a:lnTo>
                  <a:lnTo>
                    <a:pt x="98807" y="76439"/>
                  </a:lnTo>
                  <a:lnTo>
                    <a:pt x="99132" y="78518"/>
                  </a:lnTo>
                  <a:lnTo>
                    <a:pt x="99408" y="80287"/>
                  </a:lnTo>
                  <a:lnTo>
                    <a:pt x="99492" y="80828"/>
                  </a:lnTo>
                  <a:lnTo>
                    <a:pt x="99787" y="82712"/>
                  </a:lnTo>
                  <a:lnTo>
                    <a:pt x="100101" y="84723"/>
                  </a:lnTo>
                  <a:lnTo>
                    <a:pt x="100180" y="85228"/>
                  </a:lnTo>
                  <a:lnTo>
                    <a:pt x="100387" y="86554"/>
                  </a:lnTo>
                  <a:lnTo>
                    <a:pt x="100576" y="87766"/>
                  </a:lnTo>
                  <a:lnTo>
                    <a:pt x="100632" y="88124"/>
                  </a:lnTo>
                  <a:lnTo>
                    <a:pt x="101204" y="91782"/>
                  </a:lnTo>
                  <a:lnTo>
                    <a:pt x="99735" y="93031"/>
                  </a:lnTo>
                  <a:lnTo>
                    <a:pt x="98811" y="93801"/>
                  </a:lnTo>
                  <a:lnTo>
                    <a:pt x="96258" y="95930"/>
                  </a:lnTo>
                  <a:lnTo>
                    <a:pt x="92920" y="98713"/>
                  </a:lnTo>
                  <a:lnTo>
                    <a:pt x="92032" y="99453"/>
                  </a:lnTo>
                  <a:lnTo>
                    <a:pt x="91046" y="100276"/>
                  </a:lnTo>
                  <a:lnTo>
                    <a:pt x="90023" y="101132"/>
                  </a:lnTo>
                  <a:lnTo>
                    <a:pt x="88340" y="102542"/>
                  </a:lnTo>
                  <a:lnTo>
                    <a:pt x="85073" y="105278"/>
                  </a:lnTo>
                  <a:lnTo>
                    <a:pt x="83817" y="106330"/>
                  </a:lnTo>
                  <a:lnTo>
                    <a:pt x="81441" y="108319"/>
                  </a:lnTo>
                  <a:lnTo>
                    <a:pt x="80590" y="109032"/>
                  </a:lnTo>
                  <a:lnTo>
                    <a:pt x="79812" y="109684"/>
                  </a:lnTo>
                  <a:lnTo>
                    <a:pt x="79111" y="110271"/>
                  </a:lnTo>
                  <a:lnTo>
                    <a:pt x="78549" y="110741"/>
                  </a:lnTo>
                  <a:lnTo>
                    <a:pt x="78208" y="111027"/>
                  </a:lnTo>
                  <a:lnTo>
                    <a:pt x="75706" y="113123"/>
                  </a:lnTo>
                  <a:lnTo>
                    <a:pt x="74391" y="114223"/>
                  </a:lnTo>
                  <a:lnTo>
                    <a:pt x="74239" y="114351"/>
                  </a:lnTo>
                  <a:lnTo>
                    <a:pt x="73883" y="114649"/>
                  </a:lnTo>
                  <a:lnTo>
                    <a:pt x="73519" y="114954"/>
                  </a:lnTo>
                  <a:lnTo>
                    <a:pt x="73250" y="115179"/>
                  </a:lnTo>
                  <a:lnTo>
                    <a:pt x="72321" y="115941"/>
                  </a:lnTo>
                  <a:lnTo>
                    <a:pt x="71875" y="116317"/>
                  </a:lnTo>
                  <a:lnTo>
                    <a:pt x="71538" y="116602"/>
                  </a:lnTo>
                  <a:lnTo>
                    <a:pt x="71195" y="116896"/>
                  </a:lnTo>
                  <a:lnTo>
                    <a:pt x="70877" y="117140"/>
                  </a:lnTo>
                  <a:lnTo>
                    <a:pt x="70573" y="117423"/>
                  </a:lnTo>
                  <a:lnTo>
                    <a:pt x="70120" y="117845"/>
                  </a:lnTo>
                  <a:lnTo>
                    <a:pt x="69782" y="118159"/>
                  </a:lnTo>
                  <a:lnTo>
                    <a:pt x="69003" y="118884"/>
                  </a:lnTo>
                  <a:lnTo>
                    <a:pt x="68932" y="119033"/>
                  </a:lnTo>
                  <a:lnTo>
                    <a:pt x="68741" y="119430"/>
                  </a:lnTo>
                  <a:lnTo>
                    <a:pt x="67760" y="119473"/>
                  </a:lnTo>
                  <a:lnTo>
                    <a:pt x="62124" y="119831"/>
                  </a:lnTo>
                  <a:lnTo>
                    <a:pt x="61587" y="119802"/>
                  </a:lnTo>
                  <a:lnTo>
                    <a:pt x="60554" y="119748"/>
                  </a:lnTo>
                  <a:lnTo>
                    <a:pt x="60310" y="119254"/>
                  </a:lnTo>
                  <a:lnTo>
                    <a:pt x="57097" y="112734"/>
                  </a:lnTo>
                  <a:lnTo>
                    <a:pt x="56481" y="111424"/>
                  </a:lnTo>
                  <a:lnTo>
                    <a:pt x="56338" y="111119"/>
                  </a:lnTo>
                  <a:lnTo>
                    <a:pt x="55581" y="109703"/>
                  </a:lnTo>
                  <a:lnTo>
                    <a:pt x="54618" y="107903"/>
                  </a:lnTo>
                  <a:lnTo>
                    <a:pt x="51514" y="101629"/>
                  </a:lnTo>
                  <a:lnTo>
                    <a:pt x="49996" y="97711"/>
                  </a:lnTo>
                  <a:lnTo>
                    <a:pt x="50524" y="96967"/>
                  </a:lnTo>
                  <a:lnTo>
                    <a:pt x="50204" y="95211"/>
                  </a:lnTo>
                  <a:lnTo>
                    <a:pt x="50116" y="94764"/>
                  </a:lnTo>
                  <a:lnTo>
                    <a:pt x="49301" y="90646"/>
                  </a:lnTo>
                  <a:lnTo>
                    <a:pt x="44202" y="90884"/>
                  </a:lnTo>
                  <a:lnTo>
                    <a:pt x="43532" y="90859"/>
                  </a:lnTo>
                  <a:lnTo>
                    <a:pt x="41846" y="90795"/>
                  </a:lnTo>
                  <a:lnTo>
                    <a:pt x="40087" y="90884"/>
                  </a:lnTo>
                  <a:lnTo>
                    <a:pt x="38595" y="91398"/>
                  </a:lnTo>
                  <a:lnTo>
                    <a:pt x="38268" y="91510"/>
                  </a:lnTo>
                  <a:lnTo>
                    <a:pt x="37529" y="90916"/>
                  </a:lnTo>
                  <a:lnTo>
                    <a:pt x="36873" y="91239"/>
                  </a:lnTo>
                  <a:lnTo>
                    <a:pt x="32876" y="93031"/>
                  </a:lnTo>
                  <a:lnTo>
                    <a:pt x="31210" y="93777"/>
                  </a:lnTo>
                  <a:lnTo>
                    <a:pt x="26533" y="96326"/>
                  </a:lnTo>
                  <a:lnTo>
                    <a:pt x="26173" y="96522"/>
                  </a:lnTo>
                  <a:lnTo>
                    <a:pt x="26059" y="96326"/>
                  </a:lnTo>
                  <a:lnTo>
                    <a:pt x="25971" y="96174"/>
                  </a:lnTo>
                  <a:lnTo>
                    <a:pt x="23661" y="92210"/>
                  </a:lnTo>
                  <a:lnTo>
                    <a:pt x="23174" y="91283"/>
                  </a:lnTo>
                  <a:lnTo>
                    <a:pt x="20745" y="86663"/>
                  </a:lnTo>
                  <a:lnTo>
                    <a:pt x="20610" y="86357"/>
                  </a:lnTo>
                  <a:lnTo>
                    <a:pt x="18825" y="82304"/>
                  </a:lnTo>
                  <a:lnTo>
                    <a:pt x="18724" y="82073"/>
                  </a:lnTo>
                  <a:lnTo>
                    <a:pt x="18273" y="81049"/>
                  </a:lnTo>
                  <a:lnTo>
                    <a:pt x="19003" y="80226"/>
                  </a:lnTo>
                  <a:lnTo>
                    <a:pt x="18795" y="79016"/>
                  </a:lnTo>
                  <a:lnTo>
                    <a:pt x="18169" y="77567"/>
                  </a:lnTo>
                  <a:lnTo>
                    <a:pt x="18088" y="77378"/>
                  </a:lnTo>
                  <a:lnTo>
                    <a:pt x="17318" y="75597"/>
                  </a:lnTo>
                  <a:lnTo>
                    <a:pt x="16981" y="74919"/>
                  </a:lnTo>
                  <a:lnTo>
                    <a:pt x="15886" y="72721"/>
                  </a:lnTo>
                  <a:lnTo>
                    <a:pt x="16730" y="72265"/>
                  </a:lnTo>
                  <a:lnTo>
                    <a:pt x="16862" y="72202"/>
                  </a:lnTo>
                  <a:lnTo>
                    <a:pt x="21538" y="69968"/>
                  </a:lnTo>
                  <a:lnTo>
                    <a:pt x="21331" y="69498"/>
                  </a:lnTo>
                  <a:lnTo>
                    <a:pt x="20203" y="66939"/>
                  </a:lnTo>
                  <a:lnTo>
                    <a:pt x="19290" y="64867"/>
                  </a:lnTo>
                  <a:lnTo>
                    <a:pt x="19066" y="64357"/>
                  </a:lnTo>
                  <a:lnTo>
                    <a:pt x="18760" y="63629"/>
                  </a:lnTo>
                  <a:lnTo>
                    <a:pt x="18181" y="62252"/>
                  </a:lnTo>
                  <a:lnTo>
                    <a:pt x="17516" y="60670"/>
                  </a:lnTo>
                  <a:lnTo>
                    <a:pt x="16705" y="58741"/>
                  </a:lnTo>
                  <a:lnTo>
                    <a:pt x="16278" y="57725"/>
                  </a:lnTo>
                  <a:lnTo>
                    <a:pt x="15672" y="56284"/>
                  </a:lnTo>
                  <a:lnTo>
                    <a:pt x="14465" y="53413"/>
                  </a:lnTo>
                  <a:lnTo>
                    <a:pt x="14035" y="52389"/>
                  </a:lnTo>
                  <a:lnTo>
                    <a:pt x="20742" y="49437"/>
                  </a:lnTo>
                  <a:lnTo>
                    <a:pt x="20526" y="48976"/>
                  </a:lnTo>
                  <a:lnTo>
                    <a:pt x="20022" y="47898"/>
                  </a:lnTo>
                  <a:lnTo>
                    <a:pt x="19473" y="46471"/>
                  </a:lnTo>
                  <a:lnTo>
                    <a:pt x="18655" y="44346"/>
                  </a:lnTo>
                  <a:lnTo>
                    <a:pt x="13920" y="46395"/>
                  </a:lnTo>
                  <a:lnTo>
                    <a:pt x="13745" y="46471"/>
                  </a:lnTo>
                  <a:lnTo>
                    <a:pt x="9850" y="48157"/>
                  </a:lnTo>
                  <a:lnTo>
                    <a:pt x="9169" y="46471"/>
                  </a:lnTo>
                  <a:lnTo>
                    <a:pt x="8703" y="45316"/>
                  </a:lnTo>
                  <a:lnTo>
                    <a:pt x="7610" y="42610"/>
                  </a:lnTo>
                  <a:lnTo>
                    <a:pt x="7342" y="42052"/>
                  </a:lnTo>
                  <a:lnTo>
                    <a:pt x="5481" y="38169"/>
                  </a:lnTo>
                  <a:lnTo>
                    <a:pt x="4739" y="36620"/>
                  </a:lnTo>
                  <a:lnTo>
                    <a:pt x="4067" y="37249"/>
                  </a:lnTo>
                  <a:lnTo>
                    <a:pt x="3907" y="37399"/>
                  </a:lnTo>
                  <a:lnTo>
                    <a:pt x="0" y="32217"/>
                  </a:lnTo>
                  <a:lnTo>
                    <a:pt x="4156" y="28854"/>
                  </a:lnTo>
                  <a:lnTo>
                    <a:pt x="4349" y="28695"/>
                  </a:lnTo>
                  <a:lnTo>
                    <a:pt x="5555" y="27694"/>
                  </a:lnTo>
                  <a:lnTo>
                    <a:pt x="9031" y="24812"/>
                  </a:lnTo>
                  <a:lnTo>
                    <a:pt x="9402" y="24505"/>
                  </a:lnTo>
                  <a:lnTo>
                    <a:pt x="10423" y="23786"/>
                  </a:lnTo>
                  <a:lnTo>
                    <a:pt x="12993" y="22500"/>
                  </a:lnTo>
                  <a:lnTo>
                    <a:pt x="13883" y="22055"/>
                  </a:lnTo>
                  <a:lnTo>
                    <a:pt x="19822" y="19031"/>
                  </a:lnTo>
                  <a:lnTo>
                    <a:pt x="20907" y="18512"/>
                  </a:lnTo>
                  <a:lnTo>
                    <a:pt x="21067" y="18436"/>
                  </a:lnTo>
                  <a:lnTo>
                    <a:pt x="22853" y="17583"/>
                  </a:lnTo>
                  <a:lnTo>
                    <a:pt x="23792" y="17170"/>
                  </a:lnTo>
                  <a:lnTo>
                    <a:pt x="24278" y="16956"/>
                  </a:lnTo>
                  <a:lnTo>
                    <a:pt x="26042" y="16097"/>
                  </a:lnTo>
                  <a:lnTo>
                    <a:pt x="26668" y="15792"/>
                  </a:lnTo>
                  <a:lnTo>
                    <a:pt x="27005" y="15627"/>
                  </a:lnTo>
                  <a:lnTo>
                    <a:pt x="27601" y="15336"/>
                  </a:lnTo>
                  <a:lnTo>
                    <a:pt x="29697" y="14315"/>
                  </a:lnTo>
                  <a:lnTo>
                    <a:pt x="32396" y="12999"/>
                  </a:lnTo>
                  <a:lnTo>
                    <a:pt x="35311" y="11914"/>
                  </a:lnTo>
                  <a:lnTo>
                    <a:pt x="37621" y="11053"/>
                  </a:lnTo>
                  <a:lnTo>
                    <a:pt x="38759" y="10491"/>
                  </a:lnTo>
                  <a:lnTo>
                    <a:pt x="39126" y="10309"/>
                  </a:lnTo>
                  <a:lnTo>
                    <a:pt x="41370" y="9199"/>
                  </a:lnTo>
                  <a:lnTo>
                    <a:pt x="43013" y="8204"/>
                  </a:lnTo>
                  <a:lnTo>
                    <a:pt x="44114" y="7537"/>
                  </a:lnTo>
                  <a:lnTo>
                    <a:pt x="44995" y="6813"/>
                  </a:lnTo>
                  <a:lnTo>
                    <a:pt x="45801" y="6152"/>
                  </a:lnTo>
                  <a:lnTo>
                    <a:pt x="48594" y="5507"/>
                  </a:lnTo>
                  <a:lnTo>
                    <a:pt x="50259" y="5122"/>
                  </a:lnTo>
                  <a:lnTo>
                    <a:pt x="50884" y="4978"/>
                  </a:lnTo>
                  <a:lnTo>
                    <a:pt x="53717" y="3883"/>
                  </a:lnTo>
                  <a:lnTo>
                    <a:pt x="53936" y="3799"/>
                  </a:lnTo>
                  <a:lnTo>
                    <a:pt x="56333" y="2872"/>
                  </a:lnTo>
                  <a:lnTo>
                    <a:pt x="56709" y="2726"/>
                  </a:lnTo>
                  <a:lnTo>
                    <a:pt x="57815" y="2301"/>
                  </a:lnTo>
                  <a:lnTo>
                    <a:pt x="59805" y="1535"/>
                  </a:lnTo>
                  <a:lnTo>
                    <a:pt x="63134" y="0"/>
                  </a:lnTo>
                  <a:lnTo>
                    <a:pt x="62898" y="1953"/>
                  </a:lnTo>
                  <a:lnTo>
                    <a:pt x="63533" y="3799"/>
                  </a:lnTo>
                  <a:lnTo>
                    <a:pt x="64440" y="6432"/>
                  </a:lnTo>
                  <a:lnTo>
                    <a:pt x="64831" y="7436"/>
                  </a:lnTo>
                  <a:lnTo>
                    <a:pt x="65509" y="9062"/>
                  </a:lnTo>
                  <a:lnTo>
                    <a:pt x="66201" y="10723"/>
                  </a:lnTo>
                  <a:lnTo>
                    <a:pt x="67193" y="13102"/>
                  </a:lnTo>
                  <a:lnTo>
                    <a:pt x="68707" y="16735"/>
                  </a:lnTo>
                  <a:lnTo>
                    <a:pt x="69348" y="18272"/>
                  </a:lnTo>
                  <a:lnTo>
                    <a:pt x="70053" y="19964"/>
                  </a:lnTo>
                  <a:lnTo>
                    <a:pt x="70412" y="20825"/>
                  </a:lnTo>
                  <a:lnTo>
                    <a:pt x="71100" y="22358"/>
                  </a:lnTo>
                  <a:lnTo>
                    <a:pt x="72860" y="26283"/>
                  </a:lnTo>
                  <a:lnTo>
                    <a:pt x="73354" y="27488"/>
                  </a:lnTo>
                  <a:lnTo>
                    <a:pt x="74279" y="29906"/>
                  </a:lnTo>
                  <a:lnTo>
                    <a:pt x="74475" y="30395"/>
                  </a:lnTo>
                  <a:lnTo>
                    <a:pt x="76604" y="33552"/>
                  </a:lnTo>
                  <a:lnTo>
                    <a:pt x="77004" y="33952"/>
                  </a:lnTo>
                  <a:lnTo>
                    <a:pt x="77797" y="34745"/>
                  </a:lnTo>
                  <a:lnTo>
                    <a:pt x="78156" y="3510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6" name="pg495"/>
            <p:cNvSpPr/>
            <p:nvPr/>
          </p:nvSpPr>
          <p:spPr>
            <a:xfrm>
              <a:off x="2808316" y="3131522"/>
              <a:ext cx="129704" cy="81180"/>
            </a:xfrm>
            <a:custGeom>
              <a:avLst/>
              <a:pathLst>
                <a:path w="129704" h="81180">
                  <a:moveTo>
                    <a:pt x="123050" y="62700"/>
                  </a:moveTo>
                  <a:lnTo>
                    <a:pt x="124100" y="64949"/>
                  </a:lnTo>
                  <a:lnTo>
                    <a:pt x="124654" y="66136"/>
                  </a:lnTo>
                  <a:lnTo>
                    <a:pt x="124953" y="66795"/>
                  </a:lnTo>
                  <a:lnTo>
                    <a:pt x="125106" y="67130"/>
                  </a:lnTo>
                  <a:lnTo>
                    <a:pt x="125589" y="68144"/>
                  </a:lnTo>
                  <a:lnTo>
                    <a:pt x="127774" y="72735"/>
                  </a:lnTo>
                  <a:lnTo>
                    <a:pt x="127941" y="73058"/>
                  </a:lnTo>
                  <a:lnTo>
                    <a:pt x="128023" y="73215"/>
                  </a:lnTo>
                  <a:lnTo>
                    <a:pt x="128326" y="73799"/>
                  </a:lnTo>
                  <a:lnTo>
                    <a:pt x="128502" y="74137"/>
                  </a:lnTo>
                  <a:lnTo>
                    <a:pt x="128655" y="74432"/>
                  </a:lnTo>
                  <a:lnTo>
                    <a:pt x="129041" y="75174"/>
                  </a:lnTo>
                  <a:lnTo>
                    <a:pt x="129704" y="76451"/>
                  </a:lnTo>
                  <a:lnTo>
                    <a:pt x="126798" y="77081"/>
                  </a:lnTo>
                  <a:lnTo>
                    <a:pt x="126618" y="77120"/>
                  </a:lnTo>
                  <a:lnTo>
                    <a:pt x="125620" y="77336"/>
                  </a:lnTo>
                  <a:lnTo>
                    <a:pt x="122100" y="78099"/>
                  </a:lnTo>
                  <a:lnTo>
                    <a:pt x="121793" y="78150"/>
                  </a:lnTo>
                  <a:lnTo>
                    <a:pt x="121380" y="78219"/>
                  </a:lnTo>
                  <a:lnTo>
                    <a:pt x="118735" y="78660"/>
                  </a:lnTo>
                  <a:lnTo>
                    <a:pt x="117329" y="78894"/>
                  </a:lnTo>
                  <a:lnTo>
                    <a:pt x="115684" y="79168"/>
                  </a:lnTo>
                  <a:lnTo>
                    <a:pt x="115527" y="79194"/>
                  </a:lnTo>
                  <a:lnTo>
                    <a:pt x="114462" y="79372"/>
                  </a:lnTo>
                  <a:lnTo>
                    <a:pt x="113161" y="79589"/>
                  </a:lnTo>
                  <a:lnTo>
                    <a:pt x="109416" y="80127"/>
                  </a:lnTo>
                  <a:lnTo>
                    <a:pt x="107469" y="80365"/>
                  </a:lnTo>
                  <a:lnTo>
                    <a:pt x="105402" y="80617"/>
                  </a:lnTo>
                  <a:lnTo>
                    <a:pt x="104926" y="80641"/>
                  </a:lnTo>
                  <a:lnTo>
                    <a:pt x="104443" y="80666"/>
                  </a:lnTo>
                  <a:lnTo>
                    <a:pt x="102536" y="80765"/>
                  </a:lnTo>
                  <a:lnTo>
                    <a:pt x="101763" y="80805"/>
                  </a:lnTo>
                  <a:lnTo>
                    <a:pt x="100780" y="80856"/>
                  </a:lnTo>
                  <a:lnTo>
                    <a:pt x="95656" y="81122"/>
                  </a:lnTo>
                  <a:lnTo>
                    <a:pt x="94535" y="81180"/>
                  </a:lnTo>
                  <a:lnTo>
                    <a:pt x="93603" y="81109"/>
                  </a:lnTo>
                  <a:lnTo>
                    <a:pt x="85045" y="80455"/>
                  </a:lnTo>
                  <a:lnTo>
                    <a:pt x="83324" y="80323"/>
                  </a:lnTo>
                  <a:lnTo>
                    <a:pt x="79451" y="79644"/>
                  </a:lnTo>
                  <a:lnTo>
                    <a:pt x="77087" y="79229"/>
                  </a:lnTo>
                  <a:lnTo>
                    <a:pt x="76226" y="79075"/>
                  </a:lnTo>
                  <a:lnTo>
                    <a:pt x="76035" y="79030"/>
                  </a:lnTo>
                  <a:lnTo>
                    <a:pt x="75491" y="78903"/>
                  </a:lnTo>
                  <a:lnTo>
                    <a:pt x="74747" y="78729"/>
                  </a:lnTo>
                  <a:lnTo>
                    <a:pt x="73843" y="78518"/>
                  </a:lnTo>
                  <a:lnTo>
                    <a:pt x="64698" y="76382"/>
                  </a:lnTo>
                  <a:lnTo>
                    <a:pt x="62322" y="75853"/>
                  </a:lnTo>
                  <a:lnTo>
                    <a:pt x="61652" y="75703"/>
                  </a:lnTo>
                  <a:lnTo>
                    <a:pt x="58610" y="75025"/>
                  </a:lnTo>
                  <a:lnTo>
                    <a:pt x="58137" y="74919"/>
                  </a:lnTo>
                  <a:lnTo>
                    <a:pt x="57699" y="74822"/>
                  </a:lnTo>
                  <a:lnTo>
                    <a:pt x="55351" y="74298"/>
                  </a:lnTo>
                  <a:lnTo>
                    <a:pt x="54270" y="74057"/>
                  </a:lnTo>
                  <a:lnTo>
                    <a:pt x="52689" y="73654"/>
                  </a:lnTo>
                  <a:lnTo>
                    <a:pt x="51774" y="73421"/>
                  </a:lnTo>
                  <a:lnTo>
                    <a:pt x="51553" y="73372"/>
                  </a:lnTo>
                  <a:lnTo>
                    <a:pt x="51137" y="73281"/>
                  </a:lnTo>
                  <a:lnTo>
                    <a:pt x="49516" y="72930"/>
                  </a:lnTo>
                  <a:lnTo>
                    <a:pt x="45679" y="72099"/>
                  </a:lnTo>
                  <a:lnTo>
                    <a:pt x="42717" y="71414"/>
                  </a:lnTo>
                  <a:lnTo>
                    <a:pt x="42035" y="71288"/>
                  </a:lnTo>
                  <a:lnTo>
                    <a:pt x="38941" y="70269"/>
                  </a:lnTo>
                  <a:lnTo>
                    <a:pt x="36622" y="69505"/>
                  </a:lnTo>
                  <a:lnTo>
                    <a:pt x="35692" y="69295"/>
                  </a:lnTo>
                  <a:lnTo>
                    <a:pt x="33934" y="68898"/>
                  </a:lnTo>
                  <a:lnTo>
                    <a:pt x="32395" y="68551"/>
                  </a:lnTo>
                  <a:lnTo>
                    <a:pt x="27744" y="67501"/>
                  </a:lnTo>
                  <a:lnTo>
                    <a:pt x="25907" y="67087"/>
                  </a:lnTo>
                  <a:lnTo>
                    <a:pt x="25538" y="67003"/>
                  </a:lnTo>
                  <a:lnTo>
                    <a:pt x="21504" y="66254"/>
                  </a:lnTo>
                  <a:lnTo>
                    <a:pt x="21054" y="66181"/>
                  </a:lnTo>
                  <a:lnTo>
                    <a:pt x="18201" y="65719"/>
                  </a:lnTo>
                  <a:lnTo>
                    <a:pt x="12342" y="64771"/>
                  </a:lnTo>
                  <a:lnTo>
                    <a:pt x="11788" y="64682"/>
                  </a:lnTo>
                  <a:lnTo>
                    <a:pt x="10924" y="64542"/>
                  </a:lnTo>
                  <a:lnTo>
                    <a:pt x="11095" y="65692"/>
                  </a:lnTo>
                  <a:lnTo>
                    <a:pt x="6789" y="65301"/>
                  </a:lnTo>
                  <a:lnTo>
                    <a:pt x="5191" y="65156"/>
                  </a:lnTo>
                  <a:lnTo>
                    <a:pt x="4756" y="65174"/>
                  </a:lnTo>
                  <a:lnTo>
                    <a:pt x="1850" y="65301"/>
                  </a:lnTo>
                  <a:lnTo>
                    <a:pt x="1018" y="65337"/>
                  </a:lnTo>
                  <a:lnTo>
                    <a:pt x="0" y="65381"/>
                  </a:lnTo>
                  <a:lnTo>
                    <a:pt x="190" y="64984"/>
                  </a:lnTo>
                  <a:lnTo>
                    <a:pt x="261" y="64835"/>
                  </a:lnTo>
                  <a:lnTo>
                    <a:pt x="1040" y="64110"/>
                  </a:lnTo>
                  <a:lnTo>
                    <a:pt x="1378" y="63796"/>
                  </a:lnTo>
                  <a:lnTo>
                    <a:pt x="1831" y="63374"/>
                  </a:lnTo>
                  <a:lnTo>
                    <a:pt x="2135" y="63091"/>
                  </a:lnTo>
                  <a:lnTo>
                    <a:pt x="2453" y="62847"/>
                  </a:lnTo>
                  <a:lnTo>
                    <a:pt x="2796" y="62553"/>
                  </a:lnTo>
                  <a:lnTo>
                    <a:pt x="3133" y="62269"/>
                  </a:lnTo>
                  <a:lnTo>
                    <a:pt x="3579" y="61892"/>
                  </a:lnTo>
                  <a:lnTo>
                    <a:pt x="4534" y="61109"/>
                  </a:lnTo>
                  <a:lnTo>
                    <a:pt x="4777" y="60905"/>
                  </a:lnTo>
                  <a:lnTo>
                    <a:pt x="5141" y="60600"/>
                  </a:lnTo>
                  <a:lnTo>
                    <a:pt x="5497" y="60302"/>
                  </a:lnTo>
                  <a:lnTo>
                    <a:pt x="5650" y="60175"/>
                  </a:lnTo>
                  <a:lnTo>
                    <a:pt x="6964" y="59074"/>
                  </a:lnTo>
                  <a:lnTo>
                    <a:pt x="9467" y="56978"/>
                  </a:lnTo>
                  <a:lnTo>
                    <a:pt x="9807" y="56693"/>
                  </a:lnTo>
                  <a:lnTo>
                    <a:pt x="10369" y="56222"/>
                  </a:lnTo>
                  <a:lnTo>
                    <a:pt x="11070" y="55635"/>
                  </a:lnTo>
                  <a:lnTo>
                    <a:pt x="11848" y="54983"/>
                  </a:lnTo>
                  <a:lnTo>
                    <a:pt x="12700" y="54270"/>
                  </a:lnTo>
                  <a:lnTo>
                    <a:pt x="15075" y="52281"/>
                  </a:lnTo>
                  <a:lnTo>
                    <a:pt x="16332" y="51229"/>
                  </a:lnTo>
                  <a:lnTo>
                    <a:pt x="19639" y="48459"/>
                  </a:lnTo>
                  <a:lnTo>
                    <a:pt x="21281" y="47083"/>
                  </a:lnTo>
                  <a:lnTo>
                    <a:pt x="22304" y="46227"/>
                  </a:lnTo>
                  <a:lnTo>
                    <a:pt x="23290" y="45405"/>
                  </a:lnTo>
                  <a:lnTo>
                    <a:pt x="24179" y="44664"/>
                  </a:lnTo>
                  <a:lnTo>
                    <a:pt x="27516" y="41881"/>
                  </a:lnTo>
                  <a:lnTo>
                    <a:pt x="30069" y="39752"/>
                  </a:lnTo>
                  <a:lnTo>
                    <a:pt x="30993" y="38982"/>
                  </a:lnTo>
                  <a:lnTo>
                    <a:pt x="32462" y="37734"/>
                  </a:lnTo>
                  <a:lnTo>
                    <a:pt x="34929" y="35602"/>
                  </a:lnTo>
                  <a:lnTo>
                    <a:pt x="38466" y="32546"/>
                  </a:lnTo>
                  <a:lnTo>
                    <a:pt x="40633" y="30674"/>
                  </a:lnTo>
                  <a:lnTo>
                    <a:pt x="48960" y="23480"/>
                  </a:lnTo>
                  <a:lnTo>
                    <a:pt x="54589" y="18617"/>
                  </a:lnTo>
                  <a:lnTo>
                    <a:pt x="55167" y="18138"/>
                  </a:lnTo>
                  <a:lnTo>
                    <a:pt x="58162" y="15656"/>
                  </a:lnTo>
                  <a:lnTo>
                    <a:pt x="58676" y="15288"/>
                  </a:lnTo>
                  <a:lnTo>
                    <a:pt x="60642" y="13880"/>
                  </a:lnTo>
                  <a:lnTo>
                    <a:pt x="61785" y="13061"/>
                  </a:lnTo>
                  <a:lnTo>
                    <a:pt x="62172" y="12783"/>
                  </a:lnTo>
                  <a:lnTo>
                    <a:pt x="62981" y="12201"/>
                  </a:lnTo>
                  <a:lnTo>
                    <a:pt x="63198" y="12047"/>
                  </a:lnTo>
                  <a:lnTo>
                    <a:pt x="63614" y="11795"/>
                  </a:lnTo>
                  <a:lnTo>
                    <a:pt x="66488" y="10052"/>
                  </a:lnTo>
                  <a:lnTo>
                    <a:pt x="67084" y="9690"/>
                  </a:lnTo>
                  <a:lnTo>
                    <a:pt x="69052" y="8497"/>
                  </a:lnTo>
                  <a:lnTo>
                    <a:pt x="69275" y="8362"/>
                  </a:lnTo>
                  <a:lnTo>
                    <a:pt x="69768" y="8114"/>
                  </a:lnTo>
                  <a:lnTo>
                    <a:pt x="71534" y="7226"/>
                  </a:lnTo>
                  <a:lnTo>
                    <a:pt x="72509" y="6735"/>
                  </a:lnTo>
                  <a:lnTo>
                    <a:pt x="73525" y="6224"/>
                  </a:lnTo>
                  <a:lnTo>
                    <a:pt x="75296" y="5253"/>
                  </a:lnTo>
                  <a:lnTo>
                    <a:pt x="76427" y="4761"/>
                  </a:lnTo>
                  <a:lnTo>
                    <a:pt x="77939" y="4103"/>
                  </a:lnTo>
                  <a:lnTo>
                    <a:pt x="81391" y="2952"/>
                  </a:lnTo>
                  <a:lnTo>
                    <a:pt x="84102" y="2303"/>
                  </a:lnTo>
                  <a:lnTo>
                    <a:pt x="84673" y="2167"/>
                  </a:lnTo>
                  <a:lnTo>
                    <a:pt x="87118" y="1582"/>
                  </a:lnTo>
                  <a:lnTo>
                    <a:pt x="87641" y="1497"/>
                  </a:lnTo>
                  <a:lnTo>
                    <a:pt x="92333" y="733"/>
                  </a:lnTo>
                  <a:lnTo>
                    <a:pt x="94140" y="439"/>
                  </a:lnTo>
                  <a:lnTo>
                    <a:pt x="96151" y="112"/>
                  </a:lnTo>
                  <a:lnTo>
                    <a:pt x="96370" y="77"/>
                  </a:lnTo>
                  <a:lnTo>
                    <a:pt x="97372" y="0"/>
                  </a:lnTo>
                  <a:lnTo>
                    <a:pt x="97439" y="238"/>
                  </a:lnTo>
                  <a:lnTo>
                    <a:pt x="97531" y="565"/>
                  </a:lnTo>
                  <a:lnTo>
                    <a:pt x="97670" y="1063"/>
                  </a:lnTo>
                  <a:lnTo>
                    <a:pt x="97765" y="1403"/>
                  </a:lnTo>
                  <a:lnTo>
                    <a:pt x="97806" y="1550"/>
                  </a:lnTo>
                  <a:lnTo>
                    <a:pt x="97944" y="2044"/>
                  </a:lnTo>
                  <a:lnTo>
                    <a:pt x="98591" y="4360"/>
                  </a:lnTo>
                  <a:lnTo>
                    <a:pt x="98847" y="5274"/>
                  </a:lnTo>
                  <a:lnTo>
                    <a:pt x="99677" y="8244"/>
                  </a:lnTo>
                  <a:lnTo>
                    <a:pt x="100056" y="9601"/>
                  </a:lnTo>
                  <a:lnTo>
                    <a:pt x="100169" y="10006"/>
                  </a:lnTo>
                  <a:lnTo>
                    <a:pt x="100206" y="10135"/>
                  </a:lnTo>
                  <a:lnTo>
                    <a:pt x="100297" y="10462"/>
                  </a:lnTo>
                  <a:lnTo>
                    <a:pt x="100895" y="12602"/>
                  </a:lnTo>
                  <a:lnTo>
                    <a:pt x="101114" y="13383"/>
                  </a:lnTo>
                  <a:lnTo>
                    <a:pt x="101234" y="13815"/>
                  </a:lnTo>
                  <a:lnTo>
                    <a:pt x="101272" y="13951"/>
                  </a:lnTo>
                  <a:lnTo>
                    <a:pt x="101461" y="14628"/>
                  </a:lnTo>
                  <a:lnTo>
                    <a:pt x="101626" y="15227"/>
                  </a:lnTo>
                  <a:lnTo>
                    <a:pt x="101979" y="16512"/>
                  </a:lnTo>
                  <a:lnTo>
                    <a:pt x="102844" y="19663"/>
                  </a:lnTo>
                  <a:lnTo>
                    <a:pt x="103028" y="20331"/>
                  </a:lnTo>
                  <a:lnTo>
                    <a:pt x="103624" y="22524"/>
                  </a:lnTo>
                  <a:lnTo>
                    <a:pt x="103670" y="22691"/>
                  </a:lnTo>
                  <a:lnTo>
                    <a:pt x="103713" y="22852"/>
                  </a:lnTo>
                  <a:lnTo>
                    <a:pt x="103860" y="23195"/>
                  </a:lnTo>
                  <a:lnTo>
                    <a:pt x="104201" y="23992"/>
                  </a:lnTo>
                  <a:lnTo>
                    <a:pt x="104265" y="24142"/>
                  </a:lnTo>
                  <a:lnTo>
                    <a:pt x="105094" y="26080"/>
                  </a:lnTo>
                  <a:lnTo>
                    <a:pt x="105165" y="26248"/>
                  </a:lnTo>
                  <a:lnTo>
                    <a:pt x="105231" y="26401"/>
                  </a:lnTo>
                  <a:lnTo>
                    <a:pt x="105696" y="27429"/>
                  </a:lnTo>
                  <a:lnTo>
                    <a:pt x="106087" y="28384"/>
                  </a:lnTo>
                  <a:lnTo>
                    <a:pt x="106347" y="29027"/>
                  </a:lnTo>
                  <a:lnTo>
                    <a:pt x="106401" y="29161"/>
                  </a:lnTo>
                  <a:lnTo>
                    <a:pt x="107409" y="31664"/>
                  </a:lnTo>
                  <a:lnTo>
                    <a:pt x="107531" y="31932"/>
                  </a:lnTo>
                  <a:lnTo>
                    <a:pt x="107654" y="32202"/>
                  </a:lnTo>
                  <a:lnTo>
                    <a:pt x="108378" y="33695"/>
                  </a:lnTo>
                  <a:lnTo>
                    <a:pt x="109221" y="35433"/>
                  </a:lnTo>
                  <a:lnTo>
                    <a:pt x="111056" y="39006"/>
                  </a:lnTo>
                  <a:lnTo>
                    <a:pt x="111884" y="40663"/>
                  </a:lnTo>
                  <a:lnTo>
                    <a:pt x="112388" y="41671"/>
                  </a:lnTo>
                  <a:lnTo>
                    <a:pt x="113773" y="44440"/>
                  </a:lnTo>
                  <a:lnTo>
                    <a:pt x="114426" y="45677"/>
                  </a:lnTo>
                  <a:lnTo>
                    <a:pt x="114795" y="46376"/>
                  </a:lnTo>
                  <a:lnTo>
                    <a:pt x="114924" y="46619"/>
                  </a:lnTo>
                  <a:lnTo>
                    <a:pt x="115110" y="46986"/>
                  </a:lnTo>
                  <a:lnTo>
                    <a:pt x="115493" y="47740"/>
                  </a:lnTo>
                  <a:lnTo>
                    <a:pt x="116466" y="49654"/>
                  </a:lnTo>
                  <a:lnTo>
                    <a:pt x="117003" y="50719"/>
                  </a:lnTo>
                  <a:lnTo>
                    <a:pt x="117309" y="51326"/>
                  </a:lnTo>
                  <a:lnTo>
                    <a:pt x="117989" y="52674"/>
                  </a:lnTo>
                  <a:lnTo>
                    <a:pt x="119305" y="55284"/>
                  </a:lnTo>
                  <a:lnTo>
                    <a:pt x="120448" y="57570"/>
                  </a:lnTo>
                  <a:lnTo>
                    <a:pt x="120627" y="57927"/>
                  </a:lnTo>
                  <a:lnTo>
                    <a:pt x="121532" y="59708"/>
                  </a:lnTo>
                  <a:lnTo>
                    <a:pt x="122343" y="61305"/>
                  </a:lnTo>
                  <a:lnTo>
                    <a:pt x="122656" y="6192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7" name="pg496"/>
            <p:cNvSpPr/>
            <p:nvPr/>
          </p:nvSpPr>
          <p:spPr>
            <a:xfrm>
              <a:off x="2792595" y="3196065"/>
              <a:ext cx="67917" cy="165199"/>
            </a:xfrm>
            <a:custGeom>
              <a:avLst/>
              <a:pathLst>
                <a:path w="67917" h="165199">
                  <a:moveTo>
                    <a:pt x="50809" y="164601"/>
                  </a:moveTo>
                  <a:lnTo>
                    <a:pt x="50529" y="165199"/>
                  </a:lnTo>
                  <a:lnTo>
                    <a:pt x="46152" y="162758"/>
                  </a:lnTo>
                  <a:lnTo>
                    <a:pt x="45584" y="162466"/>
                  </a:lnTo>
                  <a:lnTo>
                    <a:pt x="44942" y="162137"/>
                  </a:lnTo>
                  <a:lnTo>
                    <a:pt x="38760" y="158964"/>
                  </a:lnTo>
                  <a:lnTo>
                    <a:pt x="38137" y="158631"/>
                  </a:lnTo>
                  <a:lnTo>
                    <a:pt x="37171" y="158114"/>
                  </a:lnTo>
                  <a:lnTo>
                    <a:pt x="34969" y="156937"/>
                  </a:lnTo>
                  <a:lnTo>
                    <a:pt x="33131" y="155954"/>
                  </a:lnTo>
                  <a:lnTo>
                    <a:pt x="32741" y="155766"/>
                  </a:lnTo>
                  <a:lnTo>
                    <a:pt x="32101" y="155423"/>
                  </a:lnTo>
                  <a:lnTo>
                    <a:pt x="31916" y="155324"/>
                  </a:lnTo>
                  <a:lnTo>
                    <a:pt x="31499" y="155098"/>
                  </a:lnTo>
                  <a:lnTo>
                    <a:pt x="31286" y="154982"/>
                  </a:lnTo>
                  <a:lnTo>
                    <a:pt x="30085" y="154328"/>
                  </a:lnTo>
                  <a:lnTo>
                    <a:pt x="25552" y="151859"/>
                  </a:lnTo>
                  <a:lnTo>
                    <a:pt x="22166" y="150016"/>
                  </a:lnTo>
                  <a:lnTo>
                    <a:pt x="21974" y="149910"/>
                  </a:lnTo>
                  <a:lnTo>
                    <a:pt x="21386" y="149579"/>
                  </a:lnTo>
                  <a:lnTo>
                    <a:pt x="20875" y="149292"/>
                  </a:lnTo>
                  <a:lnTo>
                    <a:pt x="18189" y="147639"/>
                  </a:lnTo>
                  <a:lnTo>
                    <a:pt x="16724" y="146750"/>
                  </a:lnTo>
                  <a:lnTo>
                    <a:pt x="16549" y="146644"/>
                  </a:lnTo>
                  <a:lnTo>
                    <a:pt x="14255" y="145252"/>
                  </a:lnTo>
                  <a:lnTo>
                    <a:pt x="14048" y="145126"/>
                  </a:lnTo>
                  <a:lnTo>
                    <a:pt x="13226" y="144626"/>
                  </a:lnTo>
                  <a:lnTo>
                    <a:pt x="12690" y="144291"/>
                  </a:lnTo>
                  <a:lnTo>
                    <a:pt x="12395" y="144107"/>
                  </a:lnTo>
                  <a:lnTo>
                    <a:pt x="12084" y="143912"/>
                  </a:lnTo>
                  <a:lnTo>
                    <a:pt x="10053" y="142643"/>
                  </a:lnTo>
                  <a:lnTo>
                    <a:pt x="9387" y="142227"/>
                  </a:lnTo>
                  <a:lnTo>
                    <a:pt x="8378" y="141693"/>
                  </a:lnTo>
                  <a:lnTo>
                    <a:pt x="8219" y="141609"/>
                  </a:lnTo>
                  <a:lnTo>
                    <a:pt x="7994" y="141490"/>
                  </a:lnTo>
                  <a:lnTo>
                    <a:pt x="8281" y="140521"/>
                  </a:lnTo>
                  <a:lnTo>
                    <a:pt x="7779" y="140277"/>
                  </a:lnTo>
                  <a:lnTo>
                    <a:pt x="4297" y="138585"/>
                  </a:lnTo>
                  <a:lnTo>
                    <a:pt x="241" y="136614"/>
                  </a:lnTo>
                  <a:lnTo>
                    <a:pt x="0" y="136497"/>
                  </a:lnTo>
                  <a:lnTo>
                    <a:pt x="630" y="135294"/>
                  </a:lnTo>
                  <a:lnTo>
                    <a:pt x="1032" y="134527"/>
                  </a:lnTo>
                  <a:lnTo>
                    <a:pt x="2556" y="131621"/>
                  </a:lnTo>
                  <a:lnTo>
                    <a:pt x="3682" y="129472"/>
                  </a:lnTo>
                  <a:lnTo>
                    <a:pt x="5345" y="126301"/>
                  </a:lnTo>
                  <a:lnTo>
                    <a:pt x="7823" y="121240"/>
                  </a:lnTo>
                  <a:lnTo>
                    <a:pt x="10115" y="116562"/>
                  </a:lnTo>
                  <a:lnTo>
                    <a:pt x="10848" y="115322"/>
                  </a:lnTo>
                  <a:lnTo>
                    <a:pt x="13295" y="111182"/>
                  </a:lnTo>
                  <a:lnTo>
                    <a:pt x="13845" y="107964"/>
                  </a:lnTo>
                  <a:lnTo>
                    <a:pt x="13940" y="107407"/>
                  </a:lnTo>
                  <a:lnTo>
                    <a:pt x="14294" y="105329"/>
                  </a:lnTo>
                  <a:lnTo>
                    <a:pt x="15138" y="103602"/>
                  </a:lnTo>
                  <a:lnTo>
                    <a:pt x="17298" y="99179"/>
                  </a:lnTo>
                  <a:lnTo>
                    <a:pt x="17410" y="98984"/>
                  </a:lnTo>
                  <a:lnTo>
                    <a:pt x="18440" y="97213"/>
                  </a:lnTo>
                  <a:lnTo>
                    <a:pt x="19483" y="95416"/>
                  </a:lnTo>
                  <a:lnTo>
                    <a:pt x="20295" y="94018"/>
                  </a:lnTo>
                  <a:lnTo>
                    <a:pt x="20609" y="93493"/>
                  </a:lnTo>
                  <a:lnTo>
                    <a:pt x="23077" y="89369"/>
                  </a:lnTo>
                  <a:lnTo>
                    <a:pt x="23399" y="88830"/>
                  </a:lnTo>
                  <a:lnTo>
                    <a:pt x="23639" y="88430"/>
                  </a:lnTo>
                  <a:lnTo>
                    <a:pt x="25623" y="85763"/>
                  </a:lnTo>
                  <a:lnTo>
                    <a:pt x="26770" y="84006"/>
                  </a:lnTo>
                  <a:lnTo>
                    <a:pt x="28829" y="80852"/>
                  </a:lnTo>
                  <a:lnTo>
                    <a:pt x="30477" y="78107"/>
                  </a:lnTo>
                  <a:lnTo>
                    <a:pt x="31442" y="76500"/>
                  </a:lnTo>
                  <a:lnTo>
                    <a:pt x="32647" y="74494"/>
                  </a:lnTo>
                  <a:lnTo>
                    <a:pt x="33641" y="72838"/>
                  </a:lnTo>
                  <a:lnTo>
                    <a:pt x="33750" y="72657"/>
                  </a:lnTo>
                  <a:lnTo>
                    <a:pt x="33992" y="72254"/>
                  </a:lnTo>
                  <a:lnTo>
                    <a:pt x="34437" y="71513"/>
                  </a:lnTo>
                  <a:lnTo>
                    <a:pt x="36438" y="68180"/>
                  </a:lnTo>
                  <a:lnTo>
                    <a:pt x="36941" y="67342"/>
                  </a:lnTo>
                  <a:lnTo>
                    <a:pt x="38489" y="65195"/>
                  </a:lnTo>
                  <a:lnTo>
                    <a:pt x="39609" y="63641"/>
                  </a:lnTo>
                  <a:lnTo>
                    <a:pt x="41099" y="61575"/>
                  </a:lnTo>
                  <a:lnTo>
                    <a:pt x="43512" y="58161"/>
                  </a:lnTo>
                  <a:lnTo>
                    <a:pt x="44402" y="56901"/>
                  </a:lnTo>
                  <a:lnTo>
                    <a:pt x="45304" y="56128"/>
                  </a:lnTo>
                  <a:lnTo>
                    <a:pt x="45826" y="55681"/>
                  </a:lnTo>
                  <a:lnTo>
                    <a:pt x="47123" y="54821"/>
                  </a:lnTo>
                  <a:lnTo>
                    <a:pt x="47704" y="54436"/>
                  </a:lnTo>
                  <a:lnTo>
                    <a:pt x="48644" y="53539"/>
                  </a:lnTo>
                  <a:lnTo>
                    <a:pt x="48817" y="53394"/>
                  </a:lnTo>
                  <a:lnTo>
                    <a:pt x="49568" y="52764"/>
                  </a:lnTo>
                  <a:lnTo>
                    <a:pt x="50105" y="52227"/>
                  </a:lnTo>
                  <a:lnTo>
                    <a:pt x="51030" y="51004"/>
                  </a:lnTo>
                  <a:lnTo>
                    <a:pt x="51387" y="50110"/>
                  </a:lnTo>
                  <a:lnTo>
                    <a:pt x="51477" y="48470"/>
                  </a:lnTo>
                  <a:lnTo>
                    <a:pt x="51238" y="47217"/>
                  </a:lnTo>
                  <a:lnTo>
                    <a:pt x="50880" y="45905"/>
                  </a:lnTo>
                  <a:lnTo>
                    <a:pt x="50195" y="44027"/>
                  </a:lnTo>
                  <a:lnTo>
                    <a:pt x="49539" y="42506"/>
                  </a:lnTo>
                  <a:lnTo>
                    <a:pt x="49061" y="40478"/>
                  </a:lnTo>
                  <a:lnTo>
                    <a:pt x="48227" y="37838"/>
                  </a:lnTo>
                  <a:lnTo>
                    <a:pt x="47301" y="35072"/>
                  </a:lnTo>
                  <a:lnTo>
                    <a:pt x="44739" y="30939"/>
                  </a:lnTo>
                  <a:lnTo>
                    <a:pt x="44320" y="30265"/>
                  </a:lnTo>
                  <a:lnTo>
                    <a:pt x="42671" y="27387"/>
                  </a:lnTo>
                  <a:lnTo>
                    <a:pt x="42233" y="26624"/>
                  </a:lnTo>
                  <a:lnTo>
                    <a:pt x="42138" y="26488"/>
                  </a:lnTo>
                  <a:lnTo>
                    <a:pt x="38349" y="21060"/>
                  </a:lnTo>
                  <a:lnTo>
                    <a:pt x="38123" y="20738"/>
                  </a:lnTo>
                  <a:lnTo>
                    <a:pt x="38006" y="20570"/>
                  </a:lnTo>
                  <a:lnTo>
                    <a:pt x="36073" y="17746"/>
                  </a:lnTo>
                  <a:lnTo>
                    <a:pt x="34178" y="15023"/>
                  </a:lnTo>
                  <a:lnTo>
                    <a:pt x="33271" y="13505"/>
                  </a:lnTo>
                  <a:lnTo>
                    <a:pt x="31932" y="11267"/>
                  </a:lnTo>
                  <a:lnTo>
                    <a:pt x="30638" y="9108"/>
                  </a:lnTo>
                  <a:lnTo>
                    <a:pt x="29850" y="7794"/>
                  </a:lnTo>
                  <a:lnTo>
                    <a:pt x="28917" y="6236"/>
                  </a:lnTo>
                  <a:lnTo>
                    <a:pt x="26816" y="1150"/>
                  </a:lnTo>
                  <a:lnTo>
                    <a:pt x="26645" y="0"/>
                  </a:lnTo>
                  <a:lnTo>
                    <a:pt x="27509" y="139"/>
                  </a:lnTo>
                  <a:lnTo>
                    <a:pt x="28063" y="229"/>
                  </a:lnTo>
                  <a:lnTo>
                    <a:pt x="33923" y="1177"/>
                  </a:lnTo>
                  <a:lnTo>
                    <a:pt x="36775" y="1638"/>
                  </a:lnTo>
                  <a:lnTo>
                    <a:pt x="37225" y="1711"/>
                  </a:lnTo>
                  <a:lnTo>
                    <a:pt x="41259" y="2461"/>
                  </a:lnTo>
                  <a:lnTo>
                    <a:pt x="41629" y="2544"/>
                  </a:lnTo>
                  <a:lnTo>
                    <a:pt x="43465" y="2959"/>
                  </a:lnTo>
                  <a:lnTo>
                    <a:pt x="48117" y="4009"/>
                  </a:lnTo>
                  <a:lnTo>
                    <a:pt x="49656" y="4356"/>
                  </a:lnTo>
                  <a:lnTo>
                    <a:pt x="51413" y="4752"/>
                  </a:lnTo>
                  <a:lnTo>
                    <a:pt x="52343" y="4962"/>
                  </a:lnTo>
                  <a:lnTo>
                    <a:pt x="52393" y="5305"/>
                  </a:lnTo>
                  <a:lnTo>
                    <a:pt x="52417" y="5549"/>
                  </a:lnTo>
                  <a:lnTo>
                    <a:pt x="52530" y="6751"/>
                  </a:lnTo>
                  <a:lnTo>
                    <a:pt x="52818" y="9819"/>
                  </a:lnTo>
                  <a:lnTo>
                    <a:pt x="53245" y="14367"/>
                  </a:lnTo>
                  <a:lnTo>
                    <a:pt x="53323" y="15193"/>
                  </a:lnTo>
                  <a:lnTo>
                    <a:pt x="53796" y="19410"/>
                  </a:lnTo>
                  <a:lnTo>
                    <a:pt x="53816" y="19585"/>
                  </a:lnTo>
                  <a:lnTo>
                    <a:pt x="54054" y="21701"/>
                  </a:lnTo>
                  <a:lnTo>
                    <a:pt x="54106" y="22169"/>
                  </a:lnTo>
                  <a:lnTo>
                    <a:pt x="54204" y="22731"/>
                  </a:lnTo>
                  <a:lnTo>
                    <a:pt x="54210" y="24166"/>
                  </a:lnTo>
                  <a:lnTo>
                    <a:pt x="54213" y="24933"/>
                  </a:lnTo>
                  <a:lnTo>
                    <a:pt x="54486" y="27577"/>
                  </a:lnTo>
                  <a:lnTo>
                    <a:pt x="54618" y="28857"/>
                  </a:lnTo>
                  <a:lnTo>
                    <a:pt x="54750" y="30139"/>
                  </a:lnTo>
                  <a:lnTo>
                    <a:pt x="55142" y="32631"/>
                  </a:lnTo>
                  <a:lnTo>
                    <a:pt x="55172" y="32870"/>
                  </a:lnTo>
                  <a:lnTo>
                    <a:pt x="55222" y="33285"/>
                  </a:lnTo>
                  <a:lnTo>
                    <a:pt x="55262" y="33613"/>
                  </a:lnTo>
                  <a:lnTo>
                    <a:pt x="55494" y="35505"/>
                  </a:lnTo>
                  <a:lnTo>
                    <a:pt x="55540" y="35883"/>
                  </a:lnTo>
                  <a:lnTo>
                    <a:pt x="55566" y="36095"/>
                  </a:lnTo>
                  <a:lnTo>
                    <a:pt x="55600" y="36374"/>
                  </a:lnTo>
                  <a:lnTo>
                    <a:pt x="56259" y="41762"/>
                  </a:lnTo>
                  <a:lnTo>
                    <a:pt x="56539" y="44060"/>
                  </a:lnTo>
                  <a:lnTo>
                    <a:pt x="56566" y="44276"/>
                  </a:lnTo>
                  <a:lnTo>
                    <a:pt x="57069" y="48390"/>
                  </a:lnTo>
                  <a:lnTo>
                    <a:pt x="57360" y="50776"/>
                  </a:lnTo>
                  <a:lnTo>
                    <a:pt x="57441" y="51432"/>
                  </a:lnTo>
                  <a:lnTo>
                    <a:pt x="57602" y="52751"/>
                  </a:lnTo>
                  <a:lnTo>
                    <a:pt x="57681" y="53401"/>
                  </a:lnTo>
                  <a:lnTo>
                    <a:pt x="57767" y="54103"/>
                  </a:lnTo>
                  <a:lnTo>
                    <a:pt x="57897" y="55169"/>
                  </a:lnTo>
                  <a:lnTo>
                    <a:pt x="57949" y="55593"/>
                  </a:lnTo>
                  <a:lnTo>
                    <a:pt x="57981" y="55851"/>
                  </a:lnTo>
                  <a:lnTo>
                    <a:pt x="58516" y="60229"/>
                  </a:lnTo>
                  <a:lnTo>
                    <a:pt x="58732" y="61993"/>
                  </a:lnTo>
                  <a:lnTo>
                    <a:pt x="58962" y="63879"/>
                  </a:lnTo>
                  <a:lnTo>
                    <a:pt x="59189" y="65735"/>
                  </a:lnTo>
                  <a:lnTo>
                    <a:pt x="59424" y="67656"/>
                  </a:lnTo>
                  <a:lnTo>
                    <a:pt x="59939" y="71789"/>
                  </a:lnTo>
                  <a:lnTo>
                    <a:pt x="60046" y="72641"/>
                  </a:lnTo>
                  <a:lnTo>
                    <a:pt x="60186" y="73791"/>
                  </a:lnTo>
                  <a:lnTo>
                    <a:pt x="60713" y="78094"/>
                  </a:lnTo>
                  <a:lnTo>
                    <a:pt x="61383" y="83334"/>
                  </a:lnTo>
                  <a:lnTo>
                    <a:pt x="61458" y="83906"/>
                  </a:lnTo>
                  <a:lnTo>
                    <a:pt x="61807" y="86560"/>
                  </a:lnTo>
                  <a:lnTo>
                    <a:pt x="62407" y="91122"/>
                  </a:lnTo>
                  <a:lnTo>
                    <a:pt x="63040" y="95945"/>
                  </a:lnTo>
                  <a:lnTo>
                    <a:pt x="63097" y="96380"/>
                  </a:lnTo>
                  <a:lnTo>
                    <a:pt x="63128" y="96613"/>
                  </a:lnTo>
                  <a:lnTo>
                    <a:pt x="63214" y="97265"/>
                  </a:lnTo>
                  <a:lnTo>
                    <a:pt x="63248" y="97527"/>
                  </a:lnTo>
                  <a:lnTo>
                    <a:pt x="63796" y="101694"/>
                  </a:lnTo>
                  <a:lnTo>
                    <a:pt x="63867" y="102232"/>
                  </a:lnTo>
                  <a:lnTo>
                    <a:pt x="64238" y="105059"/>
                  </a:lnTo>
                  <a:lnTo>
                    <a:pt x="64541" y="107368"/>
                  </a:lnTo>
                  <a:lnTo>
                    <a:pt x="65160" y="111708"/>
                  </a:lnTo>
                  <a:lnTo>
                    <a:pt x="66410" y="120485"/>
                  </a:lnTo>
                  <a:lnTo>
                    <a:pt x="66733" y="122302"/>
                  </a:lnTo>
                  <a:lnTo>
                    <a:pt x="67733" y="127916"/>
                  </a:lnTo>
                  <a:lnTo>
                    <a:pt x="67917" y="128948"/>
                  </a:lnTo>
                  <a:lnTo>
                    <a:pt x="64696" y="135549"/>
                  </a:lnTo>
                  <a:lnTo>
                    <a:pt x="63705" y="137551"/>
                  </a:lnTo>
                  <a:lnTo>
                    <a:pt x="62690" y="139600"/>
                  </a:lnTo>
                  <a:lnTo>
                    <a:pt x="62242" y="140504"/>
                  </a:lnTo>
                  <a:lnTo>
                    <a:pt x="59619" y="145981"/>
                  </a:lnTo>
                  <a:lnTo>
                    <a:pt x="57316" y="150792"/>
                  </a:lnTo>
                  <a:lnTo>
                    <a:pt x="54845" y="155950"/>
                  </a:lnTo>
                  <a:lnTo>
                    <a:pt x="54275" y="157172"/>
                  </a:lnTo>
                  <a:lnTo>
                    <a:pt x="52111" y="161810"/>
                  </a:lnTo>
                  <a:lnTo>
                    <a:pt x="51857" y="16235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8" name="pg497"/>
            <p:cNvSpPr/>
            <p:nvPr/>
          </p:nvSpPr>
          <p:spPr>
            <a:xfrm>
              <a:off x="2844938" y="3201027"/>
              <a:ext cx="109355" cy="48738"/>
            </a:xfrm>
            <a:custGeom>
              <a:avLst/>
              <a:pathLst>
                <a:path w="109355" h="48738">
                  <a:moveTo>
                    <a:pt x="56981" y="11603"/>
                  </a:moveTo>
                  <a:lnTo>
                    <a:pt x="57912" y="11675"/>
                  </a:lnTo>
                  <a:lnTo>
                    <a:pt x="59034" y="11617"/>
                  </a:lnTo>
                  <a:lnTo>
                    <a:pt x="64158" y="11351"/>
                  </a:lnTo>
                  <a:lnTo>
                    <a:pt x="65141" y="11300"/>
                  </a:lnTo>
                  <a:lnTo>
                    <a:pt x="65914" y="11260"/>
                  </a:lnTo>
                  <a:lnTo>
                    <a:pt x="67820" y="11161"/>
                  </a:lnTo>
                  <a:lnTo>
                    <a:pt x="68303" y="11136"/>
                  </a:lnTo>
                  <a:lnTo>
                    <a:pt x="68780" y="11112"/>
                  </a:lnTo>
                  <a:lnTo>
                    <a:pt x="70847" y="10860"/>
                  </a:lnTo>
                  <a:lnTo>
                    <a:pt x="72794" y="10622"/>
                  </a:lnTo>
                  <a:lnTo>
                    <a:pt x="76539" y="10084"/>
                  </a:lnTo>
                  <a:lnTo>
                    <a:pt x="77840" y="9867"/>
                  </a:lnTo>
                  <a:lnTo>
                    <a:pt x="78905" y="9689"/>
                  </a:lnTo>
                  <a:lnTo>
                    <a:pt x="79149" y="9649"/>
                  </a:lnTo>
                  <a:lnTo>
                    <a:pt x="80707" y="9389"/>
                  </a:lnTo>
                  <a:lnTo>
                    <a:pt x="82113" y="9155"/>
                  </a:lnTo>
                  <a:lnTo>
                    <a:pt x="84803" y="8706"/>
                  </a:lnTo>
                  <a:lnTo>
                    <a:pt x="85171" y="8645"/>
                  </a:lnTo>
                  <a:lnTo>
                    <a:pt x="85477" y="8594"/>
                  </a:lnTo>
                  <a:lnTo>
                    <a:pt x="88998" y="7831"/>
                  </a:lnTo>
                  <a:lnTo>
                    <a:pt x="89996" y="7615"/>
                  </a:lnTo>
                  <a:lnTo>
                    <a:pt x="90176" y="7576"/>
                  </a:lnTo>
                  <a:lnTo>
                    <a:pt x="93098" y="6976"/>
                  </a:lnTo>
                  <a:lnTo>
                    <a:pt x="93428" y="7612"/>
                  </a:lnTo>
                  <a:lnTo>
                    <a:pt x="93990" y="8503"/>
                  </a:lnTo>
                  <a:lnTo>
                    <a:pt x="94204" y="8842"/>
                  </a:lnTo>
                  <a:lnTo>
                    <a:pt x="94814" y="9810"/>
                  </a:lnTo>
                  <a:lnTo>
                    <a:pt x="95101" y="10265"/>
                  </a:lnTo>
                  <a:lnTo>
                    <a:pt x="95575" y="11016"/>
                  </a:lnTo>
                  <a:lnTo>
                    <a:pt x="97239" y="13656"/>
                  </a:lnTo>
                  <a:lnTo>
                    <a:pt x="97529" y="14116"/>
                  </a:lnTo>
                  <a:lnTo>
                    <a:pt x="97981" y="14832"/>
                  </a:lnTo>
                  <a:lnTo>
                    <a:pt x="98661" y="16131"/>
                  </a:lnTo>
                  <a:lnTo>
                    <a:pt x="100250" y="19165"/>
                  </a:lnTo>
                  <a:lnTo>
                    <a:pt x="101286" y="21142"/>
                  </a:lnTo>
                  <a:lnTo>
                    <a:pt x="101750" y="22028"/>
                  </a:lnTo>
                  <a:lnTo>
                    <a:pt x="103025" y="24508"/>
                  </a:lnTo>
                  <a:lnTo>
                    <a:pt x="103178" y="24806"/>
                  </a:lnTo>
                  <a:lnTo>
                    <a:pt x="103500" y="25432"/>
                  </a:lnTo>
                  <a:lnTo>
                    <a:pt x="103712" y="25846"/>
                  </a:lnTo>
                  <a:lnTo>
                    <a:pt x="103857" y="26120"/>
                  </a:lnTo>
                  <a:lnTo>
                    <a:pt x="105184" y="28702"/>
                  </a:lnTo>
                  <a:lnTo>
                    <a:pt x="105455" y="29229"/>
                  </a:lnTo>
                  <a:lnTo>
                    <a:pt x="107344" y="32911"/>
                  </a:lnTo>
                  <a:lnTo>
                    <a:pt x="108744" y="35636"/>
                  </a:lnTo>
                  <a:lnTo>
                    <a:pt x="109355" y="36824"/>
                  </a:lnTo>
                  <a:lnTo>
                    <a:pt x="108339" y="37411"/>
                  </a:lnTo>
                  <a:lnTo>
                    <a:pt x="105976" y="38777"/>
                  </a:lnTo>
                  <a:lnTo>
                    <a:pt x="101987" y="41083"/>
                  </a:lnTo>
                  <a:lnTo>
                    <a:pt x="101514" y="41356"/>
                  </a:lnTo>
                  <a:lnTo>
                    <a:pt x="100284" y="42067"/>
                  </a:lnTo>
                  <a:lnTo>
                    <a:pt x="99378" y="43136"/>
                  </a:lnTo>
                  <a:lnTo>
                    <a:pt x="98315" y="44391"/>
                  </a:lnTo>
                  <a:lnTo>
                    <a:pt x="98148" y="44588"/>
                  </a:lnTo>
                  <a:lnTo>
                    <a:pt x="97791" y="45001"/>
                  </a:lnTo>
                  <a:lnTo>
                    <a:pt x="94238" y="48738"/>
                  </a:lnTo>
                  <a:lnTo>
                    <a:pt x="89102" y="46832"/>
                  </a:lnTo>
                  <a:lnTo>
                    <a:pt x="87695" y="46311"/>
                  </a:lnTo>
                  <a:lnTo>
                    <a:pt x="87121" y="46099"/>
                  </a:lnTo>
                  <a:lnTo>
                    <a:pt x="83333" y="44698"/>
                  </a:lnTo>
                  <a:lnTo>
                    <a:pt x="80082" y="43495"/>
                  </a:lnTo>
                  <a:lnTo>
                    <a:pt x="78223" y="42807"/>
                  </a:lnTo>
                  <a:lnTo>
                    <a:pt x="75480" y="41769"/>
                  </a:lnTo>
                  <a:lnTo>
                    <a:pt x="75144" y="41639"/>
                  </a:lnTo>
                  <a:lnTo>
                    <a:pt x="70608" y="39820"/>
                  </a:lnTo>
                  <a:lnTo>
                    <a:pt x="70230" y="39668"/>
                  </a:lnTo>
                  <a:lnTo>
                    <a:pt x="70124" y="39935"/>
                  </a:lnTo>
                  <a:lnTo>
                    <a:pt x="68035" y="44488"/>
                  </a:lnTo>
                  <a:lnTo>
                    <a:pt x="67697" y="45223"/>
                  </a:lnTo>
                  <a:lnTo>
                    <a:pt x="63510" y="43860"/>
                  </a:lnTo>
                  <a:lnTo>
                    <a:pt x="62572" y="43507"/>
                  </a:lnTo>
                  <a:lnTo>
                    <a:pt x="62351" y="43423"/>
                  </a:lnTo>
                  <a:lnTo>
                    <a:pt x="60749" y="42820"/>
                  </a:lnTo>
                  <a:lnTo>
                    <a:pt x="54283" y="40384"/>
                  </a:lnTo>
                  <a:lnTo>
                    <a:pt x="53857" y="40230"/>
                  </a:lnTo>
                  <a:lnTo>
                    <a:pt x="52147" y="39610"/>
                  </a:lnTo>
                  <a:lnTo>
                    <a:pt x="51446" y="39355"/>
                  </a:lnTo>
                  <a:lnTo>
                    <a:pt x="49477" y="38641"/>
                  </a:lnTo>
                  <a:lnTo>
                    <a:pt x="46524" y="37570"/>
                  </a:lnTo>
                  <a:lnTo>
                    <a:pt x="45600" y="37216"/>
                  </a:lnTo>
                  <a:lnTo>
                    <a:pt x="42125" y="35887"/>
                  </a:lnTo>
                  <a:lnTo>
                    <a:pt x="40894" y="35416"/>
                  </a:lnTo>
                  <a:lnTo>
                    <a:pt x="40241" y="35189"/>
                  </a:lnTo>
                  <a:lnTo>
                    <a:pt x="39637" y="34979"/>
                  </a:lnTo>
                  <a:lnTo>
                    <a:pt x="39462" y="34918"/>
                  </a:lnTo>
                  <a:lnTo>
                    <a:pt x="36833" y="34004"/>
                  </a:lnTo>
                  <a:lnTo>
                    <a:pt x="35191" y="33433"/>
                  </a:lnTo>
                  <a:lnTo>
                    <a:pt x="34210" y="33063"/>
                  </a:lnTo>
                  <a:lnTo>
                    <a:pt x="30543" y="31680"/>
                  </a:lnTo>
                  <a:lnTo>
                    <a:pt x="30118" y="31520"/>
                  </a:lnTo>
                  <a:lnTo>
                    <a:pt x="29723" y="31371"/>
                  </a:lnTo>
                  <a:lnTo>
                    <a:pt x="29276" y="31202"/>
                  </a:lnTo>
                  <a:lnTo>
                    <a:pt x="28467" y="30987"/>
                  </a:lnTo>
                  <a:lnTo>
                    <a:pt x="25254" y="30129"/>
                  </a:lnTo>
                  <a:lnTo>
                    <a:pt x="24403" y="29902"/>
                  </a:lnTo>
                  <a:lnTo>
                    <a:pt x="24224" y="29854"/>
                  </a:lnTo>
                  <a:lnTo>
                    <a:pt x="24047" y="29807"/>
                  </a:lnTo>
                  <a:lnTo>
                    <a:pt x="22995" y="29526"/>
                  </a:lnTo>
                  <a:lnTo>
                    <a:pt x="22733" y="29477"/>
                  </a:lnTo>
                  <a:lnTo>
                    <a:pt x="22272" y="29389"/>
                  </a:lnTo>
                  <a:lnTo>
                    <a:pt x="19044" y="28780"/>
                  </a:lnTo>
                  <a:lnTo>
                    <a:pt x="18207" y="28622"/>
                  </a:lnTo>
                  <a:lnTo>
                    <a:pt x="15106" y="28086"/>
                  </a:lnTo>
                  <a:lnTo>
                    <a:pt x="12824" y="27691"/>
                  </a:lnTo>
                  <a:lnTo>
                    <a:pt x="12178" y="27579"/>
                  </a:lnTo>
                  <a:lnTo>
                    <a:pt x="9887" y="27183"/>
                  </a:lnTo>
                  <a:lnTo>
                    <a:pt x="7155" y="27444"/>
                  </a:lnTo>
                  <a:lnTo>
                    <a:pt x="5743" y="27579"/>
                  </a:lnTo>
                  <a:lnTo>
                    <a:pt x="3567" y="27787"/>
                  </a:lnTo>
                  <a:lnTo>
                    <a:pt x="2822" y="27859"/>
                  </a:lnTo>
                  <a:lnTo>
                    <a:pt x="2799" y="27668"/>
                  </a:lnTo>
                  <a:lnTo>
                    <a:pt x="2407" y="25177"/>
                  </a:lnTo>
                  <a:lnTo>
                    <a:pt x="2274" y="23894"/>
                  </a:lnTo>
                  <a:lnTo>
                    <a:pt x="2142" y="22614"/>
                  </a:lnTo>
                  <a:lnTo>
                    <a:pt x="1870" y="19970"/>
                  </a:lnTo>
                  <a:lnTo>
                    <a:pt x="1867" y="19203"/>
                  </a:lnTo>
                  <a:lnTo>
                    <a:pt x="1860" y="17768"/>
                  </a:lnTo>
                  <a:lnTo>
                    <a:pt x="1763" y="17206"/>
                  </a:lnTo>
                  <a:lnTo>
                    <a:pt x="1710" y="16739"/>
                  </a:lnTo>
                  <a:lnTo>
                    <a:pt x="1473" y="14622"/>
                  </a:lnTo>
                  <a:lnTo>
                    <a:pt x="1453" y="14447"/>
                  </a:lnTo>
                  <a:lnTo>
                    <a:pt x="980" y="10231"/>
                  </a:lnTo>
                  <a:lnTo>
                    <a:pt x="902" y="9404"/>
                  </a:lnTo>
                  <a:lnTo>
                    <a:pt x="475" y="4856"/>
                  </a:lnTo>
                  <a:lnTo>
                    <a:pt x="187" y="1788"/>
                  </a:lnTo>
                  <a:lnTo>
                    <a:pt x="74" y="587"/>
                  </a:lnTo>
                  <a:lnTo>
                    <a:pt x="50" y="342"/>
                  </a:lnTo>
                  <a:lnTo>
                    <a:pt x="0" y="0"/>
                  </a:lnTo>
                  <a:lnTo>
                    <a:pt x="2319" y="764"/>
                  </a:lnTo>
                  <a:lnTo>
                    <a:pt x="5413" y="1783"/>
                  </a:lnTo>
                  <a:lnTo>
                    <a:pt x="6095" y="1909"/>
                  </a:lnTo>
                  <a:lnTo>
                    <a:pt x="9057" y="2594"/>
                  </a:lnTo>
                  <a:lnTo>
                    <a:pt x="12894" y="3425"/>
                  </a:lnTo>
                  <a:lnTo>
                    <a:pt x="14515" y="3776"/>
                  </a:lnTo>
                  <a:lnTo>
                    <a:pt x="14931" y="3867"/>
                  </a:lnTo>
                  <a:lnTo>
                    <a:pt x="15152" y="3916"/>
                  </a:lnTo>
                  <a:lnTo>
                    <a:pt x="16067" y="4149"/>
                  </a:lnTo>
                  <a:lnTo>
                    <a:pt x="17648" y="4552"/>
                  </a:lnTo>
                  <a:lnTo>
                    <a:pt x="18729" y="4793"/>
                  </a:lnTo>
                  <a:lnTo>
                    <a:pt x="21076" y="5316"/>
                  </a:lnTo>
                  <a:lnTo>
                    <a:pt x="21515" y="5414"/>
                  </a:lnTo>
                  <a:lnTo>
                    <a:pt x="21988" y="5520"/>
                  </a:lnTo>
                  <a:lnTo>
                    <a:pt x="25029" y="6198"/>
                  </a:lnTo>
                  <a:lnTo>
                    <a:pt x="25700" y="6348"/>
                  </a:lnTo>
                  <a:lnTo>
                    <a:pt x="28075" y="6877"/>
                  </a:lnTo>
                  <a:lnTo>
                    <a:pt x="37221" y="9013"/>
                  </a:lnTo>
                  <a:lnTo>
                    <a:pt x="38125" y="9224"/>
                  </a:lnTo>
                  <a:lnTo>
                    <a:pt x="38869" y="9398"/>
                  </a:lnTo>
                  <a:lnTo>
                    <a:pt x="39412" y="9525"/>
                  </a:lnTo>
                  <a:lnTo>
                    <a:pt x="39726" y="9594"/>
                  </a:lnTo>
                  <a:lnTo>
                    <a:pt x="40465" y="9724"/>
                  </a:lnTo>
                  <a:lnTo>
                    <a:pt x="42828" y="10138"/>
                  </a:lnTo>
                  <a:lnTo>
                    <a:pt x="46702" y="10818"/>
                  </a:lnTo>
                  <a:lnTo>
                    <a:pt x="48423" y="1095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499" name="pg498"/>
            <p:cNvSpPr/>
            <p:nvPr/>
          </p:nvSpPr>
          <p:spPr>
            <a:xfrm>
              <a:off x="2847761" y="3228216"/>
              <a:ext cx="135117" cy="68414"/>
            </a:xfrm>
            <a:custGeom>
              <a:avLst/>
              <a:pathLst>
                <a:path w="135117" h="68414">
                  <a:moveTo>
                    <a:pt x="60688" y="16672"/>
                  </a:moveTo>
                  <a:lnTo>
                    <a:pt x="64875" y="18035"/>
                  </a:lnTo>
                  <a:lnTo>
                    <a:pt x="65212" y="17299"/>
                  </a:lnTo>
                  <a:lnTo>
                    <a:pt x="67302" y="12747"/>
                  </a:lnTo>
                  <a:lnTo>
                    <a:pt x="67408" y="12480"/>
                  </a:lnTo>
                  <a:lnTo>
                    <a:pt x="67786" y="12631"/>
                  </a:lnTo>
                  <a:lnTo>
                    <a:pt x="72448" y="14501"/>
                  </a:lnTo>
                  <a:lnTo>
                    <a:pt x="72657" y="14581"/>
                  </a:lnTo>
                  <a:lnTo>
                    <a:pt x="75400" y="15618"/>
                  </a:lnTo>
                  <a:lnTo>
                    <a:pt x="77259" y="16306"/>
                  </a:lnTo>
                  <a:lnTo>
                    <a:pt x="80511" y="17509"/>
                  </a:lnTo>
                  <a:lnTo>
                    <a:pt x="84298" y="18911"/>
                  </a:lnTo>
                  <a:lnTo>
                    <a:pt x="84872" y="19123"/>
                  </a:lnTo>
                  <a:lnTo>
                    <a:pt x="86403" y="19690"/>
                  </a:lnTo>
                  <a:lnTo>
                    <a:pt x="91416" y="21550"/>
                  </a:lnTo>
                  <a:lnTo>
                    <a:pt x="95120" y="17642"/>
                  </a:lnTo>
                  <a:lnTo>
                    <a:pt x="95326" y="17399"/>
                  </a:lnTo>
                  <a:lnTo>
                    <a:pt x="95492" y="17202"/>
                  </a:lnTo>
                  <a:lnTo>
                    <a:pt x="96556" y="15947"/>
                  </a:lnTo>
                  <a:lnTo>
                    <a:pt x="97461" y="14879"/>
                  </a:lnTo>
                  <a:lnTo>
                    <a:pt x="98691" y="14168"/>
                  </a:lnTo>
                  <a:lnTo>
                    <a:pt x="99164" y="13894"/>
                  </a:lnTo>
                  <a:lnTo>
                    <a:pt x="103154" y="11588"/>
                  </a:lnTo>
                  <a:lnTo>
                    <a:pt x="105542" y="10208"/>
                  </a:lnTo>
                  <a:lnTo>
                    <a:pt x="106532" y="9635"/>
                  </a:lnTo>
                  <a:lnTo>
                    <a:pt x="107005" y="10554"/>
                  </a:lnTo>
                  <a:lnTo>
                    <a:pt x="108968" y="14025"/>
                  </a:lnTo>
                  <a:lnTo>
                    <a:pt x="109544" y="15043"/>
                  </a:lnTo>
                  <a:lnTo>
                    <a:pt x="110064" y="15963"/>
                  </a:lnTo>
                  <a:lnTo>
                    <a:pt x="112156" y="19892"/>
                  </a:lnTo>
                  <a:lnTo>
                    <a:pt x="112573" y="20675"/>
                  </a:lnTo>
                  <a:lnTo>
                    <a:pt x="113579" y="22565"/>
                  </a:lnTo>
                  <a:lnTo>
                    <a:pt x="115025" y="25280"/>
                  </a:lnTo>
                  <a:lnTo>
                    <a:pt x="115278" y="25754"/>
                  </a:lnTo>
                  <a:lnTo>
                    <a:pt x="115447" y="26072"/>
                  </a:lnTo>
                  <a:lnTo>
                    <a:pt x="116758" y="28536"/>
                  </a:lnTo>
                  <a:lnTo>
                    <a:pt x="119408" y="33515"/>
                  </a:lnTo>
                  <a:lnTo>
                    <a:pt x="120501" y="35570"/>
                  </a:lnTo>
                  <a:lnTo>
                    <a:pt x="123826" y="41816"/>
                  </a:lnTo>
                  <a:lnTo>
                    <a:pt x="124364" y="42828"/>
                  </a:lnTo>
                  <a:lnTo>
                    <a:pt x="125611" y="45171"/>
                  </a:lnTo>
                  <a:lnTo>
                    <a:pt x="125803" y="45531"/>
                  </a:lnTo>
                  <a:lnTo>
                    <a:pt x="134291" y="61400"/>
                  </a:lnTo>
                  <a:lnTo>
                    <a:pt x="135117" y="62944"/>
                  </a:lnTo>
                  <a:lnTo>
                    <a:pt x="133137" y="63797"/>
                  </a:lnTo>
                  <a:lnTo>
                    <a:pt x="132225" y="64160"/>
                  </a:lnTo>
                  <a:lnTo>
                    <a:pt x="127977" y="65850"/>
                  </a:lnTo>
                  <a:lnTo>
                    <a:pt x="127562" y="66015"/>
                  </a:lnTo>
                  <a:lnTo>
                    <a:pt x="124349" y="67262"/>
                  </a:lnTo>
                  <a:lnTo>
                    <a:pt x="122363" y="68033"/>
                  </a:lnTo>
                  <a:lnTo>
                    <a:pt x="119164" y="68414"/>
                  </a:lnTo>
                  <a:lnTo>
                    <a:pt x="113115" y="67921"/>
                  </a:lnTo>
                  <a:lnTo>
                    <a:pt x="111362" y="67299"/>
                  </a:lnTo>
                  <a:lnTo>
                    <a:pt x="109447" y="66619"/>
                  </a:lnTo>
                  <a:lnTo>
                    <a:pt x="102161" y="64034"/>
                  </a:lnTo>
                  <a:lnTo>
                    <a:pt x="96710" y="61935"/>
                  </a:lnTo>
                  <a:lnTo>
                    <a:pt x="95131" y="61327"/>
                  </a:lnTo>
                  <a:lnTo>
                    <a:pt x="91466" y="59916"/>
                  </a:lnTo>
                  <a:lnTo>
                    <a:pt x="90660" y="59605"/>
                  </a:lnTo>
                  <a:lnTo>
                    <a:pt x="84108" y="57082"/>
                  </a:lnTo>
                  <a:lnTo>
                    <a:pt x="82493" y="56425"/>
                  </a:lnTo>
                  <a:lnTo>
                    <a:pt x="80336" y="55548"/>
                  </a:lnTo>
                  <a:lnTo>
                    <a:pt x="76789" y="54105"/>
                  </a:lnTo>
                  <a:lnTo>
                    <a:pt x="75279" y="53490"/>
                  </a:lnTo>
                  <a:lnTo>
                    <a:pt x="72000" y="52133"/>
                  </a:lnTo>
                  <a:lnTo>
                    <a:pt x="71734" y="52034"/>
                  </a:lnTo>
                  <a:lnTo>
                    <a:pt x="68699" y="50894"/>
                  </a:lnTo>
                  <a:lnTo>
                    <a:pt x="65521" y="49634"/>
                  </a:lnTo>
                  <a:lnTo>
                    <a:pt x="60097" y="47466"/>
                  </a:lnTo>
                  <a:lnTo>
                    <a:pt x="55057" y="45628"/>
                  </a:lnTo>
                  <a:lnTo>
                    <a:pt x="54909" y="45574"/>
                  </a:lnTo>
                  <a:lnTo>
                    <a:pt x="52808" y="44808"/>
                  </a:lnTo>
                  <a:lnTo>
                    <a:pt x="48688" y="43305"/>
                  </a:lnTo>
                  <a:lnTo>
                    <a:pt x="37331" y="39163"/>
                  </a:lnTo>
                  <a:lnTo>
                    <a:pt x="36960" y="39035"/>
                  </a:lnTo>
                  <a:lnTo>
                    <a:pt x="36561" y="38898"/>
                  </a:lnTo>
                  <a:lnTo>
                    <a:pt x="31636" y="38566"/>
                  </a:lnTo>
                  <a:lnTo>
                    <a:pt x="25729" y="36603"/>
                  </a:lnTo>
                  <a:lnTo>
                    <a:pt x="20455" y="34663"/>
                  </a:lnTo>
                  <a:lnTo>
                    <a:pt x="18459" y="34080"/>
                  </a:lnTo>
                  <a:lnTo>
                    <a:pt x="14321" y="33968"/>
                  </a:lnTo>
                  <a:lnTo>
                    <a:pt x="11460" y="34114"/>
                  </a:lnTo>
                  <a:lnTo>
                    <a:pt x="5711" y="34714"/>
                  </a:lnTo>
                  <a:lnTo>
                    <a:pt x="5201" y="34992"/>
                  </a:lnTo>
                  <a:lnTo>
                    <a:pt x="4258" y="35505"/>
                  </a:lnTo>
                  <a:lnTo>
                    <a:pt x="4023" y="33584"/>
                  </a:lnTo>
                  <a:lnTo>
                    <a:pt x="3796" y="31728"/>
                  </a:lnTo>
                  <a:lnTo>
                    <a:pt x="3565" y="29841"/>
                  </a:lnTo>
                  <a:lnTo>
                    <a:pt x="3350" y="28078"/>
                  </a:lnTo>
                  <a:lnTo>
                    <a:pt x="2815" y="23700"/>
                  </a:lnTo>
                  <a:lnTo>
                    <a:pt x="2783" y="23442"/>
                  </a:lnTo>
                  <a:lnTo>
                    <a:pt x="2721" y="22931"/>
                  </a:lnTo>
                  <a:lnTo>
                    <a:pt x="2601" y="21952"/>
                  </a:lnTo>
                  <a:lnTo>
                    <a:pt x="2515" y="21250"/>
                  </a:lnTo>
                  <a:lnTo>
                    <a:pt x="2436" y="20600"/>
                  </a:lnTo>
                  <a:lnTo>
                    <a:pt x="2274" y="19281"/>
                  </a:lnTo>
                  <a:lnTo>
                    <a:pt x="2194" y="18625"/>
                  </a:lnTo>
                  <a:lnTo>
                    <a:pt x="1903" y="16239"/>
                  </a:lnTo>
                  <a:lnTo>
                    <a:pt x="1400" y="12124"/>
                  </a:lnTo>
                  <a:lnTo>
                    <a:pt x="1373" y="11909"/>
                  </a:lnTo>
                  <a:lnTo>
                    <a:pt x="1092" y="9611"/>
                  </a:lnTo>
                  <a:lnTo>
                    <a:pt x="434" y="4223"/>
                  </a:lnTo>
                  <a:lnTo>
                    <a:pt x="400" y="3944"/>
                  </a:lnTo>
                  <a:lnTo>
                    <a:pt x="368" y="3685"/>
                  </a:lnTo>
                  <a:lnTo>
                    <a:pt x="328" y="3353"/>
                  </a:lnTo>
                  <a:lnTo>
                    <a:pt x="96" y="1462"/>
                  </a:lnTo>
                  <a:lnTo>
                    <a:pt x="56" y="1134"/>
                  </a:lnTo>
                  <a:lnTo>
                    <a:pt x="0" y="670"/>
                  </a:lnTo>
                  <a:lnTo>
                    <a:pt x="842" y="590"/>
                  </a:lnTo>
                  <a:lnTo>
                    <a:pt x="2920" y="391"/>
                  </a:lnTo>
                  <a:lnTo>
                    <a:pt x="4333" y="256"/>
                  </a:lnTo>
                  <a:lnTo>
                    <a:pt x="7091" y="0"/>
                  </a:lnTo>
                  <a:lnTo>
                    <a:pt x="9355" y="391"/>
                  </a:lnTo>
                  <a:lnTo>
                    <a:pt x="10001" y="503"/>
                  </a:lnTo>
                  <a:lnTo>
                    <a:pt x="12283" y="897"/>
                  </a:lnTo>
                  <a:lnTo>
                    <a:pt x="15384" y="1434"/>
                  </a:lnTo>
                  <a:lnTo>
                    <a:pt x="16221" y="1592"/>
                  </a:lnTo>
                  <a:lnTo>
                    <a:pt x="19450" y="2201"/>
                  </a:lnTo>
                  <a:lnTo>
                    <a:pt x="19910" y="2288"/>
                  </a:lnTo>
                  <a:lnTo>
                    <a:pt x="20173" y="2338"/>
                  </a:lnTo>
                  <a:lnTo>
                    <a:pt x="21224" y="2618"/>
                  </a:lnTo>
                  <a:lnTo>
                    <a:pt x="21401" y="2666"/>
                  </a:lnTo>
                  <a:lnTo>
                    <a:pt x="21580" y="2713"/>
                  </a:lnTo>
                  <a:lnTo>
                    <a:pt x="22432" y="2941"/>
                  </a:lnTo>
                  <a:lnTo>
                    <a:pt x="25645" y="3798"/>
                  </a:lnTo>
                  <a:lnTo>
                    <a:pt x="26453" y="4014"/>
                  </a:lnTo>
                  <a:lnTo>
                    <a:pt x="26900" y="4183"/>
                  </a:lnTo>
                  <a:lnTo>
                    <a:pt x="27296" y="4332"/>
                  </a:lnTo>
                  <a:lnTo>
                    <a:pt x="27721" y="4492"/>
                  </a:lnTo>
                  <a:lnTo>
                    <a:pt x="31387" y="5875"/>
                  </a:lnTo>
                  <a:lnTo>
                    <a:pt x="32368" y="6245"/>
                  </a:lnTo>
                  <a:lnTo>
                    <a:pt x="34011" y="6816"/>
                  </a:lnTo>
                  <a:lnTo>
                    <a:pt x="36639" y="7730"/>
                  </a:lnTo>
                  <a:lnTo>
                    <a:pt x="36814" y="7790"/>
                  </a:lnTo>
                  <a:lnTo>
                    <a:pt x="37418" y="8000"/>
                  </a:lnTo>
                  <a:lnTo>
                    <a:pt x="38071" y="8227"/>
                  </a:lnTo>
                  <a:lnTo>
                    <a:pt x="39302" y="8698"/>
                  </a:lnTo>
                  <a:lnTo>
                    <a:pt x="42777" y="10028"/>
                  </a:lnTo>
                  <a:lnTo>
                    <a:pt x="43701" y="10381"/>
                  </a:lnTo>
                  <a:lnTo>
                    <a:pt x="46654" y="11453"/>
                  </a:lnTo>
                  <a:lnTo>
                    <a:pt x="48623" y="12167"/>
                  </a:lnTo>
                  <a:lnTo>
                    <a:pt x="49324" y="12421"/>
                  </a:lnTo>
                  <a:lnTo>
                    <a:pt x="51035" y="13042"/>
                  </a:lnTo>
                  <a:lnTo>
                    <a:pt x="51460" y="13196"/>
                  </a:lnTo>
                  <a:lnTo>
                    <a:pt x="57962" y="15645"/>
                  </a:lnTo>
                  <a:lnTo>
                    <a:pt x="59528" y="16235"/>
                  </a:lnTo>
                  <a:lnTo>
                    <a:pt x="59749" y="1631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0" name="pg499"/>
            <p:cNvSpPr/>
            <p:nvPr/>
          </p:nvSpPr>
          <p:spPr>
            <a:xfrm>
              <a:off x="2938036" y="3197516"/>
              <a:ext cx="100511" cy="93644"/>
            </a:xfrm>
            <a:custGeom>
              <a:avLst/>
              <a:pathLst>
                <a:path w="100511" h="93644">
                  <a:moveTo>
                    <a:pt x="44842" y="93644"/>
                  </a:moveTo>
                  <a:lnTo>
                    <a:pt x="44016" y="92100"/>
                  </a:lnTo>
                  <a:lnTo>
                    <a:pt x="35527" y="76231"/>
                  </a:lnTo>
                  <a:lnTo>
                    <a:pt x="35335" y="75870"/>
                  </a:lnTo>
                  <a:lnTo>
                    <a:pt x="34088" y="73527"/>
                  </a:lnTo>
                  <a:lnTo>
                    <a:pt x="33550" y="72516"/>
                  </a:lnTo>
                  <a:lnTo>
                    <a:pt x="30226" y="66269"/>
                  </a:lnTo>
                  <a:lnTo>
                    <a:pt x="29132" y="64214"/>
                  </a:lnTo>
                  <a:lnTo>
                    <a:pt x="26482" y="59235"/>
                  </a:lnTo>
                  <a:lnTo>
                    <a:pt x="25171" y="56771"/>
                  </a:lnTo>
                  <a:lnTo>
                    <a:pt x="25002" y="56453"/>
                  </a:lnTo>
                  <a:lnTo>
                    <a:pt x="24749" y="55979"/>
                  </a:lnTo>
                  <a:lnTo>
                    <a:pt x="23304" y="53264"/>
                  </a:lnTo>
                  <a:lnTo>
                    <a:pt x="22298" y="51375"/>
                  </a:lnTo>
                  <a:lnTo>
                    <a:pt x="21881" y="50592"/>
                  </a:lnTo>
                  <a:lnTo>
                    <a:pt x="19789" y="46663"/>
                  </a:lnTo>
                  <a:lnTo>
                    <a:pt x="19268" y="45743"/>
                  </a:lnTo>
                  <a:lnTo>
                    <a:pt x="18692" y="44725"/>
                  </a:lnTo>
                  <a:lnTo>
                    <a:pt x="16729" y="41253"/>
                  </a:lnTo>
                  <a:lnTo>
                    <a:pt x="16257" y="40335"/>
                  </a:lnTo>
                  <a:lnTo>
                    <a:pt x="15646" y="39147"/>
                  </a:lnTo>
                  <a:lnTo>
                    <a:pt x="14214" y="36361"/>
                  </a:lnTo>
                  <a:lnTo>
                    <a:pt x="12250" y="32533"/>
                  </a:lnTo>
                  <a:lnTo>
                    <a:pt x="12086" y="32213"/>
                  </a:lnTo>
                  <a:lnTo>
                    <a:pt x="10759" y="29631"/>
                  </a:lnTo>
                  <a:lnTo>
                    <a:pt x="10614" y="29357"/>
                  </a:lnTo>
                  <a:lnTo>
                    <a:pt x="10363" y="28869"/>
                  </a:lnTo>
                  <a:lnTo>
                    <a:pt x="10080" y="28317"/>
                  </a:lnTo>
                  <a:lnTo>
                    <a:pt x="9927" y="28019"/>
                  </a:lnTo>
                  <a:lnTo>
                    <a:pt x="8652" y="25539"/>
                  </a:lnTo>
                  <a:lnTo>
                    <a:pt x="8187" y="24653"/>
                  </a:lnTo>
                  <a:lnTo>
                    <a:pt x="7152" y="22676"/>
                  </a:lnTo>
                  <a:lnTo>
                    <a:pt x="5563" y="19643"/>
                  </a:lnTo>
                  <a:lnTo>
                    <a:pt x="4882" y="18343"/>
                  </a:lnTo>
                  <a:lnTo>
                    <a:pt x="4430" y="17627"/>
                  </a:lnTo>
                  <a:lnTo>
                    <a:pt x="4141" y="17168"/>
                  </a:lnTo>
                  <a:lnTo>
                    <a:pt x="2476" y="14527"/>
                  </a:lnTo>
                  <a:lnTo>
                    <a:pt x="2003" y="13776"/>
                  </a:lnTo>
                  <a:lnTo>
                    <a:pt x="1716" y="13321"/>
                  </a:lnTo>
                  <a:lnTo>
                    <a:pt x="1106" y="12353"/>
                  </a:lnTo>
                  <a:lnTo>
                    <a:pt x="887" y="12007"/>
                  </a:lnTo>
                  <a:lnTo>
                    <a:pt x="330" y="11123"/>
                  </a:lnTo>
                  <a:lnTo>
                    <a:pt x="0" y="10487"/>
                  </a:lnTo>
                  <a:lnTo>
                    <a:pt x="1156" y="10262"/>
                  </a:lnTo>
                  <a:lnTo>
                    <a:pt x="2350" y="10029"/>
                  </a:lnTo>
                  <a:lnTo>
                    <a:pt x="2842" y="9934"/>
                  </a:lnTo>
                  <a:lnTo>
                    <a:pt x="3071" y="9889"/>
                  </a:lnTo>
                  <a:lnTo>
                    <a:pt x="3425" y="9820"/>
                  </a:lnTo>
                  <a:lnTo>
                    <a:pt x="4728" y="9566"/>
                  </a:lnTo>
                  <a:lnTo>
                    <a:pt x="5495" y="9417"/>
                  </a:lnTo>
                  <a:lnTo>
                    <a:pt x="8174" y="8949"/>
                  </a:lnTo>
                  <a:lnTo>
                    <a:pt x="12121" y="8259"/>
                  </a:lnTo>
                  <a:lnTo>
                    <a:pt x="12299" y="8228"/>
                  </a:lnTo>
                  <a:lnTo>
                    <a:pt x="14178" y="7899"/>
                  </a:lnTo>
                  <a:lnTo>
                    <a:pt x="18963" y="7063"/>
                  </a:lnTo>
                  <a:lnTo>
                    <a:pt x="20792" y="6743"/>
                  </a:lnTo>
                  <a:lnTo>
                    <a:pt x="24434" y="6107"/>
                  </a:lnTo>
                  <a:lnTo>
                    <a:pt x="31456" y="4954"/>
                  </a:lnTo>
                  <a:lnTo>
                    <a:pt x="33153" y="4675"/>
                  </a:lnTo>
                  <a:lnTo>
                    <a:pt x="40358" y="3493"/>
                  </a:lnTo>
                  <a:lnTo>
                    <a:pt x="48729" y="2118"/>
                  </a:lnTo>
                  <a:lnTo>
                    <a:pt x="50699" y="1795"/>
                  </a:lnTo>
                  <a:lnTo>
                    <a:pt x="62313" y="90"/>
                  </a:lnTo>
                  <a:lnTo>
                    <a:pt x="62928" y="0"/>
                  </a:lnTo>
                  <a:lnTo>
                    <a:pt x="63055" y="575"/>
                  </a:lnTo>
                  <a:lnTo>
                    <a:pt x="63302" y="1692"/>
                  </a:lnTo>
                  <a:lnTo>
                    <a:pt x="63337" y="1852"/>
                  </a:lnTo>
                  <a:lnTo>
                    <a:pt x="65066" y="9676"/>
                  </a:lnTo>
                  <a:lnTo>
                    <a:pt x="65298" y="10354"/>
                  </a:lnTo>
                  <a:lnTo>
                    <a:pt x="65962" y="12439"/>
                  </a:lnTo>
                  <a:lnTo>
                    <a:pt x="66476" y="13879"/>
                  </a:lnTo>
                  <a:lnTo>
                    <a:pt x="66713" y="14542"/>
                  </a:lnTo>
                  <a:lnTo>
                    <a:pt x="66784" y="14741"/>
                  </a:lnTo>
                  <a:lnTo>
                    <a:pt x="67218" y="15957"/>
                  </a:lnTo>
                  <a:lnTo>
                    <a:pt x="67686" y="17266"/>
                  </a:lnTo>
                  <a:lnTo>
                    <a:pt x="68964" y="20004"/>
                  </a:lnTo>
                  <a:lnTo>
                    <a:pt x="70800" y="23939"/>
                  </a:lnTo>
                  <a:lnTo>
                    <a:pt x="71379" y="24945"/>
                  </a:lnTo>
                  <a:lnTo>
                    <a:pt x="71957" y="25951"/>
                  </a:lnTo>
                  <a:lnTo>
                    <a:pt x="72806" y="26776"/>
                  </a:lnTo>
                  <a:lnTo>
                    <a:pt x="73871" y="27728"/>
                  </a:lnTo>
                  <a:lnTo>
                    <a:pt x="74448" y="28210"/>
                  </a:lnTo>
                  <a:lnTo>
                    <a:pt x="74592" y="28330"/>
                  </a:lnTo>
                  <a:lnTo>
                    <a:pt x="79227" y="31503"/>
                  </a:lnTo>
                  <a:lnTo>
                    <a:pt x="79399" y="31622"/>
                  </a:lnTo>
                  <a:lnTo>
                    <a:pt x="79561" y="31732"/>
                  </a:lnTo>
                  <a:lnTo>
                    <a:pt x="81590" y="33162"/>
                  </a:lnTo>
                  <a:lnTo>
                    <a:pt x="84064" y="34906"/>
                  </a:lnTo>
                  <a:lnTo>
                    <a:pt x="84701" y="35355"/>
                  </a:lnTo>
                  <a:lnTo>
                    <a:pt x="85362" y="35771"/>
                  </a:lnTo>
                  <a:lnTo>
                    <a:pt x="87091" y="36981"/>
                  </a:lnTo>
                  <a:lnTo>
                    <a:pt x="100183" y="46381"/>
                  </a:lnTo>
                  <a:lnTo>
                    <a:pt x="100511" y="46616"/>
                  </a:lnTo>
                  <a:lnTo>
                    <a:pt x="95129" y="53214"/>
                  </a:lnTo>
                  <a:lnTo>
                    <a:pt x="76073" y="76576"/>
                  </a:lnTo>
                  <a:lnTo>
                    <a:pt x="75555" y="77211"/>
                  </a:lnTo>
                  <a:lnTo>
                    <a:pt x="75084" y="77464"/>
                  </a:lnTo>
                  <a:lnTo>
                    <a:pt x="68376" y="81065"/>
                  </a:lnTo>
                  <a:lnTo>
                    <a:pt x="67635" y="81463"/>
                  </a:lnTo>
                  <a:lnTo>
                    <a:pt x="67028" y="81788"/>
                  </a:lnTo>
                  <a:lnTo>
                    <a:pt x="65899" y="82392"/>
                  </a:lnTo>
                  <a:lnTo>
                    <a:pt x="65404" y="82656"/>
                  </a:lnTo>
                  <a:lnTo>
                    <a:pt x="65090" y="82824"/>
                  </a:lnTo>
                  <a:lnTo>
                    <a:pt x="63683" y="83576"/>
                  </a:lnTo>
                  <a:lnTo>
                    <a:pt x="62551" y="84181"/>
                  </a:lnTo>
                  <a:lnTo>
                    <a:pt x="62076" y="84435"/>
                  </a:lnTo>
                  <a:lnTo>
                    <a:pt x="59971" y="85558"/>
                  </a:lnTo>
                  <a:lnTo>
                    <a:pt x="56847" y="87230"/>
                  </a:lnTo>
                  <a:lnTo>
                    <a:pt x="56673" y="87323"/>
                  </a:lnTo>
                  <a:lnTo>
                    <a:pt x="55928" y="87721"/>
                  </a:lnTo>
                  <a:lnTo>
                    <a:pt x="54932" y="88253"/>
                  </a:lnTo>
                  <a:lnTo>
                    <a:pt x="51332" y="90175"/>
                  </a:lnTo>
                  <a:lnTo>
                    <a:pt x="50341" y="90705"/>
                  </a:lnTo>
                  <a:lnTo>
                    <a:pt x="49453" y="91179"/>
                  </a:lnTo>
                  <a:lnTo>
                    <a:pt x="47086" y="92444"/>
                  </a:lnTo>
                  <a:lnTo>
                    <a:pt x="46212" y="92911"/>
                  </a:lnTo>
                  <a:lnTo>
                    <a:pt x="45330" y="9338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1" name="pg500"/>
            <p:cNvSpPr/>
            <p:nvPr/>
          </p:nvSpPr>
          <p:spPr>
            <a:xfrm>
              <a:off x="2982882" y="3186538"/>
              <a:ext cx="108120" cy="142515"/>
            </a:xfrm>
            <a:custGeom>
              <a:avLst/>
              <a:pathLst>
                <a:path w="108120" h="142515">
                  <a:moveTo>
                    <a:pt x="84947" y="19724"/>
                  </a:moveTo>
                  <a:lnTo>
                    <a:pt x="89941" y="18104"/>
                  </a:lnTo>
                  <a:lnTo>
                    <a:pt x="93569" y="16748"/>
                  </a:lnTo>
                  <a:lnTo>
                    <a:pt x="97889" y="15125"/>
                  </a:lnTo>
                  <a:lnTo>
                    <a:pt x="99196" y="14615"/>
                  </a:lnTo>
                  <a:lnTo>
                    <a:pt x="99842" y="14363"/>
                  </a:lnTo>
                  <a:lnTo>
                    <a:pt x="101345" y="15402"/>
                  </a:lnTo>
                  <a:lnTo>
                    <a:pt x="103047" y="18773"/>
                  </a:lnTo>
                  <a:lnTo>
                    <a:pt x="105581" y="22571"/>
                  </a:lnTo>
                  <a:lnTo>
                    <a:pt x="108120" y="26376"/>
                  </a:lnTo>
                  <a:lnTo>
                    <a:pt x="106720" y="46186"/>
                  </a:lnTo>
                  <a:lnTo>
                    <a:pt x="98777" y="50927"/>
                  </a:lnTo>
                  <a:lnTo>
                    <a:pt x="93744" y="56319"/>
                  </a:lnTo>
                  <a:lnTo>
                    <a:pt x="91484" y="58082"/>
                  </a:lnTo>
                  <a:lnTo>
                    <a:pt x="90398" y="58929"/>
                  </a:lnTo>
                  <a:lnTo>
                    <a:pt x="76834" y="67301"/>
                  </a:lnTo>
                  <a:lnTo>
                    <a:pt x="76001" y="105503"/>
                  </a:lnTo>
                  <a:lnTo>
                    <a:pt x="86039" y="125335"/>
                  </a:lnTo>
                  <a:lnTo>
                    <a:pt x="86902" y="127624"/>
                  </a:lnTo>
                  <a:lnTo>
                    <a:pt x="87863" y="130377"/>
                  </a:lnTo>
                  <a:lnTo>
                    <a:pt x="68043" y="140370"/>
                  </a:lnTo>
                  <a:lnTo>
                    <a:pt x="68273" y="142515"/>
                  </a:lnTo>
                  <a:lnTo>
                    <a:pt x="64004" y="142400"/>
                  </a:lnTo>
                  <a:lnTo>
                    <a:pt x="58462" y="140680"/>
                  </a:lnTo>
                  <a:lnTo>
                    <a:pt x="53216" y="139894"/>
                  </a:lnTo>
                  <a:lnTo>
                    <a:pt x="49706" y="139492"/>
                  </a:lnTo>
                  <a:lnTo>
                    <a:pt x="47250" y="138778"/>
                  </a:lnTo>
                  <a:lnTo>
                    <a:pt x="45443" y="138253"/>
                  </a:lnTo>
                  <a:lnTo>
                    <a:pt x="43234" y="136484"/>
                  </a:lnTo>
                  <a:lnTo>
                    <a:pt x="42220" y="135672"/>
                  </a:lnTo>
                  <a:lnTo>
                    <a:pt x="41064" y="134746"/>
                  </a:lnTo>
                  <a:lnTo>
                    <a:pt x="38678" y="133194"/>
                  </a:lnTo>
                  <a:lnTo>
                    <a:pt x="37279" y="132284"/>
                  </a:lnTo>
                  <a:lnTo>
                    <a:pt x="37032" y="132279"/>
                  </a:lnTo>
                  <a:lnTo>
                    <a:pt x="36061" y="132358"/>
                  </a:lnTo>
                  <a:lnTo>
                    <a:pt x="33538" y="132564"/>
                  </a:lnTo>
                  <a:lnTo>
                    <a:pt x="32066" y="133043"/>
                  </a:lnTo>
                  <a:lnTo>
                    <a:pt x="25781" y="132119"/>
                  </a:lnTo>
                  <a:lnTo>
                    <a:pt x="24637" y="131951"/>
                  </a:lnTo>
                  <a:lnTo>
                    <a:pt x="19722" y="130805"/>
                  </a:lnTo>
                  <a:lnTo>
                    <a:pt x="19520" y="130758"/>
                  </a:lnTo>
                  <a:lnTo>
                    <a:pt x="14792" y="132949"/>
                  </a:lnTo>
                  <a:lnTo>
                    <a:pt x="14615" y="132615"/>
                  </a:lnTo>
                  <a:lnTo>
                    <a:pt x="10669" y="125004"/>
                  </a:lnTo>
                  <a:lnTo>
                    <a:pt x="10232" y="124162"/>
                  </a:lnTo>
                  <a:lnTo>
                    <a:pt x="7857" y="119594"/>
                  </a:lnTo>
                  <a:lnTo>
                    <a:pt x="7742" y="119371"/>
                  </a:lnTo>
                  <a:lnTo>
                    <a:pt x="1289" y="106907"/>
                  </a:lnTo>
                  <a:lnTo>
                    <a:pt x="0" y="104620"/>
                  </a:lnTo>
                  <a:lnTo>
                    <a:pt x="485" y="104361"/>
                  </a:lnTo>
                  <a:lnTo>
                    <a:pt x="1367" y="103889"/>
                  </a:lnTo>
                  <a:lnTo>
                    <a:pt x="2240" y="103423"/>
                  </a:lnTo>
                  <a:lnTo>
                    <a:pt x="4608" y="102157"/>
                  </a:lnTo>
                  <a:lnTo>
                    <a:pt x="5495" y="101683"/>
                  </a:lnTo>
                  <a:lnTo>
                    <a:pt x="6487" y="101153"/>
                  </a:lnTo>
                  <a:lnTo>
                    <a:pt x="10087" y="99231"/>
                  </a:lnTo>
                  <a:lnTo>
                    <a:pt x="11082" y="98699"/>
                  </a:lnTo>
                  <a:lnTo>
                    <a:pt x="11827" y="98301"/>
                  </a:lnTo>
                  <a:lnTo>
                    <a:pt x="12002" y="98208"/>
                  </a:lnTo>
                  <a:lnTo>
                    <a:pt x="15126" y="96536"/>
                  </a:lnTo>
                  <a:lnTo>
                    <a:pt x="17233" y="95412"/>
                  </a:lnTo>
                  <a:lnTo>
                    <a:pt x="17706" y="95160"/>
                  </a:lnTo>
                  <a:lnTo>
                    <a:pt x="18838" y="94554"/>
                  </a:lnTo>
                  <a:lnTo>
                    <a:pt x="20245" y="93802"/>
                  </a:lnTo>
                  <a:lnTo>
                    <a:pt x="20559" y="93635"/>
                  </a:lnTo>
                  <a:lnTo>
                    <a:pt x="21054" y="93370"/>
                  </a:lnTo>
                  <a:lnTo>
                    <a:pt x="22307" y="92700"/>
                  </a:lnTo>
                  <a:lnTo>
                    <a:pt x="22790" y="92441"/>
                  </a:lnTo>
                  <a:lnTo>
                    <a:pt x="23531" y="92044"/>
                  </a:lnTo>
                  <a:lnTo>
                    <a:pt x="30239" y="88442"/>
                  </a:lnTo>
                  <a:lnTo>
                    <a:pt x="30710" y="88189"/>
                  </a:lnTo>
                  <a:lnTo>
                    <a:pt x="31228" y="87554"/>
                  </a:lnTo>
                  <a:lnTo>
                    <a:pt x="50284" y="64193"/>
                  </a:lnTo>
                  <a:lnTo>
                    <a:pt x="55666" y="57595"/>
                  </a:lnTo>
                  <a:lnTo>
                    <a:pt x="55338" y="57359"/>
                  </a:lnTo>
                  <a:lnTo>
                    <a:pt x="42246" y="47959"/>
                  </a:lnTo>
                  <a:lnTo>
                    <a:pt x="40516" y="46749"/>
                  </a:lnTo>
                  <a:lnTo>
                    <a:pt x="39855" y="46333"/>
                  </a:lnTo>
                  <a:lnTo>
                    <a:pt x="39219" y="45884"/>
                  </a:lnTo>
                  <a:lnTo>
                    <a:pt x="36745" y="44141"/>
                  </a:lnTo>
                  <a:lnTo>
                    <a:pt x="34715" y="42710"/>
                  </a:lnTo>
                  <a:lnTo>
                    <a:pt x="34554" y="42600"/>
                  </a:lnTo>
                  <a:lnTo>
                    <a:pt x="34381" y="42482"/>
                  </a:lnTo>
                  <a:lnTo>
                    <a:pt x="29747" y="39308"/>
                  </a:lnTo>
                  <a:lnTo>
                    <a:pt x="29603" y="39188"/>
                  </a:lnTo>
                  <a:lnTo>
                    <a:pt x="28922" y="38613"/>
                  </a:lnTo>
                  <a:lnTo>
                    <a:pt x="27961" y="37754"/>
                  </a:lnTo>
                  <a:lnTo>
                    <a:pt x="27112" y="36929"/>
                  </a:lnTo>
                  <a:lnTo>
                    <a:pt x="26533" y="35923"/>
                  </a:lnTo>
                  <a:lnTo>
                    <a:pt x="25954" y="34917"/>
                  </a:lnTo>
                  <a:lnTo>
                    <a:pt x="24118" y="30983"/>
                  </a:lnTo>
                  <a:lnTo>
                    <a:pt x="22841" y="28244"/>
                  </a:lnTo>
                  <a:lnTo>
                    <a:pt x="22373" y="26936"/>
                  </a:lnTo>
                  <a:lnTo>
                    <a:pt x="21939" y="25719"/>
                  </a:lnTo>
                  <a:lnTo>
                    <a:pt x="21867" y="25520"/>
                  </a:lnTo>
                  <a:lnTo>
                    <a:pt x="21631" y="24857"/>
                  </a:lnTo>
                  <a:lnTo>
                    <a:pt x="21116" y="23418"/>
                  </a:lnTo>
                  <a:lnTo>
                    <a:pt x="20453" y="21332"/>
                  </a:lnTo>
                  <a:lnTo>
                    <a:pt x="20221" y="20654"/>
                  </a:lnTo>
                  <a:lnTo>
                    <a:pt x="18492" y="12830"/>
                  </a:lnTo>
                  <a:lnTo>
                    <a:pt x="18456" y="12670"/>
                  </a:lnTo>
                  <a:lnTo>
                    <a:pt x="18182" y="11429"/>
                  </a:lnTo>
                  <a:lnTo>
                    <a:pt x="18094" y="10975"/>
                  </a:lnTo>
                  <a:lnTo>
                    <a:pt x="18866" y="10847"/>
                  </a:lnTo>
                  <a:lnTo>
                    <a:pt x="19261" y="10782"/>
                  </a:lnTo>
                  <a:lnTo>
                    <a:pt x="19459" y="10749"/>
                  </a:lnTo>
                  <a:lnTo>
                    <a:pt x="20046" y="10651"/>
                  </a:lnTo>
                  <a:lnTo>
                    <a:pt x="20575" y="10563"/>
                  </a:lnTo>
                  <a:lnTo>
                    <a:pt x="21878" y="10347"/>
                  </a:lnTo>
                  <a:lnTo>
                    <a:pt x="23213" y="10125"/>
                  </a:lnTo>
                  <a:lnTo>
                    <a:pt x="29394" y="9099"/>
                  </a:lnTo>
                  <a:lnTo>
                    <a:pt x="30482" y="8918"/>
                  </a:lnTo>
                  <a:lnTo>
                    <a:pt x="37709" y="7716"/>
                  </a:lnTo>
                  <a:lnTo>
                    <a:pt x="38597" y="7568"/>
                  </a:lnTo>
                  <a:lnTo>
                    <a:pt x="40350" y="7277"/>
                  </a:lnTo>
                  <a:lnTo>
                    <a:pt x="41594" y="7062"/>
                  </a:lnTo>
                  <a:lnTo>
                    <a:pt x="43568" y="6721"/>
                  </a:lnTo>
                  <a:lnTo>
                    <a:pt x="44518" y="6556"/>
                  </a:lnTo>
                  <a:lnTo>
                    <a:pt x="46995" y="6115"/>
                  </a:lnTo>
                  <a:lnTo>
                    <a:pt x="52887" y="5065"/>
                  </a:lnTo>
                  <a:lnTo>
                    <a:pt x="53156" y="5015"/>
                  </a:lnTo>
                  <a:lnTo>
                    <a:pt x="57797" y="4052"/>
                  </a:lnTo>
                  <a:lnTo>
                    <a:pt x="61914" y="3027"/>
                  </a:lnTo>
                  <a:lnTo>
                    <a:pt x="65468" y="1968"/>
                  </a:lnTo>
                  <a:lnTo>
                    <a:pt x="67115" y="1477"/>
                  </a:lnTo>
                  <a:lnTo>
                    <a:pt x="67527" y="1341"/>
                  </a:lnTo>
                  <a:lnTo>
                    <a:pt x="70077" y="498"/>
                  </a:lnTo>
                  <a:lnTo>
                    <a:pt x="70443" y="377"/>
                  </a:lnTo>
                  <a:lnTo>
                    <a:pt x="71843" y="0"/>
                  </a:lnTo>
                  <a:lnTo>
                    <a:pt x="71913" y="183"/>
                  </a:lnTo>
                  <a:lnTo>
                    <a:pt x="72046" y="538"/>
                  </a:lnTo>
                  <a:lnTo>
                    <a:pt x="72414" y="1511"/>
                  </a:lnTo>
                  <a:lnTo>
                    <a:pt x="73920" y="5500"/>
                  </a:lnTo>
                  <a:lnTo>
                    <a:pt x="74683" y="7685"/>
                  </a:lnTo>
                  <a:lnTo>
                    <a:pt x="76227" y="12235"/>
                  </a:lnTo>
                  <a:lnTo>
                    <a:pt x="76941" y="14341"/>
                  </a:lnTo>
                  <a:lnTo>
                    <a:pt x="77430" y="17006"/>
                  </a:lnTo>
                  <a:lnTo>
                    <a:pt x="77609" y="19600"/>
                  </a:lnTo>
                  <a:lnTo>
                    <a:pt x="78028" y="19607"/>
                  </a:lnTo>
                  <a:lnTo>
                    <a:pt x="78437" y="196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2" name="pg501"/>
            <p:cNvSpPr/>
            <p:nvPr/>
          </p:nvSpPr>
          <p:spPr>
            <a:xfrm>
              <a:off x="3058912" y="3232725"/>
              <a:ext cx="51938" cy="79148"/>
            </a:xfrm>
            <a:custGeom>
              <a:avLst/>
              <a:pathLst>
                <a:path w="51938" h="79148">
                  <a:moveTo>
                    <a:pt x="32784" y="3887"/>
                  </a:moveTo>
                  <a:lnTo>
                    <a:pt x="34838" y="7699"/>
                  </a:lnTo>
                  <a:lnTo>
                    <a:pt x="37462" y="7324"/>
                  </a:lnTo>
                  <a:lnTo>
                    <a:pt x="38562" y="7229"/>
                  </a:lnTo>
                  <a:lnTo>
                    <a:pt x="40140" y="6851"/>
                  </a:lnTo>
                  <a:lnTo>
                    <a:pt x="41787" y="6227"/>
                  </a:lnTo>
                  <a:lnTo>
                    <a:pt x="42019" y="6127"/>
                  </a:lnTo>
                  <a:lnTo>
                    <a:pt x="43486" y="5112"/>
                  </a:lnTo>
                  <a:lnTo>
                    <a:pt x="46536" y="3023"/>
                  </a:lnTo>
                  <a:lnTo>
                    <a:pt x="47905" y="3354"/>
                  </a:lnTo>
                  <a:lnTo>
                    <a:pt x="47811" y="3750"/>
                  </a:lnTo>
                  <a:lnTo>
                    <a:pt x="46944" y="7387"/>
                  </a:lnTo>
                  <a:lnTo>
                    <a:pt x="46680" y="8492"/>
                  </a:lnTo>
                  <a:lnTo>
                    <a:pt x="46530" y="9351"/>
                  </a:lnTo>
                  <a:lnTo>
                    <a:pt x="46474" y="9670"/>
                  </a:lnTo>
                  <a:lnTo>
                    <a:pt x="46614" y="10410"/>
                  </a:lnTo>
                  <a:lnTo>
                    <a:pt x="46627" y="10707"/>
                  </a:lnTo>
                  <a:lnTo>
                    <a:pt x="46665" y="10837"/>
                  </a:lnTo>
                  <a:lnTo>
                    <a:pt x="46833" y="11418"/>
                  </a:lnTo>
                  <a:lnTo>
                    <a:pt x="47244" y="12837"/>
                  </a:lnTo>
                  <a:lnTo>
                    <a:pt x="47695" y="14394"/>
                  </a:lnTo>
                  <a:lnTo>
                    <a:pt x="47991" y="15504"/>
                  </a:lnTo>
                  <a:lnTo>
                    <a:pt x="48125" y="16003"/>
                  </a:lnTo>
                  <a:lnTo>
                    <a:pt x="48261" y="16490"/>
                  </a:lnTo>
                  <a:lnTo>
                    <a:pt x="48720" y="17852"/>
                  </a:lnTo>
                  <a:lnTo>
                    <a:pt x="49738" y="19569"/>
                  </a:lnTo>
                  <a:lnTo>
                    <a:pt x="49815" y="21238"/>
                  </a:lnTo>
                  <a:lnTo>
                    <a:pt x="48724" y="23327"/>
                  </a:lnTo>
                  <a:lnTo>
                    <a:pt x="48542" y="23675"/>
                  </a:lnTo>
                  <a:lnTo>
                    <a:pt x="48302" y="24135"/>
                  </a:lnTo>
                  <a:lnTo>
                    <a:pt x="47471" y="25070"/>
                  </a:lnTo>
                  <a:lnTo>
                    <a:pt x="46752" y="25188"/>
                  </a:lnTo>
                  <a:lnTo>
                    <a:pt x="46383" y="25061"/>
                  </a:lnTo>
                  <a:lnTo>
                    <a:pt x="45764" y="24846"/>
                  </a:lnTo>
                  <a:lnTo>
                    <a:pt x="44838" y="24732"/>
                  </a:lnTo>
                  <a:lnTo>
                    <a:pt x="44333" y="25005"/>
                  </a:lnTo>
                  <a:lnTo>
                    <a:pt x="43740" y="25383"/>
                  </a:lnTo>
                  <a:lnTo>
                    <a:pt x="43322" y="25757"/>
                  </a:lnTo>
                  <a:lnTo>
                    <a:pt x="43020" y="26082"/>
                  </a:lnTo>
                  <a:lnTo>
                    <a:pt x="42733" y="26549"/>
                  </a:lnTo>
                  <a:lnTo>
                    <a:pt x="42793" y="28347"/>
                  </a:lnTo>
                  <a:lnTo>
                    <a:pt x="42820" y="29166"/>
                  </a:lnTo>
                  <a:lnTo>
                    <a:pt x="42835" y="29621"/>
                  </a:lnTo>
                  <a:lnTo>
                    <a:pt x="42845" y="29904"/>
                  </a:lnTo>
                  <a:lnTo>
                    <a:pt x="43360" y="30877"/>
                  </a:lnTo>
                  <a:lnTo>
                    <a:pt x="43961" y="30972"/>
                  </a:lnTo>
                  <a:lnTo>
                    <a:pt x="44793" y="31103"/>
                  </a:lnTo>
                  <a:lnTo>
                    <a:pt x="46465" y="31506"/>
                  </a:lnTo>
                  <a:lnTo>
                    <a:pt x="49081" y="32137"/>
                  </a:lnTo>
                  <a:lnTo>
                    <a:pt x="50819" y="35168"/>
                  </a:lnTo>
                  <a:lnTo>
                    <a:pt x="51562" y="37451"/>
                  </a:lnTo>
                  <a:lnTo>
                    <a:pt x="51938" y="39839"/>
                  </a:lnTo>
                  <a:lnTo>
                    <a:pt x="51779" y="39890"/>
                  </a:lnTo>
                  <a:lnTo>
                    <a:pt x="51697" y="41052"/>
                  </a:lnTo>
                  <a:lnTo>
                    <a:pt x="51600" y="42408"/>
                  </a:lnTo>
                  <a:lnTo>
                    <a:pt x="51461" y="43200"/>
                  </a:lnTo>
                  <a:lnTo>
                    <a:pt x="51401" y="43541"/>
                  </a:lnTo>
                  <a:lnTo>
                    <a:pt x="51101" y="45320"/>
                  </a:lnTo>
                  <a:lnTo>
                    <a:pt x="50853" y="46807"/>
                  </a:lnTo>
                  <a:lnTo>
                    <a:pt x="50664" y="47942"/>
                  </a:lnTo>
                  <a:lnTo>
                    <a:pt x="50631" y="48145"/>
                  </a:lnTo>
                  <a:lnTo>
                    <a:pt x="50385" y="49289"/>
                  </a:lnTo>
                  <a:lnTo>
                    <a:pt x="50131" y="50458"/>
                  </a:lnTo>
                  <a:lnTo>
                    <a:pt x="49998" y="50851"/>
                  </a:lnTo>
                  <a:lnTo>
                    <a:pt x="49855" y="51274"/>
                  </a:lnTo>
                  <a:lnTo>
                    <a:pt x="49740" y="51615"/>
                  </a:lnTo>
                  <a:lnTo>
                    <a:pt x="49675" y="51809"/>
                  </a:lnTo>
                  <a:lnTo>
                    <a:pt x="49489" y="52081"/>
                  </a:lnTo>
                  <a:lnTo>
                    <a:pt x="49237" y="52550"/>
                  </a:lnTo>
                  <a:lnTo>
                    <a:pt x="48961" y="52996"/>
                  </a:lnTo>
                  <a:lnTo>
                    <a:pt x="48806" y="53247"/>
                  </a:lnTo>
                  <a:lnTo>
                    <a:pt x="48636" y="53485"/>
                  </a:lnTo>
                  <a:lnTo>
                    <a:pt x="48384" y="53766"/>
                  </a:lnTo>
                  <a:lnTo>
                    <a:pt x="47822" y="54366"/>
                  </a:lnTo>
                  <a:lnTo>
                    <a:pt x="47557" y="54654"/>
                  </a:lnTo>
                  <a:lnTo>
                    <a:pt x="47105" y="55086"/>
                  </a:lnTo>
                  <a:lnTo>
                    <a:pt x="45692" y="56330"/>
                  </a:lnTo>
                  <a:lnTo>
                    <a:pt x="45040" y="57031"/>
                  </a:lnTo>
                  <a:lnTo>
                    <a:pt x="40522" y="57348"/>
                  </a:lnTo>
                  <a:lnTo>
                    <a:pt x="39297" y="57011"/>
                  </a:lnTo>
                  <a:lnTo>
                    <a:pt x="39090" y="56954"/>
                  </a:lnTo>
                  <a:lnTo>
                    <a:pt x="35238" y="56965"/>
                  </a:lnTo>
                  <a:lnTo>
                    <a:pt x="34358" y="57122"/>
                  </a:lnTo>
                  <a:lnTo>
                    <a:pt x="34208" y="57149"/>
                  </a:lnTo>
                  <a:lnTo>
                    <a:pt x="32905" y="57383"/>
                  </a:lnTo>
                  <a:lnTo>
                    <a:pt x="30994" y="57725"/>
                  </a:lnTo>
                  <a:lnTo>
                    <a:pt x="31439" y="58042"/>
                  </a:lnTo>
                  <a:lnTo>
                    <a:pt x="31834" y="58324"/>
                  </a:lnTo>
                  <a:lnTo>
                    <a:pt x="32009" y="58633"/>
                  </a:lnTo>
                  <a:lnTo>
                    <a:pt x="31896" y="59142"/>
                  </a:lnTo>
                  <a:lnTo>
                    <a:pt x="31747" y="59811"/>
                  </a:lnTo>
                  <a:lnTo>
                    <a:pt x="31710" y="59979"/>
                  </a:lnTo>
                  <a:lnTo>
                    <a:pt x="21937" y="61437"/>
                  </a:lnTo>
                  <a:lnTo>
                    <a:pt x="20900" y="62977"/>
                  </a:lnTo>
                  <a:lnTo>
                    <a:pt x="20356" y="63785"/>
                  </a:lnTo>
                  <a:lnTo>
                    <a:pt x="10009" y="79148"/>
                  </a:lnTo>
                  <a:lnTo>
                    <a:pt x="0" y="59238"/>
                  </a:lnTo>
                  <a:lnTo>
                    <a:pt x="803" y="21114"/>
                  </a:lnTo>
                  <a:lnTo>
                    <a:pt x="14367" y="12742"/>
                  </a:lnTo>
                  <a:lnTo>
                    <a:pt x="15454" y="11895"/>
                  </a:lnTo>
                  <a:lnTo>
                    <a:pt x="17713" y="10132"/>
                  </a:lnTo>
                  <a:lnTo>
                    <a:pt x="22812" y="4654"/>
                  </a:lnTo>
                  <a:lnTo>
                    <a:pt x="30690" y="0"/>
                  </a:lnTo>
                  <a:lnTo>
                    <a:pt x="32328" y="3041"/>
                  </a:lnTo>
                  <a:lnTo>
                    <a:pt x="32544" y="344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3" name="pg502"/>
            <p:cNvSpPr/>
            <p:nvPr/>
          </p:nvSpPr>
          <p:spPr>
            <a:xfrm>
              <a:off x="3054696" y="3155542"/>
              <a:ext cx="134262" cy="126771"/>
            </a:xfrm>
            <a:custGeom>
              <a:avLst/>
              <a:pathLst>
                <a:path w="134262" h="126771">
                  <a:moveTo>
                    <a:pt x="120973" y="29280"/>
                  </a:moveTo>
                  <a:lnTo>
                    <a:pt x="123909" y="48886"/>
                  </a:lnTo>
                  <a:lnTo>
                    <a:pt x="125034" y="56401"/>
                  </a:lnTo>
                  <a:lnTo>
                    <a:pt x="127212" y="71013"/>
                  </a:lnTo>
                  <a:lnTo>
                    <a:pt x="128216" y="77010"/>
                  </a:lnTo>
                  <a:lnTo>
                    <a:pt x="130198" y="89836"/>
                  </a:lnTo>
                  <a:lnTo>
                    <a:pt x="133917" y="114701"/>
                  </a:lnTo>
                  <a:lnTo>
                    <a:pt x="134196" y="116569"/>
                  </a:lnTo>
                  <a:lnTo>
                    <a:pt x="134262" y="117005"/>
                  </a:lnTo>
                  <a:lnTo>
                    <a:pt x="133516" y="117092"/>
                  </a:lnTo>
                  <a:lnTo>
                    <a:pt x="127722" y="117877"/>
                  </a:lnTo>
                  <a:lnTo>
                    <a:pt x="126219" y="118081"/>
                  </a:lnTo>
                  <a:lnTo>
                    <a:pt x="125953" y="118117"/>
                  </a:lnTo>
                  <a:lnTo>
                    <a:pt x="125867" y="117607"/>
                  </a:lnTo>
                  <a:lnTo>
                    <a:pt x="123973" y="106446"/>
                  </a:lnTo>
                  <a:lnTo>
                    <a:pt x="123933" y="106213"/>
                  </a:lnTo>
                  <a:lnTo>
                    <a:pt x="119328" y="106997"/>
                  </a:lnTo>
                  <a:lnTo>
                    <a:pt x="118831" y="107033"/>
                  </a:lnTo>
                  <a:lnTo>
                    <a:pt x="115943" y="107242"/>
                  </a:lnTo>
                  <a:lnTo>
                    <a:pt x="113710" y="107757"/>
                  </a:lnTo>
                  <a:lnTo>
                    <a:pt x="112965" y="108117"/>
                  </a:lnTo>
                  <a:lnTo>
                    <a:pt x="112738" y="108278"/>
                  </a:lnTo>
                  <a:lnTo>
                    <a:pt x="110638" y="109771"/>
                  </a:lnTo>
                  <a:lnTo>
                    <a:pt x="109465" y="111724"/>
                  </a:lnTo>
                  <a:lnTo>
                    <a:pt x="109196" y="112549"/>
                  </a:lnTo>
                  <a:lnTo>
                    <a:pt x="108828" y="113677"/>
                  </a:lnTo>
                  <a:lnTo>
                    <a:pt x="108045" y="115641"/>
                  </a:lnTo>
                  <a:lnTo>
                    <a:pt x="107879" y="116060"/>
                  </a:lnTo>
                  <a:lnTo>
                    <a:pt x="107137" y="117937"/>
                  </a:lnTo>
                  <a:lnTo>
                    <a:pt x="106531" y="118290"/>
                  </a:lnTo>
                  <a:lnTo>
                    <a:pt x="106271" y="118429"/>
                  </a:lnTo>
                  <a:lnTo>
                    <a:pt x="105794" y="118685"/>
                  </a:lnTo>
                  <a:lnTo>
                    <a:pt x="105616" y="118781"/>
                  </a:lnTo>
                  <a:lnTo>
                    <a:pt x="104339" y="118865"/>
                  </a:lnTo>
                  <a:lnTo>
                    <a:pt x="103611" y="118913"/>
                  </a:lnTo>
                  <a:lnTo>
                    <a:pt x="103314" y="118920"/>
                  </a:lnTo>
                  <a:lnTo>
                    <a:pt x="103087" y="118907"/>
                  </a:lnTo>
                  <a:lnTo>
                    <a:pt x="102717" y="118887"/>
                  </a:lnTo>
                  <a:lnTo>
                    <a:pt x="102497" y="118874"/>
                  </a:lnTo>
                  <a:lnTo>
                    <a:pt x="101951" y="118844"/>
                  </a:lnTo>
                  <a:lnTo>
                    <a:pt x="101339" y="118899"/>
                  </a:lnTo>
                  <a:lnTo>
                    <a:pt x="100931" y="118937"/>
                  </a:lnTo>
                  <a:lnTo>
                    <a:pt x="100784" y="118954"/>
                  </a:lnTo>
                  <a:lnTo>
                    <a:pt x="100611" y="118985"/>
                  </a:lnTo>
                  <a:lnTo>
                    <a:pt x="99550" y="119178"/>
                  </a:lnTo>
                  <a:lnTo>
                    <a:pt x="98921" y="119292"/>
                  </a:lnTo>
                  <a:lnTo>
                    <a:pt x="98331" y="119400"/>
                  </a:lnTo>
                  <a:lnTo>
                    <a:pt x="97337" y="119705"/>
                  </a:lnTo>
                  <a:lnTo>
                    <a:pt x="96488" y="120241"/>
                  </a:lnTo>
                  <a:lnTo>
                    <a:pt x="96186" y="120482"/>
                  </a:lnTo>
                  <a:lnTo>
                    <a:pt x="95491" y="121037"/>
                  </a:lnTo>
                  <a:lnTo>
                    <a:pt x="95318" y="121176"/>
                  </a:lnTo>
                  <a:lnTo>
                    <a:pt x="94109" y="122383"/>
                  </a:lnTo>
                  <a:lnTo>
                    <a:pt x="93909" y="122596"/>
                  </a:lnTo>
                  <a:lnTo>
                    <a:pt x="91608" y="120603"/>
                  </a:lnTo>
                  <a:lnTo>
                    <a:pt x="91381" y="120473"/>
                  </a:lnTo>
                  <a:lnTo>
                    <a:pt x="91131" y="120359"/>
                  </a:lnTo>
                  <a:lnTo>
                    <a:pt x="90128" y="119898"/>
                  </a:lnTo>
                  <a:lnTo>
                    <a:pt x="89660" y="119551"/>
                  </a:lnTo>
                  <a:lnTo>
                    <a:pt x="90316" y="118112"/>
                  </a:lnTo>
                  <a:lnTo>
                    <a:pt x="90400" y="117928"/>
                  </a:lnTo>
                  <a:lnTo>
                    <a:pt x="90366" y="117789"/>
                  </a:lnTo>
                  <a:lnTo>
                    <a:pt x="90191" y="117075"/>
                  </a:lnTo>
                  <a:lnTo>
                    <a:pt x="88414" y="116275"/>
                  </a:lnTo>
                  <a:lnTo>
                    <a:pt x="88152" y="116156"/>
                  </a:lnTo>
                  <a:lnTo>
                    <a:pt x="87851" y="115624"/>
                  </a:lnTo>
                  <a:lnTo>
                    <a:pt x="87221" y="114510"/>
                  </a:lnTo>
                  <a:lnTo>
                    <a:pt x="86840" y="114260"/>
                  </a:lnTo>
                  <a:lnTo>
                    <a:pt x="85581" y="114058"/>
                  </a:lnTo>
                  <a:lnTo>
                    <a:pt x="85267" y="114022"/>
                  </a:lnTo>
                  <a:lnTo>
                    <a:pt x="84330" y="114744"/>
                  </a:lnTo>
                  <a:lnTo>
                    <a:pt x="83743" y="115099"/>
                  </a:lnTo>
                  <a:lnTo>
                    <a:pt x="80520" y="117047"/>
                  </a:lnTo>
                  <a:lnTo>
                    <a:pt x="80295" y="117243"/>
                  </a:lnTo>
                  <a:lnTo>
                    <a:pt x="80049" y="117458"/>
                  </a:lnTo>
                  <a:lnTo>
                    <a:pt x="79593" y="117855"/>
                  </a:lnTo>
                  <a:lnTo>
                    <a:pt x="78386" y="118917"/>
                  </a:lnTo>
                  <a:lnTo>
                    <a:pt x="77402" y="120324"/>
                  </a:lnTo>
                  <a:lnTo>
                    <a:pt x="77245" y="120548"/>
                  </a:lnTo>
                  <a:lnTo>
                    <a:pt x="76980" y="120927"/>
                  </a:lnTo>
                  <a:lnTo>
                    <a:pt x="76696" y="121323"/>
                  </a:lnTo>
                  <a:lnTo>
                    <a:pt x="76067" y="122198"/>
                  </a:lnTo>
                  <a:lnTo>
                    <a:pt x="74960" y="123741"/>
                  </a:lnTo>
                  <a:lnTo>
                    <a:pt x="72785" y="126771"/>
                  </a:lnTo>
                  <a:lnTo>
                    <a:pt x="72264" y="126424"/>
                  </a:lnTo>
                  <a:lnTo>
                    <a:pt x="71814" y="126124"/>
                  </a:lnTo>
                  <a:lnTo>
                    <a:pt x="71663" y="126023"/>
                  </a:lnTo>
                  <a:lnTo>
                    <a:pt x="71007" y="125633"/>
                  </a:lnTo>
                  <a:lnTo>
                    <a:pt x="70242" y="125178"/>
                  </a:lnTo>
                  <a:lnTo>
                    <a:pt x="68628" y="124225"/>
                  </a:lnTo>
                  <a:lnTo>
                    <a:pt x="68323" y="124385"/>
                  </a:lnTo>
                  <a:lnTo>
                    <a:pt x="68215" y="124575"/>
                  </a:lnTo>
                  <a:lnTo>
                    <a:pt x="67618" y="124231"/>
                  </a:lnTo>
                  <a:lnTo>
                    <a:pt x="65917" y="123249"/>
                  </a:lnTo>
                  <a:lnTo>
                    <a:pt x="65408" y="123396"/>
                  </a:lnTo>
                  <a:lnTo>
                    <a:pt x="65119" y="124117"/>
                  </a:lnTo>
                  <a:lnTo>
                    <a:pt x="64479" y="123944"/>
                  </a:lnTo>
                  <a:lnTo>
                    <a:pt x="61187" y="123160"/>
                  </a:lnTo>
                  <a:lnTo>
                    <a:pt x="60691" y="123042"/>
                  </a:lnTo>
                  <a:lnTo>
                    <a:pt x="60936" y="121539"/>
                  </a:lnTo>
                  <a:lnTo>
                    <a:pt x="61205" y="119894"/>
                  </a:lnTo>
                  <a:lnTo>
                    <a:pt x="61189" y="118452"/>
                  </a:lnTo>
                  <a:lnTo>
                    <a:pt x="61170" y="117324"/>
                  </a:lnTo>
                  <a:lnTo>
                    <a:pt x="61160" y="116747"/>
                  </a:lnTo>
                  <a:lnTo>
                    <a:pt x="60586" y="115212"/>
                  </a:lnTo>
                  <a:lnTo>
                    <a:pt x="60379" y="114658"/>
                  </a:lnTo>
                  <a:lnTo>
                    <a:pt x="60037" y="113745"/>
                  </a:lnTo>
                  <a:lnTo>
                    <a:pt x="59625" y="112853"/>
                  </a:lnTo>
                  <a:lnTo>
                    <a:pt x="59102" y="111723"/>
                  </a:lnTo>
                  <a:lnTo>
                    <a:pt x="56765" y="107907"/>
                  </a:lnTo>
                  <a:lnTo>
                    <a:pt x="55387" y="108468"/>
                  </a:lnTo>
                  <a:lnTo>
                    <a:pt x="53290" y="109318"/>
                  </a:lnTo>
                  <a:lnTo>
                    <a:pt x="50674" y="108687"/>
                  </a:lnTo>
                  <a:lnTo>
                    <a:pt x="49008" y="108286"/>
                  </a:lnTo>
                  <a:lnTo>
                    <a:pt x="48123" y="108146"/>
                  </a:lnTo>
                  <a:lnTo>
                    <a:pt x="47576" y="108060"/>
                  </a:lnTo>
                  <a:lnTo>
                    <a:pt x="47060" y="107086"/>
                  </a:lnTo>
                  <a:lnTo>
                    <a:pt x="47051" y="106803"/>
                  </a:lnTo>
                  <a:lnTo>
                    <a:pt x="47036" y="106348"/>
                  </a:lnTo>
                  <a:lnTo>
                    <a:pt x="47008" y="105529"/>
                  </a:lnTo>
                  <a:lnTo>
                    <a:pt x="46950" y="103728"/>
                  </a:lnTo>
                  <a:lnTo>
                    <a:pt x="47236" y="103264"/>
                  </a:lnTo>
                  <a:lnTo>
                    <a:pt x="47537" y="102940"/>
                  </a:lnTo>
                  <a:lnTo>
                    <a:pt x="48132" y="102428"/>
                  </a:lnTo>
                  <a:lnTo>
                    <a:pt x="48549" y="102187"/>
                  </a:lnTo>
                  <a:lnTo>
                    <a:pt x="49060" y="101911"/>
                  </a:lnTo>
                  <a:lnTo>
                    <a:pt x="49980" y="102029"/>
                  </a:lnTo>
                  <a:lnTo>
                    <a:pt x="50599" y="102244"/>
                  </a:lnTo>
                  <a:lnTo>
                    <a:pt x="51001" y="102382"/>
                  </a:lnTo>
                  <a:lnTo>
                    <a:pt x="51686" y="102252"/>
                  </a:lnTo>
                  <a:lnTo>
                    <a:pt x="52517" y="101317"/>
                  </a:lnTo>
                  <a:lnTo>
                    <a:pt x="52757" y="100857"/>
                  </a:lnTo>
                  <a:lnTo>
                    <a:pt x="52939" y="100509"/>
                  </a:lnTo>
                  <a:lnTo>
                    <a:pt x="54030" y="98421"/>
                  </a:lnTo>
                  <a:lnTo>
                    <a:pt x="53954" y="96751"/>
                  </a:lnTo>
                  <a:lnTo>
                    <a:pt x="52936" y="95034"/>
                  </a:lnTo>
                  <a:lnTo>
                    <a:pt x="52419" y="93482"/>
                  </a:lnTo>
                  <a:lnTo>
                    <a:pt x="52340" y="93185"/>
                  </a:lnTo>
                  <a:lnTo>
                    <a:pt x="52207" y="92687"/>
                  </a:lnTo>
                  <a:lnTo>
                    <a:pt x="51911" y="91577"/>
                  </a:lnTo>
                  <a:lnTo>
                    <a:pt x="51459" y="90019"/>
                  </a:lnTo>
                  <a:lnTo>
                    <a:pt x="51047" y="88596"/>
                  </a:lnTo>
                  <a:lnTo>
                    <a:pt x="50880" y="88020"/>
                  </a:lnTo>
                  <a:lnTo>
                    <a:pt x="50842" y="87889"/>
                  </a:lnTo>
                  <a:lnTo>
                    <a:pt x="50830" y="87591"/>
                  </a:lnTo>
                  <a:lnTo>
                    <a:pt x="50689" y="86852"/>
                  </a:lnTo>
                  <a:lnTo>
                    <a:pt x="50745" y="86533"/>
                  </a:lnTo>
                  <a:lnTo>
                    <a:pt x="50896" y="85675"/>
                  </a:lnTo>
                  <a:lnTo>
                    <a:pt x="51159" y="84570"/>
                  </a:lnTo>
                  <a:lnTo>
                    <a:pt x="52026" y="80932"/>
                  </a:lnTo>
                  <a:lnTo>
                    <a:pt x="52121" y="80536"/>
                  </a:lnTo>
                  <a:lnTo>
                    <a:pt x="50752" y="80205"/>
                  </a:lnTo>
                  <a:lnTo>
                    <a:pt x="47702" y="82295"/>
                  </a:lnTo>
                  <a:lnTo>
                    <a:pt x="46234" y="83309"/>
                  </a:lnTo>
                  <a:lnTo>
                    <a:pt x="46002" y="83409"/>
                  </a:lnTo>
                  <a:lnTo>
                    <a:pt x="44356" y="84034"/>
                  </a:lnTo>
                  <a:lnTo>
                    <a:pt x="42710" y="84427"/>
                  </a:lnTo>
                  <a:lnTo>
                    <a:pt x="41677" y="84506"/>
                  </a:lnTo>
                  <a:lnTo>
                    <a:pt x="39053" y="84881"/>
                  </a:lnTo>
                  <a:lnTo>
                    <a:pt x="37000" y="81070"/>
                  </a:lnTo>
                  <a:lnTo>
                    <a:pt x="36759" y="80623"/>
                  </a:lnTo>
                  <a:lnTo>
                    <a:pt x="36544" y="80223"/>
                  </a:lnTo>
                  <a:lnTo>
                    <a:pt x="34906" y="77182"/>
                  </a:lnTo>
                  <a:lnTo>
                    <a:pt x="36305" y="57372"/>
                  </a:lnTo>
                  <a:lnTo>
                    <a:pt x="33766" y="53566"/>
                  </a:lnTo>
                  <a:lnTo>
                    <a:pt x="31232" y="49768"/>
                  </a:lnTo>
                  <a:lnTo>
                    <a:pt x="29530" y="46398"/>
                  </a:lnTo>
                  <a:lnTo>
                    <a:pt x="28027" y="45359"/>
                  </a:lnTo>
                  <a:lnTo>
                    <a:pt x="27382" y="45610"/>
                  </a:lnTo>
                  <a:lnTo>
                    <a:pt x="26074" y="46121"/>
                  </a:lnTo>
                  <a:lnTo>
                    <a:pt x="21754" y="47743"/>
                  </a:lnTo>
                  <a:lnTo>
                    <a:pt x="18126" y="49099"/>
                  </a:lnTo>
                  <a:lnTo>
                    <a:pt x="13023" y="50717"/>
                  </a:lnTo>
                  <a:lnTo>
                    <a:pt x="6622" y="50609"/>
                  </a:lnTo>
                  <a:lnTo>
                    <a:pt x="6214" y="50602"/>
                  </a:lnTo>
                  <a:lnTo>
                    <a:pt x="5794" y="50595"/>
                  </a:lnTo>
                  <a:lnTo>
                    <a:pt x="5615" y="48001"/>
                  </a:lnTo>
                  <a:lnTo>
                    <a:pt x="5126" y="45337"/>
                  </a:lnTo>
                  <a:lnTo>
                    <a:pt x="4412" y="43231"/>
                  </a:lnTo>
                  <a:lnTo>
                    <a:pt x="2868" y="38680"/>
                  </a:lnTo>
                  <a:lnTo>
                    <a:pt x="2106" y="36496"/>
                  </a:lnTo>
                  <a:lnTo>
                    <a:pt x="599" y="32507"/>
                  </a:lnTo>
                  <a:lnTo>
                    <a:pt x="204" y="31460"/>
                  </a:lnTo>
                  <a:lnTo>
                    <a:pt x="98" y="31179"/>
                  </a:lnTo>
                  <a:lnTo>
                    <a:pt x="0" y="30919"/>
                  </a:lnTo>
                  <a:lnTo>
                    <a:pt x="250" y="30835"/>
                  </a:lnTo>
                  <a:lnTo>
                    <a:pt x="1331" y="30474"/>
                  </a:lnTo>
                  <a:lnTo>
                    <a:pt x="1970" y="30260"/>
                  </a:lnTo>
                  <a:lnTo>
                    <a:pt x="2378" y="30123"/>
                  </a:lnTo>
                  <a:lnTo>
                    <a:pt x="3421" y="29774"/>
                  </a:lnTo>
                  <a:lnTo>
                    <a:pt x="4789" y="29315"/>
                  </a:lnTo>
                  <a:lnTo>
                    <a:pt x="7154" y="28522"/>
                  </a:lnTo>
                  <a:lnTo>
                    <a:pt x="11346" y="27078"/>
                  </a:lnTo>
                  <a:lnTo>
                    <a:pt x="20716" y="23834"/>
                  </a:lnTo>
                  <a:lnTo>
                    <a:pt x="21404" y="23596"/>
                  </a:lnTo>
                  <a:lnTo>
                    <a:pt x="21895" y="23427"/>
                  </a:lnTo>
                  <a:lnTo>
                    <a:pt x="22675" y="23166"/>
                  </a:lnTo>
                  <a:lnTo>
                    <a:pt x="24055" y="22706"/>
                  </a:lnTo>
                  <a:lnTo>
                    <a:pt x="27118" y="21684"/>
                  </a:lnTo>
                  <a:lnTo>
                    <a:pt x="28195" y="21325"/>
                  </a:lnTo>
                  <a:lnTo>
                    <a:pt x="28498" y="21224"/>
                  </a:lnTo>
                  <a:lnTo>
                    <a:pt x="28805" y="21122"/>
                  </a:lnTo>
                  <a:lnTo>
                    <a:pt x="39982" y="17404"/>
                  </a:lnTo>
                  <a:lnTo>
                    <a:pt x="41373" y="16941"/>
                  </a:lnTo>
                  <a:lnTo>
                    <a:pt x="43518" y="16227"/>
                  </a:lnTo>
                  <a:lnTo>
                    <a:pt x="46601" y="15202"/>
                  </a:lnTo>
                  <a:lnTo>
                    <a:pt x="47185" y="15007"/>
                  </a:lnTo>
                  <a:lnTo>
                    <a:pt x="47492" y="14905"/>
                  </a:lnTo>
                  <a:lnTo>
                    <a:pt x="48505" y="14566"/>
                  </a:lnTo>
                  <a:lnTo>
                    <a:pt x="49527" y="14222"/>
                  </a:lnTo>
                  <a:lnTo>
                    <a:pt x="51969" y="13400"/>
                  </a:lnTo>
                  <a:lnTo>
                    <a:pt x="60470" y="10539"/>
                  </a:lnTo>
                  <a:lnTo>
                    <a:pt x="60705" y="10460"/>
                  </a:lnTo>
                  <a:lnTo>
                    <a:pt x="60859" y="10408"/>
                  </a:lnTo>
                  <a:lnTo>
                    <a:pt x="64272" y="9311"/>
                  </a:lnTo>
                  <a:lnTo>
                    <a:pt x="70273" y="7365"/>
                  </a:lnTo>
                  <a:lnTo>
                    <a:pt x="70504" y="7304"/>
                  </a:lnTo>
                  <a:lnTo>
                    <a:pt x="74725" y="6178"/>
                  </a:lnTo>
                  <a:lnTo>
                    <a:pt x="74984" y="6109"/>
                  </a:lnTo>
                  <a:lnTo>
                    <a:pt x="79042" y="5259"/>
                  </a:lnTo>
                  <a:lnTo>
                    <a:pt x="79801" y="5143"/>
                  </a:lnTo>
                  <a:lnTo>
                    <a:pt x="82213" y="4773"/>
                  </a:lnTo>
                  <a:lnTo>
                    <a:pt x="83076" y="4641"/>
                  </a:lnTo>
                  <a:lnTo>
                    <a:pt x="86322" y="4174"/>
                  </a:lnTo>
                  <a:lnTo>
                    <a:pt x="88076" y="3921"/>
                  </a:lnTo>
                  <a:lnTo>
                    <a:pt x="90070" y="3640"/>
                  </a:lnTo>
                  <a:lnTo>
                    <a:pt x="98028" y="2519"/>
                  </a:lnTo>
                  <a:lnTo>
                    <a:pt x="101558" y="2008"/>
                  </a:lnTo>
                  <a:lnTo>
                    <a:pt x="104977" y="1523"/>
                  </a:lnTo>
                  <a:lnTo>
                    <a:pt x="105462" y="1455"/>
                  </a:lnTo>
                  <a:lnTo>
                    <a:pt x="106392" y="1323"/>
                  </a:lnTo>
                  <a:lnTo>
                    <a:pt x="106702" y="1280"/>
                  </a:lnTo>
                  <a:lnTo>
                    <a:pt x="107951" y="1103"/>
                  </a:lnTo>
                  <a:lnTo>
                    <a:pt x="108403" y="1035"/>
                  </a:lnTo>
                  <a:lnTo>
                    <a:pt x="110291" y="748"/>
                  </a:lnTo>
                  <a:lnTo>
                    <a:pt x="111487" y="567"/>
                  </a:lnTo>
                  <a:lnTo>
                    <a:pt x="112996" y="336"/>
                  </a:lnTo>
                  <a:lnTo>
                    <a:pt x="113967" y="172"/>
                  </a:lnTo>
                  <a:lnTo>
                    <a:pt x="114990" y="0"/>
                  </a:lnTo>
                  <a:lnTo>
                    <a:pt x="120775" y="27959"/>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4" name="pg503"/>
            <p:cNvSpPr/>
            <p:nvPr/>
          </p:nvSpPr>
          <p:spPr>
            <a:xfrm>
              <a:off x="3169687" y="3141685"/>
              <a:ext cx="104462" cy="103694"/>
            </a:xfrm>
            <a:custGeom>
              <a:avLst/>
              <a:pathLst>
                <a:path w="104462" h="103694">
                  <a:moveTo>
                    <a:pt x="97664" y="14517"/>
                  </a:moveTo>
                  <a:lnTo>
                    <a:pt x="103902" y="42821"/>
                  </a:lnTo>
                  <a:lnTo>
                    <a:pt x="104230" y="44308"/>
                  </a:lnTo>
                  <a:lnTo>
                    <a:pt x="104462" y="45357"/>
                  </a:lnTo>
                  <a:lnTo>
                    <a:pt x="104196" y="45409"/>
                  </a:lnTo>
                  <a:lnTo>
                    <a:pt x="103347" y="45576"/>
                  </a:lnTo>
                  <a:lnTo>
                    <a:pt x="102498" y="45742"/>
                  </a:lnTo>
                  <a:lnTo>
                    <a:pt x="102374" y="45121"/>
                  </a:lnTo>
                  <a:lnTo>
                    <a:pt x="102344" y="44972"/>
                  </a:lnTo>
                  <a:lnTo>
                    <a:pt x="102226" y="44379"/>
                  </a:lnTo>
                  <a:lnTo>
                    <a:pt x="102174" y="44117"/>
                  </a:lnTo>
                  <a:lnTo>
                    <a:pt x="102106" y="43802"/>
                  </a:lnTo>
                  <a:lnTo>
                    <a:pt x="101831" y="43897"/>
                  </a:lnTo>
                  <a:lnTo>
                    <a:pt x="99868" y="44580"/>
                  </a:lnTo>
                  <a:lnTo>
                    <a:pt x="97134" y="45530"/>
                  </a:lnTo>
                  <a:lnTo>
                    <a:pt x="96128" y="45880"/>
                  </a:lnTo>
                  <a:lnTo>
                    <a:pt x="89666" y="49820"/>
                  </a:lnTo>
                  <a:lnTo>
                    <a:pt x="84355" y="53957"/>
                  </a:lnTo>
                  <a:lnTo>
                    <a:pt x="74466" y="63038"/>
                  </a:lnTo>
                  <a:lnTo>
                    <a:pt x="73937" y="63503"/>
                  </a:lnTo>
                  <a:lnTo>
                    <a:pt x="70143" y="66837"/>
                  </a:lnTo>
                  <a:lnTo>
                    <a:pt x="66782" y="69790"/>
                  </a:lnTo>
                  <a:lnTo>
                    <a:pt x="66193" y="70307"/>
                  </a:lnTo>
                  <a:lnTo>
                    <a:pt x="57260" y="78626"/>
                  </a:lnTo>
                  <a:lnTo>
                    <a:pt x="56574" y="79266"/>
                  </a:lnTo>
                  <a:lnTo>
                    <a:pt x="52046" y="83427"/>
                  </a:lnTo>
                  <a:lnTo>
                    <a:pt x="48741" y="86144"/>
                  </a:lnTo>
                  <a:lnTo>
                    <a:pt x="48386" y="86486"/>
                  </a:lnTo>
                  <a:lnTo>
                    <a:pt x="47371" y="87466"/>
                  </a:lnTo>
                  <a:lnTo>
                    <a:pt x="42745" y="91798"/>
                  </a:lnTo>
                  <a:lnTo>
                    <a:pt x="37090" y="96546"/>
                  </a:lnTo>
                  <a:lnTo>
                    <a:pt x="35304" y="97697"/>
                  </a:lnTo>
                  <a:lnTo>
                    <a:pt x="31216" y="99998"/>
                  </a:lnTo>
                  <a:lnTo>
                    <a:pt x="28181" y="101221"/>
                  </a:lnTo>
                  <a:lnTo>
                    <a:pt x="27430" y="101400"/>
                  </a:lnTo>
                  <a:lnTo>
                    <a:pt x="22209" y="102641"/>
                  </a:lnTo>
                  <a:lnTo>
                    <a:pt x="21986" y="102675"/>
                  </a:lnTo>
                  <a:lnTo>
                    <a:pt x="19693" y="103019"/>
                  </a:lnTo>
                  <a:lnTo>
                    <a:pt x="17075" y="103413"/>
                  </a:lnTo>
                  <a:lnTo>
                    <a:pt x="15208" y="103694"/>
                  </a:lnTo>
                  <a:lnTo>
                    <a:pt x="13226" y="90868"/>
                  </a:lnTo>
                  <a:lnTo>
                    <a:pt x="12222" y="84871"/>
                  </a:lnTo>
                  <a:lnTo>
                    <a:pt x="10044" y="70259"/>
                  </a:lnTo>
                  <a:lnTo>
                    <a:pt x="8918" y="62744"/>
                  </a:lnTo>
                  <a:lnTo>
                    <a:pt x="5983" y="43138"/>
                  </a:lnTo>
                  <a:lnTo>
                    <a:pt x="5785" y="41817"/>
                  </a:lnTo>
                  <a:lnTo>
                    <a:pt x="0" y="13857"/>
                  </a:lnTo>
                  <a:lnTo>
                    <a:pt x="2237" y="13547"/>
                  </a:lnTo>
                  <a:lnTo>
                    <a:pt x="2506" y="14845"/>
                  </a:lnTo>
                  <a:lnTo>
                    <a:pt x="34027" y="9671"/>
                  </a:lnTo>
                  <a:lnTo>
                    <a:pt x="63196" y="4882"/>
                  </a:lnTo>
                  <a:lnTo>
                    <a:pt x="64030" y="4745"/>
                  </a:lnTo>
                  <a:lnTo>
                    <a:pt x="65286" y="4551"/>
                  </a:lnTo>
                  <a:lnTo>
                    <a:pt x="66079" y="4428"/>
                  </a:lnTo>
                  <a:lnTo>
                    <a:pt x="83119" y="1789"/>
                  </a:lnTo>
                  <a:lnTo>
                    <a:pt x="88118" y="1014"/>
                  </a:lnTo>
                  <a:lnTo>
                    <a:pt x="88316" y="984"/>
                  </a:lnTo>
                  <a:lnTo>
                    <a:pt x="92596" y="321"/>
                  </a:lnTo>
                  <a:lnTo>
                    <a:pt x="93628" y="143"/>
                  </a:lnTo>
                  <a:lnTo>
                    <a:pt x="94460" y="0"/>
                  </a:lnTo>
                  <a:lnTo>
                    <a:pt x="94890" y="1967"/>
                  </a:lnTo>
                  <a:lnTo>
                    <a:pt x="95031" y="2611"/>
                  </a:lnTo>
                  <a:lnTo>
                    <a:pt x="95470" y="4561"/>
                  </a:lnTo>
                  <a:lnTo>
                    <a:pt x="96257" y="813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5" name="pg504"/>
            <p:cNvSpPr/>
            <p:nvPr/>
          </p:nvSpPr>
          <p:spPr>
            <a:xfrm>
              <a:off x="3184899" y="3185487"/>
              <a:ext cx="109602" cy="122105"/>
            </a:xfrm>
            <a:custGeom>
              <a:avLst/>
              <a:pathLst>
                <a:path w="109602" h="122105">
                  <a:moveTo>
                    <a:pt x="87162" y="1319"/>
                  </a:moveTo>
                  <a:lnTo>
                    <a:pt x="87285" y="1940"/>
                  </a:lnTo>
                  <a:lnTo>
                    <a:pt x="88135" y="1774"/>
                  </a:lnTo>
                  <a:lnTo>
                    <a:pt x="88984" y="1607"/>
                  </a:lnTo>
                  <a:lnTo>
                    <a:pt x="89420" y="3519"/>
                  </a:lnTo>
                  <a:lnTo>
                    <a:pt x="89856" y="5430"/>
                  </a:lnTo>
                  <a:lnTo>
                    <a:pt x="95231" y="28774"/>
                  </a:lnTo>
                  <a:lnTo>
                    <a:pt x="95581" y="30296"/>
                  </a:lnTo>
                  <a:lnTo>
                    <a:pt x="100605" y="52119"/>
                  </a:lnTo>
                  <a:lnTo>
                    <a:pt x="100786" y="52916"/>
                  </a:lnTo>
                  <a:lnTo>
                    <a:pt x="102792" y="61787"/>
                  </a:lnTo>
                  <a:lnTo>
                    <a:pt x="105294" y="72848"/>
                  </a:lnTo>
                  <a:lnTo>
                    <a:pt x="109233" y="89070"/>
                  </a:lnTo>
                  <a:lnTo>
                    <a:pt x="109431" y="89949"/>
                  </a:lnTo>
                  <a:lnTo>
                    <a:pt x="109602" y="91785"/>
                  </a:lnTo>
                  <a:lnTo>
                    <a:pt x="107669" y="92274"/>
                  </a:lnTo>
                  <a:lnTo>
                    <a:pt x="106395" y="92692"/>
                  </a:lnTo>
                  <a:lnTo>
                    <a:pt x="103263" y="93718"/>
                  </a:lnTo>
                  <a:lnTo>
                    <a:pt x="100644" y="94795"/>
                  </a:lnTo>
                  <a:lnTo>
                    <a:pt x="98686" y="96166"/>
                  </a:lnTo>
                  <a:lnTo>
                    <a:pt x="98340" y="96433"/>
                  </a:lnTo>
                  <a:lnTo>
                    <a:pt x="96654" y="97732"/>
                  </a:lnTo>
                  <a:lnTo>
                    <a:pt x="94917" y="99892"/>
                  </a:lnTo>
                  <a:lnTo>
                    <a:pt x="93937" y="101110"/>
                  </a:lnTo>
                  <a:lnTo>
                    <a:pt x="92269" y="103555"/>
                  </a:lnTo>
                  <a:lnTo>
                    <a:pt x="92150" y="103729"/>
                  </a:lnTo>
                  <a:lnTo>
                    <a:pt x="90783" y="105975"/>
                  </a:lnTo>
                  <a:lnTo>
                    <a:pt x="90511" y="106422"/>
                  </a:lnTo>
                  <a:lnTo>
                    <a:pt x="84783" y="101208"/>
                  </a:lnTo>
                  <a:lnTo>
                    <a:pt x="84450" y="100914"/>
                  </a:lnTo>
                  <a:lnTo>
                    <a:pt x="83294" y="99892"/>
                  </a:lnTo>
                  <a:lnTo>
                    <a:pt x="81184" y="98027"/>
                  </a:lnTo>
                  <a:lnTo>
                    <a:pt x="79300" y="96362"/>
                  </a:lnTo>
                  <a:lnTo>
                    <a:pt x="78695" y="95835"/>
                  </a:lnTo>
                  <a:lnTo>
                    <a:pt x="74576" y="92250"/>
                  </a:lnTo>
                  <a:lnTo>
                    <a:pt x="69944" y="88184"/>
                  </a:lnTo>
                  <a:lnTo>
                    <a:pt x="64932" y="83707"/>
                  </a:lnTo>
                  <a:lnTo>
                    <a:pt x="56274" y="93452"/>
                  </a:lnTo>
                  <a:lnTo>
                    <a:pt x="56145" y="93596"/>
                  </a:lnTo>
                  <a:lnTo>
                    <a:pt x="52400" y="97977"/>
                  </a:lnTo>
                  <a:lnTo>
                    <a:pt x="51054" y="99593"/>
                  </a:lnTo>
                  <a:lnTo>
                    <a:pt x="50805" y="99892"/>
                  </a:lnTo>
                  <a:lnTo>
                    <a:pt x="48019" y="103240"/>
                  </a:lnTo>
                  <a:lnTo>
                    <a:pt x="42169" y="109677"/>
                  </a:lnTo>
                  <a:lnTo>
                    <a:pt x="41782" y="109966"/>
                  </a:lnTo>
                  <a:lnTo>
                    <a:pt x="36760" y="113716"/>
                  </a:lnTo>
                  <a:lnTo>
                    <a:pt x="36123" y="114181"/>
                  </a:lnTo>
                  <a:lnTo>
                    <a:pt x="35169" y="114744"/>
                  </a:lnTo>
                  <a:lnTo>
                    <a:pt x="33798" y="115454"/>
                  </a:lnTo>
                  <a:lnTo>
                    <a:pt x="29392" y="117657"/>
                  </a:lnTo>
                  <a:lnTo>
                    <a:pt x="24424" y="119370"/>
                  </a:lnTo>
                  <a:lnTo>
                    <a:pt x="20984" y="120120"/>
                  </a:lnTo>
                  <a:lnTo>
                    <a:pt x="19039" y="120545"/>
                  </a:lnTo>
                  <a:lnTo>
                    <a:pt x="18562" y="120636"/>
                  </a:lnTo>
                  <a:lnTo>
                    <a:pt x="16425" y="121046"/>
                  </a:lnTo>
                  <a:lnTo>
                    <a:pt x="16282" y="121073"/>
                  </a:lnTo>
                  <a:lnTo>
                    <a:pt x="15465" y="121230"/>
                  </a:lnTo>
                  <a:lnTo>
                    <a:pt x="12406" y="121793"/>
                  </a:lnTo>
                  <a:lnTo>
                    <a:pt x="9904" y="122105"/>
                  </a:lnTo>
                  <a:lnTo>
                    <a:pt x="7604" y="108355"/>
                  </a:lnTo>
                  <a:lnTo>
                    <a:pt x="7559" y="108086"/>
                  </a:lnTo>
                  <a:lnTo>
                    <a:pt x="7537" y="107955"/>
                  </a:lnTo>
                  <a:lnTo>
                    <a:pt x="6042" y="99275"/>
                  </a:lnTo>
                  <a:lnTo>
                    <a:pt x="5919" y="98491"/>
                  </a:lnTo>
                  <a:lnTo>
                    <a:pt x="5821" y="97708"/>
                  </a:lnTo>
                  <a:lnTo>
                    <a:pt x="5552" y="96092"/>
                  </a:lnTo>
                  <a:lnTo>
                    <a:pt x="4989" y="92686"/>
                  </a:lnTo>
                  <a:lnTo>
                    <a:pt x="4267" y="88315"/>
                  </a:lnTo>
                  <a:lnTo>
                    <a:pt x="4083" y="87208"/>
                  </a:lnTo>
                  <a:lnTo>
                    <a:pt x="4059" y="87061"/>
                  </a:lnTo>
                  <a:lnTo>
                    <a:pt x="3994" y="86625"/>
                  </a:lnTo>
                  <a:lnTo>
                    <a:pt x="3715" y="84757"/>
                  </a:lnTo>
                  <a:lnTo>
                    <a:pt x="0" y="59891"/>
                  </a:lnTo>
                  <a:lnTo>
                    <a:pt x="1862" y="59611"/>
                  </a:lnTo>
                  <a:lnTo>
                    <a:pt x="4481" y="59217"/>
                  </a:lnTo>
                  <a:lnTo>
                    <a:pt x="6773" y="58873"/>
                  </a:lnTo>
                  <a:lnTo>
                    <a:pt x="6996" y="58839"/>
                  </a:lnTo>
                  <a:lnTo>
                    <a:pt x="12269" y="57586"/>
                  </a:lnTo>
                  <a:lnTo>
                    <a:pt x="12969" y="57419"/>
                  </a:lnTo>
                  <a:lnTo>
                    <a:pt x="16004" y="56196"/>
                  </a:lnTo>
                  <a:lnTo>
                    <a:pt x="20091" y="53895"/>
                  </a:lnTo>
                  <a:lnTo>
                    <a:pt x="21878" y="52744"/>
                  </a:lnTo>
                  <a:lnTo>
                    <a:pt x="27532" y="47996"/>
                  </a:lnTo>
                  <a:lnTo>
                    <a:pt x="32158" y="43663"/>
                  </a:lnTo>
                  <a:lnTo>
                    <a:pt x="33174" y="42684"/>
                  </a:lnTo>
                  <a:lnTo>
                    <a:pt x="33529" y="42342"/>
                  </a:lnTo>
                  <a:lnTo>
                    <a:pt x="36833" y="39625"/>
                  </a:lnTo>
                  <a:lnTo>
                    <a:pt x="41361" y="35464"/>
                  </a:lnTo>
                  <a:lnTo>
                    <a:pt x="42048" y="34824"/>
                  </a:lnTo>
                  <a:lnTo>
                    <a:pt x="51045" y="26449"/>
                  </a:lnTo>
                  <a:lnTo>
                    <a:pt x="51570" y="25988"/>
                  </a:lnTo>
                  <a:lnTo>
                    <a:pt x="54930" y="23035"/>
                  </a:lnTo>
                  <a:lnTo>
                    <a:pt x="58725" y="19701"/>
                  </a:lnTo>
                  <a:lnTo>
                    <a:pt x="59254" y="19236"/>
                  </a:lnTo>
                  <a:lnTo>
                    <a:pt x="69142" y="10155"/>
                  </a:lnTo>
                  <a:lnTo>
                    <a:pt x="74454" y="6018"/>
                  </a:lnTo>
                  <a:lnTo>
                    <a:pt x="80984" y="2054"/>
                  </a:lnTo>
                  <a:lnTo>
                    <a:pt x="81922" y="1728"/>
                  </a:lnTo>
                  <a:lnTo>
                    <a:pt x="84655" y="778"/>
                  </a:lnTo>
                  <a:lnTo>
                    <a:pt x="86619" y="95"/>
                  </a:lnTo>
                  <a:lnTo>
                    <a:pt x="86894" y="0"/>
                  </a:lnTo>
                  <a:lnTo>
                    <a:pt x="86961" y="315"/>
                  </a:lnTo>
                  <a:lnTo>
                    <a:pt x="87014" y="577"/>
                  </a:lnTo>
                  <a:lnTo>
                    <a:pt x="87132" y="117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6" name="pg505"/>
            <p:cNvSpPr/>
            <p:nvPr/>
          </p:nvSpPr>
          <p:spPr>
            <a:xfrm>
              <a:off x="3232919" y="3269195"/>
              <a:ext cx="79028" cy="111719"/>
            </a:xfrm>
            <a:custGeom>
              <a:avLst/>
              <a:pathLst>
                <a:path w="79028" h="111719">
                  <a:moveTo>
                    <a:pt x="59649" y="8566"/>
                  </a:moveTo>
                  <a:lnTo>
                    <a:pt x="61583" y="8077"/>
                  </a:lnTo>
                  <a:lnTo>
                    <a:pt x="61779" y="10182"/>
                  </a:lnTo>
                  <a:lnTo>
                    <a:pt x="62784" y="15926"/>
                  </a:lnTo>
                  <a:lnTo>
                    <a:pt x="63028" y="17287"/>
                  </a:lnTo>
                  <a:lnTo>
                    <a:pt x="63792" y="21543"/>
                  </a:lnTo>
                  <a:lnTo>
                    <a:pt x="64918" y="27815"/>
                  </a:lnTo>
                  <a:lnTo>
                    <a:pt x="65669" y="31995"/>
                  </a:lnTo>
                  <a:lnTo>
                    <a:pt x="67492" y="42052"/>
                  </a:lnTo>
                  <a:lnTo>
                    <a:pt x="68675" y="48576"/>
                  </a:lnTo>
                  <a:lnTo>
                    <a:pt x="70359" y="57618"/>
                  </a:lnTo>
                  <a:lnTo>
                    <a:pt x="70835" y="59537"/>
                  </a:lnTo>
                  <a:lnTo>
                    <a:pt x="71468" y="61656"/>
                  </a:lnTo>
                  <a:lnTo>
                    <a:pt x="72588" y="64401"/>
                  </a:lnTo>
                  <a:lnTo>
                    <a:pt x="73511" y="65554"/>
                  </a:lnTo>
                  <a:lnTo>
                    <a:pt x="77512" y="70522"/>
                  </a:lnTo>
                  <a:lnTo>
                    <a:pt x="79028" y="71594"/>
                  </a:lnTo>
                  <a:lnTo>
                    <a:pt x="77607" y="72679"/>
                  </a:lnTo>
                  <a:lnTo>
                    <a:pt x="76913" y="73209"/>
                  </a:lnTo>
                  <a:lnTo>
                    <a:pt x="76020" y="73883"/>
                  </a:lnTo>
                  <a:lnTo>
                    <a:pt x="75367" y="74330"/>
                  </a:lnTo>
                  <a:lnTo>
                    <a:pt x="73023" y="75936"/>
                  </a:lnTo>
                  <a:lnTo>
                    <a:pt x="72244" y="76471"/>
                  </a:lnTo>
                  <a:lnTo>
                    <a:pt x="70711" y="77521"/>
                  </a:lnTo>
                  <a:lnTo>
                    <a:pt x="68567" y="78990"/>
                  </a:lnTo>
                  <a:lnTo>
                    <a:pt x="67956" y="79409"/>
                  </a:lnTo>
                  <a:lnTo>
                    <a:pt x="63971" y="82139"/>
                  </a:lnTo>
                  <a:lnTo>
                    <a:pt x="63226" y="82650"/>
                  </a:lnTo>
                  <a:lnTo>
                    <a:pt x="63021" y="82790"/>
                  </a:lnTo>
                  <a:lnTo>
                    <a:pt x="61838" y="83601"/>
                  </a:lnTo>
                  <a:lnTo>
                    <a:pt x="60793" y="84322"/>
                  </a:lnTo>
                  <a:lnTo>
                    <a:pt x="59111" y="85483"/>
                  </a:lnTo>
                  <a:lnTo>
                    <a:pt x="56777" y="87093"/>
                  </a:lnTo>
                  <a:lnTo>
                    <a:pt x="55377" y="88059"/>
                  </a:lnTo>
                  <a:lnTo>
                    <a:pt x="55200" y="88181"/>
                  </a:lnTo>
                  <a:lnTo>
                    <a:pt x="53586" y="89291"/>
                  </a:lnTo>
                  <a:lnTo>
                    <a:pt x="52642" y="89891"/>
                  </a:lnTo>
                  <a:lnTo>
                    <a:pt x="51002" y="91013"/>
                  </a:lnTo>
                  <a:lnTo>
                    <a:pt x="50540" y="91329"/>
                  </a:lnTo>
                  <a:lnTo>
                    <a:pt x="44414" y="95518"/>
                  </a:lnTo>
                  <a:lnTo>
                    <a:pt x="40641" y="98097"/>
                  </a:lnTo>
                  <a:lnTo>
                    <a:pt x="40248" y="98366"/>
                  </a:lnTo>
                  <a:lnTo>
                    <a:pt x="36989" y="100595"/>
                  </a:lnTo>
                  <a:lnTo>
                    <a:pt x="36342" y="101041"/>
                  </a:lnTo>
                  <a:lnTo>
                    <a:pt x="35416" y="101680"/>
                  </a:lnTo>
                  <a:lnTo>
                    <a:pt x="33642" y="102903"/>
                  </a:lnTo>
                  <a:lnTo>
                    <a:pt x="31884" y="104116"/>
                  </a:lnTo>
                  <a:lnTo>
                    <a:pt x="29507" y="105738"/>
                  </a:lnTo>
                  <a:lnTo>
                    <a:pt x="21616" y="111120"/>
                  </a:lnTo>
                  <a:lnTo>
                    <a:pt x="21442" y="111223"/>
                  </a:lnTo>
                  <a:lnTo>
                    <a:pt x="20599" y="111719"/>
                  </a:lnTo>
                  <a:lnTo>
                    <a:pt x="19532" y="110169"/>
                  </a:lnTo>
                  <a:lnTo>
                    <a:pt x="15958" y="105053"/>
                  </a:lnTo>
                  <a:lnTo>
                    <a:pt x="15784" y="104794"/>
                  </a:lnTo>
                  <a:lnTo>
                    <a:pt x="12605" y="100060"/>
                  </a:lnTo>
                  <a:lnTo>
                    <a:pt x="13483" y="99443"/>
                  </a:lnTo>
                  <a:lnTo>
                    <a:pt x="10191" y="94682"/>
                  </a:lnTo>
                  <a:lnTo>
                    <a:pt x="9815" y="94236"/>
                  </a:lnTo>
                  <a:lnTo>
                    <a:pt x="4527" y="97737"/>
                  </a:lnTo>
                  <a:lnTo>
                    <a:pt x="4099" y="98017"/>
                  </a:lnTo>
                  <a:lnTo>
                    <a:pt x="3372" y="96309"/>
                  </a:lnTo>
                  <a:lnTo>
                    <a:pt x="3100" y="95330"/>
                  </a:lnTo>
                  <a:lnTo>
                    <a:pt x="3869" y="93498"/>
                  </a:lnTo>
                  <a:lnTo>
                    <a:pt x="5611" y="90897"/>
                  </a:lnTo>
                  <a:lnTo>
                    <a:pt x="7440" y="88360"/>
                  </a:lnTo>
                  <a:lnTo>
                    <a:pt x="7855" y="87912"/>
                  </a:lnTo>
                  <a:lnTo>
                    <a:pt x="3426" y="84591"/>
                  </a:lnTo>
                  <a:lnTo>
                    <a:pt x="10941" y="73674"/>
                  </a:lnTo>
                  <a:lnTo>
                    <a:pt x="12351" y="71567"/>
                  </a:lnTo>
                  <a:lnTo>
                    <a:pt x="13761" y="69460"/>
                  </a:lnTo>
                  <a:lnTo>
                    <a:pt x="17182" y="64349"/>
                  </a:lnTo>
                  <a:lnTo>
                    <a:pt x="17654" y="63749"/>
                  </a:lnTo>
                  <a:lnTo>
                    <a:pt x="17818" y="63541"/>
                  </a:lnTo>
                  <a:lnTo>
                    <a:pt x="31539" y="46283"/>
                  </a:lnTo>
                  <a:lnTo>
                    <a:pt x="26287" y="41830"/>
                  </a:lnTo>
                  <a:lnTo>
                    <a:pt x="25917" y="41501"/>
                  </a:lnTo>
                  <a:lnTo>
                    <a:pt x="23179" y="39064"/>
                  </a:lnTo>
                  <a:lnTo>
                    <a:pt x="14220" y="31892"/>
                  </a:lnTo>
                  <a:lnTo>
                    <a:pt x="13606" y="31357"/>
                  </a:lnTo>
                  <a:lnTo>
                    <a:pt x="9643" y="27903"/>
                  </a:lnTo>
                  <a:lnTo>
                    <a:pt x="9203" y="27529"/>
                  </a:lnTo>
                  <a:lnTo>
                    <a:pt x="5458" y="24354"/>
                  </a:lnTo>
                  <a:lnTo>
                    <a:pt x="4587" y="23590"/>
                  </a:lnTo>
                  <a:lnTo>
                    <a:pt x="3279" y="22445"/>
                  </a:lnTo>
                  <a:lnTo>
                    <a:pt x="0" y="19532"/>
                  </a:lnTo>
                  <a:lnTo>
                    <a:pt x="2786" y="16184"/>
                  </a:lnTo>
                  <a:lnTo>
                    <a:pt x="3035" y="15885"/>
                  </a:lnTo>
                  <a:lnTo>
                    <a:pt x="4476" y="14157"/>
                  </a:lnTo>
                  <a:lnTo>
                    <a:pt x="8126" y="9888"/>
                  </a:lnTo>
                  <a:lnTo>
                    <a:pt x="8254" y="9744"/>
                  </a:lnTo>
                  <a:lnTo>
                    <a:pt x="16913" y="0"/>
                  </a:lnTo>
                  <a:lnTo>
                    <a:pt x="21924" y="4476"/>
                  </a:lnTo>
                  <a:lnTo>
                    <a:pt x="26557" y="8542"/>
                  </a:lnTo>
                  <a:lnTo>
                    <a:pt x="30713" y="12160"/>
                  </a:lnTo>
                  <a:lnTo>
                    <a:pt x="31281" y="12654"/>
                  </a:lnTo>
                  <a:lnTo>
                    <a:pt x="33165" y="14319"/>
                  </a:lnTo>
                  <a:lnTo>
                    <a:pt x="35274" y="16184"/>
                  </a:lnTo>
                  <a:lnTo>
                    <a:pt x="36484" y="17253"/>
                  </a:lnTo>
                  <a:lnTo>
                    <a:pt x="36763" y="17500"/>
                  </a:lnTo>
                  <a:lnTo>
                    <a:pt x="42491" y="22714"/>
                  </a:lnTo>
                  <a:lnTo>
                    <a:pt x="42763" y="22267"/>
                  </a:lnTo>
                  <a:lnTo>
                    <a:pt x="44131" y="20021"/>
                  </a:lnTo>
                  <a:lnTo>
                    <a:pt x="44250" y="19847"/>
                  </a:lnTo>
                  <a:lnTo>
                    <a:pt x="45918" y="17402"/>
                  </a:lnTo>
                  <a:lnTo>
                    <a:pt x="46898" y="16184"/>
                  </a:lnTo>
                  <a:lnTo>
                    <a:pt x="48635" y="14025"/>
                  </a:lnTo>
                  <a:lnTo>
                    <a:pt x="50320" y="12725"/>
                  </a:lnTo>
                  <a:lnTo>
                    <a:pt x="50666" y="12458"/>
                  </a:lnTo>
                  <a:lnTo>
                    <a:pt x="52624" y="11087"/>
                  </a:lnTo>
                  <a:lnTo>
                    <a:pt x="55243" y="10010"/>
                  </a:lnTo>
                  <a:lnTo>
                    <a:pt x="58376" y="898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7" name="pg506"/>
            <p:cNvSpPr/>
            <p:nvPr/>
          </p:nvSpPr>
          <p:spPr>
            <a:xfrm>
              <a:off x="3194807" y="3288728"/>
              <a:ext cx="69710" cy="119829"/>
            </a:xfrm>
            <a:custGeom>
              <a:avLst/>
              <a:pathLst>
                <a:path w="69710" h="119829">
                  <a:moveTo>
                    <a:pt x="41483" y="76775"/>
                  </a:moveTo>
                  <a:lnTo>
                    <a:pt x="42211" y="78484"/>
                  </a:lnTo>
                  <a:lnTo>
                    <a:pt x="42646" y="78199"/>
                  </a:lnTo>
                  <a:lnTo>
                    <a:pt x="47926" y="74702"/>
                  </a:lnTo>
                  <a:lnTo>
                    <a:pt x="48302" y="75149"/>
                  </a:lnTo>
                  <a:lnTo>
                    <a:pt x="51594" y="79910"/>
                  </a:lnTo>
                  <a:lnTo>
                    <a:pt x="50716" y="80527"/>
                  </a:lnTo>
                  <a:lnTo>
                    <a:pt x="53895" y="85260"/>
                  </a:lnTo>
                  <a:lnTo>
                    <a:pt x="54069" y="85520"/>
                  </a:lnTo>
                  <a:lnTo>
                    <a:pt x="57643" y="90635"/>
                  </a:lnTo>
                  <a:lnTo>
                    <a:pt x="58710" y="92185"/>
                  </a:lnTo>
                  <a:lnTo>
                    <a:pt x="58168" y="92504"/>
                  </a:lnTo>
                  <a:lnTo>
                    <a:pt x="56916" y="93240"/>
                  </a:lnTo>
                  <a:lnTo>
                    <a:pt x="56451" y="93514"/>
                  </a:lnTo>
                  <a:lnTo>
                    <a:pt x="54830" y="94617"/>
                  </a:lnTo>
                  <a:lnTo>
                    <a:pt x="54152" y="95079"/>
                  </a:lnTo>
                  <a:lnTo>
                    <a:pt x="45054" y="101271"/>
                  </a:lnTo>
                  <a:lnTo>
                    <a:pt x="44885" y="101388"/>
                  </a:lnTo>
                  <a:lnTo>
                    <a:pt x="42092" y="103333"/>
                  </a:lnTo>
                  <a:lnTo>
                    <a:pt x="39274" y="105294"/>
                  </a:lnTo>
                  <a:lnTo>
                    <a:pt x="38908" y="105549"/>
                  </a:lnTo>
                  <a:lnTo>
                    <a:pt x="38356" y="105934"/>
                  </a:lnTo>
                  <a:lnTo>
                    <a:pt x="37541" y="106501"/>
                  </a:lnTo>
                  <a:lnTo>
                    <a:pt x="33032" y="109642"/>
                  </a:lnTo>
                  <a:lnTo>
                    <a:pt x="29280" y="112255"/>
                  </a:lnTo>
                  <a:lnTo>
                    <a:pt x="26611" y="114113"/>
                  </a:lnTo>
                  <a:lnTo>
                    <a:pt x="24507" y="115651"/>
                  </a:lnTo>
                  <a:lnTo>
                    <a:pt x="23078" y="116696"/>
                  </a:lnTo>
                  <a:lnTo>
                    <a:pt x="22526" y="117100"/>
                  </a:lnTo>
                  <a:lnTo>
                    <a:pt x="22303" y="117262"/>
                  </a:lnTo>
                  <a:lnTo>
                    <a:pt x="21901" y="117536"/>
                  </a:lnTo>
                  <a:lnTo>
                    <a:pt x="20300" y="118630"/>
                  </a:lnTo>
                  <a:lnTo>
                    <a:pt x="19663" y="119064"/>
                  </a:lnTo>
                  <a:lnTo>
                    <a:pt x="19503" y="119174"/>
                  </a:lnTo>
                  <a:lnTo>
                    <a:pt x="19215" y="119371"/>
                  </a:lnTo>
                  <a:lnTo>
                    <a:pt x="18521" y="119829"/>
                  </a:lnTo>
                  <a:lnTo>
                    <a:pt x="18061" y="118874"/>
                  </a:lnTo>
                  <a:lnTo>
                    <a:pt x="16589" y="114975"/>
                  </a:lnTo>
                  <a:lnTo>
                    <a:pt x="16234" y="113804"/>
                  </a:lnTo>
                  <a:lnTo>
                    <a:pt x="14621" y="108475"/>
                  </a:lnTo>
                  <a:lnTo>
                    <a:pt x="13522" y="102184"/>
                  </a:lnTo>
                  <a:lnTo>
                    <a:pt x="13406" y="101518"/>
                  </a:lnTo>
                  <a:lnTo>
                    <a:pt x="10923" y="87303"/>
                  </a:lnTo>
                  <a:lnTo>
                    <a:pt x="10639" y="85250"/>
                  </a:lnTo>
                  <a:lnTo>
                    <a:pt x="7950" y="65835"/>
                  </a:lnTo>
                  <a:lnTo>
                    <a:pt x="7777" y="64607"/>
                  </a:lnTo>
                  <a:lnTo>
                    <a:pt x="7735" y="64348"/>
                  </a:lnTo>
                  <a:lnTo>
                    <a:pt x="6560" y="57616"/>
                  </a:lnTo>
                  <a:lnTo>
                    <a:pt x="6413" y="56882"/>
                  </a:lnTo>
                  <a:lnTo>
                    <a:pt x="5679" y="52427"/>
                  </a:lnTo>
                  <a:lnTo>
                    <a:pt x="4749" y="47385"/>
                  </a:lnTo>
                  <a:lnTo>
                    <a:pt x="4256" y="44431"/>
                  </a:lnTo>
                  <a:lnTo>
                    <a:pt x="3157" y="37842"/>
                  </a:lnTo>
                  <a:lnTo>
                    <a:pt x="3065" y="37291"/>
                  </a:lnTo>
                  <a:lnTo>
                    <a:pt x="2382" y="33194"/>
                  </a:lnTo>
                  <a:lnTo>
                    <a:pt x="849" y="24008"/>
                  </a:lnTo>
                  <a:lnTo>
                    <a:pt x="448" y="21601"/>
                  </a:lnTo>
                  <a:lnTo>
                    <a:pt x="196" y="20094"/>
                  </a:lnTo>
                  <a:lnTo>
                    <a:pt x="145" y="19777"/>
                  </a:lnTo>
                  <a:lnTo>
                    <a:pt x="0" y="18863"/>
                  </a:lnTo>
                  <a:lnTo>
                    <a:pt x="2497" y="18552"/>
                  </a:lnTo>
                  <a:lnTo>
                    <a:pt x="5557" y="17989"/>
                  </a:lnTo>
                  <a:lnTo>
                    <a:pt x="6374" y="17832"/>
                  </a:lnTo>
                  <a:lnTo>
                    <a:pt x="6517" y="17805"/>
                  </a:lnTo>
                  <a:lnTo>
                    <a:pt x="8654" y="17395"/>
                  </a:lnTo>
                  <a:lnTo>
                    <a:pt x="9130" y="17303"/>
                  </a:lnTo>
                  <a:lnTo>
                    <a:pt x="11075" y="16879"/>
                  </a:lnTo>
                  <a:lnTo>
                    <a:pt x="14515" y="16128"/>
                  </a:lnTo>
                  <a:lnTo>
                    <a:pt x="19484" y="14415"/>
                  </a:lnTo>
                  <a:lnTo>
                    <a:pt x="23890" y="12212"/>
                  </a:lnTo>
                  <a:lnTo>
                    <a:pt x="25260" y="11502"/>
                  </a:lnTo>
                  <a:lnTo>
                    <a:pt x="26215" y="10939"/>
                  </a:lnTo>
                  <a:lnTo>
                    <a:pt x="26851" y="10474"/>
                  </a:lnTo>
                  <a:lnTo>
                    <a:pt x="31874" y="6725"/>
                  </a:lnTo>
                  <a:lnTo>
                    <a:pt x="32271" y="6425"/>
                  </a:lnTo>
                  <a:lnTo>
                    <a:pt x="38112" y="0"/>
                  </a:lnTo>
                  <a:lnTo>
                    <a:pt x="41391" y="2911"/>
                  </a:lnTo>
                  <a:lnTo>
                    <a:pt x="42698" y="4057"/>
                  </a:lnTo>
                  <a:lnTo>
                    <a:pt x="43667" y="4894"/>
                  </a:lnTo>
                  <a:lnTo>
                    <a:pt x="47315" y="7995"/>
                  </a:lnTo>
                  <a:lnTo>
                    <a:pt x="47755" y="8369"/>
                  </a:lnTo>
                  <a:lnTo>
                    <a:pt x="51772" y="11871"/>
                  </a:lnTo>
                  <a:lnTo>
                    <a:pt x="52332" y="12359"/>
                  </a:lnTo>
                  <a:lnTo>
                    <a:pt x="61290" y="19531"/>
                  </a:lnTo>
                  <a:lnTo>
                    <a:pt x="64029" y="21967"/>
                  </a:lnTo>
                  <a:lnTo>
                    <a:pt x="64399" y="22297"/>
                  </a:lnTo>
                  <a:lnTo>
                    <a:pt x="69710" y="26800"/>
                  </a:lnTo>
                  <a:lnTo>
                    <a:pt x="55930" y="44007"/>
                  </a:lnTo>
                  <a:lnTo>
                    <a:pt x="55766" y="44216"/>
                  </a:lnTo>
                  <a:lnTo>
                    <a:pt x="55293" y="44815"/>
                  </a:lnTo>
                  <a:lnTo>
                    <a:pt x="51872" y="49927"/>
                  </a:lnTo>
                  <a:lnTo>
                    <a:pt x="50462" y="52034"/>
                  </a:lnTo>
                  <a:lnTo>
                    <a:pt x="49030" y="54172"/>
                  </a:lnTo>
                  <a:lnTo>
                    <a:pt x="41537" y="65057"/>
                  </a:lnTo>
                  <a:lnTo>
                    <a:pt x="45966" y="68379"/>
                  </a:lnTo>
                  <a:lnTo>
                    <a:pt x="45552" y="68827"/>
                  </a:lnTo>
                  <a:lnTo>
                    <a:pt x="43722" y="71364"/>
                  </a:lnTo>
                  <a:lnTo>
                    <a:pt x="41980" y="73964"/>
                  </a:lnTo>
                  <a:lnTo>
                    <a:pt x="41211" y="7579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8" name="pg507"/>
            <p:cNvSpPr/>
            <p:nvPr/>
          </p:nvSpPr>
          <p:spPr>
            <a:xfrm>
              <a:off x="3132910" y="3283978"/>
              <a:ext cx="80330" cy="140988"/>
            </a:xfrm>
            <a:custGeom>
              <a:avLst/>
              <a:pathLst>
                <a:path w="80330" h="140988">
                  <a:moveTo>
                    <a:pt x="59594" y="9871"/>
                  </a:moveTo>
                  <a:lnTo>
                    <a:pt x="61898" y="23644"/>
                  </a:lnTo>
                  <a:lnTo>
                    <a:pt x="62042" y="24527"/>
                  </a:lnTo>
                  <a:lnTo>
                    <a:pt x="62093" y="24843"/>
                  </a:lnTo>
                  <a:lnTo>
                    <a:pt x="62345" y="26351"/>
                  </a:lnTo>
                  <a:lnTo>
                    <a:pt x="62746" y="28758"/>
                  </a:lnTo>
                  <a:lnTo>
                    <a:pt x="64279" y="37943"/>
                  </a:lnTo>
                  <a:lnTo>
                    <a:pt x="64962" y="42040"/>
                  </a:lnTo>
                  <a:lnTo>
                    <a:pt x="65054" y="42592"/>
                  </a:lnTo>
                  <a:lnTo>
                    <a:pt x="66167" y="49263"/>
                  </a:lnTo>
                  <a:lnTo>
                    <a:pt x="66646" y="52135"/>
                  </a:lnTo>
                  <a:lnTo>
                    <a:pt x="67576" y="57177"/>
                  </a:lnTo>
                  <a:lnTo>
                    <a:pt x="68311" y="61632"/>
                  </a:lnTo>
                  <a:lnTo>
                    <a:pt x="68457" y="62366"/>
                  </a:lnTo>
                  <a:lnTo>
                    <a:pt x="69632" y="69097"/>
                  </a:lnTo>
                  <a:lnTo>
                    <a:pt x="69692" y="69467"/>
                  </a:lnTo>
                  <a:lnTo>
                    <a:pt x="69847" y="70585"/>
                  </a:lnTo>
                  <a:lnTo>
                    <a:pt x="72536" y="90000"/>
                  </a:lnTo>
                  <a:lnTo>
                    <a:pt x="72820" y="92053"/>
                  </a:lnTo>
                  <a:lnTo>
                    <a:pt x="75303" y="106268"/>
                  </a:lnTo>
                  <a:lnTo>
                    <a:pt x="75419" y="106933"/>
                  </a:lnTo>
                  <a:lnTo>
                    <a:pt x="76518" y="113224"/>
                  </a:lnTo>
                  <a:lnTo>
                    <a:pt x="78131" y="118553"/>
                  </a:lnTo>
                  <a:lnTo>
                    <a:pt x="78486" y="119725"/>
                  </a:lnTo>
                  <a:lnTo>
                    <a:pt x="79958" y="123623"/>
                  </a:lnTo>
                  <a:lnTo>
                    <a:pt x="80330" y="124638"/>
                  </a:lnTo>
                  <a:lnTo>
                    <a:pt x="76156" y="127451"/>
                  </a:lnTo>
                  <a:lnTo>
                    <a:pt x="72990" y="129584"/>
                  </a:lnTo>
                  <a:lnTo>
                    <a:pt x="71848" y="130354"/>
                  </a:lnTo>
                  <a:lnTo>
                    <a:pt x="66456" y="133987"/>
                  </a:lnTo>
                  <a:lnTo>
                    <a:pt x="61120" y="137169"/>
                  </a:lnTo>
                  <a:lnTo>
                    <a:pt x="54647" y="139910"/>
                  </a:lnTo>
                  <a:lnTo>
                    <a:pt x="48393" y="140988"/>
                  </a:lnTo>
                  <a:lnTo>
                    <a:pt x="34943" y="139301"/>
                  </a:lnTo>
                  <a:lnTo>
                    <a:pt x="3155" y="134591"/>
                  </a:lnTo>
                  <a:lnTo>
                    <a:pt x="5161" y="121600"/>
                  </a:lnTo>
                  <a:lnTo>
                    <a:pt x="5182" y="121421"/>
                  </a:lnTo>
                  <a:lnTo>
                    <a:pt x="5660" y="117738"/>
                  </a:lnTo>
                  <a:lnTo>
                    <a:pt x="5947" y="117785"/>
                  </a:lnTo>
                  <a:lnTo>
                    <a:pt x="6876" y="117932"/>
                  </a:lnTo>
                  <a:lnTo>
                    <a:pt x="11519" y="113309"/>
                  </a:lnTo>
                  <a:lnTo>
                    <a:pt x="12584" y="112222"/>
                  </a:lnTo>
                  <a:lnTo>
                    <a:pt x="17521" y="107183"/>
                  </a:lnTo>
                  <a:lnTo>
                    <a:pt x="17627" y="106829"/>
                  </a:lnTo>
                  <a:lnTo>
                    <a:pt x="18766" y="102952"/>
                  </a:lnTo>
                  <a:lnTo>
                    <a:pt x="19724" y="99693"/>
                  </a:lnTo>
                  <a:lnTo>
                    <a:pt x="19896" y="98518"/>
                  </a:lnTo>
                  <a:lnTo>
                    <a:pt x="20067" y="97613"/>
                  </a:lnTo>
                  <a:lnTo>
                    <a:pt x="20263" y="96609"/>
                  </a:lnTo>
                  <a:lnTo>
                    <a:pt x="20331" y="96405"/>
                  </a:lnTo>
                  <a:lnTo>
                    <a:pt x="20630" y="95507"/>
                  </a:lnTo>
                  <a:lnTo>
                    <a:pt x="20836" y="95057"/>
                  </a:lnTo>
                  <a:lnTo>
                    <a:pt x="21144" y="94382"/>
                  </a:lnTo>
                  <a:lnTo>
                    <a:pt x="21560" y="93378"/>
                  </a:lnTo>
                  <a:lnTo>
                    <a:pt x="22246" y="92399"/>
                  </a:lnTo>
                  <a:lnTo>
                    <a:pt x="22735" y="91812"/>
                  </a:lnTo>
                  <a:lnTo>
                    <a:pt x="23150" y="91245"/>
                  </a:lnTo>
                  <a:lnTo>
                    <a:pt x="23396" y="90955"/>
                  </a:lnTo>
                  <a:lnTo>
                    <a:pt x="23692" y="90659"/>
                  </a:lnTo>
                  <a:lnTo>
                    <a:pt x="23918" y="90443"/>
                  </a:lnTo>
                  <a:lnTo>
                    <a:pt x="27139" y="87378"/>
                  </a:lnTo>
                  <a:lnTo>
                    <a:pt x="23578" y="84109"/>
                  </a:lnTo>
                  <a:lnTo>
                    <a:pt x="25118" y="82302"/>
                  </a:lnTo>
                  <a:lnTo>
                    <a:pt x="24167" y="76441"/>
                  </a:lnTo>
                  <a:lnTo>
                    <a:pt x="24126" y="76189"/>
                  </a:lnTo>
                  <a:lnTo>
                    <a:pt x="23821" y="74144"/>
                  </a:lnTo>
                  <a:lnTo>
                    <a:pt x="22665" y="68415"/>
                  </a:lnTo>
                  <a:lnTo>
                    <a:pt x="22620" y="68222"/>
                  </a:lnTo>
                  <a:lnTo>
                    <a:pt x="20623" y="66402"/>
                  </a:lnTo>
                  <a:lnTo>
                    <a:pt x="15861" y="62065"/>
                  </a:lnTo>
                  <a:lnTo>
                    <a:pt x="12232" y="65680"/>
                  </a:lnTo>
                  <a:lnTo>
                    <a:pt x="9875" y="63473"/>
                  </a:lnTo>
                  <a:lnTo>
                    <a:pt x="9956" y="63225"/>
                  </a:lnTo>
                  <a:lnTo>
                    <a:pt x="10064" y="62894"/>
                  </a:lnTo>
                  <a:lnTo>
                    <a:pt x="9546" y="62377"/>
                  </a:lnTo>
                  <a:lnTo>
                    <a:pt x="8971" y="61692"/>
                  </a:lnTo>
                  <a:lnTo>
                    <a:pt x="9183" y="61500"/>
                  </a:lnTo>
                  <a:lnTo>
                    <a:pt x="10197" y="60583"/>
                  </a:lnTo>
                  <a:lnTo>
                    <a:pt x="11818" y="59116"/>
                  </a:lnTo>
                  <a:lnTo>
                    <a:pt x="12143" y="58821"/>
                  </a:lnTo>
                  <a:lnTo>
                    <a:pt x="12726" y="58293"/>
                  </a:lnTo>
                  <a:lnTo>
                    <a:pt x="12972" y="57168"/>
                  </a:lnTo>
                  <a:lnTo>
                    <a:pt x="13388" y="55270"/>
                  </a:lnTo>
                  <a:lnTo>
                    <a:pt x="12662" y="54724"/>
                  </a:lnTo>
                  <a:lnTo>
                    <a:pt x="11251" y="53665"/>
                  </a:lnTo>
                  <a:lnTo>
                    <a:pt x="10832" y="54327"/>
                  </a:lnTo>
                  <a:lnTo>
                    <a:pt x="9485" y="53505"/>
                  </a:lnTo>
                  <a:lnTo>
                    <a:pt x="9158" y="53305"/>
                  </a:lnTo>
                  <a:lnTo>
                    <a:pt x="9558" y="52700"/>
                  </a:lnTo>
                  <a:lnTo>
                    <a:pt x="7411" y="51135"/>
                  </a:lnTo>
                  <a:lnTo>
                    <a:pt x="6904" y="50666"/>
                  </a:lnTo>
                  <a:lnTo>
                    <a:pt x="3515" y="47524"/>
                  </a:lnTo>
                  <a:lnTo>
                    <a:pt x="3232" y="47261"/>
                  </a:lnTo>
                  <a:lnTo>
                    <a:pt x="2905" y="46958"/>
                  </a:lnTo>
                  <a:lnTo>
                    <a:pt x="1445" y="45605"/>
                  </a:lnTo>
                  <a:lnTo>
                    <a:pt x="0" y="44265"/>
                  </a:lnTo>
                  <a:lnTo>
                    <a:pt x="404" y="39127"/>
                  </a:lnTo>
                  <a:lnTo>
                    <a:pt x="473" y="38246"/>
                  </a:lnTo>
                  <a:lnTo>
                    <a:pt x="511" y="37772"/>
                  </a:lnTo>
                  <a:lnTo>
                    <a:pt x="663" y="35832"/>
                  </a:lnTo>
                  <a:lnTo>
                    <a:pt x="933" y="35432"/>
                  </a:lnTo>
                  <a:lnTo>
                    <a:pt x="1502" y="34825"/>
                  </a:lnTo>
                  <a:lnTo>
                    <a:pt x="1837" y="34401"/>
                  </a:lnTo>
                  <a:lnTo>
                    <a:pt x="2199" y="32358"/>
                  </a:lnTo>
                  <a:lnTo>
                    <a:pt x="2288" y="31977"/>
                  </a:lnTo>
                  <a:lnTo>
                    <a:pt x="2681" y="31592"/>
                  </a:lnTo>
                  <a:lnTo>
                    <a:pt x="4335" y="29992"/>
                  </a:lnTo>
                  <a:lnTo>
                    <a:pt x="3005" y="28209"/>
                  </a:lnTo>
                  <a:lnTo>
                    <a:pt x="2835" y="28011"/>
                  </a:lnTo>
                  <a:lnTo>
                    <a:pt x="755" y="25579"/>
                  </a:lnTo>
                  <a:lnTo>
                    <a:pt x="377" y="25138"/>
                  </a:lnTo>
                  <a:lnTo>
                    <a:pt x="668" y="24964"/>
                  </a:lnTo>
                  <a:lnTo>
                    <a:pt x="1076" y="24669"/>
                  </a:lnTo>
                  <a:lnTo>
                    <a:pt x="1315" y="24496"/>
                  </a:lnTo>
                  <a:lnTo>
                    <a:pt x="1899" y="24073"/>
                  </a:lnTo>
                  <a:lnTo>
                    <a:pt x="2171" y="23840"/>
                  </a:lnTo>
                  <a:lnTo>
                    <a:pt x="2943" y="23180"/>
                  </a:lnTo>
                  <a:lnTo>
                    <a:pt x="3340" y="22712"/>
                  </a:lnTo>
                  <a:lnTo>
                    <a:pt x="3436" y="22538"/>
                  </a:lnTo>
                  <a:lnTo>
                    <a:pt x="3780" y="21913"/>
                  </a:lnTo>
                  <a:lnTo>
                    <a:pt x="4003" y="21517"/>
                  </a:lnTo>
                  <a:lnTo>
                    <a:pt x="4398" y="20806"/>
                  </a:lnTo>
                  <a:lnTo>
                    <a:pt x="4794" y="20011"/>
                  </a:lnTo>
                  <a:lnTo>
                    <a:pt x="5001" y="19570"/>
                  </a:lnTo>
                  <a:lnTo>
                    <a:pt x="5169" y="19679"/>
                  </a:lnTo>
                  <a:lnTo>
                    <a:pt x="5679" y="20009"/>
                  </a:lnTo>
                  <a:lnTo>
                    <a:pt x="6468" y="18819"/>
                  </a:lnTo>
                  <a:lnTo>
                    <a:pt x="6705" y="18461"/>
                  </a:lnTo>
                  <a:lnTo>
                    <a:pt x="6523" y="18368"/>
                  </a:lnTo>
                  <a:lnTo>
                    <a:pt x="352" y="14526"/>
                  </a:lnTo>
                  <a:lnTo>
                    <a:pt x="876" y="13653"/>
                  </a:lnTo>
                  <a:lnTo>
                    <a:pt x="1187" y="13465"/>
                  </a:lnTo>
                  <a:lnTo>
                    <a:pt x="3693" y="11945"/>
                  </a:lnTo>
                  <a:lnTo>
                    <a:pt x="7026" y="10048"/>
                  </a:lnTo>
                  <a:lnTo>
                    <a:pt x="7510" y="9813"/>
                  </a:lnTo>
                  <a:lnTo>
                    <a:pt x="10228" y="8494"/>
                  </a:lnTo>
                  <a:lnTo>
                    <a:pt x="13410" y="7246"/>
                  </a:lnTo>
                  <a:lnTo>
                    <a:pt x="16470" y="6732"/>
                  </a:lnTo>
                  <a:lnTo>
                    <a:pt x="23788" y="5532"/>
                  </a:lnTo>
                  <a:lnTo>
                    <a:pt x="33033" y="3840"/>
                  </a:lnTo>
                  <a:lnTo>
                    <a:pt x="37327" y="3229"/>
                  </a:lnTo>
                  <a:lnTo>
                    <a:pt x="49803" y="1344"/>
                  </a:lnTo>
                  <a:lnTo>
                    <a:pt x="57908" y="0"/>
                  </a:lnTo>
                  <a:lnTo>
                    <a:pt x="58030" y="783"/>
                  </a:lnTo>
                  <a:lnTo>
                    <a:pt x="59525" y="9464"/>
                  </a:lnTo>
                  <a:lnTo>
                    <a:pt x="59548" y="959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09" name="pg508"/>
            <p:cNvSpPr/>
            <p:nvPr/>
          </p:nvSpPr>
          <p:spPr>
            <a:xfrm>
              <a:off x="3090027" y="3261756"/>
              <a:ext cx="100787" cy="61966"/>
            </a:xfrm>
            <a:custGeom>
              <a:avLst/>
              <a:pathLst>
                <a:path w="100787" h="61966">
                  <a:moveTo>
                    <a:pt x="17966" y="3107"/>
                  </a:moveTo>
                  <a:lnTo>
                    <a:pt x="20057" y="2255"/>
                  </a:lnTo>
                  <a:lnTo>
                    <a:pt x="21434" y="1693"/>
                  </a:lnTo>
                  <a:lnTo>
                    <a:pt x="23771" y="5510"/>
                  </a:lnTo>
                  <a:lnTo>
                    <a:pt x="24294" y="6640"/>
                  </a:lnTo>
                  <a:lnTo>
                    <a:pt x="24706" y="7531"/>
                  </a:lnTo>
                  <a:lnTo>
                    <a:pt x="25048" y="8445"/>
                  </a:lnTo>
                  <a:lnTo>
                    <a:pt x="25275" y="9053"/>
                  </a:lnTo>
                  <a:lnTo>
                    <a:pt x="25829" y="10534"/>
                  </a:lnTo>
                  <a:lnTo>
                    <a:pt x="25839" y="11111"/>
                  </a:lnTo>
                  <a:lnTo>
                    <a:pt x="25858" y="12238"/>
                  </a:lnTo>
                  <a:lnTo>
                    <a:pt x="25874" y="13681"/>
                  </a:lnTo>
                  <a:lnTo>
                    <a:pt x="25606" y="15325"/>
                  </a:lnTo>
                  <a:lnTo>
                    <a:pt x="25360" y="16828"/>
                  </a:lnTo>
                  <a:lnTo>
                    <a:pt x="25856" y="16947"/>
                  </a:lnTo>
                  <a:lnTo>
                    <a:pt x="29149" y="17730"/>
                  </a:lnTo>
                  <a:lnTo>
                    <a:pt x="29817" y="17907"/>
                  </a:lnTo>
                  <a:lnTo>
                    <a:pt x="30077" y="17183"/>
                  </a:lnTo>
                  <a:lnTo>
                    <a:pt x="30586" y="17036"/>
                  </a:lnTo>
                  <a:lnTo>
                    <a:pt x="32287" y="18018"/>
                  </a:lnTo>
                  <a:lnTo>
                    <a:pt x="32884" y="18362"/>
                  </a:lnTo>
                  <a:lnTo>
                    <a:pt x="33119" y="18106"/>
                  </a:lnTo>
                  <a:lnTo>
                    <a:pt x="33342" y="18031"/>
                  </a:lnTo>
                  <a:lnTo>
                    <a:pt x="34912" y="18965"/>
                  </a:lnTo>
                  <a:lnTo>
                    <a:pt x="35676" y="19420"/>
                  </a:lnTo>
                  <a:lnTo>
                    <a:pt x="36332" y="19810"/>
                  </a:lnTo>
                  <a:lnTo>
                    <a:pt x="36484" y="19911"/>
                  </a:lnTo>
                  <a:lnTo>
                    <a:pt x="36933" y="20211"/>
                  </a:lnTo>
                  <a:lnTo>
                    <a:pt x="37470" y="20536"/>
                  </a:lnTo>
                  <a:lnTo>
                    <a:pt x="39629" y="17528"/>
                  </a:lnTo>
                  <a:lnTo>
                    <a:pt x="40737" y="15985"/>
                  </a:lnTo>
                  <a:lnTo>
                    <a:pt x="41365" y="15109"/>
                  </a:lnTo>
                  <a:lnTo>
                    <a:pt x="41662" y="14695"/>
                  </a:lnTo>
                  <a:lnTo>
                    <a:pt x="41915" y="14334"/>
                  </a:lnTo>
                  <a:lnTo>
                    <a:pt x="42071" y="14111"/>
                  </a:lnTo>
                  <a:lnTo>
                    <a:pt x="43112" y="12655"/>
                  </a:lnTo>
                  <a:lnTo>
                    <a:pt x="44262" y="11642"/>
                  </a:lnTo>
                  <a:lnTo>
                    <a:pt x="44718" y="11245"/>
                  </a:lnTo>
                  <a:lnTo>
                    <a:pt x="44964" y="11030"/>
                  </a:lnTo>
                  <a:lnTo>
                    <a:pt x="45189" y="10834"/>
                  </a:lnTo>
                  <a:lnTo>
                    <a:pt x="48412" y="8886"/>
                  </a:lnTo>
                  <a:lnTo>
                    <a:pt x="49014" y="8522"/>
                  </a:lnTo>
                  <a:lnTo>
                    <a:pt x="49952" y="7797"/>
                  </a:lnTo>
                  <a:lnTo>
                    <a:pt x="50251" y="7845"/>
                  </a:lnTo>
                  <a:lnTo>
                    <a:pt x="51509" y="8046"/>
                  </a:lnTo>
                  <a:lnTo>
                    <a:pt x="51891" y="8297"/>
                  </a:lnTo>
                  <a:lnTo>
                    <a:pt x="52520" y="9411"/>
                  </a:lnTo>
                  <a:lnTo>
                    <a:pt x="52821" y="9943"/>
                  </a:lnTo>
                  <a:lnTo>
                    <a:pt x="53083" y="10062"/>
                  </a:lnTo>
                  <a:lnTo>
                    <a:pt x="54861" y="10861"/>
                  </a:lnTo>
                  <a:lnTo>
                    <a:pt x="55035" y="11576"/>
                  </a:lnTo>
                  <a:lnTo>
                    <a:pt x="55067" y="11720"/>
                  </a:lnTo>
                  <a:lnTo>
                    <a:pt x="54985" y="11899"/>
                  </a:lnTo>
                  <a:lnTo>
                    <a:pt x="54447" y="13425"/>
                  </a:lnTo>
                  <a:lnTo>
                    <a:pt x="54797" y="13685"/>
                  </a:lnTo>
                  <a:lnTo>
                    <a:pt x="55801" y="14145"/>
                  </a:lnTo>
                  <a:lnTo>
                    <a:pt x="56132" y="14297"/>
                  </a:lnTo>
                  <a:lnTo>
                    <a:pt x="56278" y="14389"/>
                  </a:lnTo>
                  <a:lnTo>
                    <a:pt x="58579" y="16383"/>
                  </a:lnTo>
                  <a:lnTo>
                    <a:pt x="58778" y="16170"/>
                  </a:lnTo>
                  <a:lnTo>
                    <a:pt x="59987" y="14963"/>
                  </a:lnTo>
                  <a:lnTo>
                    <a:pt x="60161" y="14824"/>
                  </a:lnTo>
                  <a:lnTo>
                    <a:pt x="60856" y="14269"/>
                  </a:lnTo>
                  <a:lnTo>
                    <a:pt x="61158" y="14028"/>
                  </a:lnTo>
                  <a:lnTo>
                    <a:pt x="62007" y="13492"/>
                  </a:lnTo>
                  <a:lnTo>
                    <a:pt x="63000" y="13187"/>
                  </a:lnTo>
                  <a:lnTo>
                    <a:pt x="63591" y="13079"/>
                  </a:lnTo>
                  <a:lnTo>
                    <a:pt x="64219" y="12965"/>
                  </a:lnTo>
                  <a:lnTo>
                    <a:pt x="65291" y="12770"/>
                  </a:lnTo>
                  <a:lnTo>
                    <a:pt x="65454" y="12741"/>
                  </a:lnTo>
                  <a:lnTo>
                    <a:pt x="65600" y="12724"/>
                  </a:lnTo>
                  <a:lnTo>
                    <a:pt x="66009" y="12686"/>
                  </a:lnTo>
                  <a:lnTo>
                    <a:pt x="66620" y="12631"/>
                  </a:lnTo>
                  <a:lnTo>
                    <a:pt x="67166" y="12661"/>
                  </a:lnTo>
                  <a:lnTo>
                    <a:pt x="67386" y="12674"/>
                  </a:lnTo>
                  <a:lnTo>
                    <a:pt x="67757" y="12694"/>
                  </a:lnTo>
                  <a:lnTo>
                    <a:pt x="68102" y="12711"/>
                  </a:lnTo>
                  <a:lnTo>
                    <a:pt x="68281" y="12700"/>
                  </a:lnTo>
                  <a:lnTo>
                    <a:pt x="69008" y="12652"/>
                  </a:lnTo>
                  <a:lnTo>
                    <a:pt x="70285" y="12568"/>
                  </a:lnTo>
                  <a:lnTo>
                    <a:pt x="70464" y="12472"/>
                  </a:lnTo>
                  <a:lnTo>
                    <a:pt x="70949" y="12211"/>
                  </a:lnTo>
                  <a:lnTo>
                    <a:pt x="71200" y="12077"/>
                  </a:lnTo>
                  <a:lnTo>
                    <a:pt x="71806" y="11724"/>
                  </a:lnTo>
                  <a:lnTo>
                    <a:pt x="72549" y="9847"/>
                  </a:lnTo>
                  <a:lnTo>
                    <a:pt x="72714" y="9428"/>
                  </a:lnTo>
                  <a:lnTo>
                    <a:pt x="73498" y="7463"/>
                  </a:lnTo>
                  <a:lnTo>
                    <a:pt x="73865" y="6336"/>
                  </a:lnTo>
                  <a:lnTo>
                    <a:pt x="74134" y="5511"/>
                  </a:lnTo>
                  <a:lnTo>
                    <a:pt x="75308" y="3558"/>
                  </a:lnTo>
                  <a:lnTo>
                    <a:pt x="77407" y="2065"/>
                  </a:lnTo>
                  <a:lnTo>
                    <a:pt x="77635" y="1903"/>
                  </a:lnTo>
                  <a:lnTo>
                    <a:pt x="78379" y="1544"/>
                  </a:lnTo>
                  <a:lnTo>
                    <a:pt x="80612" y="1028"/>
                  </a:lnTo>
                  <a:lnTo>
                    <a:pt x="83500" y="819"/>
                  </a:lnTo>
                  <a:lnTo>
                    <a:pt x="83997" y="783"/>
                  </a:lnTo>
                  <a:lnTo>
                    <a:pt x="88603" y="0"/>
                  </a:lnTo>
                  <a:lnTo>
                    <a:pt x="88642" y="233"/>
                  </a:lnTo>
                  <a:lnTo>
                    <a:pt x="90545" y="11446"/>
                  </a:lnTo>
                  <a:lnTo>
                    <a:pt x="90623" y="11904"/>
                  </a:lnTo>
                  <a:lnTo>
                    <a:pt x="90888" y="11868"/>
                  </a:lnTo>
                  <a:lnTo>
                    <a:pt x="92391" y="11664"/>
                  </a:lnTo>
                  <a:lnTo>
                    <a:pt x="98185" y="10878"/>
                  </a:lnTo>
                  <a:lnTo>
                    <a:pt x="98931" y="10792"/>
                  </a:lnTo>
                  <a:lnTo>
                    <a:pt x="98955" y="10939"/>
                  </a:lnTo>
                  <a:lnTo>
                    <a:pt x="99138" y="12046"/>
                  </a:lnTo>
                  <a:lnTo>
                    <a:pt x="99861" y="16417"/>
                  </a:lnTo>
                  <a:lnTo>
                    <a:pt x="100424" y="19824"/>
                  </a:lnTo>
                  <a:lnTo>
                    <a:pt x="100693" y="21439"/>
                  </a:lnTo>
                  <a:lnTo>
                    <a:pt x="100787" y="22223"/>
                  </a:lnTo>
                  <a:lnTo>
                    <a:pt x="92686" y="23567"/>
                  </a:lnTo>
                  <a:lnTo>
                    <a:pt x="80210" y="25452"/>
                  </a:lnTo>
                  <a:lnTo>
                    <a:pt x="75916" y="26063"/>
                  </a:lnTo>
                  <a:lnTo>
                    <a:pt x="66672" y="27755"/>
                  </a:lnTo>
                  <a:lnTo>
                    <a:pt x="59281" y="28966"/>
                  </a:lnTo>
                  <a:lnTo>
                    <a:pt x="56273" y="29476"/>
                  </a:lnTo>
                  <a:lnTo>
                    <a:pt x="53112" y="30717"/>
                  </a:lnTo>
                  <a:lnTo>
                    <a:pt x="50393" y="32036"/>
                  </a:lnTo>
                  <a:lnTo>
                    <a:pt x="49783" y="32332"/>
                  </a:lnTo>
                  <a:lnTo>
                    <a:pt x="46576" y="34168"/>
                  </a:lnTo>
                  <a:lnTo>
                    <a:pt x="44070" y="35688"/>
                  </a:lnTo>
                  <a:lnTo>
                    <a:pt x="43760" y="35876"/>
                  </a:lnTo>
                  <a:lnTo>
                    <a:pt x="43236" y="36749"/>
                  </a:lnTo>
                  <a:lnTo>
                    <a:pt x="49406" y="40590"/>
                  </a:lnTo>
                  <a:lnTo>
                    <a:pt x="49588" y="40684"/>
                  </a:lnTo>
                  <a:lnTo>
                    <a:pt x="49351" y="41041"/>
                  </a:lnTo>
                  <a:lnTo>
                    <a:pt x="48562" y="42232"/>
                  </a:lnTo>
                  <a:lnTo>
                    <a:pt x="48052" y="41902"/>
                  </a:lnTo>
                  <a:lnTo>
                    <a:pt x="47885" y="41793"/>
                  </a:lnTo>
                  <a:lnTo>
                    <a:pt x="47677" y="42234"/>
                  </a:lnTo>
                  <a:lnTo>
                    <a:pt x="47281" y="43028"/>
                  </a:lnTo>
                  <a:lnTo>
                    <a:pt x="46886" y="43740"/>
                  </a:lnTo>
                  <a:lnTo>
                    <a:pt x="46663" y="44136"/>
                  </a:lnTo>
                  <a:lnTo>
                    <a:pt x="46319" y="44761"/>
                  </a:lnTo>
                  <a:lnTo>
                    <a:pt x="46146" y="45026"/>
                  </a:lnTo>
                  <a:lnTo>
                    <a:pt x="45826" y="45403"/>
                  </a:lnTo>
                  <a:lnTo>
                    <a:pt x="45054" y="46062"/>
                  </a:lnTo>
                  <a:lnTo>
                    <a:pt x="44782" y="46296"/>
                  </a:lnTo>
                  <a:lnTo>
                    <a:pt x="44198" y="46719"/>
                  </a:lnTo>
                  <a:lnTo>
                    <a:pt x="43959" y="46892"/>
                  </a:lnTo>
                  <a:lnTo>
                    <a:pt x="43551" y="47187"/>
                  </a:lnTo>
                  <a:lnTo>
                    <a:pt x="43308" y="47416"/>
                  </a:lnTo>
                  <a:lnTo>
                    <a:pt x="43638" y="47802"/>
                  </a:lnTo>
                  <a:lnTo>
                    <a:pt x="45703" y="50238"/>
                  </a:lnTo>
                  <a:lnTo>
                    <a:pt x="45444" y="50316"/>
                  </a:lnTo>
                  <a:lnTo>
                    <a:pt x="45121" y="50418"/>
                  </a:lnTo>
                  <a:lnTo>
                    <a:pt x="43767" y="50927"/>
                  </a:lnTo>
                  <a:lnTo>
                    <a:pt x="42279" y="51486"/>
                  </a:lnTo>
                  <a:lnTo>
                    <a:pt x="41573" y="51868"/>
                  </a:lnTo>
                  <a:lnTo>
                    <a:pt x="39531" y="53409"/>
                  </a:lnTo>
                  <a:lnTo>
                    <a:pt x="39244" y="53952"/>
                  </a:lnTo>
                  <a:lnTo>
                    <a:pt x="38596" y="55182"/>
                  </a:lnTo>
                  <a:lnTo>
                    <a:pt x="37837" y="56624"/>
                  </a:lnTo>
                  <a:lnTo>
                    <a:pt x="37677" y="56926"/>
                  </a:lnTo>
                  <a:lnTo>
                    <a:pt x="37260" y="56938"/>
                  </a:lnTo>
                  <a:lnTo>
                    <a:pt x="31599" y="59069"/>
                  </a:lnTo>
                  <a:lnTo>
                    <a:pt x="30990" y="59298"/>
                  </a:lnTo>
                  <a:lnTo>
                    <a:pt x="30257" y="61052"/>
                  </a:lnTo>
                  <a:lnTo>
                    <a:pt x="30072" y="61370"/>
                  </a:lnTo>
                  <a:lnTo>
                    <a:pt x="29802" y="61441"/>
                  </a:lnTo>
                  <a:lnTo>
                    <a:pt x="29458" y="61531"/>
                  </a:lnTo>
                  <a:lnTo>
                    <a:pt x="25967" y="61271"/>
                  </a:lnTo>
                  <a:lnTo>
                    <a:pt x="25826" y="61966"/>
                  </a:lnTo>
                  <a:lnTo>
                    <a:pt x="24125" y="61348"/>
                  </a:lnTo>
                  <a:lnTo>
                    <a:pt x="22497" y="60758"/>
                  </a:lnTo>
                  <a:lnTo>
                    <a:pt x="17419" y="58817"/>
                  </a:lnTo>
                  <a:lnTo>
                    <a:pt x="17279" y="58763"/>
                  </a:lnTo>
                  <a:lnTo>
                    <a:pt x="17444" y="57662"/>
                  </a:lnTo>
                  <a:lnTo>
                    <a:pt x="17679" y="56101"/>
                  </a:lnTo>
                  <a:lnTo>
                    <a:pt x="17920" y="54497"/>
                  </a:lnTo>
                  <a:lnTo>
                    <a:pt x="17972" y="54146"/>
                  </a:lnTo>
                  <a:lnTo>
                    <a:pt x="18156" y="52922"/>
                  </a:lnTo>
                  <a:lnTo>
                    <a:pt x="18563" y="50241"/>
                  </a:lnTo>
                  <a:lnTo>
                    <a:pt x="18638" y="49745"/>
                  </a:lnTo>
                  <a:lnTo>
                    <a:pt x="18731" y="49225"/>
                  </a:lnTo>
                  <a:lnTo>
                    <a:pt x="18927" y="48123"/>
                  </a:lnTo>
                  <a:lnTo>
                    <a:pt x="18978" y="47835"/>
                  </a:lnTo>
                  <a:lnTo>
                    <a:pt x="19056" y="47400"/>
                  </a:lnTo>
                  <a:lnTo>
                    <a:pt x="19328" y="46020"/>
                  </a:lnTo>
                  <a:lnTo>
                    <a:pt x="19477" y="45273"/>
                  </a:lnTo>
                  <a:lnTo>
                    <a:pt x="17793" y="45182"/>
                  </a:lnTo>
                  <a:lnTo>
                    <a:pt x="16982" y="44908"/>
                  </a:lnTo>
                  <a:lnTo>
                    <a:pt x="15968" y="44529"/>
                  </a:lnTo>
                  <a:lnTo>
                    <a:pt x="15705" y="44431"/>
                  </a:lnTo>
                  <a:lnTo>
                    <a:pt x="15583" y="44238"/>
                  </a:lnTo>
                  <a:lnTo>
                    <a:pt x="15169" y="43584"/>
                  </a:lnTo>
                  <a:lnTo>
                    <a:pt x="14517" y="42483"/>
                  </a:lnTo>
                  <a:lnTo>
                    <a:pt x="15491" y="41568"/>
                  </a:lnTo>
                  <a:lnTo>
                    <a:pt x="16028" y="40972"/>
                  </a:lnTo>
                  <a:lnTo>
                    <a:pt x="17125" y="39099"/>
                  </a:lnTo>
                  <a:lnTo>
                    <a:pt x="17123" y="38558"/>
                  </a:lnTo>
                  <a:lnTo>
                    <a:pt x="16404" y="37283"/>
                  </a:lnTo>
                  <a:lnTo>
                    <a:pt x="13142" y="38054"/>
                  </a:lnTo>
                  <a:lnTo>
                    <a:pt x="12797" y="38106"/>
                  </a:lnTo>
                  <a:lnTo>
                    <a:pt x="11787" y="38258"/>
                  </a:lnTo>
                  <a:lnTo>
                    <a:pt x="10867" y="38396"/>
                  </a:lnTo>
                  <a:lnTo>
                    <a:pt x="10724" y="38417"/>
                  </a:lnTo>
                  <a:lnTo>
                    <a:pt x="10020" y="38501"/>
                  </a:lnTo>
                  <a:lnTo>
                    <a:pt x="8981" y="38626"/>
                  </a:lnTo>
                  <a:lnTo>
                    <a:pt x="8922" y="38109"/>
                  </a:lnTo>
                  <a:lnTo>
                    <a:pt x="9407" y="36159"/>
                  </a:lnTo>
                  <a:lnTo>
                    <a:pt x="9945" y="34582"/>
                  </a:lnTo>
                  <a:lnTo>
                    <a:pt x="7580" y="34302"/>
                  </a:lnTo>
                  <a:lnTo>
                    <a:pt x="7254" y="34311"/>
                  </a:lnTo>
                  <a:lnTo>
                    <a:pt x="6542" y="34331"/>
                  </a:lnTo>
                  <a:lnTo>
                    <a:pt x="3700" y="34097"/>
                  </a:lnTo>
                  <a:lnTo>
                    <a:pt x="2295" y="33400"/>
                  </a:lnTo>
                  <a:lnTo>
                    <a:pt x="1814" y="32088"/>
                  </a:lnTo>
                  <a:lnTo>
                    <a:pt x="1662" y="31648"/>
                  </a:lnTo>
                  <a:lnTo>
                    <a:pt x="1707" y="29908"/>
                  </a:lnTo>
                  <a:lnTo>
                    <a:pt x="894" y="29602"/>
                  </a:lnTo>
                  <a:lnTo>
                    <a:pt x="719" y="29293"/>
                  </a:lnTo>
                  <a:lnTo>
                    <a:pt x="324" y="29012"/>
                  </a:lnTo>
                  <a:lnTo>
                    <a:pt x="0" y="28672"/>
                  </a:lnTo>
                  <a:lnTo>
                    <a:pt x="1790" y="28352"/>
                  </a:lnTo>
                  <a:lnTo>
                    <a:pt x="3093" y="28118"/>
                  </a:lnTo>
                  <a:lnTo>
                    <a:pt x="3243" y="28092"/>
                  </a:lnTo>
                  <a:lnTo>
                    <a:pt x="4157" y="27934"/>
                  </a:lnTo>
                  <a:lnTo>
                    <a:pt x="7975" y="27923"/>
                  </a:lnTo>
                  <a:lnTo>
                    <a:pt x="8182" y="27980"/>
                  </a:lnTo>
                  <a:lnTo>
                    <a:pt x="9407" y="28317"/>
                  </a:lnTo>
                  <a:lnTo>
                    <a:pt x="13925" y="28000"/>
                  </a:lnTo>
                  <a:lnTo>
                    <a:pt x="14577" y="27299"/>
                  </a:lnTo>
                  <a:lnTo>
                    <a:pt x="15989" y="26055"/>
                  </a:lnTo>
                  <a:lnTo>
                    <a:pt x="16442" y="25623"/>
                  </a:lnTo>
                  <a:lnTo>
                    <a:pt x="16707" y="25336"/>
                  </a:lnTo>
                  <a:lnTo>
                    <a:pt x="17269" y="24735"/>
                  </a:lnTo>
                  <a:lnTo>
                    <a:pt x="17591" y="24377"/>
                  </a:lnTo>
                  <a:lnTo>
                    <a:pt x="17691" y="24216"/>
                  </a:lnTo>
                  <a:lnTo>
                    <a:pt x="17846" y="23965"/>
                  </a:lnTo>
                  <a:lnTo>
                    <a:pt x="18121" y="23519"/>
                  </a:lnTo>
                  <a:lnTo>
                    <a:pt x="18374" y="23051"/>
                  </a:lnTo>
                  <a:lnTo>
                    <a:pt x="18560" y="22778"/>
                  </a:lnTo>
                  <a:lnTo>
                    <a:pt x="18625" y="22584"/>
                  </a:lnTo>
                  <a:lnTo>
                    <a:pt x="18740" y="22244"/>
                  </a:lnTo>
                  <a:lnTo>
                    <a:pt x="18883" y="21820"/>
                  </a:lnTo>
                  <a:lnTo>
                    <a:pt x="19016" y="21427"/>
                  </a:lnTo>
                  <a:lnTo>
                    <a:pt x="19270" y="20259"/>
                  </a:lnTo>
                  <a:lnTo>
                    <a:pt x="19516" y="19115"/>
                  </a:lnTo>
                  <a:lnTo>
                    <a:pt x="19553" y="18884"/>
                  </a:lnTo>
                  <a:lnTo>
                    <a:pt x="19738" y="17776"/>
                  </a:lnTo>
                  <a:lnTo>
                    <a:pt x="19986" y="16290"/>
                  </a:lnTo>
                  <a:lnTo>
                    <a:pt x="20285" y="14511"/>
                  </a:lnTo>
                  <a:lnTo>
                    <a:pt x="20345" y="14169"/>
                  </a:lnTo>
                  <a:lnTo>
                    <a:pt x="20485" y="13378"/>
                  </a:lnTo>
                  <a:lnTo>
                    <a:pt x="20581" y="12021"/>
                  </a:lnTo>
                  <a:lnTo>
                    <a:pt x="20664" y="10859"/>
                  </a:lnTo>
                  <a:lnTo>
                    <a:pt x="20823" y="10808"/>
                  </a:lnTo>
                  <a:lnTo>
                    <a:pt x="20447" y="8420"/>
                  </a:lnTo>
                  <a:lnTo>
                    <a:pt x="19704" y="613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0" name="pg509"/>
            <p:cNvSpPr/>
            <p:nvPr/>
          </p:nvSpPr>
          <p:spPr>
            <a:xfrm>
              <a:off x="3096053" y="3311990"/>
              <a:ext cx="63997" cy="74941"/>
            </a:xfrm>
            <a:custGeom>
              <a:avLst/>
              <a:pathLst>
                <a:path w="63997" h="74941">
                  <a:moveTo>
                    <a:pt x="37261" y="11116"/>
                  </a:moveTo>
                  <a:lnTo>
                    <a:pt x="36857" y="16254"/>
                  </a:lnTo>
                  <a:lnTo>
                    <a:pt x="38313" y="17604"/>
                  </a:lnTo>
                  <a:lnTo>
                    <a:pt x="39762" y="18947"/>
                  </a:lnTo>
                  <a:lnTo>
                    <a:pt x="40089" y="19250"/>
                  </a:lnTo>
                  <a:lnTo>
                    <a:pt x="40457" y="19591"/>
                  </a:lnTo>
                  <a:lnTo>
                    <a:pt x="43762" y="22655"/>
                  </a:lnTo>
                  <a:lnTo>
                    <a:pt x="44268" y="23124"/>
                  </a:lnTo>
                  <a:lnTo>
                    <a:pt x="46416" y="24688"/>
                  </a:lnTo>
                  <a:lnTo>
                    <a:pt x="46015" y="25294"/>
                  </a:lnTo>
                  <a:lnTo>
                    <a:pt x="46342" y="25494"/>
                  </a:lnTo>
                  <a:lnTo>
                    <a:pt x="47706" y="26321"/>
                  </a:lnTo>
                  <a:lnTo>
                    <a:pt x="48128" y="25667"/>
                  </a:lnTo>
                  <a:lnTo>
                    <a:pt x="49520" y="26713"/>
                  </a:lnTo>
                  <a:lnTo>
                    <a:pt x="50246" y="27258"/>
                  </a:lnTo>
                  <a:lnTo>
                    <a:pt x="49830" y="29157"/>
                  </a:lnTo>
                  <a:lnTo>
                    <a:pt x="49583" y="30282"/>
                  </a:lnTo>
                  <a:lnTo>
                    <a:pt x="48991" y="30818"/>
                  </a:lnTo>
                  <a:lnTo>
                    <a:pt x="48675" y="31104"/>
                  </a:lnTo>
                  <a:lnTo>
                    <a:pt x="47054" y="32572"/>
                  </a:lnTo>
                  <a:lnTo>
                    <a:pt x="46041" y="33489"/>
                  </a:lnTo>
                  <a:lnTo>
                    <a:pt x="45819" y="33782"/>
                  </a:lnTo>
                  <a:lnTo>
                    <a:pt x="46494" y="34456"/>
                  </a:lnTo>
                  <a:lnTo>
                    <a:pt x="46921" y="34883"/>
                  </a:lnTo>
                  <a:lnTo>
                    <a:pt x="46810" y="35223"/>
                  </a:lnTo>
                  <a:lnTo>
                    <a:pt x="46733" y="35462"/>
                  </a:lnTo>
                  <a:lnTo>
                    <a:pt x="49160" y="37736"/>
                  </a:lnTo>
                  <a:lnTo>
                    <a:pt x="52719" y="34054"/>
                  </a:lnTo>
                  <a:lnTo>
                    <a:pt x="57480" y="38391"/>
                  </a:lnTo>
                  <a:lnTo>
                    <a:pt x="59478" y="40211"/>
                  </a:lnTo>
                  <a:lnTo>
                    <a:pt x="59522" y="40404"/>
                  </a:lnTo>
                  <a:lnTo>
                    <a:pt x="60678" y="46133"/>
                  </a:lnTo>
                  <a:lnTo>
                    <a:pt x="60983" y="48177"/>
                  </a:lnTo>
                  <a:lnTo>
                    <a:pt x="61024" y="48430"/>
                  </a:lnTo>
                  <a:lnTo>
                    <a:pt x="61976" y="54291"/>
                  </a:lnTo>
                  <a:lnTo>
                    <a:pt x="60436" y="56098"/>
                  </a:lnTo>
                  <a:lnTo>
                    <a:pt x="63997" y="59367"/>
                  </a:lnTo>
                  <a:lnTo>
                    <a:pt x="60776" y="62432"/>
                  </a:lnTo>
                  <a:lnTo>
                    <a:pt x="60549" y="62648"/>
                  </a:lnTo>
                  <a:lnTo>
                    <a:pt x="60253" y="62944"/>
                  </a:lnTo>
                  <a:lnTo>
                    <a:pt x="59984" y="63262"/>
                  </a:lnTo>
                  <a:lnTo>
                    <a:pt x="59593" y="63800"/>
                  </a:lnTo>
                  <a:lnTo>
                    <a:pt x="59103" y="64388"/>
                  </a:lnTo>
                  <a:lnTo>
                    <a:pt x="58418" y="65367"/>
                  </a:lnTo>
                  <a:lnTo>
                    <a:pt x="58002" y="66370"/>
                  </a:lnTo>
                  <a:lnTo>
                    <a:pt x="57693" y="67046"/>
                  </a:lnTo>
                  <a:lnTo>
                    <a:pt x="57488" y="67496"/>
                  </a:lnTo>
                  <a:lnTo>
                    <a:pt x="57188" y="68394"/>
                  </a:lnTo>
                  <a:lnTo>
                    <a:pt x="57120" y="68598"/>
                  </a:lnTo>
                  <a:lnTo>
                    <a:pt x="56925" y="69601"/>
                  </a:lnTo>
                  <a:lnTo>
                    <a:pt x="56753" y="70507"/>
                  </a:lnTo>
                  <a:lnTo>
                    <a:pt x="56582" y="71682"/>
                  </a:lnTo>
                  <a:lnTo>
                    <a:pt x="55624" y="74941"/>
                  </a:lnTo>
                  <a:lnTo>
                    <a:pt x="52519" y="72587"/>
                  </a:lnTo>
                  <a:lnTo>
                    <a:pt x="52153" y="72262"/>
                  </a:lnTo>
                  <a:lnTo>
                    <a:pt x="44998" y="65881"/>
                  </a:lnTo>
                  <a:lnTo>
                    <a:pt x="44565" y="65495"/>
                  </a:lnTo>
                  <a:lnTo>
                    <a:pt x="41652" y="62895"/>
                  </a:lnTo>
                  <a:lnTo>
                    <a:pt x="40445" y="61818"/>
                  </a:lnTo>
                  <a:lnTo>
                    <a:pt x="40128" y="61544"/>
                  </a:lnTo>
                  <a:lnTo>
                    <a:pt x="39202" y="60745"/>
                  </a:lnTo>
                  <a:lnTo>
                    <a:pt x="35991" y="57975"/>
                  </a:lnTo>
                  <a:lnTo>
                    <a:pt x="35638" y="57672"/>
                  </a:lnTo>
                  <a:lnTo>
                    <a:pt x="28811" y="51793"/>
                  </a:lnTo>
                  <a:lnTo>
                    <a:pt x="26855" y="50109"/>
                  </a:lnTo>
                  <a:lnTo>
                    <a:pt x="23000" y="46814"/>
                  </a:lnTo>
                  <a:lnTo>
                    <a:pt x="22436" y="46319"/>
                  </a:lnTo>
                  <a:lnTo>
                    <a:pt x="18570" y="42922"/>
                  </a:lnTo>
                  <a:lnTo>
                    <a:pt x="18229" y="42600"/>
                  </a:lnTo>
                  <a:lnTo>
                    <a:pt x="18101" y="42480"/>
                  </a:lnTo>
                  <a:lnTo>
                    <a:pt x="14110" y="38719"/>
                  </a:lnTo>
                  <a:lnTo>
                    <a:pt x="13892" y="38514"/>
                  </a:lnTo>
                  <a:lnTo>
                    <a:pt x="17392" y="34525"/>
                  </a:lnTo>
                  <a:lnTo>
                    <a:pt x="17624" y="34262"/>
                  </a:lnTo>
                  <a:lnTo>
                    <a:pt x="19362" y="32292"/>
                  </a:lnTo>
                  <a:lnTo>
                    <a:pt x="19547" y="32070"/>
                  </a:lnTo>
                  <a:lnTo>
                    <a:pt x="17027" y="29539"/>
                  </a:lnTo>
                  <a:lnTo>
                    <a:pt x="16695" y="29206"/>
                  </a:lnTo>
                  <a:lnTo>
                    <a:pt x="16048" y="28556"/>
                  </a:lnTo>
                  <a:lnTo>
                    <a:pt x="15316" y="27821"/>
                  </a:lnTo>
                  <a:lnTo>
                    <a:pt x="17786" y="25284"/>
                  </a:lnTo>
                  <a:lnTo>
                    <a:pt x="17539" y="25286"/>
                  </a:lnTo>
                  <a:lnTo>
                    <a:pt x="16972" y="25277"/>
                  </a:lnTo>
                  <a:lnTo>
                    <a:pt x="13013" y="25214"/>
                  </a:lnTo>
                  <a:lnTo>
                    <a:pt x="9728" y="25162"/>
                  </a:lnTo>
                  <a:lnTo>
                    <a:pt x="7205" y="24937"/>
                  </a:lnTo>
                  <a:lnTo>
                    <a:pt x="6431" y="24432"/>
                  </a:lnTo>
                  <a:lnTo>
                    <a:pt x="2776" y="24398"/>
                  </a:lnTo>
                  <a:lnTo>
                    <a:pt x="2328" y="24350"/>
                  </a:lnTo>
                  <a:lnTo>
                    <a:pt x="1764" y="21294"/>
                  </a:lnTo>
                  <a:lnTo>
                    <a:pt x="1960" y="21102"/>
                  </a:lnTo>
                  <a:lnTo>
                    <a:pt x="2156" y="20910"/>
                  </a:lnTo>
                  <a:lnTo>
                    <a:pt x="1836" y="20294"/>
                  </a:lnTo>
                  <a:lnTo>
                    <a:pt x="1739" y="20108"/>
                  </a:lnTo>
                  <a:lnTo>
                    <a:pt x="1503" y="18576"/>
                  </a:lnTo>
                  <a:lnTo>
                    <a:pt x="1588" y="18011"/>
                  </a:lnTo>
                  <a:lnTo>
                    <a:pt x="1622" y="17784"/>
                  </a:lnTo>
                  <a:lnTo>
                    <a:pt x="2607" y="18027"/>
                  </a:lnTo>
                  <a:lnTo>
                    <a:pt x="1095" y="16075"/>
                  </a:lnTo>
                  <a:lnTo>
                    <a:pt x="535" y="15354"/>
                  </a:lnTo>
                  <a:lnTo>
                    <a:pt x="312" y="14685"/>
                  </a:lnTo>
                  <a:lnTo>
                    <a:pt x="107" y="14069"/>
                  </a:lnTo>
                  <a:lnTo>
                    <a:pt x="0" y="13747"/>
                  </a:lnTo>
                  <a:lnTo>
                    <a:pt x="274" y="13206"/>
                  </a:lnTo>
                  <a:lnTo>
                    <a:pt x="566" y="12629"/>
                  </a:lnTo>
                  <a:lnTo>
                    <a:pt x="1172" y="11852"/>
                  </a:lnTo>
                  <a:lnTo>
                    <a:pt x="1356" y="11615"/>
                  </a:lnTo>
                  <a:lnTo>
                    <a:pt x="1655" y="11458"/>
                  </a:lnTo>
                  <a:lnTo>
                    <a:pt x="2490" y="11019"/>
                  </a:lnTo>
                  <a:lnTo>
                    <a:pt x="4133" y="10757"/>
                  </a:lnTo>
                  <a:lnTo>
                    <a:pt x="4958" y="10774"/>
                  </a:lnTo>
                  <a:lnTo>
                    <a:pt x="5999" y="10796"/>
                  </a:lnTo>
                  <a:lnTo>
                    <a:pt x="6902" y="11046"/>
                  </a:lnTo>
                  <a:lnTo>
                    <a:pt x="8004" y="10864"/>
                  </a:lnTo>
                  <a:lnTo>
                    <a:pt x="8596" y="10766"/>
                  </a:lnTo>
                  <a:lnTo>
                    <a:pt x="9452" y="10109"/>
                  </a:lnTo>
                  <a:lnTo>
                    <a:pt x="9620" y="9826"/>
                  </a:lnTo>
                  <a:lnTo>
                    <a:pt x="9974" y="9230"/>
                  </a:lnTo>
                  <a:lnTo>
                    <a:pt x="10084" y="8970"/>
                  </a:lnTo>
                  <a:lnTo>
                    <a:pt x="10463" y="8075"/>
                  </a:lnTo>
                  <a:lnTo>
                    <a:pt x="10842" y="7179"/>
                  </a:lnTo>
                  <a:lnTo>
                    <a:pt x="11419" y="7429"/>
                  </a:lnTo>
                  <a:lnTo>
                    <a:pt x="11253" y="8530"/>
                  </a:lnTo>
                  <a:lnTo>
                    <a:pt x="11393" y="8583"/>
                  </a:lnTo>
                  <a:lnTo>
                    <a:pt x="16472" y="10524"/>
                  </a:lnTo>
                  <a:lnTo>
                    <a:pt x="18099" y="11115"/>
                  </a:lnTo>
                  <a:lnTo>
                    <a:pt x="19800" y="11732"/>
                  </a:lnTo>
                  <a:lnTo>
                    <a:pt x="19941" y="11037"/>
                  </a:lnTo>
                  <a:lnTo>
                    <a:pt x="23433" y="11297"/>
                  </a:lnTo>
                  <a:lnTo>
                    <a:pt x="23776" y="11207"/>
                  </a:lnTo>
                  <a:lnTo>
                    <a:pt x="24106" y="11120"/>
                  </a:lnTo>
                  <a:lnTo>
                    <a:pt x="24248" y="10780"/>
                  </a:lnTo>
                  <a:lnTo>
                    <a:pt x="24964" y="9064"/>
                  </a:lnTo>
                  <a:lnTo>
                    <a:pt x="25573" y="8835"/>
                  </a:lnTo>
                  <a:lnTo>
                    <a:pt x="31234" y="6704"/>
                  </a:lnTo>
                  <a:lnTo>
                    <a:pt x="31652" y="6692"/>
                  </a:lnTo>
                  <a:lnTo>
                    <a:pt x="31811" y="6390"/>
                  </a:lnTo>
                  <a:lnTo>
                    <a:pt x="32578" y="4934"/>
                  </a:lnTo>
                  <a:lnTo>
                    <a:pt x="33219" y="3719"/>
                  </a:lnTo>
                  <a:lnTo>
                    <a:pt x="33505" y="3175"/>
                  </a:lnTo>
                  <a:lnTo>
                    <a:pt x="35558" y="1628"/>
                  </a:lnTo>
                  <a:lnTo>
                    <a:pt x="36253" y="1252"/>
                  </a:lnTo>
                  <a:lnTo>
                    <a:pt x="37741" y="693"/>
                  </a:lnTo>
                  <a:lnTo>
                    <a:pt x="39097" y="184"/>
                  </a:lnTo>
                  <a:lnTo>
                    <a:pt x="39418" y="82"/>
                  </a:lnTo>
                  <a:lnTo>
                    <a:pt x="39693" y="0"/>
                  </a:lnTo>
                  <a:lnTo>
                    <a:pt x="39863" y="198"/>
                  </a:lnTo>
                  <a:lnTo>
                    <a:pt x="41083" y="2069"/>
                  </a:lnTo>
                  <a:lnTo>
                    <a:pt x="39538" y="3581"/>
                  </a:lnTo>
                  <a:lnTo>
                    <a:pt x="39145" y="3966"/>
                  </a:lnTo>
                  <a:lnTo>
                    <a:pt x="39057" y="4347"/>
                  </a:lnTo>
                  <a:lnTo>
                    <a:pt x="38680" y="6471"/>
                  </a:lnTo>
                  <a:lnTo>
                    <a:pt x="38359" y="6814"/>
                  </a:lnTo>
                  <a:lnTo>
                    <a:pt x="37791" y="7421"/>
                  </a:lnTo>
                  <a:lnTo>
                    <a:pt x="37521" y="7821"/>
                  </a:lnTo>
                  <a:lnTo>
                    <a:pt x="37368" y="9761"/>
                  </a:lnTo>
                  <a:lnTo>
                    <a:pt x="37331" y="1023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1" name="pg510"/>
            <p:cNvSpPr/>
            <p:nvPr/>
          </p:nvSpPr>
          <p:spPr>
            <a:xfrm>
              <a:off x="3068921" y="3291358"/>
              <a:ext cx="40580" cy="44981"/>
            </a:xfrm>
            <a:custGeom>
              <a:avLst/>
              <a:pathLst>
                <a:path w="40580" h="44981">
                  <a:moveTo>
                    <a:pt x="24806" y="4495"/>
                  </a:moveTo>
                  <a:lnTo>
                    <a:pt x="27649" y="4728"/>
                  </a:lnTo>
                  <a:lnTo>
                    <a:pt x="28360" y="4709"/>
                  </a:lnTo>
                  <a:lnTo>
                    <a:pt x="28686" y="4700"/>
                  </a:lnTo>
                  <a:lnTo>
                    <a:pt x="31047" y="4993"/>
                  </a:lnTo>
                  <a:lnTo>
                    <a:pt x="30513" y="6556"/>
                  </a:lnTo>
                  <a:lnTo>
                    <a:pt x="30029" y="8510"/>
                  </a:lnTo>
                  <a:lnTo>
                    <a:pt x="30087" y="9024"/>
                  </a:lnTo>
                  <a:lnTo>
                    <a:pt x="31126" y="8899"/>
                  </a:lnTo>
                  <a:lnTo>
                    <a:pt x="31831" y="8814"/>
                  </a:lnTo>
                  <a:lnTo>
                    <a:pt x="31973" y="8793"/>
                  </a:lnTo>
                  <a:lnTo>
                    <a:pt x="32893" y="8655"/>
                  </a:lnTo>
                  <a:lnTo>
                    <a:pt x="33904" y="8503"/>
                  </a:lnTo>
                  <a:lnTo>
                    <a:pt x="34248" y="8452"/>
                  </a:lnTo>
                  <a:lnTo>
                    <a:pt x="37635" y="7767"/>
                  </a:lnTo>
                  <a:lnTo>
                    <a:pt x="38243" y="8984"/>
                  </a:lnTo>
                  <a:lnTo>
                    <a:pt x="38229" y="9500"/>
                  </a:lnTo>
                  <a:lnTo>
                    <a:pt x="37134" y="11369"/>
                  </a:lnTo>
                  <a:lnTo>
                    <a:pt x="36597" y="11966"/>
                  </a:lnTo>
                  <a:lnTo>
                    <a:pt x="35698" y="13006"/>
                  </a:lnTo>
                  <a:lnTo>
                    <a:pt x="36275" y="13981"/>
                  </a:lnTo>
                  <a:lnTo>
                    <a:pt x="36689" y="14635"/>
                  </a:lnTo>
                  <a:lnTo>
                    <a:pt x="36812" y="14828"/>
                  </a:lnTo>
                  <a:lnTo>
                    <a:pt x="37074" y="14926"/>
                  </a:lnTo>
                  <a:lnTo>
                    <a:pt x="38088" y="15306"/>
                  </a:lnTo>
                  <a:lnTo>
                    <a:pt x="38899" y="15580"/>
                  </a:lnTo>
                  <a:lnTo>
                    <a:pt x="40580" y="15685"/>
                  </a:lnTo>
                  <a:lnTo>
                    <a:pt x="40434" y="16417"/>
                  </a:lnTo>
                  <a:lnTo>
                    <a:pt x="40162" y="17798"/>
                  </a:lnTo>
                  <a:lnTo>
                    <a:pt x="40066" y="18333"/>
                  </a:lnTo>
                  <a:lnTo>
                    <a:pt x="40033" y="18520"/>
                  </a:lnTo>
                  <a:lnTo>
                    <a:pt x="39837" y="19622"/>
                  </a:lnTo>
                  <a:lnTo>
                    <a:pt x="39744" y="20143"/>
                  </a:lnTo>
                  <a:lnTo>
                    <a:pt x="39662" y="20684"/>
                  </a:lnTo>
                  <a:lnTo>
                    <a:pt x="39262" y="23320"/>
                  </a:lnTo>
                  <a:lnTo>
                    <a:pt x="39078" y="24544"/>
                  </a:lnTo>
                  <a:lnTo>
                    <a:pt x="39026" y="24894"/>
                  </a:lnTo>
                  <a:lnTo>
                    <a:pt x="38785" y="26499"/>
                  </a:lnTo>
                  <a:lnTo>
                    <a:pt x="38487" y="28032"/>
                  </a:lnTo>
                  <a:lnTo>
                    <a:pt x="37965" y="27831"/>
                  </a:lnTo>
                  <a:lnTo>
                    <a:pt x="37594" y="28706"/>
                  </a:lnTo>
                  <a:lnTo>
                    <a:pt x="37163" y="29726"/>
                  </a:lnTo>
                  <a:lnTo>
                    <a:pt x="37106" y="29861"/>
                  </a:lnTo>
                  <a:lnTo>
                    <a:pt x="36706" y="30535"/>
                  </a:lnTo>
                  <a:lnTo>
                    <a:pt x="36584" y="30740"/>
                  </a:lnTo>
                  <a:lnTo>
                    <a:pt x="35721" y="31398"/>
                  </a:lnTo>
                  <a:lnTo>
                    <a:pt x="35136" y="31495"/>
                  </a:lnTo>
                  <a:lnTo>
                    <a:pt x="34034" y="31677"/>
                  </a:lnTo>
                  <a:lnTo>
                    <a:pt x="33131" y="31427"/>
                  </a:lnTo>
                  <a:lnTo>
                    <a:pt x="32086" y="31405"/>
                  </a:lnTo>
                  <a:lnTo>
                    <a:pt x="31265" y="31389"/>
                  </a:lnTo>
                  <a:lnTo>
                    <a:pt x="29621" y="31650"/>
                  </a:lnTo>
                  <a:lnTo>
                    <a:pt x="28787" y="32089"/>
                  </a:lnTo>
                  <a:lnTo>
                    <a:pt x="28488" y="32246"/>
                  </a:lnTo>
                  <a:lnTo>
                    <a:pt x="28302" y="32485"/>
                  </a:lnTo>
                  <a:lnTo>
                    <a:pt x="27698" y="33260"/>
                  </a:lnTo>
                  <a:lnTo>
                    <a:pt x="27379" y="33890"/>
                  </a:lnTo>
                  <a:lnTo>
                    <a:pt x="27131" y="34378"/>
                  </a:lnTo>
                  <a:lnTo>
                    <a:pt x="27238" y="34700"/>
                  </a:lnTo>
                  <a:lnTo>
                    <a:pt x="27444" y="35316"/>
                  </a:lnTo>
                  <a:lnTo>
                    <a:pt x="27667" y="35985"/>
                  </a:lnTo>
                  <a:lnTo>
                    <a:pt x="28226" y="36707"/>
                  </a:lnTo>
                  <a:lnTo>
                    <a:pt x="29677" y="38642"/>
                  </a:lnTo>
                  <a:lnTo>
                    <a:pt x="28753" y="38415"/>
                  </a:lnTo>
                  <a:lnTo>
                    <a:pt x="28719" y="38642"/>
                  </a:lnTo>
                  <a:lnTo>
                    <a:pt x="28635" y="39207"/>
                  </a:lnTo>
                  <a:lnTo>
                    <a:pt x="28871" y="40740"/>
                  </a:lnTo>
                  <a:lnTo>
                    <a:pt x="28967" y="40925"/>
                  </a:lnTo>
                  <a:lnTo>
                    <a:pt x="29288" y="41541"/>
                  </a:lnTo>
                  <a:lnTo>
                    <a:pt x="29092" y="41733"/>
                  </a:lnTo>
                  <a:lnTo>
                    <a:pt x="28895" y="41926"/>
                  </a:lnTo>
                  <a:lnTo>
                    <a:pt x="29460" y="44981"/>
                  </a:lnTo>
                  <a:lnTo>
                    <a:pt x="29011" y="44933"/>
                  </a:lnTo>
                  <a:lnTo>
                    <a:pt x="28148" y="43937"/>
                  </a:lnTo>
                  <a:lnTo>
                    <a:pt x="27203" y="42752"/>
                  </a:lnTo>
                  <a:lnTo>
                    <a:pt x="26816" y="41478"/>
                  </a:lnTo>
                  <a:lnTo>
                    <a:pt x="26154" y="41163"/>
                  </a:lnTo>
                  <a:lnTo>
                    <a:pt x="25343" y="41069"/>
                  </a:lnTo>
                  <a:lnTo>
                    <a:pt x="24610" y="40255"/>
                  </a:lnTo>
                  <a:lnTo>
                    <a:pt x="24570" y="39805"/>
                  </a:lnTo>
                  <a:lnTo>
                    <a:pt x="24512" y="39131"/>
                  </a:lnTo>
                  <a:lnTo>
                    <a:pt x="23724" y="37876"/>
                  </a:lnTo>
                  <a:lnTo>
                    <a:pt x="23313" y="36762"/>
                  </a:lnTo>
                  <a:lnTo>
                    <a:pt x="22447" y="36300"/>
                  </a:lnTo>
                  <a:lnTo>
                    <a:pt x="21196" y="34878"/>
                  </a:lnTo>
                  <a:lnTo>
                    <a:pt x="19558" y="33987"/>
                  </a:lnTo>
                  <a:lnTo>
                    <a:pt x="20021" y="33762"/>
                  </a:lnTo>
                  <a:lnTo>
                    <a:pt x="20230" y="33673"/>
                  </a:lnTo>
                  <a:lnTo>
                    <a:pt x="20879" y="32690"/>
                  </a:lnTo>
                  <a:lnTo>
                    <a:pt x="20258" y="32194"/>
                  </a:lnTo>
                  <a:lnTo>
                    <a:pt x="19809" y="31643"/>
                  </a:lnTo>
                  <a:lnTo>
                    <a:pt x="18188" y="31898"/>
                  </a:lnTo>
                  <a:lnTo>
                    <a:pt x="16448" y="32251"/>
                  </a:lnTo>
                  <a:lnTo>
                    <a:pt x="16108" y="32321"/>
                  </a:lnTo>
                  <a:lnTo>
                    <a:pt x="14431" y="32893"/>
                  </a:lnTo>
                  <a:lnTo>
                    <a:pt x="13898" y="33083"/>
                  </a:lnTo>
                  <a:lnTo>
                    <a:pt x="13512" y="32723"/>
                  </a:lnTo>
                  <a:lnTo>
                    <a:pt x="10898" y="30512"/>
                  </a:lnTo>
                  <a:lnTo>
                    <a:pt x="9555" y="29376"/>
                  </a:lnTo>
                  <a:lnTo>
                    <a:pt x="1911" y="25411"/>
                  </a:lnTo>
                  <a:lnTo>
                    <a:pt x="863" y="22803"/>
                  </a:lnTo>
                  <a:lnTo>
                    <a:pt x="0" y="20515"/>
                  </a:lnTo>
                  <a:lnTo>
                    <a:pt x="10346" y="5151"/>
                  </a:lnTo>
                  <a:lnTo>
                    <a:pt x="10891" y="4344"/>
                  </a:lnTo>
                  <a:lnTo>
                    <a:pt x="11928" y="2803"/>
                  </a:lnTo>
                  <a:lnTo>
                    <a:pt x="21700" y="1346"/>
                  </a:lnTo>
                  <a:lnTo>
                    <a:pt x="21752" y="1115"/>
                  </a:lnTo>
                  <a:lnTo>
                    <a:pt x="21887" y="509"/>
                  </a:lnTo>
                  <a:lnTo>
                    <a:pt x="22000" y="0"/>
                  </a:lnTo>
                  <a:lnTo>
                    <a:pt x="22813" y="305"/>
                  </a:lnTo>
                  <a:lnTo>
                    <a:pt x="22768" y="2045"/>
                  </a:lnTo>
                  <a:lnTo>
                    <a:pt x="22920" y="2486"/>
                  </a:lnTo>
                  <a:lnTo>
                    <a:pt x="23448" y="391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2" name="pg511"/>
            <p:cNvSpPr/>
            <p:nvPr/>
          </p:nvSpPr>
          <p:spPr>
            <a:xfrm>
              <a:off x="3049936" y="3316770"/>
              <a:ext cx="101741" cy="101805"/>
            </a:xfrm>
            <a:custGeom>
              <a:avLst/>
              <a:pathLst>
                <a:path w="101741" h="101805">
                  <a:moveTo>
                    <a:pt x="32939" y="7647"/>
                  </a:moveTo>
                  <a:lnTo>
                    <a:pt x="33416" y="7482"/>
                  </a:lnTo>
                  <a:lnTo>
                    <a:pt x="35093" y="6909"/>
                  </a:lnTo>
                  <a:lnTo>
                    <a:pt x="35574" y="6850"/>
                  </a:lnTo>
                  <a:lnTo>
                    <a:pt x="37173" y="6487"/>
                  </a:lnTo>
                  <a:lnTo>
                    <a:pt x="38797" y="6235"/>
                  </a:lnTo>
                  <a:lnTo>
                    <a:pt x="39243" y="6782"/>
                  </a:lnTo>
                  <a:lnTo>
                    <a:pt x="39864" y="7279"/>
                  </a:lnTo>
                  <a:lnTo>
                    <a:pt x="39195" y="8270"/>
                  </a:lnTo>
                  <a:lnTo>
                    <a:pt x="39006" y="8351"/>
                  </a:lnTo>
                  <a:lnTo>
                    <a:pt x="38545" y="8576"/>
                  </a:lnTo>
                  <a:lnTo>
                    <a:pt x="40181" y="9467"/>
                  </a:lnTo>
                  <a:lnTo>
                    <a:pt x="41432" y="10888"/>
                  </a:lnTo>
                  <a:lnTo>
                    <a:pt x="42512" y="11570"/>
                  </a:lnTo>
                  <a:lnTo>
                    <a:pt x="42709" y="12464"/>
                  </a:lnTo>
                  <a:lnTo>
                    <a:pt x="43497" y="13719"/>
                  </a:lnTo>
                  <a:lnTo>
                    <a:pt x="43560" y="14451"/>
                  </a:lnTo>
                  <a:lnTo>
                    <a:pt x="43707" y="14968"/>
                  </a:lnTo>
                  <a:lnTo>
                    <a:pt x="44433" y="15670"/>
                  </a:lnTo>
                  <a:lnTo>
                    <a:pt x="45139" y="15752"/>
                  </a:lnTo>
                  <a:lnTo>
                    <a:pt x="45801" y="16067"/>
                  </a:lnTo>
                  <a:lnTo>
                    <a:pt x="46188" y="17341"/>
                  </a:lnTo>
                  <a:lnTo>
                    <a:pt x="47204" y="18615"/>
                  </a:lnTo>
                  <a:lnTo>
                    <a:pt x="47996" y="19522"/>
                  </a:lnTo>
                  <a:lnTo>
                    <a:pt x="48445" y="19570"/>
                  </a:lnTo>
                  <a:lnTo>
                    <a:pt x="48893" y="19617"/>
                  </a:lnTo>
                  <a:lnTo>
                    <a:pt x="52679" y="19737"/>
                  </a:lnTo>
                  <a:lnTo>
                    <a:pt x="53322" y="20157"/>
                  </a:lnTo>
                  <a:lnTo>
                    <a:pt x="55845" y="20381"/>
                  </a:lnTo>
                  <a:lnTo>
                    <a:pt x="59129" y="20434"/>
                  </a:lnTo>
                  <a:lnTo>
                    <a:pt x="63128" y="20498"/>
                  </a:lnTo>
                  <a:lnTo>
                    <a:pt x="63655" y="20506"/>
                  </a:lnTo>
                  <a:lnTo>
                    <a:pt x="63903" y="20503"/>
                  </a:lnTo>
                  <a:lnTo>
                    <a:pt x="61433" y="23041"/>
                  </a:lnTo>
                  <a:lnTo>
                    <a:pt x="62165" y="23776"/>
                  </a:lnTo>
                  <a:lnTo>
                    <a:pt x="62812" y="24425"/>
                  </a:lnTo>
                  <a:lnTo>
                    <a:pt x="63144" y="24759"/>
                  </a:lnTo>
                  <a:lnTo>
                    <a:pt x="65670" y="27295"/>
                  </a:lnTo>
                  <a:lnTo>
                    <a:pt x="65479" y="27512"/>
                  </a:lnTo>
                  <a:lnTo>
                    <a:pt x="63741" y="29481"/>
                  </a:lnTo>
                  <a:lnTo>
                    <a:pt x="63509" y="29744"/>
                  </a:lnTo>
                  <a:lnTo>
                    <a:pt x="60009" y="33734"/>
                  </a:lnTo>
                  <a:lnTo>
                    <a:pt x="60298" y="34006"/>
                  </a:lnTo>
                  <a:lnTo>
                    <a:pt x="64217" y="37699"/>
                  </a:lnTo>
                  <a:lnTo>
                    <a:pt x="64345" y="37820"/>
                  </a:lnTo>
                  <a:lnTo>
                    <a:pt x="64686" y="38141"/>
                  </a:lnTo>
                  <a:lnTo>
                    <a:pt x="68553" y="41538"/>
                  </a:lnTo>
                  <a:lnTo>
                    <a:pt x="69117" y="42033"/>
                  </a:lnTo>
                  <a:lnTo>
                    <a:pt x="73023" y="45372"/>
                  </a:lnTo>
                  <a:lnTo>
                    <a:pt x="74928" y="47012"/>
                  </a:lnTo>
                  <a:lnTo>
                    <a:pt x="81755" y="52891"/>
                  </a:lnTo>
                  <a:lnTo>
                    <a:pt x="82107" y="53195"/>
                  </a:lnTo>
                  <a:lnTo>
                    <a:pt x="85318" y="55965"/>
                  </a:lnTo>
                  <a:lnTo>
                    <a:pt x="86245" y="56764"/>
                  </a:lnTo>
                  <a:lnTo>
                    <a:pt x="86562" y="57038"/>
                  </a:lnTo>
                  <a:lnTo>
                    <a:pt x="87769" y="58114"/>
                  </a:lnTo>
                  <a:lnTo>
                    <a:pt x="90683" y="60716"/>
                  </a:lnTo>
                  <a:lnTo>
                    <a:pt x="91115" y="61101"/>
                  </a:lnTo>
                  <a:lnTo>
                    <a:pt x="98322" y="67528"/>
                  </a:lnTo>
                  <a:lnTo>
                    <a:pt x="98636" y="67807"/>
                  </a:lnTo>
                  <a:lnTo>
                    <a:pt x="101741" y="70161"/>
                  </a:lnTo>
                  <a:lnTo>
                    <a:pt x="100601" y="74037"/>
                  </a:lnTo>
                  <a:lnTo>
                    <a:pt x="100496" y="74391"/>
                  </a:lnTo>
                  <a:lnTo>
                    <a:pt x="95558" y="79430"/>
                  </a:lnTo>
                  <a:lnTo>
                    <a:pt x="94493" y="80517"/>
                  </a:lnTo>
                  <a:lnTo>
                    <a:pt x="89820" y="85142"/>
                  </a:lnTo>
                  <a:lnTo>
                    <a:pt x="88922" y="84994"/>
                  </a:lnTo>
                  <a:lnTo>
                    <a:pt x="88600" y="84941"/>
                  </a:lnTo>
                  <a:lnTo>
                    <a:pt x="88157" y="88629"/>
                  </a:lnTo>
                  <a:lnTo>
                    <a:pt x="88135" y="88808"/>
                  </a:lnTo>
                  <a:lnTo>
                    <a:pt x="86128" y="101805"/>
                  </a:lnTo>
                  <a:lnTo>
                    <a:pt x="80155" y="100841"/>
                  </a:lnTo>
                  <a:lnTo>
                    <a:pt x="79911" y="100802"/>
                  </a:lnTo>
                  <a:lnTo>
                    <a:pt x="79072" y="100700"/>
                  </a:lnTo>
                  <a:lnTo>
                    <a:pt x="77292" y="100483"/>
                  </a:lnTo>
                  <a:lnTo>
                    <a:pt x="74428" y="99725"/>
                  </a:lnTo>
                  <a:lnTo>
                    <a:pt x="72216" y="98747"/>
                  </a:lnTo>
                  <a:lnTo>
                    <a:pt x="70427" y="97816"/>
                  </a:lnTo>
                  <a:lnTo>
                    <a:pt x="67072" y="95094"/>
                  </a:lnTo>
                  <a:lnTo>
                    <a:pt x="63494" y="91814"/>
                  </a:lnTo>
                  <a:lnTo>
                    <a:pt x="59021" y="87975"/>
                  </a:lnTo>
                  <a:lnTo>
                    <a:pt x="55777" y="86018"/>
                  </a:lnTo>
                  <a:lnTo>
                    <a:pt x="53555" y="84731"/>
                  </a:lnTo>
                  <a:lnTo>
                    <a:pt x="53262" y="84561"/>
                  </a:lnTo>
                  <a:lnTo>
                    <a:pt x="46301" y="82402"/>
                  </a:lnTo>
                  <a:lnTo>
                    <a:pt x="43857" y="81644"/>
                  </a:lnTo>
                  <a:lnTo>
                    <a:pt x="38705" y="81843"/>
                  </a:lnTo>
                  <a:lnTo>
                    <a:pt x="37826" y="81877"/>
                  </a:lnTo>
                  <a:lnTo>
                    <a:pt x="37684" y="81883"/>
                  </a:lnTo>
                  <a:lnTo>
                    <a:pt x="37567" y="77420"/>
                  </a:lnTo>
                  <a:lnTo>
                    <a:pt x="37551" y="76822"/>
                  </a:lnTo>
                  <a:lnTo>
                    <a:pt x="37495" y="75228"/>
                  </a:lnTo>
                  <a:lnTo>
                    <a:pt x="37145" y="74788"/>
                  </a:lnTo>
                  <a:lnTo>
                    <a:pt x="37151" y="74975"/>
                  </a:lnTo>
                  <a:lnTo>
                    <a:pt x="34806" y="75088"/>
                  </a:lnTo>
                  <a:lnTo>
                    <a:pt x="33424" y="75154"/>
                  </a:lnTo>
                  <a:lnTo>
                    <a:pt x="33288" y="75160"/>
                  </a:lnTo>
                  <a:lnTo>
                    <a:pt x="33132" y="75074"/>
                  </a:lnTo>
                  <a:lnTo>
                    <a:pt x="32804" y="74893"/>
                  </a:lnTo>
                  <a:lnTo>
                    <a:pt x="30372" y="73547"/>
                  </a:lnTo>
                  <a:lnTo>
                    <a:pt x="30557" y="72818"/>
                  </a:lnTo>
                  <a:lnTo>
                    <a:pt x="29684" y="72599"/>
                  </a:lnTo>
                  <a:lnTo>
                    <a:pt x="29245" y="72490"/>
                  </a:lnTo>
                  <a:lnTo>
                    <a:pt x="27478" y="72346"/>
                  </a:lnTo>
                  <a:lnTo>
                    <a:pt x="26681" y="72281"/>
                  </a:lnTo>
                  <a:lnTo>
                    <a:pt x="23861" y="70443"/>
                  </a:lnTo>
                  <a:lnTo>
                    <a:pt x="22985" y="68547"/>
                  </a:lnTo>
                  <a:lnTo>
                    <a:pt x="23440" y="67117"/>
                  </a:lnTo>
                  <a:lnTo>
                    <a:pt x="19486" y="68884"/>
                  </a:lnTo>
                  <a:lnTo>
                    <a:pt x="18321" y="69411"/>
                  </a:lnTo>
                  <a:lnTo>
                    <a:pt x="17247" y="67312"/>
                  </a:lnTo>
                  <a:lnTo>
                    <a:pt x="16493" y="65838"/>
                  </a:lnTo>
                  <a:lnTo>
                    <a:pt x="14027" y="61014"/>
                  </a:lnTo>
                  <a:lnTo>
                    <a:pt x="11069" y="41739"/>
                  </a:lnTo>
                  <a:lnTo>
                    <a:pt x="6584" y="34201"/>
                  </a:lnTo>
                  <a:lnTo>
                    <a:pt x="1431" y="28189"/>
                  </a:lnTo>
                  <a:lnTo>
                    <a:pt x="0" y="26376"/>
                  </a:lnTo>
                  <a:lnTo>
                    <a:pt x="2003" y="19983"/>
                  </a:lnTo>
                  <a:lnTo>
                    <a:pt x="1219" y="12283"/>
                  </a:lnTo>
                  <a:lnTo>
                    <a:pt x="989" y="10138"/>
                  </a:lnTo>
                  <a:lnTo>
                    <a:pt x="20896" y="0"/>
                  </a:lnTo>
                  <a:lnTo>
                    <a:pt x="28540" y="3964"/>
                  </a:lnTo>
                  <a:lnTo>
                    <a:pt x="29883" y="5101"/>
                  </a:lnTo>
                  <a:lnTo>
                    <a:pt x="32544" y="736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3" name="pg512"/>
            <p:cNvSpPr/>
            <p:nvPr/>
          </p:nvSpPr>
          <p:spPr>
            <a:xfrm>
              <a:off x="2977694" y="3317296"/>
              <a:ext cx="110948" cy="103580"/>
            </a:xfrm>
            <a:custGeom>
              <a:avLst/>
              <a:pathLst>
                <a:path w="110948" h="103580">
                  <a:moveTo>
                    <a:pt x="30969" y="1361"/>
                  </a:moveTo>
                  <a:lnTo>
                    <a:pt x="37263" y="2282"/>
                  </a:lnTo>
                  <a:lnTo>
                    <a:pt x="38726" y="1806"/>
                  </a:lnTo>
                  <a:lnTo>
                    <a:pt x="41249" y="1600"/>
                  </a:lnTo>
                  <a:lnTo>
                    <a:pt x="42247" y="1539"/>
                  </a:lnTo>
                  <a:lnTo>
                    <a:pt x="42466" y="1525"/>
                  </a:lnTo>
                  <a:lnTo>
                    <a:pt x="43866" y="2436"/>
                  </a:lnTo>
                  <a:lnTo>
                    <a:pt x="46252" y="3987"/>
                  </a:lnTo>
                  <a:lnTo>
                    <a:pt x="47408" y="4913"/>
                  </a:lnTo>
                  <a:lnTo>
                    <a:pt x="48422" y="5725"/>
                  </a:lnTo>
                  <a:lnTo>
                    <a:pt x="50631" y="7495"/>
                  </a:lnTo>
                  <a:lnTo>
                    <a:pt x="52438" y="8020"/>
                  </a:lnTo>
                  <a:lnTo>
                    <a:pt x="54894" y="8733"/>
                  </a:lnTo>
                  <a:lnTo>
                    <a:pt x="58404" y="9136"/>
                  </a:lnTo>
                  <a:lnTo>
                    <a:pt x="63650" y="9922"/>
                  </a:lnTo>
                  <a:lnTo>
                    <a:pt x="69192" y="11641"/>
                  </a:lnTo>
                  <a:lnTo>
                    <a:pt x="73471" y="11850"/>
                  </a:lnTo>
                  <a:lnTo>
                    <a:pt x="74246" y="19456"/>
                  </a:lnTo>
                  <a:lnTo>
                    <a:pt x="72242" y="25849"/>
                  </a:lnTo>
                  <a:lnTo>
                    <a:pt x="73673" y="27662"/>
                  </a:lnTo>
                  <a:lnTo>
                    <a:pt x="78826" y="33674"/>
                  </a:lnTo>
                  <a:lnTo>
                    <a:pt x="83311" y="41212"/>
                  </a:lnTo>
                  <a:lnTo>
                    <a:pt x="86269" y="60488"/>
                  </a:lnTo>
                  <a:lnTo>
                    <a:pt x="88735" y="65311"/>
                  </a:lnTo>
                  <a:lnTo>
                    <a:pt x="89490" y="66786"/>
                  </a:lnTo>
                  <a:lnTo>
                    <a:pt x="90563" y="68885"/>
                  </a:lnTo>
                  <a:lnTo>
                    <a:pt x="91781" y="68422"/>
                  </a:lnTo>
                  <a:lnTo>
                    <a:pt x="95683" y="66590"/>
                  </a:lnTo>
                  <a:lnTo>
                    <a:pt x="95228" y="68020"/>
                  </a:lnTo>
                  <a:lnTo>
                    <a:pt x="96103" y="69916"/>
                  </a:lnTo>
                  <a:lnTo>
                    <a:pt x="98923" y="71755"/>
                  </a:lnTo>
                  <a:lnTo>
                    <a:pt x="99720" y="71819"/>
                  </a:lnTo>
                  <a:lnTo>
                    <a:pt x="101488" y="71963"/>
                  </a:lnTo>
                  <a:lnTo>
                    <a:pt x="101926" y="72073"/>
                  </a:lnTo>
                  <a:lnTo>
                    <a:pt x="102800" y="72291"/>
                  </a:lnTo>
                  <a:lnTo>
                    <a:pt x="102614" y="73020"/>
                  </a:lnTo>
                  <a:lnTo>
                    <a:pt x="105046" y="74366"/>
                  </a:lnTo>
                  <a:lnTo>
                    <a:pt x="105374" y="74548"/>
                  </a:lnTo>
                  <a:lnTo>
                    <a:pt x="105530" y="74634"/>
                  </a:lnTo>
                  <a:lnTo>
                    <a:pt x="105666" y="74627"/>
                  </a:lnTo>
                  <a:lnTo>
                    <a:pt x="107048" y="74561"/>
                  </a:lnTo>
                  <a:lnTo>
                    <a:pt x="109394" y="74449"/>
                  </a:lnTo>
                  <a:lnTo>
                    <a:pt x="109387" y="74261"/>
                  </a:lnTo>
                  <a:lnTo>
                    <a:pt x="109752" y="74720"/>
                  </a:lnTo>
                  <a:lnTo>
                    <a:pt x="109794" y="76295"/>
                  </a:lnTo>
                  <a:lnTo>
                    <a:pt x="109809" y="76894"/>
                  </a:lnTo>
                  <a:lnTo>
                    <a:pt x="109927" y="81356"/>
                  </a:lnTo>
                  <a:lnTo>
                    <a:pt x="110068" y="81351"/>
                  </a:lnTo>
                  <a:lnTo>
                    <a:pt x="110948" y="81317"/>
                  </a:lnTo>
                  <a:lnTo>
                    <a:pt x="110818" y="88410"/>
                  </a:lnTo>
                  <a:lnTo>
                    <a:pt x="110325" y="88415"/>
                  </a:lnTo>
                  <a:lnTo>
                    <a:pt x="94886" y="88592"/>
                  </a:lnTo>
                  <a:lnTo>
                    <a:pt x="92745" y="89616"/>
                  </a:lnTo>
                  <a:lnTo>
                    <a:pt x="88939" y="91536"/>
                  </a:lnTo>
                  <a:lnTo>
                    <a:pt x="87720" y="92151"/>
                  </a:lnTo>
                  <a:lnTo>
                    <a:pt x="87239" y="92393"/>
                  </a:lnTo>
                  <a:lnTo>
                    <a:pt x="82801" y="94632"/>
                  </a:lnTo>
                  <a:lnTo>
                    <a:pt x="82154" y="94958"/>
                  </a:lnTo>
                  <a:lnTo>
                    <a:pt x="81158" y="95285"/>
                  </a:lnTo>
                  <a:lnTo>
                    <a:pt x="80341" y="93162"/>
                  </a:lnTo>
                  <a:lnTo>
                    <a:pt x="79360" y="93335"/>
                  </a:lnTo>
                  <a:lnTo>
                    <a:pt x="74232" y="94239"/>
                  </a:lnTo>
                  <a:lnTo>
                    <a:pt x="70380" y="94632"/>
                  </a:lnTo>
                  <a:lnTo>
                    <a:pt x="67339" y="96063"/>
                  </a:lnTo>
                  <a:lnTo>
                    <a:pt x="66379" y="96389"/>
                  </a:lnTo>
                  <a:lnTo>
                    <a:pt x="60109" y="98106"/>
                  </a:lnTo>
                  <a:lnTo>
                    <a:pt x="46463" y="103163"/>
                  </a:lnTo>
                  <a:lnTo>
                    <a:pt x="45633" y="103234"/>
                  </a:lnTo>
                  <a:lnTo>
                    <a:pt x="41568" y="103579"/>
                  </a:lnTo>
                  <a:lnTo>
                    <a:pt x="38355" y="103580"/>
                  </a:lnTo>
                  <a:lnTo>
                    <a:pt x="28483" y="102567"/>
                  </a:lnTo>
                  <a:lnTo>
                    <a:pt x="22756" y="101980"/>
                  </a:lnTo>
                  <a:lnTo>
                    <a:pt x="12806" y="100959"/>
                  </a:lnTo>
                  <a:lnTo>
                    <a:pt x="10134" y="100685"/>
                  </a:lnTo>
                  <a:lnTo>
                    <a:pt x="1577" y="99807"/>
                  </a:lnTo>
                  <a:lnTo>
                    <a:pt x="0" y="99645"/>
                  </a:lnTo>
                  <a:lnTo>
                    <a:pt x="1478" y="95822"/>
                  </a:lnTo>
                  <a:lnTo>
                    <a:pt x="5473" y="85491"/>
                  </a:lnTo>
                  <a:lnTo>
                    <a:pt x="6070" y="83959"/>
                  </a:lnTo>
                  <a:lnTo>
                    <a:pt x="7592" y="80196"/>
                  </a:lnTo>
                  <a:lnTo>
                    <a:pt x="16021" y="59172"/>
                  </a:lnTo>
                  <a:lnTo>
                    <a:pt x="20529" y="47994"/>
                  </a:lnTo>
                  <a:lnTo>
                    <a:pt x="22605" y="42683"/>
                  </a:lnTo>
                  <a:lnTo>
                    <a:pt x="22677" y="42502"/>
                  </a:lnTo>
                  <a:lnTo>
                    <a:pt x="24681" y="37219"/>
                  </a:lnTo>
                  <a:lnTo>
                    <a:pt x="26319" y="31895"/>
                  </a:lnTo>
                  <a:lnTo>
                    <a:pt x="27145" y="26514"/>
                  </a:lnTo>
                  <a:lnTo>
                    <a:pt x="27050" y="21065"/>
                  </a:lnTo>
                  <a:lnTo>
                    <a:pt x="26035" y="15850"/>
                  </a:lnTo>
                  <a:lnTo>
                    <a:pt x="24424" y="10841"/>
                  </a:lnTo>
                  <a:lnTo>
                    <a:pt x="24302" y="10608"/>
                  </a:lnTo>
                  <a:lnTo>
                    <a:pt x="24211" y="10435"/>
                  </a:lnTo>
                  <a:lnTo>
                    <a:pt x="21792" y="5604"/>
                  </a:lnTo>
                  <a:lnTo>
                    <a:pt x="19980" y="2190"/>
                  </a:lnTo>
                  <a:lnTo>
                    <a:pt x="24708" y="0"/>
                  </a:lnTo>
                  <a:lnTo>
                    <a:pt x="24910" y="47"/>
                  </a:lnTo>
                  <a:lnTo>
                    <a:pt x="29825" y="119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4" name="pg513"/>
            <p:cNvSpPr/>
            <p:nvPr/>
          </p:nvSpPr>
          <p:spPr>
            <a:xfrm>
              <a:off x="2852019" y="3262185"/>
              <a:ext cx="149977" cy="71173"/>
            </a:xfrm>
            <a:custGeom>
              <a:avLst/>
              <a:pathLst>
                <a:path w="149977" h="71173">
                  <a:moveTo>
                    <a:pt x="61263" y="15665"/>
                  </a:moveTo>
                  <a:lnTo>
                    <a:pt x="64440" y="16925"/>
                  </a:lnTo>
                  <a:lnTo>
                    <a:pt x="67476" y="18065"/>
                  </a:lnTo>
                  <a:lnTo>
                    <a:pt x="67741" y="18164"/>
                  </a:lnTo>
                  <a:lnTo>
                    <a:pt x="71021" y="19521"/>
                  </a:lnTo>
                  <a:lnTo>
                    <a:pt x="72619" y="20172"/>
                  </a:lnTo>
                  <a:lnTo>
                    <a:pt x="76078" y="21579"/>
                  </a:lnTo>
                  <a:lnTo>
                    <a:pt x="78235" y="22456"/>
                  </a:lnTo>
                  <a:lnTo>
                    <a:pt x="79850" y="23113"/>
                  </a:lnTo>
                  <a:lnTo>
                    <a:pt x="86410" y="25640"/>
                  </a:lnTo>
                  <a:lnTo>
                    <a:pt x="87208" y="25947"/>
                  </a:lnTo>
                  <a:lnTo>
                    <a:pt x="90873" y="27358"/>
                  </a:lnTo>
                  <a:lnTo>
                    <a:pt x="92452" y="27966"/>
                  </a:lnTo>
                  <a:lnTo>
                    <a:pt x="97903" y="30066"/>
                  </a:lnTo>
                  <a:lnTo>
                    <a:pt x="105205" y="32656"/>
                  </a:lnTo>
                  <a:lnTo>
                    <a:pt x="107104" y="33330"/>
                  </a:lnTo>
                  <a:lnTo>
                    <a:pt x="108982" y="33962"/>
                  </a:lnTo>
                  <a:lnTo>
                    <a:pt x="114906" y="34445"/>
                  </a:lnTo>
                  <a:lnTo>
                    <a:pt x="118104" y="34064"/>
                  </a:lnTo>
                  <a:lnTo>
                    <a:pt x="120091" y="33293"/>
                  </a:lnTo>
                  <a:lnTo>
                    <a:pt x="123303" y="32046"/>
                  </a:lnTo>
                  <a:lnTo>
                    <a:pt x="123719" y="31881"/>
                  </a:lnTo>
                  <a:lnTo>
                    <a:pt x="127967" y="30191"/>
                  </a:lnTo>
                  <a:lnTo>
                    <a:pt x="128878" y="29828"/>
                  </a:lnTo>
                  <a:lnTo>
                    <a:pt x="130859" y="28975"/>
                  </a:lnTo>
                  <a:lnTo>
                    <a:pt x="132152" y="31261"/>
                  </a:lnTo>
                  <a:lnTo>
                    <a:pt x="138604" y="43725"/>
                  </a:lnTo>
                  <a:lnTo>
                    <a:pt x="138720" y="43947"/>
                  </a:lnTo>
                  <a:lnTo>
                    <a:pt x="141095" y="48515"/>
                  </a:lnTo>
                  <a:lnTo>
                    <a:pt x="141531" y="49357"/>
                  </a:lnTo>
                  <a:lnTo>
                    <a:pt x="145477" y="56968"/>
                  </a:lnTo>
                  <a:lnTo>
                    <a:pt x="145718" y="57422"/>
                  </a:lnTo>
                  <a:lnTo>
                    <a:pt x="147466" y="60716"/>
                  </a:lnTo>
                  <a:lnTo>
                    <a:pt x="149886" y="65547"/>
                  </a:lnTo>
                  <a:lnTo>
                    <a:pt x="149977" y="65720"/>
                  </a:lnTo>
                  <a:lnTo>
                    <a:pt x="144363" y="68663"/>
                  </a:lnTo>
                  <a:lnTo>
                    <a:pt x="139393" y="71173"/>
                  </a:lnTo>
                  <a:lnTo>
                    <a:pt x="128837" y="66750"/>
                  </a:lnTo>
                  <a:lnTo>
                    <a:pt x="127714" y="65970"/>
                  </a:lnTo>
                  <a:lnTo>
                    <a:pt x="127869" y="65601"/>
                  </a:lnTo>
                  <a:lnTo>
                    <a:pt x="124246" y="64093"/>
                  </a:lnTo>
                  <a:lnTo>
                    <a:pt x="114435" y="59760"/>
                  </a:lnTo>
                  <a:lnTo>
                    <a:pt x="110660" y="58147"/>
                  </a:lnTo>
                  <a:lnTo>
                    <a:pt x="108741" y="57327"/>
                  </a:lnTo>
                  <a:lnTo>
                    <a:pt x="105422" y="55887"/>
                  </a:lnTo>
                  <a:lnTo>
                    <a:pt x="99906" y="53606"/>
                  </a:lnTo>
                  <a:lnTo>
                    <a:pt x="94144" y="51421"/>
                  </a:lnTo>
                  <a:lnTo>
                    <a:pt x="88690" y="49339"/>
                  </a:lnTo>
                  <a:lnTo>
                    <a:pt x="83752" y="47481"/>
                  </a:lnTo>
                  <a:lnTo>
                    <a:pt x="80749" y="46407"/>
                  </a:lnTo>
                  <a:lnTo>
                    <a:pt x="75571" y="44518"/>
                  </a:lnTo>
                  <a:lnTo>
                    <a:pt x="70516" y="42549"/>
                  </a:lnTo>
                  <a:lnTo>
                    <a:pt x="65268" y="40446"/>
                  </a:lnTo>
                  <a:lnTo>
                    <a:pt x="63085" y="39566"/>
                  </a:lnTo>
                  <a:lnTo>
                    <a:pt x="59561" y="38265"/>
                  </a:lnTo>
                  <a:lnTo>
                    <a:pt x="59245" y="38134"/>
                  </a:lnTo>
                  <a:lnTo>
                    <a:pt x="56385" y="36979"/>
                  </a:lnTo>
                  <a:lnTo>
                    <a:pt x="53169" y="35753"/>
                  </a:lnTo>
                  <a:lnTo>
                    <a:pt x="52860" y="35637"/>
                  </a:lnTo>
                  <a:lnTo>
                    <a:pt x="47751" y="33652"/>
                  </a:lnTo>
                  <a:lnTo>
                    <a:pt x="46641" y="32945"/>
                  </a:lnTo>
                  <a:lnTo>
                    <a:pt x="45826" y="32601"/>
                  </a:lnTo>
                  <a:lnTo>
                    <a:pt x="34595" y="28156"/>
                  </a:lnTo>
                  <a:lnTo>
                    <a:pt x="29688" y="26208"/>
                  </a:lnTo>
                  <a:lnTo>
                    <a:pt x="28501" y="25736"/>
                  </a:lnTo>
                  <a:lnTo>
                    <a:pt x="24239" y="24034"/>
                  </a:lnTo>
                  <a:lnTo>
                    <a:pt x="20452" y="22547"/>
                  </a:lnTo>
                  <a:lnTo>
                    <a:pt x="14198" y="20356"/>
                  </a:lnTo>
                  <a:lnTo>
                    <a:pt x="15609" y="18415"/>
                  </a:lnTo>
                  <a:lnTo>
                    <a:pt x="15771" y="17957"/>
                  </a:lnTo>
                  <a:lnTo>
                    <a:pt x="11960" y="16520"/>
                  </a:lnTo>
                  <a:lnTo>
                    <a:pt x="9244" y="16251"/>
                  </a:lnTo>
                  <a:lnTo>
                    <a:pt x="2965" y="17081"/>
                  </a:lnTo>
                  <a:lnTo>
                    <a:pt x="2714" y="17114"/>
                  </a:lnTo>
                  <a:lnTo>
                    <a:pt x="1958" y="17214"/>
                  </a:lnTo>
                  <a:lnTo>
                    <a:pt x="1289" y="11974"/>
                  </a:lnTo>
                  <a:lnTo>
                    <a:pt x="762" y="7671"/>
                  </a:lnTo>
                  <a:lnTo>
                    <a:pt x="621" y="6521"/>
                  </a:lnTo>
                  <a:lnTo>
                    <a:pt x="515" y="5669"/>
                  </a:lnTo>
                  <a:lnTo>
                    <a:pt x="0" y="1536"/>
                  </a:lnTo>
                  <a:lnTo>
                    <a:pt x="942" y="1023"/>
                  </a:lnTo>
                  <a:lnTo>
                    <a:pt x="1453" y="745"/>
                  </a:lnTo>
                  <a:lnTo>
                    <a:pt x="7224" y="143"/>
                  </a:lnTo>
                  <a:lnTo>
                    <a:pt x="10063" y="0"/>
                  </a:lnTo>
                  <a:lnTo>
                    <a:pt x="14201" y="111"/>
                  </a:lnTo>
                  <a:lnTo>
                    <a:pt x="16197" y="694"/>
                  </a:lnTo>
                  <a:lnTo>
                    <a:pt x="21470" y="2634"/>
                  </a:lnTo>
                  <a:lnTo>
                    <a:pt x="27378" y="4597"/>
                  </a:lnTo>
                  <a:lnTo>
                    <a:pt x="32302" y="4929"/>
                  </a:lnTo>
                  <a:lnTo>
                    <a:pt x="32702" y="5067"/>
                  </a:lnTo>
                  <a:lnTo>
                    <a:pt x="33072" y="5194"/>
                  </a:lnTo>
                  <a:lnTo>
                    <a:pt x="44430" y="9336"/>
                  </a:lnTo>
                  <a:lnTo>
                    <a:pt x="48549" y="10839"/>
                  </a:lnTo>
                  <a:lnTo>
                    <a:pt x="50650" y="11605"/>
                  </a:lnTo>
                  <a:lnTo>
                    <a:pt x="50799" y="11659"/>
                  </a:lnTo>
                  <a:lnTo>
                    <a:pt x="55839" y="1349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5" name="pg514"/>
            <p:cNvSpPr/>
            <p:nvPr/>
          </p:nvSpPr>
          <p:spPr>
            <a:xfrm>
              <a:off x="2897430" y="3300322"/>
              <a:ext cx="107409" cy="76147"/>
            </a:xfrm>
            <a:custGeom>
              <a:avLst/>
              <a:pathLst>
                <a:path w="107409" h="76147">
                  <a:moveTo>
                    <a:pt x="83426" y="28613"/>
                  </a:moveTo>
                  <a:lnTo>
                    <a:pt x="93983" y="33036"/>
                  </a:lnTo>
                  <a:lnTo>
                    <a:pt x="98952" y="30526"/>
                  </a:lnTo>
                  <a:lnTo>
                    <a:pt x="104566" y="27583"/>
                  </a:lnTo>
                  <a:lnTo>
                    <a:pt x="104688" y="27816"/>
                  </a:lnTo>
                  <a:lnTo>
                    <a:pt x="106299" y="32825"/>
                  </a:lnTo>
                  <a:lnTo>
                    <a:pt x="107314" y="38039"/>
                  </a:lnTo>
                  <a:lnTo>
                    <a:pt x="107409" y="43488"/>
                  </a:lnTo>
                  <a:lnTo>
                    <a:pt x="106583" y="48869"/>
                  </a:lnTo>
                  <a:lnTo>
                    <a:pt x="104945" y="54193"/>
                  </a:lnTo>
                  <a:lnTo>
                    <a:pt x="102941" y="59476"/>
                  </a:lnTo>
                  <a:lnTo>
                    <a:pt x="102869" y="59658"/>
                  </a:lnTo>
                  <a:lnTo>
                    <a:pt x="100793" y="64969"/>
                  </a:lnTo>
                  <a:lnTo>
                    <a:pt x="96285" y="76147"/>
                  </a:lnTo>
                  <a:lnTo>
                    <a:pt x="95464" y="75854"/>
                  </a:lnTo>
                  <a:lnTo>
                    <a:pt x="94033" y="74968"/>
                  </a:lnTo>
                  <a:lnTo>
                    <a:pt x="92515" y="73609"/>
                  </a:lnTo>
                  <a:lnTo>
                    <a:pt x="91396" y="73010"/>
                  </a:lnTo>
                  <a:lnTo>
                    <a:pt x="89596" y="72435"/>
                  </a:lnTo>
                  <a:lnTo>
                    <a:pt x="87341" y="71911"/>
                  </a:lnTo>
                  <a:lnTo>
                    <a:pt x="84802" y="71694"/>
                  </a:lnTo>
                  <a:lnTo>
                    <a:pt x="79436" y="69741"/>
                  </a:lnTo>
                  <a:lnTo>
                    <a:pt x="71560" y="66657"/>
                  </a:lnTo>
                  <a:lnTo>
                    <a:pt x="66944" y="64868"/>
                  </a:lnTo>
                  <a:lnTo>
                    <a:pt x="61429" y="62743"/>
                  </a:lnTo>
                  <a:lnTo>
                    <a:pt x="51006" y="58924"/>
                  </a:lnTo>
                  <a:lnTo>
                    <a:pt x="44917" y="56509"/>
                  </a:lnTo>
                  <a:lnTo>
                    <a:pt x="39150" y="54149"/>
                  </a:lnTo>
                  <a:lnTo>
                    <a:pt x="31434" y="50560"/>
                  </a:lnTo>
                  <a:lnTo>
                    <a:pt x="31056" y="50384"/>
                  </a:lnTo>
                  <a:lnTo>
                    <a:pt x="25929" y="47960"/>
                  </a:lnTo>
                  <a:lnTo>
                    <a:pt x="19602" y="44855"/>
                  </a:lnTo>
                  <a:lnTo>
                    <a:pt x="10291" y="40429"/>
                  </a:lnTo>
                  <a:lnTo>
                    <a:pt x="8824" y="39719"/>
                  </a:lnTo>
                  <a:lnTo>
                    <a:pt x="7870" y="39258"/>
                  </a:lnTo>
                  <a:lnTo>
                    <a:pt x="4990" y="37857"/>
                  </a:lnTo>
                  <a:lnTo>
                    <a:pt x="0" y="35591"/>
                  </a:lnTo>
                  <a:lnTo>
                    <a:pt x="240" y="34961"/>
                  </a:lnTo>
                  <a:lnTo>
                    <a:pt x="9325" y="11154"/>
                  </a:lnTo>
                  <a:lnTo>
                    <a:pt x="11862" y="4878"/>
                  </a:lnTo>
                  <a:lnTo>
                    <a:pt x="13841" y="0"/>
                  </a:lnTo>
                  <a:lnTo>
                    <a:pt x="14151" y="128"/>
                  </a:lnTo>
                  <a:lnTo>
                    <a:pt x="17675" y="1429"/>
                  </a:lnTo>
                  <a:lnTo>
                    <a:pt x="19858" y="2309"/>
                  </a:lnTo>
                  <a:lnTo>
                    <a:pt x="25105" y="4411"/>
                  </a:lnTo>
                  <a:lnTo>
                    <a:pt x="30160" y="6381"/>
                  </a:lnTo>
                  <a:lnTo>
                    <a:pt x="35339" y="8270"/>
                  </a:lnTo>
                  <a:lnTo>
                    <a:pt x="38341" y="9344"/>
                  </a:lnTo>
                  <a:lnTo>
                    <a:pt x="43279" y="11202"/>
                  </a:lnTo>
                  <a:lnTo>
                    <a:pt x="48734" y="13284"/>
                  </a:lnTo>
                  <a:lnTo>
                    <a:pt x="54495" y="15468"/>
                  </a:lnTo>
                  <a:lnTo>
                    <a:pt x="60011" y="17750"/>
                  </a:lnTo>
                  <a:lnTo>
                    <a:pt x="63330" y="19190"/>
                  </a:lnTo>
                  <a:lnTo>
                    <a:pt x="65249" y="20010"/>
                  </a:lnTo>
                  <a:lnTo>
                    <a:pt x="69025" y="21623"/>
                  </a:lnTo>
                  <a:lnTo>
                    <a:pt x="78871" y="25971"/>
                  </a:lnTo>
                  <a:lnTo>
                    <a:pt x="82459" y="27464"/>
                  </a:lnTo>
                  <a:lnTo>
                    <a:pt x="82304" y="2783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6" name="pg515"/>
            <p:cNvSpPr/>
            <p:nvPr/>
          </p:nvSpPr>
          <p:spPr>
            <a:xfrm>
              <a:off x="2886248" y="3340764"/>
              <a:ext cx="107467" cy="76177"/>
            </a:xfrm>
            <a:custGeom>
              <a:avLst/>
              <a:pathLst>
                <a:path w="107467" h="76177">
                  <a:moveTo>
                    <a:pt x="92924" y="72355"/>
                  </a:moveTo>
                  <a:lnTo>
                    <a:pt x="91436" y="76177"/>
                  </a:lnTo>
                  <a:lnTo>
                    <a:pt x="89740" y="76046"/>
                  </a:lnTo>
                  <a:lnTo>
                    <a:pt x="86356" y="75785"/>
                  </a:lnTo>
                  <a:lnTo>
                    <a:pt x="80590" y="75340"/>
                  </a:lnTo>
                  <a:lnTo>
                    <a:pt x="66219" y="74231"/>
                  </a:lnTo>
                  <a:lnTo>
                    <a:pt x="65585" y="74182"/>
                  </a:lnTo>
                  <a:lnTo>
                    <a:pt x="64850" y="74125"/>
                  </a:lnTo>
                  <a:lnTo>
                    <a:pt x="63926" y="73848"/>
                  </a:lnTo>
                  <a:lnTo>
                    <a:pt x="62060" y="73290"/>
                  </a:lnTo>
                  <a:lnTo>
                    <a:pt x="59394" y="72492"/>
                  </a:lnTo>
                  <a:lnTo>
                    <a:pt x="55834" y="71330"/>
                  </a:lnTo>
                  <a:lnTo>
                    <a:pt x="52041" y="69946"/>
                  </a:lnTo>
                  <a:lnTo>
                    <a:pt x="49219" y="68767"/>
                  </a:lnTo>
                  <a:lnTo>
                    <a:pt x="46918" y="67806"/>
                  </a:lnTo>
                  <a:lnTo>
                    <a:pt x="39932" y="64234"/>
                  </a:lnTo>
                  <a:lnTo>
                    <a:pt x="35482" y="61959"/>
                  </a:lnTo>
                  <a:lnTo>
                    <a:pt x="30690" y="59435"/>
                  </a:lnTo>
                  <a:lnTo>
                    <a:pt x="25022" y="56449"/>
                  </a:lnTo>
                  <a:lnTo>
                    <a:pt x="16516" y="51969"/>
                  </a:lnTo>
                  <a:lnTo>
                    <a:pt x="15329" y="51330"/>
                  </a:lnTo>
                  <a:lnTo>
                    <a:pt x="7486" y="47110"/>
                  </a:lnTo>
                  <a:lnTo>
                    <a:pt x="2021" y="44170"/>
                  </a:lnTo>
                  <a:lnTo>
                    <a:pt x="0" y="43078"/>
                  </a:lnTo>
                  <a:lnTo>
                    <a:pt x="783" y="41585"/>
                  </a:lnTo>
                  <a:lnTo>
                    <a:pt x="2736" y="37863"/>
                  </a:lnTo>
                  <a:lnTo>
                    <a:pt x="3767" y="35898"/>
                  </a:lnTo>
                  <a:lnTo>
                    <a:pt x="4915" y="33724"/>
                  </a:lnTo>
                  <a:lnTo>
                    <a:pt x="6450" y="30818"/>
                  </a:lnTo>
                  <a:lnTo>
                    <a:pt x="6553" y="30622"/>
                  </a:lnTo>
                  <a:lnTo>
                    <a:pt x="6819" y="30153"/>
                  </a:lnTo>
                  <a:lnTo>
                    <a:pt x="9647" y="24454"/>
                  </a:lnTo>
                  <a:lnTo>
                    <a:pt x="12134" y="19230"/>
                  </a:lnTo>
                  <a:lnTo>
                    <a:pt x="16049" y="11129"/>
                  </a:lnTo>
                  <a:lnTo>
                    <a:pt x="18696" y="5778"/>
                  </a:lnTo>
                  <a:lnTo>
                    <a:pt x="21340" y="329"/>
                  </a:lnTo>
                  <a:lnTo>
                    <a:pt x="21500" y="0"/>
                  </a:lnTo>
                  <a:lnTo>
                    <a:pt x="30784" y="4413"/>
                  </a:lnTo>
                  <a:lnTo>
                    <a:pt x="37111" y="7518"/>
                  </a:lnTo>
                  <a:lnTo>
                    <a:pt x="42238" y="9942"/>
                  </a:lnTo>
                  <a:lnTo>
                    <a:pt x="42616" y="10118"/>
                  </a:lnTo>
                  <a:lnTo>
                    <a:pt x="50332" y="13707"/>
                  </a:lnTo>
                  <a:lnTo>
                    <a:pt x="56099" y="16067"/>
                  </a:lnTo>
                  <a:lnTo>
                    <a:pt x="62189" y="18481"/>
                  </a:lnTo>
                  <a:lnTo>
                    <a:pt x="72611" y="22301"/>
                  </a:lnTo>
                  <a:lnTo>
                    <a:pt x="78126" y="24425"/>
                  </a:lnTo>
                  <a:lnTo>
                    <a:pt x="82742" y="26215"/>
                  </a:lnTo>
                  <a:lnTo>
                    <a:pt x="90618" y="29299"/>
                  </a:lnTo>
                  <a:lnTo>
                    <a:pt x="95984" y="31252"/>
                  </a:lnTo>
                  <a:lnTo>
                    <a:pt x="98523" y="31469"/>
                  </a:lnTo>
                  <a:lnTo>
                    <a:pt x="100778" y="31993"/>
                  </a:lnTo>
                  <a:lnTo>
                    <a:pt x="102578" y="32568"/>
                  </a:lnTo>
                  <a:lnTo>
                    <a:pt x="103746" y="33211"/>
                  </a:lnTo>
                  <a:lnTo>
                    <a:pt x="105264" y="34570"/>
                  </a:lnTo>
                  <a:lnTo>
                    <a:pt x="106646" y="35412"/>
                  </a:lnTo>
                  <a:lnTo>
                    <a:pt x="107467" y="35705"/>
                  </a:lnTo>
                  <a:lnTo>
                    <a:pt x="99029" y="56753"/>
                  </a:lnTo>
                  <a:lnTo>
                    <a:pt x="97516" y="60491"/>
                  </a:lnTo>
                  <a:lnTo>
                    <a:pt x="96919" y="62023"/>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7" name="pg516"/>
            <p:cNvSpPr/>
            <p:nvPr/>
          </p:nvSpPr>
          <p:spPr>
            <a:xfrm>
              <a:off x="2843124" y="3278436"/>
              <a:ext cx="68130" cy="105406"/>
            </a:xfrm>
            <a:custGeom>
              <a:avLst/>
              <a:pathLst>
                <a:path w="68130" h="105406">
                  <a:moveTo>
                    <a:pt x="43906" y="103913"/>
                  </a:moveTo>
                  <a:lnTo>
                    <a:pt x="43123" y="105406"/>
                  </a:lnTo>
                  <a:lnTo>
                    <a:pt x="36769" y="102000"/>
                  </a:lnTo>
                  <a:lnTo>
                    <a:pt x="35899" y="101534"/>
                  </a:lnTo>
                  <a:lnTo>
                    <a:pt x="34858" y="100976"/>
                  </a:lnTo>
                  <a:lnTo>
                    <a:pt x="24951" y="95703"/>
                  </a:lnTo>
                  <a:lnTo>
                    <a:pt x="19997" y="93091"/>
                  </a:lnTo>
                  <a:lnTo>
                    <a:pt x="16060" y="91014"/>
                  </a:lnTo>
                  <a:lnTo>
                    <a:pt x="14953" y="90430"/>
                  </a:lnTo>
                  <a:lnTo>
                    <a:pt x="13008" y="89514"/>
                  </a:lnTo>
                  <a:lnTo>
                    <a:pt x="5331" y="85643"/>
                  </a:lnTo>
                  <a:lnTo>
                    <a:pt x="0" y="82828"/>
                  </a:lnTo>
                  <a:lnTo>
                    <a:pt x="279" y="82229"/>
                  </a:lnTo>
                  <a:lnTo>
                    <a:pt x="1328" y="79982"/>
                  </a:lnTo>
                  <a:lnTo>
                    <a:pt x="1581" y="79438"/>
                  </a:lnTo>
                  <a:lnTo>
                    <a:pt x="3745" y="74801"/>
                  </a:lnTo>
                  <a:lnTo>
                    <a:pt x="4316" y="73578"/>
                  </a:lnTo>
                  <a:lnTo>
                    <a:pt x="6786" y="68420"/>
                  </a:lnTo>
                  <a:lnTo>
                    <a:pt x="9090" y="63609"/>
                  </a:lnTo>
                  <a:lnTo>
                    <a:pt x="11712" y="58133"/>
                  </a:lnTo>
                  <a:lnTo>
                    <a:pt x="12165" y="57220"/>
                  </a:lnTo>
                  <a:lnTo>
                    <a:pt x="13175" y="55179"/>
                  </a:lnTo>
                  <a:lnTo>
                    <a:pt x="14166" y="53178"/>
                  </a:lnTo>
                  <a:lnTo>
                    <a:pt x="17387" y="46576"/>
                  </a:lnTo>
                  <a:lnTo>
                    <a:pt x="17203" y="45544"/>
                  </a:lnTo>
                  <a:lnTo>
                    <a:pt x="16204" y="39930"/>
                  </a:lnTo>
                  <a:lnTo>
                    <a:pt x="15880" y="38114"/>
                  </a:lnTo>
                  <a:lnTo>
                    <a:pt x="14630" y="29337"/>
                  </a:lnTo>
                  <a:lnTo>
                    <a:pt x="14012" y="24996"/>
                  </a:lnTo>
                  <a:lnTo>
                    <a:pt x="13708" y="22688"/>
                  </a:lnTo>
                  <a:lnTo>
                    <a:pt x="13337" y="19860"/>
                  </a:lnTo>
                  <a:lnTo>
                    <a:pt x="13266" y="19322"/>
                  </a:lnTo>
                  <a:lnTo>
                    <a:pt x="12718" y="15155"/>
                  </a:lnTo>
                  <a:lnTo>
                    <a:pt x="12684" y="14893"/>
                  </a:lnTo>
                  <a:lnTo>
                    <a:pt x="12598" y="14241"/>
                  </a:lnTo>
                  <a:lnTo>
                    <a:pt x="12568" y="14008"/>
                  </a:lnTo>
                  <a:lnTo>
                    <a:pt x="12511" y="13573"/>
                  </a:lnTo>
                  <a:lnTo>
                    <a:pt x="11877" y="8751"/>
                  </a:lnTo>
                  <a:lnTo>
                    <a:pt x="11277" y="4188"/>
                  </a:lnTo>
                  <a:lnTo>
                    <a:pt x="10928" y="1535"/>
                  </a:lnTo>
                  <a:lnTo>
                    <a:pt x="10853" y="962"/>
                  </a:lnTo>
                  <a:lnTo>
                    <a:pt x="11608" y="863"/>
                  </a:lnTo>
                  <a:lnTo>
                    <a:pt x="11860" y="829"/>
                  </a:lnTo>
                  <a:lnTo>
                    <a:pt x="18142" y="0"/>
                  </a:lnTo>
                  <a:lnTo>
                    <a:pt x="20855" y="268"/>
                  </a:lnTo>
                  <a:lnTo>
                    <a:pt x="24666" y="1705"/>
                  </a:lnTo>
                  <a:lnTo>
                    <a:pt x="24504" y="2164"/>
                  </a:lnTo>
                  <a:lnTo>
                    <a:pt x="23085" y="4116"/>
                  </a:lnTo>
                  <a:lnTo>
                    <a:pt x="29347" y="6296"/>
                  </a:lnTo>
                  <a:lnTo>
                    <a:pt x="33134" y="7782"/>
                  </a:lnTo>
                  <a:lnTo>
                    <a:pt x="37396" y="9485"/>
                  </a:lnTo>
                  <a:lnTo>
                    <a:pt x="38583" y="9957"/>
                  </a:lnTo>
                  <a:lnTo>
                    <a:pt x="43490" y="11905"/>
                  </a:lnTo>
                  <a:lnTo>
                    <a:pt x="54720" y="16350"/>
                  </a:lnTo>
                  <a:lnTo>
                    <a:pt x="55536" y="16693"/>
                  </a:lnTo>
                  <a:lnTo>
                    <a:pt x="56646" y="17400"/>
                  </a:lnTo>
                  <a:lnTo>
                    <a:pt x="61755" y="19385"/>
                  </a:lnTo>
                  <a:lnTo>
                    <a:pt x="62064" y="19501"/>
                  </a:lnTo>
                  <a:lnTo>
                    <a:pt x="65280" y="20727"/>
                  </a:lnTo>
                  <a:lnTo>
                    <a:pt x="68130" y="21906"/>
                  </a:lnTo>
                  <a:lnTo>
                    <a:pt x="66167" y="26764"/>
                  </a:lnTo>
                  <a:lnTo>
                    <a:pt x="63630" y="33042"/>
                  </a:lnTo>
                  <a:lnTo>
                    <a:pt x="54545" y="56846"/>
                  </a:lnTo>
                  <a:lnTo>
                    <a:pt x="54305" y="57477"/>
                  </a:lnTo>
                  <a:lnTo>
                    <a:pt x="59295" y="59742"/>
                  </a:lnTo>
                  <a:lnTo>
                    <a:pt x="62175" y="61144"/>
                  </a:lnTo>
                  <a:lnTo>
                    <a:pt x="63130" y="61605"/>
                  </a:lnTo>
                  <a:lnTo>
                    <a:pt x="64615" y="62345"/>
                  </a:lnTo>
                  <a:lnTo>
                    <a:pt x="64463" y="62657"/>
                  </a:lnTo>
                  <a:lnTo>
                    <a:pt x="61819" y="68106"/>
                  </a:lnTo>
                  <a:lnTo>
                    <a:pt x="59172" y="73457"/>
                  </a:lnTo>
                  <a:lnTo>
                    <a:pt x="55258" y="81557"/>
                  </a:lnTo>
                  <a:lnTo>
                    <a:pt x="52771" y="86782"/>
                  </a:lnTo>
                  <a:lnTo>
                    <a:pt x="49942" y="92480"/>
                  </a:lnTo>
                  <a:lnTo>
                    <a:pt x="49676" y="92950"/>
                  </a:lnTo>
                  <a:lnTo>
                    <a:pt x="49573" y="93146"/>
                  </a:lnTo>
                  <a:lnTo>
                    <a:pt x="48038" y="96051"/>
                  </a:lnTo>
                  <a:lnTo>
                    <a:pt x="46890" y="98226"/>
                  </a:lnTo>
                  <a:lnTo>
                    <a:pt x="45859" y="10019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8" name="pg517"/>
            <p:cNvSpPr/>
            <p:nvPr/>
          </p:nvSpPr>
          <p:spPr>
            <a:xfrm>
              <a:off x="2759895" y="3337555"/>
              <a:ext cx="98183" cy="95115"/>
            </a:xfrm>
            <a:custGeom>
              <a:avLst/>
              <a:pathLst>
                <a:path w="98183" h="95115">
                  <a:moveTo>
                    <a:pt x="73245" y="89749"/>
                  </a:moveTo>
                  <a:lnTo>
                    <a:pt x="71000" y="95115"/>
                  </a:lnTo>
                  <a:lnTo>
                    <a:pt x="69618" y="94968"/>
                  </a:lnTo>
                  <a:lnTo>
                    <a:pt x="69125" y="94916"/>
                  </a:lnTo>
                  <a:lnTo>
                    <a:pt x="65915" y="94574"/>
                  </a:lnTo>
                  <a:lnTo>
                    <a:pt x="57779" y="93708"/>
                  </a:lnTo>
                  <a:lnTo>
                    <a:pt x="55490" y="93465"/>
                  </a:lnTo>
                  <a:lnTo>
                    <a:pt x="53923" y="93293"/>
                  </a:lnTo>
                  <a:lnTo>
                    <a:pt x="53731" y="93271"/>
                  </a:lnTo>
                  <a:lnTo>
                    <a:pt x="52724" y="93161"/>
                  </a:lnTo>
                  <a:lnTo>
                    <a:pt x="47239" y="92558"/>
                  </a:lnTo>
                  <a:lnTo>
                    <a:pt x="45011" y="92313"/>
                  </a:lnTo>
                  <a:lnTo>
                    <a:pt x="43299" y="92125"/>
                  </a:lnTo>
                  <a:lnTo>
                    <a:pt x="41832" y="91964"/>
                  </a:lnTo>
                  <a:lnTo>
                    <a:pt x="37238" y="91459"/>
                  </a:lnTo>
                  <a:lnTo>
                    <a:pt x="34748" y="91186"/>
                  </a:lnTo>
                  <a:lnTo>
                    <a:pt x="33868" y="91089"/>
                  </a:lnTo>
                  <a:lnTo>
                    <a:pt x="32775" y="90969"/>
                  </a:lnTo>
                  <a:lnTo>
                    <a:pt x="32491" y="90938"/>
                  </a:lnTo>
                  <a:lnTo>
                    <a:pt x="32013" y="90886"/>
                  </a:lnTo>
                  <a:lnTo>
                    <a:pt x="31612" y="90842"/>
                  </a:lnTo>
                  <a:lnTo>
                    <a:pt x="31276" y="90805"/>
                  </a:lnTo>
                  <a:lnTo>
                    <a:pt x="20449" y="89628"/>
                  </a:lnTo>
                  <a:lnTo>
                    <a:pt x="19904" y="89568"/>
                  </a:lnTo>
                  <a:lnTo>
                    <a:pt x="19718" y="89548"/>
                  </a:lnTo>
                  <a:lnTo>
                    <a:pt x="19493" y="89524"/>
                  </a:lnTo>
                  <a:lnTo>
                    <a:pt x="19298" y="89503"/>
                  </a:lnTo>
                  <a:lnTo>
                    <a:pt x="19079" y="89479"/>
                  </a:lnTo>
                  <a:lnTo>
                    <a:pt x="18359" y="89400"/>
                  </a:lnTo>
                  <a:lnTo>
                    <a:pt x="16380" y="89185"/>
                  </a:lnTo>
                  <a:lnTo>
                    <a:pt x="11483" y="88653"/>
                  </a:lnTo>
                  <a:lnTo>
                    <a:pt x="9796" y="88442"/>
                  </a:lnTo>
                  <a:lnTo>
                    <a:pt x="9391" y="88392"/>
                  </a:lnTo>
                  <a:lnTo>
                    <a:pt x="9213" y="88369"/>
                  </a:lnTo>
                  <a:lnTo>
                    <a:pt x="8898" y="88330"/>
                  </a:lnTo>
                  <a:lnTo>
                    <a:pt x="7777" y="88190"/>
                  </a:lnTo>
                  <a:lnTo>
                    <a:pt x="7058" y="88101"/>
                  </a:lnTo>
                  <a:lnTo>
                    <a:pt x="3344" y="87637"/>
                  </a:lnTo>
                  <a:lnTo>
                    <a:pt x="1977" y="87467"/>
                  </a:lnTo>
                  <a:lnTo>
                    <a:pt x="1349" y="87388"/>
                  </a:lnTo>
                  <a:lnTo>
                    <a:pt x="134" y="87237"/>
                  </a:lnTo>
                  <a:lnTo>
                    <a:pt x="0" y="87138"/>
                  </a:lnTo>
                  <a:lnTo>
                    <a:pt x="2081" y="82013"/>
                  </a:lnTo>
                  <a:lnTo>
                    <a:pt x="2428" y="81182"/>
                  </a:lnTo>
                  <a:lnTo>
                    <a:pt x="3049" y="79691"/>
                  </a:lnTo>
                  <a:lnTo>
                    <a:pt x="3147" y="79457"/>
                  </a:lnTo>
                  <a:lnTo>
                    <a:pt x="3685" y="78181"/>
                  </a:lnTo>
                  <a:lnTo>
                    <a:pt x="3758" y="78009"/>
                  </a:lnTo>
                  <a:lnTo>
                    <a:pt x="4596" y="76021"/>
                  </a:lnTo>
                  <a:lnTo>
                    <a:pt x="4805" y="75529"/>
                  </a:lnTo>
                  <a:lnTo>
                    <a:pt x="5256" y="74464"/>
                  </a:lnTo>
                  <a:lnTo>
                    <a:pt x="5675" y="73470"/>
                  </a:lnTo>
                  <a:lnTo>
                    <a:pt x="7404" y="69364"/>
                  </a:lnTo>
                  <a:lnTo>
                    <a:pt x="8303" y="67176"/>
                  </a:lnTo>
                  <a:lnTo>
                    <a:pt x="8521" y="66645"/>
                  </a:lnTo>
                  <a:lnTo>
                    <a:pt x="9387" y="64538"/>
                  </a:lnTo>
                  <a:lnTo>
                    <a:pt x="9851" y="63411"/>
                  </a:lnTo>
                  <a:lnTo>
                    <a:pt x="10301" y="62377"/>
                  </a:lnTo>
                  <a:lnTo>
                    <a:pt x="10748" y="61350"/>
                  </a:lnTo>
                  <a:lnTo>
                    <a:pt x="12449" y="57439"/>
                  </a:lnTo>
                  <a:lnTo>
                    <a:pt x="13086" y="55975"/>
                  </a:lnTo>
                  <a:lnTo>
                    <a:pt x="13961" y="53966"/>
                  </a:lnTo>
                  <a:lnTo>
                    <a:pt x="15679" y="50017"/>
                  </a:lnTo>
                  <a:lnTo>
                    <a:pt x="16171" y="49226"/>
                  </a:lnTo>
                  <a:lnTo>
                    <a:pt x="16815" y="48190"/>
                  </a:lnTo>
                  <a:lnTo>
                    <a:pt x="18267" y="45467"/>
                  </a:lnTo>
                  <a:lnTo>
                    <a:pt x="20400" y="41466"/>
                  </a:lnTo>
                  <a:lnTo>
                    <a:pt x="22083" y="38089"/>
                  </a:lnTo>
                  <a:lnTo>
                    <a:pt x="23049" y="36149"/>
                  </a:lnTo>
                  <a:lnTo>
                    <a:pt x="23311" y="35493"/>
                  </a:lnTo>
                  <a:lnTo>
                    <a:pt x="23630" y="34693"/>
                  </a:lnTo>
                  <a:lnTo>
                    <a:pt x="25408" y="31167"/>
                  </a:lnTo>
                  <a:lnTo>
                    <a:pt x="26451" y="29098"/>
                  </a:lnTo>
                  <a:lnTo>
                    <a:pt x="27215" y="27582"/>
                  </a:lnTo>
                  <a:lnTo>
                    <a:pt x="28300" y="25430"/>
                  </a:lnTo>
                  <a:lnTo>
                    <a:pt x="29544" y="22962"/>
                  </a:lnTo>
                  <a:lnTo>
                    <a:pt x="30124" y="21812"/>
                  </a:lnTo>
                  <a:lnTo>
                    <a:pt x="31170" y="19738"/>
                  </a:lnTo>
                  <a:lnTo>
                    <a:pt x="31986" y="18119"/>
                  </a:lnTo>
                  <a:lnTo>
                    <a:pt x="32878" y="16350"/>
                  </a:lnTo>
                  <a:lnTo>
                    <a:pt x="34474" y="13175"/>
                  </a:lnTo>
                  <a:lnTo>
                    <a:pt x="35100" y="11930"/>
                  </a:lnTo>
                  <a:lnTo>
                    <a:pt x="35404" y="11322"/>
                  </a:lnTo>
                  <a:lnTo>
                    <a:pt x="36550" y="9032"/>
                  </a:lnTo>
                  <a:lnTo>
                    <a:pt x="38099" y="5930"/>
                  </a:lnTo>
                  <a:lnTo>
                    <a:pt x="38239" y="5650"/>
                  </a:lnTo>
                  <a:lnTo>
                    <a:pt x="39495" y="3039"/>
                  </a:lnTo>
                  <a:lnTo>
                    <a:pt x="39999" y="1992"/>
                  </a:lnTo>
                  <a:lnTo>
                    <a:pt x="40270" y="1429"/>
                  </a:lnTo>
                  <a:lnTo>
                    <a:pt x="40360" y="1125"/>
                  </a:lnTo>
                  <a:lnTo>
                    <a:pt x="40694" y="0"/>
                  </a:lnTo>
                  <a:lnTo>
                    <a:pt x="40948" y="134"/>
                  </a:lnTo>
                  <a:lnTo>
                    <a:pt x="41078" y="203"/>
                  </a:lnTo>
                  <a:lnTo>
                    <a:pt x="42088" y="737"/>
                  </a:lnTo>
                  <a:lnTo>
                    <a:pt x="42943" y="1271"/>
                  </a:lnTo>
                  <a:lnTo>
                    <a:pt x="44784" y="2422"/>
                  </a:lnTo>
                  <a:lnTo>
                    <a:pt x="45095" y="2617"/>
                  </a:lnTo>
                  <a:lnTo>
                    <a:pt x="45391" y="2801"/>
                  </a:lnTo>
                  <a:lnTo>
                    <a:pt x="46004" y="3184"/>
                  </a:lnTo>
                  <a:lnTo>
                    <a:pt x="46748" y="3636"/>
                  </a:lnTo>
                  <a:lnTo>
                    <a:pt x="46955" y="3762"/>
                  </a:lnTo>
                  <a:lnTo>
                    <a:pt x="49250" y="5154"/>
                  </a:lnTo>
                  <a:lnTo>
                    <a:pt x="49425" y="5260"/>
                  </a:lnTo>
                  <a:lnTo>
                    <a:pt x="50889" y="6148"/>
                  </a:lnTo>
                  <a:lnTo>
                    <a:pt x="53575" y="7801"/>
                  </a:lnTo>
                  <a:lnTo>
                    <a:pt x="54199" y="8153"/>
                  </a:lnTo>
                  <a:lnTo>
                    <a:pt x="54730" y="8451"/>
                  </a:lnTo>
                  <a:lnTo>
                    <a:pt x="54866" y="8525"/>
                  </a:lnTo>
                  <a:lnTo>
                    <a:pt x="58252" y="10369"/>
                  </a:lnTo>
                  <a:lnTo>
                    <a:pt x="62785" y="12837"/>
                  </a:lnTo>
                  <a:lnTo>
                    <a:pt x="63986" y="13491"/>
                  </a:lnTo>
                  <a:lnTo>
                    <a:pt x="64199" y="13607"/>
                  </a:lnTo>
                  <a:lnTo>
                    <a:pt x="64616" y="13834"/>
                  </a:lnTo>
                  <a:lnTo>
                    <a:pt x="64801" y="13933"/>
                  </a:lnTo>
                  <a:lnTo>
                    <a:pt x="65441" y="14276"/>
                  </a:lnTo>
                  <a:lnTo>
                    <a:pt x="65831" y="14463"/>
                  </a:lnTo>
                  <a:lnTo>
                    <a:pt x="67669" y="15446"/>
                  </a:lnTo>
                  <a:lnTo>
                    <a:pt x="69934" y="16657"/>
                  </a:lnTo>
                  <a:lnTo>
                    <a:pt x="70838" y="17141"/>
                  </a:lnTo>
                  <a:lnTo>
                    <a:pt x="71461" y="17474"/>
                  </a:lnTo>
                  <a:lnTo>
                    <a:pt x="77642" y="20646"/>
                  </a:lnTo>
                  <a:lnTo>
                    <a:pt x="78284" y="20976"/>
                  </a:lnTo>
                  <a:lnTo>
                    <a:pt x="78853" y="21268"/>
                  </a:lnTo>
                  <a:lnTo>
                    <a:pt x="83235" y="23712"/>
                  </a:lnTo>
                  <a:lnTo>
                    <a:pt x="88561" y="26524"/>
                  </a:lnTo>
                  <a:lnTo>
                    <a:pt x="96238" y="30395"/>
                  </a:lnTo>
                  <a:lnTo>
                    <a:pt x="98183" y="31312"/>
                  </a:lnTo>
                  <a:lnTo>
                    <a:pt x="97999" y="31630"/>
                  </a:lnTo>
                  <a:lnTo>
                    <a:pt x="97446" y="32591"/>
                  </a:lnTo>
                  <a:lnTo>
                    <a:pt x="97050" y="33512"/>
                  </a:lnTo>
                  <a:lnTo>
                    <a:pt x="95311" y="37564"/>
                  </a:lnTo>
                  <a:lnTo>
                    <a:pt x="94507" y="39438"/>
                  </a:lnTo>
                  <a:lnTo>
                    <a:pt x="94059" y="40483"/>
                  </a:lnTo>
                  <a:lnTo>
                    <a:pt x="93984" y="40657"/>
                  </a:lnTo>
                  <a:lnTo>
                    <a:pt x="91666" y="46061"/>
                  </a:lnTo>
                  <a:lnTo>
                    <a:pt x="90878" y="47896"/>
                  </a:lnTo>
                  <a:lnTo>
                    <a:pt x="88653" y="53082"/>
                  </a:lnTo>
                  <a:lnTo>
                    <a:pt x="87872" y="54901"/>
                  </a:lnTo>
                  <a:lnTo>
                    <a:pt x="84933" y="61751"/>
                  </a:lnTo>
                  <a:lnTo>
                    <a:pt x="84836" y="61977"/>
                  </a:lnTo>
                  <a:lnTo>
                    <a:pt x="84333" y="63150"/>
                  </a:lnTo>
                  <a:lnTo>
                    <a:pt x="83302" y="65552"/>
                  </a:lnTo>
                  <a:lnTo>
                    <a:pt x="81729" y="69217"/>
                  </a:lnTo>
                  <a:lnTo>
                    <a:pt x="81566" y="69597"/>
                  </a:lnTo>
                  <a:lnTo>
                    <a:pt x="81467" y="69838"/>
                  </a:lnTo>
                  <a:lnTo>
                    <a:pt x="80143" y="73044"/>
                  </a:lnTo>
                  <a:lnTo>
                    <a:pt x="79385" y="74878"/>
                  </a:lnTo>
                  <a:lnTo>
                    <a:pt x="78199" y="77753"/>
                  </a:lnTo>
                  <a:lnTo>
                    <a:pt x="75723" y="83748"/>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19" name="pg518"/>
            <p:cNvSpPr/>
            <p:nvPr/>
          </p:nvSpPr>
          <p:spPr>
            <a:xfrm>
              <a:off x="2731421" y="3424741"/>
              <a:ext cx="99474" cy="106060"/>
            </a:xfrm>
            <a:custGeom>
              <a:avLst/>
              <a:pathLst>
                <a:path w="99474" h="106060">
                  <a:moveTo>
                    <a:pt x="24877" y="115"/>
                  </a:moveTo>
                  <a:lnTo>
                    <a:pt x="28319" y="330"/>
                  </a:lnTo>
                  <a:lnTo>
                    <a:pt x="28446" y="18"/>
                  </a:lnTo>
                  <a:lnTo>
                    <a:pt x="28608" y="50"/>
                  </a:lnTo>
                  <a:lnTo>
                    <a:pt x="29823" y="202"/>
                  </a:lnTo>
                  <a:lnTo>
                    <a:pt x="30450" y="280"/>
                  </a:lnTo>
                  <a:lnTo>
                    <a:pt x="31818" y="451"/>
                  </a:lnTo>
                  <a:lnTo>
                    <a:pt x="35532" y="914"/>
                  </a:lnTo>
                  <a:lnTo>
                    <a:pt x="36251" y="1004"/>
                  </a:lnTo>
                  <a:lnTo>
                    <a:pt x="37372" y="1144"/>
                  </a:lnTo>
                  <a:lnTo>
                    <a:pt x="37686" y="1183"/>
                  </a:lnTo>
                  <a:lnTo>
                    <a:pt x="37865" y="1205"/>
                  </a:lnTo>
                  <a:lnTo>
                    <a:pt x="38269" y="1256"/>
                  </a:lnTo>
                  <a:lnTo>
                    <a:pt x="39956" y="1466"/>
                  </a:lnTo>
                  <a:lnTo>
                    <a:pt x="44854" y="1999"/>
                  </a:lnTo>
                  <a:lnTo>
                    <a:pt x="46833" y="2214"/>
                  </a:lnTo>
                  <a:lnTo>
                    <a:pt x="47589" y="2296"/>
                  </a:lnTo>
                  <a:lnTo>
                    <a:pt x="47771" y="2316"/>
                  </a:lnTo>
                  <a:lnTo>
                    <a:pt x="48056" y="2347"/>
                  </a:lnTo>
                  <a:lnTo>
                    <a:pt x="48192" y="2362"/>
                  </a:lnTo>
                  <a:lnTo>
                    <a:pt x="48378" y="2382"/>
                  </a:lnTo>
                  <a:lnTo>
                    <a:pt x="48922" y="2441"/>
                  </a:lnTo>
                  <a:lnTo>
                    <a:pt x="59749" y="3619"/>
                  </a:lnTo>
                  <a:lnTo>
                    <a:pt x="60154" y="3663"/>
                  </a:lnTo>
                  <a:lnTo>
                    <a:pt x="60730" y="3726"/>
                  </a:lnTo>
                  <a:lnTo>
                    <a:pt x="61100" y="3766"/>
                  </a:lnTo>
                  <a:lnTo>
                    <a:pt x="61249" y="3782"/>
                  </a:lnTo>
                  <a:lnTo>
                    <a:pt x="62439" y="3913"/>
                  </a:lnTo>
                  <a:lnTo>
                    <a:pt x="63222" y="3999"/>
                  </a:lnTo>
                  <a:lnTo>
                    <a:pt x="65712" y="4273"/>
                  </a:lnTo>
                  <a:lnTo>
                    <a:pt x="70305" y="4778"/>
                  </a:lnTo>
                  <a:lnTo>
                    <a:pt x="71840" y="4946"/>
                  </a:lnTo>
                  <a:lnTo>
                    <a:pt x="73485" y="5127"/>
                  </a:lnTo>
                  <a:lnTo>
                    <a:pt x="75713" y="5372"/>
                  </a:lnTo>
                  <a:lnTo>
                    <a:pt x="81243" y="5979"/>
                  </a:lnTo>
                  <a:lnTo>
                    <a:pt x="82205" y="6085"/>
                  </a:lnTo>
                  <a:lnTo>
                    <a:pt x="82634" y="6132"/>
                  </a:lnTo>
                  <a:lnTo>
                    <a:pt x="83963" y="6278"/>
                  </a:lnTo>
                  <a:lnTo>
                    <a:pt x="86253" y="6522"/>
                  </a:lnTo>
                  <a:lnTo>
                    <a:pt x="94389" y="7388"/>
                  </a:lnTo>
                  <a:lnTo>
                    <a:pt x="97599" y="7729"/>
                  </a:lnTo>
                  <a:lnTo>
                    <a:pt x="98092" y="7782"/>
                  </a:lnTo>
                  <a:lnTo>
                    <a:pt x="99474" y="7929"/>
                  </a:lnTo>
                  <a:lnTo>
                    <a:pt x="99386" y="8136"/>
                  </a:lnTo>
                  <a:lnTo>
                    <a:pt x="98479" y="10257"/>
                  </a:lnTo>
                  <a:lnTo>
                    <a:pt x="98000" y="11396"/>
                  </a:lnTo>
                  <a:lnTo>
                    <a:pt x="96997" y="13778"/>
                  </a:lnTo>
                  <a:lnTo>
                    <a:pt x="94896" y="18769"/>
                  </a:lnTo>
                  <a:lnTo>
                    <a:pt x="94209" y="20402"/>
                  </a:lnTo>
                  <a:lnTo>
                    <a:pt x="94150" y="20542"/>
                  </a:lnTo>
                  <a:lnTo>
                    <a:pt x="93501" y="22083"/>
                  </a:lnTo>
                  <a:lnTo>
                    <a:pt x="91987" y="25679"/>
                  </a:lnTo>
                  <a:lnTo>
                    <a:pt x="91347" y="27198"/>
                  </a:lnTo>
                  <a:lnTo>
                    <a:pt x="90668" y="28813"/>
                  </a:lnTo>
                  <a:lnTo>
                    <a:pt x="90571" y="29042"/>
                  </a:lnTo>
                  <a:lnTo>
                    <a:pt x="90083" y="30201"/>
                  </a:lnTo>
                  <a:lnTo>
                    <a:pt x="88615" y="33688"/>
                  </a:lnTo>
                  <a:lnTo>
                    <a:pt x="87254" y="36922"/>
                  </a:lnTo>
                  <a:lnTo>
                    <a:pt x="87144" y="37182"/>
                  </a:lnTo>
                  <a:lnTo>
                    <a:pt x="86120" y="39615"/>
                  </a:lnTo>
                  <a:lnTo>
                    <a:pt x="85785" y="40411"/>
                  </a:lnTo>
                  <a:lnTo>
                    <a:pt x="83932" y="44812"/>
                  </a:lnTo>
                  <a:lnTo>
                    <a:pt x="82862" y="47353"/>
                  </a:lnTo>
                  <a:lnTo>
                    <a:pt x="82793" y="47517"/>
                  </a:lnTo>
                  <a:lnTo>
                    <a:pt x="82178" y="48978"/>
                  </a:lnTo>
                  <a:lnTo>
                    <a:pt x="80020" y="54104"/>
                  </a:lnTo>
                  <a:lnTo>
                    <a:pt x="79944" y="54285"/>
                  </a:lnTo>
                  <a:lnTo>
                    <a:pt x="79083" y="56330"/>
                  </a:lnTo>
                  <a:lnTo>
                    <a:pt x="77204" y="60792"/>
                  </a:lnTo>
                  <a:lnTo>
                    <a:pt x="77149" y="60925"/>
                  </a:lnTo>
                  <a:lnTo>
                    <a:pt x="74355" y="67562"/>
                  </a:lnTo>
                  <a:lnTo>
                    <a:pt x="74274" y="67753"/>
                  </a:lnTo>
                  <a:lnTo>
                    <a:pt x="73581" y="69400"/>
                  </a:lnTo>
                  <a:lnTo>
                    <a:pt x="73392" y="69890"/>
                  </a:lnTo>
                  <a:lnTo>
                    <a:pt x="73052" y="70770"/>
                  </a:lnTo>
                  <a:lnTo>
                    <a:pt x="71781" y="74060"/>
                  </a:lnTo>
                  <a:lnTo>
                    <a:pt x="71649" y="74403"/>
                  </a:lnTo>
                  <a:lnTo>
                    <a:pt x="69554" y="79826"/>
                  </a:lnTo>
                  <a:lnTo>
                    <a:pt x="69472" y="80040"/>
                  </a:lnTo>
                  <a:lnTo>
                    <a:pt x="69187" y="80658"/>
                  </a:lnTo>
                  <a:lnTo>
                    <a:pt x="69023" y="81013"/>
                  </a:lnTo>
                  <a:lnTo>
                    <a:pt x="67897" y="83453"/>
                  </a:lnTo>
                  <a:lnTo>
                    <a:pt x="66037" y="87482"/>
                  </a:lnTo>
                  <a:lnTo>
                    <a:pt x="65853" y="87878"/>
                  </a:lnTo>
                  <a:lnTo>
                    <a:pt x="65533" y="88573"/>
                  </a:lnTo>
                  <a:lnTo>
                    <a:pt x="64747" y="90698"/>
                  </a:lnTo>
                  <a:lnTo>
                    <a:pt x="64104" y="92440"/>
                  </a:lnTo>
                  <a:lnTo>
                    <a:pt x="63942" y="94178"/>
                  </a:lnTo>
                  <a:lnTo>
                    <a:pt x="64402" y="95528"/>
                  </a:lnTo>
                  <a:lnTo>
                    <a:pt x="64100" y="98599"/>
                  </a:lnTo>
                  <a:lnTo>
                    <a:pt x="63895" y="100687"/>
                  </a:lnTo>
                  <a:lnTo>
                    <a:pt x="62154" y="101032"/>
                  </a:lnTo>
                  <a:lnTo>
                    <a:pt x="60531" y="101355"/>
                  </a:lnTo>
                  <a:lnTo>
                    <a:pt x="59547" y="101573"/>
                  </a:lnTo>
                  <a:lnTo>
                    <a:pt x="55844" y="102394"/>
                  </a:lnTo>
                  <a:lnTo>
                    <a:pt x="55621" y="102427"/>
                  </a:lnTo>
                  <a:lnTo>
                    <a:pt x="51805" y="102993"/>
                  </a:lnTo>
                  <a:lnTo>
                    <a:pt x="50243" y="103225"/>
                  </a:lnTo>
                  <a:lnTo>
                    <a:pt x="49088" y="103396"/>
                  </a:lnTo>
                  <a:lnTo>
                    <a:pt x="46812" y="103733"/>
                  </a:lnTo>
                  <a:lnTo>
                    <a:pt x="45181" y="103975"/>
                  </a:lnTo>
                  <a:lnTo>
                    <a:pt x="43369" y="104244"/>
                  </a:lnTo>
                  <a:lnTo>
                    <a:pt x="40358" y="104948"/>
                  </a:lnTo>
                  <a:lnTo>
                    <a:pt x="38715" y="105332"/>
                  </a:lnTo>
                  <a:lnTo>
                    <a:pt x="37263" y="105689"/>
                  </a:lnTo>
                  <a:lnTo>
                    <a:pt x="35507" y="106025"/>
                  </a:lnTo>
                  <a:lnTo>
                    <a:pt x="35346" y="106060"/>
                  </a:lnTo>
                  <a:lnTo>
                    <a:pt x="34835" y="102664"/>
                  </a:lnTo>
                  <a:lnTo>
                    <a:pt x="34439" y="100037"/>
                  </a:lnTo>
                  <a:lnTo>
                    <a:pt x="34335" y="99333"/>
                  </a:lnTo>
                  <a:lnTo>
                    <a:pt x="33726" y="95216"/>
                  </a:lnTo>
                  <a:lnTo>
                    <a:pt x="33578" y="94215"/>
                  </a:lnTo>
                  <a:lnTo>
                    <a:pt x="33611" y="93824"/>
                  </a:lnTo>
                  <a:lnTo>
                    <a:pt x="33652" y="93342"/>
                  </a:lnTo>
                  <a:lnTo>
                    <a:pt x="34002" y="89245"/>
                  </a:lnTo>
                  <a:lnTo>
                    <a:pt x="34067" y="88476"/>
                  </a:lnTo>
                  <a:lnTo>
                    <a:pt x="34455" y="83932"/>
                  </a:lnTo>
                  <a:lnTo>
                    <a:pt x="34459" y="83420"/>
                  </a:lnTo>
                  <a:lnTo>
                    <a:pt x="34462" y="83135"/>
                  </a:lnTo>
                  <a:lnTo>
                    <a:pt x="34464" y="82888"/>
                  </a:lnTo>
                  <a:lnTo>
                    <a:pt x="34471" y="82043"/>
                  </a:lnTo>
                  <a:lnTo>
                    <a:pt x="34472" y="81910"/>
                  </a:lnTo>
                  <a:lnTo>
                    <a:pt x="34656" y="80344"/>
                  </a:lnTo>
                  <a:lnTo>
                    <a:pt x="34864" y="78580"/>
                  </a:lnTo>
                  <a:lnTo>
                    <a:pt x="34462" y="78662"/>
                  </a:lnTo>
                  <a:lnTo>
                    <a:pt x="31606" y="79245"/>
                  </a:lnTo>
                  <a:lnTo>
                    <a:pt x="29774" y="79620"/>
                  </a:lnTo>
                  <a:lnTo>
                    <a:pt x="28692" y="79841"/>
                  </a:lnTo>
                  <a:lnTo>
                    <a:pt x="26229" y="80344"/>
                  </a:lnTo>
                  <a:lnTo>
                    <a:pt x="25194" y="80555"/>
                  </a:lnTo>
                  <a:lnTo>
                    <a:pt x="24210" y="80756"/>
                  </a:lnTo>
                  <a:lnTo>
                    <a:pt x="23583" y="80884"/>
                  </a:lnTo>
                  <a:lnTo>
                    <a:pt x="22987" y="81006"/>
                  </a:lnTo>
                  <a:lnTo>
                    <a:pt x="20910" y="81430"/>
                  </a:lnTo>
                  <a:lnTo>
                    <a:pt x="20417" y="81531"/>
                  </a:lnTo>
                  <a:lnTo>
                    <a:pt x="17907" y="82043"/>
                  </a:lnTo>
                  <a:lnTo>
                    <a:pt x="16775" y="82275"/>
                  </a:lnTo>
                  <a:lnTo>
                    <a:pt x="14848" y="82668"/>
                  </a:lnTo>
                  <a:lnTo>
                    <a:pt x="14188" y="82803"/>
                  </a:lnTo>
                  <a:lnTo>
                    <a:pt x="14198" y="82592"/>
                  </a:lnTo>
                  <a:lnTo>
                    <a:pt x="14246" y="81531"/>
                  </a:lnTo>
                  <a:lnTo>
                    <a:pt x="14279" y="80796"/>
                  </a:lnTo>
                  <a:lnTo>
                    <a:pt x="14346" y="79295"/>
                  </a:lnTo>
                  <a:lnTo>
                    <a:pt x="14394" y="78236"/>
                  </a:lnTo>
                  <a:lnTo>
                    <a:pt x="14453" y="76922"/>
                  </a:lnTo>
                  <a:lnTo>
                    <a:pt x="14507" y="75723"/>
                  </a:lnTo>
                  <a:lnTo>
                    <a:pt x="14532" y="75177"/>
                  </a:lnTo>
                  <a:lnTo>
                    <a:pt x="14557" y="74635"/>
                  </a:lnTo>
                  <a:lnTo>
                    <a:pt x="14666" y="72979"/>
                  </a:lnTo>
                  <a:lnTo>
                    <a:pt x="14783" y="71210"/>
                  </a:lnTo>
                  <a:lnTo>
                    <a:pt x="14797" y="71007"/>
                  </a:lnTo>
                  <a:lnTo>
                    <a:pt x="14857" y="70101"/>
                  </a:lnTo>
                  <a:lnTo>
                    <a:pt x="15025" y="66714"/>
                  </a:lnTo>
                  <a:lnTo>
                    <a:pt x="15092" y="65354"/>
                  </a:lnTo>
                  <a:lnTo>
                    <a:pt x="15111" y="64973"/>
                  </a:lnTo>
                  <a:lnTo>
                    <a:pt x="15158" y="64017"/>
                  </a:lnTo>
                  <a:lnTo>
                    <a:pt x="15187" y="63436"/>
                  </a:lnTo>
                  <a:lnTo>
                    <a:pt x="15395" y="59245"/>
                  </a:lnTo>
                  <a:lnTo>
                    <a:pt x="15430" y="58529"/>
                  </a:lnTo>
                  <a:lnTo>
                    <a:pt x="15501" y="57805"/>
                  </a:lnTo>
                  <a:lnTo>
                    <a:pt x="15603" y="56764"/>
                  </a:lnTo>
                  <a:lnTo>
                    <a:pt x="15718" y="55590"/>
                  </a:lnTo>
                  <a:lnTo>
                    <a:pt x="15758" y="55181"/>
                  </a:lnTo>
                  <a:lnTo>
                    <a:pt x="15816" y="54590"/>
                  </a:lnTo>
                  <a:lnTo>
                    <a:pt x="15902" y="53712"/>
                  </a:lnTo>
                  <a:lnTo>
                    <a:pt x="16001" y="52710"/>
                  </a:lnTo>
                  <a:lnTo>
                    <a:pt x="13636" y="51700"/>
                  </a:lnTo>
                  <a:lnTo>
                    <a:pt x="6925" y="48835"/>
                  </a:lnTo>
                  <a:lnTo>
                    <a:pt x="0" y="45878"/>
                  </a:lnTo>
                  <a:lnTo>
                    <a:pt x="635" y="44799"/>
                  </a:lnTo>
                  <a:lnTo>
                    <a:pt x="2251" y="41568"/>
                  </a:lnTo>
                  <a:lnTo>
                    <a:pt x="3583" y="38905"/>
                  </a:lnTo>
                  <a:lnTo>
                    <a:pt x="8728" y="28617"/>
                  </a:lnTo>
                  <a:lnTo>
                    <a:pt x="13579" y="18918"/>
                  </a:lnTo>
                  <a:lnTo>
                    <a:pt x="14187" y="17703"/>
                  </a:lnTo>
                  <a:lnTo>
                    <a:pt x="16854" y="12370"/>
                  </a:lnTo>
                  <a:lnTo>
                    <a:pt x="18563" y="8953"/>
                  </a:lnTo>
                  <a:lnTo>
                    <a:pt x="21331" y="3419"/>
                  </a:lnTo>
                  <a:lnTo>
                    <a:pt x="23040" y="0"/>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0" name="pg519"/>
            <p:cNvSpPr/>
            <p:nvPr/>
          </p:nvSpPr>
          <p:spPr>
            <a:xfrm>
              <a:off x="2795317" y="3432671"/>
              <a:ext cx="105241" cy="92757"/>
            </a:xfrm>
            <a:custGeom>
              <a:avLst/>
              <a:pathLst>
                <a:path w="105241" h="92757">
                  <a:moveTo>
                    <a:pt x="83237" y="65030"/>
                  </a:moveTo>
                  <a:lnTo>
                    <a:pt x="82087" y="69067"/>
                  </a:lnTo>
                  <a:lnTo>
                    <a:pt x="93849" y="68012"/>
                  </a:lnTo>
                  <a:lnTo>
                    <a:pt x="94000" y="67999"/>
                  </a:lnTo>
                  <a:lnTo>
                    <a:pt x="94035" y="68515"/>
                  </a:lnTo>
                  <a:lnTo>
                    <a:pt x="94083" y="69215"/>
                  </a:lnTo>
                  <a:lnTo>
                    <a:pt x="94092" y="69353"/>
                  </a:lnTo>
                  <a:lnTo>
                    <a:pt x="94127" y="69859"/>
                  </a:lnTo>
                  <a:lnTo>
                    <a:pt x="94213" y="71111"/>
                  </a:lnTo>
                  <a:lnTo>
                    <a:pt x="94208" y="71348"/>
                  </a:lnTo>
                  <a:lnTo>
                    <a:pt x="95290" y="71470"/>
                  </a:lnTo>
                  <a:lnTo>
                    <a:pt x="96239" y="71396"/>
                  </a:lnTo>
                  <a:lnTo>
                    <a:pt x="96422" y="71490"/>
                  </a:lnTo>
                  <a:lnTo>
                    <a:pt x="97170" y="71872"/>
                  </a:lnTo>
                  <a:lnTo>
                    <a:pt x="97962" y="72277"/>
                  </a:lnTo>
                  <a:lnTo>
                    <a:pt x="91309" y="73269"/>
                  </a:lnTo>
                  <a:lnTo>
                    <a:pt x="84975" y="74726"/>
                  </a:lnTo>
                  <a:lnTo>
                    <a:pt x="84570" y="74819"/>
                  </a:lnTo>
                  <a:lnTo>
                    <a:pt x="83270" y="75249"/>
                  </a:lnTo>
                  <a:lnTo>
                    <a:pt x="77056" y="77304"/>
                  </a:lnTo>
                  <a:lnTo>
                    <a:pt x="76507" y="77429"/>
                  </a:lnTo>
                  <a:lnTo>
                    <a:pt x="75963" y="77627"/>
                  </a:lnTo>
                  <a:lnTo>
                    <a:pt x="74812" y="78046"/>
                  </a:lnTo>
                  <a:lnTo>
                    <a:pt x="66320" y="81141"/>
                  </a:lnTo>
                  <a:lnTo>
                    <a:pt x="65943" y="81208"/>
                  </a:lnTo>
                  <a:lnTo>
                    <a:pt x="64930" y="81387"/>
                  </a:lnTo>
                  <a:lnTo>
                    <a:pt x="59347" y="82372"/>
                  </a:lnTo>
                  <a:lnTo>
                    <a:pt x="57196" y="82751"/>
                  </a:lnTo>
                  <a:lnTo>
                    <a:pt x="53223" y="83468"/>
                  </a:lnTo>
                  <a:lnTo>
                    <a:pt x="46336" y="84710"/>
                  </a:lnTo>
                  <a:lnTo>
                    <a:pt x="43460" y="85229"/>
                  </a:lnTo>
                  <a:lnTo>
                    <a:pt x="41988" y="85495"/>
                  </a:lnTo>
                  <a:lnTo>
                    <a:pt x="37276" y="86032"/>
                  </a:lnTo>
                  <a:lnTo>
                    <a:pt x="30791" y="86639"/>
                  </a:lnTo>
                  <a:lnTo>
                    <a:pt x="30646" y="86652"/>
                  </a:lnTo>
                  <a:lnTo>
                    <a:pt x="29746" y="86736"/>
                  </a:lnTo>
                  <a:lnTo>
                    <a:pt x="28597" y="86949"/>
                  </a:lnTo>
                  <a:lnTo>
                    <a:pt x="27675" y="87121"/>
                  </a:lnTo>
                  <a:lnTo>
                    <a:pt x="25991" y="87433"/>
                  </a:lnTo>
                  <a:lnTo>
                    <a:pt x="25313" y="87559"/>
                  </a:lnTo>
                  <a:lnTo>
                    <a:pt x="19963" y="88551"/>
                  </a:lnTo>
                  <a:lnTo>
                    <a:pt x="18760" y="88774"/>
                  </a:lnTo>
                  <a:lnTo>
                    <a:pt x="18464" y="88835"/>
                  </a:lnTo>
                  <a:lnTo>
                    <a:pt x="17363" y="89061"/>
                  </a:lnTo>
                  <a:lnTo>
                    <a:pt x="17068" y="89121"/>
                  </a:lnTo>
                  <a:lnTo>
                    <a:pt x="16884" y="89159"/>
                  </a:lnTo>
                  <a:lnTo>
                    <a:pt x="13030" y="89949"/>
                  </a:lnTo>
                  <a:lnTo>
                    <a:pt x="12614" y="90034"/>
                  </a:lnTo>
                  <a:lnTo>
                    <a:pt x="10735" y="90420"/>
                  </a:lnTo>
                  <a:lnTo>
                    <a:pt x="10180" y="90533"/>
                  </a:lnTo>
                  <a:lnTo>
                    <a:pt x="9114" y="90752"/>
                  </a:lnTo>
                  <a:lnTo>
                    <a:pt x="8852" y="90806"/>
                  </a:lnTo>
                  <a:lnTo>
                    <a:pt x="8373" y="90904"/>
                  </a:lnTo>
                  <a:lnTo>
                    <a:pt x="7962" y="90988"/>
                  </a:lnTo>
                  <a:lnTo>
                    <a:pt x="7149" y="91155"/>
                  </a:lnTo>
                  <a:lnTo>
                    <a:pt x="7020" y="91181"/>
                  </a:lnTo>
                  <a:lnTo>
                    <a:pt x="5498" y="91493"/>
                  </a:lnTo>
                  <a:lnTo>
                    <a:pt x="4487" y="91684"/>
                  </a:lnTo>
                  <a:lnTo>
                    <a:pt x="3119" y="92011"/>
                  </a:lnTo>
                  <a:lnTo>
                    <a:pt x="0" y="92757"/>
                  </a:lnTo>
                  <a:lnTo>
                    <a:pt x="205" y="90670"/>
                  </a:lnTo>
                  <a:lnTo>
                    <a:pt x="506" y="87598"/>
                  </a:lnTo>
                  <a:lnTo>
                    <a:pt x="46" y="86248"/>
                  </a:lnTo>
                  <a:lnTo>
                    <a:pt x="208" y="84510"/>
                  </a:lnTo>
                  <a:lnTo>
                    <a:pt x="852" y="82769"/>
                  </a:lnTo>
                  <a:lnTo>
                    <a:pt x="1637" y="80643"/>
                  </a:lnTo>
                  <a:lnTo>
                    <a:pt x="1958" y="79949"/>
                  </a:lnTo>
                  <a:lnTo>
                    <a:pt x="2177" y="79473"/>
                  </a:lnTo>
                  <a:lnTo>
                    <a:pt x="4001" y="75523"/>
                  </a:lnTo>
                  <a:lnTo>
                    <a:pt x="5174" y="72982"/>
                  </a:lnTo>
                  <a:lnTo>
                    <a:pt x="5291" y="72728"/>
                  </a:lnTo>
                  <a:lnTo>
                    <a:pt x="5576" y="72110"/>
                  </a:lnTo>
                  <a:lnTo>
                    <a:pt x="5659" y="71897"/>
                  </a:lnTo>
                  <a:lnTo>
                    <a:pt x="7753" y="66474"/>
                  </a:lnTo>
                  <a:lnTo>
                    <a:pt x="7902" y="66088"/>
                  </a:lnTo>
                  <a:lnTo>
                    <a:pt x="9156" y="62840"/>
                  </a:lnTo>
                  <a:lnTo>
                    <a:pt x="9496" y="61960"/>
                  </a:lnTo>
                  <a:lnTo>
                    <a:pt x="9685" y="61470"/>
                  </a:lnTo>
                  <a:lnTo>
                    <a:pt x="10378" y="59823"/>
                  </a:lnTo>
                  <a:lnTo>
                    <a:pt x="10459" y="59632"/>
                  </a:lnTo>
                  <a:lnTo>
                    <a:pt x="13253" y="52995"/>
                  </a:lnTo>
                  <a:lnTo>
                    <a:pt x="13309" y="52862"/>
                  </a:lnTo>
                  <a:lnTo>
                    <a:pt x="15187" y="48401"/>
                  </a:lnTo>
                  <a:lnTo>
                    <a:pt x="16048" y="46356"/>
                  </a:lnTo>
                  <a:lnTo>
                    <a:pt x="16137" y="46144"/>
                  </a:lnTo>
                  <a:lnTo>
                    <a:pt x="18282" y="41049"/>
                  </a:lnTo>
                  <a:lnTo>
                    <a:pt x="18908" y="39562"/>
                  </a:lnTo>
                  <a:lnTo>
                    <a:pt x="18971" y="39413"/>
                  </a:lnTo>
                  <a:lnTo>
                    <a:pt x="20036" y="36883"/>
                  </a:lnTo>
                  <a:lnTo>
                    <a:pt x="21894" y="32471"/>
                  </a:lnTo>
                  <a:lnTo>
                    <a:pt x="22225" y="31685"/>
                  </a:lnTo>
                  <a:lnTo>
                    <a:pt x="23249" y="29253"/>
                  </a:lnTo>
                  <a:lnTo>
                    <a:pt x="23358" y="28993"/>
                  </a:lnTo>
                  <a:lnTo>
                    <a:pt x="24720" y="25759"/>
                  </a:lnTo>
                  <a:lnTo>
                    <a:pt x="26188" y="22271"/>
                  </a:lnTo>
                  <a:lnTo>
                    <a:pt x="26676" y="21112"/>
                  </a:lnTo>
                  <a:lnTo>
                    <a:pt x="26772" y="20883"/>
                  </a:lnTo>
                  <a:lnTo>
                    <a:pt x="27464" y="19238"/>
                  </a:lnTo>
                  <a:lnTo>
                    <a:pt x="28134" y="17647"/>
                  </a:lnTo>
                  <a:lnTo>
                    <a:pt x="29605" y="14153"/>
                  </a:lnTo>
                  <a:lnTo>
                    <a:pt x="30254" y="12612"/>
                  </a:lnTo>
                  <a:lnTo>
                    <a:pt x="30351" y="12382"/>
                  </a:lnTo>
                  <a:lnTo>
                    <a:pt x="31001" y="10839"/>
                  </a:lnTo>
                  <a:lnTo>
                    <a:pt x="33102" y="5848"/>
                  </a:lnTo>
                  <a:lnTo>
                    <a:pt x="34104" y="3466"/>
                  </a:lnTo>
                  <a:lnTo>
                    <a:pt x="34584" y="2327"/>
                  </a:lnTo>
                  <a:lnTo>
                    <a:pt x="35491" y="207"/>
                  </a:lnTo>
                  <a:lnTo>
                    <a:pt x="35580" y="0"/>
                  </a:lnTo>
                  <a:lnTo>
                    <a:pt x="36715" y="120"/>
                  </a:lnTo>
                  <a:lnTo>
                    <a:pt x="36900" y="140"/>
                  </a:lnTo>
                  <a:lnTo>
                    <a:pt x="42542" y="740"/>
                  </a:lnTo>
                  <a:lnTo>
                    <a:pt x="44620" y="968"/>
                  </a:lnTo>
                  <a:lnTo>
                    <a:pt x="45565" y="1071"/>
                  </a:lnTo>
                  <a:lnTo>
                    <a:pt x="46101" y="1130"/>
                  </a:lnTo>
                  <a:lnTo>
                    <a:pt x="46381" y="1161"/>
                  </a:lnTo>
                  <a:lnTo>
                    <a:pt x="57558" y="2384"/>
                  </a:lnTo>
                  <a:lnTo>
                    <a:pt x="60359" y="2691"/>
                  </a:lnTo>
                  <a:lnTo>
                    <a:pt x="60865" y="2746"/>
                  </a:lnTo>
                  <a:lnTo>
                    <a:pt x="61391" y="2804"/>
                  </a:lnTo>
                  <a:lnTo>
                    <a:pt x="61664" y="2833"/>
                  </a:lnTo>
                  <a:lnTo>
                    <a:pt x="62646" y="2941"/>
                  </a:lnTo>
                  <a:lnTo>
                    <a:pt x="63053" y="2985"/>
                  </a:lnTo>
                  <a:lnTo>
                    <a:pt x="63434" y="3027"/>
                  </a:lnTo>
                  <a:lnTo>
                    <a:pt x="66547" y="3368"/>
                  </a:lnTo>
                  <a:lnTo>
                    <a:pt x="69255" y="3664"/>
                  </a:lnTo>
                  <a:lnTo>
                    <a:pt x="70496" y="3800"/>
                  </a:lnTo>
                  <a:lnTo>
                    <a:pt x="71183" y="3875"/>
                  </a:lnTo>
                  <a:lnTo>
                    <a:pt x="71506" y="3911"/>
                  </a:lnTo>
                  <a:lnTo>
                    <a:pt x="71636" y="3925"/>
                  </a:lnTo>
                  <a:lnTo>
                    <a:pt x="71965" y="3961"/>
                  </a:lnTo>
                  <a:lnTo>
                    <a:pt x="72998" y="4086"/>
                  </a:lnTo>
                  <a:lnTo>
                    <a:pt x="73189" y="4109"/>
                  </a:lnTo>
                  <a:lnTo>
                    <a:pt x="79289" y="4846"/>
                  </a:lnTo>
                  <a:lnTo>
                    <a:pt x="85835" y="5637"/>
                  </a:lnTo>
                  <a:lnTo>
                    <a:pt x="86878" y="5764"/>
                  </a:lnTo>
                  <a:lnTo>
                    <a:pt x="87316" y="5816"/>
                  </a:lnTo>
                  <a:lnTo>
                    <a:pt x="87490" y="5838"/>
                  </a:lnTo>
                  <a:lnTo>
                    <a:pt x="88016" y="5901"/>
                  </a:lnTo>
                  <a:lnTo>
                    <a:pt x="89088" y="6031"/>
                  </a:lnTo>
                  <a:lnTo>
                    <a:pt x="90392" y="6189"/>
                  </a:lnTo>
                  <a:lnTo>
                    <a:pt x="90638" y="6220"/>
                  </a:lnTo>
                  <a:lnTo>
                    <a:pt x="90932" y="6257"/>
                  </a:lnTo>
                  <a:lnTo>
                    <a:pt x="91090" y="6277"/>
                  </a:lnTo>
                  <a:lnTo>
                    <a:pt x="91464" y="6324"/>
                  </a:lnTo>
                  <a:lnTo>
                    <a:pt x="91737" y="6358"/>
                  </a:lnTo>
                  <a:lnTo>
                    <a:pt x="95525" y="6836"/>
                  </a:lnTo>
                  <a:lnTo>
                    <a:pt x="98342" y="7192"/>
                  </a:lnTo>
                  <a:lnTo>
                    <a:pt x="99261" y="7308"/>
                  </a:lnTo>
                  <a:lnTo>
                    <a:pt x="100090" y="7393"/>
                  </a:lnTo>
                  <a:lnTo>
                    <a:pt x="102650" y="7654"/>
                  </a:lnTo>
                  <a:lnTo>
                    <a:pt x="104161" y="7808"/>
                  </a:lnTo>
                  <a:lnTo>
                    <a:pt x="104576" y="7850"/>
                  </a:lnTo>
                  <a:lnTo>
                    <a:pt x="104965" y="7890"/>
                  </a:lnTo>
                  <a:lnTo>
                    <a:pt x="105241" y="7918"/>
                  </a:lnTo>
                  <a:lnTo>
                    <a:pt x="105099" y="8286"/>
                  </a:lnTo>
                  <a:lnTo>
                    <a:pt x="104316" y="10315"/>
                  </a:lnTo>
                  <a:lnTo>
                    <a:pt x="103451" y="12506"/>
                  </a:lnTo>
                  <a:lnTo>
                    <a:pt x="103129" y="13321"/>
                  </a:lnTo>
                  <a:lnTo>
                    <a:pt x="102892" y="13920"/>
                  </a:lnTo>
                  <a:lnTo>
                    <a:pt x="102822" y="14098"/>
                  </a:lnTo>
                  <a:lnTo>
                    <a:pt x="101093" y="18477"/>
                  </a:lnTo>
                  <a:lnTo>
                    <a:pt x="100303" y="20477"/>
                  </a:lnTo>
                  <a:lnTo>
                    <a:pt x="100183" y="20776"/>
                  </a:lnTo>
                  <a:lnTo>
                    <a:pt x="98820" y="24194"/>
                  </a:lnTo>
                  <a:lnTo>
                    <a:pt x="98515" y="24957"/>
                  </a:lnTo>
                  <a:lnTo>
                    <a:pt x="98115" y="25962"/>
                  </a:lnTo>
                  <a:lnTo>
                    <a:pt x="97680" y="27051"/>
                  </a:lnTo>
                  <a:lnTo>
                    <a:pt x="97628" y="27182"/>
                  </a:lnTo>
                  <a:lnTo>
                    <a:pt x="97570" y="27327"/>
                  </a:lnTo>
                  <a:lnTo>
                    <a:pt x="95112" y="33487"/>
                  </a:lnTo>
                  <a:lnTo>
                    <a:pt x="95010" y="33743"/>
                  </a:lnTo>
                  <a:lnTo>
                    <a:pt x="94951" y="33892"/>
                  </a:lnTo>
                  <a:lnTo>
                    <a:pt x="94778" y="34325"/>
                  </a:lnTo>
                  <a:lnTo>
                    <a:pt x="93927" y="36458"/>
                  </a:lnTo>
                  <a:lnTo>
                    <a:pt x="92086" y="41072"/>
                  </a:lnTo>
                  <a:lnTo>
                    <a:pt x="91976" y="41349"/>
                  </a:lnTo>
                  <a:lnTo>
                    <a:pt x="91871" y="41611"/>
                  </a:lnTo>
                  <a:lnTo>
                    <a:pt x="91795" y="41802"/>
                  </a:lnTo>
                  <a:lnTo>
                    <a:pt x="91263" y="43135"/>
                  </a:lnTo>
                  <a:lnTo>
                    <a:pt x="90685" y="44584"/>
                  </a:lnTo>
                  <a:lnTo>
                    <a:pt x="90270" y="45625"/>
                  </a:lnTo>
                  <a:lnTo>
                    <a:pt x="89436" y="47824"/>
                  </a:lnTo>
                  <a:lnTo>
                    <a:pt x="89375" y="47986"/>
                  </a:lnTo>
                  <a:lnTo>
                    <a:pt x="86824" y="54714"/>
                  </a:lnTo>
                  <a:lnTo>
                    <a:pt x="86388" y="55863"/>
                  </a:lnTo>
                  <a:lnTo>
                    <a:pt x="86092" y="56645"/>
                  </a:lnTo>
                  <a:lnTo>
                    <a:pt x="85511" y="58176"/>
                  </a:lnTo>
                  <a:lnTo>
                    <a:pt x="84266" y="61461"/>
                  </a:lnTo>
                  <a:lnTo>
                    <a:pt x="84216" y="6159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1" name="pg520"/>
            <p:cNvSpPr/>
            <p:nvPr/>
          </p:nvSpPr>
          <p:spPr>
            <a:xfrm>
              <a:off x="2830895" y="3368867"/>
              <a:ext cx="146798" cy="80203"/>
            </a:xfrm>
            <a:custGeom>
              <a:avLst/>
              <a:pathLst>
                <a:path w="146798" h="80203">
                  <a:moveTo>
                    <a:pt x="136450" y="76330"/>
                  </a:moveTo>
                  <a:lnTo>
                    <a:pt x="135144" y="80203"/>
                  </a:lnTo>
                  <a:lnTo>
                    <a:pt x="131435" y="79808"/>
                  </a:lnTo>
                  <a:lnTo>
                    <a:pt x="129719" y="79626"/>
                  </a:lnTo>
                  <a:lnTo>
                    <a:pt x="128144" y="79456"/>
                  </a:lnTo>
                  <a:lnTo>
                    <a:pt x="127172" y="79335"/>
                  </a:lnTo>
                  <a:lnTo>
                    <a:pt x="126190" y="79214"/>
                  </a:lnTo>
                  <a:lnTo>
                    <a:pt x="119777" y="78419"/>
                  </a:lnTo>
                  <a:lnTo>
                    <a:pt x="119438" y="78377"/>
                  </a:lnTo>
                  <a:lnTo>
                    <a:pt x="118883" y="78308"/>
                  </a:lnTo>
                  <a:lnTo>
                    <a:pt x="114918" y="77817"/>
                  </a:lnTo>
                  <a:lnTo>
                    <a:pt x="114642" y="77783"/>
                  </a:lnTo>
                  <a:lnTo>
                    <a:pt x="110045" y="77214"/>
                  </a:lnTo>
                  <a:lnTo>
                    <a:pt x="108909" y="77073"/>
                  </a:lnTo>
                  <a:lnTo>
                    <a:pt x="108081" y="76965"/>
                  </a:lnTo>
                  <a:lnTo>
                    <a:pt x="107827" y="76932"/>
                  </a:lnTo>
                  <a:lnTo>
                    <a:pt x="107220" y="76853"/>
                  </a:lnTo>
                  <a:lnTo>
                    <a:pt x="102457" y="76265"/>
                  </a:lnTo>
                  <a:lnTo>
                    <a:pt x="101659" y="76166"/>
                  </a:lnTo>
                  <a:lnTo>
                    <a:pt x="99744" y="75930"/>
                  </a:lnTo>
                  <a:lnTo>
                    <a:pt x="99127" y="75854"/>
                  </a:lnTo>
                  <a:lnTo>
                    <a:pt x="97699" y="75678"/>
                  </a:lnTo>
                  <a:lnTo>
                    <a:pt x="97275" y="75617"/>
                  </a:lnTo>
                  <a:lnTo>
                    <a:pt x="93195" y="75032"/>
                  </a:lnTo>
                  <a:lnTo>
                    <a:pt x="92036" y="74866"/>
                  </a:lnTo>
                  <a:lnTo>
                    <a:pt x="91195" y="74758"/>
                  </a:lnTo>
                  <a:lnTo>
                    <a:pt x="90535" y="74673"/>
                  </a:lnTo>
                  <a:lnTo>
                    <a:pt x="86107" y="74103"/>
                  </a:lnTo>
                  <a:lnTo>
                    <a:pt x="84834" y="73939"/>
                  </a:lnTo>
                  <a:lnTo>
                    <a:pt x="81759" y="73544"/>
                  </a:lnTo>
                  <a:lnTo>
                    <a:pt x="81301" y="73485"/>
                  </a:lnTo>
                  <a:lnTo>
                    <a:pt x="81030" y="73450"/>
                  </a:lnTo>
                  <a:lnTo>
                    <a:pt x="80538" y="73383"/>
                  </a:lnTo>
                  <a:lnTo>
                    <a:pt x="80400" y="73364"/>
                  </a:lnTo>
                  <a:lnTo>
                    <a:pt x="80083" y="73320"/>
                  </a:lnTo>
                  <a:lnTo>
                    <a:pt x="79647" y="73260"/>
                  </a:lnTo>
                  <a:lnTo>
                    <a:pt x="79043" y="73177"/>
                  </a:lnTo>
                  <a:lnTo>
                    <a:pt x="77881" y="73018"/>
                  </a:lnTo>
                  <a:lnTo>
                    <a:pt x="75866" y="72740"/>
                  </a:lnTo>
                  <a:lnTo>
                    <a:pt x="73246" y="72310"/>
                  </a:lnTo>
                  <a:lnTo>
                    <a:pt x="71392" y="72006"/>
                  </a:lnTo>
                  <a:lnTo>
                    <a:pt x="69662" y="71722"/>
                  </a:lnTo>
                  <a:lnTo>
                    <a:pt x="69386" y="71694"/>
                  </a:lnTo>
                  <a:lnTo>
                    <a:pt x="68998" y="71654"/>
                  </a:lnTo>
                  <a:lnTo>
                    <a:pt x="68583" y="71612"/>
                  </a:lnTo>
                  <a:lnTo>
                    <a:pt x="67072" y="71458"/>
                  </a:lnTo>
                  <a:lnTo>
                    <a:pt x="64511" y="71196"/>
                  </a:lnTo>
                  <a:lnTo>
                    <a:pt x="63682" y="71112"/>
                  </a:lnTo>
                  <a:lnTo>
                    <a:pt x="62763" y="70996"/>
                  </a:lnTo>
                  <a:lnTo>
                    <a:pt x="59946" y="70640"/>
                  </a:lnTo>
                  <a:lnTo>
                    <a:pt x="56159" y="70162"/>
                  </a:lnTo>
                  <a:lnTo>
                    <a:pt x="55885" y="70128"/>
                  </a:lnTo>
                  <a:lnTo>
                    <a:pt x="55511" y="70081"/>
                  </a:lnTo>
                  <a:lnTo>
                    <a:pt x="55353" y="70061"/>
                  </a:lnTo>
                  <a:lnTo>
                    <a:pt x="55059" y="70023"/>
                  </a:lnTo>
                  <a:lnTo>
                    <a:pt x="54760" y="69986"/>
                  </a:lnTo>
                  <a:lnTo>
                    <a:pt x="53509" y="69835"/>
                  </a:lnTo>
                  <a:lnTo>
                    <a:pt x="52437" y="69705"/>
                  </a:lnTo>
                  <a:lnTo>
                    <a:pt x="51912" y="69641"/>
                  </a:lnTo>
                  <a:lnTo>
                    <a:pt x="51604" y="69604"/>
                  </a:lnTo>
                  <a:lnTo>
                    <a:pt x="51299" y="69567"/>
                  </a:lnTo>
                  <a:lnTo>
                    <a:pt x="50256" y="69441"/>
                  </a:lnTo>
                  <a:lnTo>
                    <a:pt x="43711" y="68650"/>
                  </a:lnTo>
                  <a:lnTo>
                    <a:pt x="37611" y="67913"/>
                  </a:lnTo>
                  <a:lnTo>
                    <a:pt x="37419" y="67890"/>
                  </a:lnTo>
                  <a:lnTo>
                    <a:pt x="36352" y="67761"/>
                  </a:lnTo>
                  <a:lnTo>
                    <a:pt x="36057" y="67729"/>
                  </a:lnTo>
                  <a:lnTo>
                    <a:pt x="35927" y="67715"/>
                  </a:lnTo>
                  <a:lnTo>
                    <a:pt x="35454" y="67663"/>
                  </a:lnTo>
                  <a:lnTo>
                    <a:pt x="34918" y="67604"/>
                  </a:lnTo>
                  <a:lnTo>
                    <a:pt x="33676" y="67468"/>
                  </a:lnTo>
                  <a:lnTo>
                    <a:pt x="30969" y="67172"/>
                  </a:lnTo>
                  <a:lnTo>
                    <a:pt x="27855" y="66831"/>
                  </a:lnTo>
                  <a:lnTo>
                    <a:pt x="27475" y="66789"/>
                  </a:lnTo>
                  <a:lnTo>
                    <a:pt x="27067" y="66745"/>
                  </a:lnTo>
                  <a:lnTo>
                    <a:pt x="26085" y="66637"/>
                  </a:lnTo>
                  <a:lnTo>
                    <a:pt x="25813" y="66608"/>
                  </a:lnTo>
                  <a:lnTo>
                    <a:pt x="25286" y="66550"/>
                  </a:lnTo>
                  <a:lnTo>
                    <a:pt x="24780" y="66494"/>
                  </a:lnTo>
                  <a:lnTo>
                    <a:pt x="21979" y="66188"/>
                  </a:lnTo>
                  <a:lnTo>
                    <a:pt x="10802" y="64964"/>
                  </a:lnTo>
                  <a:lnTo>
                    <a:pt x="10522" y="64934"/>
                  </a:lnTo>
                  <a:lnTo>
                    <a:pt x="9987" y="64875"/>
                  </a:lnTo>
                  <a:lnTo>
                    <a:pt x="9042" y="64772"/>
                  </a:lnTo>
                  <a:lnTo>
                    <a:pt x="6963" y="64544"/>
                  </a:lnTo>
                  <a:lnTo>
                    <a:pt x="1321" y="63944"/>
                  </a:lnTo>
                  <a:lnTo>
                    <a:pt x="1136" y="63924"/>
                  </a:lnTo>
                  <a:lnTo>
                    <a:pt x="0" y="63803"/>
                  </a:lnTo>
                  <a:lnTo>
                    <a:pt x="2247" y="58431"/>
                  </a:lnTo>
                  <a:lnTo>
                    <a:pt x="4752" y="52364"/>
                  </a:lnTo>
                  <a:lnTo>
                    <a:pt x="7198" y="46441"/>
                  </a:lnTo>
                  <a:lnTo>
                    <a:pt x="8385" y="43566"/>
                  </a:lnTo>
                  <a:lnTo>
                    <a:pt x="9142" y="41732"/>
                  </a:lnTo>
                  <a:lnTo>
                    <a:pt x="10466" y="38526"/>
                  </a:lnTo>
                  <a:lnTo>
                    <a:pt x="10566" y="38285"/>
                  </a:lnTo>
                  <a:lnTo>
                    <a:pt x="10729" y="37905"/>
                  </a:lnTo>
                  <a:lnTo>
                    <a:pt x="12301" y="34240"/>
                  </a:lnTo>
                  <a:lnTo>
                    <a:pt x="13332" y="31838"/>
                  </a:lnTo>
                  <a:lnTo>
                    <a:pt x="13836" y="30664"/>
                  </a:lnTo>
                  <a:lnTo>
                    <a:pt x="13932" y="30439"/>
                  </a:lnTo>
                  <a:lnTo>
                    <a:pt x="16907" y="23507"/>
                  </a:lnTo>
                  <a:lnTo>
                    <a:pt x="17652" y="21770"/>
                  </a:lnTo>
                  <a:lnTo>
                    <a:pt x="19905" y="16519"/>
                  </a:lnTo>
                  <a:lnTo>
                    <a:pt x="20665" y="14749"/>
                  </a:lnTo>
                  <a:lnTo>
                    <a:pt x="22983" y="9345"/>
                  </a:lnTo>
                  <a:lnTo>
                    <a:pt x="23058" y="9171"/>
                  </a:lnTo>
                  <a:lnTo>
                    <a:pt x="23507" y="8126"/>
                  </a:lnTo>
                  <a:lnTo>
                    <a:pt x="24311" y="6252"/>
                  </a:lnTo>
                  <a:lnTo>
                    <a:pt x="26068" y="2156"/>
                  </a:lnTo>
                  <a:lnTo>
                    <a:pt x="26445" y="1279"/>
                  </a:lnTo>
                  <a:lnTo>
                    <a:pt x="26999" y="318"/>
                  </a:lnTo>
                  <a:lnTo>
                    <a:pt x="27182" y="0"/>
                  </a:lnTo>
                  <a:lnTo>
                    <a:pt x="28289" y="583"/>
                  </a:lnTo>
                  <a:lnTo>
                    <a:pt x="32226" y="2660"/>
                  </a:lnTo>
                  <a:lnTo>
                    <a:pt x="37181" y="5272"/>
                  </a:lnTo>
                  <a:lnTo>
                    <a:pt x="47087" y="10545"/>
                  </a:lnTo>
                  <a:lnTo>
                    <a:pt x="48128" y="11103"/>
                  </a:lnTo>
                  <a:lnTo>
                    <a:pt x="48998" y="11570"/>
                  </a:lnTo>
                  <a:lnTo>
                    <a:pt x="55352" y="14975"/>
                  </a:lnTo>
                  <a:lnTo>
                    <a:pt x="57374" y="16067"/>
                  </a:lnTo>
                  <a:lnTo>
                    <a:pt x="62839" y="19007"/>
                  </a:lnTo>
                  <a:lnTo>
                    <a:pt x="70682" y="23227"/>
                  </a:lnTo>
                  <a:lnTo>
                    <a:pt x="71868" y="23865"/>
                  </a:lnTo>
                  <a:lnTo>
                    <a:pt x="80375" y="28346"/>
                  </a:lnTo>
                  <a:lnTo>
                    <a:pt x="86042" y="31332"/>
                  </a:lnTo>
                  <a:lnTo>
                    <a:pt x="90835" y="33856"/>
                  </a:lnTo>
                  <a:lnTo>
                    <a:pt x="95284" y="36131"/>
                  </a:lnTo>
                  <a:lnTo>
                    <a:pt x="102271" y="39703"/>
                  </a:lnTo>
                  <a:lnTo>
                    <a:pt x="104572" y="40664"/>
                  </a:lnTo>
                  <a:lnTo>
                    <a:pt x="107394" y="41843"/>
                  </a:lnTo>
                  <a:lnTo>
                    <a:pt x="111186" y="43227"/>
                  </a:lnTo>
                  <a:lnTo>
                    <a:pt x="114746" y="44389"/>
                  </a:lnTo>
                  <a:lnTo>
                    <a:pt x="117413" y="45187"/>
                  </a:lnTo>
                  <a:lnTo>
                    <a:pt x="119278" y="45745"/>
                  </a:lnTo>
                  <a:lnTo>
                    <a:pt x="120202" y="46022"/>
                  </a:lnTo>
                  <a:lnTo>
                    <a:pt x="120937" y="46078"/>
                  </a:lnTo>
                  <a:lnTo>
                    <a:pt x="121571" y="46127"/>
                  </a:lnTo>
                  <a:lnTo>
                    <a:pt x="135942" y="47237"/>
                  </a:lnTo>
                  <a:lnTo>
                    <a:pt x="141709" y="47682"/>
                  </a:lnTo>
                  <a:lnTo>
                    <a:pt x="145093" y="47943"/>
                  </a:lnTo>
                  <a:lnTo>
                    <a:pt x="146798" y="48074"/>
                  </a:lnTo>
                  <a:lnTo>
                    <a:pt x="146625" y="48547"/>
                  </a:lnTo>
                  <a:lnTo>
                    <a:pt x="146516" y="48848"/>
                  </a:lnTo>
                  <a:lnTo>
                    <a:pt x="145832" y="50719"/>
                  </a:lnTo>
                  <a:lnTo>
                    <a:pt x="145549" y="51493"/>
                  </a:lnTo>
                  <a:lnTo>
                    <a:pt x="145215" y="52409"/>
                  </a:lnTo>
                  <a:lnTo>
                    <a:pt x="144912" y="53239"/>
                  </a:lnTo>
                  <a:lnTo>
                    <a:pt x="144836" y="53445"/>
                  </a:lnTo>
                  <a:lnTo>
                    <a:pt x="143202" y="57919"/>
                  </a:lnTo>
                  <a:lnTo>
                    <a:pt x="142661" y="59434"/>
                  </a:lnTo>
                  <a:lnTo>
                    <a:pt x="141620" y="62352"/>
                  </a:lnTo>
                  <a:lnTo>
                    <a:pt x="140818" y="64599"/>
                  </a:lnTo>
                  <a:lnTo>
                    <a:pt x="140624" y="65142"/>
                  </a:lnTo>
                  <a:lnTo>
                    <a:pt x="139160" y="69065"/>
                  </a:lnTo>
                  <a:lnTo>
                    <a:pt x="138897" y="69772"/>
                  </a:lnTo>
                  <a:lnTo>
                    <a:pt x="138333" y="71283"/>
                  </a:lnTo>
                  <a:lnTo>
                    <a:pt x="137290" y="74079"/>
                  </a:lnTo>
                  <a:lnTo>
                    <a:pt x="137193" y="74340"/>
                  </a:lnTo>
                  <a:lnTo>
                    <a:pt x="136868" y="75210"/>
                  </a:lnTo>
                  <a:lnTo>
                    <a:pt x="136814" y="7535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2" name="pg521"/>
            <p:cNvSpPr/>
            <p:nvPr/>
          </p:nvSpPr>
          <p:spPr>
            <a:xfrm>
              <a:off x="2877404" y="3440590"/>
              <a:ext cx="109777" cy="64359"/>
            </a:xfrm>
            <a:custGeom>
              <a:avLst/>
              <a:pathLst>
                <a:path w="109777" h="64359">
                  <a:moveTo>
                    <a:pt x="88636" y="8480"/>
                  </a:moveTo>
                  <a:lnTo>
                    <a:pt x="89355" y="8557"/>
                  </a:lnTo>
                  <a:lnTo>
                    <a:pt x="89770" y="8557"/>
                  </a:lnTo>
                  <a:lnTo>
                    <a:pt x="91707" y="8557"/>
                  </a:lnTo>
                  <a:lnTo>
                    <a:pt x="92486" y="8557"/>
                  </a:lnTo>
                  <a:lnTo>
                    <a:pt x="92919" y="8557"/>
                  </a:lnTo>
                  <a:lnTo>
                    <a:pt x="93664" y="8557"/>
                  </a:lnTo>
                  <a:lnTo>
                    <a:pt x="95743" y="8557"/>
                  </a:lnTo>
                  <a:lnTo>
                    <a:pt x="96497" y="8549"/>
                  </a:lnTo>
                  <a:lnTo>
                    <a:pt x="98964" y="8523"/>
                  </a:lnTo>
                  <a:lnTo>
                    <a:pt x="99193" y="8521"/>
                  </a:lnTo>
                  <a:lnTo>
                    <a:pt x="103599" y="8476"/>
                  </a:lnTo>
                  <a:lnTo>
                    <a:pt x="103793" y="8474"/>
                  </a:lnTo>
                  <a:lnTo>
                    <a:pt x="105240" y="8459"/>
                  </a:lnTo>
                  <a:lnTo>
                    <a:pt x="108052" y="8370"/>
                  </a:lnTo>
                  <a:lnTo>
                    <a:pt x="108856" y="8345"/>
                  </a:lnTo>
                  <a:lnTo>
                    <a:pt x="109334" y="8330"/>
                  </a:lnTo>
                  <a:lnTo>
                    <a:pt x="109486" y="16615"/>
                  </a:lnTo>
                  <a:lnTo>
                    <a:pt x="109518" y="18801"/>
                  </a:lnTo>
                  <a:lnTo>
                    <a:pt x="109572" y="21083"/>
                  </a:lnTo>
                  <a:lnTo>
                    <a:pt x="109523" y="23537"/>
                  </a:lnTo>
                  <a:lnTo>
                    <a:pt x="109468" y="30177"/>
                  </a:lnTo>
                  <a:lnTo>
                    <a:pt x="109586" y="37067"/>
                  </a:lnTo>
                  <a:lnTo>
                    <a:pt x="109752" y="43795"/>
                  </a:lnTo>
                  <a:lnTo>
                    <a:pt x="109777" y="46033"/>
                  </a:lnTo>
                  <a:lnTo>
                    <a:pt x="107042" y="46581"/>
                  </a:lnTo>
                  <a:lnTo>
                    <a:pt x="103218" y="47265"/>
                  </a:lnTo>
                  <a:lnTo>
                    <a:pt x="99395" y="47950"/>
                  </a:lnTo>
                  <a:lnTo>
                    <a:pt x="97722" y="48366"/>
                  </a:lnTo>
                  <a:lnTo>
                    <a:pt x="93327" y="49460"/>
                  </a:lnTo>
                  <a:lnTo>
                    <a:pt x="88577" y="50850"/>
                  </a:lnTo>
                  <a:lnTo>
                    <a:pt x="84173" y="52470"/>
                  </a:lnTo>
                  <a:lnTo>
                    <a:pt x="83976" y="52493"/>
                  </a:lnTo>
                  <a:lnTo>
                    <a:pt x="83664" y="52529"/>
                  </a:lnTo>
                  <a:lnTo>
                    <a:pt x="82820" y="52627"/>
                  </a:lnTo>
                  <a:lnTo>
                    <a:pt x="81062" y="52832"/>
                  </a:lnTo>
                  <a:lnTo>
                    <a:pt x="78228" y="53162"/>
                  </a:lnTo>
                  <a:lnTo>
                    <a:pt x="76572" y="54003"/>
                  </a:lnTo>
                  <a:lnTo>
                    <a:pt x="75632" y="54079"/>
                  </a:lnTo>
                  <a:lnTo>
                    <a:pt x="72875" y="54301"/>
                  </a:lnTo>
                  <a:lnTo>
                    <a:pt x="65845" y="53873"/>
                  </a:lnTo>
                  <a:lnTo>
                    <a:pt x="60130" y="54460"/>
                  </a:lnTo>
                  <a:lnTo>
                    <a:pt x="58509" y="55442"/>
                  </a:lnTo>
                  <a:lnTo>
                    <a:pt x="57456" y="55766"/>
                  </a:lnTo>
                  <a:lnTo>
                    <a:pt x="57124" y="55868"/>
                  </a:lnTo>
                  <a:lnTo>
                    <a:pt x="54633" y="56634"/>
                  </a:lnTo>
                  <a:lnTo>
                    <a:pt x="54460" y="56681"/>
                  </a:lnTo>
                  <a:lnTo>
                    <a:pt x="49675" y="57976"/>
                  </a:lnTo>
                  <a:lnTo>
                    <a:pt x="46320" y="59020"/>
                  </a:lnTo>
                  <a:lnTo>
                    <a:pt x="45081" y="59318"/>
                  </a:lnTo>
                  <a:lnTo>
                    <a:pt x="41512" y="60175"/>
                  </a:lnTo>
                  <a:lnTo>
                    <a:pt x="40418" y="60273"/>
                  </a:lnTo>
                  <a:lnTo>
                    <a:pt x="38837" y="60415"/>
                  </a:lnTo>
                  <a:lnTo>
                    <a:pt x="34506" y="61143"/>
                  </a:lnTo>
                  <a:lnTo>
                    <a:pt x="33181" y="61458"/>
                  </a:lnTo>
                  <a:lnTo>
                    <a:pt x="31788" y="61646"/>
                  </a:lnTo>
                  <a:lnTo>
                    <a:pt x="30529" y="61963"/>
                  </a:lnTo>
                  <a:lnTo>
                    <a:pt x="26677" y="62934"/>
                  </a:lnTo>
                  <a:lnTo>
                    <a:pt x="23061" y="63605"/>
                  </a:lnTo>
                  <a:lnTo>
                    <a:pt x="20965" y="63605"/>
                  </a:lnTo>
                  <a:lnTo>
                    <a:pt x="20489" y="63652"/>
                  </a:lnTo>
                  <a:lnTo>
                    <a:pt x="17209" y="63977"/>
                  </a:lnTo>
                  <a:lnTo>
                    <a:pt x="15874" y="64359"/>
                  </a:lnTo>
                  <a:lnTo>
                    <a:pt x="15082" y="63953"/>
                  </a:lnTo>
                  <a:lnTo>
                    <a:pt x="14335" y="63571"/>
                  </a:lnTo>
                  <a:lnTo>
                    <a:pt x="14152" y="63477"/>
                  </a:lnTo>
                  <a:lnTo>
                    <a:pt x="13202" y="63551"/>
                  </a:lnTo>
                  <a:lnTo>
                    <a:pt x="12120" y="63430"/>
                  </a:lnTo>
                  <a:lnTo>
                    <a:pt x="12125" y="63193"/>
                  </a:lnTo>
                  <a:lnTo>
                    <a:pt x="12040" y="61941"/>
                  </a:lnTo>
                  <a:lnTo>
                    <a:pt x="12005" y="61434"/>
                  </a:lnTo>
                  <a:lnTo>
                    <a:pt x="11995" y="61296"/>
                  </a:lnTo>
                  <a:lnTo>
                    <a:pt x="11948" y="60596"/>
                  </a:lnTo>
                  <a:lnTo>
                    <a:pt x="11912" y="60080"/>
                  </a:lnTo>
                  <a:lnTo>
                    <a:pt x="11761" y="60094"/>
                  </a:lnTo>
                  <a:lnTo>
                    <a:pt x="0" y="61149"/>
                  </a:lnTo>
                  <a:lnTo>
                    <a:pt x="1149" y="57112"/>
                  </a:lnTo>
                  <a:lnTo>
                    <a:pt x="2129" y="53673"/>
                  </a:lnTo>
                  <a:lnTo>
                    <a:pt x="2179" y="53542"/>
                  </a:lnTo>
                  <a:lnTo>
                    <a:pt x="3424" y="50257"/>
                  </a:lnTo>
                  <a:lnTo>
                    <a:pt x="4004" y="48727"/>
                  </a:lnTo>
                  <a:lnTo>
                    <a:pt x="4301" y="47944"/>
                  </a:lnTo>
                  <a:lnTo>
                    <a:pt x="4746" y="46771"/>
                  </a:lnTo>
                  <a:lnTo>
                    <a:pt x="7287" y="40067"/>
                  </a:lnTo>
                  <a:lnTo>
                    <a:pt x="7348" y="39906"/>
                  </a:lnTo>
                  <a:lnTo>
                    <a:pt x="8182" y="37706"/>
                  </a:lnTo>
                  <a:lnTo>
                    <a:pt x="8598" y="36665"/>
                  </a:lnTo>
                  <a:lnTo>
                    <a:pt x="9176" y="35216"/>
                  </a:lnTo>
                  <a:lnTo>
                    <a:pt x="9707" y="33884"/>
                  </a:lnTo>
                  <a:lnTo>
                    <a:pt x="9784" y="33692"/>
                  </a:lnTo>
                  <a:lnTo>
                    <a:pt x="9899" y="33403"/>
                  </a:lnTo>
                  <a:lnTo>
                    <a:pt x="9999" y="33153"/>
                  </a:lnTo>
                  <a:lnTo>
                    <a:pt x="11840" y="28539"/>
                  </a:lnTo>
                  <a:lnTo>
                    <a:pt x="12755" y="26246"/>
                  </a:lnTo>
                  <a:lnTo>
                    <a:pt x="12863" y="25974"/>
                  </a:lnTo>
                  <a:lnTo>
                    <a:pt x="12923" y="25824"/>
                  </a:lnTo>
                  <a:lnTo>
                    <a:pt x="13029" y="25559"/>
                  </a:lnTo>
                  <a:lnTo>
                    <a:pt x="15482" y="19408"/>
                  </a:lnTo>
                  <a:lnTo>
                    <a:pt x="15540" y="19263"/>
                  </a:lnTo>
                  <a:lnTo>
                    <a:pt x="15593" y="19132"/>
                  </a:lnTo>
                  <a:lnTo>
                    <a:pt x="16027" y="18043"/>
                  </a:lnTo>
                  <a:lnTo>
                    <a:pt x="16428" y="17039"/>
                  </a:lnTo>
                  <a:lnTo>
                    <a:pt x="16745" y="16243"/>
                  </a:lnTo>
                  <a:lnTo>
                    <a:pt x="18139" y="12751"/>
                  </a:lnTo>
                  <a:lnTo>
                    <a:pt x="18230" y="12522"/>
                  </a:lnTo>
                  <a:lnTo>
                    <a:pt x="19005" y="10558"/>
                  </a:lnTo>
                  <a:lnTo>
                    <a:pt x="20735" y="6179"/>
                  </a:lnTo>
                  <a:lnTo>
                    <a:pt x="20852" y="5883"/>
                  </a:lnTo>
                  <a:lnTo>
                    <a:pt x="21041" y="5402"/>
                  </a:lnTo>
                  <a:lnTo>
                    <a:pt x="21363" y="4587"/>
                  </a:lnTo>
                  <a:lnTo>
                    <a:pt x="22228" y="2397"/>
                  </a:lnTo>
                  <a:lnTo>
                    <a:pt x="23014" y="360"/>
                  </a:lnTo>
                  <a:lnTo>
                    <a:pt x="23153" y="0"/>
                  </a:lnTo>
                  <a:lnTo>
                    <a:pt x="24883" y="283"/>
                  </a:lnTo>
                  <a:lnTo>
                    <a:pt x="26737" y="588"/>
                  </a:lnTo>
                  <a:lnTo>
                    <a:pt x="29357" y="1018"/>
                  </a:lnTo>
                  <a:lnTo>
                    <a:pt x="31372" y="1295"/>
                  </a:lnTo>
                  <a:lnTo>
                    <a:pt x="32534" y="1455"/>
                  </a:lnTo>
                  <a:lnTo>
                    <a:pt x="33138" y="1538"/>
                  </a:lnTo>
                  <a:lnTo>
                    <a:pt x="33574" y="1598"/>
                  </a:lnTo>
                  <a:lnTo>
                    <a:pt x="33891" y="1641"/>
                  </a:lnTo>
                  <a:lnTo>
                    <a:pt x="34029" y="1660"/>
                  </a:lnTo>
                  <a:lnTo>
                    <a:pt x="34521" y="1728"/>
                  </a:lnTo>
                  <a:lnTo>
                    <a:pt x="34792" y="1763"/>
                  </a:lnTo>
                  <a:lnTo>
                    <a:pt x="35251" y="1821"/>
                  </a:lnTo>
                  <a:lnTo>
                    <a:pt x="38325" y="2217"/>
                  </a:lnTo>
                  <a:lnTo>
                    <a:pt x="39598" y="2381"/>
                  </a:lnTo>
                  <a:lnTo>
                    <a:pt x="44089" y="2958"/>
                  </a:lnTo>
                  <a:lnTo>
                    <a:pt x="44687" y="3035"/>
                  </a:lnTo>
                  <a:lnTo>
                    <a:pt x="45560" y="3147"/>
                  </a:lnTo>
                  <a:lnTo>
                    <a:pt x="46686" y="3309"/>
                  </a:lnTo>
                  <a:lnTo>
                    <a:pt x="50766" y="3894"/>
                  </a:lnTo>
                  <a:lnTo>
                    <a:pt x="51190" y="3955"/>
                  </a:lnTo>
                  <a:lnTo>
                    <a:pt x="52618" y="4131"/>
                  </a:lnTo>
                  <a:lnTo>
                    <a:pt x="53235" y="4208"/>
                  </a:lnTo>
                  <a:lnTo>
                    <a:pt x="55150" y="4444"/>
                  </a:lnTo>
                  <a:lnTo>
                    <a:pt x="55948" y="4542"/>
                  </a:lnTo>
                  <a:lnTo>
                    <a:pt x="60810" y="5143"/>
                  </a:lnTo>
                  <a:lnTo>
                    <a:pt x="61319" y="5209"/>
                  </a:lnTo>
                  <a:lnTo>
                    <a:pt x="61572" y="5242"/>
                  </a:lnTo>
                  <a:lnTo>
                    <a:pt x="62400" y="5350"/>
                  </a:lnTo>
                  <a:lnTo>
                    <a:pt x="63536" y="5491"/>
                  </a:lnTo>
                  <a:lnTo>
                    <a:pt x="68133" y="6060"/>
                  </a:lnTo>
                  <a:lnTo>
                    <a:pt x="68409" y="6095"/>
                  </a:lnTo>
                  <a:lnTo>
                    <a:pt x="72374" y="6586"/>
                  </a:lnTo>
                  <a:lnTo>
                    <a:pt x="72929" y="6654"/>
                  </a:lnTo>
                  <a:lnTo>
                    <a:pt x="73268" y="6696"/>
                  </a:lnTo>
                  <a:lnTo>
                    <a:pt x="79681" y="7491"/>
                  </a:lnTo>
                  <a:lnTo>
                    <a:pt x="80663" y="7613"/>
                  </a:lnTo>
                  <a:lnTo>
                    <a:pt x="81761" y="7749"/>
                  </a:lnTo>
                  <a:lnTo>
                    <a:pt x="83210" y="7903"/>
                  </a:lnTo>
                  <a:lnTo>
                    <a:pt x="84927" y="808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3" name="pg522"/>
            <p:cNvSpPr/>
            <p:nvPr/>
          </p:nvSpPr>
          <p:spPr>
            <a:xfrm>
              <a:off x="2966040" y="3410459"/>
              <a:ext cx="96790" cy="76134"/>
            </a:xfrm>
            <a:custGeom>
              <a:avLst/>
              <a:pathLst>
                <a:path w="96790" h="76134">
                  <a:moveTo>
                    <a:pt x="91831" y="9526"/>
                  </a:moveTo>
                  <a:lnTo>
                    <a:pt x="91841" y="11427"/>
                  </a:lnTo>
                  <a:lnTo>
                    <a:pt x="91854" y="11703"/>
                  </a:lnTo>
                  <a:lnTo>
                    <a:pt x="91869" y="12024"/>
                  </a:lnTo>
                  <a:lnTo>
                    <a:pt x="91932" y="13348"/>
                  </a:lnTo>
                  <a:lnTo>
                    <a:pt x="91972" y="14194"/>
                  </a:lnTo>
                  <a:lnTo>
                    <a:pt x="91961" y="16618"/>
                  </a:lnTo>
                  <a:lnTo>
                    <a:pt x="96521" y="16781"/>
                  </a:lnTo>
                  <a:lnTo>
                    <a:pt x="96525" y="17220"/>
                  </a:lnTo>
                  <a:lnTo>
                    <a:pt x="96541" y="18671"/>
                  </a:lnTo>
                  <a:lnTo>
                    <a:pt x="96543" y="18890"/>
                  </a:lnTo>
                  <a:lnTo>
                    <a:pt x="96545" y="19058"/>
                  </a:lnTo>
                  <a:lnTo>
                    <a:pt x="96545" y="19351"/>
                  </a:lnTo>
                  <a:lnTo>
                    <a:pt x="96545" y="20738"/>
                  </a:lnTo>
                  <a:lnTo>
                    <a:pt x="96545" y="21588"/>
                  </a:lnTo>
                  <a:lnTo>
                    <a:pt x="96545" y="21897"/>
                  </a:lnTo>
                  <a:lnTo>
                    <a:pt x="96531" y="23243"/>
                  </a:lnTo>
                  <a:lnTo>
                    <a:pt x="96521" y="24173"/>
                  </a:lnTo>
                  <a:lnTo>
                    <a:pt x="96528" y="26336"/>
                  </a:lnTo>
                  <a:lnTo>
                    <a:pt x="96533" y="27948"/>
                  </a:lnTo>
                  <a:lnTo>
                    <a:pt x="96544" y="31173"/>
                  </a:lnTo>
                  <a:lnTo>
                    <a:pt x="96545" y="31516"/>
                  </a:lnTo>
                  <a:lnTo>
                    <a:pt x="96561" y="32271"/>
                  </a:lnTo>
                  <a:lnTo>
                    <a:pt x="96570" y="32726"/>
                  </a:lnTo>
                  <a:lnTo>
                    <a:pt x="96623" y="35207"/>
                  </a:lnTo>
                  <a:lnTo>
                    <a:pt x="96667" y="37342"/>
                  </a:lnTo>
                  <a:lnTo>
                    <a:pt x="96725" y="41672"/>
                  </a:lnTo>
                  <a:lnTo>
                    <a:pt x="96741" y="42849"/>
                  </a:lnTo>
                  <a:lnTo>
                    <a:pt x="96790" y="43754"/>
                  </a:lnTo>
                  <a:lnTo>
                    <a:pt x="96782" y="44646"/>
                  </a:lnTo>
                  <a:lnTo>
                    <a:pt x="96744" y="48955"/>
                  </a:lnTo>
                  <a:lnTo>
                    <a:pt x="96741" y="49311"/>
                  </a:lnTo>
                  <a:lnTo>
                    <a:pt x="96790" y="50804"/>
                  </a:lnTo>
                  <a:lnTo>
                    <a:pt x="96790" y="51467"/>
                  </a:lnTo>
                  <a:lnTo>
                    <a:pt x="96790" y="52586"/>
                  </a:lnTo>
                  <a:lnTo>
                    <a:pt x="96790" y="54901"/>
                  </a:lnTo>
                  <a:lnTo>
                    <a:pt x="96790" y="55209"/>
                  </a:lnTo>
                  <a:lnTo>
                    <a:pt x="96765" y="56898"/>
                  </a:lnTo>
                  <a:lnTo>
                    <a:pt x="96782" y="57583"/>
                  </a:lnTo>
                  <a:lnTo>
                    <a:pt x="96790" y="57902"/>
                  </a:lnTo>
                  <a:lnTo>
                    <a:pt x="96753" y="61134"/>
                  </a:lnTo>
                  <a:lnTo>
                    <a:pt x="96716" y="64388"/>
                  </a:lnTo>
                  <a:lnTo>
                    <a:pt x="96717" y="64842"/>
                  </a:lnTo>
                  <a:lnTo>
                    <a:pt x="96718" y="65066"/>
                  </a:lnTo>
                  <a:lnTo>
                    <a:pt x="96719" y="65792"/>
                  </a:lnTo>
                  <a:lnTo>
                    <a:pt x="96770" y="69700"/>
                  </a:lnTo>
                  <a:lnTo>
                    <a:pt x="91522" y="69700"/>
                  </a:lnTo>
                  <a:lnTo>
                    <a:pt x="83124" y="70845"/>
                  </a:lnTo>
                  <a:lnTo>
                    <a:pt x="69670" y="69986"/>
                  </a:lnTo>
                  <a:lnTo>
                    <a:pt x="65689" y="70632"/>
                  </a:lnTo>
                  <a:lnTo>
                    <a:pt x="59078" y="71704"/>
                  </a:lnTo>
                  <a:lnTo>
                    <a:pt x="48391" y="73994"/>
                  </a:lnTo>
                  <a:lnTo>
                    <a:pt x="37799" y="75521"/>
                  </a:lnTo>
                  <a:lnTo>
                    <a:pt x="26457" y="76056"/>
                  </a:lnTo>
                  <a:lnTo>
                    <a:pt x="25680" y="76093"/>
                  </a:lnTo>
                  <a:lnTo>
                    <a:pt x="21299" y="76132"/>
                  </a:lnTo>
                  <a:lnTo>
                    <a:pt x="21140" y="76134"/>
                  </a:lnTo>
                  <a:lnTo>
                    <a:pt x="21116" y="73926"/>
                  </a:lnTo>
                  <a:lnTo>
                    <a:pt x="20950" y="67198"/>
                  </a:lnTo>
                  <a:lnTo>
                    <a:pt x="20831" y="60292"/>
                  </a:lnTo>
                  <a:lnTo>
                    <a:pt x="20887" y="53668"/>
                  </a:lnTo>
                  <a:lnTo>
                    <a:pt x="20935" y="51214"/>
                  </a:lnTo>
                  <a:lnTo>
                    <a:pt x="20882" y="48932"/>
                  </a:lnTo>
                  <a:lnTo>
                    <a:pt x="20850" y="46746"/>
                  </a:lnTo>
                  <a:lnTo>
                    <a:pt x="20698" y="38461"/>
                  </a:lnTo>
                  <a:lnTo>
                    <a:pt x="20220" y="38476"/>
                  </a:lnTo>
                  <a:lnTo>
                    <a:pt x="19416" y="38501"/>
                  </a:lnTo>
                  <a:lnTo>
                    <a:pt x="16598" y="38590"/>
                  </a:lnTo>
                  <a:lnTo>
                    <a:pt x="15157" y="38605"/>
                  </a:lnTo>
                  <a:lnTo>
                    <a:pt x="14963" y="38607"/>
                  </a:lnTo>
                  <a:lnTo>
                    <a:pt x="10557" y="38652"/>
                  </a:lnTo>
                  <a:lnTo>
                    <a:pt x="10302" y="38655"/>
                  </a:lnTo>
                  <a:lnTo>
                    <a:pt x="7860" y="38680"/>
                  </a:lnTo>
                  <a:lnTo>
                    <a:pt x="7003" y="38688"/>
                  </a:lnTo>
                  <a:lnTo>
                    <a:pt x="5028" y="38688"/>
                  </a:lnTo>
                  <a:lnTo>
                    <a:pt x="4283" y="38688"/>
                  </a:lnTo>
                  <a:lnTo>
                    <a:pt x="3850" y="38688"/>
                  </a:lnTo>
                  <a:lnTo>
                    <a:pt x="3071" y="38688"/>
                  </a:lnTo>
                  <a:lnTo>
                    <a:pt x="1134" y="38688"/>
                  </a:lnTo>
                  <a:lnTo>
                    <a:pt x="719" y="38688"/>
                  </a:lnTo>
                  <a:lnTo>
                    <a:pt x="0" y="38611"/>
                  </a:lnTo>
                  <a:lnTo>
                    <a:pt x="1305" y="34739"/>
                  </a:lnTo>
                  <a:lnTo>
                    <a:pt x="1669" y="33764"/>
                  </a:lnTo>
                  <a:lnTo>
                    <a:pt x="1765" y="33507"/>
                  </a:lnTo>
                  <a:lnTo>
                    <a:pt x="2048" y="32748"/>
                  </a:lnTo>
                  <a:lnTo>
                    <a:pt x="2145" y="32488"/>
                  </a:lnTo>
                  <a:lnTo>
                    <a:pt x="3188" y="29692"/>
                  </a:lnTo>
                  <a:lnTo>
                    <a:pt x="3752" y="28181"/>
                  </a:lnTo>
                  <a:lnTo>
                    <a:pt x="4040" y="27407"/>
                  </a:lnTo>
                  <a:lnTo>
                    <a:pt x="5479" y="23551"/>
                  </a:lnTo>
                  <a:lnTo>
                    <a:pt x="5673" y="23008"/>
                  </a:lnTo>
                  <a:lnTo>
                    <a:pt x="6475" y="20760"/>
                  </a:lnTo>
                  <a:lnTo>
                    <a:pt x="7516" y="17842"/>
                  </a:lnTo>
                  <a:lnTo>
                    <a:pt x="8057" y="16328"/>
                  </a:lnTo>
                  <a:lnTo>
                    <a:pt x="9691" y="11853"/>
                  </a:lnTo>
                  <a:lnTo>
                    <a:pt x="9767" y="11647"/>
                  </a:lnTo>
                  <a:lnTo>
                    <a:pt x="10070" y="10817"/>
                  </a:lnTo>
                  <a:lnTo>
                    <a:pt x="10405" y="9901"/>
                  </a:lnTo>
                  <a:lnTo>
                    <a:pt x="10687" y="9127"/>
                  </a:lnTo>
                  <a:lnTo>
                    <a:pt x="11426" y="7105"/>
                  </a:lnTo>
                  <a:lnTo>
                    <a:pt x="11480" y="6956"/>
                  </a:lnTo>
                  <a:lnTo>
                    <a:pt x="11653" y="6483"/>
                  </a:lnTo>
                  <a:lnTo>
                    <a:pt x="13231" y="6645"/>
                  </a:lnTo>
                  <a:lnTo>
                    <a:pt x="21787" y="7523"/>
                  </a:lnTo>
                  <a:lnTo>
                    <a:pt x="24460" y="7797"/>
                  </a:lnTo>
                  <a:lnTo>
                    <a:pt x="34410" y="8817"/>
                  </a:lnTo>
                  <a:lnTo>
                    <a:pt x="40136" y="9405"/>
                  </a:lnTo>
                  <a:lnTo>
                    <a:pt x="50008" y="10418"/>
                  </a:lnTo>
                  <a:lnTo>
                    <a:pt x="53221" y="10417"/>
                  </a:lnTo>
                  <a:lnTo>
                    <a:pt x="57287" y="10072"/>
                  </a:lnTo>
                  <a:lnTo>
                    <a:pt x="58117" y="10001"/>
                  </a:lnTo>
                  <a:lnTo>
                    <a:pt x="71763" y="4944"/>
                  </a:lnTo>
                  <a:lnTo>
                    <a:pt x="78033" y="3227"/>
                  </a:lnTo>
                  <a:lnTo>
                    <a:pt x="78993" y="2900"/>
                  </a:lnTo>
                  <a:lnTo>
                    <a:pt x="82034" y="1470"/>
                  </a:lnTo>
                  <a:lnTo>
                    <a:pt x="85886" y="1077"/>
                  </a:lnTo>
                  <a:lnTo>
                    <a:pt x="91014" y="172"/>
                  </a:lnTo>
                  <a:lnTo>
                    <a:pt x="91995" y="0"/>
                  </a:lnTo>
                  <a:lnTo>
                    <a:pt x="92811" y="2123"/>
                  </a:lnTo>
                  <a:lnTo>
                    <a:pt x="92668" y="2179"/>
                  </a:lnTo>
                  <a:lnTo>
                    <a:pt x="92260" y="2342"/>
                  </a:lnTo>
                  <a:lnTo>
                    <a:pt x="91928" y="2483"/>
                  </a:lnTo>
                  <a:lnTo>
                    <a:pt x="91864" y="4593"/>
                  </a:lnTo>
                  <a:lnTo>
                    <a:pt x="91830" y="5688"/>
                  </a:lnTo>
                  <a:lnTo>
                    <a:pt x="91829" y="6403"/>
                  </a:lnTo>
                  <a:lnTo>
                    <a:pt x="91828" y="7109"/>
                  </a:lnTo>
                  <a:lnTo>
                    <a:pt x="91827" y="8135"/>
                  </a:lnTo>
                  <a:lnTo>
                    <a:pt x="91826" y="864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4" name="pg523"/>
            <p:cNvSpPr/>
            <p:nvPr/>
          </p:nvSpPr>
          <p:spPr>
            <a:xfrm>
              <a:off x="3057867" y="3398415"/>
              <a:ext cx="78197" cy="89268"/>
            </a:xfrm>
            <a:custGeom>
              <a:avLst/>
              <a:pathLst>
                <a:path w="78197" h="89268">
                  <a:moveTo>
                    <a:pt x="78197" y="20160"/>
                  </a:moveTo>
                  <a:lnTo>
                    <a:pt x="76557" y="34234"/>
                  </a:lnTo>
                  <a:lnTo>
                    <a:pt x="70171" y="33375"/>
                  </a:lnTo>
                  <a:lnTo>
                    <a:pt x="64704" y="72090"/>
                  </a:lnTo>
                  <a:lnTo>
                    <a:pt x="60040" y="88880"/>
                  </a:lnTo>
                  <a:lnTo>
                    <a:pt x="58507" y="88741"/>
                  </a:lnTo>
                  <a:lnTo>
                    <a:pt x="58267" y="89268"/>
                  </a:lnTo>
                  <a:lnTo>
                    <a:pt x="55318" y="88739"/>
                  </a:lnTo>
                  <a:lnTo>
                    <a:pt x="55131" y="88706"/>
                  </a:lnTo>
                  <a:lnTo>
                    <a:pt x="54520" y="88578"/>
                  </a:lnTo>
                  <a:lnTo>
                    <a:pt x="53177" y="88339"/>
                  </a:lnTo>
                  <a:lnTo>
                    <a:pt x="52262" y="88175"/>
                  </a:lnTo>
                  <a:lnTo>
                    <a:pt x="48126" y="87801"/>
                  </a:lnTo>
                  <a:lnTo>
                    <a:pt x="41299" y="87183"/>
                  </a:lnTo>
                  <a:lnTo>
                    <a:pt x="41167" y="87183"/>
                  </a:lnTo>
                  <a:lnTo>
                    <a:pt x="36146" y="87183"/>
                  </a:lnTo>
                  <a:lnTo>
                    <a:pt x="34959" y="87255"/>
                  </a:lnTo>
                  <a:lnTo>
                    <a:pt x="33133" y="87365"/>
                  </a:lnTo>
                  <a:lnTo>
                    <a:pt x="29848" y="87564"/>
                  </a:lnTo>
                  <a:lnTo>
                    <a:pt x="24505" y="86897"/>
                  </a:lnTo>
                  <a:lnTo>
                    <a:pt x="17443" y="85656"/>
                  </a:lnTo>
                  <a:lnTo>
                    <a:pt x="16355" y="85371"/>
                  </a:lnTo>
                  <a:lnTo>
                    <a:pt x="11623" y="84129"/>
                  </a:lnTo>
                  <a:lnTo>
                    <a:pt x="9118" y="82817"/>
                  </a:lnTo>
                  <a:lnTo>
                    <a:pt x="7615" y="82030"/>
                  </a:lnTo>
                  <a:lnTo>
                    <a:pt x="4943" y="81744"/>
                  </a:lnTo>
                  <a:lnTo>
                    <a:pt x="4892" y="77836"/>
                  </a:lnTo>
                  <a:lnTo>
                    <a:pt x="4891" y="77110"/>
                  </a:lnTo>
                  <a:lnTo>
                    <a:pt x="4890" y="76885"/>
                  </a:lnTo>
                  <a:lnTo>
                    <a:pt x="4890" y="76432"/>
                  </a:lnTo>
                  <a:lnTo>
                    <a:pt x="4926" y="73178"/>
                  </a:lnTo>
                  <a:lnTo>
                    <a:pt x="4963" y="69946"/>
                  </a:lnTo>
                  <a:lnTo>
                    <a:pt x="4954" y="69595"/>
                  </a:lnTo>
                  <a:lnTo>
                    <a:pt x="4939" y="68942"/>
                  </a:lnTo>
                  <a:lnTo>
                    <a:pt x="4963" y="67253"/>
                  </a:lnTo>
                  <a:lnTo>
                    <a:pt x="4963" y="66945"/>
                  </a:lnTo>
                  <a:lnTo>
                    <a:pt x="4963" y="64630"/>
                  </a:lnTo>
                  <a:lnTo>
                    <a:pt x="4963" y="63511"/>
                  </a:lnTo>
                  <a:lnTo>
                    <a:pt x="4962" y="62825"/>
                  </a:lnTo>
                  <a:lnTo>
                    <a:pt x="4914" y="61355"/>
                  </a:lnTo>
                  <a:lnTo>
                    <a:pt x="4917" y="60999"/>
                  </a:lnTo>
                  <a:lnTo>
                    <a:pt x="4955" y="56690"/>
                  </a:lnTo>
                  <a:lnTo>
                    <a:pt x="4963" y="55798"/>
                  </a:lnTo>
                  <a:lnTo>
                    <a:pt x="4914" y="54893"/>
                  </a:lnTo>
                  <a:lnTo>
                    <a:pt x="4898" y="53716"/>
                  </a:lnTo>
                  <a:lnTo>
                    <a:pt x="4841" y="49385"/>
                  </a:lnTo>
                  <a:lnTo>
                    <a:pt x="4796" y="47250"/>
                  </a:lnTo>
                  <a:lnTo>
                    <a:pt x="4744" y="44770"/>
                  </a:lnTo>
                  <a:lnTo>
                    <a:pt x="4734" y="44315"/>
                  </a:lnTo>
                  <a:lnTo>
                    <a:pt x="4718" y="43560"/>
                  </a:lnTo>
                  <a:lnTo>
                    <a:pt x="4717" y="43217"/>
                  </a:lnTo>
                  <a:lnTo>
                    <a:pt x="4706" y="39991"/>
                  </a:lnTo>
                  <a:lnTo>
                    <a:pt x="4701" y="38380"/>
                  </a:lnTo>
                  <a:lnTo>
                    <a:pt x="4694" y="36217"/>
                  </a:lnTo>
                  <a:lnTo>
                    <a:pt x="4704" y="35287"/>
                  </a:lnTo>
                  <a:lnTo>
                    <a:pt x="4718" y="33941"/>
                  </a:lnTo>
                  <a:lnTo>
                    <a:pt x="4718" y="33632"/>
                  </a:lnTo>
                  <a:lnTo>
                    <a:pt x="4718" y="32782"/>
                  </a:lnTo>
                  <a:lnTo>
                    <a:pt x="4718" y="31395"/>
                  </a:lnTo>
                  <a:lnTo>
                    <a:pt x="4718" y="31101"/>
                  </a:lnTo>
                  <a:lnTo>
                    <a:pt x="4716" y="30934"/>
                  </a:lnTo>
                  <a:lnTo>
                    <a:pt x="4714" y="30715"/>
                  </a:lnTo>
                  <a:lnTo>
                    <a:pt x="4699" y="29264"/>
                  </a:lnTo>
                  <a:lnTo>
                    <a:pt x="4694" y="28825"/>
                  </a:lnTo>
                  <a:lnTo>
                    <a:pt x="134" y="28662"/>
                  </a:lnTo>
                  <a:lnTo>
                    <a:pt x="146" y="26238"/>
                  </a:lnTo>
                  <a:lnTo>
                    <a:pt x="106" y="25392"/>
                  </a:lnTo>
                  <a:lnTo>
                    <a:pt x="43" y="24068"/>
                  </a:lnTo>
                  <a:lnTo>
                    <a:pt x="28" y="23747"/>
                  </a:lnTo>
                  <a:lnTo>
                    <a:pt x="14" y="23471"/>
                  </a:lnTo>
                  <a:lnTo>
                    <a:pt x="4" y="21570"/>
                  </a:lnTo>
                  <a:lnTo>
                    <a:pt x="0" y="20689"/>
                  </a:lnTo>
                  <a:lnTo>
                    <a:pt x="0" y="20179"/>
                  </a:lnTo>
                  <a:lnTo>
                    <a:pt x="2" y="19153"/>
                  </a:lnTo>
                  <a:lnTo>
                    <a:pt x="3" y="18447"/>
                  </a:lnTo>
                  <a:lnTo>
                    <a:pt x="4" y="17732"/>
                  </a:lnTo>
                  <a:lnTo>
                    <a:pt x="37" y="16637"/>
                  </a:lnTo>
                  <a:lnTo>
                    <a:pt x="101" y="14527"/>
                  </a:lnTo>
                  <a:lnTo>
                    <a:pt x="433" y="14386"/>
                  </a:lnTo>
                  <a:lnTo>
                    <a:pt x="842" y="14223"/>
                  </a:lnTo>
                  <a:lnTo>
                    <a:pt x="984" y="14167"/>
                  </a:lnTo>
                  <a:lnTo>
                    <a:pt x="1981" y="13839"/>
                  </a:lnTo>
                  <a:lnTo>
                    <a:pt x="2628" y="13513"/>
                  </a:lnTo>
                  <a:lnTo>
                    <a:pt x="7066" y="11275"/>
                  </a:lnTo>
                  <a:lnTo>
                    <a:pt x="7546" y="11032"/>
                  </a:lnTo>
                  <a:lnTo>
                    <a:pt x="8766" y="10417"/>
                  </a:lnTo>
                  <a:lnTo>
                    <a:pt x="12590" y="8488"/>
                  </a:lnTo>
                  <a:lnTo>
                    <a:pt x="14713" y="7473"/>
                  </a:lnTo>
                  <a:lnTo>
                    <a:pt x="30152" y="7297"/>
                  </a:lnTo>
                  <a:lnTo>
                    <a:pt x="30644" y="7292"/>
                  </a:lnTo>
                  <a:lnTo>
                    <a:pt x="30774" y="199"/>
                  </a:lnTo>
                  <a:lnTo>
                    <a:pt x="35926" y="0"/>
                  </a:lnTo>
                  <a:lnTo>
                    <a:pt x="38370" y="757"/>
                  </a:lnTo>
                  <a:lnTo>
                    <a:pt x="45331" y="2916"/>
                  </a:lnTo>
                  <a:lnTo>
                    <a:pt x="45624" y="3086"/>
                  </a:lnTo>
                  <a:lnTo>
                    <a:pt x="47865" y="4379"/>
                  </a:lnTo>
                  <a:lnTo>
                    <a:pt x="51090" y="6330"/>
                  </a:lnTo>
                  <a:lnTo>
                    <a:pt x="55563" y="10169"/>
                  </a:lnTo>
                  <a:lnTo>
                    <a:pt x="59142" y="13450"/>
                  </a:lnTo>
                  <a:lnTo>
                    <a:pt x="62496" y="16171"/>
                  </a:lnTo>
                  <a:lnTo>
                    <a:pt x="64285" y="17103"/>
                  </a:lnTo>
                  <a:lnTo>
                    <a:pt x="66497" y="18080"/>
                  </a:lnTo>
                  <a:lnTo>
                    <a:pt x="69361" y="18839"/>
                  </a:lnTo>
                  <a:lnTo>
                    <a:pt x="71141" y="19055"/>
                  </a:lnTo>
                  <a:lnTo>
                    <a:pt x="71980" y="19157"/>
                  </a:lnTo>
                  <a:lnTo>
                    <a:pt x="72224" y="1919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5" name="pg524"/>
            <p:cNvSpPr/>
            <p:nvPr/>
          </p:nvSpPr>
          <p:spPr>
            <a:xfrm>
              <a:off x="3116134" y="3408617"/>
              <a:ext cx="115902" cy="89245"/>
            </a:xfrm>
            <a:custGeom>
              <a:avLst/>
              <a:pathLst>
                <a:path w="115902" h="89245">
                  <a:moveTo>
                    <a:pt x="102345" y="10878"/>
                  </a:moveTo>
                  <a:lnTo>
                    <a:pt x="105805" y="16804"/>
                  </a:lnTo>
                  <a:lnTo>
                    <a:pt x="111870" y="25608"/>
                  </a:lnTo>
                  <a:lnTo>
                    <a:pt x="115902" y="31056"/>
                  </a:lnTo>
                  <a:lnTo>
                    <a:pt x="100669" y="29148"/>
                  </a:lnTo>
                  <a:lnTo>
                    <a:pt x="100420" y="30487"/>
                  </a:lnTo>
                  <a:lnTo>
                    <a:pt x="102841" y="33135"/>
                  </a:lnTo>
                  <a:lnTo>
                    <a:pt x="101580" y="39539"/>
                  </a:lnTo>
                  <a:lnTo>
                    <a:pt x="75892" y="80912"/>
                  </a:lnTo>
                  <a:lnTo>
                    <a:pt x="73470" y="79539"/>
                  </a:lnTo>
                  <a:lnTo>
                    <a:pt x="67826" y="89245"/>
                  </a:lnTo>
                  <a:lnTo>
                    <a:pt x="67057" y="89058"/>
                  </a:lnTo>
                  <a:lnTo>
                    <a:pt x="66347" y="88886"/>
                  </a:lnTo>
                  <a:lnTo>
                    <a:pt x="65202" y="88608"/>
                  </a:lnTo>
                  <a:lnTo>
                    <a:pt x="64943" y="88545"/>
                  </a:lnTo>
                  <a:lnTo>
                    <a:pt x="60990" y="87452"/>
                  </a:lnTo>
                  <a:lnTo>
                    <a:pt x="56422" y="86188"/>
                  </a:lnTo>
                  <a:lnTo>
                    <a:pt x="56182" y="86128"/>
                  </a:lnTo>
                  <a:lnTo>
                    <a:pt x="55823" y="86023"/>
                  </a:lnTo>
                  <a:lnTo>
                    <a:pt x="54852" y="85754"/>
                  </a:lnTo>
                  <a:lnTo>
                    <a:pt x="54713" y="85717"/>
                  </a:lnTo>
                  <a:lnTo>
                    <a:pt x="50344" y="84540"/>
                  </a:lnTo>
                  <a:lnTo>
                    <a:pt x="48511" y="84047"/>
                  </a:lnTo>
                  <a:lnTo>
                    <a:pt x="47409" y="83750"/>
                  </a:lnTo>
                  <a:lnTo>
                    <a:pt x="46274" y="83546"/>
                  </a:lnTo>
                  <a:lnTo>
                    <a:pt x="44128" y="83161"/>
                  </a:lnTo>
                  <a:lnTo>
                    <a:pt x="43928" y="83125"/>
                  </a:lnTo>
                  <a:lnTo>
                    <a:pt x="41881" y="82757"/>
                  </a:lnTo>
                  <a:lnTo>
                    <a:pt x="41433" y="82677"/>
                  </a:lnTo>
                  <a:lnTo>
                    <a:pt x="40467" y="82557"/>
                  </a:lnTo>
                  <a:lnTo>
                    <a:pt x="40079" y="82509"/>
                  </a:lnTo>
                  <a:lnTo>
                    <a:pt x="39483" y="82435"/>
                  </a:lnTo>
                  <a:lnTo>
                    <a:pt x="39303" y="82412"/>
                  </a:lnTo>
                  <a:lnTo>
                    <a:pt x="35494" y="81940"/>
                  </a:lnTo>
                  <a:lnTo>
                    <a:pt x="34389" y="81803"/>
                  </a:lnTo>
                  <a:lnTo>
                    <a:pt x="33194" y="81654"/>
                  </a:lnTo>
                  <a:lnTo>
                    <a:pt x="31291" y="81418"/>
                  </a:lnTo>
                  <a:lnTo>
                    <a:pt x="30786" y="81355"/>
                  </a:lnTo>
                  <a:lnTo>
                    <a:pt x="29672" y="81217"/>
                  </a:lnTo>
                  <a:lnTo>
                    <a:pt x="29049" y="81140"/>
                  </a:lnTo>
                  <a:lnTo>
                    <a:pt x="28737" y="81146"/>
                  </a:lnTo>
                  <a:lnTo>
                    <a:pt x="27854" y="81164"/>
                  </a:lnTo>
                  <a:lnTo>
                    <a:pt x="26366" y="81007"/>
                  </a:lnTo>
                  <a:lnTo>
                    <a:pt x="24861" y="80710"/>
                  </a:lnTo>
                  <a:lnTo>
                    <a:pt x="23620" y="80597"/>
                  </a:lnTo>
                  <a:lnTo>
                    <a:pt x="21921" y="80554"/>
                  </a:lnTo>
                  <a:lnTo>
                    <a:pt x="21257" y="80506"/>
                  </a:lnTo>
                  <a:lnTo>
                    <a:pt x="20765" y="80470"/>
                  </a:lnTo>
                  <a:lnTo>
                    <a:pt x="18800" y="80264"/>
                  </a:lnTo>
                  <a:lnTo>
                    <a:pt x="15986" y="80031"/>
                  </a:lnTo>
                  <a:lnTo>
                    <a:pt x="13729" y="79822"/>
                  </a:lnTo>
                  <a:lnTo>
                    <a:pt x="12186" y="79692"/>
                  </a:lnTo>
                  <a:lnTo>
                    <a:pt x="10814" y="79538"/>
                  </a:lnTo>
                  <a:lnTo>
                    <a:pt x="9581" y="79418"/>
                  </a:lnTo>
                  <a:lnTo>
                    <a:pt x="8579" y="79372"/>
                  </a:lnTo>
                  <a:lnTo>
                    <a:pt x="7538" y="79316"/>
                  </a:lnTo>
                  <a:lnTo>
                    <a:pt x="6366" y="79241"/>
                  </a:lnTo>
                  <a:lnTo>
                    <a:pt x="4899" y="79225"/>
                  </a:lnTo>
                  <a:lnTo>
                    <a:pt x="3820" y="79225"/>
                  </a:lnTo>
                  <a:lnTo>
                    <a:pt x="2413" y="79144"/>
                  </a:lnTo>
                  <a:lnTo>
                    <a:pt x="631" y="79068"/>
                  </a:lnTo>
                  <a:lnTo>
                    <a:pt x="0" y="79066"/>
                  </a:lnTo>
                  <a:lnTo>
                    <a:pt x="239" y="78539"/>
                  </a:lnTo>
                  <a:lnTo>
                    <a:pt x="1772" y="78678"/>
                  </a:lnTo>
                  <a:lnTo>
                    <a:pt x="6437" y="61888"/>
                  </a:lnTo>
                  <a:lnTo>
                    <a:pt x="11903" y="23173"/>
                  </a:lnTo>
                  <a:lnTo>
                    <a:pt x="18290" y="24033"/>
                  </a:lnTo>
                  <a:lnTo>
                    <a:pt x="19930" y="9953"/>
                  </a:lnTo>
                  <a:lnTo>
                    <a:pt x="51718" y="14663"/>
                  </a:lnTo>
                  <a:lnTo>
                    <a:pt x="65177" y="16348"/>
                  </a:lnTo>
                  <a:lnTo>
                    <a:pt x="71423" y="15272"/>
                  </a:lnTo>
                  <a:lnTo>
                    <a:pt x="77896" y="12531"/>
                  </a:lnTo>
                  <a:lnTo>
                    <a:pt x="83240" y="9344"/>
                  </a:lnTo>
                  <a:lnTo>
                    <a:pt x="88624" y="5716"/>
                  </a:lnTo>
                  <a:lnTo>
                    <a:pt x="89766" y="4946"/>
                  </a:lnTo>
                  <a:lnTo>
                    <a:pt x="92932" y="2813"/>
                  </a:lnTo>
                  <a:lnTo>
                    <a:pt x="97106" y="0"/>
                  </a:lnTo>
                  <a:lnTo>
                    <a:pt x="98769" y="345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6" name="pg525"/>
            <p:cNvSpPr/>
            <p:nvPr/>
          </p:nvSpPr>
          <p:spPr>
            <a:xfrm>
              <a:off x="3183961" y="3437765"/>
              <a:ext cx="161565" cy="74017"/>
            </a:xfrm>
            <a:custGeom>
              <a:avLst/>
              <a:pathLst>
                <a:path w="161565" h="74017">
                  <a:moveTo>
                    <a:pt x="136061" y="50894"/>
                  </a:moveTo>
                  <a:lnTo>
                    <a:pt x="138924" y="52079"/>
                  </a:lnTo>
                  <a:lnTo>
                    <a:pt x="142659" y="53307"/>
                  </a:lnTo>
                  <a:lnTo>
                    <a:pt x="146492" y="54522"/>
                  </a:lnTo>
                  <a:lnTo>
                    <a:pt x="147171" y="54738"/>
                  </a:lnTo>
                  <a:lnTo>
                    <a:pt x="155959" y="57016"/>
                  </a:lnTo>
                  <a:lnTo>
                    <a:pt x="161565" y="58151"/>
                  </a:lnTo>
                  <a:lnTo>
                    <a:pt x="161415" y="58523"/>
                  </a:lnTo>
                  <a:lnTo>
                    <a:pt x="160988" y="59585"/>
                  </a:lnTo>
                  <a:lnTo>
                    <a:pt x="160892" y="59822"/>
                  </a:lnTo>
                  <a:lnTo>
                    <a:pt x="159906" y="62128"/>
                  </a:lnTo>
                  <a:lnTo>
                    <a:pt x="159768" y="62333"/>
                  </a:lnTo>
                  <a:lnTo>
                    <a:pt x="159673" y="62476"/>
                  </a:lnTo>
                  <a:lnTo>
                    <a:pt x="159519" y="62705"/>
                  </a:lnTo>
                  <a:lnTo>
                    <a:pt x="159306" y="63023"/>
                  </a:lnTo>
                  <a:lnTo>
                    <a:pt x="159210" y="63166"/>
                  </a:lnTo>
                  <a:lnTo>
                    <a:pt x="159057" y="63394"/>
                  </a:lnTo>
                  <a:lnTo>
                    <a:pt x="158941" y="63567"/>
                  </a:lnTo>
                  <a:lnTo>
                    <a:pt x="158780" y="63792"/>
                  </a:lnTo>
                  <a:lnTo>
                    <a:pt x="158032" y="64501"/>
                  </a:lnTo>
                  <a:lnTo>
                    <a:pt x="157337" y="65166"/>
                  </a:lnTo>
                  <a:lnTo>
                    <a:pt x="157168" y="64970"/>
                  </a:lnTo>
                  <a:lnTo>
                    <a:pt x="156753" y="64530"/>
                  </a:lnTo>
                  <a:lnTo>
                    <a:pt x="156526" y="64289"/>
                  </a:lnTo>
                  <a:lnTo>
                    <a:pt x="156120" y="63858"/>
                  </a:lnTo>
                  <a:lnTo>
                    <a:pt x="155487" y="63186"/>
                  </a:lnTo>
                  <a:lnTo>
                    <a:pt x="155082" y="62756"/>
                  </a:lnTo>
                  <a:lnTo>
                    <a:pt x="154870" y="62530"/>
                  </a:lnTo>
                  <a:lnTo>
                    <a:pt x="154459" y="62182"/>
                  </a:lnTo>
                  <a:lnTo>
                    <a:pt x="154040" y="61828"/>
                  </a:lnTo>
                  <a:lnTo>
                    <a:pt x="153739" y="61573"/>
                  </a:lnTo>
                  <a:lnTo>
                    <a:pt x="153263" y="61171"/>
                  </a:lnTo>
                  <a:lnTo>
                    <a:pt x="153009" y="60956"/>
                  </a:lnTo>
                  <a:lnTo>
                    <a:pt x="152876" y="60903"/>
                  </a:lnTo>
                  <a:lnTo>
                    <a:pt x="152563" y="60779"/>
                  </a:lnTo>
                  <a:lnTo>
                    <a:pt x="151737" y="60453"/>
                  </a:lnTo>
                  <a:lnTo>
                    <a:pt x="150997" y="60160"/>
                  </a:lnTo>
                  <a:lnTo>
                    <a:pt x="149027" y="59382"/>
                  </a:lnTo>
                  <a:lnTo>
                    <a:pt x="145725" y="58873"/>
                  </a:lnTo>
                  <a:lnTo>
                    <a:pt x="145220" y="58927"/>
                  </a:lnTo>
                  <a:lnTo>
                    <a:pt x="142514" y="59221"/>
                  </a:lnTo>
                  <a:lnTo>
                    <a:pt x="138157" y="59693"/>
                  </a:lnTo>
                  <a:lnTo>
                    <a:pt x="136110" y="60003"/>
                  </a:lnTo>
                  <a:lnTo>
                    <a:pt x="132394" y="60567"/>
                  </a:lnTo>
                  <a:lnTo>
                    <a:pt x="129357" y="61027"/>
                  </a:lnTo>
                  <a:lnTo>
                    <a:pt x="127969" y="61312"/>
                  </a:lnTo>
                  <a:lnTo>
                    <a:pt x="125712" y="61776"/>
                  </a:lnTo>
                  <a:lnTo>
                    <a:pt x="121515" y="62638"/>
                  </a:lnTo>
                  <a:lnTo>
                    <a:pt x="118729" y="63210"/>
                  </a:lnTo>
                  <a:lnTo>
                    <a:pt x="111858" y="65214"/>
                  </a:lnTo>
                  <a:lnTo>
                    <a:pt x="109242" y="66506"/>
                  </a:lnTo>
                  <a:lnTo>
                    <a:pt x="102720" y="69728"/>
                  </a:lnTo>
                  <a:lnTo>
                    <a:pt x="100563" y="70675"/>
                  </a:lnTo>
                  <a:lnTo>
                    <a:pt x="100233" y="70820"/>
                  </a:lnTo>
                  <a:lnTo>
                    <a:pt x="99440" y="71167"/>
                  </a:lnTo>
                  <a:lnTo>
                    <a:pt x="96934" y="72267"/>
                  </a:lnTo>
                  <a:lnTo>
                    <a:pt x="94253" y="73444"/>
                  </a:lnTo>
                  <a:lnTo>
                    <a:pt x="91188" y="73886"/>
                  </a:lnTo>
                  <a:lnTo>
                    <a:pt x="90281" y="74017"/>
                  </a:lnTo>
                  <a:lnTo>
                    <a:pt x="89818" y="73975"/>
                  </a:lnTo>
                  <a:lnTo>
                    <a:pt x="89427" y="73940"/>
                  </a:lnTo>
                  <a:lnTo>
                    <a:pt x="85486" y="73587"/>
                  </a:lnTo>
                  <a:lnTo>
                    <a:pt x="79345" y="71854"/>
                  </a:lnTo>
                  <a:lnTo>
                    <a:pt x="77122" y="71226"/>
                  </a:lnTo>
                  <a:lnTo>
                    <a:pt x="73570" y="70224"/>
                  </a:lnTo>
                  <a:lnTo>
                    <a:pt x="70382" y="69529"/>
                  </a:lnTo>
                  <a:lnTo>
                    <a:pt x="63551" y="68041"/>
                  </a:lnTo>
                  <a:lnTo>
                    <a:pt x="63173" y="68010"/>
                  </a:lnTo>
                  <a:lnTo>
                    <a:pt x="60225" y="67773"/>
                  </a:lnTo>
                  <a:lnTo>
                    <a:pt x="59078" y="67680"/>
                  </a:lnTo>
                  <a:lnTo>
                    <a:pt x="58520" y="67716"/>
                  </a:lnTo>
                  <a:lnTo>
                    <a:pt x="56533" y="67844"/>
                  </a:lnTo>
                  <a:lnTo>
                    <a:pt x="56251" y="67862"/>
                  </a:lnTo>
                  <a:lnTo>
                    <a:pt x="53270" y="68333"/>
                  </a:lnTo>
                  <a:lnTo>
                    <a:pt x="50132" y="68828"/>
                  </a:lnTo>
                  <a:lnTo>
                    <a:pt x="41043" y="69866"/>
                  </a:lnTo>
                  <a:lnTo>
                    <a:pt x="39223" y="69280"/>
                  </a:lnTo>
                  <a:lnTo>
                    <a:pt x="38702" y="69113"/>
                  </a:lnTo>
                  <a:lnTo>
                    <a:pt x="33987" y="67595"/>
                  </a:lnTo>
                  <a:lnTo>
                    <a:pt x="30366" y="66430"/>
                  </a:lnTo>
                  <a:lnTo>
                    <a:pt x="29700" y="66216"/>
                  </a:lnTo>
                  <a:lnTo>
                    <a:pt x="25962" y="65436"/>
                  </a:lnTo>
                  <a:lnTo>
                    <a:pt x="19752" y="64141"/>
                  </a:lnTo>
                  <a:lnTo>
                    <a:pt x="17430" y="63695"/>
                  </a:lnTo>
                  <a:lnTo>
                    <a:pt x="13545" y="62950"/>
                  </a:lnTo>
                  <a:lnTo>
                    <a:pt x="9303" y="62137"/>
                  </a:lnTo>
                  <a:lnTo>
                    <a:pt x="6588" y="61541"/>
                  </a:lnTo>
                  <a:lnTo>
                    <a:pt x="3305" y="60822"/>
                  </a:lnTo>
                  <a:lnTo>
                    <a:pt x="2118" y="60561"/>
                  </a:lnTo>
                  <a:lnTo>
                    <a:pt x="1371" y="60398"/>
                  </a:lnTo>
                  <a:lnTo>
                    <a:pt x="991" y="60314"/>
                  </a:lnTo>
                  <a:lnTo>
                    <a:pt x="214" y="60144"/>
                  </a:lnTo>
                  <a:lnTo>
                    <a:pt x="0" y="60097"/>
                  </a:lnTo>
                  <a:lnTo>
                    <a:pt x="5643" y="50391"/>
                  </a:lnTo>
                  <a:lnTo>
                    <a:pt x="8066" y="51764"/>
                  </a:lnTo>
                  <a:lnTo>
                    <a:pt x="33754" y="10391"/>
                  </a:lnTo>
                  <a:lnTo>
                    <a:pt x="35015" y="3987"/>
                  </a:lnTo>
                  <a:lnTo>
                    <a:pt x="32593" y="1339"/>
                  </a:lnTo>
                  <a:lnTo>
                    <a:pt x="32842" y="0"/>
                  </a:lnTo>
                  <a:lnTo>
                    <a:pt x="48075" y="1908"/>
                  </a:lnTo>
                  <a:lnTo>
                    <a:pt x="48497" y="2364"/>
                  </a:lnTo>
                  <a:lnTo>
                    <a:pt x="49639" y="3602"/>
                  </a:lnTo>
                  <a:lnTo>
                    <a:pt x="54764" y="8361"/>
                  </a:lnTo>
                  <a:lnTo>
                    <a:pt x="55272" y="8885"/>
                  </a:lnTo>
                  <a:lnTo>
                    <a:pt x="57614" y="10999"/>
                  </a:lnTo>
                  <a:lnTo>
                    <a:pt x="60637" y="13728"/>
                  </a:lnTo>
                  <a:lnTo>
                    <a:pt x="60804" y="13878"/>
                  </a:lnTo>
                  <a:lnTo>
                    <a:pt x="61028" y="14073"/>
                  </a:lnTo>
                  <a:lnTo>
                    <a:pt x="62635" y="15470"/>
                  </a:lnTo>
                  <a:lnTo>
                    <a:pt x="62860" y="15665"/>
                  </a:lnTo>
                  <a:lnTo>
                    <a:pt x="63589" y="16199"/>
                  </a:lnTo>
                  <a:lnTo>
                    <a:pt x="64140" y="16602"/>
                  </a:lnTo>
                  <a:lnTo>
                    <a:pt x="66460" y="18299"/>
                  </a:lnTo>
                  <a:lnTo>
                    <a:pt x="66880" y="18606"/>
                  </a:lnTo>
                  <a:lnTo>
                    <a:pt x="67602" y="19113"/>
                  </a:lnTo>
                  <a:lnTo>
                    <a:pt x="68999" y="20094"/>
                  </a:lnTo>
                  <a:lnTo>
                    <a:pt x="70815" y="21368"/>
                  </a:lnTo>
                  <a:lnTo>
                    <a:pt x="76592" y="25417"/>
                  </a:lnTo>
                  <a:lnTo>
                    <a:pt x="77032" y="25725"/>
                  </a:lnTo>
                  <a:lnTo>
                    <a:pt x="78208" y="26509"/>
                  </a:lnTo>
                  <a:lnTo>
                    <a:pt x="79381" y="27292"/>
                  </a:lnTo>
                  <a:lnTo>
                    <a:pt x="83763" y="30253"/>
                  </a:lnTo>
                  <a:lnTo>
                    <a:pt x="85521" y="31048"/>
                  </a:lnTo>
                  <a:lnTo>
                    <a:pt x="96493" y="35380"/>
                  </a:lnTo>
                  <a:lnTo>
                    <a:pt x="107872" y="39873"/>
                  </a:lnTo>
                  <a:lnTo>
                    <a:pt x="115507" y="42696"/>
                  </a:lnTo>
                  <a:lnTo>
                    <a:pt x="116610" y="43103"/>
                  </a:lnTo>
                  <a:lnTo>
                    <a:pt x="117567" y="43436"/>
                  </a:lnTo>
                  <a:lnTo>
                    <a:pt x="119499" y="44107"/>
                  </a:lnTo>
                  <a:lnTo>
                    <a:pt x="125300" y="46286"/>
                  </a:lnTo>
                  <a:lnTo>
                    <a:pt x="126830" y="46939"/>
                  </a:lnTo>
                  <a:lnTo>
                    <a:pt x="127008" y="47015"/>
                  </a:lnTo>
                  <a:lnTo>
                    <a:pt x="127821" y="47362"/>
                  </a:lnTo>
                  <a:lnTo>
                    <a:pt x="128359" y="47601"/>
                  </a:lnTo>
                  <a:lnTo>
                    <a:pt x="132080" y="49247"/>
                  </a:lnTo>
                  <a:lnTo>
                    <a:pt x="133188" y="4970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7" name="pg526"/>
            <p:cNvSpPr/>
            <p:nvPr/>
          </p:nvSpPr>
          <p:spPr>
            <a:xfrm>
              <a:off x="3213329" y="3359086"/>
              <a:ext cx="106690" cy="125694"/>
            </a:xfrm>
            <a:custGeom>
              <a:avLst/>
              <a:pathLst>
                <a:path w="106690" h="125694">
                  <a:moveTo>
                    <a:pt x="97828" y="125369"/>
                  </a:moveTo>
                  <a:lnTo>
                    <a:pt x="97640" y="125694"/>
                  </a:lnTo>
                  <a:lnTo>
                    <a:pt x="97462" y="125617"/>
                  </a:lnTo>
                  <a:lnTo>
                    <a:pt x="95932" y="124964"/>
                  </a:lnTo>
                  <a:lnTo>
                    <a:pt x="90131" y="122785"/>
                  </a:lnTo>
                  <a:lnTo>
                    <a:pt x="88199" y="122114"/>
                  </a:lnTo>
                  <a:lnTo>
                    <a:pt x="87243" y="121782"/>
                  </a:lnTo>
                  <a:lnTo>
                    <a:pt x="86019" y="121329"/>
                  </a:lnTo>
                  <a:lnTo>
                    <a:pt x="78493" y="118546"/>
                  </a:lnTo>
                  <a:lnTo>
                    <a:pt x="67125" y="114058"/>
                  </a:lnTo>
                  <a:lnTo>
                    <a:pt x="56153" y="109726"/>
                  </a:lnTo>
                  <a:lnTo>
                    <a:pt x="54395" y="108932"/>
                  </a:lnTo>
                  <a:lnTo>
                    <a:pt x="50014" y="105970"/>
                  </a:lnTo>
                  <a:lnTo>
                    <a:pt x="48829" y="105180"/>
                  </a:lnTo>
                  <a:lnTo>
                    <a:pt x="47664" y="104403"/>
                  </a:lnTo>
                  <a:lnTo>
                    <a:pt x="47162" y="104051"/>
                  </a:lnTo>
                  <a:lnTo>
                    <a:pt x="41447" y="100047"/>
                  </a:lnTo>
                  <a:lnTo>
                    <a:pt x="39631" y="98772"/>
                  </a:lnTo>
                  <a:lnTo>
                    <a:pt x="38234" y="97792"/>
                  </a:lnTo>
                  <a:lnTo>
                    <a:pt x="37506" y="97281"/>
                  </a:lnTo>
                  <a:lnTo>
                    <a:pt x="37092" y="96977"/>
                  </a:lnTo>
                  <a:lnTo>
                    <a:pt x="34649" y="95190"/>
                  </a:lnTo>
                  <a:lnTo>
                    <a:pt x="34221" y="94877"/>
                  </a:lnTo>
                  <a:lnTo>
                    <a:pt x="33492" y="94343"/>
                  </a:lnTo>
                  <a:lnTo>
                    <a:pt x="33180" y="94072"/>
                  </a:lnTo>
                  <a:lnTo>
                    <a:pt x="31660" y="92751"/>
                  </a:lnTo>
                  <a:lnTo>
                    <a:pt x="31436" y="92557"/>
                  </a:lnTo>
                  <a:lnTo>
                    <a:pt x="31269" y="92406"/>
                  </a:lnTo>
                  <a:lnTo>
                    <a:pt x="28246" y="89678"/>
                  </a:lnTo>
                  <a:lnTo>
                    <a:pt x="25869" y="87527"/>
                  </a:lnTo>
                  <a:lnTo>
                    <a:pt x="25396" y="87039"/>
                  </a:lnTo>
                  <a:lnTo>
                    <a:pt x="20271" y="82280"/>
                  </a:lnTo>
                  <a:lnTo>
                    <a:pt x="19129" y="81043"/>
                  </a:lnTo>
                  <a:lnTo>
                    <a:pt x="18707" y="80586"/>
                  </a:lnTo>
                  <a:lnTo>
                    <a:pt x="14676" y="75138"/>
                  </a:lnTo>
                  <a:lnTo>
                    <a:pt x="8611" y="66334"/>
                  </a:lnTo>
                  <a:lnTo>
                    <a:pt x="5150" y="60408"/>
                  </a:lnTo>
                  <a:lnTo>
                    <a:pt x="1574" y="52982"/>
                  </a:lnTo>
                  <a:lnTo>
                    <a:pt x="0" y="49470"/>
                  </a:lnTo>
                  <a:lnTo>
                    <a:pt x="693" y="49013"/>
                  </a:lnTo>
                  <a:lnTo>
                    <a:pt x="981" y="48816"/>
                  </a:lnTo>
                  <a:lnTo>
                    <a:pt x="1142" y="48706"/>
                  </a:lnTo>
                  <a:lnTo>
                    <a:pt x="1784" y="48268"/>
                  </a:lnTo>
                  <a:lnTo>
                    <a:pt x="3380" y="47178"/>
                  </a:lnTo>
                  <a:lnTo>
                    <a:pt x="3782" y="46904"/>
                  </a:lnTo>
                  <a:lnTo>
                    <a:pt x="4004" y="46741"/>
                  </a:lnTo>
                  <a:lnTo>
                    <a:pt x="4648" y="46270"/>
                  </a:lnTo>
                  <a:lnTo>
                    <a:pt x="5985" y="45293"/>
                  </a:lnTo>
                  <a:lnTo>
                    <a:pt x="8089" y="43755"/>
                  </a:lnTo>
                  <a:lnTo>
                    <a:pt x="10758" y="41896"/>
                  </a:lnTo>
                  <a:lnTo>
                    <a:pt x="14510" y="39283"/>
                  </a:lnTo>
                  <a:lnTo>
                    <a:pt x="19019" y="36143"/>
                  </a:lnTo>
                  <a:lnTo>
                    <a:pt x="19834" y="35576"/>
                  </a:lnTo>
                  <a:lnTo>
                    <a:pt x="20387" y="35191"/>
                  </a:lnTo>
                  <a:lnTo>
                    <a:pt x="20753" y="34936"/>
                  </a:lnTo>
                  <a:lnTo>
                    <a:pt x="23571" y="32974"/>
                  </a:lnTo>
                  <a:lnTo>
                    <a:pt x="26364" y="31030"/>
                  </a:lnTo>
                  <a:lnTo>
                    <a:pt x="26651" y="30831"/>
                  </a:lnTo>
                  <a:lnTo>
                    <a:pt x="35630" y="24720"/>
                  </a:lnTo>
                  <a:lnTo>
                    <a:pt x="36308" y="24259"/>
                  </a:lnTo>
                  <a:lnTo>
                    <a:pt x="37929" y="23156"/>
                  </a:lnTo>
                  <a:lnTo>
                    <a:pt x="38424" y="22865"/>
                  </a:lnTo>
                  <a:lnTo>
                    <a:pt x="39646" y="22146"/>
                  </a:lnTo>
                  <a:lnTo>
                    <a:pt x="40188" y="21827"/>
                  </a:lnTo>
                  <a:lnTo>
                    <a:pt x="41031" y="21331"/>
                  </a:lnTo>
                  <a:lnTo>
                    <a:pt x="41206" y="21229"/>
                  </a:lnTo>
                  <a:lnTo>
                    <a:pt x="49096" y="15846"/>
                  </a:lnTo>
                  <a:lnTo>
                    <a:pt x="51473" y="14225"/>
                  </a:lnTo>
                  <a:lnTo>
                    <a:pt x="53232" y="13012"/>
                  </a:lnTo>
                  <a:lnTo>
                    <a:pt x="55006" y="11788"/>
                  </a:lnTo>
                  <a:lnTo>
                    <a:pt x="55932" y="11149"/>
                  </a:lnTo>
                  <a:lnTo>
                    <a:pt x="56578" y="10703"/>
                  </a:lnTo>
                  <a:lnTo>
                    <a:pt x="59838" y="8475"/>
                  </a:lnTo>
                  <a:lnTo>
                    <a:pt x="60231" y="8206"/>
                  </a:lnTo>
                  <a:lnTo>
                    <a:pt x="64003" y="5626"/>
                  </a:lnTo>
                  <a:lnTo>
                    <a:pt x="70129" y="1437"/>
                  </a:lnTo>
                  <a:lnTo>
                    <a:pt x="70592" y="1121"/>
                  </a:lnTo>
                  <a:lnTo>
                    <a:pt x="72232" y="0"/>
                  </a:lnTo>
                  <a:lnTo>
                    <a:pt x="76834" y="6490"/>
                  </a:lnTo>
                  <a:lnTo>
                    <a:pt x="76993" y="6714"/>
                  </a:lnTo>
                  <a:lnTo>
                    <a:pt x="77134" y="6913"/>
                  </a:lnTo>
                  <a:lnTo>
                    <a:pt x="80275" y="11436"/>
                  </a:lnTo>
                  <a:lnTo>
                    <a:pt x="80585" y="11882"/>
                  </a:lnTo>
                  <a:lnTo>
                    <a:pt x="83461" y="15996"/>
                  </a:lnTo>
                  <a:lnTo>
                    <a:pt x="83938" y="16679"/>
                  </a:lnTo>
                  <a:lnTo>
                    <a:pt x="84893" y="18077"/>
                  </a:lnTo>
                  <a:lnTo>
                    <a:pt x="85180" y="18497"/>
                  </a:lnTo>
                  <a:lnTo>
                    <a:pt x="86716" y="20746"/>
                  </a:lnTo>
                  <a:lnTo>
                    <a:pt x="86997" y="21158"/>
                  </a:lnTo>
                  <a:lnTo>
                    <a:pt x="87154" y="21388"/>
                  </a:lnTo>
                  <a:lnTo>
                    <a:pt x="87250" y="21528"/>
                  </a:lnTo>
                  <a:lnTo>
                    <a:pt x="87365" y="21697"/>
                  </a:lnTo>
                  <a:lnTo>
                    <a:pt x="90376" y="26078"/>
                  </a:lnTo>
                  <a:lnTo>
                    <a:pt x="91551" y="27767"/>
                  </a:lnTo>
                  <a:lnTo>
                    <a:pt x="92236" y="28232"/>
                  </a:lnTo>
                  <a:lnTo>
                    <a:pt x="92369" y="28327"/>
                  </a:lnTo>
                  <a:lnTo>
                    <a:pt x="93968" y="29470"/>
                  </a:lnTo>
                  <a:lnTo>
                    <a:pt x="91448" y="34245"/>
                  </a:lnTo>
                  <a:lnTo>
                    <a:pt x="90839" y="35397"/>
                  </a:lnTo>
                  <a:lnTo>
                    <a:pt x="89793" y="37390"/>
                  </a:lnTo>
                  <a:lnTo>
                    <a:pt x="89053" y="38799"/>
                  </a:lnTo>
                  <a:lnTo>
                    <a:pt x="87837" y="41114"/>
                  </a:lnTo>
                  <a:lnTo>
                    <a:pt x="87529" y="41684"/>
                  </a:lnTo>
                  <a:lnTo>
                    <a:pt x="86732" y="43156"/>
                  </a:lnTo>
                  <a:lnTo>
                    <a:pt x="84387" y="46920"/>
                  </a:lnTo>
                  <a:lnTo>
                    <a:pt x="82988" y="49527"/>
                  </a:lnTo>
                  <a:lnTo>
                    <a:pt x="80858" y="53496"/>
                  </a:lnTo>
                  <a:lnTo>
                    <a:pt x="80028" y="55043"/>
                  </a:lnTo>
                  <a:lnTo>
                    <a:pt x="79943" y="55202"/>
                  </a:lnTo>
                  <a:lnTo>
                    <a:pt x="79305" y="56261"/>
                  </a:lnTo>
                  <a:lnTo>
                    <a:pt x="76993" y="60100"/>
                  </a:lnTo>
                  <a:lnTo>
                    <a:pt x="76866" y="60310"/>
                  </a:lnTo>
                  <a:lnTo>
                    <a:pt x="76300" y="61250"/>
                  </a:lnTo>
                  <a:lnTo>
                    <a:pt x="79094" y="62203"/>
                  </a:lnTo>
                  <a:lnTo>
                    <a:pt x="80205" y="62581"/>
                  </a:lnTo>
                  <a:lnTo>
                    <a:pt x="81264" y="62942"/>
                  </a:lnTo>
                  <a:lnTo>
                    <a:pt x="84551" y="64062"/>
                  </a:lnTo>
                  <a:lnTo>
                    <a:pt x="85271" y="64308"/>
                  </a:lnTo>
                  <a:lnTo>
                    <a:pt x="85818" y="64494"/>
                  </a:lnTo>
                  <a:lnTo>
                    <a:pt x="87825" y="65024"/>
                  </a:lnTo>
                  <a:lnTo>
                    <a:pt x="89761" y="65535"/>
                  </a:lnTo>
                  <a:lnTo>
                    <a:pt x="91387" y="65964"/>
                  </a:lnTo>
                  <a:lnTo>
                    <a:pt x="92925" y="66370"/>
                  </a:lnTo>
                  <a:lnTo>
                    <a:pt x="94521" y="66791"/>
                  </a:lnTo>
                  <a:lnTo>
                    <a:pt x="95958" y="67171"/>
                  </a:lnTo>
                  <a:lnTo>
                    <a:pt x="96653" y="67354"/>
                  </a:lnTo>
                  <a:lnTo>
                    <a:pt x="97878" y="67677"/>
                  </a:lnTo>
                  <a:lnTo>
                    <a:pt x="98025" y="67716"/>
                  </a:lnTo>
                  <a:lnTo>
                    <a:pt x="98425" y="67777"/>
                  </a:lnTo>
                  <a:lnTo>
                    <a:pt x="100671" y="68118"/>
                  </a:lnTo>
                  <a:lnTo>
                    <a:pt x="101836" y="80986"/>
                  </a:lnTo>
                  <a:lnTo>
                    <a:pt x="101880" y="81469"/>
                  </a:lnTo>
                  <a:lnTo>
                    <a:pt x="103177" y="95641"/>
                  </a:lnTo>
                  <a:lnTo>
                    <a:pt x="103740" y="101442"/>
                  </a:lnTo>
                  <a:lnTo>
                    <a:pt x="106690" y="109728"/>
                  </a:lnTo>
                  <a:lnTo>
                    <a:pt x="106155" y="110727"/>
                  </a:lnTo>
                  <a:lnTo>
                    <a:pt x="105901" y="111201"/>
                  </a:lnTo>
                  <a:lnTo>
                    <a:pt x="105705" y="111569"/>
                  </a:lnTo>
                  <a:lnTo>
                    <a:pt x="105443" y="112057"/>
                  </a:lnTo>
                  <a:lnTo>
                    <a:pt x="105206" y="112499"/>
                  </a:lnTo>
                  <a:lnTo>
                    <a:pt x="104970" y="112940"/>
                  </a:lnTo>
                  <a:lnTo>
                    <a:pt x="104815" y="113230"/>
                  </a:lnTo>
                  <a:lnTo>
                    <a:pt x="104480" y="113856"/>
                  </a:lnTo>
                  <a:lnTo>
                    <a:pt x="104118" y="114531"/>
                  </a:lnTo>
                  <a:lnTo>
                    <a:pt x="104017" y="114706"/>
                  </a:lnTo>
                  <a:lnTo>
                    <a:pt x="103885" y="114933"/>
                  </a:lnTo>
                  <a:lnTo>
                    <a:pt x="103809" y="115064"/>
                  </a:lnTo>
                  <a:lnTo>
                    <a:pt x="103127" y="116239"/>
                  </a:lnTo>
                  <a:lnTo>
                    <a:pt x="102831" y="116748"/>
                  </a:lnTo>
                  <a:lnTo>
                    <a:pt x="102404" y="117485"/>
                  </a:lnTo>
                  <a:lnTo>
                    <a:pt x="102239" y="117769"/>
                  </a:lnTo>
                  <a:lnTo>
                    <a:pt x="101905" y="118344"/>
                  </a:lnTo>
                  <a:lnTo>
                    <a:pt x="101824" y="118485"/>
                  </a:lnTo>
                  <a:lnTo>
                    <a:pt x="101499" y="119044"/>
                  </a:lnTo>
                  <a:lnTo>
                    <a:pt x="100977" y="119943"/>
                  </a:lnTo>
                  <a:lnTo>
                    <a:pt x="100673" y="120468"/>
                  </a:lnTo>
                  <a:lnTo>
                    <a:pt x="100447" y="120857"/>
                  </a:lnTo>
                  <a:lnTo>
                    <a:pt x="100353" y="121018"/>
                  </a:lnTo>
                  <a:lnTo>
                    <a:pt x="100232" y="121227"/>
                  </a:lnTo>
                  <a:lnTo>
                    <a:pt x="100116" y="121426"/>
                  </a:lnTo>
                  <a:lnTo>
                    <a:pt x="99909" y="121783"/>
                  </a:lnTo>
                  <a:lnTo>
                    <a:pt x="99744" y="122069"/>
                  </a:lnTo>
                  <a:lnTo>
                    <a:pt x="99648" y="122234"/>
                  </a:lnTo>
                  <a:lnTo>
                    <a:pt x="99498" y="122492"/>
                  </a:lnTo>
                  <a:lnTo>
                    <a:pt x="99421" y="122624"/>
                  </a:lnTo>
                  <a:lnTo>
                    <a:pt x="99326" y="122788"/>
                  </a:lnTo>
                  <a:lnTo>
                    <a:pt x="99163" y="123070"/>
                  </a:lnTo>
                  <a:lnTo>
                    <a:pt x="99056" y="123253"/>
                  </a:lnTo>
                  <a:lnTo>
                    <a:pt x="98894" y="123533"/>
                  </a:lnTo>
                  <a:lnTo>
                    <a:pt x="98658" y="123939"/>
                  </a:lnTo>
                  <a:lnTo>
                    <a:pt x="98566" y="124097"/>
                  </a:lnTo>
                  <a:lnTo>
                    <a:pt x="98431" y="124331"/>
                  </a:lnTo>
                  <a:lnTo>
                    <a:pt x="98321" y="124521"/>
                  </a:lnTo>
                  <a:lnTo>
                    <a:pt x="98125" y="124858"/>
                  </a:lnTo>
                  <a:lnTo>
                    <a:pt x="98050" y="124988"/>
                  </a:lnTo>
                  <a:lnTo>
                    <a:pt x="97905" y="12523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8" name="pg527"/>
            <p:cNvSpPr/>
            <p:nvPr/>
          </p:nvSpPr>
          <p:spPr>
            <a:xfrm>
              <a:off x="3285561" y="3340517"/>
              <a:ext cx="99818" cy="93037"/>
            </a:xfrm>
            <a:custGeom>
              <a:avLst/>
              <a:pathLst>
                <a:path w="99818" h="93037">
                  <a:moveTo>
                    <a:pt x="96906" y="65336"/>
                  </a:moveTo>
                  <a:lnTo>
                    <a:pt x="97646" y="66815"/>
                  </a:lnTo>
                  <a:lnTo>
                    <a:pt x="97788" y="66811"/>
                  </a:lnTo>
                  <a:lnTo>
                    <a:pt x="97880" y="67710"/>
                  </a:lnTo>
                  <a:lnTo>
                    <a:pt x="97992" y="68799"/>
                  </a:lnTo>
                  <a:lnTo>
                    <a:pt x="98109" y="69932"/>
                  </a:lnTo>
                  <a:lnTo>
                    <a:pt x="98145" y="70358"/>
                  </a:lnTo>
                  <a:lnTo>
                    <a:pt x="98229" y="71330"/>
                  </a:lnTo>
                  <a:lnTo>
                    <a:pt x="98361" y="72857"/>
                  </a:lnTo>
                  <a:lnTo>
                    <a:pt x="98488" y="74333"/>
                  </a:lnTo>
                  <a:lnTo>
                    <a:pt x="98571" y="75296"/>
                  </a:lnTo>
                  <a:lnTo>
                    <a:pt x="98690" y="76685"/>
                  </a:lnTo>
                  <a:lnTo>
                    <a:pt x="98757" y="77455"/>
                  </a:lnTo>
                  <a:lnTo>
                    <a:pt x="98820" y="78191"/>
                  </a:lnTo>
                  <a:lnTo>
                    <a:pt x="98843" y="78458"/>
                  </a:lnTo>
                  <a:lnTo>
                    <a:pt x="98872" y="78798"/>
                  </a:lnTo>
                  <a:lnTo>
                    <a:pt x="98932" y="79572"/>
                  </a:lnTo>
                  <a:lnTo>
                    <a:pt x="99030" y="80852"/>
                  </a:lnTo>
                  <a:lnTo>
                    <a:pt x="99083" y="81536"/>
                  </a:lnTo>
                  <a:lnTo>
                    <a:pt x="99110" y="81886"/>
                  </a:lnTo>
                  <a:lnTo>
                    <a:pt x="99192" y="82952"/>
                  </a:lnTo>
                  <a:lnTo>
                    <a:pt x="99343" y="84904"/>
                  </a:lnTo>
                  <a:lnTo>
                    <a:pt x="99367" y="85223"/>
                  </a:lnTo>
                  <a:lnTo>
                    <a:pt x="99519" y="87194"/>
                  </a:lnTo>
                  <a:lnTo>
                    <a:pt x="99629" y="88615"/>
                  </a:lnTo>
                  <a:lnTo>
                    <a:pt x="99659" y="88999"/>
                  </a:lnTo>
                  <a:lnTo>
                    <a:pt x="99673" y="89181"/>
                  </a:lnTo>
                  <a:lnTo>
                    <a:pt x="99764" y="90185"/>
                  </a:lnTo>
                  <a:lnTo>
                    <a:pt x="99818" y="90787"/>
                  </a:lnTo>
                  <a:lnTo>
                    <a:pt x="93507" y="91006"/>
                  </a:lnTo>
                  <a:lnTo>
                    <a:pt x="90203" y="91275"/>
                  </a:lnTo>
                  <a:lnTo>
                    <a:pt x="87095" y="91529"/>
                  </a:lnTo>
                  <a:lnTo>
                    <a:pt x="84818" y="91740"/>
                  </a:lnTo>
                  <a:lnTo>
                    <a:pt x="83049" y="91908"/>
                  </a:lnTo>
                  <a:lnTo>
                    <a:pt x="82046" y="92003"/>
                  </a:lnTo>
                  <a:lnTo>
                    <a:pt x="81871" y="92020"/>
                  </a:lnTo>
                  <a:lnTo>
                    <a:pt x="79732" y="92223"/>
                  </a:lnTo>
                  <a:lnTo>
                    <a:pt x="78625" y="92328"/>
                  </a:lnTo>
                  <a:lnTo>
                    <a:pt x="76523" y="92481"/>
                  </a:lnTo>
                  <a:lnTo>
                    <a:pt x="76141" y="92509"/>
                  </a:lnTo>
                  <a:lnTo>
                    <a:pt x="75747" y="92537"/>
                  </a:lnTo>
                  <a:lnTo>
                    <a:pt x="73314" y="92713"/>
                  </a:lnTo>
                  <a:lnTo>
                    <a:pt x="68810" y="93037"/>
                  </a:lnTo>
                  <a:lnTo>
                    <a:pt x="67268" y="93037"/>
                  </a:lnTo>
                  <a:lnTo>
                    <a:pt x="65031" y="90980"/>
                  </a:lnTo>
                  <a:lnTo>
                    <a:pt x="64400" y="90914"/>
                  </a:lnTo>
                  <a:lnTo>
                    <a:pt x="60961" y="90550"/>
                  </a:lnTo>
                  <a:lnTo>
                    <a:pt x="57837" y="90219"/>
                  </a:lnTo>
                  <a:lnTo>
                    <a:pt x="53783" y="89791"/>
                  </a:lnTo>
                  <a:lnTo>
                    <a:pt x="53626" y="89771"/>
                  </a:lnTo>
                  <a:lnTo>
                    <a:pt x="50073" y="89319"/>
                  </a:lnTo>
                  <a:lnTo>
                    <a:pt x="45468" y="88733"/>
                  </a:lnTo>
                  <a:lnTo>
                    <a:pt x="41468" y="88227"/>
                  </a:lnTo>
                  <a:lnTo>
                    <a:pt x="40791" y="88153"/>
                  </a:lnTo>
                  <a:lnTo>
                    <a:pt x="38638" y="87917"/>
                  </a:lnTo>
                  <a:lnTo>
                    <a:pt x="35689" y="87595"/>
                  </a:lnTo>
                  <a:lnTo>
                    <a:pt x="31120" y="87095"/>
                  </a:lnTo>
                  <a:lnTo>
                    <a:pt x="30988" y="87075"/>
                  </a:lnTo>
                  <a:lnTo>
                    <a:pt x="30196" y="86955"/>
                  </a:lnTo>
                  <a:lnTo>
                    <a:pt x="29102" y="86788"/>
                  </a:lnTo>
                  <a:lnTo>
                    <a:pt x="28439" y="86687"/>
                  </a:lnTo>
                  <a:lnTo>
                    <a:pt x="26193" y="86346"/>
                  </a:lnTo>
                  <a:lnTo>
                    <a:pt x="25783" y="86282"/>
                  </a:lnTo>
                  <a:lnTo>
                    <a:pt x="25646" y="86246"/>
                  </a:lnTo>
                  <a:lnTo>
                    <a:pt x="24421" y="85923"/>
                  </a:lnTo>
                  <a:lnTo>
                    <a:pt x="23726" y="85740"/>
                  </a:lnTo>
                  <a:lnTo>
                    <a:pt x="22289" y="85360"/>
                  </a:lnTo>
                  <a:lnTo>
                    <a:pt x="20693" y="84939"/>
                  </a:lnTo>
                  <a:lnTo>
                    <a:pt x="19155" y="84533"/>
                  </a:lnTo>
                  <a:lnTo>
                    <a:pt x="17528" y="84104"/>
                  </a:lnTo>
                  <a:lnTo>
                    <a:pt x="15593" y="83593"/>
                  </a:lnTo>
                  <a:lnTo>
                    <a:pt x="13586" y="83063"/>
                  </a:lnTo>
                  <a:lnTo>
                    <a:pt x="13039" y="82877"/>
                  </a:lnTo>
                  <a:lnTo>
                    <a:pt x="12319" y="82632"/>
                  </a:lnTo>
                  <a:lnTo>
                    <a:pt x="9032" y="81511"/>
                  </a:lnTo>
                  <a:lnTo>
                    <a:pt x="7973" y="81150"/>
                  </a:lnTo>
                  <a:lnTo>
                    <a:pt x="6862" y="80772"/>
                  </a:lnTo>
                  <a:lnTo>
                    <a:pt x="4068" y="79819"/>
                  </a:lnTo>
                  <a:lnTo>
                    <a:pt x="4634" y="78879"/>
                  </a:lnTo>
                  <a:lnTo>
                    <a:pt x="4761" y="78669"/>
                  </a:lnTo>
                  <a:lnTo>
                    <a:pt x="7073" y="74830"/>
                  </a:lnTo>
                  <a:lnTo>
                    <a:pt x="7711" y="73771"/>
                  </a:lnTo>
                  <a:lnTo>
                    <a:pt x="7796" y="73612"/>
                  </a:lnTo>
                  <a:lnTo>
                    <a:pt x="8648" y="72025"/>
                  </a:lnTo>
                  <a:lnTo>
                    <a:pt x="10756" y="68096"/>
                  </a:lnTo>
                  <a:lnTo>
                    <a:pt x="12155" y="65489"/>
                  </a:lnTo>
                  <a:lnTo>
                    <a:pt x="14500" y="61726"/>
                  </a:lnTo>
                  <a:lnTo>
                    <a:pt x="15297" y="60253"/>
                  </a:lnTo>
                  <a:lnTo>
                    <a:pt x="15605" y="59684"/>
                  </a:lnTo>
                  <a:lnTo>
                    <a:pt x="16821" y="57368"/>
                  </a:lnTo>
                  <a:lnTo>
                    <a:pt x="17561" y="55959"/>
                  </a:lnTo>
                  <a:lnTo>
                    <a:pt x="18607" y="53967"/>
                  </a:lnTo>
                  <a:lnTo>
                    <a:pt x="19216" y="52814"/>
                  </a:lnTo>
                  <a:lnTo>
                    <a:pt x="21736" y="48039"/>
                  </a:lnTo>
                  <a:lnTo>
                    <a:pt x="20137" y="46896"/>
                  </a:lnTo>
                  <a:lnTo>
                    <a:pt x="20004" y="46801"/>
                  </a:lnTo>
                  <a:lnTo>
                    <a:pt x="19318" y="46336"/>
                  </a:lnTo>
                  <a:lnTo>
                    <a:pt x="18144" y="44647"/>
                  </a:lnTo>
                  <a:lnTo>
                    <a:pt x="15121" y="40249"/>
                  </a:lnTo>
                  <a:lnTo>
                    <a:pt x="15018" y="40097"/>
                  </a:lnTo>
                  <a:lnTo>
                    <a:pt x="14922" y="39957"/>
                  </a:lnTo>
                  <a:lnTo>
                    <a:pt x="14765" y="39727"/>
                  </a:lnTo>
                  <a:lnTo>
                    <a:pt x="14484" y="39315"/>
                  </a:lnTo>
                  <a:lnTo>
                    <a:pt x="12948" y="37066"/>
                  </a:lnTo>
                  <a:lnTo>
                    <a:pt x="12661" y="36646"/>
                  </a:lnTo>
                  <a:lnTo>
                    <a:pt x="11619" y="35123"/>
                  </a:lnTo>
                  <a:lnTo>
                    <a:pt x="11190" y="34509"/>
                  </a:lnTo>
                  <a:lnTo>
                    <a:pt x="8353" y="30451"/>
                  </a:lnTo>
                  <a:lnTo>
                    <a:pt x="8036" y="29995"/>
                  </a:lnTo>
                  <a:lnTo>
                    <a:pt x="4890" y="25465"/>
                  </a:lnTo>
                  <a:lnTo>
                    <a:pt x="4761" y="25283"/>
                  </a:lnTo>
                  <a:lnTo>
                    <a:pt x="4602" y="25059"/>
                  </a:lnTo>
                  <a:lnTo>
                    <a:pt x="0" y="18569"/>
                  </a:lnTo>
                  <a:lnTo>
                    <a:pt x="1037" y="17909"/>
                  </a:lnTo>
                  <a:lnTo>
                    <a:pt x="2558" y="16859"/>
                  </a:lnTo>
                  <a:lnTo>
                    <a:pt x="2735" y="16736"/>
                  </a:lnTo>
                  <a:lnTo>
                    <a:pt x="4135" y="15771"/>
                  </a:lnTo>
                  <a:lnTo>
                    <a:pt x="6469" y="14160"/>
                  </a:lnTo>
                  <a:lnTo>
                    <a:pt x="8151" y="12999"/>
                  </a:lnTo>
                  <a:lnTo>
                    <a:pt x="9195" y="12279"/>
                  </a:lnTo>
                  <a:lnTo>
                    <a:pt x="10379" y="11467"/>
                  </a:lnTo>
                  <a:lnTo>
                    <a:pt x="10584" y="11327"/>
                  </a:lnTo>
                  <a:lnTo>
                    <a:pt x="11329" y="10816"/>
                  </a:lnTo>
                  <a:lnTo>
                    <a:pt x="15314" y="8086"/>
                  </a:lnTo>
                  <a:lnTo>
                    <a:pt x="15924" y="7668"/>
                  </a:lnTo>
                  <a:lnTo>
                    <a:pt x="18069" y="6198"/>
                  </a:lnTo>
                  <a:lnTo>
                    <a:pt x="19601" y="5148"/>
                  </a:lnTo>
                  <a:lnTo>
                    <a:pt x="20381" y="4614"/>
                  </a:lnTo>
                  <a:lnTo>
                    <a:pt x="22725" y="3008"/>
                  </a:lnTo>
                  <a:lnTo>
                    <a:pt x="23470" y="2497"/>
                  </a:lnTo>
                  <a:lnTo>
                    <a:pt x="24270" y="1886"/>
                  </a:lnTo>
                  <a:lnTo>
                    <a:pt x="24964" y="1356"/>
                  </a:lnTo>
                  <a:lnTo>
                    <a:pt x="26399" y="260"/>
                  </a:lnTo>
                  <a:lnTo>
                    <a:pt x="26741" y="0"/>
                  </a:lnTo>
                  <a:lnTo>
                    <a:pt x="33246" y="6145"/>
                  </a:lnTo>
                  <a:lnTo>
                    <a:pt x="33980" y="6806"/>
                  </a:lnTo>
                  <a:lnTo>
                    <a:pt x="34214" y="7020"/>
                  </a:lnTo>
                  <a:lnTo>
                    <a:pt x="36062" y="8709"/>
                  </a:lnTo>
                  <a:lnTo>
                    <a:pt x="36819" y="9401"/>
                  </a:lnTo>
                  <a:lnTo>
                    <a:pt x="37381" y="9915"/>
                  </a:lnTo>
                  <a:lnTo>
                    <a:pt x="38739" y="11160"/>
                  </a:lnTo>
                  <a:lnTo>
                    <a:pt x="39147" y="11534"/>
                  </a:lnTo>
                  <a:lnTo>
                    <a:pt x="40174" y="12476"/>
                  </a:lnTo>
                  <a:lnTo>
                    <a:pt x="41810" y="13975"/>
                  </a:lnTo>
                  <a:lnTo>
                    <a:pt x="42702" y="14793"/>
                  </a:lnTo>
                  <a:lnTo>
                    <a:pt x="43281" y="15324"/>
                  </a:lnTo>
                  <a:lnTo>
                    <a:pt x="44633" y="16540"/>
                  </a:lnTo>
                  <a:lnTo>
                    <a:pt x="45911" y="17689"/>
                  </a:lnTo>
                  <a:lnTo>
                    <a:pt x="46194" y="17943"/>
                  </a:lnTo>
                  <a:lnTo>
                    <a:pt x="47296" y="18931"/>
                  </a:lnTo>
                  <a:lnTo>
                    <a:pt x="48323" y="19852"/>
                  </a:lnTo>
                  <a:lnTo>
                    <a:pt x="49189" y="20641"/>
                  </a:lnTo>
                  <a:lnTo>
                    <a:pt x="49411" y="20843"/>
                  </a:lnTo>
                  <a:lnTo>
                    <a:pt x="50337" y="21687"/>
                  </a:lnTo>
                  <a:lnTo>
                    <a:pt x="51830" y="23047"/>
                  </a:lnTo>
                  <a:lnTo>
                    <a:pt x="53375" y="24454"/>
                  </a:lnTo>
                  <a:lnTo>
                    <a:pt x="54411" y="25397"/>
                  </a:lnTo>
                  <a:lnTo>
                    <a:pt x="56278" y="27097"/>
                  </a:lnTo>
                  <a:lnTo>
                    <a:pt x="57121" y="27898"/>
                  </a:lnTo>
                  <a:lnTo>
                    <a:pt x="57747" y="28493"/>
                  </a:lnTo>
                  <a:lnTo>
                    <a:pt x="59460" y="30010"/>
                  </a:lnTo>
                  <a:lnTo>
                    <a:pt x="59770" y="30292"/>
                  </a:lnTo>
                  <a:lnTo>
                    <a:pt x="60455" y="30916"/>
                  </a:lnTo>
                  <a:lnTo>
                    <a:pt x="62343" y="32634"/>
                  </a:lnTo>
                  <a:lnTo>
                    <a:pt x="62758" y="33012"/>
                  </a:lnTo>
                  <a:lnTo>
                    <a:pt x="63495" y="33683"/>
                  </a:lnTo>
                  <a:lnTo>
                    <a:pt x="65075" y="35122"/>
                  </a:lnTo>
                  <a:lnTo>
                    <a:pt x="65725" y="35714"/>
                  </a:lnTo>
                  <a:lnTo>
                    <a:pt x="66877" y="36762"/>
                  </a:lnTo>
                  <a:lnTo>
                    <a:pt x="68647" y="38374"/>
                  </a:lnTo>
                  <a:lnTo>
                    <a:pt x="69621" y="39261"/>
                  </a:lnTo>
                  <a:lnTo>
                    <a:pt x="69838" y="39458"/>
                  </a:lnTo>
                  <a:lnTo>
                    <a:pt x="71209" y="40706"/>
                  </a:lnTo>
                  <a:lnTo>
                    <a:pt x="71594" y="41057"/>
                  </a:lnTo>
                  <a:lnTo>
                    <a:pt x="72739" y="42101"/>
                  </a:lnTo>
                  <a:lnTo>
                    <a:pt x="73701" y="42978"/>
                  </a:lnTo>
                  <a:lnTo>
                    <a:pt x="75489" y="44607"/>
                  </a:lnTo>
                  <a:lnTo>
                    <a:pt x="77097" y="46073"/>
                  </a:lnTo>
                  <a:lnTo>
                    <a:pt x="78210" y="47087"/>
                  </a:lnTo>
                  <a:lnTo>
                    <a:pt x="79309" y="48089"/>
                  </a:lnTo>
                  <a:lnTo>
                    <a:pt x="79776" y="48515"/>
                  </a:lnTo>
                  <a:lnTo>
                    <a:pt x="80787" y="49432"/>
                  </a:lnTo>
                  <a:lnTo>
                    <a:pt x="81097" y="49714"/>
                  </a:lnTo>
                  <a:lnTo>
                    <a:pt x="81984" y="50526"/>
                  </a:lnTo>
                  <a:lnTo>
                    <a:pt x="82513" y="51011"/>
                  </a:lnTo>
                  <a:lnTo>
                    <a:pt x="83307" y="51739"/>
                  </a:lnTo>
                  <a:lnTo>
                    <a:pt x="85089" y="53373"/>
                  </a:lnTo>
                  <a:lnTo>
                    <a:pt x="86458" y="54627"/>
                  </a:lnTo>
                  <a:lnTo>
                    <a:pt x="87853" y="55906"/>
                  </a:lnTo>
                  <a:lnTo>
                    <a:pt x="88156" y="56182"/>
                  </a:lnTo>
                  <a:lnTo>
                    <a:pt x="88969" y="56920"/>
                  </a:lnTo>
                  <a:lnTo>
                    <a:pt x="89983" y="57840"/>
                  </a:lnTo>
                  <a:lnTo>
                    <a:pt x="91900" y="59565"/>
                  </a:lnTo>
                  <a:lnTo>
                    <a:pt x="93140" y="60679"/>
                  </a:lnTo>
                  <a:lnTo>
                    <a:pt x="94087" y="61643"/>
                  </a:lnTo>
                  <a:lnTo>
                    <a:pt x="94525" y="62193"/>
                  </a:lnTo>
                  <a:lnTo>
                    <a:pt x="95656" y="63615"/>
                  </a:lnTo>
                  <a:lnTo>
                    <a:pt x="96561" y="64752"/>
                  </a:lnTo>
                  <a:lnTo>
                    <a:pt x="96703" y="64931"/>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29" name="pg528"/>
            <p:cNvSpPr/>
            <p:nvPr/>
          </p:nvSpPr>
          <p:spPr>
            <a:xfrm>
              <a:off x="3310970" y="3427205"/>
              <a:ext cx="82954" cy="110197"/>
            </a:xfrm>
            <a:custGeom>
              <a:avLst/>
              <a:pathLst>
                <a:path w="82954" h="110197">
                  <a:moveTo>
                    <a:pt x="39622" y="4292"/>
                  </a:moveTo>
                  <a:lnTo>
                    <a:pt x="41879" y="6350"/>
                  </a:lnTo>
                  <a:lnTo>
                    <a:pt x="43402" y="6350"/>
                  </a:lnTo>
                  <a:lnTo>
                    <a:pt x="47905" y="6025"/>
                  </a:lnTo>
                  <a:lnTo>
                    <a:pt x="50339" y="5849"/>
                  </a:lnTo>
                  <a:lnTo>
                    <a:pt x="50732" y="5821"/>
                  </a:lnTo>
                  <a:lnTo>
                    <a:pt x="51210" y="5787"/>
                  </a:lnTo>
                  <a:lnTo>
                    <a:pt x="53217" y="5640"/>
                  </a:lnTo>
                  <a:lnTo>
                    <a:pt x="54324" y="5535"/>
                  </a:lnTo>
                  <a:lnTo>
                    <a:pt x="56463" y="5332"/>
                  </a:lnTo>
                  <a:lnTo>
                    <a:pt x="56638" y="5315"/>
                  </a:lnTo>
                  <a:lnTo>
                    <a:pt x="57641" y="5220"/>
                  </a:lnTo>
                  <a:lnTo>
                    <a:pt x="59409" y="5052"/>
                  </a:lnTo>
                  <a:lnTo>
                    <a:pt x="61784" y="4832"/>
                  </a:lnTo>
                  <a:lnTo>
                    <a:pt x="64794" y="4587"/>
                  </a:lnTo>
                  <a:lnTo>
                    <a:pt x="68099" y="4318"/>
                  </a:lnTo>
                  <a:lnTo>
                    <a:pt x="74410" y="4099"/>
                  </a:lnTo>
                  <a:lnTo>
                    <a:pt x="74516" y="5267"/>
                  </a:lnTo>
                  <a:lnTo>
                    <a:pt x="74536" y="5493"/>
                  </a:lnTo>
                  <a:lnTo>
                    <a:pt x="74573" y="5939"/>
                  </a:lnTo>
                  <a:lnTo>
                    <a:pt x="74663" y="7031"/>
                  </a:lnTo>
                  <a:lnTo>
                    <a:pt x="74789" y="8569"/>
                  </a:lnTo>
                  <a:lnTo>
                    <a:pt x="74880" y="9674"/>
                  </a:lnTo>
                  <a:lnTo>
                    <a:pt x="75001" y="11147"/>
                  </a:lnTo>
                  <a:lnTo>
                    <a:pt x="75055" y="11801"/>
                  </a:lnTo>
                  <a:lnTo>
                    <a:pt x="75108" y="12436"/>
                  </a:lnTo>
                  <a:lnTo>
                    <a:pt x="75318" y="14974"/>
                  </a:lnTo>
                  <a:lnTo>
                    <a:pt x="75352" y="15389"/>
                  </a:lnTo>
                  <a:lnTo>
                    <a:pt x="75564" y="17927"/>
                  </a:lnTo>
                  <a:lnTo>
                    <a:pt x="75646" y="18899"/>
                  </a:lnTo>
                  <a:lnTo>
                    <a:pt x="75775" y="20437"/>
                  </a:lnTo>
                  <a:lnTo>
                    <a:pt x="75883" y="21712"/>
                  </a:lnTo>
                  <a:lnTo>
                    <a:pt x="75956" y="22578"/>
                  </a:lnTo>
                  <a:lnTo>
                    <a:pt x="76050" y="23753"/>
                  </a:lnTo>
                  <a:lnTo>
                    <a:pt x="76086" y="24202"/>
                  </a:lnTo>
                  <a:lnTo>
                    <a:pt x="76291" y="26753"/>
                  </a:lnTo>
                  <a:lnTo>
                    <a:pt x="76347" y="27449"/>
                  </a:lnTo>
                  <a:lnTo>
                    <a:pt x="76367" y="27696"/>
                  </a:lnTo>
                  <a:lnTo>
                    <a:pt x="76538" y="29872"/>
                  </a:lnTo>
                  <a:lnTo>
                    <a:pt x="76592" y="30557"/>
                  </a:lnTo>
                  <a:lnTo>
                    <a:pt x="76619" y="30895"/>
                  </a:lnTo>
                  <a:lnTo>
                    <a:pt x="76751" y="32532"/>
                  </a:lnTo>
                  <a:lnTo>
                    <a:pt x="76763" y="32686"/>
                  </a:lnTo>
                  <a:lnTo>
                    <a:pt x="76849" y="33759"/>
                  </a:lnTo>
                  <a:lnTo>
                    <a:pt x="76937" y="34856"/>
                  </a:lnTo>
                  <a:lnTo>
                    <a:pt x="76985" y="35454"/>
                  </a:lnTo>
                  <a:lnTo>
                    <a:pt x="77008" y="35746"/>
                  </a:lnTo>
                  <a:lnTo>
                    <a:pt x="77057" y="36334"/>
                  </a:lnTo>
                  <a:lnTo>
                    <a:pt x="77084" y="36708"/>
                  </a:lnTo>
                  <a:lnTo>
                    <a:pt x="77215" y="38513"/>
                  </a:lnTo>
                  <a:lnTo>
                    <a:pt x="77282" y="39431"/>
                  </a:lnTo>
                  <a:lnTo>
                    <a:pt x="77302" y="39711"/>
                  </a:lnTo>
                  <a:lnTo>
                    <a:pt x="77490" y="41686"/>
                  </a:lnTo>
                  <a:lnTo>
                    <a:pt x="77568" y="42507"/>
                  </a:lnTo>
                  <a:lnTo>
                    <a:pt x="77663" y="43506"/>
                  </a:lnTo>
                  <a:lnTo>
                    <a:pt x="77693" y="43823"/>
                  </a:lnTo>
                  <a:lnTo>
                    <a:pt x="77792" y="45116"/>
                  </a:lnTo>
                  <a:lnTo>
                    <a:pt x="77824" y="45538"/>
                  </a:lnTo>
                  <a:lnTo>
                    <a:pt x="77868" y="46109"/>
                  </a:lnTo>
                  <a:lnTo>
                    <a:pt x="77889" y="46393"/>
                  </a:lnTo>
                  <a:lnTo>
                    <a:pt x="78047" y="48399"/>
                  </a:lnTo>
                  <a:lnTo>
                    <a:pt x="78078" y="48795"/>
                  </a:lnTo>
                  <a:lnTo>
                    <a:pt x="78090" y="48957"/>
                  </a:lnTo>
                  <a:lnTo>
                    <a:pt x="78158" y="49818"/>
                  </a:lnTo>
                  <a:lnTo>
                    <a:pt x="78201" y="50368"/>
                  </a:lnTo>
                  <a:lnTo>
                    <a:pt x="78235" y="50803"/>
                  </a:lnTo>
                  <a:lnTo>
                    <a:pt x="78264" y="51168"/>
                  </a:lnTo>
                  <a:lnTo>
                    <a:pt x="78292" y="51534"/>
                  </a:lnTo>
                  <a:lnTo>
                    <a:pt x="78305" y="51701"/>
                  </a:lnTo>
                  <a:lnTo>
                    <a:pt x="78326" y="51962"/>
                  </a:lnTo>
                  <a:lnTo>
                    <a:pt x="78357" y="52367"/>
                  </a:lnTo>
                  <a:lnTo>
                    <a:pt x="78379" y="52636"/>
                  </a:lnTo>
                  <a:lnTo>
                    <a:pt x="78417" y="53131"/>
                  </a:lnTo>
                  <a:lnTo>
                    <a:pt x="78469" y="53788"/>
                  </a:lnTo>
                  <a:lnTo>
                    <a:pt x="78510" y="54308"/>
                  </a:lnTo>
                  <a:lnTo>
                    <a:pt x="78521" y="54454"/>
                  </a:lnTo>
                  <a:lnTo>
                    <a:pt x="78555" y="54885"/>
                  </a:lnTo>
                  <a:lnTo>
                    <a:pt x="78599" y="55450"/>
                  </a:lnTo>
                  <a:lnTo>
                    <a:pt x="78657" y="56338"/>
                  </a:lnTo>
                  <a:lnTo>
                    <a:pt x="78714" y="57010"/>
                  </a:lnTo>
                  <a:lnTo>
                    <a:pt x="78790" y="57893"/>
                  </a:lnTo>
                  <a:lnTo>
                    <a:pt x="78822" y="58276"/>
                  </a:lnTo>
                  <a:lnTo>
                    <a:pt x="78927" y="59509"/>
                  </a:lnTo>
                  <a:lnTo>
                    <a:pt x="78959" y="59880"/>
                  </a:lnTo>
                  <a:lnTo>
                    <a:pt x="79015" y="60541"/>
                  </a:lnTo>
                  <a:lnTo>
                    <a:pt x="79089" y="61373"/>
                  </a:lnTo>
                  <a:lnTo>
                    <a:pt x="79154" y="61961"/>
                  </a:lnTo>
                  <a:lnTo>
                    <a:pt x="79187" y="62254"/>
                  </a:lnTo>
                  <a:lnTo>
                    <a:pt x="79236" y="63062"/>
                  </a:lnTo>
                  <a:lnTo>
                    <a:pt x="79326" y="64185"/>
                  </a:lnTo>
                  <a:lnTo>
                    <a:pt x="79362" y="64632"/>
                  </a:lnTo>
                  <a:lnTo>
                    <a:pt x="79409" y="65218"/>
                  </a:lnTo>
                  <a:lnTo>
                    <a:pt x="79478" y="66074"/>
                  </a:lnTo>
                  <a:lnTo>
                    <a:pt x="79644" y="68143"/>
                  </a:lnTo>
                  <a:lnTo>
                    <a:pt x="79752" y="69480"/>
                  </a:lnTo>
                  <a:lnTo>
                    <a:pt x="79798" y="70062"/>
                  </a:lnTo>
                  <a:lnTo>
                    <a:pt x="79947" y="71896"/>
                  </a:lnTo>
                  <a:lnTo>
                    <a:pt x="80019" y="72779"/>
                  </a:lnTo>
                  <a:lnTo>
                    <a:pt x="80138" y="74309"/>
                  </a:lnTo>
                  <a:lnTo>
                    <a:pt x="80195" y="75032"/>
                  </a:lnTo>
                  <a:lnTo>
                    <a:pt x="80337" y="76863"/>
                  </a:lnTo>
                  <a:lnTo>
                    <a:pt x="80410" y="77797"/>
                  </a:lnTo>
                  <a:lnTo>
                    <a:pt x="80498" y="78798"/>
                  </a:lnTo>
                  <a:lnTo>
                    <a:pt x="80582" y="79755"/>
                  </a:lnTo>
                  <a:lnTo>
                    <a:pt x="80802" y="82692"/>
                  </a:lnTo>
                  <a:lnTo>
                    <a:pt x="81008" y="85024"/>
                  </a:lnTo>
                  <a:lnTo>
                    <a:pt x="81022" y="85189"/>
                  </a:lnTo>
                  <a:lnTo>
                    <a:pt x="81272" y="88067"/>
                  </a:lnTo>
                  <a:lnTo>
                    <a:pt x="81292" y="88297"/>
                  </a:lnTo>
                  <a:lnTo>
                    <a:pt x="81561" y="91896"/>
                  </a:lnTo>
                  <a:lnTo>
                    <a:pt x="81632" y="92767"/>
                  </a:lnTo>
                  <a:lnTo>
                    <a:pt x="81757" y="94294"/>
                  </a:lnTo>
                  <a:lnTo>
                    <a:pt x="81808" y="94864"/>
                  </a:lnTo>
                  <a:lnTo>
                    <a:pt x="81904" y="95910"/>
                  </a:lnTo>
                  <a:lnTo>
                    <a:pt x="82233" y="99709"/>
                  </a:lnTo>
                  <a:lnTo>
                    <a:pt x="82455" y="102265"/>
                  </a:lnTo>
                  <a:lnTo>
                    <a:pt x="82548" y="103329"/>
                  </a:lnTo>
                  <a:lnTo>
                    <a:pt x="82647" y="104471"/>
                  </a:lnTo>
                  <a:lnTo>
                    <a:pt x="82768" y="105863"/>
                  </a:lnTo>
                  <a:lnTo>
                    <a:pt x="82850" y="106808"/>
                  </a:lnTo>
                  <a:lnTo>
                    <a:pt x="82890" y="108269"/>
                  </a:lnTo>
                  <a:lnTo>
                    <a:pt x="82923" y="108735"/>
                  </a:lnTo>
                  <a:lnTo>
                    <a:pt x="82954" y="109171"/>
                  </a:lnTo>
                  <a:lnTo>
                    <a:pt x="82700" y="109190"/>
                  </a:lnTo>
                  <a:lnTo>
                    <a:pt x="75562" y="109718"/>
                  </a:lnTo>
                  <a:lnTo>
                    <a:pt x="74897" y="109768"/>
                  </a:lnTo>
                  <a:lnTo>
                    <a:pt x="69094" y="110197"/>
                  </a:lnTo>
                  <a:lnTo>
                    <a:pt x="68518" y="110185"/>
                  </a:lnTo>
                  <a:lnTo>
                    <a:pt x="67330" y="110161"/>
                  </a:lnTo>
                  <a:lnTo>
                    <a:pt x="64204" y="110097"/>
                  </a:lnTo>
                  <a:lnTo>
                    <a:pt x="63521" y="110083"/>
                  </a:lnTo>
                  <a:lnTo>
                    <a:pt x="59814" y="110006"/>
                  </a:lnTo>
                  <a:lnTo>
                    <a:pt x="57053" y="108618"/>
                  </a:lnTo>
                  <a:lnTo>
                    <a:pt x="54438" y="107304"/>
                  </a:lnTo>
                  <a:lnTo>
                    <a:pt x="54083" y="107125"/>
                  </a:lnTo>
                  <a:lnTo>
                    <a:pt x="52220" y="106188"/>
                  </a:lnTo>
                  <a:lnTo>
                    <a:pt x="51274" y="105712"/>
                  </a:lnTo>
                  <a:lnTo>
                    <a:pt x="50005" y="103705"/>
                  </a:lnTo>
                  <a:lnTo>
                    <a:pt x="48841" y="101864"/>
                  </a:lnTo>
                  <a:lnTo>
                    <a:pt x="47470" y="99696"/>
                  </a:lnTo>
                  <a:lnTo>
                    <a:pt x="47073" y="99068"/>
                  </a:lnTo>
                  <a:lnTo>
                    <a:pt x="46562" y="98260"/>
                  </a:lnTo>
                  <a:lnTo>
                    <a:pt x="46203" y="97692"/>
                  </a:lnTo>
                  <a:lnTo>
                    <a:pt x="46025" y="97411"/>
                  </a:lnTo>
                  <a:lnTo>
                    <a:pt x="45768" y="97006"/>
                  </a:lnTo>
                  <a:lnTo>
                    <a:pt x="44830" y="95530"/>
                  </a:lnTo>
                  <a:lnTo>
                    <a:pt x="42797" y="92333"/>
                  </a:lnTo>
                  <a:lnTo>
                    <a:pt x="42351" y="91631"/>
                  </a:lnTo>
                  <a:lnTo>
                    <a:pt x="41896" y="90916"/>
                  </a:lnTo>
                  <a:lnTo>
                    <a:pt x="41278" y="89944"/>
                  </a:lnTo>
                  <a:lnTo>
                    <a:pt x="38922" y="86386"/>
                  </a:lnTo>
                  <a:lnTo>
                    <a:pt x="38765" y="86148"/>
                  </a:lnTo>
                  <a:lnTo>
                    <a:pt x="37819" y="84719"/>
                  </a:lnTo>
                  <a:lnTo>
                    <a:pt x="36214" y="82645"/>
                  </a:lnTo>
                  <a:lnTo>
                    <a:pt x="35964" y="82322"/>
                  </a:lnTo>
                  <a:lnTo>
                    <a:pt x="33930" y="79693"/>
                  </a:lnTo>
                  <a:lnTo>
                    <a:pt x="33523" y="79167"/>
                  </a:lnTo>
                  <a:lnTo>
                    <a:pt x="33334" y="78922"/>
                  </a:lnTo>
                  <a:lnTo>
                    <a:pt x="32056" y="77564"/>
                  </a:lnTo>
                  <a:lnTo>
                    <a:pt x="30474" y="75881"/>
                  </a:lnTo>
                  <a:lnTo>
                    <a:pt x="30328" y="75726"/>
                  </a:lnTo>
                  <a:lnTo>
                    <a:pt x="31024" y="75060"/>
                  </a:lnTo>
                  <a:lnTo>
                    <a:pt x="31827" y="74285"/>
                  </a:lnTo>
                  <a:lnTo>
                    <a:pt x="31933" y="74127"/>
                  </a:lnTo>
                  <a:lnTo>
                    <a:pt x="32101" y="73876"/>
                  </a:lnTo>
                  <a:lnTo>
                    <a:pt x="32202" y="73726"/>
                  </a:lnTo>
                  <a:lnTo>
                    <a:pt x="32345" y="73512"/>
                  </a:lnTo>
                  <a:lnTo>
                    <a:pt x="32543" y="73216"/>
                  </a:lnTo>
                  <a:lnTo>
                    <a:pt x="32664" y="73036"/>
                  </a:lnTo>
                  <a:lnTo>
                    <a:pt x="32809" y="72820"/>
                  </a:lnTo>
                  <a:lnTo>
                    <a:pt x="33095" y="72341"/>
                  </a:lnTo>
                  <a:lnTo>
                    <a:pt x="33884" y="70382"/>
                  </a:lnTo>
                  <a:lnTo>
                    <a:pt x="33979" y="70145"/>
                  </a:lnTo>
                  <a:lnTo>
                    <a:pt x="34407" y="69083"/>
                  </a:lnTo>
                  <a:lnTo>
                    <a:pt x="34556" y="68711"/>
                  </a:lnTo>
                  <a:lnTo>
                    <a:pt x="28951" y="67576"/>
                  </a:lnTo>
                  <a:lnTo>
                    <a:pt x="20163" y="65297"/>
                  </a:lnTo>
                  <a:lnTo>
                    <a:pt x="19484" y="65082"/>
                  </a:lnTo>
                  <a:lnTo>
                    <a:pt x="15650" y="63867"/>
                  </a:lnTo>
                  <a:lnTo>
                    <a:pt x="11916" y="62638"/>
                  </a:lnTo>
                  <a:lnTo>
                    <a:pt x="9053" y="61454"/>
                  </a:lnTo>
                  <a:lnTo>
                    <a:pt x="6091" y="60229"/>
                  </a:lnTo>
                  <a:lnTo>
                    <a:pt x="5071" y="59807"/>
                  </a:lnTo>
                  <a:lnTo>
                    <a:pt x="1350" y="58160"/>
                  </a:lnTo>
                  <a:lnTo>
                    <a:pt x="812" y="57922"/>
                  </a:lnTo>
                  <a:lnTo>
                    <a:pt x="0" y="57575"/>
                  </a:lnTo>
                  <a:lnTo>
                    <a:pt x="188" y="57250"/>
                  </a:lnTo>
                  <a:lnTo>
                    <a:pt x="265" y="57118"/>
                  </a:lnTo>
                  <a:lnTo>
                    <a:pt x="409" y="56869"/>
                  </a:lnTo>
                  <a:lnTo>
                    <a:pt x="513" y="56689"/>
                  </a:lnTo>
                  <a:lnTo>
                    <a:pt x="711" y="56348"/>
                  </a:lnTo>
                  <a:lnTo>
                    <a:pt x="790" y="56212"/>
                  </a:lnTo>
                  <a:lnTo>
                    <a:pt x="926" y="55978"/>
                  </a:lnTo>
                  <a:lnTo>
                    <a:pt x="1081" y="55711"/>
                  </a:lnTo>
                  <a:lnTo>
                    <a:pt x="1333" y="55277"/>
                  </a:lnTo>
                  <a:lnTo>
                    <a:pt x="1416" y="55135"/>
                  </a:lnTo>
                  <a:lnTo>
                    <a:pt x="1590" y="54834"/>
                  </a:lnTo>
                  <a:lnTo>
                    <a:pt x="1686" y="54669"/>
                  </a:lnTo>
                  <a:lnTo>
                    <a:pt x="1781" y="54505"/>
                  </a:lnTo>
                  <a:lnTo>
                    <a:pt x="1858" y="54373"/>
                  </a:lnTo>
                  <a:lnTo>
                    <a:pt x="2007" y="54115"/>
                  </a:lnTo>
                  <a:lnTo>
                    <a:pt x="2103" y="53950"/>
                  </a:lnTo>
                  <a:lnTo>
                    <a:pt x="2327" y="53563"/>
                  </a:lnTo>
                  <a:lnTo>
                    <a:pt x="2476" y="53308"/>
                  </a:lnTo>
                  <a:lnTo>
                    <a:pt x="2592" y="53108"/>
                  </a:lnTo>
                  <a:lnTo>
                    <a:pt x="2713" y="52899"/>
                  </a:lnTo>
                  <a:lnTo>
                    <a:pt x="2806" y="52738"/>
                  </a:lnTo>
                  <a:lnTo>
                    <a:pt x="3091" y="52248"/>
                  </a:lnTo>
                  <a:lnTo>
                    <a:pt x="3515" y="51516"/>
                  </a:lnTo>
                  <a:lnTo>
                    <a:pt x="3887" y="50876"/>
                  </a:lnTo>
                  <a:lnTo>
                    <a:pt x="4183" y="50366"/>
                  </a:lnTo>
                  <a:lnTo>
                    <a:pt x="4265" y="50225"/>
                  </a:lnTo>
                  <a:lnTo>
                    <a:pt x="4598" y="49650"/>
                  </a:lnTo>
                  <a:lnTo>
                    <a:pt x="4763" y="49366"/>
                  </a:lnTo>
                  <a:lnTo>
                    <a:pt x="5191" y="48630"/>
                  </a:lnTo>
                  <a:lnTo>
                    <a:pt x="5544" y="48021"/>
                  </a:lnTo>
                  <a:lnTo>
                    <a:pt x="6168" y="46945"/>
                  </a:lnTo>
                  <a:lnTo>
                    <a:pt x="6244" y="46814"/>
                  </a:lnTo>
                  <a:lnTo>
                    <a:pt x="6376" y="46587"/>
                  </a:lnTo>
                  <a:lnTo>
                    <a:pt x="6482" y="46404"/>
                  </a:lnTo>
                  <a:lnTo>
                    <a:pt x="6839" y="45737"/>
                  </a:lnTo>
                  <a:lnTo>
                    <a:pt x="7202" y="45060"/>
                  </a:lnTo>
                  <a:lnTo>
                    <a:pt x="7329" y="44822"/>
                  </a:lnTo>
                  <a:lnTo>
                    <a:pt x="7566" y="44380"/>
                  </a:lnTo>
                  <a:lnTo>
                    <a:pt x="7803" y="43938"/>
                  </a:lnTo>
                  <a:lnTo>
                    <a:pt x="8064" y="43450"/>
                  </a:lnTo>
                  <a:lnTo>
                    <a:pt x="8287" y="43033"/>
                  </a:lnTo>
                  <a:lnTo>
                    <a:pt x="8540" y="42560"/>
                  </a:lnTo>
                  <a:lnTo>
                    <a:pt x="9045" y="41597"/>
                  </a:lnTo>
                  <a:lnTo>
                    <a:pt x="6099" y="33323"/>
                  </a:lnTo>
                  <a:lnTo>
                    <a:pt x="5536" y="27522"/>
                  </a:lnTo>
                  <a:lnTo>
                    <a:pt x="4239" y="13350"/>
                  </a:lnTo>
                  <a:lnTo>
                    <a:pt x="4195" y="12867"/>
                  </a:lnTo>
                  <a:lnTo>
                    <a:pt x="3030" y="0"/>
                  </a:lnTo>
                  <a:lnTo>
                    <a:pt x="3693" y="100"/>
                  </a:lnTo>
                  <a:lnTo>
                    <a:pt x="4787" y="267"/>
                  </a:lnTo>
                  <a:lnTo>
                    <a:pt x="5579" y="387"/>
                  </a:lnTo>
                  <a:lnTo>
                    <a:pt x="5711" y="407"/>
                  </a:lnTo>
                  <a:lnTo>
                    <a:pt x="10280" y="907"/>
                  </a:lnTo>
                  <a:lnTo>
                    <a:pt x="13259" y="1232"/>
                  </a:lnTo>
                  <a:lnTo>
                    <a:pt x="15382" y="1465"/>
                  </a:lnTo>
                  <a:lnTo>
                    <a:pt x="16184" y="1552"/>
                  </a:lnTo>
                  <a:lnTo>
                    <a:pt x="20059" y="2045"/>
                  </a:lnTo>
                  <a:lnTo>
                    <a:pt x="24665" y="2631"/>
                  </a:lnTo>
                  <a:lnTo>
                    <a:pt x="28218" y="3083"/>
                  </a:lnTo>
                  <a:lnTo>
                    <a:pt x="28374" y="3103"/>
                  </a:lnTo>
                  <a:lnTo>
                    <a:pt x="32428" y="3532"/>
                  </a:lnTo>
                  <a:lnTo>
                    <a:pt x="35553" y="3862"/>
                  </a:lnTo>
                  <a:lnTo>
                    <a:pt x="38992" y="4226"/>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30" name="pg529"/>
            <p:cNvSpPr/>
            <p:nvPr/>
          </p:nvSpPr>
          <p:spPr>
            <a:xfrm>
              <a:off x="2326915" y="2270460"/>
              <a:ext cx="223296" cy="203042"/>
            </a:xfrm>
            <a:custGeom>
              <a:avLst/>
              <a:pathLst>
                <a:path w="223296" h="203042">
                  <a:moveTo>
                    <a:pt x="27555" y="16914"/>
                  </a:moveTo>
                  <a:lnTo>
                    <a:pt x="37207" y="17706"/>
                  </a:lnTo>
                  <a:lnTo>
                    <a:pt x="41743" y="17442"/>
                  </a:lnTo>
                  <a:lnTo>
                    <a:pt x="46227" y="18022"/>
                  </a:lnTo>
                  <a:lnTo>
                    <a:pt x="50077" y="19868"/>
                  </a:lnTo>
                  <a:lnTo>
                    <a:pt x="53115" y="23247"/>
                  </a:lnTo>
                  <a:lnTo>
                    <a:pt x="54390" y="28677"/>
                  </a:lnTo>
                  <a:lnTo>
                    <a:pt x="53860" y="32491"/>
                  </a:lnTo>
                  <a:lnTo>
                    <a:pt x="53860" y="34727"/>
                  </a:lnTo>
                  <a:lnTo>
                    <a:pt x="53860" y="36517"/>
                  </a:lnTo>
                  <a:lnTo>
                    <a:pt x="55351" y="39499"/>
                  </a:lnTo>
                  <a:lnTo>
                    <a:pt x="57737" y="42928"/>
                  </a:lnTo>
                  <a:lnTo>
                    <a:pt x="59675" y="46506"/>
                  </a:lnTo>
                  <a:lnTo>
                    <a:pt x="60570" y="49190"/>
                  </a:lnTo>
                  <a:lnTo>
                    <a:pt x="61762" y="52917"/>
                  </a:lnTo>
                  <a:lnTo>
                    <a:pt x="63104" y="56048"/>
                  </a:lnTo>
                  <a:lnTo>
                    <a:pt x="63849" y="57985"/>
                  </a:lnTo>
                  <a:lnTo>
                    <a:pt x="63955" y="58261"/>
                  </a:lnTo>
                  <a:lnTo>
                    <a:pt x="66352" y="61645"/>
                  </a:lnTo>
                  <a:lnTo>
                    <a:pt x="69049" y="65159"/>
                  </a:lnTo>
                  <a:lnTo>
                    <a:pt x="71905" y="68015"/>
                  </a:lnTo>
                  <a:lnTo>
                    <a:pt x="73835" y="69213"/>
                  </a:lnTo>
                  <a:lnTo>
                    <a:pt x="76405" y="70471"/>
                  </a:lnTo>
                  <a:lnTo>
                    <a:pt x="77288" y="71328"/>
                  </a:lnTo>
                  <a:lnTo>
                    <a:pt x="78909" y="72300"/>
                  </a:lnTo>
                  <a:lnTo>
                    <a:pt x="83829" y="73642"/>
                  </a:lnTo>
                  <a:lnTo>
                    <a:pt x="88749" y="75729"/>
                  </a:lnTo>
                  <a:lnTo>
                    <a:pt x="93222" y="79159"/>
                  </a:lnTo>
                  <a:lnTo>
                    <a:pt x="94166" y="81467"/>
                  </a:lnTo>
                  <a:lnTo>
                    <a:pt x="95121" y="82159"/>
                  </a:lnTo>
                  <a:lnTo>
                    <a:pt x="95583" y="83647"/>
                  </a:lnTo>
                  <a:lnTo>
                    <a:pt x="96015" y="85039"/>
                  </a:lnTo>
                  <a:lnTo>
                    <a:pt x="96797" y="86721"/>
                  </a:lnTo>
                  <a:lnTo>
                    <a:pt x="100080" y="89148"/>
                  </a:lnTo>
                  <a:lnTo>
                    <a:pt x="102764" y="88999"/>
                  </a:lnTo>
                  <a:lnTo>
                    <a:pt x="105383" y="88861"/>
                  </a:lnTo>
                  <a:lnTo>
                    <a:pt x="106154" y="88452"/>
                  </a:lnTo>
                  <a:lnTo>
                    <a:pt x="107140" y="88421"/>
                  </a:lnTo>
                  <a:lnTo>
                    <a:pt x="108281" y="88104"/>
                  </a:lnTo>
                  <a:lnTo>
                    <a:pt x="111561" y="87806"/>
                  </a:lnTo>
                  <a:lnTo>
                    <a:pt x="116634" y="87104"/>
                  </a:lnTo>
                  <a:lnTo>
                    <a:pt x="140332" y="93855"/>
                  </a:lnTo>
                  <a:lnTo>
                    <a:pt x="140552" y="93918"/>
                  </a:lnTo>
                  <a:lnTo>
                    <a:pt x="141281" y="94125"/>
                  </a:lnTo>
                  <a:lnTo>
                    <a:pt x="143803" y="94609"/>
                  </a:lnTo>
                  <a:lnTo>
                    <a:pt x="144062" y="94917"/>
                  </a:lnTo>
                  <a:lnTo>
                    <a:pt x="144251" y="94971"/>
                  </a:lnTo>
                  <a:lnTo>
                    <a:pt x="173469" y="103278"/>
                  </a:lnTo>
                  <a:lnTo>
                    <a:pt x="181182" y="101447"/>
                  </a:lnTo>
                  <a:lnTo>
                    <a:pt x="191889" y="103654"/>
                  </a:lnTo>
                  <a:lnTo>
                    <a:pt x="200225" y="104553"/>
                  </a:lnTo>
                  <a:lnTo>
                    <a:pt x="202803" y="105275"/>
                  </a:lnTo>
                  <a:lnTo>
                    <a:pt x="208970" y="107005"/>
                  </a:lnTo>
                  <a:lnTo>
                    <a:pt x="216898" y="108067"/>
                  </a:lnTo>
                  <a:lnTo>
                    <a:pt x="223296" y="110820"/>
                  </a:lnTo>
                  <a:lnTo>
                    <a:pt x="200486" y="149820"/>
                  </a:lnTo>
                  <a:lnTo>
                    <a:pt x="199647" y="148989"/>
                  </a:lnTo>
                  <a:lnTo>
                    <a:pt x="198748" y="148246"/>
                  </a:lnTo>
                  <a:lnTo>
                    <a:pt x="197829" y="148390"/>
                  </a:lnTo>
                  <a:lnTo>
                    <a:pt x="196739" y="149368"/>
                  </a:lnTo>
                  <a:lnTo>
                    <a:pt x="195179" y="150305"/>
                  </a:lnTo>
                  <a:lnTo>
                    <a:pt x="195041" y="150424"/>
                  </a:lnTo>
                  <a:lnTo>
                    <a:pt x="193814" y="151486"/>
                  </a:lnTo>
                  <a:lnTo>
                    <a:pt x="193041" y="154870"/>
                  </a:lnTo>
                  <a:lnTo>
                    <a:pt x="191014" y="161116"/>
                  </a:lnTo>
                  <a:lnTo>
                    <a:pt x="190406" y="165418"/>
                  </a:lnTo>
                  <a:lnTo>
                    <a:pt x="189495" y="168585"/>
                  </a:lnTo>
                  <a:lnTo>
                    <a:pt x="188870" y="170744"/>
                  </a:lnTo>
                  <a:lnTo>
                    <a:pt x="187786" y="172042"/>
                  </a:lnTo>
                  <a:lnTo>
                    <a:pt x="186693" y="173207"/>
                  </a:lnTo>
                  <a:lnTo>
                    <a:pt x="185161" y="175286"/>
                  </a:lnTo>
                  <a:lnTo>
                    <a:pt x="183431" y="177248"/>
                  </a:lnTo>
                  <a:lnTo>
                    <a:pt x="183216" y="177432"/>
                  </a:lnTo>
                  <a:lnTo>
                    <a:pt x="182998" y="177553"/>
                  </a:lnTo>
                  <a:lnTo>
                    <a:pt x="181531" y="178413"/>
                  </a:lnTo>
                  <a:lnTo>
                    <a:pt x="181377" y="178462"/>
                  </a:lnTo>
                  <a:lnTo>
                    <a:pt x="181229" y="178571"/>
                  </a:lnTo>
                  <a:lnTo>
                    <a:pt x="181019" y="178688"/>
                  </a:lnTo>
                  <a:lnTo>
                    <a:pt x="179995" y="180107"/>
                  </a:lnTo>
                  <a:lnTo>
                    <a:pt x="178404" y="181483"/>
                  </a:lnTo>
                  <a:lnTo>
                    <a:pt x="178266" y="181584"/>
                  </a:lnTo>
                  <a:lnTo>
                    <a:pt x="178069" y="181691"/>
                  </a:lnTo>
                  <a:lnTo>
                    <a:pt x="177873" y="181797"/>
                  </a:lnTo>
                  <a:lnTo>
                    <a:pt x="175394" y="182945"/>
                  </a:lnTo>
                  <a:lnTo>
                    <a:pt x="174220" y="183692"/>
                  </a:lnTo>
                  <a:lnTo>
                    <a:pt x="174028" y="183930"/>
                  </a:lnTo>
                  <a:lnTo>
                    <a:pt x="172422" y="185736"/>
                  </a:lnTo>
                  <a:lnTo>
                    <a:pt x="171799" y="186571"/>
                  </a:lnTo>
                  <a:lnTo>
                    <a:pt x="171627" y="187700"/>
                  </a:lnTo>
                  <a:lnTo>
                    <a:pt x="170243" y="189528"/>
                  </a:lnTo>
                  <a:lnTo>
                    <a:pt x="170075" y="189732"/>
                  </a:lnTo>
                  <a:lnTo>
                    <a:pt x="169248" y="190073"/>
                  </a:lnTo>
                  <a:lnTo>
                    <a:pt x="167645" y="193605"/>
                  </a:lnTo>
                  <a:lnTo>
                    <a:pt x="159531" y="195886"/>
                  </a:lnTo>
                  <a:lnTo>
                    <a:pt x="147127" y="195409"/>
                  </a:lnTo>
                  <a:lnTo>
                    <a:pt x="141878" y="198987"/>
                  </a:lnTo>
                  <a:lnTo>
                    <a:pt x="132575" y="203042"/>
                  </a:lnTo>
                  <a:lnTo>
                    <a:pt x="120647" y="192307"/>
                  </a:lnTo>
                  <a:lnTo>
                    <a:pt x="116591" y="181095"/>
                  </a:lnTo>
                  <a:lnTo>
                    <a:pt x="114921" y="173461"/>
                  </a:lnTo>
                  <a:lnTo>
                    <a:pt x="108242" y="165589"/>
                  </a:lnTo>
                  <a:lnTo>
                    <a:pt x="104725" y="164625"/>
                  </a:lnTo>
                  <a:lnTo>
                    <a:pt x="104793" y="164410"/>
                  </a:lnTo>
                  <a:lnTo>
                    <a:pt x="104882" y="164129"/>
                  </a:lnTo>
                  <a:lnTo>
                    <a:pt x="104793" y="163974"/>
                  </a:lnTo>
                  <a:lnTo>
                    <a:pt x="103927" y="162465"/>
                  </a:lnTo>
                  <a:lnTo>
                    <a:pt x="103487" y="161437"/>
                  </a:lnTo>
                  <a:lnTo>
                    <a:pt x="102815" y="159900"/>
                  </a:lnTo>
                  <a:lnTo>
                    <a:pt x="102287" y="158695"/>
                  </a:lnTo>
                  <a:lnTo>
                    <a:pt x="99987" y="154950"/>
                  </a:lnTo>
                  <a:lnTo>
                    <a:pt x="98395" y="152540"/>
                  </a:lnTo>
                  <a:lnTo>
                    <a:pt x="97417" y="151058"/>
                  </a:lnTo>
                  <a:lnTo>
                    <a:pt x="94186" y="147656"/>
                  </a:lnTo>
                  <a:lnTo>
                    <a:pt x="91224" y="145747"/>
                  </a:lnTo>
                  <a:lnTo>
                    <a:pt x="90091" y="144841"/>
                  </a:lnTo>
                  <a:lnTo>
                    <a:pt x="89266" y="144181"/>
                  </a:lnTo>
                  <a:lnTo>
                    <a:pt x="88234" y="143371"/>
                  </a:lnTo>
                  <a:lnTo>
                    <a:pt x="88018" y="143201"/>
                  </a:lnTo>
                  <a:lnTo>
                    <a:pt x="84118" y="140580"/>
                  </a:lnTo>
                  <a:lnTo>
                    <a:pt x="83469" y="140144"/>
                  </a:lnTo>
                  <a:lnTo>
                    <a:pt x="83319" y="139995"/>
                  </a:lnTo>
                  <a:lnTo>
                    <a:pt x="79475" y="136177"/>
                  </a:lnTo>
                  <a:lnTo>
                    <a:pt x="77625" y="134992"/>
                  </a:lnTo>
                  <a:lnTo>
                    <a:pt x="76073" y="133998"/>
                  </a:lnTo>
                  <a:lnTo>
                    <a:pt x="73818" y="131185"/>
                  </a:lnTo>
                  <a:lnTo>
                    <a:pt x="73503" y="130792"/>
                  </a:lnTo>
                  <a:lnTo>
                    <a:pt x="73013" y="128589"/>
                  </a:lnTo>
                  <a:lnTo>
                    <a:pt x="70934" y="125123"/>
                  </a:lnTo>
                  <a:lnTo>
                    <a:pt x="70517" y="124428"/>
                  </a:lnTo>
                  <a:lnTo>
                    <a:pt x="68254" y="120626"/>
                  </a:lnTo>
                  <a:lnTo>
                    <a:pt x="68069" y="120316"/>
                  </a:lnTo>
                  <a:lnTo>
                    <a:pt x="67448" y="118871"/>
                  </a:lnTo>
                  <a:lnTo>
                    <a:pt x="65817" y="115078"/>
                  </a:lnTo>
                  <a:lnTo>
                    <a:pt x="63883" y="113267"/>
                  </a:lnTo>
                  <a:lnTo>
                    <a:pt x="63614" y="113071"/>
                  </a:lnTo>
                  <a:lnTo>
                    <a:pt x="62170" y="112190"/>
                  </a:lnTo>
                  <a:lnTo>
                    <a:pt x="60885" y="111595"/>
                  </a:lnTo>
                  <a:lnTo>
                    <a:pt x="59711" y="111023"/>
                  </a:lnTo>
                  <a:lnTo>
                    <a:pt x="58932" y="111625"/>
                  </a:lnTo>
                  <a:lnTo>
                    <a:pt x="56222" y="108843"/>
                  </a:lnTo>
                  <a:lnTo>
                    <a:pt x="55268" y="108175"/>
                  </a:lnTo>
                  <a:lnTo>
                    <a:pt x="53334" y="106878"/>
                  </a:lnTo>
                  <a:lnTo>
                    <a:pt x="51547" y="106364"/>
                  </a:lnTo>
                  <a:lnTo>
                    <a:pt x="49467" y="106144"/>
                  </a:lnTo>
                  <a:lnTo>
                    <a:pt x="48170" y="106560"/>
                  </a:lnTo>
                  <a:lnTo>
                    <a:pt x="46432" y="107759"/>
                  </a:lnTo>
                  <a:lnTo>
                    <a:pt x="44911" y="108341"/>
                  </a:lnTo>
                  <a:lnTo>
                    <a:pt x="44767" y="108396"/>
                  </a:lnTo>
                  <a:lnTo>
                    <a:pt x="43544" y="108591"/>
                  </a:lnTo>
                  <a:lnTo>
                    <a:pt x="41781" y="107710"/>
                  </a:lnTo>
                  <a:lnTo>
                    <a:pt x="39945" y="106903"/>
                  </a:lnTo>
                  <a:lnTo>
                    <a:pt x="39040" y="105532"/>
                  </a:lnTo>
                  <a:lnTo>
                    <a:pt x="38353" y="103992"/>
                  </a:lnTo>
                  <a:lnTo>
                    <a:pt x="38232" y="103721"/>
                  </a:lnTo>
                  <a:lnTo>
                    <a:pt x="37893" y="101963"/>
                  </a:lnTo>
                  <a:lnTo>
                    <a:pt x="37840" y="101687"/>
                  </a:lnTo>
                  <a:lnTo>
                    <a:pt x="37449" y="99364"/>
                  </a:lnTo>
                  <a:lnTo>
                    <a:pt x="36519" y="97699"/>
                  </a:lnTo>
                  <a:lnTo>
                    <a:pt x="35270" y="96182"/>
                  </a:lnTo>
                  <a:lnTo>
                    <a:pt x="34334" y="95601"/>
                  </a:lnTo>
                  <a:lnTo>
                    <a:pt x="33851" y="95301"/>
                  </a:lnTo>
                  <a:lnTo>
                    <a:pt x="32715" y="94822"/>
                  </a:lnTo>
                  <a:lnTo>
                    <a:pt x="32284" y="94640"/>
                  </a:lnTo>
                  <a:lnTo>
                    <a:pt x="30742" y="93783"/>
                  </a:lnTo>
                  <a:lnTo>
                    <a:pt x="30370" y="93345"/>
                  </a:lnTo>
                  <a:lnTo>
                    <a:pt x="30012" y="92923"/>
                  </a:lnTo>
                  <a:lnTo>
                    <a:pt x="29641" y="92486"/>
                  </a:lnTo>
                  <a:lnTo>
                    <a:pt x="29480" y="91814"/>
                  </a:lnTo>
                  <a:lnTo>
                    <a:pt x="29200" y="90650"/>
                  </a:lnTo>
                  <a:lnTo>
                    <a:pt x="28849" y="89400"/>
                  </a:lnTo>
                  <a:lnTo>
                    <a:pt x="28664" y="88620"/>
                  </a:lnTo>
                  <a:lnTo>
                    <a:pt x="28434" y="87647"/>
                  </a:lnTo>
                  <a:lnTo>
                    <a:pt x="28343" y="87238"/>
                  </a:lnTo>
                  <a:lnTo>
                    <a:pt x="28172" y="86465"/>
                  </a:lnTo>
                  <a:lnTo>
                    <a:pt x="27413" y="84335"/>
                  </a:lnTo>
                  <a:lnTo>
                    <a:pt x="27217" y="84068"/>
                  </a:lnTo>
                  <a:lnTo>
                    <a:pt x="26263" y="82769"/>
                  </a:lnTo>
                  <a:lnTo>
                    <a:pt x="24947" y="81088"/>
                  </a:lnTo>
                  <a:lnTo>
                    <a:pt x="24672" y="80737"/>
                  </a:lnTo>
                  <a:lnTo>
                    <a:pt x="23522" y="78730"/>
                  </a:lnTo>
                  <a:lnTo>
                    <a:pt x="22665" y="77237"/>
                  </a:lnTo>
                  <a:lnTo>
                    <a:pt x="21759" y="76038"/>
                  </a:lnTo>
                  <a:lnTo>
                    <a:pt x="21319" y="74520"/>
                  </a:lnTo>
                  <a:lnTo>
                    <a:pt x="21025" y="72513"/>
                  </a:lnTo>
                  <a:lnTo>
                    <a:pt x="19409" y="69355"/>
                  </a:lnTo>
                  <a:lnTo>
                    <a:pt x="17006" y="67219"/>
                  </a:lnTo>
                  <a:lnTo>
                    <a:pt x="16022" y="65981"/>
                  </a:lnTo>
                  <a:lnTo>
                    <a:pt x="15053" y="64754"/>
                  </a:lnTo>
                  <a:lnTo>
                    <a:pt x="13633" y="62086"/>
                  </a:lnTo>
                  <a:lnTo>
                    <a:pt x="12311" y="59638"/>
                  </a:lnTo>
                  <a:lnTo>
                    <a:pt x="11430" y="57337"/>
                  </a:lnTo>
                  <a:lnTo>
                    <a:pt x="11395" y="56519"/>
                  </a:lnTo>
                  <a:lnTo>
                    <a:pt x="11357" y="55649"/>
                  </a:lnTo>
                  <a:lnTo>
                    <a:pt x="11797" y="54033"/>
                  </a:lnTo>
                  <a:lnTo>
                    <a:pt x="11797" y="52467"/>
                  </a:lnTo>
                  <a:lnTo>
                    <a:pt x="11528" y="49431"/>
                  </a:lnTo>
                  <a:lnTo>
                    <a:pt x="11528" y="49211"/>
                  </a:lnTo>
                  <a:lnTo>
                    <a:pt x="11528" y="48966"/>
                  </a:lnTo>
                  <a:lnTo>
                    <a:pt x="11430" y="46347"/>
                  </a:lnTo>
                  <a:lnTo>
                    <a:pt x="11185" y="43141"/>
                  </a:lnTo>
                  <a:lnTo>
                    <a:pt x="11308" y="40424"/>
                  </a:lnTo>
                  <a:lnTo>
                    <a:pt x="11454" y="37684"/>
                  </a:lnTo>
                  <a:lnTo>
                    <a:pt x="11479" y="37218"/>
                  </a:lnTo>
                  <a:lnTo>
                    <a:pt x="11112" y="34231"/>
                  </a:lnTo>
                  <a:lnTo>
                    <a:pt x="10402" y="32273"/>
                  </a:lnTo>
                  <a:lnTo>
                    <a:pt x="9692" y="31417"/>
                  </a:lnTo>
                  <a:lnTo>
                    <a:pt x="8884" y="29948"/>
                  </a:lnTo>
                  <a:lnTo>
                    <a:pt x="8684" y="29532"/>
                  </a:lnTo>
                  <a:lnTo>
                    <a:pt x="8619" y="29397"/>
                  </a:lnTo>
                  <a:lnTo>
                    <a:pt x="7906" y="27916"/>
                  </a:lnTo>
                  <a:lnTo>
                    <a:pt x="7122" y="26546"/>
                  </a:lnTo>
                  <a:lnTo>
                    <a:pt x="6718" y="25429"/>
                  </a:lnTo>
                  <a:lnTo>
                    <a:pt x="6437" y="24563"/>
                  </a:lnTo>
                  <a:lnTo>
                    <a:pt x="6458" y="24304"/>
                  </a:lnTo>
                  <a:lnTo>
                    <a:pt x="6546" y="23240"/>
                  </a:lnTo>
                  <a:lnTo>
                    <a:pt x="6584" y="22776"/>
                  </a:lnTo>
                  <a:lnTo>
                    <a:pt x="6574" y="22387"/>
                  </a:lnTo>
                  <a:lnTo>
                    <a:pt x="6535" y="20867"/>
                  </a:lnTo>
                  <a:lnTo>
                    <a:pt x="6442" y="18197"/>
                  </a:lnTo>
                  <a:lnTo>
                    <a:pt x="6437" y="18052"/>
                  </a:lnTo>
                  <a:lnTo>
                    <a:pt x="6377" y="17866"/>
                  </a:lnTo>
                  <a:lnTo>
                    <a:pt x="6017" y="16734"/>
                  </a:lnTo>
                  <a:lnTo>
                    <a:pt x="5923" y="16437"/>
                  </a:lnTo>
                  <a:lnTo>
                    <a:pt x="4797" y="14895"/>
                  </a:lnTo>
                  <a:lnTo>
                    <a:pt x="4391" y="14499"/>
                  </a:lnTo>
                  <a:lnTo>
                    <a:pt x="3720" y="13821"/>
                  </a:lnTo>
                  <a:lnTo>
                    <a:pt x="3450" y="13204"/>
                  </a:lnTo>
                  <a:lnTo>
                    <a:pt x="2912" y="11933"/>
                  </a:lnTo>
                  <a:lnTo>
                    <a:pt x="2105" y="10024"/>
                  </a:lnTo>
                  <a:lnTo>
                    <a:pt x="1658" y="8856"/>
                  </a:lnTo>
                  <a:lnTo>
                    <a:pt x="1404" y="8194"/>
                  </a:lnTo>
                  <a:lnTo>
                    <a:pt x="1248" y="7895"/>
                  </a:lnTo>
                  <a:lnTo>
                    <a:pt x="1174" y="7601"/>
                  </a:lnTo>
                  <a:lnTo>
                    <a:pt x="734" y="6891"/>
                  </a:lnTo>
                  <a:lnTo>
                    <a:pt x="146" y="5692"/>
                  </a:lnTo>
                  <a:lnTo>
                    <a:pt x="0" y="2534"/>
                  </a:lnTo>
                  <a:lnTo>
                    <a:pt x="200" y="1516"/>
                  </a:lnTo>
                  <a:lnTo>
                    <a:pt x="2252" y="716"/>
                  </a:lnTo>
                  <a:lnTo>
                    <a:pt x="3492" y="232"/>
                  </a:lnTo>
                  <a:lnTo>
                    <a:pt x="4148" y="0"/>
                  </a:lnTo>
                  <a:lnTo>
                    <a:pt x="7300" y="4203"/>
                  </a:lnTo>
                  <a:lnTo>
                    <a:pt x="12206" y="9266"/>
                  </a:lnTo>
                  <a:lnTo>
                    <a:pt x="18934" y="13967"/>
                  </a:lnTo>
                  <a:lnTo>
                    <a:pt x="20434" y="15015"/>
                  </a:lnTo>
                  <a:lnTo>
                    <a:pt x="23572" y="1585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31" name="pg530"/>
            <p:cNvSpPr/>
            <p:nvPr/>
          </p:nvSpPr>
          <p:spPr>
            <a:xfrm>
              <a:off x="2632270" y="2543407"/>
              <a:ext cx="80475" cy="94816"/>
            </a:xfrm>
            <a:custGeom>
              <a:avLst/>
              <a:pathLst>
                <a:path w="80475" h="94816">
                  <a:moveTo>
                    <a:pt x="77411" y="46347"/>
                  </a:moveTo>
                  <a:lnTo>
                    <a:pt x="75446" y="47649"/>
                  </a:lnTo>
                  <a:lnTo>
                    <a:pt x="74259" y="48436"/>
                  </a:lnTo>
                  <a:lnTo>
                    <a:pt x="72830" y="49738"/>
                  </a:lnTo>
                  <a:lnTo>
                    <a:pt x="72595" y="49921"/>
                  </a:lnTo>
                  <a:lnTo>
                    <a:pt x="72352" y="49678"/>
                  </a:lnTo>
                  <a:lnTo>
                    <a:pt x="69147" y="46474"/>
                  </a:lnTo>
                  <a:lnTo>
                    <a:pt x="68616" y="46837"/>
                  </a:lnTo>
                  <a:lnTo>
                    <a:pt x="64493" y="49827"/>
                  </a:lnTo>
                  <a:lnTo>
                    <a:pt x="60664" y="52605"/>
                  </a:lnTo>
                  <a:lnTo>
                    <a:pt x="60413" y="52787"/>
                  </a:lnTo>
                  <a:lnTo>
                    <a:pt x="58619" y="54499"/>
                  </a:lnTo>
                  <a:lnTo>
                    <a:pt x="56857" y="56182"/>
                  </a:lnTo>
                  <a:lnTo>
                    <a:pt x="60484" y="59047"/>
                  </a:lnTo>
                  <a:lnTo>
                    <a:pt x="59963" y="59553"/>
                  </a:lnTo>
                  <a:lnTo>
                    <a:pt x="59814" y="59698"/>
                  </a:lnTo>
                  <a:lnTo>
                    <a:pt x="58135" y="61332"/>
                  </a:lnTo>
                  <a:lnTo>
                    <a:pt x="57712" y="61743"/>
                  </a:lnTo>
                  <a:lnTo>
                    <a:pt x="54008" y="65344"/>
                  </a:lnTo>
                  <a:lnTo>
                    <a:pt x="53602" y="65740"/>
                  </a:lnTo>
                  <a:lnTo>
                    <a:pt x="52402" y="66907"/>
                  </a:lnTo>
                  <a:lnTo>
                    <a:pt x="51428" y="67879"/>
                  </a:lnTo>
                  <a:lnTo>
                    <a:pt x="51130" y="68176"/>
                  </a:lnTo>
                  <a:lnTo>
                    <a:pt x="49666" y="69637"/>
                  </a:lnTo>
                  <a:lnTo>
                    <a:pt x="47798" y="71501"/>
                  </a:lnTo>
                  <a:lnTo>
                    <a:pt x="47544" y="71754"/>
                  </a:lnTo>
                  <a:lnTo>
                    <a:pt x="46125" y="73170"/>
                  </a:lnTo>
                  <a:lnTo>
                    <a:pt x="45621" y="73583"/>
                  </a:lnTo>
                  <a:lnTo>
                    <a:pt x="41124" y="77334"/>
                  </a:lnTo>
                  <a:lnTo>
                    <a:pt x="40720" y="77728"/>
                  </a:lnTo>
                  <a:lnTo>
                    <a:pt x="35992" y="82342"/>
                  </a:lnTo>
                  <a:lnTo>
                    <a:pt x="35637" y="82689"/>
                  </a:lnTo>
                  <a:lnTo>
                    <a:pt x="33064" y="85200"/>
                  </a:lnTo>
                  <a:lnTo>
                    <a:pt x="32388" y="85860"/>
                  </a:lnTo>
                  <a:lnTo>
                    <a:pt x="32037" y="86240"/>
                  </a:lnTo>
                  <a:lnTo>
                    <a:pt x="25129" y="93743"/>
                  </a:lnTo>
                  <a:lnTo>
                    <a:pt x="24692" y="94218"/>
                  </a:lnTo>
                  <a:lnTo>
                    <a:pt x="24141" y="94816"/>
                  </a:lnTo>
                  <a:lnTo>
                    <a:pt x="22181" y="93975"/>
                  </a:lnTo>
                  <a:lnTo>
                    <a:pt x="19054" y="92105"/>
                  </a:lnTo>
                  <a:lnTo>
                    <a:pt x="18920" y="92024"/>
                  </a:lnTo>
                  <a:lnTo>
                    <a:pt x="11843" y="87643"/>
                  </a:lnTo>
                  <a:lnTo>
                    <a:pt x="5842" y="83928"/>
                  </a:lnTo>
                  <a:lnTo>
                    <a:pt x="5621" y="83779"/>
                  </a:lnTo>
                  <a:lnTo>
                    <a:pt x="5158" y="83467"/>
                  </a:lnTo>
                  <a:lnTo>
                    <a:pt x="0" y="79991"/>
                  </a:lnTo>
                  <a:lnTo>
                    <a:pt x="7694" y="68773"/>
                  </a:lnTo>
                  <a:lnTo>
                    <a:pt x="7842" y="68558"/>
                  </a:lnTo>
                  <a:lnTo>
                    <a:pt x="7981" y="68354"/>
                  </a:lnTo>
                  <a:lnTo>
                    <a:pt x="8154" y="68124"/>
                  </a:lnTo>
                  <a:lnTo>
                    <a:pt x="8553" y="67595"/>
                  </a:lnTo>
                  <a:lnTo>
                    <a:pt x="9045" y="66941"/>
                  </a:lnTo>
                  <a:lnTo>
                    <a:pt x="9636" y="66156"/>
                  </a:lnTo>
                  <a:lnTo>
                    <a:pt x="9899" y="65807"/>
                  </a:lnTo>
                  <a:lnTo>
                    <a:pt x="10560" y="64930"/>
                  </a:lnTo>
                  <a:lnTo>
                    <a:pt x="10796" y="64617"/>
                  </a:lnTo>
                  <a:lnTo>
                    <a:pt x="10984" y="64366"/>
                  </a:lnTo>
                  <a:lnTo>
                    <a:pt x="11122" y="64189"/>
                  </a:lnTo>
                  <a:lnTo>
                    <a:pt x="11359" y="63885"/>
                  </a:lnTo>
                  <a:lnTo>
                    <a:pt x="10390" y="62958"/>
                  </a:lnTo>
                  <a:lnTo>
                    <a:pt x="9667" y="62265"/>
                  </a:lnTo>
                  <a:lnTo>
                    <a:pt x="6874" y="59590"/>
                  </a:lnTo>
                  <a:lnTo>
                    <a:pt x="6036" y="58787"/>
                  </a:lnTo>
                  <a:lnTo>
                    <a:pt x="6398" y="58420"/>
                  </a:lnTo>
                  <a:lnTo>
                    <a:pt x="6771" y="58041"/>
                  </a:lnTo>
                  <a:lnTo>
                    <a:pt x="7398" y="57403"/>
                  </a:lnTo>
                  <a:lnTo>
                    <a:pt x="7741" y="57054"/>
                  </a:lnTo>
                  <a:lnTo>
                    <a:pt x="7929" y="56864"/>
                  </a:lnTo>
                  <a:lnTo>
                    <a:pt x="8087" y="56703"/>
                  </a:lnTo>
                  <a:lnTo>
                    <a:pt x="8989" y="55785"/>
                  </a:lnTo>
                  <a:lnTo>
                    <a:pt x="9254" y="55516"/>
                  </a:lnTo>
                  <a:lnTo>
                    <a:pt x="9428" y="55339"/>
                  </a:lnTo>
                  <a:lnTo>
                    <a:pt x="9886" y="54873"/>
                  </a:lnTo>
                  <a:lnTo>
                    <a:pt x="9629" y="54624"/>
                  </a:lnTo>
                  <a:lnTo>
                    <a:pt x="9431" y="54432"/>
                  </a:lnTo>
                  <a:lnTo>
                    <a:pt x="9150" y="54160"/>
                  </a:lnTo>
                  <a:lnTo>
                    <a:pt x="8182" y="53225"/>
                  </a:lnTo>
                  <a:lnTo>
                    <a:pt x="7191" y="52265"/>
                  </a:lnTo>
                  <a:lnTo>
                    <a:pt x="6181" y="51289"/>
                  </a:lnTo>
                  <a:lnTo>
                    <a:pt x="5975" y="51090"/>
                  </a:lnTo>
                  <a:lnTo>
                    <a:pt x="5130" y="50273"/>
                  </a:lnTo>
                  <a:lnTo>
                    <a:pt x="4951" y="50099"/>
                  </a:lnTo>
                  <a:lnTo>
                    <a:pt x="4687" y="49844"/>
                  </a:lnTo>
                  <a:lnTo>
                    <a:pt x="4247" y="49419"/>
                  </a:lnTo>
                  <a:lnTo>
                    <a:pt x="4691" y="48832"/>
                  </a:lnTo>
                  <a:lnTo>
                    <a:pt x="5115" y="48272"/>
                  </a:lnTo>
                  <a:lnTo>
                    <a:pt x="8030" y="45702"/>
                  </a:lnTo>
                  <a:lnTo>
                    <a:pt x="10501" y="43273"/>
                  </a:lnTo>
                  <a:lnTo>
                    <a:pt x="11506" y="42286"/>
                  </a:lnTo>
                  <a:lnTo>
                    <a:pt x="12325" y="41459"/>
                  </a:lnTo>
                  <a:lnTo>
                    <a:pt x="12920" y="40859"/>
                  </a:lnTo>
                  <a:lnTo>
                    <a:pt x="14680" y="39082"/>
                  </a:lnTo>
                  <a:lnTo>
                    <a:pt x="15427" y="38328"/>
                  </a:lnTo>
                  <a:lnTo>
                    <a:pt x="16291" y="37456"/>
                  </a:lnTo>
                  <a:lnTo>
                    <a:pt x="16736" y="37007"/>
                  </a:lnTo>
                  <a:lnTo>
                    <a:pt x="16934" y="36807"/>
                  </a:lnTo>
                  <a:lnTo>
                    <a:pt x="17157" y="36582"/>
                  </a:lnTo>
                  <a:lnTo>
                    <a:pt x="19027" y="34694"/>
                  </a:lnTo>
                  <a:lnTo>
                    <a:pt x="19267" y="34452"/>
                  </a:lnTo>
                  <a:lnTo>
                    <a:pt x="19749" y="33965"/>
                  </a:lnTo>
                  <a:lnTo>
                    <a:pt x="20452" y="33283"/>
                  </a:lnTo>
                  <a:lnTo>
                    <a:pt x="20645" y="33084"/>
                  </a:lnTo>
                  <a:lnTo>
                    <a:pt x="21487" y="32216"/>
                  </a:lnTo>
                  <a:lnTo>
                    <a:pt x="21702" y="31995"/>
                  </a:lnTo>
                  <a:lnTo>
                    <a:pt x="20006" y="30252"/>
                  </a:lnTo>
                  <a:lnTo>
                    <a:pt x="18945" y="29161"/>
                  </a:lnTo>
                  <a:lnTo>
                    <a:pt x="18618" y="28824"/>
                  </a:lnTo>
                  <a:lnTo>
                    <a:pt x="17902" y="28088"/>
                  </a:lnTo>
                  <a:lnTo>
                    <a:pt x="18087" y="27915"/>
                  </a:lnTo>
                  <a:lnTo>
                    <a:pt x="18357" y="27663"/>
                  </a:lnTo>
                  <a:lnTo>
                    <a:pt x="18892" y="27164"/>
                  </a:lnTo>
                  <a:lnTo>
                    <a:pt x="21335" y="24882"/>
                  </a:lnTo>
                  <a:lnTo>
                    <a:pt x="22034" y="24229"/>
                  </a:lnTo>
                  <a:lnTo>
                    <a:pt x="25773" y="20737"/>
                  </a:lnTo>
                  <a:lnTo>
                    <a:pt x="26002" y="20522"/>
                  </a:lnTo>
                  <a:lnTo>
                    <a:pt x="29092" y="17637"/>
                  </a:lnTo>
                  <a:lnTo>
                    <a:pt x="30559" y="16352"/>
                  </a:lnTo>
                  <a:lnTo>
                    <a:pt x="30705" y="16225"/>
                  </a:lnTo>
                  <a:lnTo>
                    <a:pt x="31223" y="15771"/>
                  </a:lnTo>
                  <a:lnTo>
                    <a:pt x="32583" y="14409"/>
                  </a:lnTo>
                  <a:lnTo>
                    <a:pt x="32358" y="14157"/>
                  </a:lnTo>
                  <a:lnTo>
                    <a:pt x="30540" y="12121"/>
                  </a:lnTo>
                  <a:lnTo>
                    <a:pt x="30853" y="11801"/>
                  </a:lnTo>
                  <a:lnTo>
                    <a:pt x="33201" y="9409"/>
                  </a:lnTo>
                  <a:lnTo>
                    <a:pt x="34146" y="8544"/>
                  </a:lnTo>
                  <a:lnTo>
                    <a:pt x="37485" y="5486"/>
                  </a:lnTo>
                  <a:lnTo>
                    <a:pt x="37705" y="5284"/>
                  </a:lnTo>
                  <a:lnTo>
                    <a:pt x="38593" y="4471"/>
                  </a:lnTo>
                  <a:lnTo>
                    <a:pt x="43751" y="0"/>
                  </a:lnTo>
                  <a:lnTo>
                    <a:pt x="43882" y="138"/>
                  </a:lnTo>
                  <a:lnTo>
                    <a:pt x="44187" y="461"/>
                  </a:lnTo>
                  <a:lnTo>
                    <a:pt x="44588" y="886"/>
                  </a:lnTo>
                  <a:lnTo>
                    <a:pt x="44912" y="1228"/>
                  </a:lnTo>
                  <a:lnTo>
                    <a:pt x="45173" y="1505"/>
                  </a:lnTo>
                  <a:lnTo>
                    <a:pt x="46090" y="2476"/>
                  </a:lnTo>
                  <a:lnTo>
                    <a:pt x="46432" y="2839"/>
                  </a:lnTo>
                  <a:lnTo>
                    <a:pt x="47103" y="3549"/>
                  </a:lnTo>
                  <a:lnTo>
                    <a:pt x="47599" y="4074"/>
                  </a:lnTo>
                  <a:lnTo>
                    <a:pt x="49604" y="6197"/>
                  </a:lnTo>
                  <a:lnTo>
                    <a:pt x="50047" y="6667"/>
                  </a:lnTo>
                  <a:lnTo>
                    <a:pt x="53653" y="10486"/>
                  </a:lnTo>
                  <a:lnTo>
                    <a:pt x="54759" y="11660"/>
                  </a:lnTo>
                  <a:lnTo>
                    <a:pt x="56647" y="13710"/>
                  </a:lnTo>
                  <a:lnTo>
                    <a:pt x="57065" y="14164"/>
                  </a:lnTo>
                  <a:lnTo>
                    <a:pt x="61371" y="19340"/>
                  </a:lnTo>
                  <a:lnTo>
                    <a:pt x="65406" y="24595"/>
                  </a:lnTo>
                  <a:lnTo>
                    <a:pt x="77607" y="40483"/>
                  </a:lnTo>
                  <a:lnTo>
                    <a:pt x="80475" y="44217"/>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32" name="pg531"/>
            <p:cNvSpPr/>
            <p:nvPr/>
          </p:nvSpPr>
          <p:spPr>
            <a:xfrm>
              <a:off x="2503666" y="2477400"/>
              <a:ext cx="172226" cy="145998"/>
            </a:xfrm>
            <a:custGeom>
              <a:avLst/>
              <a:pathLst>
                <a:path w="172226" h="145998">
                  <a:moveTo>
                    <a:pt x="168746" y="61800"/>
                  </a:moveTo>
                  <a:lnTo>
                    <a:pt x="168963" y="62053"/>
                  </a:lnTo>
                  <a:lnTo>
                    <a:pt x="169161" y="62285"/>
                  </a:lnTo>
                  <a:lnTo>
                    <a:pt x="170008" y="63274"/>
                  </a:lnTo>
                  <a:lnTo>
                    <a:pt x="170151" y="63441"/>
                  </a:lnTo>
                  <a:lnTo>
                    <a:pt x="170766" y="64160"/>
                  </a:lnTo>
                  <a:lnTo>
                    <a:pt x="171258" y="64735"/>
                  </a:lnTo>
                  <a:lnTo>
                    <a:pt x="172052" y="65663"/>
                  </a:lnTo>
                  <a:lnTo>
                    <a:pt x="172226" y="65873"/>
                  </a:lnTo>
                  <a:lnTo>
                    <a:pt x="167197" y="70478"/>
                  </a:lnTo>
                  <a:lnTo>
                    <a:pt x="166310" y="71291"/>
                  </a:lnTo>
                  <a:lnTo>
                    <a:pt x="166089" y="71493"/>
                  </a:lnTo>
                  <a:lnTo>
                    <a:pt x="162750" y="74551"/>
                  </a:lnTo>
                  <a:lnTo>
                    <a:pt x="161805" y="75416"/>
                  </a:lnTo>
                  <a:lnTo>
                    <a:pt x="159458" y="77808"/>
                  </a:lnTo>
                  <a:lnTo>
                    <a:pt x="159145" y="78127"/>
                  </a:lnTo>
                  <a:lnTo>
                    <a:pt x="160962" y="80164"/>
                  </a:lnTo>
                  <a:lnTo>
                    <a:pt x="161274" y="80513"/>
                  </a:lnTo>
                  <a:lnTo>
                    <a:pt x="159804" y="81799"/>
                  </a:lnTo>
                  <a:lnTo>
                    <a:pt x="159310" y="82231"/>
                  </a:lnTo>
                  <a:lnTo>
                    <a:pt x="159164" y="82359"/>
                  </a:lnTo>
                  <a:lnTo>
                    <a:pt x="157696" y="83643"/>
                  </a:lnTo>
                  <a:lnTo>
                    <a:pt x="154607" y="86529"/>
                  </a:lnTo>
                  <a:lnTo>
                    <a:pt x="154377" y="86743"/>
                  </a:lnTo>
                  <a:lnTo>
                    <a:pt x="150638" y="90236"/>
                  </a:lnTo>
                  <a:lnTo>
                    <a:pt x="149939" y="90889"/>
                  </a:lnTo>
                  <a:lnTo>
                    <a:pt x="147496" y="93171"/>
                  </a:lnTo>
                  <a:lnTo>
                    <a:pt x="146962" y="93670"/>
                  </a:lnTo>
                  <a:lnTo>
                    <a:pt x="146692" y="93922"/>
                  </a:lnTo>
                  <a:lnTo>
                    <a:pt x="146536" y="94195"/>
                  </a:lnTo>
                  <a:lnTo>
                    <a:pt x="147224" y="94833"/>
                  </a:lnTo>
                  <a:lnTo>
                    <a:pt x="147550" y="95167"/>
                  </a:lnTo>
                  <a:lnTo>
                    <a:pt x="148611" y="96258"/>
                  </a:lnTo>
                  <a:lnTo>
                    <a:pt x="150306" y="98001"/>
                  </a:lnTo>
                  <a:lnTo>
                    <a:pt x="150092" y="98223"/>
                  </a:lnTo>
                  <a:lnTo>
                    <a:pt x="149249" y="99091"/>
                  </a:lnTo>
                  <a:lnTo>
                    <a:pt x="148967" y="99353"/>
                  </a:lnTo>
                  <a:lnTo>
                    <a:pt x="148354" y="99972"/>
                  </a:lnTo>
                  <a:lnTo>
                    <a:pt x="147871" y="100459"/>
                  </a:lnTo>
                  <a:lnTo>
                    <a:pt x="147632" y="100701"/>
                  </a:lnTo>
                  <a:lnTo>
                    <a:pt x="145761" y="102589"/>
                  </a:lnTo>
                  <a:lnTo>
                    <a:pt x="145538" y="102814"/>
                  </a:lnTo>
                  <a:lnTo>
                    <a:pt x="145245" y="103110"/>
                  </a:lnTo>
                  <a:lnTo>
                    <a:pt x="144896" y="103462"/>
                  </a:lnTo>
                  <a:lnTo>
                    <a:pt x="144031" y="104335"/>
                  </a:lnTo>
                  <a:lnTo>
                    <a:pt x="143284" y="105089"/>
                  </a:lnTo>
                  <a:lnTo>
                    <a:pt x="141524" y="106866"/>
                  </a:lnTo>
                  <a:lnTo>
                    <a:pt x="140930" y="107465"/>
                  </a:lnTo>
                  <a:lnTo>
                    <a:pt x="140110" y="108293"/>
                  </a:lnTo>
                  <a:lnTo>
                    <a:pt x="139106" y="109280"/>
                  </a:lnTo>
                  <a:lnTo>
                    <a:pt x="136634" y="111708"/>
                  </a:lnTo>
                  <a:lnTo>
                    <a:pt x="133720" y="114279"/>
                  </a:lnTo>
                  <a:lnTo>
                    <a:pt x="133296" y="114839"/>
                  </a:lnTo>
                  <a:lnTo>
                    <a:pt x="132852" y="115425"/>
                  </a:lnTo>
                  <a:lnTo>
                    <a:pt x="133292" y="115851"/>
                  </a:lnTo>
                  <a:lnTo>
                    <a:pt x="133555" y="116106"/>
                  </a:lnTo>
                  <a:lnTo>
                    <a:pt x="133735" y="116280"/>
                  </a:lnTo>
                  <a:lnTo>
                    <a:pt x="134580" y="117097"/>
                  </a:lnTo>
                  <a:lnTo>
                    <a:pt x="134785" y="117295"/>
                  </a:lnTo>
                  <a:lnTo>
                    <a:pt x="135795" y="118272"/>
                  </a:lnTo>
                  <a:lnTo>
                    <a:pt x="136787" y="119231"/>
                  </a:lnTo>
                  <a:lnTo>
                    <a:pt x="137759" y="120171"/>
                  </a:lnTo>
                  <a:lnTo>
                    <a:pt x="138036" y="120439"/>
                  </a:lnTo>
                  <a:lnTo>
                    <a:pt x="138320" y="120714"/>
                  </a:lnTo>
                  <a:lnTo>
                    <a:pt x="138386" y="120986"/>
                  </a:lnTo>
                  <a:lnTo>
                    <a:pt x="138032" y="121346"/>
                  </a:lnTo>
                  <a:lnTo>
                    <a:pt x="137859" y="121522"/>
                  </a:lnTo>
                  <a:lnTo>
                    <a:pt x="137593" y="121792"/>
                  </a:lnTo>
                  <a:lnTo>
                    <a:pt x="136691" y="122709"/>
                  </a:lnTo>
                  <a:lnTo>
                    <a:pt x="136533" y="122870"/>
                  </a:lnTo>
                  <a:lnTo>
                    <a:pt x="136346" y="123060"/>
                  </a:lnTo>
                  <a:lnTo>
                    <a:pt x="136002" y="123410"/>
                  </a:lnTo>
                  <a:lnTo>
                    <a:pt x="135311" y="124113"/>
                  </a:lnTo>
                  <a:lnTo>
                    <a:pt x="134864" y="124567"/>
                  </a:lnTo>
                  <a:lnTo>
                    <a:pt x="134641" y="124794"/>
                  </a:lnTo>
                  <a:lnTo>
                    <a:pt x="135479" y="125596"/>
                  </a:lnTo>
                  <a:lnTo>
                    <a:pt x="138272" y="128272"/>
                  </a:lnTo>
                  <a:lnTo>
                    <a:pt x="138995" y="128964"/>
                  </a:lnTo>
                  <a:lnTo>
                    <a:pt x="139963" y="129892"/>
                  </a:lnTo>
                  <a:lnTo>
                    <a:pt x="139727" y="130196"/>
                  </a:lnTo>
                  <a:lnTo>
                    <a:pt x="139589" y="130373"/>
                  </a:lnTo>
                  <a:lnTo>
                    <a:pt x="139400" y="130623"/>
                  </a:lnTo>
                  <a:lnTo>
                    <a:pt x="139164" y="130937"/>
                  </a:lnTo>
                  <a:lnTo>
                    <a:pt x="138504" y="131814"/>
                  </a:lnTo>
                  <a:lnTo>
                    <a:pt x="138175" y="132250"/>
                  </a:lnTo>
                  <a:lnTo>
                    <a:pt x="137650" y="132948"/>
                  </a:lnTo>
                  <a:lnTo>
                    <a:pt x="137158" y="133601"/>
                  </a:lnTo>
                  <a:lnTo>
                    <a:pt x="136759" y="134131"/>
                  </a:lnTo>
                  <a:lnTo>
                    <a:pt x="136586" y="134361"/>
                  </a:lnTo>
                  <a:lnTo>
                    <a:pt x="136446" y="134564"/>
                  </a:lnTo>
                  <a:lnTo>
                    <a:pt x="136298" y="134780"/>
                  </a:lnTo>
                  <a:lnTo>
                    <a:pt x="128604" y="145998"/>
                  </a:lnTo>
                  <a:lnTo>
                    <a:pt x="124427" y="142289"/>
                  </a:lnTo>
                  <a:lnTo>
                    <a:pt x="124059" y="141963"/>
                  </a:lnTo>
                  <a:lnTo>
                    <a:pt x="123722" y="141663"/>
                  </a:lnTo>
                  <a:lnTo>
                    <a:pt x="115990" y="134547"/>
                  </a:lnTo>
                  <a:lnTo>
                    <a:pt x="115641" y="134227"/>
                  </a:lnTo>
                  <a:lnTo>
                    <a:pt x="115028" y="133663"/>
                  </a:lnTo>
                  <a:lnTo>
                    <a:pt x="111662" y="130260"/>
                  </a:lnTo>
                  <a:lnTo>
                    <a:pt x="111421" y="130017"/>
                  </a:lnTo>
                  <a:lnTo>
                    <a:pt x="110800" y="129389"/>
                  </a:lnTo>
                  <a:lnTo>
                    <a:pt x="108662" y="127229"/>
                  </a:lnTo>
                  <a:lnTo>
                    <a:pt x="107236" y="125788"/>
                  </a:lnTo>
                  <a:lnTo>
                    <a:pt x="106958" y="125507"/>
                  </a:lnTo>
                  <a:lnTo>
                    <a:pt x="104372" y="122913"/>
                  </a:lnTo>
                  <a:lnTo>
                    <a:pt x="104110" y="122650"/>
                  </a:lnTo>
                  <a:lnTo>
                    <a:pt x="103262" y="121799"/>
                  </a:lnTo>
                  <a:lnTo>
                    <a:pt x="103046" y="121583"/>
                  </a:lnTo>
                  <a:lnTo>
                    <a:pt x="102435" y="120968"/>
                  </a:lnTo>
                  <a:lnTo>
                    <a:pt x="101933" y="120462"/>
                  </a:lnTo>
                  <a:lnTo>
                    <a:pt x="99318" y="117830"/>
                  </a:lnTo>
                  <a:lnTo>
                    <a:pt x="98950" y="117536"/>
                  </a:lnTo>
                  <a:lnTo>
                    <a:pt x="96436" y="115532"/>
                  </a:lnTo>
                  <a:lnTo>
                    <a:pt x="92368" y="112290"/>
                  </a:lnTo>
                  <a:lnTo>
                    <a:pt x="91006" y="111099"/>
                  </a:lnTo>
                  <a:lnTo>
                    <a:pt x="89360" y="109661"/>
                  </a:lnTo>
                  <a:lnTo>
                    <a:pt x="87974" y="108449"/>
                  </a:lnTo>
                  <a:lnTo>
                    <a:pt x="82932" y="104043"/>
                  </a:lnTo>
                  <a:lnTo>
                    <a:pt x="82320" y="103508"/>
                  </a:lnTo>
                  <a:lnTo>
                    <a:pt x="86546" y="99983"/>
                  </a:lnTo>
                  <a:lnTo>
                    <a:pt x="90895" y="96356"/>
                  </a:lnTo>
                  <a:lnTo>
                    <a:pt x="100756" y="88130"/>
                  </a:lnTo>
                  <a:lnTo>
                    <a:pt x="100921" y="87946"/>
                  </a:lnTo>
                  <a:lnTo>
                    <a:pt x="76841" y="61866"/>
                  </a:lnTo>
                  <a:lnTo>
                    <a:pt x="75825" y="62627"/>
                  </a:lnTo>
                  <a:lnTo>
                    <a:pt x="74557" y="63749"/>
                  </a:lnTo>
                  <a:lnTo>
                    <a:pt x="67803" y="68552"/>
                  </a:lnTo>
                  <a:lnTo>
                    <a:pt x="67065" y="69076"/>
                  </a:lnTo>
                  <a:lnTo>
                    <a:pt x="66391" y="69556"/>
                  </a:lnTo>
                  <a:lnTo>
                    <a:pt x="66140" y="69718"/>
                  </a:lnTo>
                  <a:lnTo>
                    <a:pt x="62843" y="71494"/>
                  </a:lnTo>
                  <a:lnTo>
                    <a:pt x="60724" y="72960"/>
                  </a:lnTo>
                  <a:lnTo>
                    <a:pt x="60094" y="73395"/>
                  </a:lnTo>
                  <a:lnTo>
                    <a:pt x="55896" y="76298"/>
                  </a:lnTo>
                  <a:lnTo>
                    <a:pt x="55524" y="76556"/>
                  </a:lnTo>
                  <a:lnTo>
                    <a:pt x="53805" y="77312"/>
                  </a:lnTo>
                  <a:lnTo>
                    <a:pt x="52521" y="77876"/>
                  </a:lnTo>
                  <a:lnTo>
                    <a:pt x="50491" y="78769"/>
                  </a:lnTo>
                  <a:lnTo>
                    <a:pt x="48463" y="80073"/>
                  </a:lnTo>
                  <a:lnTo>
                    <a:pt x="45875" y="81736"/>
                  </a:lnTo>
                  <a:lnTo>
                    <a:pt x="45339" y="82080"/>
                  </a:lnTo>
                  <a:lnTo>
                    <a:pt x="44152" y="82997"/>
                  </a:lnTo>
                  <a:lnTo>
                    <a:pt x="43987" y="83403"/>
                  </a:lnTo>
                  <a:lnTo>
                    <a:pt x="43400" y="84855"/>
                  </a:lnTo>
                  <a:lnTo>
                    <a:pt x="43187" y="85721"/>
                  </a:lnTo>
                  <a:lnTo>
                    <a:pt x="42820" y="87215"/>
                  </a:lnTo>
                  <a:lnTo>
                    <a:pt x="42491" y="89157"/>
                  </a:lnTo>
                  <a:lnTo>
                    <a:pt x="41770" y="93407"/>
                  </a:lnTo>
                  <a:lnTo>
                    <a:pt x="41701" y="93812"/>
                  </a:lnTo>
                  <a:lnTo>
                    <a:pt x="40383" y="96529"/>
                  </a:lnTo>
                  <a:lnTo>
                    <a:pt x="40302" y="96694"/>
                  </a:lnTo>
                  <a:lnTo>
                    <a:pt x="38706" y="99981"/>
                  </a:lnTo>
                  <a:lnTo>
                    <a:pt x="37845" y="101438"/>
                  </a:lnTo>
                  <a:lnTo>
                    <a:pt x="37669" y="101736"/>
                  </a:lnTo>
                  <a:lnTo>
                    <a:pt x="37011" y="102850"/>
                  </a:lnTo>
                  <a:lnTo>
                    <a:pt x="33890" y="105810"/>
                  </a:lnTo>
                  <a:lnTo>
                    <a:pt x="31375" y="108038"/>
                  </a:lnTo>
                  <a:lnTo>
                    <a:pt x="31214" y="108186"/>
                  </a:lnTo>
                  <a:lnTo>
                    <a:pt x="29712" y="109568"/>
                  </a:lnTo>
                  <a:lnTo>
                    <a:pt x="28342" y="110341"/>
                  </a:lnTo>
                  <a:lnTo>
                    <a:pt x="27940" y="110567"/>
                  </a:lnTo>
                  <a:lnTo>
                    <a:pt x="27504" y="110814"/>
                  </a:lnTo>
                  <a:lnTo>
                    <a:pt x="26146" y="111580"/>
                  </a:lnTo>
                  <a:lnTo>
                    <a:pt x="24531" y="112491"/>
                  </a:lnTo>
                  <a:lnTo>
                    <a:pt x="21919" y="113459"/>
                  </a:lnTo>
                  <a:lnTo>
                    <a:pt x="20377" y="114031"/>
                  </a:lnTo>
                  <a:lnTo>
                    <a:pt x="19411" y="114388"/>
                  </a:lnTo>
                  <a:lnTo>
                    <a:pt x="17265" y="114992"/>
                  </a:lnTo>
                  <a:lnTo>
                    <a:pt x="16061" y="115330"/>
                  </a:lnTo>
                  <a:lnTo>
                    <a:pt x="15313" y="115540"/>
                  </a:lnTo>
                  <a:lnTo>
                    <a:pt x="15191" y="115823"/>
                  </a:lnTo>
                  <a:lnTo>
                    <a:pt x="14736" y="116874"/>
                  </a:lnTo>
                  <a:lnTo>
                    <a:pt x="13536" y="116451"/>
                  </a:lnTo>
                  <a:lnTo>
                    <a:pt x="11464" y="115721"/>
                  </a:lnTo>
                  <a:lnTo>
                    <a:pt x="10955" y="115541"/>
                  </a:lnTo>
                  <a:lnTo>
                    <a:pt x="10298" y="115252"/>
                  </a:lnTo>
                  <a:lnTo>
                    <a:pt x="7653" y="114087"/>
                  </a:lnTo>
                  <a:lnTo>
                    <a:pt x="6370" y="113521"/>
                  </a:lnTo>
                  <a:lnTo>
                    <a:pt x="5887" y="113205"/>
                  </a:lnTo>
                  <a:lnTo>
                    <a:pt x="4518" y="112307"/>
                  </a:lnTo>
                  <a:lnTo>
                    <a:pt x="4078" y="112018"/>
                  </a:lnTo>
                  <a:lnTo>
                    <a:pt x="3505" y="111643"/>
                  </a:lnTo>
                  <a:lnTo>
                    <a:pt x="2702" y="111116"/>
                  </a:lnTo>
                  <a:lnTo>
                    <a:pt x="2039" y="109978"/>
                  </a:lnTo>
                  <a:lnTo>
                    <a:pt x="1185" y="107749"/>
                  </a:lnTo>
                  <a:lnTo>
                    <a:pt x="1126" y="107366"/>
                  </a:lnTo>
                  <a:lnTo>
                    <a:pt x="943" y="106169"/>
                  </a:lnTo>
                  <a:lnTo>
                    <a:pt x="684" y="104476"/>
                  </a:lnTo>
                  <a:lnTo>
                    <a:pt x="626" y="102923"/>
                  </a:lnTo>
                  <a:lnTo>
                    <a:pt x="0" y="98417"/>
                  </a:lnTo>
                  <a:lnTo>
                    <a:pt x="754" y="96622"/>
                  </a:lnTo>
                  <a:lnTo>
                    <a:pt x="1200" y="96131"/>
                  </a:lnTo>
                  <a:lnTo>
                    <a:pt x="1860" y="95407"/>
                  </a:lnTo>
                  <a:lnTo>
                    <a:pt x="2951" y="94207"/>
                  </a:lnTo>
                  <a:lnTo>
                    <a:pt x="3086" y="94059"/>
                  </a:lnTo>
                  <a:lnTo>
                    <a:pt x="3524" y="93577"/>
                  </a:lnTo>
                  <a:lnTo>
                    <a:pt x="4854" y="92162"/>
                  </a:lnTo>
                  <a:lnTo>
                    <a:pt x="6945" y="90032"/>
                  </a:lnTo>
                  <a:lnTo>
                    <a:pt x="9044" y="87894"/>
                  </a:lnTo>
                  <a:lnTo>
                    <a:pt x="17475" y="79076"/>
                  </a:lnTo>
                  <a:lnTo>
                    <a:pt x="20277" y="77375"/>
                  </a:lnTo>
                  <a:lnTo>
                    <a:pt x="23012" y="76389"/>
                  </a:lnTo>
                  <a:lnTo>
                    <a:pt x="25101" y="75636"/>
                  </a:lnTo>
                  <a:lnTo>
                    <a:pt x="28822" y="72812"/>
                  </a:lnTo>
                  <a:lnTo>
                    <a:pt x="30156" y="71539"/>
                  </a:lnTo>
                  <a:lnTo>
                    <a:pt x="30374" y="71330"/>
                  </a:lnTo>
                  <a:lnTo>
                    <a:pt x="31146" y="70593"/>
                  </a:lnTo>
                  <a:lnTo>
                    <a:pt x="34804" y="67100"/>
                  </a:lnTo>
                  <a:lnTo>
                    <a:pt x="35889" y="66064"/>
                  </a:lnTo>
                  <a:lnTo>
                    <a:pt x="36164" y="65801"/>
                  </a:lnTo>
                  <a:lnTo>
                    <a:pt x="37475" y="64549"/>
                  </a:lnTo>
                  <a:lnTo>
                    <a:pt x="37704" y="64330"/>
                  </a:lnTo>
                  <a:lnTo>
                    <a:pt x="40565" y="61598"/>
                  </a:lnTo>
                  <a:lnTo>
                    <a:pt x="40867" y="61310"/>
                  </a:lnTo>
                  <a:lnTo>
                    <a:pt x="44879" y="57478"/>
                  </a:lnTo>
                  <a:lnTo>
                    <a:pt x="50684" y="51974"/>
                  </a:lnTo>
                  <a:lnTo>
                    <a:pt x="52954" y="49831"/>
                  </a:lnTo>
                  <a:lnTo>
                    <a:pt x="55628" y="47306"/>
                  </a:lnTo>
                  <a:lnTo>
                    <a:pt x="55803" y="47141"/>
                  </a:lnTo>
                  <a:lnTo>
                    <a:pt x="56018" y="46939"/>
                  </a:lnTo>
                  <a:lnTo>
                    <a:pt x="56852" y="46151"/>
                  </a:lnTo>
                  <a:lnTo>
                    <a:pt x="58991" y="44131"/>
                  </a:lnTo>
                  <a:lnTo>
                    <a:pt x="60127" y="43059"/>
                  </a:lnTo>
                  <a:lnTo>
                    <a:pt x="61385" y="41872"/>
                  </a:lnTo>
                  <a:lnTo>
                    <a:pt x="67124" y="36453"/>
                  </a:lnTo>
                  <a:lnTo>
                    <a:pt x="74891" y="29120"/>
                  </a:lnTo>
                  <a:lnTo>
                    <a:pt x="75462" y="28580"/>
                  </a:lnTo>
                  <a:lnTo>
                    <a:pt x="76254" y="27846"/>
                  </a:lnTo>
                  <a:lnTo>
                    <a:pt x="81125" y="23328"/>
                  </a:lnTo>
                  <a:lnTo>
                    <a:pt x="81819" y="22684"/>
                  </a:lnTo>
                  <a:lnTo>
                    <a:pt x="82549" y="22007"/>
                  </a:lnTo>
                  <a:lnTo>
                    <a:pt x="82817" y="21758"/>
                  </a:lnTo>
                  <a:lnTo>
                    <a:pt x="83722" y="20919"/>
                  </a:lnTo>
                  <a:lnTo>
                    <a:pt x="84005" y="20657"/>
                  </a:lnTo>
                  <a:lnTo>
                    <a:pt x="84361" y="20326"/>
                  </a:lnTo>
                  <a:lnTo>
                    <a:pt x="86608" y="18242"/>
                  </a:lnTo>
                  <a:lnTo>
                    <a:pt x="91831" y="13398"/>
                  </a:lnTo>
                  <a:lnTo>
                    <a:pt x="92401" y="12868"/>
                  </a:lnTo>
                  <a:lnTo>
                    <a:pt x="95466" y="10026"/>
                  </a:lnTo>
                  <a:lnTo>
                    <a:pt x="95711" y="9798"/>
                  </a:lnTo>
                  <a:lnTo>
                    <a:pt x="99054" y="6697"/>
                  </a:lnTo>
                  <a:lnTo>
                    <a:pt x="99198" y="6564"/>
                  </a:lnTo>
                  <a:lnTo>
                    <a:pt x="100216" y="5619"/>
                  </a:lnTo>
                  <a:lnTo>
                    <a:pt x="101287" y="4626"/>
                  </a:lnTo>
                  <a:lnTo>
                    <a:pt x="106774" y="0"/>
                  </a:lnTo>
                  <a:lnTo>
                    <a:pt x="107106" y="240"/>
                  </a:lnTo>
                  <a:lnTo>
                    <a:pt x="108049" y="924"/>
                  </a:lnTo>
                  <a:lnTo>
                    <a:pt x="108922" y="1557"/>
                  </a:lnTo>
                  <a:lnTo>
                    <a:pt x="109767" y="2189"/>
                  </a:lnTo>
                  <a:lnTo>
                    <a:pt x="110335" y="2614"/>
                  </a:lnTo>
                  <a:lnTo>
                    <a:pt x="111352" y="3373"/>
                  </a:lnTo>
                  <a:lnTo>
                    <a:pt x="111720" y="3687"/>
                  </a:lnTo>
                  <a:lnTo>
                    <a:pt x="113896" y="5543"/>
                  </a:lnTo>
                  <a:lnTo>
                    <a:pt x="116308" y="7599"/>
                  </a:lnTo>
                  <a:lnTo>
                    <a:pt x="117491" y="8608"/>
                  </a:lnTo>
                  <a:lnTo>
                    <a:pt x="121477" y="12007"/>
                  </a:lnTo>
                  <a:lnTo>
                    <a:pt x="122083" y="12597"/>
                  </a:lnTo>
                  <a:lnTo>
                    <a:pt x="123319" y="13801"/>
                  </a:lnTo>
                  <a:lnTo>
                    <a:pt x="125773" y="16191"/>
                  </a:lnTo>
                  <a:lnTo>
                    <a:pt x="130111" y="20417"/>
                  </a:lnTo>
                  <a:lnTo>
                    <a:pt x="130816" y="21104"/>
                  </a:lnTo>
                  <a:lnTo>
                    <a:pt x="131017" y="21277"/>
                  </a:lnTo>
                  <a:lnTo>
                    <a:pt x="135137" y="24824"/>
                  </a:lnTo>
                  <a:lnTo>
                    <a:pt x="135565" y="25193"/>
                  </a:lnTo>
                  <a:lnTo>
                    <a:pt x="139171" y="28297"/>
                  </a:lnTo>
                  <a:lnTo>
                    <a:pt x="140766" y="29995"/>
                  </a:lnTo>
                  <a:lnTo>
                    <a:pt x="144931" y="34425"/>
                  </a:lnTo>
                  <a:lnTo>
                    <a:pt x="145772" y="35320"/>
                  </a:lnTo>
                  <a:lnTo>
                    <a:pt x="146344" y="35929"/>
                  </a:lnTo>
                  <a:lnTo>
                    <a:pt x="149588" y="39379"/>
                  </a:lnTo>
                  <a:lnTo>
                    <a:pt x="149788" y="39636"/>
                  </a:lnTo>
                  <a:lnTo>
                    <a:pt x="150010" y="39921"/>
                  </a:lnTo>
                  <a:lnTo>
                    <a:pt x="153739" y="44706"/>
                  </a:lnTo>
                  <a:lnTo>
                    <a:pt x="154206" y="45217"/>
                  </a:lnTo>
                  <a:lnTo>
                    <a:pt x="155675" y="46830"/>
                  </a:lnTo>
                  <a:lnTo>
                    <a:pt x="158797" y="50257"/>
                  </a:lnTo>
                  <a:lnTo>
                    <a:pt x="159114" y="50545"/>
                  </a:lnTo>
                  <a:lnTo>
                    <a:pt x="159313" y="50778"/>
                  </a:lnTo>
                  <a:lnTo>
                    <a:pt x="159535" y="51036"/>
                  </a:lnTo>
                  <a:lnTo>
                    <a:pt x="159946" y="51517"/>
                  </a:lnTo>
                  <a:lnTo>
                    <a:pt x="161434" y="53255"/>
                  </a:lnTo>
                  <a:lnTo>
                    <a:pt x="162892" y="54959"/>
                  </a:lnTo>
                  <a:lnTo>
                    <a:pt x="163341" y="55484"/>
                  </a:lnTo>
                  <a:lnTo>
                    <a:pt x="163454" y="55616"/>
                  </a:lnTo>
                  <a:lnTo>
                    <a:pt x="164998" y="57420"/>
                  </a:lnTo>
                  <a:lnTo>
                    <a:pt x="166162" y="58780"/>
                  </a:lnTo>
                  <a:lnTo>
                    <a:pt x="167499" y="60343"/>
                  </a:lnTo>
                  <a:lnTo>
                    <a:pt x="168136" y="61087"/>
                  </a:lnTo>
                  <a:lnTo>
                    <a:pt x="168396" y="61391"/>
                  </a:lnTo>
                  <a:lnTo>
                    <a:pt x="168571" y="61595"/>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33" name="pg532"/>
            <p:cNvSpPr/>
            <p:nvPr/>
          </p:nvSpPr>
          <p:spPr>
            <a:xfrm>
              <a:off x="2610373" y="2408753"/>
              <a:ext cx="137273" cy="189763"/>
            </a:xfrm>
            <a:custGeom>
              <a:avLst/>
              <a:pathLst>
                <a:path w="137273" h="189763">
                  <a:moveTo>
                    <a:pt x="87265" y="71314"/>
                  </a:moveTo>
                  <a:lnTo>
                    <a:pt x="88452" y="73544"/>
                  </a:lnTo>
                  <a:lnTo>
                    <a:pt x="90744" y="77826"/>
                  </a:lnTo>
                  <a:lnTo>
                    <a:pt x="90888" y="78094"/>
                  </a:lnTo>
                  <a:lnTo>
                    <a:pt x="89055" y="81741"/>
                  </a:lnTo>
                  <a:lnTo>
                    <a:pt x="88440" y="82965"/>
                  </a:lnTo>
                  <a:lnTo>
                    <a:pt x="85597" y="83419"/>
                  </a:lnTo>
                  <a:lnTo>
                    <a:pt x="85051" y="83506"/>
                  </a:lnTo>
                  <a:lnTo>
                    <a:pt x="83190" y="83803"/>
                  </a:lnTo>
                  <a:lnTo>
                    <a:pt x="81328" y="84101"/>
                  </a:lnTo>
                  <a:lnTo>
                    <a:pt x="80114" y="84295"/>
                  </a:lnTo>
                  <a:lnTo>
                    <a:pt x="79227" y="84436"/>
                  </a:lnTo>
                  <a:lnTo>
                    <a:pt x="78060" y="84623"/>
                  </a:lnTo>
                  <a:lnTo>
                    <a:pt x="76722" y="84836"/>
                  </a:lnTo>
                  <a:lnTo>
                    <a:pt x="69674" y="85962"/>
                  </a:lnTo>
                  <a:lnTo>
                    <a:pt x="67613" y="86291"/>
                  </a:lnTo>
                  <a:lnTo>
                    <a:pt x="67118" y="86369"/>
                  </a:lnTo>
                  <a:lnTo>
                    <a:pt x="65720" y="86631"/>
                  </a:lnTo>
                  <a:lnTo>
                    <a:pt x="64970" y="87001"/>
                  </a:lnTo>
                  <a:lnTo>
                    <a:pt x="64501" y="87231"/>
                  </a:lnTo>
                  <a:lnTo>
                    <a:pt x="64250" y="87355"/>
                  </a:lnTo>
                  <a:lnTo>
                    <a:pt x="64063" y="87447"/>
                  </a:lnTo>
                  <a:lnTo>
                    <a:pt x="63655" y="87648"/>
                  </a:lnTo>
                  <a:lnTo>
                    <a:pt x="63499" y="87725"/>
                  </a:lnTo>
                  <a:lnTo>
                    <a:pt x="63212" y="87866"/>
                  </a:lnTo>
                  <a:lnTo>
                    <a:pt x="62725" y="88106"/>
                  </a:lnTo>
                  <a:lnTo>
                    <a:pt x="62124" y="88401"/>
                  </a:lnTo>
                  <a:lnTo>
                    <a:pt x="61983" y="88471"/>
                  </a:lnTo>
                  <a:lnTo>
                    <a:pt x="61689" y="88674"/>
                  </a:lnTo>
                  <a:lnTo>
                    <a:pt x="61473" y="88929"/>
                  </a:lnTo>
                  <a:lnTo>
                    <a:pt x="61152" y="89306"/>
                  </a:lnTo>
                  <a:lnTo>
                    <a:pt x="60545" y="90020"/>
                  </a:lnTo>
                  <a:lnTo>
                    <a:pt x="59928" y="90746"/>
                  </a:lnTo>
                  <a:lnTo>
                    <a:pt x="59357" y="91418"/>
                  </a:lnTo>
                  <a:lnTo>
                    <a:pt x="58879" y="91981"/>
                  </a:lnTo>
                  <a:lnTo>
                    <a:pt x="58409" y="92534"/>
                  </a:lnTo>
                  <a:lnTo>
                    <a:pt x="58111" y="92884"/>
                  </a:lnTo>
                  <a:lnTo>
                    <a:pt x="57987" y="93031"/>
                  </a:lnTo>
                  <a:lnTo>
                    <a:pt x="57825" y="93220"/>
                  </a:lnTo>
                  <a:lnTo>
                    <a:pt x="58137" y="93534"/>
                  </a:lnTo>
                  <a:lnTo>
                    <a:pt x="61176" y="96599"/>
                  </a:lnTo>
                  <a:lnTo>
                    <a:pt x="62088" y="97642"/>
                  </a:lnTo>
                  <a:lnTo>
                    <a:pt x="56930" y="102685"/>
                  </a:lnTo>
                  <a:lnTo>
                    <a:pt x="57574" y="103422"/>
                  </a:lnTo>
                  <a:lnTo>
                    <a:pt x="57818" y="103700"/>
                  </a:lnTo>
                  <a:lnTo>
                    <a:pt x="58298" y="104249"/>
                  </a:lnTo>
                  <a:lnTo>
                    <a:pt x="64059" y="110836"/>
                  </a:lnTo>
                  <a:lnTo>
                    <a:pt x="64431" y="111261"/>
                  </a:lnTo>
                  <a:lnTo>
                    <a:pt x="65026" y="111941"/>
                  </a:lnTo>
                  <a:lnTo>
                    <a:pt x="65203" y="112144"/>
                  </a:lnTo>
                  <a:lnTo>
                    <a:pt x="66271" y="113365"/>
                  </a:lnTo>
                  <a:lnTo>
                    <a:pt x="67791" y="115102"/>
                  </a:lnTo>
                  <a:lnTo>
                    <a:pt x="67968" y="115305"/>
                  </a:lnTo>
                  <a:lnTo>
                    <a:pt x="69398" y="116940"/>
                  </a:lnTo>
                  <a:lnTo>
                    <a:pt x="69532" y="117094"/>
                  </a:lnTo>
                  <a:lnTo>
                    <a:pt x="72494" y="120491"/>
                  </a:lnTo>
                  <a:lnTo>
                    <a:pt x="83413" y="110612"/>
                  </a:lnTo>
                  <a:lnTo>
                    <a:pt x="83663" y="110386"/>
                  </a:lnTo>
                  <a:lnTo>
                    <a:pt x="83973" y="110105"/>
                  </a:lnTo>
                  <a:lnTo>
                    <a:pt x="87882" y="106561"/>
                  </a:lnTo>
                  <a:lnTo>
                    <a:pt x="88448" y="106048"/>
                  </a:lnTo>
                  <a:lnTo>
                    <a:pt x="89419" y="106866"/>
                  </a:lnTo>
                  <a:lnTo>
                    <a:pt x="89575" y="106997"/>
                  </a:lnTo>
                  <a:lnTo>
                    <a:pt x="92638" y="109578"/>
                  </a:lnTo>
                  <a:lnTo>
                    <a:pt x="93201" y="110052"/>
                  </a:lnTo>
                  <a:lnTo>
                    <a:pt x="95251" y="112207"/>
                  </a:lnTo>
                  <a:lnTo>
                    <a:pt x="99216" y="116376"/>
                  </a:lnTo>
                  <a:lnTo>
                    <a:pt x="100657" y="117890"/>
                  </a:lnTo>
                  <a:lnTo>
                    <a:pt x="103253" y="120619"/>
                  </a:lnTo>
                  <a:lnTo>
                    <a:pt x="103667" y="121055"/>
                  </a:lnTo>
                  <a:lnTo>
                    <a:pt x="112315" y="129196"/>
                  </a:lnTo>
                  <a:lnTo>
                    <a:pt x="112955" y="129791"/>
                  </a:lnTo>
                  <a:lnTo>
                    <a:pt x="121801" y="138605"/>
                  </a:lnTo>
                  <a:lnTo>
                    <a:pt x="122204" y="139009"/>
                  </a:lnTo>
                  <a:lnTo>
                    <a:pt x="128083" y="144908"/>
                  </a:lnTo>
                  <a:lnTo>
                    <a:pt x="132414" y="149252"/>
                  </a:lnTo>
                  <a:lnTo>
                    <a:pt x="132627" y="149466"/>
                  </a:lnTo>
                  <a:lnTo>
                    <a:pt x="132814" y="149654"/>
                  </a:lnTo>
                  <a:lnTo>
                    <a:pt x="136917" y="153771"/>
                  </a:lnTo>
                  <a:lnTo>
                    <a:pt x="137273" y="154133"/>
                  </a:lnTo>
                  <a:lnTo>
                    <a:pt x="132174" y="157781"/>
                  </a:lnTo>
                  <a:lnTo>
                    <a:pt x="128950" y="160497"/>
                  </a:lnTo>
                  <a:lnTo>
                    <a:pt x="128468" y="160903"/>
                  </a:lnTo>
                  <a:lnTo>
                    <a:pt x="124194" y="164505"/>
                  </a:lnTo>
                  <a:lnTo>
                    <a:pt x="121641" y="163054"/>
                  </a:lnTo>
                  <a:lnTo>
                    <a:pt x="121319" y="163312"/>
                  </a:lnTo>
                  <a:lnTo>
                    <a:pt x="120232" y="164183"/>
                  </a:lnTo>
                  <a:lnTo>
                    <a:pt x="113821" y="169318"/>
                  </a:lnTo>
                  <a:lnTo>
                    <a:pt x="113463" y="169604"/>
                  </a:lnTo>
                  <a:lnTo>
                    <a:pt x="109101" y="173098"/>
                  </a:lnTo>
                  <a:lnTo>
                    <a:pt x="109557" y="173614"/>
                  </a:lnTo>
                  <a:lnTo>
                    <a:pt x="110686" y="174892"/>
                  </a:lnTo>
                  <a:lnTo>
                    <a:pt x="112478" y="176921"/>
                  </a:lnTo>
                  <a:lnTo>
                    <a:pt x="115407" y="180238"/>
                  </a:lnTo>
                  <a:lnTo>
                    <a:pt x="118969" y="184270"/>
                  </a:lnTo>
                  <a:lnTo>
                    <a:pt x="112162" y="189763"/>
                  </a:lnTo>
                  <a:lnTo>
                    <a:pt x="110600" y="188083"/>
                  </a:lnTo>
                  <a:lnTo>
                    <a:pt x="110063" y="187505"/>
                  </a:lnTo>
                  <a:lnTo>
                    <a:pt x="103474" y="180306"/>
                  </a:lnTo>
                  <a:lnTo>
                    <a:pt x="102372" y="178871"/>
                  </a:lnTo>
                  <a:lnTo>
                    <a:pt x="99504" y="175137"/>
                  </a:lnTo>
                  <a:lnTo>
                    <a:pt x="87303" y="159249"/>
                  </a:lnTo>
                  <a:lnTo>
                    <a:pt x="83267" y="153994"/>
                  </a:lnTo>
                  <a:lnTo>
                    <a:pt x="78962" y="148818"/>
                  </a:lnTo>
                  <a:lnTo>
                    <a:pt x="78544" y="148364"/>
                  </a:lnTo>
                  <a:lnTo>
                    <a:pt x="76547" y="146196"/>
                  </a:lnTo>
                  <a:lnTo>
                    <a:pt x="75550" y="145140"/>
                  </a:lnTo>
                  <a:lnTo>
                    <a:pt x="71944" y="141321"/>
                  </a:lnTo>
                  <a:lnTo>
                    <a:pt x="71501" y="140852"/>
                  </a:lnTo>
                  <a:lnTo>
                    <a:pt x="69496" y="138728"/>
                  </a:lnTo>
                  <a:lnTo>
                    <a:pt x="69000" y="138204"/>
                  </a:lnTo>
                  <a:lnTo>
                    <a:pt x="68329" y="137493"/>
                  </a:lnTo>
                  <a:lnTo>
                    <a:pt x="67987" y="137130"/>
                  </a:lnTo>
                  <a:lnTo>
                    <a:pt x="67070" y="136159"/>
                  </a:lnTo>
                  <a:lnTo>
                    <a:pt x="66809" y="135883"/>
                  </a:lnTo>
                  <a:lnTo>
                    <a:pt x="66485" y="135540"/>
                  </a:lnTo>
                  <a:lnTo>
                    <a:pt x="66079" y="135110"/>
                  </a:lnTo>
                  <a:lnTo>
                    <a:pt x="65779" y="134792"/>
                  </a:lnTo>
                  <a:lnTo>
                    <a:pt x="65478" y="134466"/>
                  </a:lnTo>
                  <a:lnTo>
                    <a:pt x="65344" y="134310"/>
                  </a:lnTo>
                  <a:lnTo>
                    <a:pt x="64551" y="133383"/>
                  </a:lnTo>
                  <a:lnTo>
                    <a:pt x="64058" y="132808"/>
                  </a:lnTo>
                  <a:lnTo>
                    <a:pt x="63418" y="132059"/>
                  </a:lnTo>
                  <a:lnTo>
                    <a:pt x="63300" y="131922"/>
                  </a:lnTo>
                  <a:lnTo>
                    <a:pt x="62453" y="130932"/>
                  </a:lnTo>
                  <a:lnTo>
                    <a:pt x="62254" y="130700"/>
                  </a:lnTo>
                  <a:lnTo>
                    <a:pt x="61994" y="130395"/>
                  </a:lnTo>
                  <a:lnTo>
                    <a:pt x="61800" y="130168"/>
                  </a:lnTo>
                  <a:lnTo>
                    <a:pt x="61619" y="129958"/>
                  </a:lnTo>
                  <a:lnTo>
                    <a:pt x="61428" y="129734"/>
                  </a:lnTo>
                  <a:lnTo>
                    <a:pt x="60792" y="128991"/>
                  </a:lnTo>
                  <a:lnTo>
                    <a:pt x="59454" y="127428"/>
                  </a:lnTo>
                  <a:lnTo>
                    <a:pt x="58290" y="126067"/>
                  </a:lnTo>
                  <a:lnTo>
                    <a:pt x="56746" y="124263"/>
                  </a:lnTo>
                  <a:lnTo>
                    <a:pt x="56633" y="124131"/>
                  </a:lnTo>
                  <a:lnTo>
                    <a:pt x="56185" y="123607"/>
                  </a:lnTo>
                  <a:lnTo>
                    <a:pt x="54726" y="121903"/>
                  </a:lnTo>
                  <a:lnTo>
                    <a:pt x="53239" y="120165"/>
                  </a:lnTo>
                  <a:lnTo>
                    <a:pt x="52827" y="119684"/>
                  </a:lnTo>
                  <a:lnTo>
                    <a:pt x="52538" y="119346"/>
                  </a:lnTo>
                  <a:lnTo>
                    <a:pt x="52406" y="119192"/>
                  </a:lnTo>
                  <a:lnTo>
                    <a:pt x="52090" y="118904"/>
                  </a:lnTo>
                  <a:lnTo>
                    <a:pt x="48968" y="115478"/>
                  </a:lnTo>
                  <a:lnTo>
                    <a:pt x="47498" y="113865"/>
                  </a:lnTo>
                  <a:lnTo>
                    <a:pt x="47032" y="113353"/>
                  </a:lnTo>
                  <a:lnTo>
                    <a:pt x="43303" y="108569"/>
                  </a:lnTo>
                  <a:lnTo>
                    <a:pt x="43081" y="108284"/>
                  </a:lnTo>
                  <a:lnTo>
                    <a:pt x="42880" y="108026"/>
                  </a:lnTo>
                  <a:lnTo>
                    <a:pt x="39526" y="104458"/>
                  </a:lnTo>
                  <a:lnTo>
                    <a:pt x="39064" y="103967"/>
                  </a:lnTo>
                  <a:lnTo>
                    <a:pt x="38223" y="103073"/>
                  </a:lnTo>
                  <a:lnTo>
                    <a:pt x="34059" y="98643"/>
                  </a:lnTo>
                  <a:lnTo>
                    <a:pt x="32463" y="96945"/>
                  </a:lnTo>
                  <a:lnTo>
                    <a:pt x="28857" y="93840"/>
                  </a:lnTo>
                  <a:lnTo>
                    <a:pt x="28429" y="93472"/>
                  </a:lnTo>
                  <a:lnTo>
                    <a:pt x="24310" y="89925"/>
                  </a:lnTo>
                  <a:lnTo>
                    <a:pt x="24109" y="89752"/>
                  </a:lnTo>
                  <a:lnTo>
                    <a:pt x="23404" y="89065"/>
                  </a:lnTo>
                  <a:lnTo>
                    <a:pt x="19011" y="84786"/>
                  </a:lnTo>
                  <a:lnTo>
                    <a:pt x="16611" y="82449"/>
                  </a:lnTo>
                  <a:lnTo>
                    <a:pt x="15376" y="81245"/>
                  </a:lnTo>
                  <a:lnTo>
                    <a:pt x="14769" y="80654"/>
                  </a:lnTo>
                  <a:lnTo>
                    <a:pt x="10783" y="77256"/>
                  </a:lnTo>
                  <a:lnTo>
                    <a:pt x="9600" y="76247"/>
                  </a:lnTo>
                  <a:lnTo>
                    <a:pt x="7188" y="74190"/>
                  </a:lnTo>
                  <a:lnTo>
                    <a:pt x="5012" y="72335"/>
                  </a:lnTo>
                  <a:lnTo>
                    <a:pt x="4644" y="72021"/>
                  </a:lnTo>
                  <a:lnTo>
                    <a:pt x="3627" y="71261"/>
                  </a:lnTo>
                  <a:lnTo>
                    <a:pt x="3059" y="70836"/>
                  </a:lnTo>
                  <a:lnTo>
                    <a:pt x="2214" y="70205"/>
                  </a:lnTo>
                  <a:lnTo>
                    <a:pt x="1303" y="69544"/>
                  </a:lnTo>
                  <a:lnTo>
                    <a:pt x="399" y="68888"/>
                  </a:lnTo>
                  <a:lnTo>
                    <a:pt x="0" y="68246"/>
                  </a:lnTo>
                  <a:lnTo>
                    <a:pt x="393" y="67881"/>
                  </a:lnTo>
                  <a:lnTo>
                    <a:pt x="631" y="67661"/>
                  </a:lnTo>
                  <a:lnTo>
                    <a:pt x="875" y="67435"/>
                  </a:lnTo>
                  <a:lnTo>
                    <a:pt x="1072" y="67253"/>
                  </a:lnTo>
                  <a:lnTo>
                    <a:pt x="1352" y="66993"/>
                  </a:lnTo>
                  <a:lnTo>
                    <a:pt x="1674" y="66694"/>
                  </a:lnTo>
                  <a:lnTo>
                    <a:pt x="1891" y="66490"/>
                  </a:lnTo>
                  <a:lnTo>
                    <a:pt x="2264" y="66139"/>
                  </a:lnTo>
                  <a:lnTo>
                    <a:pt x="2533" y="65886"/>
                  </a:lnTo>
                  <a:lnTo>
                    <a:pt x="2823" y="65614"/>
                  </a:lnTo>
                  <a:lnTo>
                    <a:pt x="3101" y="65352"/>
                  </a:lnTo>
                  <a:lnTo>
                    <a:pt x="3307" y="65158"/>
                  </a:lnTo>
                  <a:lnTo>
                    <a:pt x="3587" y="64884"/>
                  </a:lnTo>
                  <a:lnTo>
                    <a:pt x="5737" y="62781"/>
                  </a:lnTo>
                  <a:lnTo>
                    <a:pt x="8002" y="60144"/>
                  </a:lnTo>
                  <a:lnTo>
                    <a:pt x="8844" y="58952"/>
                  </a:lnTo>
                  <a:lnTo>
                    <a:pt x="6080" y="56804"/>
                  </a:lnTo>
                  <a:lnTo>
                    <a:pt x="8387" y="51587"/>
                  </a:lnTo>
                  <a:lnTo>
                    <a:pt x="9006" y="50187"/>
                  </a:lnTo>
                  <a:lnTo>
                    <a:pt x="7779" y="49494"/>
                  </a:lnTo>
                  <a:lnTo>
                    <a:pt x="13572" y="39229"/>
                  </a:lnTo>
                  <a:lnTo>
                    <a:pt x="11462" y="29914"/>
                  </a:lnTo>
                  <a:lnTo>
                    <a:pt x="10625" y="26219"/>
                  </a:lnTo>
                  <a:lnTo>
                    <a:pt x="10438" y="25441"/>
                  </a:lnTo>
                  <a:lnTo>
                    <a:pt x="9447" y="21301"/>
                  </a:lnTo>
                  <a:lnTo>
                    <a:pt x="8819" y="15561"/>
                  </a:lnTo>
                  <a:lnTo>
                    <a:pt x="8515" y="10989"/>
                  </a:lnTo>
                  <a:lnTo>
                    <a:pt x="8712" y="7080"/>
                  </a:lnTo>
                  <a:lnTo>
                    <a:pt x="9380" y="3518"/>
                  </a:lnTo>
                  <a:lnTo>
                    <a:pt x="9326" y="0"/>
                  </a:lnTo>
                  <a:lnTo>
                    <a:pt x="9898" y="150"/>
                  </a:lnTo>
                  <a:lnTo>
                    <a:pt x="19063" y="1404"/>
                  </a:lnTo>
                  <a:lnTo>
                    <a:pt x="23690" y="1922"/>
                  </a:lnTo>
                  <a:lnTo>
                    <a:pt x="31123" y="2755"/>
                  </a:lnTo>
                  <a:lnTo>
                    <a:pt x="33695" y="4078"/>
                  </a:lnTo>
                  <a:lnTo>
                    <a:pt x="34499" y="4491"/>
                  </a:lnTo>
                  <a:lnTo>
                    <a:pt x="40481" y="4106"/>
                  </a:lnTo>
                  <a:lnTo>
                    <a:pt x="44539" y="4421"/>
                  </a:lnTo>
                  <a:lnTo>
                    <a:pt x="49164" y="4781"/>
                  </a:lnTo>
                  <a:lnTo>
                    <a:pt x="54084" y="6132"/>
                  </a:lnTo>
                  <a:lnTo>
                    <a:pt x="66263" y="9232"/>
                  </a:lnTo>
                  <a:lnTo>
                    <a:pt x="80538" y="10957"/>
                  </a:lnTo>
                  <a:lnTo>
                    <a:pt x="87162" y="10981"/>
                  </a:lnTo>
                  <a:lnTo>
                    <a:pt x="90163" y="10992"/>
                  </a:lnTo>
                  <a:lnTo>
                    <a:pt x="90750" y="10994"/>
                  </a:lnTo>
                  <a:lnTo>
                    <a:pt x="93610" y="11649"/>
                  </a:lnTo>
                  <a:lnTo>
                    <a:pt x="88843" y="18379"/>
                  </a:lnTo>
                  <a:lnTo>
                    <a:pt x="88569" y="18765"/>
                  </a:lnTo>
                  <a:lnTo>
                    <a:pt x="88368" y="19137"/>
                  </a:lnTo>
                  <a:lnTo>
                    <a:pt x="87444" y="20922"/>
                  </a:lnTo>
                  <a:lnTo>
                    <a:pt x="89319" y="22052"/>
                  </a:lnTo>
                  <a:lnTo>
                    <a:pt x="90573" y="22864"/>
                  </a:lnTo>
                  <a:lnTo>
                    <a:pt x="91007" y="23145"/>
                  </a:lnTo>
                  <a:lnTo>
                    <a:pt x="91325" y="23351"/>
                  </a:lnTo>
                  <a:lnTo>
                    <a:pt x="93940" y="24515"/>
                  </a:lnTo>
                  <a:lnTo>
                    <a:pt x="95147" y="25394"/>
                  </a:lnTo>
                  <a:lnTo>
                    <a:pt x="95370" y="25556"/>
                  </a:lnTo>
                  <a:lnTo>
                    <a:pt x="95453" y="26439"/>
                  </a:lnTo>
                  <a:lnTo>
                    <a:pt x="95526" y="27221"/>
                  </a:lnTo>
                  <a:lnTo>
                    <a:pt x="95267" y="27665"/>
                  </a:lnTo>
                  <a:lnTo>
                    <a:pt x="93829" y="30133"/>
                  </a:lnTo>
                  <a:lnTo>
                    <a:pt x="93193" y="31223"/>
                  </a:lnTo>
                  <a:lnTo>
                    <a:pt x="90550" y="35747"/>
                  </a:lnTo>
                  <a:lnTo>
                    <a:pt x="86831" y="41245"/>
                  </a:lnTo>
                  <a:lnTo>
                    <a:pt x="85237" y="43574"/>
                  </a:lnTo>
                  <a:lnTo>
                    <a:pt x="85181" y="43725"/>
                  </a:lnTo>
                  <a:lnTo>
                    <a:pt x="83067" y="49390"/>
                  </a:lnTo>
                  <a:lnTo>
                    <a:pt x="81530" y="52273"/>
                  </a:lnTo>
                  <a:lnTo>
                    <a:pt x="80771" y="53053"/>
                  </a:lnTo>
                  <a:lnTo>
                    <a:pt x="80137" y="53704"/>
                  </a:lnTo>
                  <a:lnTo>
                    <a:pt x="80008" y="54176"/>
                  </a:lnTo>
                  <a:lnTo>
                    <a:pt x="79630" y="55560"/>
                  </a:lnTo>
                  <a:lnTo>
                    <a:pt x="79443" y="56246"/>
                  </a:lnTo>
                  <a:lnTo>
                    <a:pt x="79368" y="56522"/>
                  </a:lnTo>
                  <a:lnTo>
                    <a:pt x="79946" y="57622"/>
                  </a:lnTo>
                  <a:lnTo>
                    <a:pt x="80807" y="59260"/>
                  </a:lnTo>
                  <a:lnTo>
                    <a:pt x="81452" y="60488"/>
                  </a:lnTo>
                  <a:lnTo>
                    <a:pt x="81611" y="60789"/>
                  </a:lnTo>
                  <a:lnTo>
                    <a:pt x="82606" y="62622"/>
                  </a:lnTo>
                  <a:lnTo>
                    <a:pt x="83222" y="63755"/>
                  </a:lnTo>
                  <a:lnTo>
                    <a:pt x="83301" y="63901"/>
                  </a:lnTo>
                  <a:lnTo>
                    <a:pt x="84230" y="65611"/>
                  </a:lnTo>
                  <a:lnTo>
                    <a:pt x="84360" y="65856"/>
                  </a:lnTo>
                  <a:lnTo>
                    <a:pt x="86668" y="70192"/>
                  </a:lnTo>
                  <a:lnTo>
                    <a:pt x="86957" y="70735"/>
                  </a:lnTo>
                  <a:lnTo>
                    <a:pt x="87047" y="70904"/>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34" name="pg533"/>
            <p:cNvSpPr/>
            <p:nvPr/>
          </p:nvSpPr>
          <p:spPr>
            <a:xfrm>
              <a:off x="2424455" y="2381281"/>
              <a:ext cx="199490" cy="208144"/>
            </a:xfrm>
            <a:custGeom>
              <a:avLst/>
              <a:pathLst>
                <a:path w="199490" h="208144">
                  <a:moveTo>
                    <a:pt x="194434" y="38460"/>
                  </a:moveTo>
                  <a:lnTo>
                    <a:pt x="194737" y="43033"/>
                  </a:lnTo>
                  <a:lnTo>
                    <a:pt x="195365" y="48773"/>
                  </a:lnTo>
                  <a:lnTo>
                    <a:pt x="196357" y="52913"/>
                  </a:lnTo>
                  <a:lnTo>
                    <a:pt x="196543" y="53690"/>
                  </a:lnTo>
                  <a:lnTo>
                    <a:pt x="197380" y="57386"/>
                  </a:lnTo>
                  <a:lnTo>
                    <a:pt x="199490" y="66701"/>
                  </a:lnTo>
                  <a:lnTo>
                    <a:pt x="193698" y="76965"/>
                  </a:lnTo>
                  <a:lnTo>
                    <a:pt x="194924" y="77658"/>
                  </a:lnTo>
                  <a:lnTo>
                    <a:pt x="194289" y="79096"/>
                  </a:lnTo>
                  <a:lnTo>
                    <a:pt x="191998" y="84276"/>
                  </a:lnTo>
                  <a:lnTo>
                    <a:pt x="194762" y="86423"/>
                  </a:lnTo>
                  <a:lnTo>
                    <a:pt x="193863" y="87698"/>
                  </a:lnTo>
                  <a:lnTo>
                    <a:pt x="191655" y="90252"/>
                  </a:lnTo>
                  <a:lnTo>
                    <a:pt x="189506" y="92356"/>
                  </a:lnTo>
                  <a:lnTo>
                    <a:pt x="189225" y="92630"/>
                  </a:lnTo>
                  <a:lnTo>
                    <a:pt x="188901" y="92935"/>
                  </a:lnTo>
                  <a:lnTo>
                    <a:pt x="188741" y="93085"/>
                  </a:lnTo>
                  <a:lnTo>
                    <a:pt x="188452" y="93358"/>
                  </a:lnTo>
                  <a:lnTo>
                    <a:pt x="188183" y="93610"/>
                  </a:lnTo>
                  <a:lnTo>
                    <a:pt x="187777" y="93992"/>
                  </a:lnTo>
                  <a:lnTo>
                    <a:pt x="187537" y="94217"/>
                  </a:lnTo>
                  <a:lnTo>
                    <a:pt x="187271" y="94464"/>
                  </a:lnTo>
                  <a:lnTo>
                    <a:pt x="186990" y="94724"/>
                  </a:lnTo>
                  <a:lnTo>
                    <a:pt x="186794" y="94906"/>
                  </a:lnTo>
                  <a:lnTo>
                    <a:pt x="186550" y="95132"/>
                  </a:lnTo>
                  <a:lnTo>
                    <a:pt x="186096" y="95553"/>
                  </a:lnTo>
                  <a:lnTo>
                    <a:pt x="185705" y="95915"/>
                  </a:lnTo>
                  <a:lnTo>
                    <a:pt x="180498" y="100745"/>
                  </a:lnTo>
                  <a:lnTo>
                    <a:pt x="179427" y="101738"/>
                  </a:lnTo>
                  <a:lnTo>
                    <a:pt x="178408" y="102683"/>
                  </a:lnTo>
                  <a:lnTo>
                    <a:pt x="178265" y="102816"/>
                  </a:lnTo>
                  <a:lnTo>
                    <a:pt x="174922" y="105917"/>
                  </a:lnTo>
                  <a:lnTo>
                    <a:pt x="174677" y="106145"/>
                  </a:lnTo>
                  <a:lnTo>
                    <a:pt x="171612" y="108987"/>
                  </a:lnTo>
                  <a:lnTo>
                    <a:pt x="171041" y="109517"/>
                  </a:lnTo>
                  <a:lnTo>
                    <a:pt x="165819" y="114361"/>
                  </a:lnTo>
                  <a:lnTo>
                    <a:pt x="163572" y="116445"/>
                  </a:lnTo>
                  <a:lnTo>
                    <a:pt x="163216" y="116776"/>
                  </a:lnTo>
                  <a:lnTo>
                    <a:pt x="162933" y="117038"/>
                  </a:lnTo>
                  <a:lnTo>
                    <a:pt x="162028" y="117877"/>
                  </a:lnTo>
                  <a:lnTo>
                    <a:pt x="161760" y="118126"/>
                  </a:lnTo>
                  <a:lnTo>
                    <a:pt x="161030" y="118803"/>
                  </a:lnTo>
                  <a:lnTo>
                    <a:pt x="160243" y="119532"/>
                  </a:lnTo>
                  <a:lnTo>
                    <a:pt x="155465" y="123965"/>
                  </a:lnTo>
                  <a:lnTo>
                    <a:pt x="154673" y="124699"/>
                  </a:lnTo>
                  <a:lnTo>
                    <a:pt x="154102" y="125239"/>
                  </a:lnTo>
                  <a:lnTo>
                    <a:pt x="146335" y="132571"/>
                  </a:lnTo>
                  <a:lnTo>
                    <a:pt x="140595" y="137991"/>
                  </a:lnTo>
                  <a:lnTo>
                    <a:pt x="139338" y="139178"/>
                  </a:lnTo>
                  <a:lnTo>
                    <a:pt x="138202" y="140250"/>
                  </a:lnTo>
                  <a:lnTo>
                    <a:pt x="136063" y="142270"/>
                  </a:lnTo>
                  <a:lnTo>
                    <a:pt x="135229" y="143058"/>
                  </a:lnTo>
                  <a:lnTo>
                    <a:pt x="135014" y="143260"/>
                  </a:lnTo>
                  <a:lnTo>
                    <a:pt x="134839" y="143425"/>
                  </a:lnTo>
                  <a:lnTo>
                    <a:pt x="132165" y="145950"/>
                  </a:lnTo>
                  <a:lnTo>
                    <a:pt x="129894" y="148094"/>
                  </a:lnTo>
                  <a:lnTo>
                    <a:pt x="124090" y="153597"/>
                  </a:lnTo>
                  <a:lnTo>
                    <a:pt x="120077" y="157429"/>
                  </a:lnTo>
                  <a:lnTo>
                    <a:pt x="119774" y="157718"/>
                  </a:lnTo>
                  <a:lnTo>
                    <a:pt x="116915" y="160449"/>
                  </a:lnTo>
                  <a:lnTo>
                    <a:pt x="116686" y="160668"/>
                  </a:lnTo>
                  <a:lnTo>
                    <a:pt x="115374" y="161920"/>
                  </a:lnTo>
                  <a:lnTo>
                    <a:pt x="115100" y="162183"/>
                  </a:lnTo>
                  <a:lnTo>
                    <a:pt x="114015" y="163219"/>
                  </a:lnTo>
                  <a:lnTo>
                    <a:pt x="110357" y="166712"/>
                  </a:lnTo>
                  <a:lnTo>
                    <a:pt x="109585" y="167449"/>
                  </a:lnTo>
                  <a:lnTo>
                    <a:pt x="109344" y="167679"/>
                  </a:lnTo>
                  <a:lnTo>
                    <a:pt x="108033" y="168931"/>
                  </a:lnTo>
                  <a:lnTo>
                    <a:pt x="104312" y="171755"/>
                  </a:lnTo>
                  <a:lnTo>
                    <a:pt x="102222" y="172508"/>
                  </a:lnTo>
                  <a:lnTo>
                    <a:pt x="99488" y="173494"/>
                  </a:lnTo>
                  <a:lnTo>
                    <a:pt x="96686" y="175195"/>
                  </a:lnTo>
                  <a:lnTo>
                    <a:pt x="88255" y="184013"/>
                  </a:lnTo>
                  <a:lnTo>
                    <a:pt x="86156" y="186151"/>
                  </a:lnTo>
                  <a:lnTo>
                    <a:pt x="84064" y="188282"/>
                  </a:lnTo>
                  <a:lnTo>
                    <a:pt x="82735" y="189696"/>
                  </a:lnTo>
                  <a:lnTo>
                    <a:pt x="82297" y="190178"/>
                  </a:lnTo>
                  <a:lnTo>
                    <a:pt x="82162" y="190326"/>
                  </a:lnTo>
                  <a:lnTo>
                    <a:pt x="81070" y="191526"/>
                  </a:lnTo>
                  <a:lnTo>
                    <a:pt x="80411" y="192250"/>
                  </a:lnTo>
                  <a:lnTo>
                    <a:pt x="79965" y="192741"/>
                  </a:lnTo>
                  <a:lnTo>
                    <a:pt x="79169" y="194634"/>
                  </a:lnTo>
                  <a:lnTo>
                    <a:pt x="73799" y="204176"/>
                  </a:lnTo>
                  <a:lnTo>
                    <a:pt x="73425" y="204842"/>
                  </a:lnTo>
                  <a:lnTo>
                    <a:pt x="72977" y="205316"/>
                  </a:lnTo>
                  <a:lnTo>
                    <a:pt x="72784" y="205512"/>
                  </a:lnTo>
                  <a:lnTo>
                    <a:pt x="72342" y="205811"/>
                  </a:lnTo>
                  <a:lnTo>
                    <a:pt x="70510" y="207214"/>
                  </a:lnTo>
                  <a:lnTo>
                    <a:pt x="69080" y="207739"/>
                  </a:lnTo>
                  <a:lnTo>
                    <a:pt x="67845" y="208144"/>
                  </a:lnTo>
                  <a:lnTo>
                    <a:pt x="67726" y="207913"/>
                  </a:lnTo>
                  <a:lnTo>
                    <a:pt x="66560" y="205665"/>
                  </a:lnTo>
                  <a:lnTo>
                    <a:pt x="57533" y="206454"/>
                  </a:lnTo>
                  <a:lnTo>
                    <a:pt x="57530" y="206295"/>
                  </a:lnTo>
                  <a:lnTo>
                    <a:pt x="57526" y="206106"/>
                  </a:lnTo>
                  <a:lnTo>
                    <a:pt x="57485" y="204254"/>
                  </a:lnTo>
                  <a:lnTo>
                    <a:pt x="57488" y="203841"/>
                  </a:lnTo>
                  <a:lnTo>
                    <a:pt x="57212" y="203836"/>
                  </a:lnTo>
                  <a:lnTo>
                    <a:pt x="54927" y="203800"/>
                  </a:lnTo>
                  <a:lnTo>
                    <a:pt x="54743" y="205902"/>
                  </a:lnTo>
                  <a:lnTo>
                    <a:pt x="46339" y="205470"/>
                  </a:lnTo>
                  <a:lnTo>
                    <a:pt x="39406" y="203547"/>
                  </a:lnTo>
                  <a:lnTo>
                    <a:pt x="39505" y="202395"/>
                  </a:lnTo>
                  <a:lnTo>
                    <a:pt x="39945" y="201416"/>
                  </a:lnTo>
                  <a:lnTo>
                    <a:pt x="40057" y="200957"/>
                  </a:lnTo>
                  <a:lnTo>
                    <a:pt x="40362" y="199703"/>
                  </a:lnTo>
                  <a:lnTo>
                    <a:pt x="40608" y="199342"/>
                  </a:lnTo>
                  <a:lnTo>
                    <a:pt x="41414" y="198161"/>
                  </a:lnTo>
                  <a:lnTo>
                    <a:pt x="41712" y="197775"/>
                  </a:lnTo>
                  <a:lnTo>
                    <a:pt x="42736" y="196448"/>
                  </a:lnTo>
                  <a:lnTo>
                    <a:pt x="42785" y="195468"/>
                  </a:lnTo>
                  <a:lnTo>
                    <a:pt x="41953" y="194514"/>
                  </a:lnTo>
                  <a:lnTo>
                    <a:pt x="41086" y="194375"/>
                  </a:lnTo>
                  <a:lnTo>
                    <a:pt x="40117" y="194220"/>
                  </a:lnTo>
                  <a:lnTo>
                    <a:pt x="39032" y="193755"/>
                  </a:lnTo>
                  <a:lnTo>
                    <a:pt x="38746" y="193633"/>
                  </a:lnTo>
                  <a:lnTo>
                    <a:pt x="37498" y="193143"/>
                  </a:lnTo>
                  <a:lnTo>
                    <a:pt x="36886" y="192923"/>
                  </a:lnTo>
                  <a:lnTo>
                    <a:pt x="36005" y="192629"/>
                  </a:lnTo>
                  <a:lnTo>
                    <a:pt x="35026" y="191454"/>
                  </a:lnTo>
                  <a:lnTo>
                    <a:pt x="34232" y="189898"/>
                  </a:lnTo>
                  <a:lnTo>
                    <a:pt x="33753" y="188958"/>
                  </a:lnTo>
                  <a:lnTo>
                    <a:pt x="33679" y="187097"/>
                  </a:lnTo>
                  <a:lnTo>
                    <a:pt x="33459" y="183818"/>
                  </a:lnTo>
                  <a:lnTo>
                    <a:pt x="33193" y="182531"/>
                  </a:lnTo>
                  <a:lnTo>
                    <a:pt x="33165" y="182398"/>
                  </a:lnTo>
                  <a:lnTo>
                    <a:pt x="31893" y="182031"/>
                  </a:lnTo>
                  <a:lnTo>
                    <a:pt x="30872" y="181648"/>
                  </a:lnTo>
                  <a:lnTo>
                    <a:pt x="30326" y="181443"/>
                  </a:lnTo>
                  <a:lnTo>
                    <a:pt x="29151" y="180317"/>
                  </a:lnTo>
                  <a:lnTo>
                    <a:pt x="28246" y="179192"/>
                  </a:lnTo>
                  <a:lnTo>
                    <a:pt x="27805" y="177037"/>
                  </a:lnTo>
                  <a:lnTo>
                    <a:pt x="27267" y="174590"/>
                  </a:lnTo>
                  <a:lnTo>
                    <a:pt x="27193" y="172950"/>
                  </a:lnTo>
                  <a:lnTo>
                    <a:pt x="27092" y="171643"/>
                  </a:lnTo>
                  <a:lnTo>
                    <a:pt x="26973" y="170111"/>
                  </a:lnTo>
                  <a:lnTo>
                    <a:pt x="26663" y="168587"/>
                  </a:lnTo>
                  <a:lnTo>
                    <a:pt x="26385" y="167222"/>
                  </a:lnTo>
                  <a:lnTo>
                    <a:pt x="26251" y="165902"/>
                  </a:lnTo>
                  <a:lnTo>
                    <a:pt x="26092" y="164334"/>
                  </a:lnTo>
                  <a:lnTo>
                    <a:pt x="26238" y="162498"/>
                  </a:lnTo>
                  <a:lnTo>
                    <a:pt x="26973" y="161323"/>
                  </a:lnTo>
                  <a:lnTo>
                    <a:pt x="27413" y="159145"/>
                  </a:lnTo>
                  <a:lnTo>
                    <a:pt x="28148" y="158313"/>
                  </a:lnTo>
                  <a:lnTo>
                    <a:pt x="28760" y="157603"/>
                  </a:lnTo>
                  <a:lnTo>
                    <a:pt x="30326" y="155718"/>
                  </a:lnTo>
                  <a:lnTo>
                    <a:pt x="32041" y="154218"/>
                  </a:lnTo>
                  <a:lnTo>
                    <a:pt x="32222" y="153298"/>
                  </a:lnTo>
                  <a:lnTo>
                    <a:pt x="32333" y="152732"/>
                  </a:lnTo>
                  <a:lnTo>
                    <a:pt x="32113" y="150505"/>
                  </a:lnTo>
                  <a:lnTo>
                    <a:pt x="31493" y="148231"/>
                  </a:lnTo>
                  <a:lnTo>
                    <a:pt x="31379" y="147812"/>
                  </a:lnTo>
                  <a:lnTo>
                    <a:pt x="30604" y="145406"/>
                  </a:lnTo>
                  <a:lnTo>
                    <a:pt x="30525" y="144871"/>
                  </a:lnTo>
                  <a:lnTo>
                    <a:pt x="30253" y="143039"/>
                  </a:lnTo>
                  <a:lnTo>
                    <a:pt x="30253" y="139833"/>
                  </a:lnTo>
                  <a:lnTo>
                    <a:pt x="30400" y="137165"/>
                  </a:lnTo>
                  <a:lnTo>
                    <a:pt x="30712" y="136253"/>
                  </a:lnTo>
                  <a:lnTo>
                    <a:pt x="31011" y="135378"/>
                  </a:lnTo>
                  <a:lnTo>
                    <a:pt x="32039" y="133961"/>
                  </a:lnTo>
                  <a:lnTo>
                    <a:pt x="32431" y="133420"/>
                  </a:lnTo>
                  <a:lnTo>
                    <a:pt x="32508" y="132966"/>
                  </a:lnTo>
                  <a:lnTo>
                    <a:pt x="32666" y="132037"/>
                  </a:lnTo>
                  <a:lnTo>
                    <a:pt x="32872" y="130826"/>
                  </a:lnTo>
                  <a:lnTo>
                    <a:pt x="33836" y="127353"/>
                  </a:lnTo>
                  <a:lnTo>
                    <a:pt x="33973" y="126860"/>
                  </a:lnTo>
                  <a:lnTo>
                    <a:pt x="34218" y="125685"/>
                  </a:lnTo>
                  <a:lnTo>
                    <a:pt x="33836" y="125304"/>
                  </a:lnTo>
                  <a:lnTo>
                    <a:pt x="32872" y="124339"/>
                  </a:lnTo>
                  <a:lnTo>
                    <a:pt x="31452" y="122773"/>
                  </a:lnTo>
                  <a:lnTo>
                    <a:pt x="30246" y="120955"/>
                  </a:lnTo>
                  <a:lnTo>
                    <a:pt x="29665" y="120080"/>
                  </a:lnTo>
                  <a:lnTo>
                    <a:pt x="29400" y="119149"/>
                  </a:lnTo>
                  <a:lnTo>
                    <a:pt x="28906" y="117412"/>
                  </a:lnTo>
                  <a:lnTo>
                    <a:pt x="28048" y="115445"/>
                  </a:lnTo>
                  <a:lnTo>
                    <a:pt x="27860" y="115013"/>
                  </a:lnTo>
                  <a:lnTo>
                    <a:pt x="27732" y="114720"/>
                  </a:lnTo>
                  <a:lnTo>
                    <a:pt x="26709" y="113698"/>
                  </a:lnTo>
                  <a:lnTo>
                    <a:pt x="26459" y="113447"/>
                  </a:lnTo>
                  <a:lnTo>
                    <a:pt x="24789" y="112279"/>
                  </a:lnTo>
                  <a:lnTo>
                    <a:pt x="23693" y="111513"/>
                  </a:lnTo>
                  <a:lnTo>
                    <a:pt x="22262" y="110030"/>
                  </a:lnTo>
                  <a:lnTo>
                    <a:pt x="21686" y="109433"/>
                  </a:lnTo>
                  <a:lnTo>
                    <a:pt x="20786" y="108675"/>
                  </a:lnTo>
                  <a:lnTo>
                    <a:pt x="20236" y="108212"/>
                  </a:lnTo>
                  <a:lnTo>
                    <a:pt x="19826" y="107867"/>
                  </a:lnTo>
                  <a:lnTo>
                    <a:pt x="19595" y="107240"/>
                  </a:lnTo>
                  <a:lnTo>
                    <a:pt x="19140" y="106006"/>
                  </a:lnTo>
                  <a:lnTo>
                    <a:pt x="17794" y="103922"/>
                  </a:lnTo>
                  <a:lnTo>
                    <a:pt x="16150" y="101806"/>
                  </a:lnTo>
                  <a:lnTo>
                    <a:pt x="15934" y="101527"/>
                  </a:lnTo>
                  <a:lnTo>
                    <a:pt x="14465" y="100328"/>
                  </a:lnTo>
                  <a:lnTo>
                    <a:pt x="12637" y="99358"/>
                  </a:lnTo>
                  <a:lnTo>
                    <a:pt x="12067" y="99055"/>
                  </a:lnTo>
                  <a:lnTo>
                    <a:pt x="11067" y="98588"/>
                  </a:lnTo>
                  <a:lnTo>
                    <a:pt x="9601" y="97902"/>
                  </a:lnTo>
                  <a:lnTo>
                    <a:pt x="7147" y="96754"/>
                  </a:lnTo>
                  <a:lnTo>
                    <a:pt x="5580" y="95995"/>
                  </a:lnTo>
                  <a:lnTo>
                    <a:pt x="4528" y="92642"/>
                  </a:lnTo>
                  <a:lnTo>
                    <a:pt x="4767" y="91059"/>
                  </a:lnTo>
                  <a:lnTo>
                    <a:pt x="4919" y="90048"/>
                  </a:lnTo>
                  <a:lnTo>
                    <a:pt x="4726" y="89507"/>
                  </a:lnTo>
                  <a:lnTo>
                    <a:pt x="3940" y="87306"/>
                  </a:lnTo>
                  <a:lnTo>
                    <a:pt x="2957" y="84177"/>
                  </a:lnTo>
                  <a:lnTo>
                    <a:pt x="2741" y="83488"/>
                  </a:lnTo>
                  <a:lnTo>
                    <a:pt x="2460" y="82887"/>
                  </a:lnTo>
                  <a:lnTo>
                    <a:pt x="954" y="79669"/>
                  </a:lnTo>
                  <a:lnTo>
                    <a:pt x="853" y="79152"/>
                  </a:lnTo>
                  <a:lnTo>
                    <a:pt x="587" y="77785"/>
                  </a:lnTo>
                  <a:lnTo>
                    <a:pt x="1542" y="76169"/>
                  </a:lnTo>
                  <a:lnTo>
                    <a:pt x="2521" y="74089"/>
                  </a:lnTo>
                  <a:lnTo>
                    <a:pt x="2386" y="73655"/>
                  </a:lnTo>
                  <a:lnTo>
                    <a:pt x="1455" y="70654"/>
                  </a:lnTo>
                  <a:lnTo>
                    <a:pt x="881" y="68802"/>
                  </a:lnTo>
                  <a:lnTo>
                    <a:pt x="0" y="65375"/>
                  </a:lnTo>
                  <a:lnTo>
                    <a:pt x="319" y="64075"/>
                  </a:lnTo>
                  <a:lnTo>
                    <a:pt x="660" y="62683"/>
                  </a:lnTo>
                  <a:lnTo>
                    <a:pt x="1493" y="60822"/>
                  </a:lnTo>
                  <a:lnTo>
                    <a:pt x="2594" y="58668"/>
                  </a:lnTo>
                  <a:lnTo>
                    <a:pt x="3084" y="58301"/>
                  </a:lnTo>
                  <a:lnTo>
                    <a:pt x="3451" y="57959"/>
                  </a:lnTo>
                  <a:lnTo>
                    <a:pt x="5311" y="56759"/>
                  </a:lnTo>
                  <a:lnTo>
                    <a:pt x="6608" y="55633"/>
                  </a:lnTo>
                  <a:lnTo>
                    <a:pt x="6771" y="55117"/>
                  </a:lnTo>
                  <a:lnTo>
                    <a:pt x="7186" y="53804"/>
                  </a:lnTo>
                  <a:lnTo>
                    <a:pt x="10702" y="54768"/>
                  </a:lnTo>
                  <a:lnTo>
                    <a:pt x="17382" y="62640"/>
                  </a:lnTo>
                  <a:lnTo>
                    <a:pt x="19052" y="70274"/>
                  </a:lnTo>
                  <a:lnTo>
                    <a:pt x="23107" y="81486"/>
                  </a:lnTo>
                  <a:lnTo>
                    <a:pt x="35035" y="92221"/>
                  </a:lnTo>
                  <a:lnTo>
                    <a:pt x="44339" y="88166"/>
                  </a:lnTo>
                  <a:lnTo>
                    <a:pt x="49587" y="84588"/>
                  </a:lnTo>
                  <a:lnTo>
                    <a:pt x="61992" y="85065"/>
                  </a:lnTo>
                  <a:lnTo>
                    <a:pt x="70105" y="82784"/>
                  </a:lnTo>
                  <a:lnTo>
                    <a:pt x="71708" y="79252"/>
                  </a:lnTo>
                  <a:lnTo>
                    <a:pt x="72564" y="78877"/>
                  </a:lnTo>
                  <a:lnTo>
                    <a:pt x="72703" y="78707"/>
                  </a:lnTo>
                  <a:lnTo>
                    <a:pt x="74087" y="76879"/>
                  </a:lnTo>
                  <a:lnTo>
                    <a:pt x="74260" y="75750"/>
                  </a:lnTo>
                  <a:lnTo>
                    <a:pt x="75065" y="74688"/>
                  </a:lnTo>
                  <a:lnTo>
                    <a:pt x="76489" y="73109"/>
                  </a:lnTo>
                  <a:lnTo>
                    <a:pt x="76681" y="72871"/>
                  </a:lnTo>
                  <a:lnTo>
                    <a:pt x="77854" y="72124"/>
                  </a:lnTo>
                  <a:lnTo>
                    <a:pt x="80334" y="70976"/>
                  </a:lnTo>
                  <a:lnTo>
                    <a:pt x="80530" y="70870"/>
                  </a:lnTo>
                  <a:lnTo>
                    <a:pt x="80726" y="70763"/>
                  </a:lnTo>
                  <a:lnTo>
                    <a:pt x="80865" y="70662"/>
                  </a:lnTo>
                  <a:lnTo>
                    <a:pt x="82455" y="69286"/>
                  </a:lnTo>
                  <a:lnTo>
                    <a:pt x="83479" y="67867"/>
                  </a:lnTo>
                  <a:lnTo>
                    <a:pt x="83689" y="67750"/>
                  </a:lnTo>
                  <a:lnTo>
                    <a:pt x="83838" y="67641"/>
                  </a:lnTo>
                  <a:lnTo>
                    <a:pt x="83991" y="67592"/>
                  </a:lnTo>
                  <a:lnTo>
                    <a:pt x="85459" y="66732"/>
                  </a:lnTo>
                  <a:lnTo>
                    <a:pt x="85677" y="66611"/>
                  </a:lnTo>
                  <a:lnTo>
                    <a:pt x="85891" y="66427"/>
                  </a:lnTo>
                  <a:lnTo>
                    <a:pt x="87684" y="64392"/>
                  </a:lnTo>
                  <a:lnTo>
                    <a:pt x="89153" y="62386"/>
                  </a:lnTo>
                  <a:lnTo>
                    <a:pt x="90246" y="61221"/>
                  </a:lnTo>
                  <a:lnTo>
                    <a:pt x="91330" y="59923"/>
                  </a:lnTo>
                  <a:lnTo>
                    <a:pt x="91956" y="57764"/>
                  </a:lnTo>
                  <a:lnTo>
                    <a:pt x="92856" y="54495"/>
                  </a:lnTo>
                  <a:lnTo>
                    <a:pt x="93475" y="50295"/>
                  </a:lnTo>
                  <a:lnTo>
                    <a:pt x="95501" y="44049"/>
                  </a:lnTo>
                  <a:lnTo>
                    <a:pt x="96274" y="40665"/>
                  </a:lnTo>
                  <a:lnTo>
                    <a:pt x="97502" y="39603"/>
                  </a:lnTo>
                  <a:lnTo>
                    <a:pt x="97640" y="39484"/>
                  </a:lnTo>
                  <a:lnTo>
                    <a:pt x="99290" y="38431"/>
                  </a:lnTo>
                  <a:lnTo>
                    <a:pt x="100289" y="37569"/>
                  </a:lnTo>
                  <a:lnTo>
                    <a:pt x="101208" y="37425"/>
                  </a:lnTo>
                  <a:lnTo>
                    <a:pt x="102107" y="38168"/>
                  </a:lnTo>
                  <a:lnTo>
                    <a:pt x="102947" y="38999"/>
                  </a:lnTo>
                  <a:lnTo>
                    <a:pt x="125756" y="0"/>
                  </a:lnTo>
                  <a:lnTo>
                    <a:pt x="126416" y="2433"/>
                  </a:lnTo>
                  <a:lnTo>
                    <a:pt x="128573" y="3213"/>
                  </a:lnTo>
                  <a:lnTo>
                    <a:pt x="132765" y="4582"/>
                  </a:lnTo>
                  <a:lnTo>
                    <a:pt x="136102" y="5949"/>
                  </a:lnTo>
                  <a:lnTo>
                    <a:pt x="138606" y="6976"/>
                  </a:lnTo>
                  <a:lnTo>
                    <a:pt x="141597" y="8423"/>
                  </a:lnTo>
                  <a:lnTo>
                    <a:pt x="144434" y="9526"/>
                  </a:lnTo>
                  <a:lnTo>
                    <a:pt x="145070" y="9773"/>
                  </a:lnTo>
                  <a:lnTo>
                    <a:pt x="152692" y="13440"/>
                  </a:lnTo>
                  <a:lnTo>
                    <a:pt x="154743" y="14465"/>
                  </a:lnTo>
                  <a:lnTo>
                    <a:pt x="156358" y="15273"/>
                  </a:lnTo>
                  <a:lnTo>
                    <a:pt x="157161" y="15599"/>
                  </a:lnTo>
                  <a:lnTo>
                    <a:pt x="158845" y="16283"/>
                  </a:lnTo>
                  <a:lnTo>
                    <a:pt x="162162" y="17631"/>
                  </a:lnTo>
                  <a:lnTo>
                    <a:pt x="164429" y="18964"/>
                  </a:lnTo>
                  <a:lnTo>
                    <a:pt x="166681" y="20289"/>
                  </a:lnTo>
                  <a:lnTo>
                    <a:pt x="172180" y="21929"/>
                  </a:lnTo>
                  <a:lnTo>
                    <a:pt x="177100" y="22894"/>
                  </a:lnTo>
                  <a:lnTo>
                    <a:pt x="177841" y="22998"/>
                  </a:lnTo>
                  <a:lnTo>
                    <a:pt x="181249" y="23473"/>
                  </a:lnTo>
                  <a:lnTo>
                    <a:pt x="185301" y="25210"/>
                  </a:lnTo>
                  <a:lnTo>
                    <a:pt x="190317" y="26174"/>
                  </a:lnTo>
                  <a:lnTo>
                    <a:pt x="192874" y="26847"/>
                  </a:lnTo>
                  <a:lnTo>
                    <a:pt x="195243" y="27471"/>
                  </a:lnTo>
                  <a:lnTo>
                    <a:pt x="195298" y="30990"/>
                  </a:lnTo>
                  <a:lnTo>
                    <a:pt x="194630" y="34552"/>
                  </a:lnTo>
                  <a:close/>
                </a:path>
              </a:pathLst>
            </a:custGeom>
            <a:solidFill>
              <a:srgbClr val="E8EBEF">
                <a:alpha val="45882"/>
              </a:srgbClr>
            </a:solidFill>
            <a:ln w="2168" cap="flat">
              <a:solidFill>
                <a:srgbClr val="FFFFFF">
                  <a:alpha val="100000"/>
                </a:srgbClr>
              </a:solidFill>
              <a:prstDash val="solid"/>
              <a:round/>
            </a:ln>
          </p:spPr>
          <p:txBody>
            <a:bodyPr/>
            <a:lstStyle/>
            <a:p/>
          </p:txBody>
        </p:sp>
        <p:sp>
          <p:nvSpPr>
            <p:cNvPr id="535" name="pg534"/>
            <p:cNvSpPr/>
            <p:nvPr/>
          </p:nvSpPr>
          <p:spPr>
            <a:xfrm>
              <a:off x="3962245" y="2952653"/>
              <a:ext cx="2697397" cy="1162096"/>
            </a:xfrm>
            <a:custGeom>
              <a:avLst/>
              <a:pathLst>
                <a:path w="2697397" h="1162096">
                  <a:moveTo>
                    <a:pt x="2021168" y="16667"/>
                  </a:moveTo>
                  <a:lnTo>
                    <a:pt x="2039841" y="45366"/>
                  </a:lnTo>
                  <a:lnTo>
                    <a:pt x="2042974" y="49752"/>
                  </a:lnTo>
                  <a:lnTo>
                    <a:pt x="2048112" y="50002"/>
                  </a:lnTo>
                  <a:lnTo>
                    <a:pt x="2061646" y="42608"/>
                  </a:lnTo>
                  <a:lnTo>
                    <a:pt x="2076184" y="35966"/>
                  </a:lnTo>
                  <a:lnTo>
                    <a:pt x="2076560" y="36092"/>
                  </a:lnTo>
                  <a:lnTo>
                    <a:pt x="2081322" y="37220"/>
                  </a:lnTo>
                  <a:lnTo>
                    <a:pt x="2082324" y="37094"/>
                  </a:lnTo>
                  <a:lnTo>
                    <a:pt x="2086084" y="43862"/>
                  </a:lnTo>
                  <a:lnTo>
                    <a:pt x="2090721" y="46744"/>
                  </a:lnTo>
                  <a:lnTo>
                    <a:pt x="2121424" y="56895"/>
                  </a:lnTo>
                  <a:lnTo>
                    <a:pt x="2134458" y="61281"/>
                  </a:lnTo>
                  <a:lnTo>
                    <a:pt x="2136839" y="62033"/>
                  </a:lnTo>
                  <a:lnTo>
                    <a:pt x="2155010" y="69427"/>
                  </a:lnTo>
                  <a:lnTo>
                    <a:pt x="2187092" y="81082"/>
                  </a:lnTo>
                  <a:lnTo>
                    <a:pt x="2198246" y="87974"/>
                  </a:lnTo>
                  <a:lnTo>
                    <a:pt x="2208522" y="96246"/>
                  </a:lnTo>
                  <a:lnTo>
                    <a:pt x="2215415" y="103514"/>
                  </a:lnTo>
                  <a:lnTo>
                    <a:pt x="2222182" y="107650"/>
                  </a:lnTo>
                  <a:lnTo>
                    <a:pt x="2234839" y="110657"/>
                  </a:lnTo>
                  <a:lnTo>
                    <a:pt x="2243236" y="111159"/>
                  </a:lnTo>
                  <a:lnTo>
                    <a:pt x="2271057" y="113164"/>
                  </a:lnTo>
                  <a:lnTo>
                    <a:pt x="2298377" y="122312"/>
                  </a:lnTo>
                  <a:lnTo>
                    <a:pt x="2315295" y="126323"/>
                  </a:lnTo>
                  <a:lnTo>
                    <a:pt x="2334594" y="123565"/>
                  </a:lnTo>
                  <a:lnTo>
                    <a:pt x="2352390" y="112161"/>
                  </a:lnTo>
                  <a:lnTo>
                    <a:pt x="2372942" y="98000"/>
                  </a:lnTo>
                  <a:lnTo>
                    <a:pt x="2399510" y="83839"/>
                  </a:lnTo>
                  <a:lnTo>
                    <a:pt x="2417933" y="77322"/>
                  </a:lnTo>
                  <a:lnTo>
                    <a:pt x="2439488" y="80831"/>
                  </a:lnTo>
                  <a:lnTo>
                    <a:pt x="2440741" y="81082"/>
                  </a:lnTo>
                  <a:lnTo>
                    <a:pt x="2457659" y="98501"/>
                  </a:lnTo>
                  <a:lnTo>
                    <a:pt x="2472823" y="114041"/>
                  </a:lnTo>
                  <a:lnTo>
                    <a:pt x="2498514" y="134594"/>
                  </a:lnTo>
                  <a:lnTo>
                    <a:pt x="2515432" y="134218"/>
                  </a:lnTo>
                  <a:lnTo>
                    <a:pt x="2535107" y="134218"/>
                  </a:lnTo>
                  <a:lnTo>
                    <a:pt x="2549268" y="134970"/>
                  </a:lnTo>
                  <a:lnTo>
                    <a:pt x="2558417" y="135471"/>
                  </a:lnTo>
                  <a:lnTo>
                    <a:pt x="2584985" y="140108"/>
                  </a:lnTo>
                  <a:lnTo>
                    <a:pt x="2601527" y="140108"/>
                  </a:lnTo>
                  <a:lnTo>
                    <a:pt x="2617067" y="146123"/>
                  </a:lnTo>
                  <a:lnTo>
                    <a:pt x="2633484" y="156650"/>
                  </a:lnTo>
                  <a:lnTo>
                    <a:pt x="2651405" y="170811"/>
                  </a:lnTo>
                  <a:lnTo>
                    <a:pt x="2666067" y="186852"/>
                  </a:lnTo>
                  <a:lnTo>
                    <a:pt x="2676093" y="212418"/>
                  </a:lnTo>
                  <a:lnTo>
                    <a:pt x="2679351" y="236730"/>
                  </a:lnTo>
                  <a:lnTo>
                    <a:pt x="2679727" y="250891"/>
                  </a:lnTo>
                  <a:lnTo>
                    <a:pt x="2684364" y="284853"/>
                  </a:lnTo>
                  <a:lnTo>
                    <a:pt x="2685241" y="325081"/>
                  </a:lnTo>
                  <a:lnTo>
                    <a:pt x="2692134" y="341999"/>
                  </a:lnTo>
                  <a:lnTo>
                    <a:pt x="2697146" y="363554"/>
                  </a:lnTo>
                  <a:lnTo>
                    <a:pt x="2697397" y="387866"/>
                  </a:lnTo>
                  <a:lnTo>
                    <a:pt x="2673085" y="409296"/>
                  </a:lnTo>
                  <a:lnTo>
                    <a:pt x="2650653" y="423583"/>
                  </a:lnTo>
                  <a:lnTo>
                    <a:pt x="2627343" y="430475"/>
                  </a:lnTo>
                  <a:lnTo>
                    <a:pt x="2604033" y="437243"/>
                  </a:lnTo>
                  <a:lnTo>
                    <a:pt x="2577967" y="446892"/>
                  </a:lnTo>
                  <a:lnTo>
                    <a:pt x="2552276" y="468447"/>
                  </a:lnTo>
                  <a:lnTo>
                    <a:pt x="2543253" y="475465"/>
                  </a:lnTo>
                  <a:lnTo>
                    <a:pt x="2520695" y="493136"/>
                  </a:lnTo>
                  <a:lnTo>
                    <a:pt x="2495005" y="512435"/>
                  </a:lnTo>
                  <a:lnTo>
                    <a:pt x="2460667" y="537123"/>
                  </a:lnTo>
                  <a:lnTo>
                    <a:pt x="2441869" y="552161"/>
                  </a:lnTo>
                  <a:lnTo>
                    <a:pt x="2416303" y="573717"/>
                  </a:lnTo>
                  <a:lnTo>
                    <a:pt x="2390613" y="586123"/>
                  </a:lnTo>
                  <a:lnTo>
                    <a:pt x="2359032" y="604420"/>
                  </a:lnTo>
                  <a:lnTo>
                    <a:pt x="2334720" y="618331"/>
                  </a:lnTo>
                  <a:lnTo>
                    <a:pt x="2317801" y="623218"/>
                  </a:lnTo>
                  <a:lnTo>
                    <a:pt x="2298126" y="633745"/>
                  </a:lnTo>
                  <a:lnTo>
                    <a:pt x="2283088" y="649786"/>
                  </a:lnTo>
                  <a:lnTo>
                    <a:pt x="2265167" y="659812"/>
                  </a:lnTo>
                  <a:lnTo>
                    <a:pt x="2240479" y="659812"/>
                  </a:lnTo>
                  <a:lnTo>
                    <a:pt x="2218924" y="664825"/>
                  </a:lnTo>
                  <a:lnTo>
                    <a:pt x="2196491" y="683121"/>
                  </a:lnTo>
                  <a:lnTo>
                    <a:pt x="2173558" y="691894"/>
                  </a:lnTo>
                  <a:lnTo>
                    <a:pt x="2151627" y="684124"/>
                  </a:lnTo>
                  <a:lnTo>
                    <a:pt x="2129194" y="674976"/>
                  </a:lnTo>
                  <a:lnTo>
                    <a:pt x="2102125" y="654298"/>
                  </a:lnTo>
                  <a:lnTo>
                    <a:pt x="2082074" y="628231"/>
                  </a:lnTo>
                  <a:lnTo>
                    <a:pt x="2061897" y="609934"/>
                  </a:lnTo>
                  <a:lnTo>
                    <a:pt x="2032572" y="599407"/>
                  </a:lnTo>
                  <a:lnTo>
                    <a:pt x="1979937" y="593016"/>
                  </a:lnTo>
                  <a:lnTo>
                    <a:pt x="1955625" y="592013"/>
                  </a:lnTo>
                  <a:lnTo>
                    <a:pt x="1932692" y="584745"/>
                  </a:lnTo>
                  <a:lnTo>
                    <a:pt x="1917653" y="583366"/>
                  </a:lnTo>
                  <a:lnTo>
                    <a:pt x="1873666" y="576975"/>
                  </a:lnTo>
                  <a:lnTo>
                    <a:pt x="1832059" y="568704"/>
                  </a:lnTo>
                  <a:lnTo>
                    <a:pt x="1590567" y="700917"/>
                  </a:lnTo>
                  <a:lnTo>
                    <a:pt x="1365617" y="840399"/>
                  </a:lnTo>
                  <a:lnTo>
                    <a:pt x="1330903" y="834759"/>
                  </a:lnTo>
                  <a:lnTo>
                    <a:pt x="1274885" y="834634"/>
                  </a:lnTo>
                  <a:lnTo>
                    <a:pt x="1260723" y="838519"/>
                  </a:lnTo>
                  <a:lnTo>
                    <a:pt x="1257465" y="837892"/>
                  </a:lnTo>
                  <a:lnTo>
                    <a:pt x="1253831" y="837892"/>
                  </a:lnTo>
                  <a:lnTo>
                    <a:pt x="1249445" y="838519"/>
                  </a:lnTo>
                  <a:lnTo>
                    <a:pt x="1245309" y="839020"/>
                  </a:lnTo>
                  <a:lnTo>
                    <a:pt x="1240421" y="840399"/>
                  </a:lnTo>
                  <a:lnTo>
                    <a:pt x="1234155" y="842529"/>
                  </a:lnTo>
                  <a:lnTo>
                    <a:pt x="1229268" y="844785"/>
                  </a:lnTo>
                  <a:lnTo>
                    <a:pt x="1225884" y="846915"/>
                  </a:lnTo>
                  <a:lnTo>
                    <a:pt x="1221247" y="848670"/>
                  </a:lnTo>
                  <a:lnTo>
                    <a:pt x="1219493" y="849296"/>
                  </a:lnTo>
                  <a:lnTo>
                    <a:pt x="1215483" y="852429"/>
                  </a:lnTo>
                  <a:lnTo>
                    <a:pt x="1210470" y="855061"/>
                  </a:lnTo>
                  <a:lnTo>
                    <a:pt x="1207212" y="855437"/>
                  </a:lnTo>
                  <a:lnTo>
                    <a:pt x="1202449" y="853557"/>
                  </a:lnTo>
                  <a:lnTo>
                    <a:pt x="1201697" y="853307"/>
                  </a:lnTo>
                  <a:lnTo>
                    <a:pt x="1197687" y="850800"/>
                  </a:lnTo>
                  <a:lnTo>
                    <a:pt x="1194304" y="849672"/>
                  </a:lnTo>
                  <a:lnTo>
                    <a:pt x="1191797" y="847041"/>
                  </a:lnTo>
                  <a:lnTo>
                    <a:pt x="1189541" y="843406"/>
                  </a:lnTo>
                  <a:lnTo>
                    <a:pt x="1184904" y="841276"/>
                  </a:lnTo>
                  <a:lnTo>
                    <a:pt x="1175631" y="840649"/>
                  </a:lnTo>
                  <a:lnTo>
                    <a:pt x="1169490" y="842780"/>
                  </a:lnTo>
                  <a:lnTo>
                    <a:pt x="1163224" y="843782"/>
                  </a:lnTo>
                  <a:lnTo>
                    <a:pt x="1159464" y="844158"/>
                  </a:lnTo>
                  <a:lnTo>
                    <a:pt x="1155454" y="844534"/>
                  </a:lnTo>
                  <a:lnTo>
                    <a:pt x="1148186" y="842905"/>
                  </a:lnTo>
                  <a:lnTo>
                    <a:pt x="1144175" y="842529"/>
                  </a:lnTo>
                  <a:lnTo>
                    <a:pt x="1139413" y="843782"/>
                  </a:lnTo>
                  <a:lnTo>
                    <a:pt x="1129513" y="842654"/>
                  </a:lnTo>
                  <a:lnTo>
                    <a:pt x="1120866" y="842529"/>
                  </a:lnTo>
                  <a:lnTo>
                    <a:pt x="1117231" y="843156"/>
                  </a:lnTo>
                  <a:lnTo>
                    <a:pt x="1110464" y="845537"/>
                  </a:lnTo>
                  <a:lnTo>
                    <a:pt x="1105201" y="847416"/>
                  </a:lnTo>
                  <a:lnTo>
                    <a:pt x="1099937" y="846915"/>
                  </a:lnTo>
                  <a:lnTo>
                    <a:pt x="1090538" y="846665"/>
                  </a:lnTo>
                  <a:lnTo>
                    <a:pt x="1088157" y="846289"/>
                  </a:lnTo>
                  <a:lnTo>
                    <a:pt x="1082142" y="845662"/>
                  </a:lnTo>
                  <a:lnTo>
                    <a:pt x="1076377" y="843657"/>
                  </a:lnTo>
                  <a:lnTo>
                    <a:pt x="1072116" y="843907"/>
                  </a:lnTo>
                  <a:lnTo>
                    <a:pt x="1067354" y="843907"/>
                  </a:lnTo>
                  <a:lnTo>
                    <a:pt x="1062842" y="843782"/>
                  </a:lnTo>
                  <a:lnTo>
                    <a:pt x="1057203" y="843782"/>
                  </a:lnTo>
                  <a:lnTo>
                    <a:pt x="1052190" y="844534"/>
                  </a:lnTo>
                  <a:lnTo>
                    <a:pt x="1043919" y="847667"/>
                  </a:lnTo>
                  <a:lnTo>
                    <a:pt x="1030259" y="849672"/>
                  </a:lnTo>
                  <a:lnTo>
                    <a:pt x="1026374" y="852931"/>
                  </a:lnTo>
                  <a:lnTo>
                    <a:pt x="1023742" y="856440"/>
                  </a:lnTo>
                  <a:lnTo>
                    <a:pt x="1018479" y="859698"/>
                  </a:lnTo>
                  <a:lnTo>
                    <a:pt x="1013967" y="862455"/>
                  </a:lnTo>
                  <a:lnTo>
                    <a:pt x="1010208" y="866215"/>
                  </a:lnTo>
                  <a:lnTo>
                    <a:pt x="1004192" y="870475"/>
                  </a:lnTo>
                  <a:lnTo>
                    <a:pt x="999556" y="873483"/>
                  </a:lnTo>
                  <a:lnTo>
                    <a:pt x="994919" y="879248"/>
                  </a:lnTo>
                  <a:lnTo>
                    <a:pt x="993791" y="883509"/>
                  </a:lnTo>
                  <a:lnTo>
                    <a:pt x="992914" y="887268"/>
                  </a:lnTo>
                  <a:lnTo>
                    <a:pt x="991284" y="892281"/>
                  </a:lnTo>
                  <a:lnTo>
                    <a:pt x="986146" y="899424"/>
                  </a:lnTo>
                  <a:lnTo>
                    <a:pt x="982261" y="903059"/>
                  </a:lnTo>
                  <a:lnTo>
                    <a:pt x="973113" y="908448"/>
                  </a:lnTo>
                  <a:lnTo>
                    <a:pt x="969980" y="910954"/>
                  </a:lnTo>
                  <a:lnTo>
                    <a:pt x="967975" y="916844"/>
                  </a:lnTo>
                  <a:lnTo>
                    <a:pt x="965594" y="922985"/>
                  </a:lnTo>
                  <a:lnTo>
                    <a:pt x="962962" y="925616"/>
                  </a:lnTo>
                  <a:lnTo>
                    <a:pt x="959954" y="924990"/>
                  </a:lnTo>
                  <a:lnTo>
                    <a:pt x="955317" y="924614"/>
                  </a:lnTo>
                  <a:lnTo>
                    <a:pt x="943287" y="923862"/>
                  </a:lnTo>
                  <a:lnTo>
                    <a:pt x="932133" y="921606"/>
                  </a:lnTo>
                  <a:lnTo>
                    <a:pt x="926118" y="917972"/>
                  </a:lnTo>
                  <a:lnTo>
                    <a:pt x="922859" y="915340"/>
                  </a:lnTo>
                  <a:lnTo>
                    <a:pt x="914087" y="914964"/>
                  </a:lnTo>
                  <a:lnTo>
                    <a:pt x="901304" y="918598"/>
                  </a:lnTo>
                  <a:lnTo>
                    <a:pt x="896542" y="917471"/>
                  </a:lnTo>
                  <a:lnTo>
                    <a:pt x="892407" y="916468"/>
                  </a:lnTo>
                  <a:lnTo>
                    <a:pt x="885138" y="914588"/>
                  </a:lnTo>
                  <a:lnTo>
                    <a:pt x="870851" y="905440"/>
                  </a:lnTo>
                  <a:lnTo>
                    <a:pt x="867092" y="902808"/>
                  </a:lnTo>
                  <a:lnTo>
                    <a:pt x="861076" y="898547"/>
                  </a:lnTo>
                  <a:lnTo>
                    <a:pt x="842529" y="889524"/>
                  </a:lnTo>
                  <a:lnTo>
                    <a:pt x="824733" y="888396"/>
                  </a:lnTo>
                  <a:lnTo>
                    <a:pt x="810572" y="892031"/>
                  </a:lnTo>
                  <a:lnTo>
                    <a:pt x="802301" y="897169"/>
                  </a:lnTo>
                  <a:lnTo>
                    <a:pt x="799669" y="896918"/>
                  </a:lnTo>
                  <a:lnTo>
                    <a:pt x="797790" y="896542"/>
                  </a:lnTo>
                  <a:lnTo>
                    <a:pt x="794657" y="896417"/>
                  </a:lnTo>
                  <a:lnTo>
                    <a:pt x="791022" y="897545"/>
                  </a:lnTo>
                  <a:lnTo>
                    <a:pt x="788265" y="898673"/>
                  </a:lnTo>
                  <a:lnTo>
                    <a:pt x="786260" y="899048"/>
                  </a:lnTo>
                  <a:lnTo>
                    <a:pt x="784756" y="898171"/>
                  </a:lnTo>
                  <a:lnTo>
                    <a:pt x="783002" y="898297"/>
                  </a:lnTo>
                  <a:lnTo>
                    <a:pt x="779743" y="898798"/>
                  </a:lnTo>
                  <a:lnTo>
                    <a:pt x="778866" y="898798"/>
                  </a:lnTo>
                  <a:lnTo>
                    <a:pt x="776736" y="898673"/>
                  </a:lnTo>
                  <a:lnTo>
                    <a:pt x="773352" y="899675"/>
                  </a:lnTo>
                  <a:lnTo>
                    <a:pt x="735380" y="910202"/>
                  </a:lnTo>
                  <a:lnTo>
                    <a:pt x="727109" y="906568"/>
                  </a:lnTo>
                  <a:lnTo>
                    <a:pt x="726482" y="904688"/>
                  </a:lnTo>
                  <a:lnTo>
                    <a:pt x="725229" y="900302"/>
                  </a:lnTo>
                  <a:lnTo>
                    <a:pt x="716081" y="884386"/>
                  </a:lnTo>
                  <a:lnTo>
                    <a:pt x="714953" y="882256"/>
                  </a:lnTo>
                  <a:lnTo>
                    <a:pt x="712196" y="876992"/>
                  </a:lnTo>
                  <a:lnTo>
                    <a:pt x="711569" y="875864"/>
                  </a:lnTo>
                  <a:lnTo>
                    <a:pt x="711318" y="875488"/>
                  </a:lnTo>
                  <a:lnTo>
                    <a:pt x="706055" y="866590"/>
                  </a:lnTo>
                  <a:lnTo>
                    <a:pt x="700917" y="857693"/>
                  </a:lnTo>
                  <a:lnTo>
                    <a:pt x="699789" y="855938"/>
                  </a:lnTo>
                  <a:lnTo>
                    <a:pt x="690891" y="840900"/>
                  </a:lnTo>
                  <a:lnTo>
                    <a:pt x="689889" y="839271"/>
                  </a:lnTo>
                  <a:lnTo>
                    <a:pt x="688635" y="837015"/>
                  </a:lnTo>
                  <a:lnTo>
                    <a:pt x="680490" y="823355"/>
                  </a:lnTo>
                  <a:lnTo>
                    <a:pt x="678610" y="820222"/>
                  </a:lnTo>
                  <a:lnTo>
                    <a:pt x="677231" y="817966"/>
                  </a:lnTo>
                  <a:lnTo>
                    <a:pt x="676730" y="817089"/>
                  </a:lnTo>
                  <a:lnTo>
                    <a:pt x="671843" y="808818"/>
                  </a:lnTo>
                  <a:lnTo>
                    <a:pt x="671467" y="808316"/>
                  </a:lnTo>
                  <a:lnTo>
                    <a:pt x="671091" y="808442"/>
                  </a:lnTo>
                  <a:lnTo>
                    <a:pt x="648282" y="820222"/>
                  </a:lnTo>
                  <a:lnTo>
                    <a:pt x="633118" y="827992"/>
                  </a:lnTo>
                  <a:lnTo>
                    <a:pt x="622842" y="833381"/>
                  </a:lnTo>
                  <a:lnTo>
                    <a:pt x="620461" y="834508"/>
                  </a:lnTo>
                  <a:lnTo>
                    <a:pt x="605047" y="842529"/>
                  </a:lnTo>
                  <a:lnTo>
                    <a:pt x="596650" y="846790"/>
                  </a:lnTo>
                  <a:lnTo>
                    <a:pt x="595522" y="847416"/>
                  </a:lnTo>
                  <a:lnTo>
                    <a:pt x="586499" y="851301"/>
                  </a:lnTo>
                  <a:lnTo>
                    <a:pt x="581862" y="853432"/>
                  </a:lnTo>
                  <a:lnTo>
                    <a:pt x="574469" y="856690"/>
                  </a:lnTo>
                  <a:lnTo>
                    <a:pt x="568578" y="859197"/>
                  </a:lnTo>
                  <a:lnTo>
                    <a:pt x="561686" y="862204"/>
                  </a:lnTo>
                  <a:lnTo>
                    <a:pt x="553916" y="865713"/>
                  </a:lnTo>
                  <a:lnTo>
                    <a:pt x="540005" y="867217"/>
                  </a:lnTo>
                  <a:lnTo>
                    <a:pt x="519202" y="869348"/>
                  </a:lnTo>
                  <a:lnTo>
                    <a:pt x="516194" y="869724"/>
                  </a:lnTo>
                  <a:lnTo>
                    <a:pt x="495141" y="871979"/>
                  </a:lnTo>
                  <a:lnTo>
                    <a:pt x="492634" y="872857"/>
                  </a:lnTo>
                  <a:lnTo>
                    <a:pt x="489251" y="873984"/>
                  </a:lnTo>
                  <a:lnTo>
                    <a:pt x="482859" y="876240"/>
                  </a:lnTo>
                  <a:lnTo>
                    <a:pt x="466442" y="882005"/>
                  </a:lnTo>
                  <a:lnTo>
                    <a:pt x="461805" y="884010"/>
                  </a:lnTo>
                  <a:lnTo>
                    <a:pt x="461555" y="884135"/>
                  </a:lnTo>
                  <a:lnTo>
                    <a:pt x="429097" y="897921"/>
                  </a:lnTo>
                  <a:lnTo>
                    <a:pt x="425337" y="899550"/>
                  </a:lnTo>
                  <a:lnTo>
                    <a:pt x="424460" y="899926"/>
                  </a:lnTo>
                  <a:lnTo>
                    <a:pt x="415061" y="903560"/>
                  </a:lnTo>
                  <a:lnTo>
                    <a:pt x="408168" y="906192"/>
                  </a:lnTo>
                  <a:lnTo>
                    <a:pt x="386112" y="914588"/>
                  </a:lnTo>
                  <a:lnTo>
                    <a:pt x="378843" y="917345"/>
                  </a:lnTo>
                  <a:lnTo>
                    <a:pt x="375209" y="920102"/>
                  </a:lnTo>
                  <a:lnTo>
                    <a:pt x="360045" y="931882"/>
                  </a:lnTo>
                  <a:lnTo>
                    <a:pt x="352777" y="935767"/>
                  </a:lnTo>
                  <a:lnTo>
                    <a:pt x="348140" y="937773"/>
                  </a:lnTo>
                  <a:lnTo>
                    <a:pt x="343879" y="937146"/>
                  </a:lnTo>
                  <a:lnTo>
                    <a:pt x="340871" y="936519"/>
                  </a:lnTo>
                  <a:lnTo>
                    <a:pt x="336861" y="935266"/>
                  </a:lnTo>
                  <a:lnTo>
                    <a:pt x="332976" y="934514"/>
                  </a:lnTo>
                  <a:lnTo>
                    <a:pt x="329843" y="946420"/>
                  </a:lnTo>
                  <a:lnTo>
                    <a:pt x="329718" y="946921"/>
                  </a:lnTo>
                  <a:lnTo>
                    <a:pt x="325582" y="959077"/>
                  </a:lnTo>
                  <a:lnTo>
                    <a:pt x="321948" y="967599"/>
                  </a:lnTo>
                  <a:lnTo>
                    <a:pt x="321196" y="969353"/>
                  </a:lnTo>
                  <a:lnTo>
                    <a:pt x="321071" y="969855"/>
                  </a:lnTo>
                  <a:lnTo>
                    <a:pt x="317436" y="978251"/>
                  </a:lnTo>
                  <a:lnTo>
                    <a:pt x="309917" y="996297"/>
                  </a:lnTo>
                  <a:lnTo>
                    <a:pt x="306659" y="1003816"/>
                  </a:lnTo>
                  <a:lnTo>
                    <a:pt x="304654" y="1008704"/>
                  </a:lnTo>
                  <a:lnTo>
                    <a:pt x="304403" y="1009205"/>
                  </a:lnTo>
                  <a:lnTo>
                    <a:pt x="301145" y="1017100"/>
                  </a:lnTo>
                  <a:lnTo>
                    <a:pt x="293249" y="1036024"/>
                  </a:lnTo>
                  <a:lnTo>
                    <a:pt x="292247" y="1038655"/>
                  </a:lnTo>
                  <a:lnTo>
                    <a:pt x="287485" y="1049934"/>
                  </a:lnTo>
                  <a:lnTo>
                    <a:pt x="285730" y="1054321"/>
                  </a:lnTo>
                  <a:lnTo>
                    <a:pt x="278086" y="1072241"/>
                  </a:lnTo>
                  <a:lnTo>
                    <a:pt x="276080" y="1076753"/>
                  </a:lnTo>
                  <a:lnTo>
                    <a:pt x="275830" y="1077630"/>
                  </a:lnTo>
                  <a:lnTo>
                    <a:pt x="274326" y="1080262"/>
                  </a:lnTo>
                  <a:lnTo>
                    <a:pt x="271444" y="1084899"/>
                  </a:lnTo>
                  <a:lnTo>
                    <a:pt x="269063" y="1088784"/>
                  </a:lnTo>
                  <a:lnTo>
                    <a:pt x="266180" y="1093421"/>
                  </a:lnTo>
                  <a:lnTo>
                    <a:pt x="262546" y="1098308"/>
                  </a:lnTo>
                  <a:lnTo>
                    <a:pt x="258786" y="1102820"/>
                  </a:lnTo>
                  <a:lnTo>
                    <a:pt x="255528" y="1106329"/>
                  </a:lnTo>
                  <a:lnTo>
                    <a:pt x="253147" y="1108960"/>
                  </a:lnTo>
                  <a:lnTo>
                    <a:pt x="251267" y="1110715"/>
                  </a:lnTo>
                  <a:lnTo>
                    <a:pt x="246129" y="1115602"/>
                  </a:lnTo>
                  <a:lnTo>
                    <a:pt x="240489" y="1120866"/>
                  </a:lnTo>
                  <a:lnTo>
                    <a:pt x="239863" y="1121367"/>
                  </a:lnTo>
                  <a:lnTo>
                    <a:pt x="237356" y="1123623"/>
                  </a:lnTo>
                  <a:lnTo>
                    <a:pt x="233722" y="1127257"/>
                  </a:lnTo>
                  <a:lnTo>
                    <a:pt x="233346" y="1127508"/>
                  </a:lnTo>
                  <a:lnTo>
                    <a:pt x="232720" y="1128134"/>
                  </a:lnTo>
                  <a:lnTo>
                    <a:pt x="230714" y="1130014"/>
                  </a:lnTo>
                  <a:lnTo>
                    <a:pt x="225702" y="1134651"/>
                  </a:lnTo>
                  <a:lnTo>
                    <a:pt x="220939" y="1139288"/>
                  </a:lnTo>
                  <a:lnTo>
                    <a:pt x="219937" y="1140290"/>
                  </a:lnTo>
                  <a:lnTo>
                    <a:pt x="217055" y="1143047"/>
                  </a:lnTo>
                  <a:lnTo>
                    <a:pt x="215927" y="1144175"/>
                  </a:lnTo>
                  <a:lnTo>
                    <a:pt x="212668" y="1147308"/>
                  </a:lnTo>
                  <a:lnTo>
                    <a:pt x="212167" y="1147810"/>
                  </a:lnTo>
                  <a:lnTo>
                    <a:pt x="210914" y="1148812"/>
                  </a:lnTo>
                  <a:lnTo>
                    <a:pt x="208658" y="1151068"/>
                  </a:lnTo>
                  <a:lnTo>
                    <a:pt x="204397" y="1155579"/>
                  </a:lnTo>
                  <a:lnTo>
                    <a:pt x="202643" y="1157585"/>
                  </a:lnTo>
                  <a:lnTo>
                    <a:pt x="201389" y="1159464"/>
                  </a:lnTo>
                  <a:lnTo>
                    <a:pt x="201014" y="1160216"/>
                  </a:lnTo>
                  <a:lnTo>
                    <a:pt x="200512" y="1161094"/>
                  </a:lnTo>
                  <a:lnTo>
                    <a:pt x="200262" y="1161720"/>
                  </a:lnTo>
                  <a:lnTo>
                    <a:pt x="192241" y="1161971"/>
                  </a:lnTo>
                  <a:lnTo>
                    <a:pt x="176701" y="1162096"/>
                  </a:lnTo>
                  <a:lnTo>
                    <a:pt x="175573" y="1155329"/>
                  </a:lnTo>
                  <a:lnTo>
                    <a:pt x="174446" y="1150065"/>
                  </a:lnTo>
                  <a:lnTo>
                    <a:pt x="173819" y="1148060"/>
                  </a:lnTo>
                  <a:lnTo>
                    <a:pt x="172816" y="1146306"/>
                  </a:lnTo>
                  <a:lnTo>
                    <a:pt x="170561" y="1143173"/>
                  </a:lnTo>
                  <a:lnTo>
                    <a:pt x="165172" y="1136280"/>
                  </a:lnTo>
                  <a:lnTo>
                    <a:pt x="160911" y="1130766"/>
                  </a:lnTo>
                  <a:lnTo>
                    <a:pt x="158279" y="1127508"/>
                  </a:lnTo>
                  <a:lnTo>
                    <a:pt x="157277" y="1126254"/>
                  </a:lnTo>
                  <a:lnTo>
                    <a:pt x="149006" y="1115853"/>
                  </a:lnTo>
                  <a:lnTo>
                    <a:pt x="146248" y="1112219"/>
                  </a:lnTo>
                  <a:lnTo>
                    <a:pt x="137727" y="1101316"/>
                  </a:lnTo>
                  <a:lnTo>
                    <a:pt x="136599" y="1099937"/>
                  </a:lnTo>
                  <a:lnTo>
                    <a:pt x="135346" y="1098183"/>
                  </a:lnTo>
                  <a:lnTo>
                    <a:pt x="104391" y="1058331"/>
                  </a:lnTo>
                  <a:lnTo>
                    <a:pt x="91483" y="1042164"/>
                  </a:lnTo>
                  <a:lnTo>
                    <a:pt x="91107" y="1041663"/>
                  </a:lnTo>
                  <a:lnTo>
                    <a:pt x="90857" y="1041162"/>
                  </a:lnTo>
                  <a:lnTo>
                    <a:pt x="88977" y="1036901"/>
                  </a:lnTo>
                  <a:lnTo>
                    <a:pt x="90857" y="1035021"/>
                  </a:lnTo>
                  <a:lnTo>
                    <a:pt x="89228" y="1032765"/>
                  </a:lnTo>
                  <a:lnTo>
                    <a:pt x="88726" y="1031011"/>
                  </a:lnTo>
                  <a:lnTo>
                    <a:pt x="88601" y="1029883"/>
                  </a:lnTo>
                  <a:lnTo>
                    <a:pt x="89102" y="1026750"/>
                  </a:lnTo>
                  <a:lnTo>
                    <a:pt x="89478" y="1025497"/>
                  </a:lnTo>
                  <a:lnTo>
                    <a:pt x="90230" y="1023868"/>
                  </a:lnTo>
                  <a:lnTo>
                    <a:pt x="91233" y="1022489"/>
                  </a:lnTo>
                  <a:lnTo>
                    <a:pt x="92361" y="1021487"/>
                  </a:lnTo>
                  <a:lnTo>
                    <a:pt x="93990" y="1020860"/>
                  </a:lnTo>
                  <a:lnTo>
                    <a:pt x="96998" y="1019983"/>
                  </a:lnTo>
                  <a:lnTo>
                    <a:pt x="102010" y="1019356"/>
                  </a:lnTo>
                  <a:lnTo>
                    <a:pt x="106898" y="1018855"/>
                  </a:lnTo>
                  <a:lnTo>
                    <a:pt x="108151" y="1018980"/>
                  </a:lnTo>
                  <a:lnTo>
                    <a:pt x="108402" y="1018855"/>
                  </a:lnTo>
                  <a:lnTo>
                    <a:pt x="108778" y="1018855"/>
                  </a:lnTo>
                  <a:lnTo>
                    <a:pt x="113665" y="1019106"/>
                  </a:lnTo>
                  <a:lnTo>
                    <a:pt x="113916" y="1019106"/>
                  </a:lnTo>
                  <a:lnTo>
                    <a:pt x="114542" y="1019106"/>
                  </a:lnTo>
                  <a:lnTo>
                    <a:pt x="121811" y="1019356"/>
                  </a:lnTo>
                  <a:lnTo>
                    <a:pt x="127701" y="1019481"/>
                  </a:lnTo>
                  <a:lnTo>
                    <a:pt x="128453" y="1019481"/>
                  </a:lnTo>
                  <a:lnTo>
                    <a:pt x="130458" y="1018730"/>
                  </a:lnTo>
                  <a:lnTo>
                    <a:pt x="129330" y="1017978"/>
                  </a:lnTo>
                  <a:lnTo>
                    <a:pt x="127576" y="1016724"/>
                  </a:lnTo>
                  <a:lnTo>
                    <a:pt x="127325" y="1016474"/>
                  </a:lnTo>
                  <a:lnTo>
                    <a:pt x="127074" y="1016348"/>
                  </a:lnTo>
                  <a:lnTo>
                    <a:pt x="126573" y="1015597"/>
                  </a:lnTo>
                  <a:lnTo>
                    <a:pt x="124317" y="1013090"/>
                  </a:lnTo>
                  <a:lnTo>
                    <a:pt x="121310" y="1007325"/>
                  </a:lnTo>
                  <a:lnTo>
                    <a:pt x="118678" y="1000307"/>
                  </a:lnTo>
                  <a:lnTo>
                    <a:pt x="116172" y="993916"/>
                  </a:lnTo>
                  <a:lnTo>
                    <a:pt x="115921" y="993415"/>
                  </a:lnTo>
                  <a:lnTo>
                    <a:pt x="115169" y="991284"/>
                  </a:lnTo>
                  <a:lnTo>
                    <a:pt x="115169" y="989154"/>
                  </a:lnTo>
                  <a:lnTo>
                    <a:pt x="115294" y="986898"/>
                  </a:lnTo>
                  <a:lnTo>
                    <a:pt x="115670" y="985394"/>
                  </a:lnTo>
                  <a:lnTo>
                    <a:pt x="116923" y="979755"/>
                  </a:lnTo>
                  <a:lnTo>
                    <a:pt x="117174" y="978752"/>
                  </a:lnTo>
                  <a:lnTo>
                    <a:pt x="119931" y="967348"/>
                  </a:lnTo>
                  <a:lnTo>
                    <a:pt x="122688" y="956069"/>
                  </a:lnTo>
                  <a:lnTo>
                    <a:pt x="123941" y="950555"/>
                  </a:lnTo>
                  <a:lnTo>
                    <a:pt x="124192" y="949678"/>
                  </a:lnTo>
                  <a:lnTo>
                    <a:pt x="126824" y="938775"/>
                  </a:lnTo>
                  <a:lnTo>
                    <a:pt x="130709" y="922609"/>
                  </a:lnTo>
                  <a:lnTo>
                    <a:pt x="136348" y="899424"/>
                  </a:lnTo>
                  <a:lnTo>
                    <a:pt x="134092" y="899675"/>
                  </a:lnTo>
                  <a:lnTo>
                    <a:pt x="133340" y="899800"/>
                  </a:lnTo>
                  <a:lnTo>
                    <a:pt x="128954" y="900427"/>
                  </a:lnTo>
                  <a:lnTo>
                    <a:pt x="123315" y="900928"/>
                  </a:lnTo>
                  <a:lnTo>
                    <a:pt x="121435" y="900928"/>
                  </a:lnTo>
                  <a:lnTo>
                    <a:pt x="108402" y="901430"/>
                  </a:lnTo>
                  <a:lnTo>
                    <a:pt x="94491" y="902056"/>
                  </a:lnTo>
                  <a:lnTo>
                    <a:pt x="88726" y="901931"/>
                  </a:lnTo>
                  <a:lnTo>
                    <a:pt x="75944" y="900552"/>
                  </a:lnTo>
                  <a:lnTo>
                    <a:pt x="50754" y="898046"/>
                  </a:lnTo>
                  <a:lnTo>
                    <a:pt x="45616" y="897545"/>
                  </a:lnTo>
                  <a:lnTo>
                    <a:pt x="20051" y="895790"/>
                  </a:lnTo>
                  <a:lnTo>
                    <a:pt x="13409" y="895665"/>
                  </a:lnTo>
                  <a:lnTo>
                    <a:pt x="12782" y="895540"/>
                  </a:lnTo>
                  <a:lnTo>
                    <a:pt x="12406" y="895540"/>
                  </a:lnTo>
                  <a:lnTo>
                    <a:pt x="11654" y="895540"/>
                  </a:lnTo>
                  <a:lnTo>
                    <a:pt x="4636" y="894788"/>
                  </a:lnTo>
                  <a:lnTo>
                    <a:pt x="0" y="894412"/>
                  </a:lnTo>
                  <a:lnTo>
                    <a:pt x="125" y="893910"/>
                  </a:lnTo>
                  <a:lnTo>
                    <a:pt x="1002" y="885138"/>
                  </a:lnTo>
                  <a:lnTo>
                    <a:pt x="1127" y="884386"/>
                  </a:lnTo>
                  <a:lnTo>
                    <a:pt x="1629" y="879624"/>
                  </a:lnTo>
                  <a:lnTo>
                    <a:pt x="1629" y="879248"/>
                  </a:lnTo>
                  <a:lnTo>
                    <a:pt x="2506" y="871227"/>
                  </a:lnTo>
                  <a:lnTo>
                    <a:pt x="2506" y="870726"/>
                  </a:lnTo>
                  <a:lnTo>
                    <a:pt x="3258" y="864084"/>
                  </a:lnTo>
                  <a:lnTo>
                    <a:pt x="3634" y="859698"/>
                  </a:lnTo>
                  <a:lnTo>
                    <a:pt x="3759" y="858821"/>
                  </a:lnTo>
                  <a:lnTo>
                    <a:pt x="4887" y="859071"/>
                  </a:lnTo>
                  <a:lnTo>
                    <a:pt x="5388" y="859197"/>
                  </a:lnTo>
                  <a:lnTo>
                    <a:pt x="7268" y="859447"/>
                  </a:lnTo>
                  <a:lnTo>
                    <a:pt x="9524" y="859071"/>
                  </a:lnTo>
                  <a:lnTo>
                    <a:pt x="9774" y="858821"/>
                  </a:lnTo>
                  <a:lnTo>
                    <a:pt x="10025" y="858570"/>
                  </a:lnTo>
                  <a:lnTo>
                    <a:pt x="10526" y="857943"/>
                  </a:lnTo>
                  <a:lnTo>
                    <a:pt x="10652" y="857442"/>
                  </a:lnTo>
                  <a:lnTo>
                    <a:pt x="10777" y="857191"/>
                  </a:lnTo>
                  <a:lnTo>
                    <a:pt x="10777" y="856440"/>
                  </a:lnTo>
                  <a:lnTo>
                    <a:pt x="10777" y="856064"/>
                  </a:lnTo>
                  <a:lnTo>
                    <a:pt x="10777" y="855813"/>
                  </a:lnTo>
                  <a:lnTo>
                    <a:pt x="10777" y="855312"/>
                  </a:lnTo>
                  <a:lnTo>
                    <a:pt x="10902" y="854184"/>
                  </a:lnTo>
                  <a:lnTo>
                    <a:pt x="11278" y="853056"/>
                  </a:lnTo>
                  <a:lnTo>
                    <a:pt x="12030" y="851552"/>
                  </a:lnTo>
                  <a:lnTo>
                    <a:pt x="13033" y="849422"/>
                  </a:lnTo>
                  <a:lnTo>
                    <a:pt x="13534" y="848670"/>
                  </a:lnTo>
                  <a:lnTo>
                    <a:pt x="14662" y="846539"/>
                  </a:lnTo>
                  <a:lnTo>
                    <a:pt x="16416" y="844409"/>
                  </a:lnTo>
                  <a:lnTo>
                    <a:pt x="19299" y="841526"/>
                  </a:lnTo>
                  <a:lnTo>
                    <a:pt x="19925" y="840900"/>
                  </a:lnTo>
                  <a:lnTo>
                    <a:pt x="20427" y="840399"/>
                  </a:lnTo>
                  <a:lnTo>
                    <a:pt x="23058" y="838017"/>
                  </a:lnTo>
                  <a:lnTo>
                    <a:pt x="25690" y="836514"/>
                  </a:lnTo>
                  <a:lnTo>
                    <a:pt x="25941" y="836263"/>
                  </a:lnTo>
                  <a:lnTo>
                    <a:pt x="28322" y="836012"/>
                  </a:lnTo>
                  <a:lnTo>
                    <a:pt x="29826" y="835762"/>
                  </a:lnTo>
                  <a:lnTo>
                    <a:pt x="33335" y="834884"/>
                  </a:lnTo>
                  <a:lnTo>
                    <a:pt x="33711" y="834759"/>
                  </a:lnTo>
                  <a:lnTo>
                    <a:pt x="35966" y="833882"/>
                  </a:lnTo>
                  <a:lnTo>
                    <a:pt x="36342" y="833381"/>
                  </a:lnTo>
                  <a:lnTo>
                    <a:pt x="36844" y="833005"/>
                  </a:lnTo>
                  <a:lnTo>
                    <a:pt x="36969" y="832754"/>
                  </a:lnTo>
                  <a:lnTo>
                    <a:pt x="37094" y="832378"/>
                  </a:lnTo>
                  <a:lnTo>
                    <a:pt x="37596" y="830624"/>
                  </a:lnTo>
                  <a:lnTo>
                    <a:pt x="37846" y="829245"/>
                  </a:lnTo>
                  <a:lnTo>
                    <a:pt x="37972" y="828744"/>
                  </a:lnTo>
                  <a:lnTo>
                    <a:pt x="38222" y="828117"/>
                  </a:lnTo>
                  <a:lnTo>
                    <a:pt x="38473" y="827365"/>
                  </a:lnTo>
                  <a:lnTo>
                    <a:pt x="38974" y="826237"/>
                  </a:lnTo>
                  <a:lnTo>
                    <a:pt x="39099" y="825736"/>
                  </a:lnTo>
                  <a:lnTo>
                    <a:pt x="39601" y="824984"/>
                  </a:lnTo>
                  <a:lnTo>
                    <a:pt x="40102" y="824107"/>
                  </a:lnTo>
                  <a:lnTo>
                    <a:pt x="40353" y="823355"/>
                  </a:lnTo>
                  <a:lnTo>
                    <a:pt x="40478" y="822478"/>
                  </a:lnTo>
                  <a:lnTo>
                    <a:pt x="40603" y="822227"/>
                  </a:lnTo>
                  <a:lnTo>
                    <a:pt x="40729" y="821976"/>
                  </a:lnTo>
                  <a:lnTo>
                    <a:pt x="40979" y="820974"/>
                  </a:lnTo>
                  <a:lnTo>
                    <a:pt x="41230" y="820723"/>
                  </a:lnTo>
                  <a:lnTo>
                    <a:pt x="41606" y="820097"/>
                  </a:lnTo>
                  <a:lnTo>
                    <a:pt x="41982" y="819721"/>
                  </a:lnTo>
                  <a:lnTo>
                    <a:pt x="42734" y="819094"/>
                  </a:lnTo>
                  <a:lnTo>
                    <a:pt x="44112" y="818593"/>
                  </a:lnTo>
                  <a:lnTo>
                    <a:pt x="45741" y="818217"/>
                  </a:lnTo>
                  <a:lnTo>
                    <a:pt x="46869" y="817214"/>
                  </a:lnTo>
                  <a:lnTo>
                    <a:pt x="50629" y="811074"/>
                  </a:lnTo>
                  <a:lnTo>
                    <a:pt x="51506" y="810572"/>
                  </a:lnTo>
                  <a:lnTo>
                    <a:pt x="57647" y="806311"/>
                  </a:lnTo>
                  <a:lnTo>
                    <a:pt x="69051" y="804682"/>
                  </a:lnTo>
                  <a:lnTo>
                    <a:pt x="83964" y="806938"/>
                  </a:lnTo>
                  <a:lnTo>
                    <a:pt x="98000" y="815836"/>
                  </a:lnTo>
                  <a:lnTo>
                    <a:pt x="115796" y="832629"/>
                  </a:lnTo>
                  <a:lnTo>
                    <a:pt x="128578" y="839521"/>
                  </a:lnTo>
                  <a:lnTo>
                    <a:pt x="138103" y="843156"/>
                  </a:lnTo>
                  <a:lnTo>
                    <a:pt x="151011" y="844785"/>
                  </a:lnTo>
                  <a:lnTo>
                    <a:pt x="167678" y="844785"/>
                  </a:lnTo>
                  <a:lnTo>
                    <a:pt x="184221" y="845662"/>
                  </a:lnTo>
                  <a:lnTo>
                    <a:pt x="191113" y="847166"/>
                  </a:lnTo>
                  <a:lnTo>
                    <a:pt x="194246" y="848920"/>
                  </a:lnTo>
                  <a:lnTo>
                    <a:pt x="194998" y="849672"/>
                  </a:lnTo>
                  <a:lnTo>
                    <a:pt x="196753" y="850174"/>
                  </a:lnTo>
                  <a:lnTo>
                    <a:pt x="197129" y="850800"/>
                  </a:lnTo>
                  <a:lnTo>
                    <a:pt x="197379" y="851176"/>
                  </a:lnTo>
                  <a:lnTo>
                    <a:pt x="197755" y="853557"/>
                  </a:lnTo>
                  <a:lnTo>
                    <a:pt x="197881" y="853808"/>
                  </a:lnTo>
                  <a:lnTo>
                    <a:pt x="197881" y="854184"/>
                  </a:lnTo>
                  <a:lnTo>
                    <a:pt x="196878" y="854560"/>
                  </a:lnTo>
                  <a:lnTo>
                    <a:pt x="195625" y="855061"/>
                  </a:lnTo>
                  <a:lnTo>
                    <a:pt x="196377" y="857943"/>
                  </a:lnTo>
                  <a:lnTo>
                    <a:pt x="196878" y="859573"/>
                  </a:lnTo>
                  <a:lnTo>
                    <a:pt x="196627" y="860324"/>
                  </a:lnTo>
                  <a:lnTo>
                    <a:pt x="196502" y="861327"/>
                  </a:lnTo>
                  <a:lnTo>
                    <a:pt x="196627" y="862455"/>
                  </a:lnTo>
                  <a:lnTo>
                    <a:pt x="196753" y="863833"/>
                  </a:lnTo>
                  <a:lnTo>
                    <a:pt x="196753" y="865713"/>
                  </a:lnTo>
                  <a:lnTo>
                    <a:pt x="196627" y="866089"/>
                  </a:lnTo>
                  <a:lnTo>
                    <a:pt x="196251" y="866841"/>
                  </a:lnTo>
                  <a:lnTo>
                    <a:pt x="195499" y="867844"/>
                  </a:lnTo>
                  <a:lnTo>
                    <a:pt x="195374" y="868345"/>
                  </a:lnTo>
                  <a:lnTo>
                    <a:pt x="195374" y="869348"/>
                  </a:lnTo>
                  <a:lnTo>
                    <a:pt x="195249" y="869849"/>
                  </a:lnTo>
                  <a:lnTo>
                    <a:pt x="194998" y="870726"/>
                  </a:lnTo>
                  <a:lnTo>
                    <a:pt x="194747" y="871729"/>
                  </a:lnTo>
                  <a:lnTo>
                    <a:pt x="194622" y="872982"/>
                  </a:lnTo>
                  <a:lnTo>
                    <a:pt x="194747" y="873984"/>
                  </a:lnTo>
                  <a:lnTo>
                    <a:pt x="194873" y="874611"/>
                  </a:lnTo>
                  <a:lnTo>
                    <a:pt x="194873" y="875112"/>
                  </a:lnTo>
                  <a:lnTo>
                    <a:pt x="194747" y="875739"/>
                  </a:lnTo>
                  <a:lnTo>
                    <a:pt x="194622" y="876365"/>
                  </a:lnTo>
                  <a:lnTo>
                    <a:pt x="194622" y="876741"/>
                  </a:lnTo>
                  <a:lnTo>
                    <a:pt x="194497" y="877368"/>
                  </a:lnTo>
                  <a:lnTo>
                    <a:pt x="194873" y="877493"/>
                  </a:lnTo>
                  <a:lnTo>
                    <a:pt x="195249" y="877869"/>
                  </a:lnTo>
                  <a:lnTo>
                    <a:pt x="195625" y="878120"/>
                  </a:lnTo>
                  <a:lnTo>
                    <a:pt x="196251" y="878496"/>
                  </a:lnTo>
                  <a:lnTo>
                    <a:pt x="196502" y="878747"/>
                  </a:lnTo>
                  <a:lnTo>
                    <a:pt x="196878" y="879373"/>
                  </a:lnTo>
                  <a:lnTo>
                    <a:pt x="198131" y="880501"/>
                  </a:lnTo>
                  <a:lnTo>
                    <a:pt x="199134" y="881378"/>
                  </a:lnTo>
                  <a:lnTo>
                    <a:pt x="199760" y="881880"/>
                  </a:lnTo>
                  <a:lnTo>
                    <a:pt x="200136" y="882381"/>
                  </a:lnTo>
                  <a:lnTo>
                    <a:pt x="201014" y="883007"/>
                  </a:lnTo>
                  <a:lnTo>
                    <a:pt x="201264" y="883133"/>
                  </a:lnTo>
                  <a:lnTo>
                    <a:pt x="201640" y="883258"/>
                  </a:lnTo>
                  <a:lnTo>
                    <a:pt x="201891" y="883509"/>
                  </a:lnTo>
                  <a:lnTo>
                    <a:pt x="202392" y="883634"/>
                  </a:lnTo>
                  <a:lnTo>
                    <a:pt x="202893" y="884386"/>
                  </a:lnTo>
                  <a:lnTo>
                    <a:pt x="203269" y="885013"/>
                  </a:lnTo>
                  <a:lnTo>
                    <a:pt x="203645" y="885389"/>
                  </a:lnTo>
                  <a:lnTo>
                    <a:pt x="203896" y="886015"/>
                  </a:lnTo>
                  <a:lnTo>
                    <a:pt x="204773" y="885639"/>
                  </a:lnTo>
                  <a:lnTo>
                    <a:pt x="205274" y="885389"/>
                  </a:lnTo>
                  <a:lnTo>
                    <a:pt x="208157" y="883634"/>
                  </a:lnTo>
                  <a:lnTo>
                    <a:pt x="209410" y="882882"/>
                  </a:lnTo>
                  <a:lnTo>
                    <a:pt x="226203" y="871227"/>
                  </a:lnTo>
                  <a:lnTo>
                    <a:pt x="247382" y="857066"/>
                  </a:lnTo>
                  <a:lnTo>
                    <a:pt x="279088" y="843281"/>
                  </a:lnTo>
                  <a:lnTo>
                    <a:pt x="310418" y="828869"/>
                  </a:lnTo>
                  <a:lnTo>
                    <a:pt x="324204" y="823230"/>
                  </a:lnTo>
                  <a:lnTo>
                    <a:pt x="335482" y="818342"/>
                  </a:lnTo>
                  <a:lnTo>
                    <a:pt x="338615" y="816838"/>
                  </a:lnTo>
                  <a:lnTo>
                    <a:pt x="342250" y="815334"/>
                  </a:lnTo>
                  <a:lnTo>
                    <a:pt x="364682" y="805559"/>
                  </a:lnTo>
                  <a:lnTo>
                    <a:pt x="366938" y="804557"/>
                  </a:lnTo>
                  <a:lnTo>
                    <a:pt x="374206" y="801299"/>
                  </a:lnTo>
                  <a:lnTo>
                    <a:pt x="375084" y="800923"/>
                  </a:lnTo>
                  <a:lnTo>
                    <a:pt x="382979" y="797539"/>
                  </a:lnTo>
                  <a:lnTo>
                    <a:pt x="417693" y="782751"/>
                  </a:lnTo>
                  <a:lnTo>
                    <a:pt x="418319" y="782500"/>
                  </a:lnTo>
                  <a:lnTo>
                    <a:pt x="442882" y="772099"/>
                  </a:lnTo>
                  <a:lnTo>
                    <a:pt x="447018" y="770344"/>
                  </a:lnTo>
                  <a:lnTo>
                    <a:pt x="451654" y="768465"/>
                  </a:lnTo>
                  <a:lnTo>
                    <a:pt x="463184" y="763452"/>
                  </a:lnTo>
                  <a:lnTo>
                    <a:pt x="464813" y="762825"/>
                  </a:lnTo>
                  <a:lnTo>
                    <a:pt x="501407" y="747160"/>
                  </a:lnTo>
                  <a:lnTo>
                    <a:pt x="513312" y="742147"/>
                  </a:lnTo>
                  <a:lnTo>
                    <a:pt x="524842" y="737134"/>
                  </a:lnTo>
                  <a:lnTo>
                    <a:pt x="527097" y="736257"/>
                  </a:lnTo>
                  <a:lnTo>
                    <a:pt x="531609" y="734377"/>
                  </a:lnTo>
                  <a:lnTo>
                    <a:pt x="573842" y="717459"/>
                  </a:lnTo>
                  <a:lnTo>
                    <a:pt x="580484" y="714702"/>
                  </a:lnTo>
                  <a:lnTo>
                    <a:pt x="619333" y="699288"/>
                  </a:lnTo>
                  <a:lnTo>
                    <a:pt x="671592" y="678359"/>
                  </a:lnTo>
                  <a:lnTo>
                    <a:pt x="671843" y="678234"/>
                  </a:lnTo>
                  <a:lnTo>
                    <a:pt x="690390" y="670840"/>
                  </a:lnTo>
                  <a:lnTo>
                    <a:pt x="694526" y="669211"/>
                  </a:lnTo>
                  <a:lnTo>
                    <a:pt x="708311" y="663697"/>
                  </a:lnTo>
                  <a:lnTo>
                    <a:pt x="722597" y="657932"/>
                  </a:lnTo>
                  <a:lnTo>
                    <a:pt x="726733" y="656303"/>
                  </a:lnTo>
                  <a:lnTo>
                    <a:pt x="733375" y="653671"/>
                  </a:lnTo>
                  <a:lnTo>
                    <a:pt x="752549" y="646026"/>
                  </a:lnTo>
                  <a:lnTo>
                    <a:pt x="755306" y="644899"/>
                  </a:lnTo>
                  <a:lnTo>
                    <a:pt x="735380" y="596274"/>
                  </a:lnTo>
                  <a:lnTo>
                    <a:pt x="734377" y="596901"/>
                  </a:lnTo>
                  <a:lnTo>
                    <a:pt x="733751" y="597277"/>
                  </a:lnTo>
                  <a:lnTo>
                    <a:pt x="727610" y="580609"/>
                  </a:lnTo>
                  <a:lnTo>
                    <a:pt x="722597" y="568453"/>
                  </a:lnTo>
                  <a:lnTo>
                    <a:pt x="719339" y="560307"/>
                  </a:lnTo>
                  <a:lnTo>
                    <a:pt x="712822" y="545394"/>
                  </a:lnTo>
                  <a:lnTo>
                    <a:pt x="709564" y="537750"/>
                  </a:lnTo>
                  <a:lnTo>
                    <a:pt x="704551" y="526471"/>
                  </a:lnTo>
                  <a:lnTo>
                    <a:pt x="701669" y="520581"/>
                  </a:lnTo>
                  <a:lnTo>
                    <a:pt x="699162" y="517197"/>
                  </a:lnTo>
                  <a:lnTo>
                    <a:pt x="696656" y="512184"/>
                  </a:lnTo>
                  <a:lnTo>
                    <a:pt x="692144" y="499151"/>
                  </a:lnTo>
                  <a:lnTo>
                    <a:pt x="689262" y="486744"/>
                  </a:lnTo>
                  <a:lnTo>
                    <a:pt x="688510" y="483611"/>
                  </a:lnTo>
                  <a:lnTo>
                    <a:pt x="693147" y="482358"/>
                  </a:lnTo>
                  <a:lnTo>
                    <a:pt x="696155" y="481481"/>
                  </a:lnTo>
                  <a:lnTo>
                    <a:pt x="693899" y="472959"/>
                  </a:lnTo>
                  <a:lnTo>
                    <a:pt x="692896" y="469199"/>
                  </a:lnTo>
                  <a:lnTo>
                    <a:pt x="692520" y="464813"/>
                  </a:lnTo>
                  <a:lnTo>
                    <a:pt x="692520" y="464312"/>
                  </a:lnTo>
                  <a:lnTo>
                    <a:pt x="692270" y="462683"/>
                  </a:lnTo>
                  <a:lnTo>
                    <a:pt x="692270" y="460928"/>
                  </a:lnTo>
                  <a:lnTo>
                    <a:pt x="692520" y="450652"/>
                  </a:lnTo>
                  <a:lnTo>
                    <a:pt x="692520" y="450401"/>
                  </a:lnTo>
                  <a:lnTo>
                    <a:pt x="683748" y="448647"/>
                  </a:lnTo>
                  <a:lnTo>
                    <a:pt x="682996" y="448521"/>
                  </a:lnTo>
                  <a:lnTo>
                    <a:pt x="681242" y="448020"/>
                  </a:lnTo>
                  <a:lnTo>
                    <a:pt x="680364" y="446892"/>
                  </a:lnTo>
                  <a:lnTo>
                    <a:pt x="678860" y="442631"/>
                  </a:lnTo>
                  <a:lnTo>
                    <a:pt x="677858" y="442255"/>
                  </a:lnTo>
                  <a:lnTo>
                    <a:pt x="662193" y="444511"/>
                  </a:lnTo>
                  <a:lnTo>
                    <a:pt x="640512" y="447644"/>
                  </a:lnTo>
                  <a:lnTo>
                    <a:pt x="628231" y="449524"/>
                  </a:lnTo>
                  <a:lnTo>
                    <a:pt x="624973" y="450151"/>
                  </a:lnTo>
                  <a:lnTo>
                    <a:pt x="623594" y="450401"/>
                  </a:lnTo>
                  <a:lnTo>
                    <a:pt x="607177" y="452908"/>
                  </a:lnTo>
                  <a:lnTo>
                    <a:pt x="607302" y="453409"/>
                  </a:lnTo>
                  <a:lnTo>
                    <a:pt x="595773" y="455414"/>
                  </a:lnTo>
                  <a:lnTo>
                    <a:pt x="595773" y="454787"/>
                  </a:lnTo>
                  <a:lnTo>
                    <a:pt x="594269" y="455038"/>
                  </a:lnTo>
                  <a:lnTo>
                    <a:pt x="535870" y="464312"/>
                  </a:lnTo>
                  <a:lnTo>
                    <a:pt x="536246" y="463560"/>
                  </a:lnTo>
                  <a:lnTo>
                    <a:pt x="537123" y="461429"/>
                  </a:lnTo>
                  <a:lnTo>
                    <a:pt x="538000" y="459675"/>
                  </a:lnTo>
                  <a:lnTo>
                    <a:pt x="539003" y="457920"/>
                  </a:lnTo>
                  <a:lnTo>
                    <a:pt x="540131" y="455915"/>
                  </a:lnTo>
                  <a:lnTo>
                    <a:pt x="540883" y="454787"/>
                  </a:lnTo>
                  <a:lnTo>
                    <a:pt x="542011" y="452406"/>
                  </a:lnTo>
                  <a:lnTo>
                    <a:pt x="544768" y="448521"/>
                  </a:lnTo>
                  <a:lnTo>
                    <a:pt x="545519" y="447644"/>
                  </a:lnTo>
                  <a:lnTo>
                    <a:pt x="548652" y="443885"/>
                  </a:lnTo>
                  <a:lnTo>
                    <a:pt x="549530" y="443258"/>
                  </a:lnTo>
                  <a:lnTo>
                    <a:pt x="550407" y="442255"/>
                  </a:lnTo>
                  <a:lnTo>
                    <a:pt x="551410" y="441128"/>
                  </a:lnTo>
                  <a:lnTo>
                    <a:pt x="552036" y="440376"/>
                  </a:lnTo>
                  <a:lnTo>
                    <a:pt x="552663" y="439248"/>
                  </a:lnTo>
                  <a:lnTo>
                    <a:pt x="555294" y="434360"/>
                  </a:lnTo>
                  <a:lnTo>
                    <a:pt x="557300" y="433358"/>
                  </a:lnTo>
                  <a:lnTo>
                    <a:pt x="558678" y="432731"/>
                  </a:lnTo>
                  <a:lnTo>
                    <a:pt x="561059" y="429723"/>
                  </a:lnTo>
                  <a:lnTo>
                    <a:pt x="562688" y="427969"/>
                  </a:lnTo>
                  <a:lnTo>
                    <a:pt x="563942" y="422956"/>
                  </a:lnTo>
                  <a:lnTo>
                    <a:pt x="564443" y="421828"/>
                  </a:lnTo>
                  <a:lnTo>
                    <a:pt x="565571" y="419322"/>
                  </a:lnTo>
                  <a:lnTo>
                    <a:pt x="566699" y="418445"/>
                  </a:lnTo>
                  <a:lnTo>
                    <a:pt x="567952" y="417567"/>
                  </a:lnTo>
                  <a:lnTo>
                    <a:pt x="568328" y="416189"/>
                  </a:lnTo>
                  <a:lnTo>
                    <a:pt x="568453" y="415312"/>
                  </a:lnTo>
                  <a:lnTo>
                    <a:pt x="568328" y="414434"/>
                  </a:lnTo>
                  <a:lnTo>
                    <a:pt x="567701" y="413306"/>
                  </a:lnTo>
                  <a:lnTo>
                    <a:pt x="567200" y="411427"/>
                  </a:lnTo>
                  <a:lnTo>
                    <a:pt x="568704" y="410173"/>
                  </a:lnTo>
                  <a:lnTo>
                    <a:pt x="569706" y="409296"/>
                  </a:lnTo>
                  <a:lnTo>
                    <a:pt x="570834" y="408419"/>
                  </a:lnTo>
                  <a:lnTo>
                    <a:pt x="571461" y="407542"/>
                  </a:lnTo>
                  <a:lnTo>
                    <a:pt x="572463" y="407166"/>
                  </a:lnTo>
                  <a:lnTo>
                    <a:pt x="573341" y="406790"/>
                  </a:lnTo>
                  <a:lnTo>
                    <a:pt x="574469" y="406414"/>
                  </a:lnTo>
                  <a:lnTo>
                    <a:pt x="576348" y="406038"/>
                  </a:lnTo>
                  <a:lnTo>
                    <a:pt x="577100" y="406163"/>
                  </a:lnTo>
                  <a:lnTo>
                    <a:pt x="578103" y="406163"/>
                  </a:lnTo>
                  <a:lnTo>
                    <a:pt x="579481" y="406163"/>
                  </a:lnTo>
                  <a:lnTo>
                    <a:pt x="580359" y="406038"/>
                  </a:lnTo>
                  <a:lnTo>
                    <a:pt x="581737" y="405537"/>
                  </a:lnTo>
                  <a:lnTo>
                    <a:pt x="582614" y="403281"/>
                  </a:lnTo>
                  <a:lnTo>
                    <a:pt x="587251" y="402529"/>
                  </a:lnTo>
                  <a:lnTo>
                    <a:pt x="589256" y="402028"/>
                  </a:lnTo>
                  <a:lnTo>
                    <a:pt x="593893" y="400774"/>
                  </a:lnTo>
                  <a:lnTo>
                    <a:pt x="597653" y="400649"/>
                  </a:lnTo>
                  <a:lnTo>
                    <a:pt x="599157" y="401401"/>
                  </a:lnTo>
                  <a:lnTo>
                    <a:pt x="600911" y="402529"/>
                  </a:lnTo>
                  <a:lnTo>
                    <a:pt x="603919" y="403030"/>
                  </a:lnTo>
                  <a:lnTo>
                    <a:pt x="606551" y="401652"/>
                  </a:lnTo>
                  <a:lnTo>
                    <a:pt x="609433" y="400398"/>
                  </a:lnTo>
                  <a:lnTo>
                    <a:pt x="611438" y="401401"/>
                  </a:lnTo>
                  <a:lnTo>
                    <a:pt x="612315" y="402278"/>
                  </a:lnTo>
                  <a:lnTo>
                    <a:pt x="614320" y="402153"/>
                  </a:lnTo>
                  <a:lnTo>
                    <a:pt x="616701" y="402028"/>
                  </a:lnTo>
                  <a:lnTo>
                    <a:pt x="618957" y="401276"/>
                  </a:lnTo>
                  <a:lnTo>
                    <a:pt x="621965" y="400900"/>
                  </a:lnTo>
                  <a:lnTo>
                    <a:pt x="624847" y="398769"/>
                  </a:lnTo>
                  <a:lnTo>
                    <a:pt x="628607" y="397767"/>
                  </a:lnTo>
                  <a:lnTo>
                    <a:pt x="631865" y="397767"/>
                  </a:lnTo>
                  <a:lnTo>
                    <a:pt x="636377" y="398143"/>
                  </a:lnTo>
                  <a:lnTo>
                    <a:pt x="638883" y="397391"/>
                  </a:lnTo>
                  <a:lnTo>
                    <a:pt x="641766" y="395135"/>
                  </a:lnTo>
                  <a:lnTo>
                    <a:pt x="643019" y="394383"/>
                  </a:lnTo>
                  <a:lnTo>
                    <a:pt x="643896" y="394007"/>
                  </a:lnTo>
                  <a:lnTo>
                    <a:pt x="645024" y="393506"/>
                  </a:lnTo>
                  <a:lnTo>
                    <a:pt x="645525" y="393255"/>
                  </a:lnTo>
                  <a:lnTo>
                    <a:pt x="647405" y="391751"/>
                  </a:lnTo>
                  <a:lnTo>
                    <a:pt x="648032" y="391250"/>
                  </a:lnTo>
                  <a:lnTo>
                    <a:pt x="648533" y="390999"/>
                  </a:lnTo>
                  <a:lnTo>
                    <a:pt x="649786" y="390373"/>
                  </a:lnTo>
                  <a:lnTo>
                    <a:pt x="650914" y="389871"/>
                  </a:lnTo>
                  <a:lnTo>
                    <a:pt x="651791" y="389871"/>
                  </a:lnTo>
                  <a:lnTo>
                    <a:pt x="653044" y="389621"/>
                  </a:lnTo>
                  <a:lnTo>
                    <a:pt x="653796" y="389370"/>
                  </a:lnTo>
                  <a:lnTo>
                    <a:pt x="654423" y="389120"/>
                  </a:lnTo>
                  <a:lnTo>
                    <a:pt x="654799" y="388994"/>
                  </a:lnTo>
                  <a:lnTo>
                    <a:pt x="655676" y="388869"/>
                  </a:lnTo>
                  <a:lnTo>
                    <a:pt x="657807" y="388368"/>
                  </a:lnTo>
                  <a:lnTo>
                    <a:pt x="659185" y="388117"/>
                  </a:lnTo>
                  <a:lnTo>
                    <a:pt x="660313" y="387992"/>
                  </a:lnTo>
                  <a:lnTo>
                    <a:pt x="661065" y="387741"/>
                  </a:lnTo>
                  <a:lnTo>
                    <a:pt x="662694" y="387616"/>
                  </a:lnTo>
                  <a:lnTo>
                    <a:pt x="664449" y="387365"/>
                  </a:lnTo>
                  <a:lnTo>
                    <a:pt x="666579" y="387365"/>
                  </a:lnTo>
                  <a:lnTo>
                    <a:pt x="669712" y="387240"/>
                  </a:lnTo>
                  <a:lnTo>
                    <a:pt x="676855" y="385235"/>
                  </a:lnTo>
                  <a:lnTo>
                    <a:pt x="679111" y="384232"/>
                  </a:lnTo>
                  <a:lnTo>
                    <a:pt x="681492" y="383480"/>
                  </a:lnTo>
                  <a:lnTo>
                    <a:pt x="682244" y="383480"/>
                  </a:lnTo>
                  <a:lnTo>
                    <a:pt x="683497" y="383355"/>
                  </a:lnTo>
                  <a:lnTo>
                    <a:pt x="686004" y="382854"/>
                  </a:lnTo>
                  <a:lnTo>
                    <a:pt x="688385" y="382728"/>
                  </a:lnTo>
                  <a:lnTo>
                    <a:pt x="690265" y="383229"/>
                  </a:lnTo>
                  <a:lnTo>
                    <a:pt x="692646" y="383605"/>
                  </a:lnTo>
                  <a:lnTo>
                    <a:pt x="693648" y="383605"/>
                  </a:lnTo>
                  <a:lnTo>
                    <a:pt x="695277" y="383480"/>
                  </a:lnTo>
                  <a:lnTo>
                    <a:pt x="696907" y="382854"/>
                  </a:lnTo>
                  <a:lnTo>
                    <a:pt x="698410" y="382227"/>
                  </a:lnTo>
                  <a:lnTo>
                    <a:pt x="699162" y="381726"/>
                  </a:lnTo>
                  <a:lnTo>
                    <a:pt x="700416" y="381099"/>
                  </a:lnTo>
                  <a:lnTo>
                    <a:pt x="702421" y="380723"/>
                  </a:lnTo>
                  <a:lnTo>
                    <a:pt x="710191" y="380347"/>
                  </a:lnTo>
                  <a:lnTo>
                    <a:pt x="711569" y="380598"/>
                  </a:lnTo>
                  <a:lnTo>
                    <a:pt x="714201" y="381600"/>
                  </a:lnTo>
                  <a:lnTo>
                    <a:pt x="715579" y="381976"/>
                  </a:lnTo>
                  <a:lnTo>
                    <a:pt x="716331" y="382102"/>
                  </a:lnTo>
                  <a:lnTo>
                    <a:pt x="717459" y="382102"/>
                  </a:lnTo>
                  <a:lnTo>
                    <a:pt x="719715" y="381726"/>
                  </a:lnTo>
                  <a:lnTo>
                    <a:pt x="721219" y="380974"/>
                  </a:lnTo>
                  <a:lnTo>
                    <a:pt x="723600" y="379971"/>
                  </a:lnTo>
                  <a:lnTo>
                    <a:pt x="724352" y="379971"/>
                  </a:lnTo>
                  <a:lnTo>
                    <a:pt x="724602" y="379971"/>
                  </a:lnTo>
                  <a:lnTo>
                    <a:pt x="725730" y="380472"/>
                  </a:lnTo>
                  <a:lnTo>
                    <a:pt x="727109" y="381224"/>
                  </a:lnTo>
                  <a:lnTo>
                    <a:pt x="728111" y="381851"/>
                  </a:lnTo>
                  <a:lnTo>
                    <a:pt x="729490" y="381976"/>
                  </a:lnTo>
                  <a:lnTo>
                    <a:pt x="730618" y="381976"/>
                  </a:lnTo>
                  <a:lnTo>
                    <a:pt x="732372" y="381224"/>
                  </a:lnTo>
                  <a:lnTo>
                    <a:pt x="732999" y="380848"/>
                  </a:lnTo>
                  <a:lnTo>
                    <a:pt x="734628" y="379721"/>
                  </a:lnTo>
                  <a:lnTo>
                    <a:pt x="737886" y="379345"/>
                  </a:lnTo>
                  <a:lnTo>
                    <a:pt x="741897" y="379971"/>
                  </a:lnTo>
                  <a:lnTo>
                    <a:pt x="743776" y="379595"/>
                  </a:lnTo>
                  <a:lnTo>
                    <a:pt x="746032" y="379219"/>
                  </a:lnTo>
                  <a:lnTo>
                    <a:pt x="747787" y="379219"/>
                  </a:lnTo>
                  <a:lnTo>
                    <a:pt x="749291" y="379595"/>
                  </a:lnTo>
                  <a:lnTo>
                    <a:pt x="751672" y="379971"/>
                  </a:lnTo>
                  <a:lnTo>
                    <a:pt x="752925" y="380347"/>
                  </a:lnTo>
                  <a:lnTo>
                    <a:pt x="754805" y="380598"/>
                  </a:lnTo>
                  <a:lnTo>
                    <a:pt x="756810" y="380472"/>
                  </a:lnTo>
                  <a:lnTo>
                    <a:pt x="759191" y="380472"/>
                  </a:lnTo>
                  <a:lnTo>
                    <a:pt x="760193" y="380598"/>
                  </a:lnTo>
                  <a:lnTo>
                    <a:pt x="761572" y="380723"/>
                  </a:lnTo>
                  <a:lnTo>
                    <a:pt x="762324" y="380723"/>
                  </a:lnTo>
                  <a:lnTo>
                    <a:pt x="763076" y="380598"/>
                  </a:lnTo>
                  <a:lnTo>
                    <a:pt x="764454" y="380472"/>
                  </a:lnTo>
                  <a:lnTo>
                    <a:pt x="768339" y="380598"/>
                  </a:lnTo>
                  <a:lnTo>
                    <a:pt x="769718" y="380598"/>
                  </a:lnTo>
                  <a:lnTo>
                    <a:pt x="770720" y="380723"/>
                  </a:lnTo>
                  <a:lnTo>
                    <a:pt x="771472" y="381099"/>
                  </a:lnTo>
                  <a:lnTo>
                    <a:pt x="772099" y="381475"/>
                  </a:lnTo>
                  <a:lnTo>
                    <a:pt x="772725" y="381851"/>
                  </a:lnTo>
                  <a:lnTo>
                    <a:pt x="773728" y="381976"/>
                  </a:lnTo>
                  <a:lnTo>
                    <a:pt x="776234" y="381976"/>
                  </a:lnTo>
                  <a:lnTo>
                    <a:pt x="777864" y="381976"/>
                  </a:lnTo>
                  <a:lnTo>
                    <a:pt x="779367" y="381600"/>
                  </a:lnTo>
                  <a:lnTo>
                    <a:pt x="781373" y="380472"/>
                  </a:lnTo>
                  <a:lnTo>
                    <a:pt x="782250" y="379721"/>
                  </a:lnTo>
                  <a:lnTo>
                    <a:pt x="783002" y="379470"/>
                  </a:lnTo>
                  <a:lnTo>
                    <a:pt x="786385" y="377590"/>
                  </a:lnTo>
                  <a:lnTo>
                    <a:pt x="791273" y="376462"/>
                  </a:lnTo>
                  <a:lnTo>
                    <a:pt x="791524" y="376587"/>
                  </a:lnTo>
                  <a:lnTo>
                    <a:pt x="793905" y="376713"/>
                  </a:lnTo>
                  <a:lnTo>
                    <a:pt x="813580" y="379971"/>
                  </a:lnTo>
                  <a:lnTo>
                    <a:pt x="831877" y="378969"/>
                  </a:lnTo>
                  <a:lnTo>
                    <a:pt x="849171" y="378843"/>
                  </a:lnTo>
                  <a:lnTo>
                    <a:pt x="859949" y="378969"/>
                  </a:lnTo>
                  <a:lnTo>
                    <a:pt x="868846" y="378843"/>
                  </a:lnTo>
                  <a:lnTo>
                    <a:pt x="888396" y="385109"/>
                  </a:lnTo>
                  <a:lnTo>
                    <a:pt x="904939" y="384483"/>
                  </a:lnTo>
                  <a:lnTo>
                    <a:pt x="918473" y="380096"/>
                  </a:lnTo>
                  <a:lnTo>
                    <a:pt x="923987" y="379721"/>
                  </a:lnTo>
                  <a:lnTo>
                    <a:pt x="939652" y="378217"/>
                  </a:lnTo>
                  <a:lnTo>
                    <a:pt x="940404" y="378342"/>
                  </a:lnTo>
                  <a:lnTo>
                    <a:pt x="948049" y="378843"/>
                  </a:lnTo>
                  <a:lnTo>
                    <a:pt x="956445" y="379219"/>
                  </a:lnTo>
                  <a:lnTo>
                    <a:pt x="964340" y="378969"/>
                  </a:lnTo>
                  <a:lnTo>
                    <a:pt x="974617" y="376587"/>
                  </a:lnTo>
                  <a:lnTo>
                    <a:pt x="979128" y="374958"/>
                  </a:lnTo>
                  <a:lnTo>
                    <a:pt x="994292" y="369068"/>
                  </a:lnTo>
                  <a:lnTo>
                    <a:pt x="1002062" y="367815"/>
                  </a:lnTo>
                  <a:lnTo>
                    <a:pt x="1008328" y="367690"/>
                  </a:lnTo>
                  <a:lnTo>
                    <a:pt x="1024996" y="364807"/>
                  </a:lnTo>
                  <a:lnTo>
                    <a:pt x="1037152" y="361173"/>
                  </a:lnTo>
                  <a:lnTo>
                    <a:pt x="1048932" y="356912"/>
                  </a:lnTo>
                  <a:lnTo>
                    <a:pt x="1061088" y="355158"/>
                  </a:lnTo>
                  <a:lnTo>
                    <a:pt x="1065223" y="354656"/>
                  </a:lnTo>
                  <a:lnTo>
                    <a:pt x="1071615" y="351649"/>
                  </a:lnTo>
                  <a:lnTo>
                    <a:pt x="1079635" y="349268"/>
                  </a:lnTo>
                  <a:lnTo>
                    <a:pt x="1081014" y="348390"/>
                  </a:lnTo>
                  <a:lnTo>
                    <a:pt x="1081390" y="348140"/>
                  </a:lnTo>
                  <a:lnTo>
                    <a:pt x="1084397" y="344004"/>
                  </a:lnTo>
                  <a:lnTo>
                    <a:pt x="1092919" y="337989"/>
                  </a:lnTo>
                  <a:lnTo>
                    <a:pt x="1099687" y="335106"/>
                  </a:lnTo>
                  <a:lnTo>
                    <a:pt x="1107331" y="332725"/>
                  </a:lnTo>
                  <a:lnTo>
                    <a:pt x="1121618" y="330219"/>
                  </a:lnTo>
                  <a:lnTo>
                    <a:pt x="1129513" y="327963"/>
                  </a:lnTo>
                  <a:lnTo>
                    <a:pt x="1160718" y="316684"/>
                  </a:lnTo>
                  <a:lnTo>
                    <a:pt x="1177761" y="305781"/>
                  </a:lnTo>
                  <a:lnTo>
                    <a:pt x="1194930" y="293124"/>
                  </a:lnTo>
                  <a:lnTo>
                    <a:pt x="1202700" y="288613"/>
                  </a:lnTo>
                  <a:lnTo>
                    <a:pt x="1219493" y="279715"/>
                  </a:lnTo>
                  <a:lnTo>
                    <a:pt x="1232276" y="272822"/>
                  </a:lnTo>
                  <a:lnTo>
                    <a:pt x="1237539" y="271945"/>
                  </a:lnTo>
                  <a:lnTo>
                    <a:pt x="1243429" y="268937"/>
                  </a:lnTo>
                  <a:lnTo>
                    <a:pt x="1246938" y="268311"/>
                  </a:lnTo>
                  <a:lnTo>
                    <a:pt x="1248693" y="267057"/>
                  </a:lnTo>
                  <a:lnTo>
                    <a:pt x="1252076" y="265554"/>
                  </a:lnTo>
                  <a:lnTo>
                    <a:pt x="1253204" y="265178"/>
                  </a:lnTo>
                  <a:lnTo>
                    <a:pt x="1262478" y="261042"/>
                  </a:lnTo>
                  <a:lnTo>
                    <a:pt x="1263606" y="260917"/>
                  </a:lnTo>
                  <a:lnTo>
                    <a:pt x="1264984" y="260791"/>
                  </a:lnTo>
                  <a:lnTo>
                    <a:pt x="1268619" y="261293"/>
                  </a:lnTo>
                  <a:lnTo>
                    <a:pt x="1276012" y="260165"/>
                  </a:lnTo>
                  <a:lnTo>
                    <a:pt x="1283782" y="259413"/>
                  </a:lnTo>
                  <a:lnTo>
                    <a:pt x="1288670" y="258912"/>
                  </a:lnTo>
                  <a:lnTo>
                    <a:pt x="1293307" y="259037"/>
                  </a:lnTo>
                  <a:lnTo>
                    <a:pt x="1298695" y="259789"/>
                  </a:lnTo>
                  <a:lnTo>
                    <a:pt x="1311603" y="259789"/>
                  </a:lnTo>
                  <a:lnTo>
                    <a:pt x="1317995" y="258410"/>
                  </a:lnTo>
                  <a:lnTo>
                    <a:pt x="1324261" y="259037"/>
                  </a:lnTo>
                  <a:lnTo>
                    <a:pt x="1328898" y="258661"/>
                  </a:lnTo>
                  <a:lnTo>
                    <a:pt x="1334412" y="258160"/>
                  </a:lnTo>
                  <a:lnTo>
                    <a:pt x="1337670" y="258160"/>
                  </a:lnTo>
                  <a:lnTo>
                    <a:pt x="1361982" y="252520"/>
                  </a:lnTo>
                  <a:lnTo>
                    <a:pt x="1405218" y="238108"/>
                  </a:lnTo>
                  <a:lnTo>
                    <a:pt x="1438553" y="230088"/>
                  </a:lnTo>
                  <a:lnTo>
                    <a:pt x="1493569" y="216679"/>
                  </a:lnTo>
                  <a:lnTo>
                    <a:pt x="1511114" y="212418"/>
                  </a:lnTo>
                  <a:lnTo>
                    <a:pt x="1521766" y="210413"/>
                  </a:lnTo>
                  <a:lnTo>
                    <a:pt x="1539311" y="207280"/>
                  </a:lnTo>
                  <a:lnTo>
                    <a:pt x="1550464" y="206277"/>
                  </a:lnTo>
                  <a:lnTo>
                    <a:pt x="1605981" y="197505"/>
                  </a:lnTo>
                  <a:lnTo>
                    <a:pt x="1643201" y="186226"/>
                  </a:lnTo>
                  <a:lnTo>
                    <a:pt x="1681424" y="179834"/>
                  </a:lnTo>
                  <a:lnTo>
                    <a:pt x="1687941" y="179584"/>
                  </a:lnTo>
                  <a:lnTo>
                    <a:pt x="1709747" y="178706"/>
                  </a:lnTo>
                  <a:lnTo>
                    <a:pt x="1717642" y="177955"/>
                  </a:lnTo>
                  <a:lnTo>
                    <a:pt x="1724284" y="177328"/>
                  </a:lnTo>
                  <a:lnTo>
                    <a:pt x="1725286" y="177203"/>
                  </a:lnTo>
                  <a:lnTo>
                    <a:pt x="1730424" y="176576"/>
                  </a:lnTo>
                  <a:lnTo>
                    <a:pt x="1751729" y="174320"/>
                  </a:lnTo>
                  <a:lnTo>
                    <a:pt x="1768271" y="171563"/>
                  </a:lnTo>
                  <a:lnTo>
                    <a:pt x="1777670" y="169934"/>
                  </a:lnTo>
                  <a:lnTo>
                    <a:pt x="1788573" y="168054"/>
                  </a:lnTo>
                  <a:lnTo>
                    <a:pt x="1796594" y="166676"/>
                  </a:lnTo>
                  <a:lnTo>
                    <a:pt x="1805115" y="165297"/>
                  </a:lnTo>
                  <a:lnTo>
                    <a:pt x="1835192" y="164796"/>
                  </a:lnTo>
                  <a:lnTo>
                    <a:pt x="1849479" y="162540"/>
                  </a:lnTo>
                  <a:lnTo>
                    <a:pt x="1861259" y="160535"/>
                  </a:lnTo>
                  <a:lnTo>
                    <a:pt x="1876172" y="153768"/>
                  </a:lnTo>
                  <a:lnTo>
                    <a:pt x="1884067" y="150259"/>
                  </a:lnTo>
                  <a:lnTo>
                    <a:pt x="1885070" y="149757"/>
                  </a:lnTo>
                  <a:lnTo>
                    <a:pt x="1906249" y="142489"/>
                  </a:lnTo>
                  <a:lnTo>
                    <a:pt x="1926927" y="132213"/>
                  </a:lnTo>
                  <a:lnTo>
                    <a:pt x="1930561" y="130333"/>
                  </a:lnTo>
                  <a:lnTo>
                    <a:pt x="1936201" y="126072"/>
                  </a:lnTo>
                  <a:lnTo>
                    <a:pt x="1949109" y="116172"/>
                  </a:lnTo>
                  <a:lnTo>
                    <a:pt x="1955375" y="102762"/>
                  </a:lnTo>
                  <a:lnTo>
                    <a:pt x="1965526" y="90606"/>
                  </a:lnTo>
                  <a:lnTo>
                    <a:pt x="1973922" y="80330"/>
                  </a:lnTo>
                  <a:lnTo>
                    <a:pt x="1974298" y="66921"/>
                  </a:lnTo>
                  <a:lnTo>
                    <a:pt x="1976930" y="56143"/>
                  </a:lnTo>
                  <a:lnTo>
                    <a:pt x="1980188" y="50002"/>
                  </a:lnTo>
                  <a:lnTo>
                    <a:pt x="1980313" y="49626"/>
                  </a:lnTo>
                  <a:lnTo>
                    <a:pt x="1981817" y="46619"/>
                  </a:lnTo>
                  <a:lnTo>
                    <a:pt x="1985452" y="34087"/>
                  </a:lnTo>
                  <a:lnTo>
                    <a:pt x="1990715" y="24437"/>
                  </a:lnTo>
                  <a:lnTo>
                    <a:pt x="1991091" y="23685"/>
                  </a:lnTo>
                  <a:lnTo>
                    <a:pt x="2000490" y="14161"/>
                  </a:lnTo>
                  <a:lnTo>
                    <a:pt x="2004751" y="9900"/>
                  </a:lnTo>
                  <a:lnTo>
                    <a:pt x="2007257" y="7268"/>
                  </a:lnTo>
                  <a:lnTo>
                    <a:pt x="2010140" y="4511"/>
                  </a:lnTo>
                  <a:lnTo>
                    <a:pt x="2012020" y="2506"/>
                  </a:lnTo>
                  <a:lnTo>
                    <a:pt x="2014526" y="0"/>
                  </a:lnTo>
                  <a:close/>
                </a:path>
              </a:pathLst>
            </a:custGeom>
            <a:ln w="21138" cap="flat">
              <a:solidFill>
                <a:srgbClr val="171A1F">
                  <a:alpha val="100000"/>
                </a:srgbClr>
              </a:solidFill>
              <a:prstDash val="solid"/>
              <a:round/>
            </a:ln>
          </p:spPr>
          <p:txBody>
            <a:bodyPr/>
            <a:lstStyle/>
            <a:p/>
          </p:txBody>
        </p:sp>
        <p:sp>
          <p:nvSpPr>
            <p:cNvPr id="536" name="pg535"/>
            <p:cNvSpPr/>
            <p:nvPr/>
          </p:nvSpPr>
          <p:spPr>
            <a:xfrm>
              <a:off x="3439157" y="4976954"/>
              <a:ext cx="845411" cy="963964"/>
            </a:xfrm>
            <a:custGeom>
              <a:avLst/>
              <a:pathLst>
                <a:path w="845411" h="963964">
                  <a:moveTo>
                    <a:pt x="257909" y="501"/>
                  </a:moveTo>
                  <a:lnTo>
                    <a:pt x="258536" y="877"/>
                  </a:lnTo>
                  <a:lnTo>
                    <a:pt x="261543" y="2506"/>
                  </a:lnTo>
                  <a:lnTo>
                    <a:pt x="264175" y="3884"/>
                  </a:lnTo>
                  <a:lnTo>
                    <a:pt x="264426" y="4010"/>
                  </a:lnTo>
                  <a:lnTo>
                    <a:pt x="264676" y="4135"/>
                  </a:lnTo>
                  <a:lnTo>
                    <a:pt x="268185" y="6015"/>
                  </a:lnTo>
                  <a:lnTo>
                    <a:pt x="268436" y="6140"/>
                  </a:lnTo>
                  <a:lnTo>
                    <a:pt x="268687" y="6391"/>
                  </a:lnTo>
                  <a:lnTo>
                    <a:pt x="271318" y="7769"/>
                  </a:lnTo>
                  <a:lnTo>
                    <a:pt x="272822" y="8521"/>
                  </a:lnTo>
                  <a:lnTo>
                    <a:pt x="273323" y="8897"/>
                  </a:lnTo>
                  <a:lnTo>
                    <a:pt x="276206" y="10401"/>
                  </a:lnTo>
                  <a:lnTo>
                    <a:pt x="278587" y="11654"/>
                  </a:lnTo>
                  <a:lnTo>
                    <a:pt x="279339" y="12156"/>
                  </a:lnTo>
                  <a:lnTo>
                    <a:pt x="282472" y="13785"/>
                  </a:lnTo>
                  <a:lnTo>
                    <a:pt x="283976" y="14537"/>
                  </a:lnTo>
                  <a:lnTo>
                    <a:pt x="287485" y="16542"/>
                  </a:lnTo>
                  <a:lnTo>
                    <a:pt x="288237" y="16918"/>
                  </a:lnTo>
                  <a:lnTo>
                    <a:pt x="288863" y="17294"/>
                  </a:lnTo>
                  <a:lnTo>
                    <a:pt x="289615" y="17670"/>
                  </a:lnTo>
                  <a:lnTo>
                    <a:pt x="298137" y="22432"/>
                  </a:lnTo>
                  <a:lnTo>
                    <a:pt x="320569" y="34713"/>
                  </a:lnTo>
                  <a:lnTo>
                    <a:pt x="334229" y="42232"/>
                  </a:lnTo>
                  <a:lnTo>
                    <a:pt x="383355" y="69176"/>
                  </a:lnTo>
                  <a:lnTo>
                    <a:pt x="405161" y="81082"/>
                  </a:lnTo>
                  <a:lnTo>
                    <a:pt x="405912" y="81458"/>
                  </a:lnTo>
                  <a:lnTo>
                    <a:pt x="404785" y="83087"/>
                  </a:lnTo>
                  <a:lnTo>
                    <a:pt x="404534" y="84090"/>
                  </a:lnTo>
                  <a:lnTo>
                    <a:pt x="403782" y="85969"/>
                  </a:lnTo>
                  <a:lnTo>
                    <a:pt x="403155" y="88100"/>
                  </a:lnTo>
                  <a:lnTo>
                    <a:pt x="402278" y="90982"/>
                  </a:lnTo>
                  <a:lnTo>
                    <a:pt x="401401" y="93614"/>
                  </a:lnTo>
                  <a:lnTo>
                    <a:pt x="401150" y="94491"/>
                  </a:lnTo>
                  <a:lnTo>
                    <a:pt x="400524" y="95744"/>
                  </a:lnTo>
                  <a:lnTo>
                    <a:pt x="399396" y="95494"/>
                  </a:lnTo>
                  <a:lnTo>
                    <a:pt x="395887" y="94992"/>
                  </a:lnTo>
                  <a:lnTo>
                    <a:pt x="395010" y="94867"/>
                  </a:lnTo>
                  <a:lnTo>
                    <a:pt x="390122" y="94115"/>
                  </a:lnTo>
                  <a:lnTo>
                    <a:pt x="389871" y="94115"/>
                  </a:lnTo>
                  <a:lnTo>
                    <a:pt x="386237" y="93489"/>
                  </a:lnTo>
                  <a:lnTo>
                    <a:pt x="378718" y="92361"/>
                  </a:lnTo>
                  <a:lnTo>
                    <a:pt x="378217" y="92235"/>
                  </a:lnTo>
                  <a:lnTo>
                    <a:pt x="377966" y="92611"/>
                  </a:lnTo>
                  <a:lnTo>
                    <a:pt x="377089" y="93739"/>
                  </a:lnTo>
                  <a:lnTo>
                    <a:pt x="373705" y="98125"/>
                  </a:lnTo>
                  <a:lnTo>
                    <a:pt x="371073" y="101384"/>
                  </a:lnTo>
                  <a:lnTo>
                    <a:pt x="366812" y="106898"/>
                  </a:lnTo>
                  <a:lnTo>
                    <a:pt x="362426" y="112663"/>
                  </a:lnTo>
                  <a:lnTo>
                    <a:pt x="360171" y="115420"/>
                  </a:lnTo>
                  <a:lnTo>
                    <a:pt x="359419" y="114918"/>
                  </a:lnTo>
                  <a:lnTo>
                    <a:pt x="356411" y="112913"/>
                  </a:lnTo>
                  <a:lnTo>
                    <a:pt x="352275" y="118929"/>
                  </a:lnTo>
                  <a:lnTo>
                    <a:pt x="349769" y="122688"/>
                  </a:lnTo>
                  <a:lnTo>
                    <a:pt x="349894" y="123190"/>
                  </a:lnTo>
                  <a:lnTo>
                    <a:pt x="350020" y="123691"/>
                  </a:lnTo>
                  <a:lnTo>
                    <a:pt x="349769" y="126448"/>
                  </a:lnTo>
                  <a:lnTo>
                    <a:pt x="346385" y="131837"/>
                  </a:lnTo>
                  <a:lnTo>
                    <a:pt x="344881" y="132338"/>
                  </a:lnTo>
                  <a:lnTo>
                    <a:pt x="344631" y="132338"/>
                  </a:lnTo>
                  <a:lnTo>
                    <a:pt x="336861" y="136975"/>
                  </a:lnTo>
                  <a:lnTo>
                    <a:pt x="334354" y="138479"/>
                  </a:lnTo>
                  <a:lnTo>
                    <a:pt x="329091" y="142614"/>
                  </a:lnTo>
                  <a:lnTo>
                    <a:pt x="324579" y="144619"/>
                  </a:lnTo>
                  <a:lnTo>
                    <a:pt x="324579" y="145371"/>
                  </a:lnTo>
                  <a:lnTo>
                    <a:pt x="324329" y="146875"/>
                  </a:lnTo>
                  <a:lnTo>
                    <a:pt x="323828" y="151512"/>
                  </a:lnTo>
                  <a:lnTo>
                    <a:pt x="323577" y="151763"/>
                  </a:lnTo>
                  <a:lnTo>
                    <a:pt x="321572" y="153642"/>
                  </a:lnTo>
                  <a:lnTo>
                    <a:pt x="320820" y="155021"/>
                  </a:lnTo>
                  <a:lnTo>
                    <a:pt x="320068" y="156274"/>
                  </a:lnTo>
                  <a:lnTo>
                    <a:pt x="319943" y="156650"/>
                  </a:lnTo>
                  <a:lnTo>
                    <a:pt x="319943" y="157653"/>
                  </a:lnTo>
                  <a:lnTo>
                    <a:pt x="320945" y="158279"/>
                  </a:lnTo>
                  <a:lnTo>
                    <a:pt x="326459" y="159532"/>
                  </a:lnTo>
                  <a:lnTo>
                    <a:pt x="330219" y="160034"/>
                  </a:lnTo>
                  <a:lnTo>
                    <a:pt x="332725" y="160284"/>
                  </a:lnTo>
                  <a:lnTo>
                    <a:pt x="333603" y="160410"/>
                  </a:lnTo>
                  <a:lnTo>
                    <a:pt x="337362" y="161036"/>
                  </a:lnTo>
                  <a:lnTo>
                    <a:pt x="345383" y="162164"/>
                  </a:lnTo>
                  <a:lnTo>
                    <a:pt x="351649" y="163292"/>
                  </a:lnTo>
                  <a:lnTo>
                    <a:pt x="357163" y="164044"/>
                  </a:lnTo>
                  <a:lnTo>
                    <a:pt x="360546" y="164671"/>
                  </a:lnTo>
                  <a:lnTo>
                    <a:pt x="361800" y="166049"/>
                  </a:lnTo>
                  <a:lnTo>
                    <a:pt x="364557" y="167929"/>
                  </a:lnTo>
                  <a:lnTo>
                    <a:pt x="364933" y="168180"/>
                  </a:lnTo>
                  <a:lnTo>
                    <a:pt x="367564" y="169934"/>
                  </a:lnTo>
                  <a:lnTo>
                    <a:pt x="367815" y="170059"/>
                  </a:lnTo>
                  <a:lnTo>
                    <a:pt x="368316" y="170435"/>
                  </a:lnTo>
                  <a:lnTo>
                    <a:pt x="369319" y="171313"/>
                  </a:lnTo>
                  <a:lnTo>
                    <a:pt x="369820" y="171814"/>
                  </a:lnTo>
                  <a:lnTo>
                    <a:pt x="372703" y="173568"/>
                  </a:lnTo>
                  <a:lnTo>
                    <a:pt x="374332" y="174571"/>
                  </a:lnTo>
                  <a:lnTo>
                    <a:pt x="374708" y="174822"/>
                  </a:lnTo>
                  <a:lnTo>
                    <a:pt x="375209" y="174947"/>
                  </a:lnTo>
                  <a:lnTo>
                    <a:pt x="375460" y="175072"/>
                  </a:lnTo>
                  <a:lnTo>
                    <a:pt x="376337" y="176576"/>
                  </a:lnTo>
                  <a:lnTo>
                    <a:pt x="377966" y="178080"/>
                  </a:lnTo>
                  <a:lnTo>
                    <a:pt x="387616" y="183970"/>
                  </a:lnTo>
                  <a:lnTo>
                    <a:pt x="401276" y="192116"/>
                  </a:lnTo>
                  <a:lnTo>
                    <a:pt x="404409" y="194246"/>
                  </a:lnTo>
                  <a:lnTo>
                    <a:pt x="405411" y="195374"/>
                  </a:lnTo>
                  <a:lnTo>
                    <a:pt x="404785" y="196001"/>
                  </a:lnTo>
                  <a:lnTo>
                    <a:pt x="404409" y="196251"/>
                  </a:lnTo>
                  <a:lnTo>
                    <a:pt x="405286" y="197254"/>
                  </a:lnTo>
                  <a:lnTo>
                    <a:pt x="408043" y="200136"/>
                  </a:lnTo>
                  <a:lnTo>
                    <a:pt x="410925" y="203395"/>
                  </a:lnTo>
                  <a:lnTo>
                    <a:pt x="415562" y="208658"/>
                  </a:lnTo>
                  <a:lnTo>
                    <a:pt x="417191" y="210413"/>
                  </a:lnTo>
                  <a:lnTo>
                    <a:pt x="421452" y="215175"/>
                  </a:lnTo>
                  <a:lnTo>
                    <a:pt x="424460" y="218558"/>
                  </a:lnTo>
                  <a:lnTo>
                    <a:pt x="426214" y="220814"/>
                  </a:lnTo>
                  <a:lnTo>
                    <a:pt x="427718" y="222945"/>
                  </a:lnTo>
                  <a:lnTo>
                    <a:pt x="429598" y="225702"/>
                  </a:lnTo>
                  <a:lnTo>
                    <a:pt x="433984" y="233096"/>
                  </a:lnTo>
                  <a:lnTo>
                    <a:pt x="441879" y="245126"/>
                  </a:lnTo>
                  <a:lnTo>
                    <a:pt x="442005" y="245377"/>
                  </a:lnTo>
                  <a:lnTo>
                    <a:pt x="442757" y="246129"/>
                  </a:lnTo>
                  <a:lnTo>
                    <a:pt x="444010" y="247131"/>
                  </a:lnTo>
                  <a:lnTo>
                    <a:pt x="444511" y="247507"/>
                  </a:lnTo>
                  <a:lnTo>
                    <a:pt x="446015" y="248259"/>
                  </a:lnTo>
                  <a:lnTo>
                    <a:pt x="454161" y="250766"/>
                  </a:lnTo>
                  <a:lnTo>
                    <a:pt x="457169" y="251643"/>
                  </a:lnTo>
                  <a:lnTo>
                    <a:pt x="458672" y="252019"/>
                  </a:lnTo>
                  <a:lnTo>
                    <a:pt x="463059" y="253272"/>
                  </a:lnTo>
                  <a:lnTo>
                    <a:pt x="469450" y="254901"/>
                  </a:lnTo>
                  <a:lnTo>
                    <a:pt x="469701" y="254149"/>
                  </a:lnTo>
                  <a:lnTo>
                    <a:pt x="469826" y="253773"/>
                  </a:lnTo>
                  <a:lnTo>
                    <a:pt x="473210" y="242996"/>
                  </a:lnTo>
                  <a:lnTo>
                    <a:pt x="472959" y="241993"/>
                  </a:lnTo>
                  <a:lnTo>
                    <a:pt x="473335" y="240615"/>
                  </a:lnTo>
                  <a:lnTo>
                    <a:pt x="473836" y="238735"/>
                  </a:lnTo>
                  <a:lnTo>
                    <a:pt x="473961" y="238484"/>
                  </a:lnTo>
                  <a:lnTo>
                    <a:pt x="474463" y="236855"/>
                  </a:lnTo>
                  <a:lnTo>
                    <a:pt x="474964" y="235101"/>
                  </a:lnTo>
                  <a:lnTo>
                    <a:pt x="475591" y="232970"/>
                  </a:lnTo>
                  <a:lnTo>
                    <a:pt x="476593" y="229712"/>
                  </a:lnTo>
                  <a:lnTo>
                    <a:pt x="477596" y="226203"/>
                  </a:lnTo>
                  <a:lnTo>
                    <a:pt x="478598" y="223070"/>
                  </a:lnTo>
                  <a:lnTo>
                    <a:pt x="478724" y="222443"/>
                  </a:lnTo>
                  <a:lnTo>
                    <a:pt x="479100" y="221065"/>
                  </a:lnTo>
                  <a:lnTo>
                    <a:pt x="482483" y="210789"/>
                  </a:lnTo>
                  <a:lnTo>
                    <a:pt x="486494" y="198256"/>
                  </a:lnTo>
                  <a:lnTo>
                    <a:pt x="494263" y="175448"/>
                  </a:lnTo>
                  <a:lnTo>
                    <a:pt x="494263" y="175198"/>
                  </a:lnTo>
                  <a:lnTo>
                    <a:pt x="500905" y="177328"/>
                  </a:lnTo>
                  <a:lnTo>
                    <a:pt x="506545" y="159908"/>
                  </a:lnTo>
                  <a:lnTo>
                    <a:pt x="519202" y="169433"/>
                  </a:lnTo>
                  <a:lnTo>
                    <a:pt x="521709" y="164921"/>
                  </a:lnTo>
                  <a:lnTo>
                    <a:pt x="528351" y="170310"/>
                  </a:lnTo>
                  <a:lnTo>
                    <a:pt x="531233" y="172440"/>
                  </a:lnTo>
                  <a:lnTo>
                    <a:pt x="546397" y="183719"/>
                  </a:lnTo>
                  <a:lnTo>
                    <a:pt x="549154" y="186226"/>
                  </a:lnTo>
                  <a:lnTo>
                    <a:pt x="551911" y="188607"/>
                  </a:lnTo>
                  <a:lnTo>
                    <a:pt x="552913" y="189359"/>
                  </a:lnTo>
                  <a:lnTo>
                    <a:pt x="559054" y="194622"/>
                  </a:lnTo>
                  <a:lnTo>
                    <a:pt x="559430" y="194873"/>
                  </a:lnTo>
                  <a:lnTo>
                    <a:pt x="562187" y="197003"/>
                  </a:lnTo>
                  <a:lnTo>
                    <a:pt x="563315" y="195499"/>
                  </a:lnTo>
                  <a:lnTo>
                    <a:pt x="563816" y="195123"/>
                  </a:lnTo>
                  <a:lnTo>
                    <a:pt x="570333" y="199886"/>
                  </a:lnTo>
                  <a:lnTo>
                    <a:pt x="578729" y="206026"/>
                  </a:lnTo>
                  <a:lnTo>
                    <a:pt x="578353" y="206528"/>
                  </a:lnTo>
                  <a:lnTo>
                    <a:pt x="578228" y="206778"/>
                  </a:lnTo>
                  <a:lnTo>
                    <a:pt x="580484" y="208533"/>
                  </a:lnTo>
                  <a:lnTo>
                    <a:pt x="579481" y="210162"/>
                  </a:lnTo>
                  <a:lnTo>
                    <a:pt x="595146" y="222694"/>
                  </a:lnTo>
                  <a:lnTo>
                    <a:pt x="597653" y="224448"/>
                  </a:lnTo>
                  <a:lnTo>
                    <a:pt x="600159" y="224448"/>
                  </a:lnTo>
                  <a:lnTo>
                    <a:pt x="600285" y="226203"/>
                  </a:lnTo>
                  <a:lnTo>
                    <a:pt x="604545" y="225702"/>
                  </a:lnTo>
                  <a:lnTo>
                    <a:pt x="606049" y="225576"/>
                  </a:lnTo>
                  <a:lnTo>
                    <a:pt x="606049" y="225952"/>
                  </a:lnTo>
                  <a:lnTo>
                    <a:pt x="606049" y="227331"/>
                  </a:lnTo>
                  <a:lnTo>
                    <a:pt x="606175" y="228584"/>
                  </a:lnTo>
                  <a:lnTo>
                    <a:pt x="608932" y="232970"/>
                  </a:lnTo>
                  <a:lnTo>
                    <a:pt x="609308" y="233221"/>
                  </a:lnTo>
                  <a:lnTo>
                    <a:pt x="610686" y="234349"/>
                  </a:lnTo>
                  <a:lnTo>
                    <a:pt x="613443" y="235978"/>
                  </a:lnTo>
                  <a:lnTo>
                    <a:pt x="613694" y="236103"/>
                  </a:lnTo>
                  <a:lnTo>
                    <a:pt x="619083" y="239863"/>
                  </a:lnTo>
                  <a:lnTo>
                    <a:pt x="619333" y="239988"/>
                  </a:lnTo>
                  <a:lnTo>
                    <a:pt x="619835" y="240114"/>
                  </a:lnTo>
                  <a:lnTo>
                    <a:pt x="623218" y="240114"/>
                  </a:lnTo>
                  <a:lnTo>
                    <a:pt x="623719" y="240114"/>
                  </a:lnTo>
                  <a:lnTo>
                    <a:pt x="624847" y="240114"/>
                  </a:lnTo>
                  <a:lnTo>
                    <a:pt x="626852" y="239988"/>
                  </a:lnTo>
                  <a:lnTo>
                    <a:pt x="627855" y="239988"/>
                  </a:lnTo>
                  <a:lnTo>
                    <a:pt x="628356" y="239487"/>
                  </a:lnTo>
                  <a:lnTo>
                    <a:pt x="628607" y="239362"/>
                  </a:lnTo>
                  <a:lnTo>
                    <a:pt x="631615" y="235978"/>
                  </a:lnTo>
                  <a:lnTo>
                    <a:pt x="631740" y="236229"/>
                  </a:lnTo>
                  <a:lnTo>
                    <a:pt x="635374" y="240114"/>
                  </a:lnTo>
                  <a:lnTo>
                    <a:pt x="642142" y="239111"/>
                  </a:lnTo>
                  <a:lnTo>
                    <a:pt x="649285" y="234474"/>
                  </a:lnTo>
                  <a:lnTo>
                    <a:pt x="660940" y="217681"/>
                  </a:lnTo>
                  <a:lnTo>
                    <a:pt x="665451" y="204021"/>
                  </a:lnTo>
                  <a:lnTo>
                    <a:pt x="665702" y="203395"/>
                  </a:lnTo>
                  <a:lnTo>
                    <a:pt x="665827" y="203019"/>
                  </a:lnTo>
                  <a:lnTo>
                    <a:pt x="665952" y="202643"/>
                  </a:lnTo>
                  <a:lnTo>
                    <a:pt x="666579" y="200638"/>
                  </a:lnTo>
                  <a:lnTo>
                    <a:pt x="666830" y="199008"/>
                  </a:lnTo>
                  <a:lnTo>
                    <a:pt x="668083" y="188356"/>
                  </a:lnTo>
                  <a:lnTo>
                    <a:pt x="668459" y="180461"/>
                  </a:lnTo>
                  <a:lnTo>
                    <a:pt x="668584" y="179082"/>
                  </a:lnTo>
                  <a:lnTo>
                    <a:pt x="668835" y="177829"/>
                  </a:lnTo>
                  <a:lnTo>
                    <a:pt x="669211" y="176200"/>
                  </a:lnTo>
                  <a:lnTo>
                    <a:pt x="669712" y="170811"/>
                  </a:lnTo>
                  <a:lnTo>
                    <a:pt x="671717" y="173443"/>
                  </a:lnTo>
                  <a:lnTo>
                    <a:pt x="674725" y="177328"/>
                  </a:lnTo>
                  <a:lnTo>
                    <a:pt x="677482" y="180837"/>
                  </a:lnTo>
                  <a:lnTo>
                    <a:pt x="681367" y="185724"/>
                  </a:lnTo>
                  <a:lnTo>
                    <a:pt x="690014" y="197003"/>
                  </a:lnTo>
                  <a:lnTo>
                    <a:pt x="694400" y="202643"/>
                  </a:lnTo>
                  <a:lnTo>
                    <a:pt x="695528" y="203395"/>
                  </a:lnTo>
                  <a:lnTo>
                    <a:pt x="700165" y="207154"/>
                  </a:lnTo>
                  <a:lnTo>
                    <a:pt x="702546" y="209285"/>
                  </a:lnTo>
                  <a:lnTo>
                    <a:pt x="706180" y="212668"/>
                  </a:lnTo>
                  <a:lnTo>
                    <a:pt x="709063" y="215425"/>
                  </a:lnTo>
                  <a:lnTo>
                    <a:pt x="718712" y="221942"/>
                  </a:lnTo>
                  <a:lnTo>
                    <a:pt x="735380" y="225576"/>
                  </a:lnTo>
                  <a:lnTo>
                    <a:pt x="736633" y="225576"/>
                  </a:lnTo>
                  <a:lnTo>
                    <a:pt x="736884" y="228333"/>
                  </a:lnTo>
                  <a:lnTo>
                    <a:pt x="736884" y="228960"/>
                  </a:lnTo>
                  <a:lnTo>
                    <a:pt x="736633" y="237732"/>
                  </a:lnTo>
                  <a:lnTo>
                    <a:pt x="736508" y="244124"/>
                  </a:lnTo>
                  <a:lnTo>
                    <a:pt x="736257" y="246755"/>
                  </a:lnTo>
                  <a:lnTo>
                    <a:pt x="736007" y="249513"/>
                  </a:lnTo>
                  <a:lnTo>
                    <a:pt x="735505" y="253397"/>
                  </a:lnTo>
                  <a:lnTo>
                    <a:pt x="735129" y="255277"/>
                  </a:lnTo>
                  <a:lnTo>
                    <a:pt x="735004" y="255653"/>
                  </a:lnTo>
                  <a:lnTo>
                    <a:pt x="731746" y="260415"/>
                  </a:lnTo>
                  <a:lnTo>
                    <a:pt x="730868" y="261794"/>
                  </a:lnTo>
                  <a:lnTo>
                    <a:pt x="727359" y="266932"/>
                  </a:lnTo>
                  <a:lnTo>
                    <a:pt x="722096" y="275203"/>
                  </a:lnTo>
                  <a:lnTo>
                    <a:pt x="721219" y="276707"/>
                  </a:lnTo>
                  <a:lnTo>
                    <a:pt x="720717" y="277835"/>
                  </a:lnTo>
                  <a:lnTo>
                    <a:pt x="718963" y="281845"/>
                  </a:lnTo>
                  <a:lnTo>
                    <a:pt x="718838" y="282221"/>
                  </a:lnTo>
                  <a:lnTo>
                    <a:pt x="718587" y="282973"/>
                  </a:lnTo>
                  <a:lnTo>
                    <a:pt x="716958" y="288111"/>
                  </a:lnTo>
                  <a:lnTo>
                    <a:pt x="715579" y="292623"/>
                  </a:lnTo>
                  <a:lnTo>
                    <a:pt x="713073" y="300643"/>
                  </a:lnTo>
                  <a:lnTo>
                    <a:pt x="712822" y="301395"/>
                  </a:lnTo>
                  <a:lnTo>
                    <a:pt x="712446" y="302774"/>
                  </a:lnTo>
                  <a:lnTo>
                    <a:pt x="712196" y="303902"/>
                  </a:lnTo>
                  <a:lnTo>
                    <a:pt x="712070" y="304278"/>
                  </a:lnTo>
                  <a:lnTo>
                    <a:pt x="711694" y="305280"/>
                  </a:lnTo>
                  <a:lnTo>
                    <a:pt x="709689" y="312423"/>
                  </a:lnTo>
                  <a:lnTo>
                    <a:pt x="709188" y="314429"/>
                  </a:lnTo>
                  <a:lnTo>
                    <a:pt x="708812" y="316684"/>
                  </a:lnTo>
                  <a:lnTo>
                    <a:pt x="708812" y="316935"/>
                  </a:lnTo>
                  <a:lnTo>
                    <a:pt x="708812" y="317311"/>
                  </a:lnTo>
                  <a:lnTo>
                    <a:pt x="708687" y="318940"/>
                  </a:lnTo>
                  <a:lnTo>
                    <a:pt x="708687" y="321071"/>
                  </a:lnTo>
                  <a:lnTo>
                    <a:pt x="708812" y="322700"/>
                  </a:lnTo>
                  <a:lnTo>
                    <a:pt x="709689" y="326710"/>
                  </a:lnTo>
                  <a:lnTo>
                    <a:pt x="710065" y="328339"/>
                  </a:lnTo>
                  <a:lnTo>
                    <a:pt x="710942" y="331973"/>
                  </a:lnTo>
                  <a:lnTo>
                    <a:pt x="711444" y="333728"/>
                  </a:lnTo>
                  <a:lnTo>
                    <a:pt x="714827" y="344129"/>
                  </a:lnTo>
                  <a:lnTo>
                    <a:pt x="715705" y="346761"/>
                  </a:lnTo>
                  <a:lnTo>
                    <a:pt x="717459" y="352025"/>
                  </a:lnTo>
                  <a:lnTo>
                    <a:pt x="721093" y="368692"/>
                  </a:lnTo>
                  <a:lnTo>
                    <a:pt x="721219" y="369820"/>
                  </a:lnTo>
                  <a:lnTo>
                    <a:pt x="722723" y="381600"/>
                  </a:lnTo>
                  <a:lnTo>
                    <a:pt x="723475" y="387490"/>
                  </a:lnTo>
                  <a:lnTo>
                    <a:pt x="723600" y="388242"/>
                  </a:lnTo>
                  <a:lnTo>
                    <a:pt x="723976" y="391125"/>
                  </a:lnTo>
                  <a:lnTo>
                    <a:pt x="700040" y="397140"/>
                  </a:lnTo>
                  <a:lnTo>
                    <a:pt x="704301" y="426465"/>
                  </a:lnTo>
                  <a:lnTo>
                    <a:pt x="705178" y="432230"/>
                  </a:lnTo>
                  <a:lnTo>
                    <a:pt x="727109" y="427468"/>
                  </a:lnTo>
                  <a:lnTo>
                    <a:pt x="729114" y="426966"/>
                  </a:lnTo>
                  <a:lnTo>
                    <a:pt x="742774" y="423457"/>
                  </a:lnTo>
                  <a:lnTo>
                    <a:pt x="744027" y="423081"/>
                  </a:lnTo>
                  <a:lnTo>
                    <a:pt x="746032" y="423457"/>
                  </a:lnTo>
                  <a:lnTo>
                    <a:pt x="747536" y="424084"/>
                  </a:lnTo>
                  <a:lnTo>
                    <a:pt x="750042" y="425212"/>
                  </a:lnTo>
                  <a:lnTo>
                    <a:pt x="750669" y="425588"/>
                  </a:lnTo>
                  <a:lnTo>
                    <a:pt x="752048" y="426465"/>
                  </a:lnTo>
                  <a:lnTo>
                    <a:pt x="754554" y="429473"/>
                  </a:lnTo>
                  <a:lnTo>
                    <a:pt x="756183" y="432355"/>
                  </a:lnTo>
                  <a:lnTo>
                    <a:pt x="756434" y="438872"/>
                  </a:lnTo>
                  <a:lnTo>
                    <a:pt x="756684" y="441128"/>
                  </a:lnTo>
                  <a:lnTo>
                    <a:pt x="757311" y="452030"/>
                  </a:lnTo>
                  <a:lnTo>
                    <a:pt x="757687" y="460928"/>
                  </a:lnTo>
                  <a:lnTo>
                    <a:pt x="757938" y="461555"/>
                  </a:lnTo>
                  <a:lnTo>
                    <a:pt x="758188" y="462181"/>
                  </a:lnTo>
                  <a:lnTo>
                    <a:pt x="759943" y="466818"/>
                  </a:lnTo>
                  <a:lnTo>
                    <a:pt x="760444" y="467946"/>
                  </a:lnTo>
                  <a:lnTo>
                    <a:pt x="760695" y="468322"/>
                  </a:lnTo>
                  <a:lnTo>
                    <a:pt x="764078" y="474588"/>
                  </a:lnTo>
                  <a:lnTo>
                    <a:pt x="765958" y="479726"/>
                  </a:lnTo>
                  <a:lnTo>
                    <a:pt x="766710" y="481982"/>
                  </a:lnTo>
                  <a:lnTo>
                    <a:pt x="769217" y="486869"/>
                  </a:lnTo>
                  <a:lnTo>
                    <a:pt x="771096" y="490629"/>
                  </a:lnTo>
                  <a:lnTo>
                    <a:pt x="772725" y="492885"/>
                  </a:lnTo>
                  <a:lnTo>
                    <a:pt x="773853" y="494389"/>
                  </a:lnTo>
                  <a:lnTo>
                    <a:pt x="773979" y="494765"/>
                  </a:lnTo>
                  <a:lnTo>
                    <a:pt x="781247" y="504790"/>
                  </a:lnTo>
                  <a:lnTo>
                    <a:pt x="781874" y="505668"/>
                  </a:lnTo>
                  <a:lnTo>
                    <a:pt x="782876" y="506921"/>
                  </a:lnTo>
                  <a:lnTo>
                    <a:pt x="786887" y="509928"/>
                  </a:lnTo>
                  <a:lnTo>
                    <a:pt x="787764" y="510179"/>
                  </a:lnTo>
                  <a:lnTo>
                    <a:pt x="789894" y="510555"/>
                  </a:lnTo>
                  <a:lnTo>
                    <a:pt x="794155" y="511307"/>
                  </a:lnTo>
                  <a:lnTo>
                    <a:pt x="799293" y="512310"/>
                  </a:lnTo>
                  <a:lnTo>
                    <a:pt x="804432" y="513187"/>
                  </a:lnTo>
                  <a:lnTo>
                    <a:pt x="805183" y="513312"/>
                  </a:lnTo>
                  <a:lnTo>
                    <a:pt x="805434" y="513437"/>
                  </a:lnTo>
                  <a:lnTo>
                    <a:pt x="811449" y="514440"/>
                  </a:lnTo>
                  <a:lnTo>
                    <a:pt x="817340" y="515568"/>
                  </a:lnTo>
                  <a:lnTo>
                    <a:pt x="832629" y="518200"/>
                  </a:lnTo>
                  <a:lnTo>
                    <a:pt x="838143" y="519202"/>
                  </a:lnTo>
                  <a:lnTo>
                    <a:pt x="839145" y="519327"/>
                  </a:lnTo>
                  <a:lnTo>
                    <a:pt x="833005" y="552412"/>
                  </a:lnTo>
                  <a:lnTo>
                    <a:pt x="832378" y="556046"/>
                  </a:lnTo>
                  <a:lnTo>
                    <a:pt x="831751" y="559430"/>
                  </a:lnTo>
                  <a:lnTo>
                    <a:pt x="826613" y="586750"/>
                  </a:lnTo>
                  <a:lnTo>
                    <a:pt x="824859" y="596650"/>
                  </a:lnTo>
                  <a:lnTo>
                    <a:pt x="822478" y="610060"/>
                  </a:lnTo>
                  <a:lnTo>
                    <a:pt x="815209" y="650162"/>
                  </a:lnTo>
                  <a:lnTo>
                    <a:pt x="810447" y="675727"/>
                  </a:lnTo>
                  <a:lnTo>
                    <a:pt x="810196" y="677231"/>
                  </a:lnTo>
                  <a:lnTo>
                    <a:pt x="803178" y="715078"/>
                  </a:lnTo>
                  <a:lnTo>
                    <a:pt x="802552" y="718712"/>
                  </a:lnTo>
                  <a:lnTo>
                    <a:pt x="800171" y="731119"/>
                  </a:lnTo>
                  <a:lnTo>
                    <a:pt x="794531" y="761447"/>
                  </a:lnTo>
                  <a:lnTo>
                    <a:pt x="788641" y="793403"/>
                  </a:lnTo>
                  <a:lnTo>
                    <a:pt x="787513" y="800045"/>
                  </a:lnTo>
                  <a:lnTo>
                    <a:pt x="787388" y="802301"/>
                  </a:lnTo>
                  <a:lnTo>
                    <a:pt x="787263" y="806437"/>
                  </a:lnTo>
                  <a:lnTo>
                    <a:pt x="787388" y="810447"/>
                  </a:lnTo>
                  <a:lnTo>
                    <a:pt x="787639" y="813705"/>
                  </a:lnTo>
                  <a:lnTo>
                    <a:pt x="788265" y="817340"/>
                  </a:lnTo>
                  <a:lnTo>
                    <a:pt x="789268" y="820974"/>
                  </a:lnTo>
                  <a:lnTo>
                    <a:pt x="790145" y="824483"/>
                  </a:lnTo>
                  <a:lnTo>
                    <a:pt x="791148" y="827240"/>
                  </a:lnTo>
                  <a:lnTo>
                    <a:pt x="792777" y="831125"/>
                  </a:lnTo>
                  <a:lnTo>
                    <a:pt x="794155" y="833882"/>
                  </a:lnTo>
                  <a:lnTo>
                    <a:pt x="795659" y="836263"/>
                  </a:lnTo>
                  <a:lnTo>
                    <a:pt x="797414" y="839020"/>
                  </a:lnTo>
                  <a:lnTo>
                    <a:pt x="800171" y="842529"/>
                  </a:lnTo>
                  <a:lnTo>
                    <a:pt x="803805" y="846289"/>
                  </a:lnTo>
                  <a:lnTo>
                    <a:pt x="816964" y="859698"/>
                  </a:lnTo>
                  <a:lnTo>
                    <a:pt x="845411" y="889023"/>
                  </a:lnTo>
                  <a:lnTo>
                    <a:pt x="844910" y="889775"/>
                  </a:lnTo>
                  <a:lnTo>
                    <a:pt x="838143" y="901806"/>
                  </a:lnTo>
                  <a:lnTo>
                    <a:pt x="831250" y="914087"/>
                  </a:lnTo>
                  <a:lnTo>
                    <a:pt x="826488" y="922233"/>
                  </a:lnTo>
                  <a:lnTo>
                    <a:pt x="821851" y="931381"/>
                  </a:lnTo>
                  <a:lnTo>
                    <a:pt x="820723" y="932760"/>
                  </a:lnTo>
                  <a:lnTo>
                    <a:pt x="814583" y="943287"/>
                  </a:lnTo>
                  <a:lnTo>
                    <a:pt x="804181" y="960581"/>
                  </a:lnTo>
                  <a:lnTo>
                    <a:pt x="801299" y="963964"/>
                  </a:lnTo>
                  <a:lnTo>
                    <a:pt x="797288" y="962335"/>
                  </a:lnTo>
                  <a:lnTo>
                    <a:pt x="785007" y="957072"/>
                  </a:lnTo>
                  <a:lnTo>
                    <a:pt x="783628" y="956947"/>
                  </a:lnTo>
                  <a:lnTo>
                    <a:pt x="782626" y="956821"/>
                  </a:lnTo>
                  <a:lnTo>
                    <a:pt x="780119" y="955067"/>
                  </a:lnTo>
                  <a:lnTo>
                    <a:pt x="777989" y="953688"/>
                  </a:lnTo>
                  <a:lnTo>
                    <a:pt x="773853" y="951934"/>
                  </a:lnTo>
                  <a:lnTo>
                    <a:pt x="770470" y="949553"/>
                  </a:lnTo>
                  <a:lnTo>
                    <a:pt x="764329" y="946921"/>
                  </a:lnTo>
                  <a:lnTo>
                    <a:pt x="760945" y="945542"/>
                  </a:lnTo>
                  <a:lnTo>
                    <a:pt x="755306" y="944164"/>
                  </a:lnTo>
                  <a:lnTo>
                    <a:pt x="747787" y="939778"/>
                  </a:lnTo>
                  <a:lnTo>
                    <a:pt x="744027" y="937647"/>
                  </a:lnTo>
                  <a:lnTo>
                    <a:pt x="738012" y="934640"/>
                  </a:lnTo>
                  <a:lnTo>
                    <a:pt x="732498" y="933637"/>
                  </a:lnTo>
                  <a:lnTo>
                    <a:pt x="728237" y="931256"/>
                  </a:lnTo>
                  <a:lnTo>
                    <a:pt x="724978" y="930504"/>
                  </a:lnTo>
                  <a:lnTo>
                    <a:pt x="722973" y="930003"/>
                  </a:lnTo>
                  <a:lnTo>
                    <a:pt x="717584" y="927120"/>
                  </a:lnTo>
                  <a:lnTo>
                    <a:pt x="709815" y="925115"/>
                  </a:lnTo>
                  <a:lnTo>
                    <a:pt x="694024" y="916593"/>
                  </a:lnTo>
                  <a:lnTo>
                    <a:pt x="687884" y="914212"/>
                  </a:lnTo>
                  <a:lnTo>
                    <a:pt x="683247" y="912834"/>
                  </a:lnTo>
                  <a:lnTo>
                    <a:pt x="679988" y="910954"/>
                  </a:lnTo>
                  <a:lnTo>
                    <a:pt x="670840" y="907946"/>
                  </a:lnTo>
                  <a:lnTo>
                    <a:pt x="669336" y="906317"/>
                  </a:lnTo>
                  <a:lnTo>
                    <a:pt x="663070" y="904939"/>
                  </a:lnTo>
                  <a:lnTo>
                    <a:pt x="659812" y="903560"/>
                  </a:lnTo>
                  <a:lnTo>
                    <a:pt x="658183" y="902182"/>
                  </a:lnTo>
                  <a:lnTo>
                    <a:pt x="655426" y="901054"/>
                  </a:lnTo>
                  <a:lnTo>
                    <a:pt x="652293" y="899048"/>
                  </a:lnTo>
                  <a:lnTo>
                    <a:pt x="650413" y="898547"/>
                  </a:lnTo>
                  <a:lnTo>
                    <a:pt x="649661" y="898673"/>
                  </a:lnTo>
                  <a:lnTo>
                    <a:pt x="647530" y="898171"/>
                  </a:lnTo>
                  <a:lnTo>
                    <a:pt x="646778" y="897169"/>
                  </a:lnTo>
                  <a:lnTo>
                    <a:pt x="645525" y="896291"/>
                  </a:lnTo>
                  <a:lnTo>
                    <a:pt x="641264" y="895414"/>
                  </a:lnTo>
                  <a:lnTo>
                    <a:pt x="635249" y="892657"/>
                  </a:lnTo>
                  <a:lnTo>
                    <a:pt x="632868" y="892031"/>
                  </a:lnTo>
                  <a:lnTo>
                    <a:pt x="631489" y="891279"/>
                  </a:lnTo>
                  <a:lnTo>
                    <a:pt x="630361" y="890652"/>
                  </a:lnTo>
                  <a:lnTo>
                    <a:pt x="629610" y="890401"/>
                  </a:lnTo>
                  <a:lnTo>
                    <a:pt x="628983" y="889900"/>
                  </a:lnTo>
                  <a:lnTo>
                    <a:pt x="626978" y="889023"/>
                  </a:lnTo>
                  <a:lnTo>
                    <a:pt x="625098" y="887394"/>
                  </a:lnTo>
                  <a:lnTo>
                    <a:pt x="623343" y="886642"/>
                  </a:lnTo>
                  <a:lnTo>
                    <a:pt x="621714" y="886140"/>
                  </a:lnTo>
                  <a:lnTo>
                    <a:pt x="620837" y="885514"/>
                  </a:lnTo>
                  <a:lnTo>
                    <a:pt x="619835" y="885263"/>
                  </a:lnTo>
                  <a:lnTo>
                    <a:pt x="618581" y="885013"/>
                  </a:lnTo>
                  <a:lnTo>
                    <a:pt x="616952" y="884511"/>
                  </a:lnTo>
                  <a:lnTo>
                    <a:pt x="615699" y="883759"/>
                  </a:lnTo>
                  <a:lnTo>
                    <a:pt x="612691" y="882256"/>
                  </a:lnTo>
                  <a:lnTo>
                    <a:pt x="610561" y="881629"/>
                  </a:lnTo>
                  <a:lnTo>
                    <a:pt x="609934" y="881504"/>
                  </a:lnTo>
                  <a:lnTo>
                    <a:pt x="607929" y="880877"/>
                  </a:lnTo>
                  <a:lnTo>
                    <a:pt x="607052" y="880752"/>
                  </a:lnTo>
                  <a:lnTo>
                    <a:pt x="606300" y="880501"/>
                  </a:lnTo>
                  <a:lnTo>
                    <a:pt x="605047" y="880000"/>
                  </a:lnTo>
                  <a:lnTo>
                    <a:pt x="604169" y="879373"/>
                  </a:lnTo>
                  <a:lnTo>
                    <a:pt x="603292" y="878496"/>
                  </a:lnTo>
                  <a:lnTo>
                    <a:pt x="602666" y="878245"/>
                  </a:lnTo>
                  <a:lnTo>
                    <a:pt x="602039" y="877995"/>
                  </a:lnTo>
                  <a:lnTo>
                    <a:pt x="600535" y="877744"/>
                  </a:lnTo>
                  <a:lnTo>
                    <a:pt x="599783" y="877368"/>
                  </a:lnTo>
                  <a:lnTo>
                    <a:pt x="598655" y="876616"/>
                  </a:lnTo>
                  <a:lnTo>
                    <a:pt x="597026" y="875990"/>
                  </a:lnTo>
                  <a:lnTo>
                    <a:pt x="596274" y="875614"/>
                  </a:lnTo>
                  <a:lnTo>
                    <a:pt x="595773" y="875112"/>
                  </a:lnTo>
                  <a:lnTo>
                    <a:pt x="594520" y="874736"/>
                  </a:lnTo>
                  <a:lnTo>
                    <a:pt x="593392" y="874611"/>
                  </a:lnTo>
                  <a:lnTo>
                    <a:pt x="591637" y="873859"/>
                  </a:lnTo>
                  <a:lnTo>
                    <a:pt x="591011" y="873107"/>
                  </a:lnTo>
                  <a:lnTo>
                    <a:pt x="585497" y="870977"/>
                  </a:lnTo>
                  <a:lnTo>
                    <a:pt x="583366" y="869473"/>
                  </a:lnTo>
                  <a:lnTo>
                    <a:pt x="580860" y="868470"/>
                  </a:lnTo>
                  <a:lnTo>
                    <a:pt x="579105" y="867718"/>
                  </a:lnTo>
                  <a:lnTo>
                    <a:pt x="577476" y="867468"/>
                  </a:lnTo>
                  <a:lnTo>
                    <a:pt x="575346" y="866841"/>
                  </a:lnTo>
                  <a:lnTo>
                    <a:pt x="573842" y="866465"/>
                  </a:lnTo>
                  <a:lnTo>
                    <a:pt x="569957" y="864711"/>
                  </a:lnTo>
                  <a:lnTo>
                    <a:pt x="568202" y="863457"/>
                  </a:lnTo>
                  <a:lnTo>
                    <a:pt x="565947" y="862706"/>
                  </a:lnTo>
                  <a:lnTo>
                    <a:pt x="564944" y="862330"/>
                  </a:lnTo>
                  <a:lnTo>
                    <a:pt x="564318" y="861954"/>
                  </a:lnTo>
                  <a:lnTo>
                    <a:pt x="563566" y="861327"/>
                  </a:lnTo>
                  <a:lnTo>
                    <a:pt x="562814" y="860450"/>
                  </a:lnTo>
                  <a:lnTo>
                    <a:pt x="562062" y="860074"/>
                  </a:lnTo>
                  <a:lnTo>
                    <a:pt x="560809" y="859949"/>
                  </a:lnTo>
                  <a:lnTo>
                    <a:pt x="560057" y="859823"/>
                  </a:lnTo>
                  <a:lnTo>
                    <a:pt x="559305" y="859573"/>
                  </a:lnTo>
                  <a:lnTo>
                    <a:pt x="558678" y="859071"/>
                  </a:lnTo>
                  <a:lnTo>
                    <a:pt x="558052" y="858695"/>
                  </a:lnTo>
                  <a:lnTo>
                    <a:pt x="557049" y="858069"/>
                  </a:lnTo>
                  <a:lnTo>
                    <a:pt x="556046" y="857818"/>
                  </a:lnTo>
                  <a:lnTo>
                    <a:pt x="555294" y="857442"/>
                  </a:lnTo>
                  <a:lnTo>
                    <a:pt x="554668" y="856816"/>
                  </a:lnTo>
                  <a:lnTo>
                    <a:pt x="553665" y="855938"/>
                  </a:lnTo>
                  <a:lnTo>
                    <a:pt x="552537" y="855688"/>
                  </a:lnTo>
                  <a:lnTo>
                    <a:pt x="551535" y="855562"/>
                  </a:lnTo>
                  <a:lnTo>
                    <a:pt x="550532" y="855312"/>
                  </a:lnTo>
                  <a:lnTo>
                    <a:pt x="549404" y="855061"/>
                  </a:lnTo>
                  <a:lnTo>
                    <a:pt x="548277" y="854560"/>
                  </a:lnTo>
                  <a:lnTo>
                    <a:pt x="547399" y="853808"/>
                  </a:lnTo>
                  <a:lnTo>
                    <a:pt x="546021" y="853181"/>
                  </a:lnTo>
                  <a:lnTo>
                    <a:pt x="545269" y="852931"/>
                  </a:lnTo>
                  <a:lnTo>
                    <a:pt x="544517" y="852805"/>
                  </a:lnTo>
                  <a:lnTo>
                    <a:pt x="542888" y="852304"/>
                  </a:lnTo>
                  <a:lnTo>
                    <a:pt x="542011" y="851552"/>
                  </a:lnTo>
                  <a:lnTo>
                    <a:pt x="541259" y="851051"/>
                  </a:lnTo>
                  <a:lnTo>
                    <a:pt x="540256" y="851301"/>
                  </a:lnTo>
                  <a:lnTo>
                    <a:pt x="539253" y="851301"/>
                  </a:lnTo>
                  <a:lnTo>
                    <a:pt x="538502" y="851051"/>
                  </a:lnTo>
                  <a:lnTo>
                    <a:pt x="537374" y="850299"/>
                  </a:lnTo>
                  <a:lnTo>
                    <a:pt x="535995" y="848795"/>
                  </a:lnTo>
                  <a:lnTo>
                    <a:pt x="535369" y="848419"/>
                  </a:lnTo>
                  <a:lnTo>
                    <a:pt x="534115" y="847792"/>
                  </a:lnTo>
                  <a:lnTo>
                    <a:pt x="533113" y="847542"/>
                  </a:lnTo>
                  <a:lnTo>
                    <a:pt x="531860" y="847667"/>
                  </a:lnTo>
                  <a:lnTo>
                    <a:pt x="530857" y="847542"/>
                  </a:lnTo>
                  <a:lnTo>
                    <a:pt x="530105" y="847291"/>
                  </a:lnTo>
                  <a:lnTo>
                    <a:pt x="529604" y="846790"/>
                  </a:lnTo>
                  <a:lnTo>
                    <a:pt x="528727" y="846038"/>
                  </a:lnTo>
                  <a:lnTo>
                    <a:pt x="527473" y="845411"/>
                  </a:lnTo>
                  <a:lnTo>
                    <a:pt x="526721" y="845161"/>
                  </a:lnTo>
                  <a:lnTo>
                    <a:pt x="525468" y="844785"/>
                  </a:lnTo>
                  <a:lnTo>
                    <a:pt x="524591" y="844283"/>
                  </a:lnTo>
                  <a:lnTo>
                    <a:pt x="524090" y="843657"/>
                  </a:lnTo>
                  <a:lnTo>
                    <a:pt x="523588" y="843156"/>
                  </a:lnTo>
                  <a:lnTo>
                    <a:pt x="522836" y="842905"/>
                  </a:lnTo>
                  <a:lnTo>
                    <a:pt x="521959" y="842780"/>
                  </a:lnTo>
                  <a:lnTo>
                    <a:pt x="519954" y="842780"/>
                  </a:lnTo>
                  <a:lnTo>
                    <a:pt x="518952" y="842654"/>
                  </a:lnTo>
                  <a:lnTo>
                    <a:pt x="517949" y="842028"/>
                  </a:lnTo>
                  <a:lnTo>
                    <a:pt x="517197" y="841276"/>
                  </a:lnTo>
                  <a:lnTo>
                    <a:pt x="516194" y="840774"/>
                  </a:lnTo>
                  <a:lnTo>
                    <a:pt x="515317" y="840524"/>
                  </a:lnTo>
                  <a:lnTo>
                    <a:pt x="514315" y="839897"/>
                  </a:lnTo>
                  <a:lnTo>
                    <a:pt x="513437" y="839145"/>
                  </a:lnTo>
                  <a:lnTo>
                    <a:pt x="512686" y="838769"/>
                  </a:lnTo>
                  <a:lnTo>
                    <a:pt x="511934" y="838393"/>
                  </a:lnTo>
                  <a:lnTo>
                    <a:pt x="511182" y="838268"/>
                  </a:lnTo>
                  <a:lnTo>
                    <a:pt x="509928" y="838143"/>
                  </a:lnTo>
                  <a:lnTo>
                    <a:pt x="508801" y="837767"/>
                  </a:lnTo>
                  <a:lnTo>
                    <a:pt x="507798" y="837391"/>
                  </a:lnTo>
                  <a:lnTo>
                    <a:pt x="507171" y="836890"/>
                  </a:lnTo>
                  <a:lnTo>
                    <a:pt x="506419" y="836388"/>
                  </a:lnTo>
                  <a:lnTo>
                    <a:pt x="505417" y="836012"/>
                  </a:lnTo>
                  <a:lnTo>
                    <a:pt x="504540" y="835887"/>
                  </a:lnTo>
                  <a:lnTo>
                    <a:pt x="503537" y="835762"/>
                  </a:lnTo>
                  <a:lnTo>
                    <a:pt x="502660" y="835386"/>
                  </a:lnTo>
                  <a:lnTo>
                    <a:pt x="501783" y="834759"/>
                  </a:lnTo>
                  <a:lnTo>
                    <a:pt x="500529" y="833757"/>
                  </a:lnTo>
                  <a:lnTo>
                    <a:pt x="499652" y="833130"/>
                  </a:lnTo>
                  <a:lnTo>
                    <a:pt x="498775" y="832879"/>
                  </a:lnTo>
                  <a:lnTo>
                    <a:pt x="497898" y="832754"/>
                  </a:lnTo>
                  <a:lnTo>
                    <a:pt x="496895" y="832879"/>
                  </a:lnTo>
                  <a:lnTo>
                    <a:pt x="495141" y="832378"/>
                  </a:lnTo>
                  <a:lnTo>
                    <a:pt x="494263" y="831751"/>
                  </a:lnTo>
                  <a:lnTo>
                    <a:pt x="493637" y="831125"/>
                  </a:lnTo>
                  <a:lnTo>
                    <a:pt x="493010" y="830749"/>
                  </a:lnTo>
                  <a:lnTo>
                    <a:pt x="492133" y="830498"/>
                  </a:lnTo>
                  <a:lnTo>
                    <a:pt x="490880" y="830248"/>
                  </a:lnTo>
                  <a:lnTo>
                    <a:pt x="489251" y="829872"/>
                  </a:lnTo>
                  <a:lnTo>
                    <a:pt x="488373" y="829370"/>
                  </a:lnTo>
                  <a:lnTo>
                    <a:pt x="487747" y="828744"/>
                  </a:lnTo>
                  <a:lnTo>
                    <a:pt x="486995" y="828242"/>
                  </a:lnTo>
                  <a:lnTo>
                    <a:pt x="485992" y="828117"/>
                  </a:lnTo>
                  <a:lnTo>
                    <a:pt x="484864" y="827992"/>
                  </a:lnTo>
                  <a:lnTo>
                    <a:pt x="483862" y="827491"/>
                  </a:lnTo>
                  <a:lnTo>
                    <a:pt x="482985" y="826989"/>
                  </a:lnTo>
                  <a:lnTo>
                    <a:pt x="482358" y="826488"/>
                  </a:lnTo>
                  <a:lnTo>
                    <a:pt x="480979" y="825611"/>
                  </a:lnTo>
                  <a:lnTo>
                    <a:pt x="479726" y="825360"/>
                  </a:lnTo>
                  <a:lnTo>
                    <a:pt x="478849" y="825109"/>
                  </a:lnTo>
                  <a:lnTo>
                    <a:pt x="477846" y="824733"/>
                  </a:lnTo>
                  <a:lnTo>
                    <a:pt x="476844" y="824107"/>
                  </a:lnTo>
                  <a:lnTo>
                    <a:pt x="475841" y="823355"/>
                  </a:lnTo>
                  <a:lnTo>
                    <a:pt x="474964" y="822728"/>
                  </a:lnTo>
                  <a:lnTo>
                    <a:pt x="473961" y="822352"/>
                  </a:lnTo>
                  <a:lnTo>
                    <a:pt x="473084" y="822227"/>
                  </a:lnTo>
                  <a:lnTo>
                    <a:pt x="472458" y="823104"/>
                  </a:lnTo>
                  <a:lnTo>
                    <a:pt x="470828" y="822854"/>
                  </a:lnTo>
                  <a:lnTo>
                    <a:pt x="470202" y="821726"/>
                  </a:lnTo>
                  <a:lnTo>
                    <a:pt x="469325" y="820849"/>
                  </a:lnTo>
                  <a:lnTo>
                    <a:pt x="468447" y="820598"/>
                  </a:lnTo>
                  <a:lnTo>
                    <a:pt x="467320" y="820598"/>
                  </a:lnTo>
                  <a:lnTo>
                    <a:pt x="466442" y="820347"/>
                  </a:lnTo>
                  <a:lnTo>
                    <a:pt x="465690" y="820097"/>
                  </a:lnTo>
                  <a:lnTo>
                    <a:pt x="464813" y="819595"/>
                  </a:lnTo>
                  <a:lnTo>
                    <a:pt x="463936" y="819094"/>
                  </a:lnTo>
                  <a:lnTo>
                    <a:pt x="463059" y="818467"/>
                  </a:lnTo>
                  <a:lnTo>
                    <a:pt x="462181" y="818091"/>
                  </a:lnTo>
                  <a:lnTo>
                    <a:pt x="461555" y="817590"/>
                  </a:lnTo>
                  <a:lnTo>
                    <a:pt x="460552" y="817089"/>
                  </a:lnTo>
                  <a:lnTo>
                    <a:pt x="458422" y="816337"/>
                  </a:lnTo>
                  <a:lnTo>
                    <a:pt x="457795" y="815961"/>
                  </a:lnTo>
                  <a:lnTo>
                    <a:pt x="457043" y="815585"/>
                  </a:lnTo>
                  <a:lnTo>
                    <a:pt x="456041" y="815209"/>
                  </a:lnTo>
                  <a:lnTo>
                    <a:pt x="454286" y="814833"/>
                  </a:lnTo>
                  <a:lnTo>
                    <a:pt x="453534" y="814583"/>
                  </a:lnTo>
                  <a:lnTo>
                    <a:pt x="452908" y="814081"/>
                  </a:lnTo>
                  <a:lnTo>
                    <a:pt x="452532" y="813329"/>
                  </a:lnTo>
                  <a:lnTo>
                    <a:pt x="452030" y="812828"/>
                  </a:lnTo>
                  <a:lnTo>
                    <a:pt x="451404" y="812201"/>
                  </a:lnTo>
                  <a:lnTo>
                    <a:pt x="449900" y="811951"/>
                  </a:lnTo>
                  <a:lnTo>
                    <a:pt x="448897" y="812076"/>
                  </a:lnTo>
                  <a:lnTo>
                    <a:pt x="448020" y="811951"/>
                  </a:lnTo>
                  <a:lnTo>
                    <a:pt x="447268" y="811449"/>
                  </a:lnTo>
                  <a:lnTo>
                    <a:pt x="446516" y="811074"/>
                  </a:lnTo>
                  <a:lnTo>
                    <a:pt x="445764" y="810071"/>
                  </a:lnTo>
                  <a:lnTo>
                    <a:pt x="445138" y="809444"/>
                  </a:lnTo>
                  <a:lnTo>
                    <a:pt x="444511" y="809068"/>
                  </a:lnTo>
                  <a:lnTo>
                    <a:pt x="443509" y="808692"/>
                  </a:lnTo>
                  <a:lnTo>
                    <a:pt x="441879" y="808692"/>
                  </a:lnTo>
                  <a:lnTo>
                    <a:pt x="440877" y="808442"/>
                  </a:lnTo>
                  <a:lnTo>
                    <a:pt x="439874" y="807815"/>
                  </a:lnTo>
                  <a:lnTo>
                    <a:pt x="438997" y="807063"/>
                  </a:lnTo>
                  <a:lnTo>
                    <a:pt x="437995" y="806938"/>
                  </a:lnTo>
                  <a:lnTo>
                    <a:pt x="437243" y="806813"/>
                  </a:lnTo>
                  <a:lnTo>
                    <a:pt x="436491" y="806813"/>
                  </a:lnTo>
                  <a:lnTo>
                    <a:pt x="435864" y="806687"/>
                  </a:lnTo>
                  <a:lnTo>
                    <a:pt x="435112" y="806061"/>
                  </a:lnTo>
                  <a:lnTo>
                    <a:pt x="434235" y="805058"/>
                  </a:lnTo>
                  <a:lnTo>
                    <a:pt x="433483" y="804557"/>
                  </a:lnTo>
                  <a:lnTo>
                    <a:pt x="432355" y="804432"/>
                  </a:lnTo>
                  <a:lnTo>
                    <a:pt x="431227" y="804557"/>
                  </a:lnTo>
                  <a:lnTo>
                    <a:pt x="430350" y="804056"/>
                  </a:lnTo>
                  <a:lnTo>
                    <a:pt x="429723" y="803805"/>
                  </a:lnTo>
                  <a:lnTo>
                    <a:pt x="429097" y="803304"/>
                  </a:lnTo>
                  <a:lnTo>
                    <a:pt x="427969" y="802552"/>
                  </a:lnTo>
                  <a:lnTo>
                    <a:pt x="426966" y="802301"/>
                  </a:lnTo>
                  <a:lnTo>
                    <a:pt x="425713" y="802050"/>
                  </a:lnTo>
                  <a:lnTo>
                    <a:pt x="424585" y="801424"/>
                  </a:lnTo>
                  <a:lnTo>
                    <a:pt x="423583" y="800923"/>
                  </a:lnTo>
                  <a:lnTo>
                    <a:pt x="422705" y="800421"/>
                  </a:lnTo>
                  <a:lnTo>
                    <a:pt x="421202" y="799920"/>
                  </a:lnTo>
                  <a:lnTo>
                    <a:pt x="420199" y="799795"/>
                  </a:lnTo>
                  <a:lnTo>
                    <a:pt x="419447" y="799544"/>
                  </a:lnTo>
                  <a:lnTo>
                    <a:pt x="418570" y="799168"/>
                  </a:lnTo>
                  <a:lnTo>
                    <a:pt x="417943" y="798792"/>
                  </a:lnTo>
                  <a:lnTo>
                    <a:pt x="417191" y="798291"/>
                  </a:lnTo>
                  <a:lnTo>
                    <a:pt x="416314" y="797664"/>
                  </a:lnTo>
                  <a:lnTo>
                    <a:pt x="415437" y="797163"/>
                  </a:lnTo>
                  <a:lnTo>
                    <a:pt x="414434" y="797038"/>
                  </a:lnTo>
                  <a:lnTo>
                    <a:pt x="413432" y="796912"/>
                  </a:lnTo>
                  <a:lnTo>
                    <a:pt x="412179" y="796662"/>
                  </a:lnTo>
                  <a:lnTo>
                    <a:pt x="411176" y="796035"/>
                  </a:lnTo>
                  <a:lnTo>
                    <a:pt x="410424" y="796035"/>
                  </a:lnTo>
                  <a:lnTo>
                    <a:pt x="409672" y="795659"/>
                  </a:lnTo>
                  <a:lnTo>
                    <a:pt x="409045" y="794907"/>
                  </a:lnTo>
                  <a:lnTo>
                    <a:pt x="408419" y="794155"/>
                  </a:lnTo>
                  <a:lnTo>
                    <a:pt x="407792" y="793654"/>
                  </a:lnTo>
                  <a:lnTo>
                    <a:pt x="406288" y="793529"/>
                  </a:lnTo>
                  <a:lnTo>
                    <a:pt x="405161" y="793403"/>
                  </a:lnTo>
                  <a:lnTo>
                    <a:pt x="404283" y="793153"/>
                  </a:lnTo>
                  <a:lnTo>
                    <a:pt x="403657" y="792651"/>
                  </a:lnTo>
                  <a:lnTo>
                    <a:pt x="402654" y="791900"/>
                  </a:lnTo>
                  <a:lnTo>
                    <a:pt x="401652" y="791398"/>
                  </a:lnTo>
                  <a:lnTo>
                    <a:pt x="399521" y="791148"/>
                  </a:lnTo>
                  <a:lnTo>
                    <a:pt x="398895" y="791022"/>
                  </a:lnTo>
                  <a:lnTo>
                    <a:pt x="398268" y="790646"/>
                  </a:lnTo>
                  <a:lnTo>
                    <a:pt x="397391" y="789894"/>
                  </a:lnTo>
                  <a:lnTo>
                    <a:pt x="396639" y="789393"/>
                  </a:lnTo>
                  <a:lnTo>
                    <a:pt x="396012" y="789142"/>
                  </a:lnTo>
                  <a:lnTo>
                    <a:pt x="395135" y="789017"/>
                  </a:lnTo>
                  <a:lnTo>
                    <a:pt x="393631" y="789017"/>
                  </a:lnTo>
                  <a:lnTo>
                    <a:pt x="392503" y="788766"/>
                  </a:lnTo>
                  <a:lnTo>
                    <a:pt x="391626" y="788516"/>
                  </a:lnTo>
                  <a:lnTo>
                    <a:pt x="390749" y="787889"/>
                  </a:lnTo>
                  <a:lnTo>
                    <a:pt x="389245" y="786887"/>
                  </a:lnTo>
                  <a:lnTo>
                    <a:pt x="388368" y="786385"/>
                  </a:lnTo>
                  <a:lnTo>
                    <a:pt x="386989" y="786009"/>
                  </a:lnTo>
                  <a:lnTo>
                    <a:pt x="385360" y="785383"/>
                  </a:lnTo>
                  <a:lnTo>
                    <a:pt x="384608" y="784631"/>
                  </a:lnTo>
                  <a:lnTo>
                    <a:pt x="383981" y="784130"/>
                  </a:lnTo>
                  <a:lnTo>
                    <a:pt x="383104" y="783628"/>
                  </a:lnTo>
                  <a:lnTo>
                    <a:pt x="381726" y="783503"/>
                  </a:lnTo>
                  <a:lnTo>
                    <a:pt x="379846" y="783002"/>
                  </a:lnTo>
                  <a:lnTo>
                    <a:pt x="379094" y="782500"/>
                  </a:lnTo>
                  <a:lnTo>
                    <a:pt x="378467" y="781749"/>
                  </a:lnTo>
                  <a:lnTo>
                    <a:pt x="377339" y="780871"/>
                  </a:lnTo>
                  <a:lnTo>
                    <a:pt x="376462" y="780746"/>
                  </a:lnTo>
                  <a:lnTo>
                    <a:pt x="375209" y="780495"/>
                  </a:lnTo>
                  <a:lnTo>
                    <a:pt x="374457" y="780245"/>
                  </a:lnTo>
                  <a:lnTo>
                    <a:pt x="373705" y="779869"/>
                  </a:lnTo>
                  <a:lnTo>
                    <a:pt x="372577" y="779242"/>
                  </a:lnTo>
                  <a:lnTo>
                    <a:pt x="371700" y="778490"/>
                  </a:lnTo>
                  <a:lnTo>
                    <a:pt x="370697" y="778114"/>
                  </a:lnTo>
                  <a:lnTo>
                    <a:pt x="369319" y="777613"/>
                  </a:lnTo>
                  <a:lnTo>
                    <a:pt x="368316" y="777488"/>
                  </a:lnTo>
                  <a:lnTo>
                    <a:pt x="367439" y="777112"/>
                  </a:lnTo>
                  <a:lnTo>
                    <a:pt x="365935" y="776736"/>
                  </a:lnTo>
                  <a:lnTo>
                    <a:pt x="364933" y="775858"/>
                  </a:lnTo>
                  <a:lnTo>
                    <a:pt x="364181" y="775357"/>
                  </a:lnTo>
                  <a:lnTo>
                    <a:pt x="363429" y="774981"/>
                  </a:lnTo>
                  <a:lnTo>
                    <a:pt x="362677" y="774856"/>
                  </a:lnTo>
                  <a:lnTo>
                    <a:pt x="361674" y="774480"/>
                  </a:lnTo>
                  <a:lnTo>
                    <a:pt x="360922" y="774229"/>
                  </a:lnTo>
                  <a:lnTo>
                    <a:pt x="360171" y="773979"/>
                  </a:lnTo>
                  <a:lnTo>
                    <a:pt x="359168" y="773352"/>
                  </a:lnTo>
                  <a:lnTo>
                    <a:pt x="358040" y="772600"/>
                  </a:lnTo>
                  <a:lnTo>
                    <a:pt x="356536" y="772350"/>
                  </a:lnTo>
                  <a:lnTo>
                    <a:pt x="355534" y="772224"/>
                  </a:lnTo>
                  <a:lnTo>
                    <a:pt x="354280" y="771723"/>
                  </a:lnTo>
                  <a:lnTo>
                    <a:pt x="353529" y="771472"/>
                  </a:lnTo>
                  <a:lnTo>
                    <a:pt x="352777" y="771222"/>
                  </a:lnTo>
                  <a:lnTo>
                    <a:pt x="352025" y="770720"/>
                  </a:lnTo>
                  <a:lnTo>
                    <a:pt x="351022" y="770094"/>
                  </a:lnTo>
                  <a:lnTo>
                    <a:pt x="350396" y="769217"/>
                  </a:lnTo>
                  <a:lnTo>
                    <a:pt x="349268" y="768465"/>
                  </a:lnTo>
                  <a:lnTo>
                    <a:pt x="348140" y="768590"/>
                  </a:lnTo>
                  <a:lnTo>
                    <a:pt x="346260" y="768590"/>
                  </a:lnTo>
                  <a:lnTo>
                    <a:pt x="345633" y="768214"/>
                  </a:lnTo>
                  <a:lnTo>
                    <a:pt x="344756" y="767587"/>
                  </a:lnTo>
                  <a:lnTo>
                    <a:pt x="343879" y="766961"/>
                  </a:lnTo>
                  <a:lnTo>
                    <a:pt x="342250" y="766459"/>
                  </a:lnTo>
                  <a:lnTo>
                    <a:pt x="340871" y="766334"/>
                  </a:lnTo>
                  <a:lnTo>
                    <a:pt x="339242" y="764830"/>
                  </a:lnTo>
                  <a:lnTo>
                    <a:pt x="337863" y="764329"/>
                  </a:lnTo>
                  <a:lnTo>
                    <a:pt x="336736" y="764329"/>
                  </a:lnTo>
                  <a:lnTo>
                    <a:pt x="335858" y="763702"/>
                  </a:lnTo>
                  <a:lnTo>
                    <a:pt x="335106" y="762700"/>
                  </a:lnTo>
                  <a:lnTo>
                    <a:pt x="334480" y="762324"/>
                  </a:lnTo>
                  <a:lnTo>
                    <a:pt x="333352" y="762449"/>
                  </a:lnTo>
                  <a:lnTo>
                    <a:pt x="332224" y="762073"/>
                  </a:lnTo>
                  <a:lnTo>
                    <a:pt x="331096" y="760945"/>
                  </a:lnTo>
                  <a:lnTo>
                    <a:pt x="330344" y="760695"/>
                  </a:lnTo>
                  <a:lnTo>
                    <a:pt x="329467" y="760569"/>
                  </a:lnTo>
                  <a:lnTo>
                    <a:pt x="328464" y="759817"/>
                  </a:lnTo>
                  <a:lnTo>
                    <a:pt x="327211" y="759943"/>
                  </a:lnTo>
                  <a:lnTo>
                    <a:pt x="326585" y="759567"/>
                  </a:lnTo>
                  <a:lnTo>
                    <a:pt x="325958" y="758940"/>
                  </a:lnTo>
                  <a:lnTo>
                    <a:pt x="323702" y="758439"/>
                  </a:lnTo>
                  <a:lnTo>
                    <a:pt x="322449" y="758314"/>
                  </a:lnTo>
                  <a:lnTo>
                    <a:pt x="321196" y="757938"/>
                  </a:lnTo>
                  <a:lnTo>
                    <a:pt x="320444" y="757436"/>
                  </a:lnTo>
                  <a:lnTo>
                    <a:pt x="319817" y="756810"/>
                  </a:lnTo>
                  <a:lnTo>
                    <a:pt x="319316" y="756434"/>
                  </a:lnTo>
                  <a:lnTo>
                    <a:pt x="318564" y="755807"/>
                  </a:lnTo>
                  <a:lnTo>
                    <a:pt x="317938" y="755557"/>
                  </a:lnTo>
                  <a:lnTo>
                    <a:pt x="315932" y="755431"/>
                  </a:lnTo>
                  <a:lnTo>
                    <a:pt x="314930" y="755682"/>
                  </a:lnTo>
                  <a:lnTo>
                    <a:pt x="313551" y="755306"/>
                  </a:lnTo>
                  <a:lnTo>
                    <a:pt x="312298" y="754679"/>
                  </a:lnTo>
                  <a:lnTo>
                    <a:pt x="310418" y="754303"/>
                  </a:lnTo>
                  <a:lnTo>
                    <a:pt x="309040" y="753426"/>
                  </a:lnTo>
                  <a:lnTo>
                    <a:pt x="308163" y="752925"/>
                  </a:lnTo>
                  <a:lnTo>
                    <a:pt x="307285" y="752925"/>
                  </a:lnTo>
                  <a:lnTo>
                    <a:pt x="306408" y="752424"/>
                  </a:lnTo>
                  <a:lnTo>
                    <a:pt x="305656" y="751421"/>
                  </a:lnTo>
                  <a:lnTo>
                    <a:pt x="304152" y="751045"/>
                  </a:lnTo>
                  <a:lnTo>
                    <a:pt x="303150" y="750920"/>
                  </a:lnTo>
                  <a:lnTo>
                    <a:pt x="302523" y="750168"/>
                  </a:lnTo>
                  <a:lnTo>
                    <a:pt x="301896" y="749541"/>
                  </a:lnTo>
                  <a:lnTo>
                    <a:pt x="300518" y="748915"/>
                  </a:lnTo>
                  <a:lnTo>
                    <a:pt x="299265" y="748789"/>
                  </a:lnTo>
                  <a:lnTo>
                    <a:pt x="297886" y="748664"/>
                  </a:lnTo>
                  <a:lnTo>
                    <a:pt x="297134" y="747912"/>
                  </a:lnTo>
                  <a:lnTo>
                    <a:pt x="295881" y="747160"/>
                  </a:lnTo>
                  <a:lnTo>
                    <a:pt x="294753" y="747035"/>
                  </a:lnTo>
                  <a:lnTo>
                    <a:pt x="293500" y="746784"/>
                  </a:lnTo>
                  <a:lnTo>
                    <a:pt x="291871" y="746659"/>
                  </a:lnTo>
                  <a:lnTo>
                    <a:pt x="290492" y="746283"/>
                  </a:lnTo>
                  <a:lnTo>
                    <a:pt x="288988" y="745531"/>
                  </a:lnTo>
                  <a:lnTo>
                    <a:pt x="287610" y="744779"/>
                  </a:lnTo>
                  <a:lnTo>
                    <a:pt x="286357" y="744403"/>
                  </a:lnTo>
                  <a:lnTo>
                    <a:pt x="285354" y="743526"/>
                  </a:lnTo>
                  <a:lnTo>
                    <a:pt x="284602" y="743025"/>
                  </a:lnTo>
                  <a:lnTo>
                    <a:pt x="283349" y="742774"/>
                  </a:lnTo>
                  <a:lnTo>
                    <a:pt x="282221" y="742774"/>
                  </a:lnTo>
                  <a:lnTo>
                    <a:pt x="281595" y="742273"/>
                  </a:lnTo>
                  <a:lnTo>
                    <a:pt x="279965" y="741771"/>
                  </a:lnTo>
                  <a:lnTo>
                    <a:pt x="278336" y="741270"/>
                  </a:lnTo>
                  <a:lnTo>
                    <a:pt x="277083" y="740894"/>
                  </a:lnTo>
                  <a:lnTo>
                    <a:pt x="275830" y="739892"/>
                  </a:lnTo>
                  <a:lnTo>
                    <a:pt x="274702" y="739641"/>
                  </a:lnTo>
                  <a:lnTo>
                    <a:pt x="273198" y="738889"/>
                  </a:lnTo>
                  <a:lnTo>
                    <a:pt x="272321" y="738137"/>
                  </a:lnTo>
                  <a:lnTo>
                    <a:pt x="270942" y="737636"/>
                  </a:lnTo>
                  <a:lnTo>
                    <a:pt x="270316" y="737636"/>
                  </a:lnTo>
                  <a:lnTo>
                    <a:pt x="269313" y="737385"/>
                  </a:lnTo>
                  <a:lnTo>
                    <a:pt x="268185" y="736759"/>
                  </a:lnTo>
                  <a:lnTo>
                    <a:pt x="266681" y="736383"/>
                  </a:lnTo>
                  <a:lnTo>
                    <a:pt x="265178" y="735756"/>
                  </a:lnTo>
                  <a:lnTo>
                    <a:pt x="263047" y="734503"/>
                  </a:lnTo>
                  <a:lnTo>
                    <a:pt x="261669" y="734001"/>
                  </a:lnTo>
                  <a:lnTo>
                    <a:pt x="260541" y="733500"/>
                  </a:lnTo>
                  <a:lnTo>
                    <a:pt x="258912" y="732874"/>
                  </a:lnTo>
                  <a:lnTo>
                    <a:pt x="258285" y="732874"/>
                  </a:lnTo>
                  <a:lnTo>
                    <a:pt x="256906" y="732372"/>
                  </a:lnTo>
                  <a:lnTo>
                    <a:pt x="256029" y="731996"/>
                  </a:lnTo>
                  <a:lnTo>
                    <a:pt x="253899" y="730868"/>
                  </a:lnTo>
                  <a:lnTo>
                    <a:pt x="252520" y="730242"/>
                  </a:lnTo>
                  <a:lnTo>
                    <a:pt x="250891" y="729741"/>
                  </a:lnTo>
                  <a:lnTo>
                    <a:pt x="249638" y="728738"/>
                  </a:lnTo>
                  <a:lnTo>
                    <a:pt x="248259" y="727735"/>
                  </a:lnTo>
                  <a:lnTo>
                    <a:pt x="245878" y="726357"/>
                  </a:lnTo>
                  <a:lnTo>
                    <a:pt x="243121" y="725605"/>
                  </a:lnTo>
                  <a:lnTo>
                    <a:pt x="240740" y="724602"/>
                  </a:lnTo>
                  <a:lnTo>
                    <a:pt x="239111" y="723850"/>
                  </a:lnTo>
                  <a:lnTo>
                    <a:pt x="237482" y="722973"/>
                  </a:lnTo>
                  <a:lnTo>
                    <a:pt x="234349" y="721845"/>
                  </a:lnTo>
                  <a:lnTo>
                    <a:pt x="232469" y="721469"/>
                  </a:lnTo>
                  <a:lnTo>
                    <a:pt x="230589" y="720592"/>
                  </a:lnTo>
                  <a:lnTo>
                    <a:pt x="228960" y="720216"/>
                  </a:lnTo>
                  <a:lnTo>
                    <a:pt x="227832" y="719840"/>
                  </a:lnTo>
                  <a:lnTo>
                    <a:pt x="226830" y="719088"/>
                  </a:lnTo>
                  <a:lnTo>
                    <a:pt x="225952" y="718838"/>
                  </a:lnTo>
                  <a:lnTo>
                    <a:pt x="223947" y="717835"/>
                  </a:lnTo>
                  <a:lnTo>
                    <a:pt x="222067" y="717459"/>
                  </a:lnTo>
                  <a:lnTo>
                    <a:pt x="220689" y="716958"/>
                  </a:lnTo>
                  <a:lnTo>
                    <a:pt x="218934" y="716081"/>
                  </a:lnTo>
                  <a:lnTo>
                    <a:pt x="217180" y="715579"/>
                  </a:lnTo>
                  <a:lnTo>
                    <a:pt x="216052" y="714953"/>
                  </a:lnTo>
                  <a:lnTo>
                    <a:pt x="214548" y="714702"/>
                  </a:lnTo>
                  <a:lnTo>
                    <a:pt x="212543" y="713825"/>
                  </a:lnTo>
                  <a:lnTo>
                    <a:pt x="211039" y="712948"/>
                  </a:lnTo>
                  <a:lnTo>
                    <a:pt x="208909" y="712070"/>
                  </a:lnTo>
                  <a:lnTo>
                    <a:pt x="206152" y="710692"/>
                  </a:lnTo>
                  <a:lnTo>
                    <a:pt x="204397" y="709940"/>
                  </a:lnTo>
                  <a:lnTo>
                    <a:pt x="202392" y="709188"/>
                  </a:lnTo>
                  <a:lnTo>
                    <a:pt x="200638" y="708436"/>
                  </a:lnTo>
                  <a:lnTo>
                    <a:pt x="198382" y="707935"/>
                  </a:lnTo>
                  <a:lnTo>
                    <a:pt x="196377" y="706932"/>
                  </a:lnTo>
                  <a:lnTo>
                    <a:pt x="194622" y="706556"/>
                  </a:lnTo>
                  <a:lnTo>
                    <a:pt x="192742" y="705554"/>
                  </a:lnTo>
                  <a:lnTo>
                    <a:pt x="190737" y="704802"/>
                  </a:lnTo>
                  <a:lnTo>
                    <a:pt x="189108" y="703799"/>
                  </a:lnTo>
                  <a:lnTo>
                    <a:pt x="187479" y="703549"/>
                  </a:lnTo>
                  <a:lnTo>
                    <a:pt x="185724" y="702797"/>
                  </a:lnTo>
                  <a:lnTo>
                    <a:pt x="184471" y="702546"/>
                  </a:lnTo>
                  <a:lnTo>
                    <a:pt x="182967" y="701543"/>
                  </a:lnTo>
                  <a:lnTo>
                    <a:pt x="181589" y="700792"/>
                  </a:lnTo>
                  <a:lnTo>
                    <a:pt x="180336" y="700541"/>
                  </a:lnTo>
                  <a:lnTo>
                    <a:pt x="179458" y="699914"/>
                  </a:lnTo>
                  <a:lnTo>
                    <a:pt x="178706" y="699538"/>
                  </a:lnTo>
                  <a:lnTo>
                    <a:pt x="177453" y="699162"/>
                  </a:lnTo>
                  <a:lnTo>
                    <a:pt x="175072" y="698410"/>
                  </a:lnTo>
                  <a:lnTo>
                    <a:pt x="173067" y="697784"/>
                  </a:lnTo>
                  <a:lnTo>
                    <a:pt x="170937" y="696907"/>
                  </a:lnTo>
                  <a:lnTo>
                    <a:pt x="168681" y="696155"/>
                  </a:lnTo>
                  <a:lnTo>
                    <a:pt x="166801" y="695277"/>
                  </a:lnTo>
                  <a:lnTo>
                    <a:pt x="164796" y="694651"/>
                  </a:lnTo>
                  <a:lnTo>
                    <a:pt x="162289" y="693774"/>
                  </a:lnTo>
                  <a:lnTo>
                    <a:pt x="160660" y="693398"/>
                  </a:lnTo>
                  <a:lnTo>
                    <a:pt x="159031" y="692395"/>
                  </a:lnTo>
                  <a:lnTo>
                    <a:pt x="157277" y="692144"/>
                  </a:lnTo>
                  <a:lnTo>
                    <a:pt x="155898" y="691768"/>
                  </a:lnTo>
                  <a:lnTo>
                    <a:pt x="154896" y="691267"/>
                  </a:lnTo>
                  <a:lnTo>
                    <a:pt x="152765" y="690766"/>
                  </a:lnTo>
                  <a:lnTo>
                    <a:pt x="151011" y="690139"/>
                  </a:lnTo>
                  <a:lnTo>
                    <a:pt x="149006" y="689513"/>
                  </a:lnTo>
                  <a:lnTo>
                    <a:pt x="147376" y="689011"/>
                  </a:lnTo>
                  <a:lnTo>
                    <a:pt x="146123" y="688009"/>
                  </a:lnTo>
                  <a:lnTo>
                    <a:pt x="144619" y="688009"/>
                  </a:lnTo>
                  <a:lnTo>
                    <a:pt x="142740" y="687006"/>
                  </a:lnTo>
                  <a:lnTo>
                    <a:pt x="141737" y="686630"/>
                  </a:lnTo>
                  <a:lnTo>
                    <a:pt x="140734" y="685878"/>
                  </a:lnTo>
                  <a:lnTo>
                    <a:pt x="139606" y="685628"/>
                  </a:lnTo>
                  <a:lnTo>
                    <a:pt x="137727" y="685001"/>
                  </a:lnTo>
                  <a:lnTo>
                    <a:pt x="136348" y="684375"/>
                  </a:lnTo>
                  <a:lnTo>
                    <a:pt x="135095" y="684124"/>
                  </a:lnTo>
                  <a:lnTo>
                    <a:pt x="133340" y="683999"/>
                  </a:lnTo>
                  <a:lnTo>
                    <a:pt x="131711" y="683873"/>
                  </a:lnTo>
                  <a:lnTo>
                    <a:pt x="130458" y="683497"/>
                  </a:lnTo>
                  <a:lnTo>
                    <a:pt x="128954" y="683247"/>
                  </a:lnTo>
                  <a:lnTo>
                    <a:pt x="127952" y="683497"/>
                  </a:lnTo>
                  <a:lnTo>
                    <a:pt x="126197" y="682745"/>
                  </a:lnTo>
                  <a:lnTo>
                    <a:pt x="125195" y="682745"/>
                  </a:lnTo>
                  <a:lnTo>
                    <a:pt x="123941" y="682495"/>
                  </a:lnTo>
                  <a:lnTo>
                    <a:pt x="122438" y="682369"/>
                  </a:lnTo>
                  <a:lnTo>
                    <a:pt x="120057" y="682244"/>
                  </a:lnTo>
                  <a:lnTo>
                    <a:pt x="117174" y="682495"/>
                  </a:lnTo>
                  <a:lnTo>
                    <a:pt x="115044" y="682996"/>
                  </a:lnTo>
                  <a:lnTo>
                    <a:pt x="112788" y="683873"/>
                  </a:lnTo>
                  <a:lnTo>
                    <a:pt x="111159" y="683873"/>
                  </a:lnTo>
                  <a:lnTo>
                    <a:pt x="109906" y="682996"/>
                  </a:lnTo>
                  <a:lnTo>
                    <a:pt x="108402" y="680740"/>
                  </a:lnTo>
                  <a:lnTo>
                    <a:pt x="107399" y="678860"/>
                  </a:lnTo>
                  <a:lnTo>
                    <a:pt x="107023" y="677106"/>
                  </a:lnTo>
                  <a:lnTo>
                    <a:pt x="106146" y="675351"/>
                  </a:lnTo>
                  <a:lnTo>
                    <a:pt x="105269" y="673096"/>
                  </a:lnTo>
                  <a:lnTo>
                    <a:pt x="104015" y="670840"/>
                  </a:lnTo>
                  <a:lnTo>
                    <a:pt x="102386" y="669461"/>
                  </a:lnTo>
                  <a:lnTo>
                    <a:pt x="100256" y="667958"/>
                  </a:lnTo>
                  <a:lnTo>
                    <a:pt x="98376" y="666830"/>
                  </a:lnTo>
                  <a:lnTo>
                    <a:pt x="97248" y="666078"/>
                  </a:lnTo>
                  <a:lnTo>
                    <a:pt x="95744" y="664574"/>
                  </a:lnTo>
                  <a:lnTo>
                    <a:pt x="94240" y="663446"/>
                  </a:lnTo>
                  <a:lnTo>
                    <a:pt x="91985" y="662318"/>
                  </a:lnTo>
                  <a:lnTo>
                    <a:pt x="90230" y="661692"/>
                  </a:lnTo>
                  <a:lnTo>
                    <a:pt x="87974" y="660689"/>
                  </a:lnTo>
                  <a:lnTo>
                    <a:pt x="86345" y="660062"/>
                  </a:lnTo>
                  <a:lnTo>
                    <a:pt x="84967" y="659812"/>
                  </a:lnTo>
                  <a:lnTo>
                    <a:pt x="83463" y="659686"/>
                  </a:lnTo>
                  <a:lnTo>
                    <a:pt x="81708" y="659436"/>
                  </a:lnTo>
                  <a:lnTo>
                    <a:pt x="80455" y="659561"/>
                  </a:lnTo>
                  <a:lnTo>
                    <a:pt x="79578" y="659310"/>
                  </a:lnTo>
                  <a:lnTo>
                    <a:pt x="77698" y="659060"/>
                  </a:lnTo>
                  <a:lnTo>
                    <a:pt x="76570" y="659185"/>
                  </a:lnTo>
                  <a:lnTo>
                    <a:pt x="75693" y="660313"/>
                  </a:lnTo>
                  <a:lnTo>
                    <a:pt x="75192" y="661316"/>
                  </a:lnTo>
                  <a:lnTo>
                    <a:pt x="74690" y="662945"/>
                  </a:lnTo>
                  <a:lnTo>
                    <a:pt x="73813" y="664198"/>
                  </a:lnTo>
                  <a:lnTo>
                    <a:pt x="73563" y="665326"/>
                  </a:lnTo>
                  <a:lnTo>
                    <a:pt x="73437" y="666203"/>
                  </a:lnTo>
                  <a:lnTo>
                    <a:pt x="72309" y="666955"/>
                  </a:lnTo>
                  <a:lnTo>
                    <a:pt x="71557" y="666830"/>
                  </a:lnTo>
                  <a:lnTo>
                    <a:pt x="71808" y="665576"/>
                  </a:lnTo>
                  <a:lnTo>
                    <a:pt x="72309" y="664198"/>
                  </a:lnTo>
                  <a:lnTo>
                    <a:pt x="72811" y="663446"/>
                  </a:lnTo>
                  <a:lnTo>
                    <a:pt x="73312" y="662443"/>
                  </a:lnTo>
                  <a:lnTo>
                    <a:pt x="73061" y="662068"/>
                  </a:lnTo>
                  <a:lnTo>
                    <a:pt x="72184" y="662569"/>
                  </a:lnTo>
                  <a:lnTo>
                    <a:pt x="71557" y="663947"/>
                  </a:lnTo>
                  <a:lnTo>
                    <a:pt x="70555" y="665326"/>
                  </a:lnTo>
                  <a:lnTo>
                    <a:pt x="69552" y="666203"/>
                  </a:lnTo>
                  <a:lnTo>
                    <a:pt x="69302" y="666830"/>
                  </a:lnTo>
                  <a:lnTo>
                    <a:pt x="69302" y="667582"/>
                  </a:lnTo>
                  <a:lnTo>
                    <a:pt x="68800" y="668208"/>
                  </a:lnTo>
                  <a:lnTo>
                    <a:pt x="68049" y="668960"/>
                  </a:lnTo>
                  <a:lnTo>
                    <a:pt x="67798" y="669461"/>
                  </a:lnTo>
                  <a:lnTo>
                    <a:pt x="67923" y="670213"/>
                  </a:lnTo>
                  <a:lnTo>
                    <a:pt x="67046" y="670965"/>
                  </a:lnTo>
                  <a:lnTo>
                    <a:pt x="65667" y="670965"/>
                  </a:lnTo>
                  <a:lnTo>
                    <a:pt x="64414" y="670715"/>
                  </a:lnTo>
                  <a:lnTo>
                    <a:pt x="64414" y="669963"/>
                  </a:lnTo>
                  <a:lnTo>
                    <a:pt x="65417" y="668584"/>
                  </a:lnTo>
                  <a:lnTo>
                    <a:pt x="65667" y="667582"/>
                  </a:lnTo>
                  <a:lnTo>
                    <a:pt x="66419" y="666328"/>
                  </a:lnTo>
                  <a:lnTo>
                    <a:pt x="66419" y="665326"/>
                  </a:lnTo>
                  <a:lnTo>
                    <a:pt x="65542" y="664449"/>
                  </a:lnTo>
                  <a:lnTo>
                    <a:pt x="64915" y="664699"/>
                  </a:lnTo>
                  <a:lnTo>
                    <a:pt x="64540" y="665827"/>
                  </a:lnTo>
                  <a:lnTo>
                    <a:pt x="63788" y="666830"/>
                  </a:lnTo>
                  <a:lnTo>
                    <a:pt x="62910" y="667707"/>
                  </a:lnTo>
                  <a:lnTo>
                    <a:pt x="61782" y="668960"/>
                  </a:lnTo>
                  <a:lnTo>
                    <a:pt x="60780" y="669587"/>
                  </a:lnTo>
                  <a:lnTo>
                    <a:pt x="59652" y="669461"/>
                  </a:lnTo>
                  <a:lnTo>
                    <a:pt x="59777" y="668083"/>
                  </a:lnTo>
                  <a:lnTo>
                    <a:pt x="60028" y="666328"/>
                  </a:lnTo>
                  <a:lnTo>
                    <a:pt x="61031" y="664825"/>
                  </a:lnTo>
                  <a:lnTo>
                    <a:pt x="61782" y="663195"/>
                  </a:lnTo>
                  <a:lnTo>
                    <a:pt x="63161" y="661692"/>
                  </a:lnTo>
                  <a:lnTo>
                    <a:pt x="64540" y="660814"/>
                  </a:lnTo>
                  <a:lnTo>
                    <a:pt x="65542" y="659937"/>
                  </a:lnTo>
                  <a:lnTo>
                    <a:pt x="64790" y="657932"/>
                  </a:lnTo>
                  <a:lnTo>
                    <a:pt x="62409" y="656929"/>
                  </a:lnTo>
                  <a:lnTo>
                    <a:pt x="61281" y="656303"/>
                  </a:lnTo>
                  <a:lnTo>
                    <a:pt x="60404" y="655300"/>
                  </a:lnTo>
                  <a:lnTo>
                    <a:pt x="59151" y="656804"/>
                  </a:lnTo>
                  <a:lnTo>
                    <a:pt x="57522" y="658684"/>
                  </a:lnTo>
                  <a:lnTo>
                    <a:pt x="56143" y="660689"/>
                  </a:lnTo>
                  <a:lnTo>
                    <a:pt x="55391" y="662945"/>
                  </a:lnTo>
                  <a:lnTo>
                    <a:pt x="54013" y="662569"/>
                  </a:lnTo>
                  <a:lnTo>
                    <a:pt x="53511" y="661441"/>
                  </a:lnTo>
                  <a:lnTo>
                    <a:pt x="54765" y="659686"/>
                  </a:lnTo>
                  <a:lnTo>
                    <a:pt x="55141" y="657932"/>
                  </a:lnTo>
                  <a:lnTo>
                    <a:pt x="54263" y="657681"/>
                  </a:lnTo>
                  <a:lnTo>
                    <a:pt x="54263" y="655801"/>
                  </a:lnTo>
                  <a:lnTo>
                    <a:pt x="55266" y="653922"/>
                  </a:lnTo>
                  <a:lnTo>
                    <a:pt x="56644" y="652668"/>
                  </a:lnTo>
                  <a:lnTo>
                    <a:pt x="56268" y="650914"/>
                  </a:lnTo>
                  <a:lnTo>
                    <a:pt x="55015" y="650037"/>
                  </a:lnTo>
                  <a:lnTo>
                    <a:pt x="53887" y="651165"/>
                  </a:lnTo>
                  <a:lnTo>
                    <a:pt x="52258" y="653546"/>
                  </a:lnTo>
                  <a:lnTo>
                    <a:pt x="51506" y="655300"/>
                  </a:lnTo>
                  <a:lnTo>
                    <a:pt x="50754" y="656804"/>
                  </a:lnTo>
                  <a:lnTo>
                    <a:pt x="49125" y="657681"/>
                  </a:lnTo>
                  <a:lnTo>
                    <a:pt x="47496" y="657055"/>
                  </a:lnTo>
                  <a:lnTo>
                    <a:pt x="44614" y="655801"/>
                  </a:lnTo>
                  <a:lnTo>
                    <a:pt x="43110" y="656553"/>
                  </a:lnTo>
                  <a:lnTo>
                    <a:pt x="40102" y="657681"/>
                  </a:lnTo>
                  <a:lnTo>
                    <a:pt x="37972" y="657305"/>
                  </a:lnTo>
                  <a:lnTo>
                    <a:pt x="35966" y="655676"/>
                  </a:lnTo>
                  <a:lnTo>
                    <a:pt x="34839" y="653922"/>
                  </a:lnTo>
                  <a:lnTo>
                    <a:pt x="34839" y="652042"/>
                  </a:lnTo>
                  <a:lnTo>
                    <a:pt x="34463" y="650914"/>
                  </a:lnTo>
                  <a:lnTo>
                    <a:pt x="33711" y="648909"/>
                  </a:lnTo>
                  <a:lnTo>
                    <a:pt x="32959" y="646653"/>
                  </a:lnTo>
                  <a:lnTo>
                    <a:pt x="30828" y="645149"/>
                  </a:lnTo>
                  <a:lnTo>
                    <a:pt x="30202" y="645400"/>
                  </a:lnTo>
                  <a:lnTo>
                    <a:pt x="28823" y="646653"/>
                  </a:lnTo>
                  <a:lnTo>
                    <a:pt x="26693" y="647906"/>
                  </a:lnTo>
                  <a:lnTo>
                    <a:pt x="24938" y="648909"/>
                  </a:lnTo>
                  <a:lnTo>
                    <a:pt x="24061" y="648533"/>
                  </a:lnTo>
                  <a:lnTo>
                    <a:pt x="24186" y="646402"/>
                  </a:lnTo>
                  <a:lnTo>
                    <a:pt x="24938" y="643771"/>
                  </a:lnTo>
                  <a:lnTo>
                    <a:pt x="24813" y="642267"/>
                  </a:lnTo>
                  <a:lnTo>
                    <a:pt x="25690" y="640011"/>
                  </a:lnTo>
                  <a:lnTo>
                    <a:pt x="26693" y="637379"/>
                  </a:lnTo>
                  <a:lnTo>
                    <a:pt x="28698" y="635249"/>
                  </a:lnTo>
                  <a:lnTo>
                    <a:pt x="29450" y="633494"/>
                  </a:lnTo>
                  <a:lnTo>
                    <a:pt x="30828" y="633118"/>
                  </a:lnTo>
                  <a:lnTo>
                    <a:pt x="31079" y="632241"/>
                  </a:lnTo>
                  <a:lnTo>
                    <a:pt x="30202" y="631113"/>
                  </a:lnTo>
                  <a:lnTo>
                    <a:pt x="29826" y="631865"/>
                  </a:lnTo>
                  <a:lnTo>
                    <a:pt x="27570" y="632367"/>
                  </a:lnTo>
                  <a:lnTo>
                    <a:pt x="26693" y="631489"/>
                  </a:lnTo>
                  <a:lnTo>
                    <a:pt x="26066" y="633118"/>
                  </a:lnTo>
                  <a:lnTo>
                    <a:pt x="24938" y="635124"/>
                  </a:lnTo>
                  <a:lnTo>
                    <a:pt x="23936" y="637755"/>
                  </a:lnTo>
                  <a:lnTo>
                    <a:pt x="22933" y="639009"/>
                  </a:lnTo>
                  <a:lnTo>
                    <a:pt x="21931" y="638758"/>
                  </a:lnTo>
                  <a:lnTo>
                    <a:pt x="22307" y="636502"/>
                  </a:lnTo>
                  <a:lnTo>
                    <a:pt x="22808" y="633369"/>
                  </a:lnTo>
                  <a:lnTo>
                    <a:pt x="24437" y="632116"/>
                  </a:lnTo>
                  <a:lnTo>
                    <a:pt x="24813" y="630737"/>
                  </a:lnTo>
                  <a:lnTo>
                    <a:pt x="24813" y="629610"/>
                  </a:lnTo>
                  <a:lnTo>
                    <a:pt x="26317" y="628983"/>
                  </a:lnTo>
                  <a:lnTo>
                    <a:pt x="27319" y="627103"/>
                  </a:lnTo>
                  <a:lnTo>
                    <a:pt x="29074" y="625850"/>
                  </a:lnTo>
                  <a:lnTo>
                    <a:pt x="30828" y="624471"/>
                  </a:lnTo>
                  <a:lnTo>
                    <a:pt x="31831" y="623093"/>
                  </a:lnTo>
                  <a:lnTo>
                    <a:pt x="34588" y="622592"/>
                  </a:lnTo>
                  <a:lnTo>
                    <a:pt x="35841" y="623218"/>
                  </a:lnTo>
                  <a:lnTo>
                    <a:pt x="36468" y="624095"/>
                  </a:lnTo>
                  <a:lnTo>
                    <a:pt x="37846" y="624221"/>
                  </a:lnTo>
                  <a:lnTo>
                    <a:pt x="38222" y="623469"/>
                  </a:lnTo>
                  <a:lnTo>
                    <a:pt x="38598" y="621338"/>
                  </a:lnTo>
                  <a:lnTo>
                    <a:pt x="39225" y="620210"/>
                  </a:lnTo>
                  <a:lnTo>
                    <a:pt x="39601" y="618832"/>
                  </a:lnTo>
                  <a:lnTo>
                    <a:pt x="40102" y="617579"/>
                  </a:lnTo>
                  <a:lnTo>
                    <a:pt x="41481" y="616701"/>
                  </a:lnTo>
                  <a:lnTo>
                    <a:pt x="42984" y="617203"/>
                  </a:lnTo>
                  <a:lnTo>
                    <a:pt x="44363" y="618331"/>
                  </a:lnTo>
                  <a:lnTo>
                    <a:pt x="45240" y="617077"/>
                  </a:lnTo>
                  <a:lnTo>
                    <a:pt x="44739" y="615198"/>
                  </a:lnTo>
                  <a:lnTo>
                    <a:pt x="43611" y="614947"/>
                  </a:lnTo>
                  <a:lnTo>
                    <a:pt x="42608" y="613193"/>
                  </a:lnTo>
                  <a:lnTo>
                    <a:pt x="42608" y="611563"/>
                  </a:lnTo>
                  <a:lnTo>
                    <a:pt x="43611" y="609308"/>
                  </a:lnTo>
                  <a:lnTo>
                    <a:pt x="45616" y="608556"/>
                  </a:lnTo>
                  <a:lnTo>
                    <a:pt x="47245" y="608180"/>
                  </a:lnTo>
                  <a:lnTo>
                    <a:pt x="50128" y="607177"/>
                  </a:lnTo>
                  <a:lnTo>
                    <a:pt x="52133" y="607052"/>
                  </a:lnTo>
                  <a:lnTo>
                    <a:pt x="54263" y="606801"/>
                  </a:lnTo>
                  <a:lnTo>
                    <a:pt x="55767" y="605799"/>
                  </a:lnTo>
                  <a:lnTo>
                    <a:pt x="58274" y="603543"/>
                  </a:lnTo>
                  <a:lnTo>
                    <a:pt x="60279" y="602666"/>
                  </a:lnTo>
                  <a:lnTo>
                    <a:pt x="62660" y="602039"/>
                  </a:lnTo>
                  <a:lnTo>
                    <a:pt x="64915" y="601914"/>
                  </a:lnTo>
                  <a:lnTo>
                    <a:pt x="65793" y="600535"/>
                  </a:lnTo>
                  <a:lnTo>
                    <a:pt x="65417" y="599031"/>
                  </a:lnTo>
                  <a:lnTo>
                    <a:pt x="66043" y="597026"/>
                  </a:lnTo>
                  <a:lnTo>
                    <a:pt x="66419" y="595021"/>
                  </a:lnTo>
                  <a:lnTo>
                    <a:pt x="67422" y="593016"/>
                  </a:lnTo>
                  <a:lnTo>
                    <a:pt x="68424" y="590885"/>
                  </a:lnTo>
                  <a:lnTo>
                    <a:pt x="68926" y="588379"/>
                  </a:lnTo>
                  <a:lnTo>
                    <a:pt x="69176" y="585246"/>
                  </a:lnTo>
                  <a:lnTo>
                    <a:pt x="69302" y="581236"/>
                  </a:lnTo>
                  <a:lnTo>
                    <a:pt x="69176" y="576724"/>
                  </a:lnTo>
                  <a:lnTo>
                    <a:pt x="68049" y="572839"/>
                  </a:lnTo>
                  <a:lnTo>
                    <a:pt x="67046" y="568328"/>
                  </a:lnTo>
                  <a:lnTo>
                    <a:pt x="66169" y="565195"/>
                  </a:lnTo>
                  <a:lnTo>
                    <a:pt x="65291" y="561811"/>
                  </a:lnTo>
                  <a:lnTo>
                    <a:pt x="63537" y="555670"/>
                  </a:lnTo>
                  <a:lnTo>
                    <a:pt x="61657" y="552663"/>
                  </a:lnTo>
                  <a:lnTo>
                    <a:pt x="60529" y="550407"/>
                  </a:lnTo>
                  <a:lnTo>
                    <a:pt x="60028" y="547399"/>
                  </a:lnTo>
                  <a:lnTo>
                    <a:pt x="58524" y="545519"/>
                  </a:lnTo>
                  <a:lnTo>
                    <a:pt x="58148" y="543640"/>
                  </a:lnTo>
                  <a:lnTo>
                    <a:pt x="56895" y="542261"/>
                  </a:lnTo>
                  <a:lnTo>
                    <a:pt x="56394" y="541008"/>
                  </a:lnTo>
                  <a:lnTo>
                    <a:pt x="54514" y="539128"/>
                  </a:lnTo>
                  <a:lnTo>
                    <a:pt x="52007" y="535870"/>
                  </a:lnTo>
                  <a:lnTo>
                    <a:pt x="49501" y="533363"/>
                  </a:lnTo>
                  <a:lnTo>
                    <a:pt x="47120" y="531358"/>
                  </a:lnTo>
                  <a:lnTo>
                    <a:pt x="44363" y="528977"/>
                  </a:lnTo>
                  <a:lnTo>
                    <a:pt x="41857" y="526220"/>
                  </a:lnTo>
                  <a:lnTo>
                    <a:pt x="37972" y="523212"/>
                  </a:lnTo>
                  <a:lnTo>
                    <a:pt x="31956" y="518325"/>
                  </a:lnTo>
                  <a:lnTo>
                    <a:pt x="27946" y="514440"/>
                  </a:lnTo>
                  <a:lnTo>
                    <a:pt x="23936" y="509803"/>
                  </a:lnTo>
                  <a:lnTo>
                    <a:pt x="16792" y="505668"/>
                  </a:lnTo>
                  <a:lnTo>
                    <a:pt x="13283" y="503161"/>
                  </a:lnTo>
                  <a:lnTo>
                    <a:pt x="11278" y="500780"/>
                  </a:lnTo>
                  <a:lnTo>
                    <a:pt x="9524" y="497647"/>
                  </a:lnTo>
                  <a:lnTo>
                    <a:pt x="9023" y="497020"/>
                  </a:lnTo>
                  <a:lnTo>
                    <a:pt x="8897" y="496269"/>
                  </a:lnTo>
                  <a:lnTo>
                    <a:pt x="7895" y="495893"/>
                  </a:lnTo>
                  <a:lnTo>
                    <a:pt x="7017" y="496269"/>
                  </a:lnTo>
                  <a:lnTo>
                    <a:pt x="6391" y="497522"/>
                  </a:lnTo>
                  <a:lnTo>
                    <a:pt x="5890" y="498399"/>
                  </a:lnTo>
                  <a:lnTo>
                    <a:pt x="4636" y="498650"/>
                  </a:lnTo>
                  <a:lnTo>
                    <a:pt x="3634" y="498524"/>
                  </a:lnTo>
                  <a:lnTo>
                    <a:pt x="2631" y="498148"/>
                  </a:lnTo>
                  <a:lnTo>
                    <a:pt x="1629" y="497522"/>
                  </a:lnTo>
                  <a:lnTo>
                    <a:pt x="1503" y="496770"/>
                  </a:lnTo>
                  <a:lnTo>
                    <a:pt x="1629" y="495893"/>
                  </a:lnTo>
                  <a:lnTo>
                    <a:pt x="2255" y="495266"/>
                  </a:lnTo>
                  <a:lnTo>
                    <a:pt x="2882" y="494639"/>
                  </a:lnTo>
                  <a:lnTo>
                    <a:pt x="1629" y="494263"/>
                  </a:lnTo>
                  <a:lnTo>
                    <a:pt x="626" y="493136"/>
                  </a:lnTo>
                  <a:lnTo>
                    <a:pt x="0" y="492133"/>
                  </a:lnTo>
                  <a:lnTo>
                    <a:pt x="125" y="491256"/>
                  </a:lnTo>
                  <a:lnTo>
                    <a:pt x="501" y="489877"/>
                  </a:lnTo>
                  <a:lnTo>
                    <a:pt x="501" y="488624"/>
                  </a:lnTo>
                  <a:lnTo>
                    <a:pt x="375" y="487245"/>
                  </a:lnTo>
                  <a:lnTo>
                    <a:pt x="877" y="486243"/>
                  </a:lnTo>
                  <a:lnTo>
                    <a:pt x="2005" y="485115"/>
                  </a:lnTo>
                  <a:lnTo>
                    <a:pt x="2757" y="483862"/>
                  </a:lnTo>
                  <a:lnTo>
                    <a:pt x="4010" y="483110"/>
                  </a:lnTo>
                  <a:lnTo>
                    <a:pt x="5012" y="483110"/>
                  </a:lnTo>
                  <a:lnTo>
                    <a:pt x="5764" y="482358"/>
                  </a:lnTo>
                  <a:lnTo>
                    <a:pt x="5514" y="481105"/>
                  </a:lnTo>
                  <a:lnTo>
                    <a:pt x="5514" y="479726"/>
                  </a:lnTo>
                  <a:lnTo>
                    <a:pt x="5764" y="478473"/>
                  </a:lnTo>
                  <a:lnTo>
                    <a:pt x="6391" y="476969"/>
                  </a:lnTo>
                  <a:lnTo>
                    <a:pt x="6892" y="474713"/>
                  </a:lnTo>
                  <a:lnTo>
                    <a:pt x="7519" y="473836"/>
                  </a:lnTo>
                  <a:lnTo>
                    <a:pt x="8271" y="473460"/>
                  </a:lnTo>
                  <a:lnTo>
                    <a:pt x="8521" y="472458"/>
                  </a:lnTo>
                  <a:lnTo>
                    <a:pt x="8772" y="470578"/>
                  </a:lnTo>
                  <a:lnTo>
                    <a:pt x="9649" y="469199"/>
                  </a:lnTo>
                  <a:lnTo>
                    <a:pt x="10276" y="467570"/>
                  </a:lnTo>
                  <a:lnTo>
                    <a:pt x="11153" y="466568"/>
                  </a:lnTo>
                  <a:lnTo>
                    <a:pt x="12532" y="465816"/>
                  </a:lnTo>
                  <a:lnTo>
                    <a:pt x="13785" y="465189"/>
                  </a:lnTo>
                  <a:lnTo>
                    <a:pt x="14161" y="464688"/>
                  </a:lnTo>
                  <a:lnTo>
                    <a:pt x="14787" y="463435"/>
                  </a:lnTo>
                  <a:lnTo>
                    <a:pt x="15163" y="460427"/>
                  </a:lnTo>
                  <a:lnTo>
                    <a:pt x="15163" y="458672"/>
                  </a:lnTo>
                  <a:lnTo>
                    <a:pt x="15539" y="457419"/>
                  </a:lnTo>
                  <a:lnTo>
                    <a:pt x="16792" y="456166"/>
                  </a:lnTo>
                  <a:lnTo>
                    <a:pt x="17294" y="453785"/>
                  </a:lnTo>
                  <a:lnTo>
                    <a:pt x="17294" y="451153"/>
                  </a:lnTo>
                  <a:lnTo>
                    <a:pt x="17043" y="449524"/>
                  </a:lnTo>
                  <a:lnTo>
                    <a:pt x="16667" y="447895"/>
                  </a:lnTo>
                  <a:lnTo>
                    <a:pt x="15915" y="446391"/>
                  </a:lnTo>
                  <a:lnTo>
                    <a:pt x="15163" y="445388"/>
                  </a:lnTo>
                  <a:lnTo>
                    <a:pt x="13910" y="444010"/>
                  </a:lnTo>
                  <a:lnTo>
                    <a:pt x="13409" y="443258"/>
                  </a:lnTo>
                  <a:lnTo>
                    <a:pt x="13283" y="442506"/>
                  </a:lnTo>
                  <a:lnTo>
                    <a:pt x="13158" y="440501"/>
                  </a:lnTo>
                  <a:lnTo>
                    <a:pt x="12782" y="439373"/>
                  </a:lnTo>
                  <a:lnTo>
                    <a:pt x="11529" y="435739"/>
                  </a:lnTo>
                  <a:lnTo>
                    <a:pt x="11278" y="434987"/>
                  </a:lnTo>
                  <a:lnTo>
                    <a:pt x="10401" y="433734"/>
                  </a:lnTo>
                  <a:lnTo>
                    <a:pt x="9023" y="432731"/>
                  </a:lnTo>
                  <a:lnTo>
                    <a:pt x="6892" y="431728"/>
                  </a:lnTo>
                  <a:lnTo>
                    <a:pt x="5639" y="431102"/>
                  </a:lnTo>
                  <a:lnTo>
                    <a:pt x="5138" y="430350"/>
                  </a:lnTo>
                  <a:lnTo>
                    <a:pt x="4762" y="429473"/>
                  </a:lnTo>
                  <a:lnTo>
                    <a:pt x="4762" y="427593"/>
                  </a:lnTo>
                  <a:lnTo>
                    <a:pt x="4636" y="425964"/>
                  </a:lnTo>
                  <a:lnTo>
                    <a:pt x="4260" y="423708"/>
                  </a:lnTo>
                  <a:lnTo>
                    <a:pt x="4010" y="422329"/>
                  </a:lnTo>
                  <a:lnTo>
                    <a:pt x="4010" y="420324"/>
                  </a:lnTo>
                  <a:lnTo>
                    <a:pt x="4260" y="419322"/>
                  </a:lnTo>
                  <a:lnTo>
                    <a:pt x="5263" y="417943"/>
                  </a:lnTo>
                  <a:lnTo>
                    <a:pt x="6015" y="417191"/>
                  </a:lnTo>
                  <a:lnTo>
                    <a:pt x="6641" y="416314"/>
                  </a:lnTo>
                  <a:lnTo>
                    <a:pt x="6892" y="415061"/>
                  </a:lnTo>
                  <a:lnTo>
                    <a:pt x="7268" y="414184"/>
                  </a:lnTo>
                  <a:lnTo>
                    <a:pt x="8145" y="413056"/>
                  </a:lnTo>
                  <a:lnTo>
                    <a:pt x="9273" y="412179"/>
                  </a:lnTo>
                  <a:lnTo>
                    <a:pt x="10526" y="411552"/>
                  </a:lnTo>
                  <a:lnTo>
                    <a:pt x="11153" y="410925"/>
                  </a:lnTo>
                  <a:lnTo>
                    <a:pt x="12030" y="410173"/>
                  </a:lnTo>
                  <a:lnTo>
                    <a:pt x="12782" y="409296"/>
                  </a:lnTo>
                  <a:lnTo>
                    <a:pt x="13283" y="408043"/>
                  </a:lnTo>
                  <a:lnTo>
                    <a:pt x="13534" y="406790"/>
                  </a:lnTo>
                  <a:lnTo>
                    <a:pt x="13283" y="404785"/>
                  </a:lnTo>
                  <a:lnTo>
                    <a:pt x="13158" y="403907"/>
                  </a:lnTo>
                  <a:lnTo>
                    <a:pt x="12657" y="402654"/>
                  </a:lnTo>
                  <a:lnTo>
                    <a:pt x="12030" y="401526"/>
                  </a:lnTo>
                  <a:lnTo>
                    <a:pt x="11529" y="400398"/>
                  </a:lnTo>
                  <a:lnTo>
                    <a:pt x="11529" y="399521"/>
                  </a:lnTo>
                  <a:lnTo>
                    <a:pt x="12030" y="398519"/>
                  </a:lnTo>
                  <a:lnTo>
                    <a:pt x="13158" y="397516"/>
                  </a:lnTo>
                  <a:lnTo>
                    <a:pt x="13409" y="396639"/>
                  </a:lnTo>
                  <a:lnTo>
                    <a:pt x="13158" y="394508"/>
                  </a:lnTo>
                  <a:lnTo>
                    <a:pt x="12782" y="392253"/>
                  </a:lnTo>
                  <a:lnTo>
                    <a:pt x="11905" y="389495"/>
                  </a:lnTo>
                  <a:lnTo>
                    <a:pt x="11028" y="386738"/>
                  </a:lnTo>
                  <a:lnTo>
                    <a:pt x="10902" y="385611"/>
                  </a:lnTo>
                  <a:lnTo>
                    <a:pt x="10652" y="383731"/>
                  </a:lnTo>
                  <a:lnTo>
                    <a:pt x="10401" y="382352"/>
                  </a:lnTo>
                  <a:lnTo>
                    <a:pt x="8897" y="380222"/>
                  </a:lnTo>
                  <a:lnTo>
                    <a:pt x="8772" y="377966"/>
                  </a:lnTo>
                  <a:lnTo>
                    <a:pt x="8271" y="375209"/>
                  </a:lnTo>
                  <a:lnTo>
                    <a:pt x="8145" y="374081"/>
                  </a:lnTo>
                  <a:lnTo>
                    <a:pt x="8271" y="372327"/>
                  </a:lnTo>
                  <a:lnTo>
                    <a:pt x="8271" y="370196"/>
                  </a:lnTo>
                  <a:lnTo>
                    <a:pt x="7644" y="367439"/>
                  </a:lnTo>
                  <a:lnTo>
                    <a:pt x="6516" y="364306"/>
                  </a:lnTo>
                  <a:lnTo>
                    <a:pt x="5764" y="362301"/>
                  </a:lnTo>
                  <a:lnTo>
                    <a:pt x="5514" y="360797"/>
                  </a:lnTo>
                  <a:lnTo>
                    <a:pt x="4636" y="357915"/>
                  </a:lnTo>
                  <a:lnTo>
                    <a:pt x="3759" y="355784"/>
                  </a:lnTo>
                  <a:lnTo>
                    <a:pt x="3634" y="354782"/>
                  </a:lnTo>
                  <a:lnTo>
                    <a:pt x="4260" y="353904"/>
                  </a:lnTo>
                  <a:lnTo>
                    <a:pt x="4636" y="352777"/>
                  </a:lnTo>
                  <a:lnTo>
                    <a:pt x="5012" y="351899"/>
                  </a:lnTo>
                  <a:lnTo>
                    <a:pt x="5514" y="351022"/>
                  </a:lnTo>
                  <a:lnTo>
                    <a:pt x="6140" y="348892"/>
                  </a:lnTo>
                  <a:lnTo>
                    <a:pt x="6892" y="347263"/>
                  </a:lnTo>
                  <a:lnTo>
                    <a:pt x="7143" y="345759"/>
                  </a:lnTo>
                  <a:lnTo>
                    <a:pt x="7769" y="345132"/>
                  </a:lnTo>
                  <a:lnTo>
                    <a:pt x="8396" y="344505"/>
                  </a:lnTo>
                  <a:lnTo>
                    <a:pt x="9273" y="343378"/>
                  </a:lnTo>
                  <a:lnTo>
                    <a:pt x="10276" y="342751"/>
                  </a:lnTo>
                  <a:lnTo>
                    <a:pt x="12908" y="342626"/>
                  </a:lnTo>
                  <a:lnTo>
                    <a:pt x="15414" y="341122"/>
                  </a:lnTo>
                  <a:lnTo>
                    <a:pt x="17043" y="339994"/>
                  </a:lnTo>
                  <a:lnTo>
                    <a:pt x="19424" y="338991"/>
                  </a:lnTo>
                  <a:lnTo>
                    <a:pt x="21555" y="338239"/>
                  </a:lnTo>
                  <a:lnTo>
                    <a:pt x="23560" y="337362"/>
                  </a:lnTo>
                  <a:lnTo>
                    <a:pt x="25314" y="336109"/>
                  </a:lnTo>
                  <a:lnTo>
                    <a:pt x="27695" y="334856"/>
                  </a:lnTo>
                  <a:lnTo>
                    <a:pt x="30202" y="334605"/>
                  </a:lnTo>
                  <a:lnTo>
                    <a:pt x="32583" y="334104"/>
                  </a:lnTo>
                  <a:lnTo>
                    <a:pt x="35841" y="332725"/>
                  </a:lnTo>
                  <a:lnTo>
                    <a:pt x="38097" y="332224"/>
                  </a:lnTo>
                  <a:lnTo>
                    <a:pt x="39475" y="331472"/>
                  </a:lnTo>
                  <a:lnTo>
                    <a:pt x="42734" y="329843"/>
                  </a:lnTo>
                  <a:lnTo>
                    <a:pt x="43862" y="329592"/>
                  </a:lnTo>
                  <a:lnTo>
                    <a:pt x="44990" y="328840"/>
                  </a:lnTo>
                  <a:lnTo>
                    <a:pt x="45491" y="328214"/>
                  </a:lnTo>
                  <a:lnTo>
                    <a:pt x="47621" y="326334"/>
                  </a:lnTo>
                  <a:lnTo>
                    <a:pt x="50754" y="325707"/>
                  </a:lnTo>
                  <a:lnTo>
                    <a:pt x="51882" y="325081"/>
                  </a:lnTo>
                  <a:lnTo>
                    <a:pt x="53386" y="324204"/>
                  </a:lnTo>
                  <a:lnTo>
                    <a:pt x="55516" y="322324"/>
                  </a:lnTo>
                  <a:lnTo>
                    <a:pt x="56644" y="321572"/>
                  </a:lnTo>
                  <a:lnTo>
                    <a:pt x="57647" y="320569"/>
                  </a:lnTo>
                  <a:lnTo>
                    <a:pt x="59652" y="317812"/>
                  </a:lnTo>
                  <a:lnTo>
                    <a:pt x="60028" y="316935"/>
                  </a:lnTo>
                  <a:lnTo>
                    <a:pt x="61281" y="315180"/>
                  </a:lnTo>
                  <a:lnTo>
                    <a:pt x="61908" y="314679"/>
                  </a:lnTo>
                  <a:lnTo>
                    <a:pt x="63286" y="314429"/>
                  </a:lnTo>
                  <a:lnTo>
                    <a:pt x="63788" y="314053"/>
                  </a:lnTo>
                  <a:lnTo>
                    <a:pt x="64540" y="313677"/>
                  </a:lnTo>
                  <a:lnTo>
                    <a:pt x="64790" y="313551"/>
                  </a:lnTo>
                  <a:lnTo>
                    <a:pt x="65166" y="313175"/>
                  </a:lnTo>
                  <a:lnTo>
                    <a:pt x="65542" y="312925"/>
                  </a:lnTo>
                  <a:lnTo>
                    <a:pt x="66043" y="312799"/>
                  </a:lnTo>
                  <a:lnTo>
                    <a:pt x="66545" y="312423"/>
                  </a:lnTo>
                  <a:lnTo>
                    <a:pt x="67297" y="311671"/>
                  </a:lnTo>
                  <a:lnTo>
                    <a:pt x="67798" y="310920"/>
                  </a:lnTo>
                  <a:lnTo>
                    <a:pt x="68424" y="310293"/>
                  </a:lnTo>
                  <a:lnTo>
                    <a:pt x="68926" y="309541"/>
                  </a:lnTo>
                  <a:lnTo>
                    <a:pt x="69552" y="308789"/>
                  </a:lnTo>
                  <a:lnTo>
                    <a:pt x="70304" y="308037"/>
                  </a:lnTo>
                  <a:lnTo>
                    <a:pt x="71056" y="307536"/>
                  </a:lnTo>
                  <a:lnTo>
                    <a:pt x="72059" y="306909"/>
                  </a:lnTo>
                  <a:lnTo>
                    <a:pt x="72560" y="306283"/>
                  </a:lnTo>
                  <a:lnTo>
                    <a:pt x="73187" y="305280"/>
                  </a:lnTo>
                  <a:lnTo>
                    <a:pt x="73563" y="304779"/>
                  </a:lnTo>
                  <a:lnTo>
                    <a:pt x="74064" y="304152"/>
                  </a:lnTo>
                  <a:lnTo>
                    <a:pt x="74565" y="303526"/>
                  </a:lnTo>
                  <a:lnTo>
                    <a:pt x="74690" y="302774"/>
                  </a:lnTo>
                  <a:lnTo>
                    <a:pt x="74816" y="302147"/>
                  </a:lnTo>
                  <a:lnTo>
                    <a:pt x="75192" y="301270"/>
                  </a:lnTo>
                  <a:lnTo>
                    <a:pt x="75568" y="300518"/>
                  </a:lnTo>
                  <a:lnTo>
                    <a:pt x="75568" y="300142"/>
                  </a:lnTo>
                  <a:lnTo>
                    <a:pt x="75818" y="299766"/>
                  </a:lnTo>
                  <a:lnTo>
                    <a:pt x="75944" y="299265"/>
                  </a:lnTo>
                  <a:lnTo>
                    <a:pt x="76570" y="298388"/>
                  </a:lnTo>
                  <a:lnTo>
                    <a:pt x="76821" y="297636"/>
                  </a:lnTo>
                  <a:lnTo>
                    <a:pt x="77197" y="296758"/>
                  </a:lnTo>
                  <a:lnTo>
                    <a:pt x="77322" y="295881"/>
                  </a:lnTo>
                  <a:lnTo>
                    <a:pt x="77698" y="295380"/>
                  </a:lnTo>
                  <a:lnTo>
                    <a:pt x="77698" y="292623"/>
                  </a:lnTo>
                  <a:lnTo>
                    <a:pt x="77949" y="291119"/>
                  </a:lnTo>
                  <a:lnTo>
                    <a:pt x="78074" y="290242"/>
                  </a:lnTo>
                  <a:lnTo>
                    <a:pt x="78450" y="289239"/>
                  </a:lnTo>
                  <a:lnTo>
                    <a:pt x="78951" y="287986"/>
                  </a:lnTo>
                  <a:lnTo>
                    <a:pt x="79327" y="286733"/>
                  </a:lnTo>
                  <a:lnTo>
                    <a:pt x="79578" y="286106"/>
                  </a:lnTo>
                  <a:lnTo>
                    <a:pt x="79829" y="284728"/>
                  </a:lnTo>
                  <a:lnTo>
                    <a:pt x="79829" y="283976"/>
                  </a:lnTo>
                  <a:lnTo>
                    <a:pt x="79703" y="283098"/>
                  </a:lnTo>
                  <a:lnTo>
                    <a:pt x="79703" y="282221"/>
                  </a:lnTo>
                  <a:lnTo>
                    <a:pt x="79829" y="281344"/>
                  </a:lnTo>
                  <a:lnTo>
                    <a:pt x="79829" y="280216"/>
                  </a:lnTo>
                  <a:lnTo>
                    <a:pt x="79829" y="278336"/>
                  </a:lnTo>
                  <a:lnTo>
                    <a:pt x="79829" y="277459"/>
                  </a:lnTo>
                  <a:lnTo>
                    <a:pt x="79954" y="276456"/>
                  </a:lnTo>
                  <a:lnTo>
                    <a:pt x="80079" y="275579"/>
                  </a:lnTo>
                  <a:lnTo>
                    <a:pt x="80330" y="274702"/>
                  </a:lnTo>
                  <a:lnTo>
                    <a:pt x="80455" y="273950"/>
                  </a:lnTo>
                  <a:lnTo>
                    <a:pt x="80205" y="273323"/>
                  </a:lnTo>
                  <a:lnTo>
                    <a:pt x="79954" y="272196"/>
                  </a:lnTo>
                  <a:lnTo>
                    <a:pt x="79703" y="270817"/>
                  </a:lnTo>
                  <a:lnTo>
                    <a:pt x="79327" y="269564"/>
                  </a:lnTo>
                  <a:lnTo>
                    <a:pt x="79077" y="267935"/>
                  </a:lnTo>
                  <a:lnTo>
                    <a:pt x="78701" y="266305"/>
                  </a:lnTo>
                  <a:lnTo>
                    <a:pt x="78450" y="264927"/>
                  </a:lnTo>
                  <a:lnTo>
                    <a:pt x="77824" y="263298"/>
                  </a:lnTo>
                  <a:lnTo>
                    <a:pt x="77197" y="261543"/>
                  </a:lnTo>
                  <a:lnTo>
                    <a:pt x="76696" y="259663"/>
                  </a:lnTo>
                  <a:lnTo>
                    <a:pt x="76194" y="258661"/>
                  </a:lnTo>
                  <a:lnTo>
                    <a:pt x="75693" y="257282"/>
                  </a:lnTo>
                  <a:lnTo>
                    <a:pt x="75192" y="255403"/>
                  </a:lnTo>
                  <a:lnTo>
                    <a:pt x="74816" y="254149"/>
                  </a:lnTo>
                  <a:lnTo>
                    <a:pt x="74189" y="252646"/>
                  </a:lnTo>
                  <a:lnTo>
                    <a:pt x="73688" y="251392"/>
                  </a:lnTo>
                  <a:lnTo>
                    <a:pt x="73187" y="250264"/>
                  </a:lnTo>
                  <a:lnTo>
                    <a:pt x="72685" y="249262"/>
                  </a:lnTo>
                  <a:lnTo>
                    <a:pt x="72309" y="248259"/>
                  </a:lnTo>
                  <a:lnTo>
                    <a:pt x="71683" y="247006"/>
                  </a:lnTo>
                  <a:lnTo>
                    <a:pt x="71182" y="245502"/>
                  </a:lnTo>
                  <a:lnTo>
                    <a:pt x="70304" y="243873"/>
                  </a:lnTo>
                  <a:lnTo>
                    <a:pt x="69803" y="242244"/>
                  </a:lnTo>
                  <a:lnTo>
                    <a:pt x="68550" y="239863"/>
                  </a:lnTo>
                  <a:lnTo>
                    <a:pt x="67798" y="239111"/>
                  </a:lnTo>
                  <a:lnTo>
                    <a:pt x="66670" y="238484"/>
                  </a:lnTo>
                  <a:lnTo>
                    <a:pt x="65417" y="238359"/>
                  </a:lnTo>
                  <a:lnTo>
                    <a:pt x="64665" y="238359"/>
                  </a:lnTo>
                  <a:lnTo>
                    <a:pt x="63913" y="238484"/>
                  </a:lnTo>
                  <a:lnTo>
                    <a:pt x="62910" y="238484"/>
                  </a:lnTo>
                  <a:lnTo>
                    <a:pt x="62284" y="237858"/>
                  </a:lnTo>
                  <a:lnTo>
                    <a:pt x="61782" y="236730"/>
                  </a:lnTo>
                  <a:lnTo>
                    <a:pt x="61156" y="235727"/>
                  </a:lnTo>
                  <a:lnTo>
                    <a:pt x="60655" y="234850"/>
                  </a:lnTo>
                  <a:lnTo>
                    <a:pt x="59652" y="233221"/>
                  </a:lnTo>
                  <a:lnTo>
                    <a:pt x="59652" y="232469"/>
                  </a:lnTo>
                  <a:lnTo>
                    <a:pt x="59652" y="231842"/>
                  </a:lnTo>
                  <a:lnTo>
                    <a:pt x="59777" y="231466"/>
                  </a:lnTo>
                  <a:lnTo>
                    <a:pt x="59903" y="231090"/>
                  </a:lnTo>
                  <a:lnTo>
                    <a:pt x="60153" y="230714"/>
                  </a:lnTo>
                  <a:lnTo>
                    <a:pt x="60153" y="230339"/>
                  </a:lnTo>
                  <a:lnTo>
                    <a:pt x="60153" y="229963"/>
                  </a:lnTo>
                  <a:lnTo>
                    <a:pt x="60028" y="229712"/>
                  </a:lnTo>
                  <a:lnTo>
                    <a:pt x="59401" y="229587"/>
                  </a:lnTo>
                  <a:lnTo>
                    <a:pt x="58649" y="229587"/>
                  </a:lnTo>
                  <a:lnTo>
                    <a:pt x="58023" y="229587"/>
                  </a:lnTo>
                  <a:lnTo>
                    <a:pt x="57522" y="229587"/>
                  </a:lnTo>
                  <a:lnTo>
                    <a:pt x="57020" y="229336"/>
                  </a:lnTo>
                  <a:lnTo>
                    <a:pt x="56770" y="228584"/>
                  </a:lnTo>
                  <a:lnTo>
                    <a:pt x="56394" y="228208"/>
                  </a:lnTo>
                  <a:lnTo>
                    <a:pt x="55767" y="227707"/>
                  </a:lnTo>
                  <a:lnTo>
                    <a:pt x="55642" y="227456"/>
                  </a:lnTo>
                  <a:lnTo>
                    <a:pt x="56018" y="226955"/>
                  </a:lnTo>
                  <a:lnTo>
                    <a:pt x="56644" y="226830"/>
                  </a:lnTo>
                  <a:lnTo>
                    <a:pt x="57146" y="226704"/>
                  </a:lnTo>
                  <a:lnTo>
                    <a:pt x="57772" y="226203"/>
                  </a:lnTo>
                  <a:lnTo>
                    <a:pt x="58148" y="225827"/>
                  </a:lnTo>
                  <a:lnTo>
                    <a:pt x="58148" y="225326"/>
                  </a:lnTo>
                  <a:lnTo>
                    <a:pt x="58148" y="224824"/>
                  </a:lnTo>
                  <a:lnTo>
                    <a:pt x="57772" y="223822"/>
                  </a:lnTo>
                  <a:lnTo>
                    <a:pt x="57396" y="222945"/>
                  </a:lnTo>
                  <a:lnTo>
                    <a:pt x="57146" y="222318"/>
                  </a:lnTo>
                  <a:lnTo>
                    <a:pt x="56644" y="221566"/>
                  </a:lnTo>
                  <a:lnTo>
                    <a:pt x="56143" y="221065"/>
                  </a:lnTo>
                  <a:lnTo>
                    <a:pt x="55516" y="220188"/>
                  </a:lnTo>
                  <a:lnTo>
                    <a:pt x="54639" y="219060"/>
                  </a:lnTo>
                  <a:lnTo>
                    <a:pt x="53887" y="218057"/>
                  </a:lnTo>
                  <a:lnTo>
                    <a:pt x="53511" y="217431"/>
                  </a:lnTo>
                  <a:lnTo>
                    <a:pt x="53010" y="217055"/>
                  </a:lnTo>
                  <a:lnTo>
                    <a:pt x="52759" y="217180"/>
                  </a:lnTo>
                  <a:lnTo>
                    <a:pt x="52509" y="217305"/>
                  </a:lnTo>
                  <a:lnTo>
                    <a:pt x="52133" y="217055"/>
                  </a:lnTo>
                  <a:lnTo>
                    <a:pt x="51882" y="216679"/>
                  </a:lnTo>
                  <a:lnTo>
                    <a:pt x="51381" y="216553"/>
                  </a:lnTo>
                  <a:lnTo>
                    <a:pt x="51005" y="216177"/>
                  </a:lnTo>
                  <a:lnTo>
                    <a:pt x="50629" y="215676"/>
                  </a:lnTo>
                  <a:lnTo>
                    <a:pt x="50880" y="215300"/>
                  </a:lnTo>
                  <a:lnTo>
                    <a:pt x="51005" y="214799"/>
                  </a:lnTo>
                  <a:lnTo>
                    <a:pt x="50504" y="214423"/>
                  </a:lnTo>
                  <a:lnTo>
                    <a:pt x="50253" y="214548"/>
                  </a:lnTo>
                  <a:lnTo>
                    <a:pt x="50002" y="214924"/>
                  </a:lnTo>
                  <a:lnTo>
                    <a:pt x="49626" y="215175"/>
                  </a:lnTo>
                  <a:lnTo>
                    <a:pt x="49125" y="215049"/>
                  </a:lnTo>
                  <a:lnTo>
                    <a:pt x="48248" y="214548"/>
                  </a:lnTo>
                  <a:lnTo>
                    <a:pt x="47621" y="214548"/>
                  </a:lnTo>
                  <a:lnTo>
                    <a:pt x="47371" y="214924"/>
                  </a:lnTo>
                  <a:lnTo>
                    <a:pt x="47371" y="215551"/>
                  </a:lnTo>
                  <a:lnTo>
                    <a:pt x="47120" y="215927"/>
                  </a:lnTo>
                  <a:lnTo>
                    <a:pt x="46869" y="216177"/>
                  </a:lnTo>
                  <a:lnTo>
                    <a:pt x="46368" y="216303"/>
                  </a:lnTo>
                  <a:lnTo>
                    <a:pt x="46117" y="216929"/>
                  </a:lnTo>
                  <a:lnTo>
                    <a:pt x="46117" y="217556"/>
                  </a:lnTo>
                  <a:lnTo>
                    <a:pt x="45867" y="217681"/>
                  </a:lnTo>
                  <a:lnTo>
                    <a:pt x="45366" y="217556"/>
                  </a:lnTo>
                  <a:lnTo>
                    <a:pt x="45115" y="216804"/>
                  </a:lnTo>
                  <a:lnTo>
                    <a:pt x="44864" y="216303"/>
                  </a:lnTo>
                  <a:lnTo>
                    <a:pt x="44488" y="216052"/>
                  </a:lnTo>
                  <a:lnTo>
                    <a:pt x="43736" y="215927"/>
                  </a:lnTo>
                  <a:lnTo>
                    <a:pt x="43360" y="216303"/>
                  </a:lnTo>
                  <a:lnTo>
                    <a:pt x="43235" y="216804"/>
                  </a:lnTo>
                  <a:lnTo>
                    <a:pt x="42984" y="217431"/>
                  </a:lnTo>
                  <a:lnTo>
                    <a:pt x="42608" y="217180"/>
                  </a:lnTo>
                  <a:lnTo>
                    <a:pt x="41731" y="216929"/>
                  </a:lnTo>
                  <a:lnTo>
                    <a:pt x="41355" y="216303"/>
                  </a:lnTo>
                  <a:lnTo>
                    <a:pt x="40979" y="215927"/>
                  </a:lnTo>
                  <a:lnTo>
                    <a:pt x="40478" y="215425"/>
                  </a:lnTo>
                  <a:lnTo>
                    <a:pt x="39977" y="214924"/>
                  </a:lnTo>
                  <a:lnTo>
                    <a:pt x="39350" y="214423"/>
                  </a:lnTo>
                  <a:lnTo>
                    <a:pt x="39350" y="214047"/>
                  </a:lnTo>
                  <a:lnTo>
                    <a:pt x="39475" y="213796"/>
                  </a:lnTo>
                  <a:lnTo>
                    <a:pt x="39099" y="213546"/>
                  </a:lnTo>
                  <a:lnTo>
                    <a:pt x="38849" y="213671"/>
                  </a:lnTo>
                  <a:lnTo>
                    <a:pt x="38473" y="213420"/>
                  </a:lnTo>
                  <a:lnTo>
                    <a:pt x="38473" y="213170"/>
                  </a:lnTo>
                  <a:lnTo>
                    <a:pt x="38724" y="212919"/>
                  </a:lnTo>
                  <a:lnTo>
                    <a:pt x="38724" y="212543"/>
                  </a:lnTo>
                  <a:lnTo>
                    <a:pt x="38473" y="212292"/>
                  </a:lnTo>
                  <a:lnTo>
                    <a:pt x="38473" y="211916"/>
                  </a:lnTo>
                  <a:lnTo>
                    <a:pt x="38348" y="211666"/>
                  </a:lnTo>
                  <a:lnTo>
                    <a:pt x="38097" y="211415"/>
                  </a:lnTo>
                  <a:lnTo>
                    <a:pt x="37721" y="211540"/>
                  </a:lnTo>
                  <a:lnTo>
                    <a:pt x="37345" y="211791"/>
                  </a:lnTo>
                  <a:lnTo>
                    <a:pt x="37470" y="211415"/>
                  </a:lnTo>
                  <a:lnTo>
                    <a:pt x="37220" y="210914"/>
                  </a:lnTo>
                  <a:lnTo>
                    <a:pt x="36844" y="210663"/>
                  </a:lnTo>
                  <a:lnTo>
                    <a:pt x="36593" y="210287"/>
                  </a:lnTo>
                  <a:lnTo>
                    <a:pt x="36468" y="209661"/>
                  </a:lnTo>
                  <a:lnTo>
                    <a:pt x="36718" y="209159"/>
                  </a:lnTo>
                  <a:lnTo>
                    <a:pt x="37470" y="208783"/>
                  </a:lnTo>
                  <a:lnTo>
                    <a:pt x="38348" y="208533"/>
                  </a:lnTo>
                  <a:lnTo>
                    <a:pt x="39099" y="208157"/>
                  </a:lnTo>
                  <a:lnTo>
                    <a:pt x="39977" y="208157"/>
                  </a:lnTo>
                  <a:lnTo>
                    <a:pt x="41105" y="208157"/>
                  </a:lnTo>
                  <a:lnTo>
                    <a:pt x="41731" y="208031"/>
                  </a:lnTo>
                  <a:lnTo>
                    <a:pt x="42483" y="207656"/>
                  </a:lnTo>
                  <a:lnTo>
                    <a:pt x="43486" y="207405"/>
                  </a:lnTo>
                  <a:lnTo>
                    <a:pt x="44363" y="207280"/>
                  </a:lnTo>
                  <a:lnTo>
                    <a:pt x="45366" y="206778"/>
                  </a:lnTo>
                  <a:lnTo>
                    <a:pt x="45867" y="206277"/>
                  </a:lnTo>
                  <a:lnTo>
                    <a:pt x="45867" y="205525"/>
                  </a:lnTo>
                  <a:lnTo>
                    <a:pt x="45366" y="204021"/>
                  </a:lnTo>
                  <a:lnTo>
                    <a:pt x="44864" y="203520"/>
                  </a:lnTo>
                  <a:lnTo>
                    <a:pt x="44112" y="203395"/>
                  </a:lnTo>
                  <a:lnTo>
                    <a:pt x="43360" y="202893"/>
                  </a:lnTo>
                  <a:lnTo>
                    <a:pt x="42734" y="202392"/>
                  </a:lnTo>
                  <a:lnTo>
                    <a:pt x="42358" y="201264"/>
                  </a:lnTo>
                  <a:lnTo>
                    <a:pt x="41731" y="200262"/>
                  </a:lnTo>
                  <a:lnTo>
                    <a:pt x="41105" y="199008"/>
                  </a:lnTo>
                  <a:lnTo>
                    <a:pt x="40353" y="198006"/>
                  </a:lnTo>
                  <a:lnTo>
                    <a:pt x="39475" y="198632"/>
                  </a:lnTo>
                  <a:lnTo>
                    <a:pt x="38724" y="198883"/>
                  </a:lnTo>
                  <a:lnTo>
                    <a:pt x="37972" y="198507"/>
                  </a:lnTo>
                  <a:lnTo>
                    <a:pt x="36844" y="197379"/>
                  </a:lnTo>
                  <a:lnTo>
                    <a:pt x="37596" y="196753"/>
                  </a:lnTo>
                  <a:lnTo>
                    <a:pt x="38348" y="196502"/>
                  </a:lnTo>
                  <a:lnTo>
                    <a:pt x="38849" y="196126"/>
                  </a:lnTo>
                  <a:lnTo>
                    <a:pt x="38222" y="195750"/>
                  </a:lnTo>
                  <a:lnTo>
                    <a:pt x="37470" y="195750"/>
                  </a:lnTo>
                  <a:lnTo>
                    <a:pt x="36217" y="196126"/>
                  </a:lnTo>
                  <a:lnTo>
                    <a:pt x="35591" y="196502"/>
                  </a:lnTo>
                  <a:lnTo>
                    <a:pt x="34839" y="196627"/>
                  </a:lnTo>
                  <a:lnTo>
                    <a:pt x="34337" y="196001"/>
                  </a:lnTo>
                  <a:lnTo>
                    <a:pt x="34713" y="195123"/>
                  </a:lnTo>
                  <a:lnTo>
                    <a:pt x="33961" y="195123"/>
                  </a:lnTo>
                  <a:lnTo>
                    <a:pt x="33084" y="195499"/>
                  </a:lnTo>
                  <a:lnTo>
                    <a:pt x="32207" y="195499"/>
                  </a:lnTo>
                  <a:lnTo>
                    <a:pt x="31455" y="195374"/>
                  </a:lnTo>
                  <a:lnTo>
                    <a:pt x="30703" y="195499"/>
                  </a:lnTo>
                  <a:lnTo>
                    <a:pt x="30076" y="194998"/>
                  </a:lnTo>
                  <a:lnTo>
                    <a:pt x="30327" y="193996"/>
                  </a:lnTo>
                  <a:lnTo>
                    <a:pt x="30578" y="192993"/>
                  </a:lnTo>
                  <a:lnTo>
                    <a:pt x="31079" y="192241"/>
                  </a:lnTo>
                  <a:lnTo>
                    <a:pt x="30578" y="191740"/>
                  </a:lnTo>
                  <a:lnTo>
                    <a:pt x="29826" y="191740"/>
                  </a:lnTo>
                  <a:lnTo>
                    <a:pt x="28823" y="191364"/>
                  </a:lnTo>
                  <a:lnTo>
                    <a:pt x="27821" y="190863"/>
                  </a:lnTo>
                  <a:lnTo>
                    <a:pt x="27069" y="189985"/>
                  </a:lnTo>
                  <a:lnTo>
                    <a:pt x="26943" y="189233"/>
                  </a:lnTo>
                  <a:lnTo>
                    <a:pt x="26818" y="187855"/>
                  </a:lnTo>
                  <a:lnTo>
                    <a:pt x="26567" y="186978"/>
                  </a:lnTo>
                  <a:lnTo>
                    <a:pt x="25816" y="186727"/>
                  </a:lnTo>
                  <a:lnTo>
                    <a:pt x="25189" y="187228"/>
                  </a:lnTo>
                  <a:lnTo>
                    <a:pt x="24437" y="187980"/>
                  </a:lnTo>
                  <a:lnTo>
                    <a:pt x="21805" y="187980"/>
                  </a:lnTo>
                  <a:lnTo>
                    <a:pt x="21304" y="187479"/>
                  </a:lnTo>
                  <a:lnTo>
                    <a:pt x="21931" y="186602"/>
                  </a:lnTo>
                  <a:lnTo>
                    <a:pt x="21179" y="186476"/>
                  </a:lnTo>
                  <a:lnTo>
                    <a:pt x="20051" y="187479"/>
                  </a:lnTo>
                  <a:lnTo>
                    <a:pt x="18798" y="186476"/>
                  </a:lnTo>
                  <a:lnTo>
                    <a:pt x="18923" y="185724"/>
                  </a:lnTo>
                  <a:lnTo>
                    <a:pt x="19800" y="185223"/>
                  </a:lnTo>
                  <a:lnTo>
                    <a:pt x="20677" y="184847"/>
                  </a:lnTo>
                  <a:lnTo>
                    <a:pt x="22683" y="183845"/>
                  </a:lnTo>
                  <a:lnTo>
                    <a:pt x="22933" y="183093"/>
                  </a:lnTo>
                  <a:lnTo>
                    <a:pt x="21429" y="183218"/>
                  </a:lnTo>
                  <a:lnTo>
                    <a:pt x="20803" y="183594"/>
                  </a:lnTo>
                  <a:lnTo>
                    <a:pt x="19800" y="183970"/>
                  </a:lnTo>
                  <a:lnTo>
                    <a:pt x="18923" y="184095"/>
                  </a:lnTo>
                  <a:lnTo>
                    <a:pt x="18296" y="183845"/>
                  </a:lnTo>
                  <a:lnTo>
                    <a:pt x="18046" y="182842"/>
                  </a:lnTo>
                  <a:lnTo>
                    <a:pt x="18672" y="181965"/>
                  </a:lnTo>
                  <a:lnTo>
                    <a:pt x="19299" y="181213"/>
                  </a:lnTo>
                  <a:lnTo>
                    <a:pt x="20301" y="179960"/>
                  </a:lnTo>
                  <a:lnTo>
                    <a:pt x="22432" y="179208"/>
                  </a:lnTo>
                  <a:lnTo>
                    <a:pt x="22933" y="178456"/>
                  </a:lnTo>
                  <a:lnTo>
                    <a:pt x="22432" y="177328"/>
                  </a:lnTo>
                  <a:lnTo>
                    <a:pt x="22307" y="176576"/>
                  </a:lnTo>
                  <a:lnTo>
                    <a:pt x="22683" y="175072"/>
                  </a:lnTo>
                  <a:lnTo>
                    <a:pt x="21931" y="173819"/>
                  </a:lnTo>
                  <a:lnTo>
                    <a:pt x="21931" y="172942"/>
                  </a:lnTo>
                  <a:lnTo>
                    <a:pt x="22432" y="172566"/>
                  </a:lnTo>
                  <a:lnTo>
                    <a:pt x="23184" y="172315"/>
                  </a:lnTo>
                  <a:lnTo>
                    <a:pt x="24688" y="172566"/>
                  </a:lnTo>
                  <a:lnTo>
                    <a:pt x="25690" y="172315"/>
                  </a:lnTo>
                  <a:lnTo>
                    <a:pt x="26693" y="171939"/>
                  </a:lnTo>
                  <a:lnTo>
                    <a:pt x="27821" y="171313"/>
                  </a:lnTo>
                  <a:lnTo>
                    <a:pt x="28949" y="171062"/>
                  </a:lnTo>
                  <a:lnTo>
                    <a:pt x="30327" y="171187"/>
                  </a:lnTo>
                  <a:lnTo>
                    <a:pt x="31706" y="170811"/>
                  </a:lnTo>
                  <a:lnTo>
                    <a:pt x="32959" y="170937"/>
                  </a:lnTo>
                  <a:lnTo>
                    <a:pt x="34087" y="171187"/>
                  </a:lnTo>
                  <a:lnTo>
                    <a:pt x="36217" y="170937"/>
                  </a:lnTo>
                  <a:lnTo>
                    <a:pt x="37470" y="170686"/>
                  </a:lnTo>
                  <a:lnTo>
                    <a:pt x="38724" y="170561"/>
                  </a:lnTo>
                  <a:lnTo>
                    <a:pt x="40478" y="170185"/>
                  </a:lnTo>
                  <a:lnTo>
                    <a:pt x="41857" y="169683"/>
                  </a:lnTo>
                  <a:lnTo>
                    <a:pt x="42859" y="168806"/>
                  </a:lnTo>
                  <a:lnTo>
                    <a:pt x="43736" y="167804"/>
                  </a:lnTo>
                  <a:lnTo>
                    <a:pt x="44238" y="166926"/>
                  </a:lnTo>
                  <a:lnTo>
                    <a:pt x="44112" y="166049"/>
                  </a:lnTo>
                  <a:lnTo>
                    <a:pt x="43235" y="165548"/>
                  </a:lnTo>
                  <a:lnTo>
                    <a:pt x="42358" y="164921"/>
                  </a:lnTo>
                  <a:lnTo>
                    <a:pt x="42859" y="164295"/>
                  </a:lnTo>
                  <a:lnTo>
                    <a:pt x="44739" y="165172"/>
                  </a:lnTo>
                  <a:lnTo>
                    <a:pt x="45491" y="165297"/>
                  </a:lnTo>
                  <a:lnTo>
                    <a:pt x="46995" y="164671"/>
                  </a:lnTo>
                  <a:lnTo>
                    <a:pt x="48624" y="164044"/>
                  </a:lnTo>
                  <a:lnTo>
                    <a:pt x="50128" y="162916"/>
                  </a:lnTo>
                  <a:lnTo>
                    <a:pt x="51506" y="162164"/>
                  </a:lnTo>
                  <a:lnTo>
                    <a:pt x="52383" y="161663"/>
                  </a:lnTo>
                  <a:lnTo>
                    <a:pt x="53135" y="160410"/>
                  </a:lnTo>
                  <a:lnTo>
                    <a:pt x="53261" y="159156"/>
                  </a:lnTo>
                  <a:lnTo>
                    <a:pt x="53261" y="158405"/>
                  </a:lnTo>
                  <a:lnTo>
                    <a:pt x="51130" y="157903"/>
                  </a:lnTo>
                  <a:lnTo>
                    <a:pt x="51506" y="157026"/>
                  </a:lnTo>
                  <a:lnTo>
                    <a:pt x="53511" y="157402"/>
                  </a:lnTo>
                  <a:lnTo>
                    <a:pt x="55391" y="157277"/>
                  </a:lnTo>
                  <a:lnTo>
                    <a:pt x="56895" y="157277"/>
                  </a:lnTo>
                  <a:lnTo>
                    <a:pt x="57898" y="157277"/>
                  </a:lnTo>
                  <a:lnTo>
                    <a:pt x="58148" y="156274"/>
                  </a:lnTo>
                  <a:lnTo>
                    <a:pt x="58649" y="155397"/>
                  </a:lnTo>
                  <a:lnTo>
                    <a:pt x="59025" y="155021"/>
                  </a:lnTo>
                  <a:lnTo>
                    <a:pt x="59025" y="154018"/>
                  </a:lnTo>
                  <a:lnTo>
                    <a:pt x="59276" y="153016"/>
                  </a:lnTo>
                  <a:lnTo>
                    <a:pt x="59527" y="152139"/>
                  </a:lnTo>
                  <a:lnTo>
                    <a:pt x="59276" y="151261"/>
                  </a:lnTo>
                  <a:lnTo>
                    <a:pt x="59652" y="149632"/>
                  </a:lnTo>
                  <a:lnTo>
                    <a:pt x="59276" y="148755"/>
                  </a:lnTo>
                  <a:lnTo>
                    <a:pt x="59025" y="147627"/>
                  </a:lnTo>
                  <a:lnTo>
                    <a:pt x="59276" y="146374"/>
                  </a:lnTo>
                  <a:lnTo>
                    <a:pt x="59527" y="145371"/>
                  </a:lnTo>
                  <a:lnTo>
                    <a:pt x="59401" y="144494"/>
                  </a:lnTo>
                  <a:lnTo>
                    <a:pt x="57647" y="144494"/>
                  </a:lnTo>
                  <a:lnTo>
                    <a:pt x="41857" y="144745"/>
                  </a:lnTo>
                  <a:lnTo>
                    <a:pt x="41105" y="144995"/>
                  </a:lnTo>
                  <a:lnTo>
                    <a:pt x="40478" y="144494"/>
                  </a:lnTo>
                  <a:lnTo>
                    <a:pt x="40353" y="144243"/>
                  </a:lnTo>
                  <a:lnTo>
                    <a:pt x="40478" y="143867"/>
                  </a:lnTo>
                  <a:lnTo>
                    <a:pt x="41230" y="143742"/>
                  </a:lnTo>
                  <a:lnTo>
                    <a:pt x="42608" y="143867"/>
                  </a:lnTo>
                  <a:lnTo>
                    <a:pt x="45366" y="143867"/>
                  </a:lnTo>
                  <a:lnTo>
                    <a:pt x="46744" y="143867"/>
                  </a:lnTo>
                  <a:lnTo>
                    <a:pt x="52885" y="143742"/>
                  </a:lnTo>
                  <a:lnTo>
                    <a:pt x="54514" y="143742"/>
                  </a:lnTo>
                  <a:lnTo>
                    <a:pt x="57647" y="143617"/>
                  </a:lnTo>
                  <a:lnTo>
                    <a:pt x="59151" y="143617"/>
                  </a:lnTo>
                  <a:lnTo>
                    <a:pt x="60905" y="143491"/>
                  </a:lnTo>
                  <a:lnTo>
                    <a:pt x="62033" y="143491"/>
                  </a:lnTo>
                  <a:lnTo>
                    <a:pt x="65041" y="143366"/>
                  </a:lnTo>
                  <a:lnTo>
                    <a:pt x="66419" y="143366"/>
                  </a:lnTo>
                  <a:lnTo>
                    <a:pt x="66921" y="143617"/>
                  </a:lnTo>
                  <a:lnTo>
                    <a:pt x="67422" y="143742"/>
                  </a:lnTo>
                  <a:lnTo>
                    <a:pt x="68424" y="144243"/>
                  </a:lnTo>
                  <a:lnTo>
                    <a:pt x="69803" y="144619"/>
                  </a:lnTo>
                  <a:lnTo>
                    <a:pt x="73437" y="145747"/>
                  </a:lnTo>
                  <a:lnTo>
                    <a:pt x="73688" y="145873"/>
                  </a:lnTo>
                  <a:lnTo>
                    <a:pt x="75693" y="146499"/>
                  </a:lnTo>
                  <a:lnTo>
                    <a:pt x="76821" y="147126"/>
                  </a:lnTo>
                  <a:lnTo>
                    <a:pt x="78951" y="149131"/>
                  </a:lnTo>
                  <a:lnTo>
                    <a:pt x="80079" y="148755"/>
                  </a:lnTo>
                  <a:lnTo>
                    <a:pt x="81082" y="148128"/>
                  </a:lnTo>
                  <a:lnTo>
                    <a:pt x="81708" y="147627"/>
                  </a:lnTo>
                  <a:lnTo>
                    <a:pt x="82335" y="146875"/>
                  </a:lnTo>
                  <a:lnTo>
                    <a:pt x="83212" y="145747"/>
                  </a:lnTo>
                  <a:lnTo>
                    <a:pt x="83338" y="145121"/>
                  </a:lnTo>
                  <a:lnTo>
                    <a:pt x="83588" y="144118"/>
                  </a:lnTo>
                  <a:lnTo>
                    <a:pt x="83964" y="143617"/>
                  </a:lnTo>
                  <a:lnTo>
                    <a:pt x="84215" y="143366"/>
                  </a:lnTo>
                  <a:lnTo>
                    <a:pt x="85092" y="142990"/>
                  </a:lnTo>
                  <a:lnTo>
                    <a:pt x="85593" y="141988"/>
                  </a:lnTo>
                  <a:lnTo>
                    <a:pt x="84340" y="140860"/>
                  </a:lnTo>
                  <a:lnTo>
                    <a:pt x="82711" y="139732"/>
                  </a:lnTo>
                  <a:lnTo>
                    <a:pt x="82460" y="139732"/>
                  </a:lnTo>
                  <a:lnTo>
                    <a:pt x="80957" y="139231"/>
                  </a:lnTo>
                  <a:lnTo>
                    <a:pt x="81082" y="138729"/>
                  </a:lnTo>
                  <a:lnTo>
                    <a:pt x="83087" y="139105"/>
                  </a:lnTo>
                  <a:lnTo>
                    <a:pt x="83338" y="139105"/>
                  </a:lnTo>
                  <a:lnTo>
                    <a:pt x="83714" y="139231"/>
                  </a:lnTo>
                  <a:lnTo>
                    <a:pt x="84465" y="139732"/>
                  </a:lnTo>
                  <a:lnTo>
                    <a:pt x="85468" y="140233"/>
                  </a:lnTo>
                  <a:lnTo>
                    <a:pt x="85593" y="140609"/>
                  </a:lnTo>
                  <a:lnTo>
                    <a:pt x="85844" y="140985"/>
                  </a:lnTo>
                  <a:lnTo>
                    <a:pt x="87097" y="141737"/>
                  </a:lnTo>
                  <a:lnTo>
                    <a:pt x="90356" y="143993"/>
                  </a:lnTo>
                  <a:lnTo>
                    <a:pt x="91358" y="144494"/>
                  </a:lnTo>
                  <a:lnTo>
                    <a:pt x="91734" y="144494"/>
                  </a:lnTo>
                  <a:lnTo>
                    <a:pt x="92235" y="144369"/>
                  </a:lnTo>
                  <a:lnTo>
                    <a:pt x="92611" y="144995"/>
                  </a:lnTo>
                  <a:lnTo>
                    <a:pt x="93614" y="147000"/>
                  </a:lnTo>
                  <a:lnTo>
                    <a:pt x="94867" y="149381"/>
                  </a:lnTo>
                  <a:lnTo>
                    <a:pt x="95118" y="149757"/>
                  </a:lnTo>
                  <a:lnTo>
                    <a:pt x="95744" y="150008"/>
                  </a:lnTo>
                  <a:lnTo>
                    <a:pt x="96246" y="149883"/>
                  </a:lnTo>
                  <a:lnTo>
                    <a:pt x="97875" y="148630"/>
                  </a:lnTo>
                  <a:lnTo>
                    <a:pt x="99504" y="147126"/>
                  </a:lnTo>
                  <a:lnTo>
                    <a:pt x="100507" y="145873"/>
                  </a:lnTo>
                  <a:lnTo>
                    <a:pt x="100882" y="145497"/>
                  </a:lnTo>
                  <a:lnTo>
                    <a:pt x="101133" y="145121"/>
                  </a:lnTo>
                  <a:lnTo>
                    <a:pt x="101634" y="145121"/>
                  </a:lnTo>
                  <a:lnTo>
                    <a:pt x="102010" y="145121"/>
                  </a:lnTo>
                  <a:lnTo>
                    <a:pt x="102386" y="145121"/>
                  </a:lnTo>
                  <a:lnTo>
                    <a:pt x="102888" y="144995"/>
                  </a:lnTo>
                  <a:lnTo>
                    <a:pt x="103765" y="144369"/>
                  </a:lnTo>
                  <a:lnTo>
                    <a:pt x="104391" y="143366"/>
                  </a:lnTo>
                  <a:lnTo>
                    <a:pt x="105770" y="142489"/>
                  </a:lnTo>
                  <a:lnTo>
                    <a:pt x="104015" y="139481"/>
                  </a:lnTo>
                  <a:lnTo>
                    <a:pt x="103264" y="138228"/>
                  </a:lnTo>
                  <a:lnTo>
                    <a:pt x="102512" y="137100"/>
                  </a:lnTo>
                  <a:lnTo>
                    <a:pt x="102261" y="136724"/>
                  </a:lnTo>
                  <a:lnTo>
                    <a:pt x="100507" y="136975"/>
                  </a:lnTo>
                  <a:lnTo>
                    <a:pt x="100256" y="136473"/>
                  </a:lnTo>
                  <a:lnTo>
                    <a:pt x="93739" y="133340"/>
                  </a:lnTo>
                  <a:lnTo>
                    <a:pt x="93363" y="132087"/>
                  </a:lnTo>
                  <a:lnTo>
                    <a:pt x="91859" y="130959"/>
                  </a:lnTo>
                  <a:lnTo>
                    <a:pt x="93363" y="128453"/>
                  </a:lnTo>
                  <a:lnTo>
                    <a:pt x="95995" y="130333"/>
                  </a:lnTo>
                  <a:lnTo>
                    <a:pt x="95494" y="131210"/>
                  </a:lnTo>
                  <a:lnTo>
                    <a:pt x="97373" y="132213"/>
                  </a:lnTo>
                  <a:lnTo>
                    <a:pt x="97624" y="131962"/>
                  </a:lnTo>
                  <a:lnTo>
                    <a:pt x="98752" y="132714"/>
                  </a:lnTo>
                  <a:lnTo>
                    <a:pt x="98627" y="132965"/>
                  </a:lnTo>
                  <a:lnTo>
                    <a:pt x="99253" y="133215"/>
                  </a:lnTo>
                  <a:lnTo>
                    <a:pt x="100005" y="133591"/>
                  </a:lnTo>
                  <a:lnTo>
                    <a:pt x="101008" y="134092"/>
                  </a:lnTo>
                  <a:lnTo>
                    <a:pt x="102010" y="134594"/>
                  </a:lnTo>
                  <a:lnTo>
                    <a:pt x="102888" y="136098"/>
                  </a:lnTo>
                  <a:lnTo>
                    <a:pt x="103640" y="137225"/>
                  </a:lnTo>
                  <a:lnTo>
                    <a:pt x="103890" y="137727"/>
                  </a:lnTo>
                  <a:lnTo>
                    <a:pt x="104893" y="139231"/>
                  </a:lnTo>
                  <a:lnTo>
                    <a:pt x="105018" y="139606"/>
                  </a:lnTo>
                  <a:lnTo>
                    <a:pt x="105895" y="140985"/>
                  </a:lnTo>
                  <a:lnTo>
                    <a:pt x="106522" y="141862"/>
                  </a:lnTo>
                  <a:lnTo>
                    <a:pt x="107650" y="143867"/>
                  </a:lnTo>
                  <a:lnTo>
                    <a:pt x="108276" y="144745"/>
                  </a:lnTo>
                  <a:lnTo>
                    <a:pt x="108652" y="145371"/>
                  </a:lnTo>
                  <a:lnTo>
                    <a:pt x="111660" y="144995"/>
                  </a:lnTo>
                  <a:lnTo>
                    <a:pt x="113289" y="145622"/>
                  </a:lnTo>
                  <a:lnTo>
                    <a:pt x="114041" y="147251"/>
                  </a:lnTo>
                  <a:lnTo>
                    <a:pt x="116172" y="147251"/>
                  </a:lnTo>
                  <a:lnTo>
                    <a:pt x="117926" y="146248"/>
                  </a:lnTo>
                  <a:lnTo>
                    <a:pt x="119681" y="145747"/>
                  </a:lnTo>
                  <a:lnTo>
                    <a:pt x="120934" y="144995"/>
                  </a:lnTo>
                  <a:lnTo>
                    <a:pt x="121811" y="143993"/>
                  </a:lnTo>
                  <a:lnTo>
                    <a:pt x="122438" y="143115"/>
                  </a:lnTo>
                  <a:lnTo>
                    <a:pt x="123691" y="143241"/>
                  </a:lnTo>
                  <a:lnTo>
                    <a:pt x="124819" y="143241"/>
                  </a:lnTo>
                  <a:lnTo>
                    <a:pt x="124693" y="140233"/>
                  </a:lnTo>
                  <a:lnTo>
                    <a:pt x="119806" y="132087"/>
                  </a:lnTo>
                  <a:lnTo>
                    <a:pt x="117174" y="131335"/>
                  </a:lnTo>
                  <a:lnTo>
                    <a:pt x="117675" y="129831"/>
                  </a:lnTo>
                  <a:lnTo>
                    <a:pt x="121059" y="131210"/>
                  </a:lnTo>
                  <a:lnTo>
                    <a:pt x="125696" y="139481"/>
                  </a:lnTo>
                  <a:lnTo>
                    <a:pt x="126448" y="141236"/>
                  </a:lnTo>
                  <a:lnTo>
                    <a:pt x="127074" y="144369"/>
                  </a:lnTo>
                  <a:lnTo>
                    <a:pt x="126573" y="144619"/>
                  </a:lnTo>
                  <a:lnTo>
                    <a:pt x="126573" y="145998"/>
                  </a:lnTo>
                  <a:lnTo>
                    <a:pt x="127074" y="148504"/>
                  </a:lnTo>
                  <a:lnTo>
                    <a:pt x="127450" y="149632"/>
                  </a:lnTo>
                  <a:lnTo>
                    <a:pt x="128077" y="150635"/>
                  </a:lnTo>
                  <a:lnTo>
                    <a:pt x="128829" y="150885"/>
                  </a:lnTo>
                  <a:lnTo>
                    <a:pt x="129831" y="150885"/>
                  </a:lnTo>
                  <a:lnTo>
                    <a:pt x="130458" y="150760"/>
                  </a:lnTo>
                  <a:lnTo>
                    <a:pt x="131335" y="150384"/>
                  </a:lnTo>
                  <a:lnTo>
                    <a:pt x="132087" y="149883"/>
                  </a:lnTo>
                  <a:lnTo>
                    <a:pt x="133090" y="149632"/>
                  </a:lnTo>
                  <a:lnTo>
                    <a:pt x="133967" y="150885"/>
                  </a:lnTo>
                  <a:lnTo>
                    <a:pt x="135596" y="150635"/>
                  </a:lnTo>
                  <a:lnTo>
                    <a:pt x="136975" y="149883"/>
                  </a:lnTo>
                  <a:lnTo>
                    <a:pt x="138479" y="149381"/>
                  </a:lnTo>
                  <a:lnTo>
                    <a:pt x="139732" y="148880"/>
                  </a:lnTo>
                  <a:lnTo>
                    <a:pt x="140484" y="148254"/>
                  </a:lnTo>
                  <a:lnTo>
                    <a:pt x="141862" y="147752"/>
                  </a:lnTo>
                  <a:lnTo>
                    <a:pt x="142740" y="147126"/>
                  </a:lnTo>
                  <a:lnTo>
                    <a:pt x="144118" y="146123"/>
                  </a:lnTo>
                  <a:lnTo>
                    <a:pt x="145246" y="145246"/>
                  </a:lnTo>
                  <a:lnTo>
                    <a:pt x="146123" y="144369"/>
                  </a:lnTo>
                  <a:lnTo>
                    <a:pt x="146624" y="143617"/>
                  </a:lnTo>
                  <a:lnTo>
                    <a:pt x="147376" y="142740"/>
                  </a:lnTo>
                  <a:lnTo>
                    <a:pt x="148254" y="141486"/>
                  </a:lnTo>
                  <a:lnTo>
                    <a:pt x="149507" y="139982"/>
                  </a:lnTo>
                  <a:lnTo>
                    <a:pt x="150885" y="138353"/>
                  </a:lnTo>
                  <a:lnTo>
                    <a:pt x="151637" y="136724"/>
                  </a:lnTo>
                  <a:lnTo>
                    <a:pt x="152139" y="135972"/>
                  </a:lnTo>
                  <a:lnTo>
                    <a:pt x="152765" y="134844"/>
                  </a:lnTo>
                  <a:lnTo>
                    <a:pt x="152890" y="133842"/>
                  </a:lnTo>
                  <a:lnTo>
                    <a:pt x="153266" y="132589"/>
                  </a:lnTo>
                  <a:lnTo>
                    <a:pt x="153768" y="131335"/>
                  </a:lnTo>
                  <a:lnTo>
                    <a:pt x="154018" y="130082"/>
                  </a:lnTo>
                  <a:lnTo>
                    <a:pt x="154144" y="129080"/>
                  </a:lnTo>
                  <a:lnTo>
                    <a:pt x="154896" y="128077"/>
                  </a:lnTo>
                  <a:lnTo>
                    <a:pt x="155146" y="126824"/>
                  </a:lnTo>
                  <a:lnTo>
                    <a:pt x="155272" y="125821"/>
                  </a:lnTo>
                  <a:lnTo>
                    <a:pt x="155522" y="124568"/>
                  </a:lnTo>
                  <a:lnTo>
                    <a:pt x="155648" y="123816"/>
                  </a:lnTo>
                  <a:lnTo>
                    <a:pt x="156399" y="122814"/>
                  </a:lnTo>
                  <a:lnTo>
                    <a:pt x="156525" y="122187"/>
                  </a:lnTo>
                  <a:lnTo>
                    <a:pt x="156525" y="121435"/>
                  </a:lnTo>
                  <a:lnTo>
                    <a:pt x="157026" y="120432"/>
                  </a:lnTo>
                  <a:lnTo>
                    <a:pt x="157026" y="119054"/>
                  </a:lnTo>
                  <a:lnTo>
                    <a:pt x="157026" y="118177"/>
                  </a:lnTo>
                  <a:lnTo>
                    <a:pt x="157653" y="117299"/>
                  </a:lnTo>
                  <a:lnTo>
                    <a:pt x="157778" y="115921"/>
                  </a:lnTo>
                  <a:lnTo>
                    <a:pt x="157653" y="114668"/>
                  </a:lnTo>
                  <a:lnTo>
                    <a:pt x="157778" y="113790"/>
                  </a:lnTo>
                  <a:lnTo>
                    <a:pt x="158154" y="112913"/>
                  </a:lnTo>
                  <a:lnTo>
                    <a:pt x="158154" y="112036"/>
                  </a:lnTo>
                  <a:lnTo>
                    <a:pt x="158029" y="110908"/>
                  </a:lnTo>
                  <a:lnTo>
                    <a:pt x="158154" y="110407"/>
                  </a:lnTo>
                  <a:lnTo>
                    <a:pt x="158530" y="109780"/>
                  </a:lnTo>
                  <a:lnTo>
                    <a:pt x="158405" y="109279"/>
                  </a:lnTo>
                  <a:lnTo>
                    <a:pt x="158279" y="108903"/>
                  </a:lnTo>
                  <a:lnTo>
                    <a:pt x="158279" y="108402"/>
                  </a:lnTo>
                  <a:lnTo>
                    <a:pt x="158530" y="108026"/>
                  </a:lnTo>
                  <a:lnTo>
                    <a:pt x="158655" y="107399"/>
                  </a:lnTo>
                  <a:lnTo>
                    <a:pt x="158906" y="106647"/>
                  </a:lnTo>
                  <a:lnTo>
                    <a:pt x="158906" y="106146"/>
                  </a:lnTo>
                  <a:lnTo>
                    <a:pt x="158530" y="105645"/>
                  </a:lnTo>
                  <a:lnTo>
                    <a:pt x="158029" y="105394"/>
                  </a:lnTo>
                  <a:lnTo>
                    <a:pt x="157778" y="105143"/>
                  </a:lnTo>
                  <a:lnTo>
                    <a:pt x="157653" y="104767"/>
                  </a:lnTo>
                  <a:lnTo>
                    <a:pt x="157653" y="104517"/>
                  </a:lnTo>
                  <a:lnTo>
                    <a:pt x="157903" y="104266"/>
                  </a:lnTo>
                  <a:lnTo>
                    <a:pt x="158154" y="103890"/>
                  </a:lnTo>
                  <a:lnTo>
                    <a:pt x="158405" y="103514"/>
                  </a:lnTo>
                  <a:lnTo>
                    <a:pt x="158405" y="103138"/>
                  </a:lnTo>
                  <a:lnTo>
                    <a:pt x="158405" y="102762"/>
                  </a:lnTo>
                  <a:lnTo>
                    <a:pt x="158279" y="102512"/>
                  </a:lnTo>
                  <a:lnTo>
                    <a:pt x="158029" y="102261"/>
                  </a:lnTo>
                  <a:lnTo>
                    <a:pt x="157778" y="101885"/>
                  </a:lnTo>
                  <a:lnTo>
                    <a:pt x="157903" y="101634"/>
                  </a:lnTo>
                  <a:lnTo>
                    <a:pt x="158154" y="101133"/>
                  </a:lnTo>
                  <a:lnTo>
                    <a:pt x="158279" y="100882"/>
                  </a:lnTo>
                  <a:lnTo>
                    <a:pt x="158530" y="100381"/>
                  </a:lnTo>
                  <a:lnTo>
                    <a:pt x="158655" y="100131"/>
                  </a:lnTo>
                  <a:lnTo>
                    <a:pt x="158655" y="99629"/>
                  </a:lnTo>
                  <a:lnTo>
                    <a:pt x="158530" y="99379"/>
                  </a:lnTo>
                  <a:lnTo>
                    <a:pt x="158279" y="99253"/>
                  </a:lnTo>
                  <a:lnTo>
                    <a:pt x="158029" y="99003"/>
                  </a:lnTo>
                  <a:lnTo>
                    <a:pt x="157778" y="98752"/>
                  </a:lnTo>
                  <a:lnTo>
                    <a:pt x="158029" y="98501"/>
                  </a:lnTo>
                  <a:lnTo>
                    <a:pt x="158279" y="98501"/>
                  </a:lnTo>
                  <a:lnTo>
                    <a:pt x="158530" y="98251"/>
                  </a:lnTo>
                  <a:lnTo>
                    <a:pt x="158655" y="98000"/>
                  </a:lnTo>
                  <a:lnTo>
                    <a:pt x="158530" y="97624"/>
                  </a:lnTo>
                  <a:lnTo>
                    <a:pt x="158405" y="97123"/>
                  </a:lnTo>
                  <a:lnTo>
                    <a:pt x="158279" y="96622"/>
                  </a:lnTo>
                  <a:lnTo>
                    <a:pt x="158154" y="96246"/>
                  </a:lnTo>
                  <a:lnTo>
                    <a:pt x="158154" y="95744"/>
                  </a:lnTo>
                  <a:lnTo>
                    <a:pt x="158154" y="95368"/>
                  </a:lnTo>
                  <a:lnTo>
                    <a:pt x="158405" y="94992"/>
                  </a:lnTo>
                  <a:lnTo>
                    <a:pt x="158405" y="94616"/>
                  </a:lnTo>
                  <a:lnTo>
                    <a:pt x="158405" y="94115"/>
                  </a:lnTo>
                  <a:lnTo>
                    <a:pt x="158029" y="93614"/>
                  </a:lnTo>
                  <a:lnTo>
                    <a:pt x="157778" y="93363"/>
                  </a:lnTo>
                  <a:lnTo>
                    <a:pt x="157527" y="92611"/>
                  </a:lnTo>
                  <a:lnTo>
                    <a:pt x="157653" y="92110"/>
                  </a:lnTo>
                  <a:lnTo>
                    <a:pt x="157903" y="91358"/>
                  </a:lnTo>
                  <a:lnTo>
                    <a:pt x="158154" y="90857"/>
                  </a:lnTo>
                  <a:lnTo>
                    <a:pt x="157903" y="90230"/>
                  </a:lnTo>
                  <a:lnTo>
                    <a:pt x="157778" y="89854"/>
                  </a:lnTo>
                  <a:lnTo>
                    <a:pt x="157527" y="89729"/>
                  </a:lnTo>
                  <a:lnTo>
                    <a:pt x="157277" y="89478"/>
                  </a:lnTo>
                  <a:lnTo>
                    <a:pt x="157151" y="89102"/>
                  </a:lnTo>
                  <a:lnTo>
                    <a:pt x="156901" y="88852"/>
                  </a:lnTo>
                  <a:lnTo>
                    <a:pt x="156901" y="88476"/>
                  </a:lnTo>
                  <a:lnTo>
                    <a:pt x="157026" y="87974"/>
                  </a:lnTo>
                  <a:lnTo>
                    <a:pt x="157151" y="87348"/>
                  </a:lnTo>
                  <a:lnTo>
                    <a:pt x="156901" y="86972"/>
                  </a:lnTo>
                  <a:lnTo>
                    <a:pt x="156650" y="86847"/>
                  </a:lnTo>
                  <a:lnTo>
                    <a:pt x="156399" y="86471"/>
                  </a:lnTo>
                  <a:lnTo>
                    <a:pt x="156149" y="86095"/>
                  </a:lnTo>
                  <a:lnTo>
                    <a:pt x="156149" y="85844"/>
                  </a:lnTo>
                  <a:lnTo>
                    <a:pt x="156149" y="85468"/>
                  </a:lnTo>
                  <a:lnTo>
                    <a:pt x="156274" y="84841"/>
                  </a:lnTo>
                  <a:lnTo>
                    <a:pt x="156023" y="84591"/>
                  </a:lnTo>
                  <a:lnTo>
                    <a:pt x="155773" y="84340"/>
                  </a:lnTo>
                  <a:lnTo>
                    <a:pt x="155522" y="84215"/>
                  </a:lnTo>
                  <a:lnTo>
                    <a:pt x="155522" y="83964"/>
                  </a:lnTo>
                  <a:lnTo>
                    <a:pt x="155522" y="83463"/>
                  </a:lnTo>
                  <a:lnTo>
                    <a:pt x="155397" y="82962"/>
                  </a:lnTo>
                  <a:lnTo>
                    <a:pt x="155146" y="82711"/>
                  </a:lnTo>
                  <a:lnTo>
                    <a:pt x="155021" y="82335"/>
                  </a:lnTo>
                  <a:lnTo>
                    <a:pt x="154770" y="81959"/>
                  </a:lnTo>
                  <a:lnTo>
                    <a:pt x="154770" y="81583"/>
                  </a:lnTo>
                  <a:lnTo>
                    <a:pt x="154896" y="81332"/>
                  </a:lnTo>
                  <a:lnTo>
                    <a:pt x="155021" y="80957"/>
                  </a:lnTo>
                  <a:lnTo>
                    <a:pt x="155021" y="80455"/>
                  </a:lnTo>
                  <a:lnTo>
                    <a:pt x="154896" y="79954"/>
                  </a:lnTo>
                  <a:lnTo>
                    <a:pt x="154896" y="79703"/>
                  </a:lnTo>
                  <a:lnTo>
                    <a:pt x="155146" y="79327"/>
                  </a:lnTo>
                  <a:lnTo>
                    <a:pt x="155146" y="78951"/>
                  </a:lnTo>
                  <a:lnTo>
                    <a:pt x="155146" y="78575"/>
                  </a:lnTo>
                  <a:lnTo>
                    <a:pt x="154896" y="78074"/>
                  </a:lnTo>
                  <a:lnTo>
                    <a:pt x="154896" y="77824"/>
                  </a:lnTo>
                  <a:lnTo>
                    <a:pt x="155021" y="77448"/>
                  </a:lnTo>
                  <a:lnTo>
                    <a:pt x="154896" y="76821"/>
                  </a:lnTo>
                  <a:lnTo>
                    <a:pt x="155021" y="75944"/>
                  </a:lnTo>
                  <a:lnTo>
                    <a:pt x="155021" y="75317"/>
                  </a:lnTo>
                  <a:lnTo>
                    <a:pt x="155397" y="74941"/>
                  </a:lnTo>
                  <a:lnTo>
                    <a:pt x="155522" y="74690"/>
                  </a:lnTo>
                  <a:lnTo>
                    <a:pt x="155522" y="74189"/>
                  </a:lnTo>
                  <a:lnTo>
                    <a:pt x="155272" y="73813"/>
                  </a:lnTo>
                  <a:lnTo>
                    <a:pt x="155021" y="73563"/>
                  </a:lnTo>
                  <a:lnTo>
                    <a:pt x="154896" y="73187"/>
                  </a:lnTo>
                  <a:lnTo>
                    <a:pt x="155021" y="72685"/>
                  </a:lnTo>
                  <a:lnTo>
                    <a:pt x="155146" y="72059"/>
                  </a:lnTo>
                  <a:lnTo>
                    <a:pt x="155021" y="71557"/>
                  </a:lnTo>
                  <a:lnTo>
                    <a:pt x="154770" y="71182"/>
                  </a:lnTo>
                  <a:lnTo>
                    <a:pt x="154770" y="70680"/>
                  </a:lnTo>
                  <a:lnTo>
                    <a:pt x="154896" y="70304"/>
                  </a:lnTo>
                  <a:lnTo>
                    <a:pt x="154896" y="69552"/>
                  </a:lnTo>
                  <a:lnTo>
                    <a:pt x="154520" y="68926"/>
                  </a:lnTo>
                  <a:lnTo>
                    <a:pt x="154018" y="68424"/>
                  </a:lnTo>
                  <a:lnTo>
                    <a:pt x="153517" y="68049"/>
                  </a:lnTo>
                  <a:lnTo>
                    <a:pt x="152389" y="67547"/>
                  </a:lnTo>
                  <a:lnTo>
                    <a:pt x="152013" y="66921"/>
                  </a:lnTo>
                  <a:lnTo>
                    <a:pt x="152013" y="66169"/>
                  </a:lnTo>
                  <a:lnTo>
                    <a:pt x="152389" y="65793"/>
                  </a:lnTo>
                  <a:lnTo>
                    <a:pt x="153016" y="65542"/>
                  </a:lnTo>
                  <a:lnTo>
                    <a:pt x="154144" y="65542"/>
                  </a:lnTo>
                  <a:lnTo>
                    <a:pt x="155272" y="65667"/>
                  </a:lnTo>
                  <a:lnTo>
                    <a:pt x="156399" y="65667"/>
                  </a:lnTo>
                  <a:lnTo>
                    <a:pt x="157527" y="65793"/>
                  </a:lnTo>
                  <a:lnTo>
                    <a:pt x="158906" y="65793"/>
                  </a:lnTo>
                  <a:lnTo>
                    <a:pt x="159783" y="65793"/>
                  </a:lnTo>
                  <a:lnTo>
                    <a:pt x="160535" y="65667"/>
                  </a:lnTo>
                  <a:lnTo>
                    <a:pt x="161538" y="65166"/>
                  </a:lnTo>
                  <a:lnTo>
                    <a:pt x="162540" y="64790"/>
                  </a:lnTo>
                  <a:lnTo>
                    <a:pt x="163919" y="64164"/>
                  </a:lnTo>
                  <a:lnTo>
                    <a:pt x="164921" y="63662"/>
                  </a:lnTo>
                  <a:lnTo>
                    <a:pt x="165172" y="63036"/>
                  </a:lnTo>
                  <a:lnTo>
                    <a:pt x="165423" y="62660"/>
                  </a:lnTo>
                  <a:lnTo>
                    <a:pt x="165924" y="62158"/>
                  </a:lnTo>
                  <a:lnTo>
                    <a:pt x="166425" y="61782"/>
                  </a:lnTo>
                  <a:lnTo>
                    <a:pt x="166550" y="61281"/>
                  </a:lnTo>
                  <a:lnTo>
                    <a:pt x="166049" y="60780"/>
                  </a:lnTo>
                  <a:lnTo>
                    <a:pt x="166174" y="60153"/>
                  </a:lnTo>
                  <a:lnTo>
                    <a:pt x="166300" y="59777"/>
                  </a:lnTo>
                  <a:lnTo>
                    <a:pt x="166801" y="59527"/>
                  </a:lnTo>
                  <a:lnTo>
                    <a:pt x="167177" y="59401"/>
                  </a:lnTo>
                  <a:lnTo>
                    <a:pt x="167428" y="58775"/>
                  </a:lnTo>
                  <a:lnTo>
                    <a:pt x="167052" y="58524"/>
                  </a:lnTo>
                  <a:lnTo>
                    <a:pt x="166425" y="58023"/>
                  </a:lnTo>
                  <a:lnTo>
                    <a:pt x="166300" y="57772"/>
                  </a:lnTo>
                  <a:lnTo>
                    <a:pt x="166425" y="57146"/>
                  </a:lnTo>
                  <a:lnTo>
                    <a:pt x="167177" y="56770"/>
                  </a:lnTo>
                  <a:lnTo>
                    <a:pt x="167428" y="56268"/>
                  </a:lnTo>
                  <a:lnTo>
                    <a:pt x="167052" y="55767"/>
                  </a:lnTo>
                  <a:lnTo>
                    <a:pt x="166300" y="55141"/>
                  </a:lnTo>
                  <a:lnTo>
                    <a:pt x="166174" y="54639"/>
                  </a:lnTo>
                  <a:lnTo>
                    <a:pt x="166425" y="54389"/>
                  </a:lnTo>
                  <a:lnTo>
                    <a:pt x="166676" y="54013"/>
                  </a:lnTo>
                  <a:lnTo>
                    <a:pt x="166926" y="53261"/>
                  </a:lnTo>
                  <a:lnTo>
                    <a:pt x="166676" y="52885"/>
                  </a:lnTo>
                  <a:lnTo>
                    <a:pt x="166300" y="52258"/>
                  </a:lnTo>
                  <a:lnTo>
                    <a:pt x="166300" y="51757"/>
                  </a:lnTo>
                  <a:lnTo>
                    <a:pt x="166425" y="51256"/>
                  </a:lnTo>
                  <a:lnTo>
                    <a:pt x="166676" y="50754"/>
                  </a:lnTo>
                  <a:lnTo>
                    <a:pt x="166676" y="50378"/>
                  </a:lnTo>
                  <a:lnTo>
                    <a:pt x="166300" y="49877"/>
                  </a:lnTo>
                  <a:lnTo>
                    <a:pt x="166049" y="49626"/>
                  </a:lnTo>
                  <a:lnTo>
                    <a:pt x="166049" y="49000"/>
                  </a:lnTo>
                  <a:lnTo>
                    <a:pt x="166174" y="48499"/>
                  </a:lnTo>
                  <a:lnTo>
                    <a:pt x="166049" y="47747"/>
                  </a:lnTo>
                  <a:lnTo>
                    <a:pt x="165673" y="47245"/>
                  </a:lnTo>
                  <a:lnTo>
                    <a:pt x="165548" y="46744"/>
                  </a:lnTo>
                  <a:lnTo>
                    <a:pt x="165673" y="46117"/>
                  </a:lnTo>
                  <a:lnTo>
                    <a:pt x="165673" y="45616"/>
                  </a:lnTo>
                  <a:lnTo>
                    <a:pt x="165548" y="45115"/>
                  </a:lnTo>
                  <a:lnTo>
                    <a:pt x="169558" y="43611"/>
                  </a:lnTo>
                  <a:lnTo>
                    <a:pt x="176827" y="40979"/>
                  </a:lnTo>
                  <a:lnTo>
                    <a:pt x="176576" y="38598"/>
                  </a:lnTo>
                  <a:lnTo>
                    <a:pt x="176576" y="38097"/>
                  </a:lnTo>
                  <a:lnTo>
                    <a:pt x="184597" y="36718"/>
                  </a:lnTo>
                  <a:lnTo>
                    <a:pt x="184722" y="37846"/>
                  </a:lnTo>
                  <a:lnTo>
                    <a:pt x="184722" y="38222"/>
                  </a:lnTo>
                  <a:lnTo>
                    <a:pt x="192492" y="37721"/>
                  </a:lnTo>
                  <a:lnTo>
                    <a:pt x="198382" y="35465"/>
                  </a:lnTo>
                  <a:lnTo>
                    <a:pt x="208407" y="31330"/>
                  </a:lnTo>
                  <a:lnTo>
                    <a:pt x="211666" y="29951"/>
                  </a:lnTo>
                  <a:lnTo>
                    <a:pt x="211916" y="29826"/>
                  </a:lnTo>
                  <a:lnTo>
                    <a:pt x="212794" y="29575"/>
                  </a:lnTo>
                  <a:lnTo>
                    <a:pt x="224072" y="24437"/>
                  </a:lnTo>
                  <a:lnTo>
                    <a:pt x="234850" y="19549"/>
                  </a:lnTo>
                  <a:lnTo>
                    <a:pt x="238610" y="17920"/>
                  </a:lnTo>
                  <a:lnTo>
                    <a:pt x="244249" y="15289"/>
                  </a:lnTo>
                  <a:lnTo>
                    <a:pt x="247131" y="14035"/>
                  </a:lnTo>
                  <a:lnTo>
                    <a:pt x="254651" y="10652"/>
                  </a:lnTo>
                  <a:lnTo>
                    <a:pt x="255277" y="10401"/>
                  </a:lnTo>
                  <a:lnTo>
                    <a:pt x="254901" y="8271"/>
                  </a:lnTo>
                  <a:lnTo>
                    <a:pt x="253899" y="3383"/>
                  </a:lnTo>
                  <a:lnTo>
                    <a:pt x="253773" y="2130"/>
                  </a:lnTo>
                  <a:lnTo>
                    <a:pt x="255152" y="1127"/>
                  </a:lnTo>
                  <a:lnTo>
                    <a:pt x="256906" y="125"/>
                  </a:lnTo>
                  <a:lnTo>
                    <a:pt x="257157" y="0"/>
                  </a:lnTo>
                  <a:close/>
                </a:path>
              </a:pathLst>
            </a:custGeom>
            <a:ln w="21138" cap="flat">
              <a:solidFill>
                <a:srgbClr val="171A1F">
                  <a:alpha val="100000"/>
                </a:srgbClr>
              </a:solidFill>
              <a:prstDash val="solid"/>
              <a:round/>
            </a:ln>
          </p:spPr>
          <p:txBody>
            <a:bodyPr/>
            <a:lstStyle/>
            <a:p/>
          </p:txBody>
        </p:sp>
        <p:sp>
          <p:nvSpPr>
            <p:cNvPr id="537" name="pg536"/>
            <p:cNvSpPr/>
            <p:nvPr/>
          </p:nvSpPr>
          <p:spPr>
            <a:xfrm>
              <a:off x="2836240" y="2017887"/>
              <a:ext cx="347764" cy="1190168"/>
            </a:xfrm>
            <a:custGeom>
              <a:avLst/>
              <a:pathLst>
                <a:path w="347764" h="1190168">
                  <a:moveTo>
                    <a:pt x="179208" y="250"/>
                  </a:moveTo>
                  <a:lnTo>
                    <a:pt x="179333" y="877"/>
                  </a:lnTo>
                  <a:lnTo>
                    <a:pt x="179458" y="1378"/>
                  </a:lnTo>
                  <a:lnTo>
                    <a:pt x="179458" y="2005"/>
                  </a:lnTo>
                  <a:lnTo>
                    <a:pt x="179584" y="2631"/>
                  </a:lnTo>
                  <a:lnTo>
                    <a:pt x="179584" y="3383"/>
                  </a:lnTo>
                  <a:lnTo>
                    <a:pt x="179709" y="4135"/>
                  </a:lnTo>
                  <a:lnTo>
                    <a:pt x="182967" y="35215"/>
                  </a:lnTo>
                  <a:lnTo>
                    <a:pt x="183343" y="38849"/>
                  </a:lnTo>
                  <a:lnTo>
                    <a:pt x="184597" y="52383"/>
                  </a:lnTo>
                  <a:lnTo>
                    <a:pt x="185474" y="60404"/>
                  </a:lnTo>
                  <a:lnTo>
                    <a:pt x="185599" y="63036"/>
                  </a:lnTo>
                  <a:lnTo>
                    <a:pt x="186226" y="69552"/>
                  </a:lnTo>
                  <a:lnTo>
                    <a:pt x="186852" y="75818"/>
                  </a:lnTo>
                  <a:lnTo>
                    <a:pt x="186852" y="76069"/>
                  </a:lnTo>
                  <a:lnTo>
                    <a:pt x="186978" y="76696"/>
                  </a:lnTo>
                  <a:lnTo>
                    <a:pt x="186978" y="77197"/>
                  </a:lnTo>
                  <a:lnTo>
                    <a:pt x="187103" y="78450"/>
                  </a:lnTo>
                  <a:lnTo>
                    <a:pt x="187103" y="79578"/>
                  </a:lnTo>
                  <a:lnTo>
                    <a:pt x="187228" y="80831"/>
                  </a:lnTo>
                  <a:lnTo>
                    <a:pt x="187354" y="81458"/>
                  </a:lnTo>
                  <a:lnTo>
                    <a:pt x="187354" y="82084"/>
                  </a:lnTo>
                  <a:lnTo>
                    <a:pt x="187479" y="83087"/>
                  </a:lnTo>
                  <a:lnTo>
                    <a:pt x="187604" y="85217"/>
                  </a:lnTo>
                  <a:lnTo>
                    <a:pt x="187855" y="87473"/>
                  </a:lnTo>
                  <a:lnTo>
                    <a:pt x="187980" y="88977"/>
                  </a:lnTo>
                  <a:lnTo>
                    <a:pt x="187980" y="89353"/>
                  </a:lnTo>
                  <a:lnTo>
                    <a:pt x="188106" y="90982"/>
                  </a:lnTo>
                  <a:lnTo>
                    <a:pt x="188231" y="92110"/>
                  </a:lnTo>
                  <a:lnTo>
                    <a:pt x="188231" y="92611"/>
                  </a:lnTo>
                  <a:lnTo>
                    <a:pt x="188231" y="92987"/>
                  </a:lnTo>
                  <a:lnTo>
                    <a:pt x="188481" y="94992"/>
                  </a:lnTo>
                  <a:lnTo>
                    <a:pt x="188732" y="97123"/>
                  </a:lnTo>
                  <a:lnTo>
                    <a:pt x="189985" y="109404"/>
                  </a:lnTo>
                  <a:lnTo>
                    <a:pt x="191865" y="128829"/>
                  </a:lnTo>
                  <a:lnTo>
                    <a:pt x="191990" y="130583"/>
                  </a:lnTo>
                  <a:lnTo>
                    <a:pt x="194372" y="157277"/>
                  </a:lnTo>
                  <a:lnTo>
                    <a:pt x="194622" y="160535"/>
                  </a:lnTo>
                  <a:lnTo>
                    <a:pt x="197129" y="185975"/>
                  </a:lnTo>
                  <a:lnTo>
                    <a:pt x="197254" y="187354"/>
                  </a:lnTo>
                  <a:lnTo>
                    <a:pt x="197379" y="188481"/>
                  </a:lnTo>
                  <a:lnTo>
                    <a:pt x="197505" y="189359"/>
                  </a:lnTo>
                  <a:lnTo>
                    <a:pt x="197505" y="189860"/>
                  </a:lnTo>
                  <a:lnTo>
                    <a:pt x="199259" y="208407"/>
                  </a:lnTo>
                  <a:lnTo>
                    <a:pt x="200387" y="220689"/>
                  </a:lnTo>
                  <a:lnTo>
                    <a:pt x="201139" y="229085"/>
                  </a:lnTo>
                  <a:lnTo>
                    <a:pt x="202141" y="239111"/>
                  </a:lnTo>
                  <a:lnTo>
                    <a:pt x="203019" y="247507"/>
                  </a:lnTo>
                  <a:lnTo>
                    <a:pt x="203019" y="249262"/>
                  </a:lnTo>
                  <a:lnTo>
                    <a:pt x="203019" y="250014"/>
                  </a:lnTo>
                  <a:lnTo>
                    <a:pt x="203645" y="258285"/>
                  </a:lnTo>
                  <a:lnTo>
                    <a:pt x="204522" y="268561"/>
                  </a:lnTo>
                  <a:lnTo>
                    <a:pt x="207405" y="298763"/>
                  </a:lnTo>
                  <a:lnTo>
                    <a:pt x="207906" y="304528"/>
                  </a:lnTo>
                  <a:lnTo>
                    <a:pt x="208783" y="313175"/>
                  </a:lnTo>
                  <a:lnTo>
                    <a:pt x="209159" y="316810"/>
                  </a:lnTo>
                  <a:lnTo>
                    <a:pt x="209786" y="323201"/>
                  </a:lnTo>
                  <a:lnTo>
                    <a:pt x="210162" y="328214"/>
                  </a:lnTo>
                  <a:lnTo>
                    <a:pt x="210914" y="336610"/>
                  </a:lnTo>
                  <a:lnTo>
                    <a:pt x="211791" y="344255"/>
                  </a:lnTo>
                  <a:lnTo>
                    <a:pt x="212042" y="347764"/>
                  </a:lnTo>
                  <a:lnTo>
                    <a:pt x="212167" y="349017"/>
                  </a:lnTo>
                  <a:lnTo>
                    <a:pt x="212167" y="349518"/>
                  </a:lnTo>
                  <a:lnTo>
                    <a:pt x="212167" y="350771"/>
                  </a:lnTo>
                  <a:lnTo>
                    <a:pt x="213796" y="362552"/>
                  </a:lnTo>
                  <a:lnTo>
                    <a:pt x="213922" y="363304"/>
                  </a:lnTo>
                  <a:lnTo>
                    <a:pt x="215551" y="373705"/>
                  </a:lnTo>
                  <a:lnTo>
                    <a:pt x="216177" y="377590"/>
                  </a:lnTo>
                  <a:lnTo>
                    <a:pt x="216929" y="382352"/>
                  </a:lnTo>
                  <a:lnTo>
                    <a:pt x="217431" y="385736"/>
                  </a:lnTo>
                  <a:lnTo>
                    <a:pt x="219937" y="401526"/>
                  </a:lnTo>
                  <a:lnTo>
                    <a:pt x="220062" y="402153"/>
                  </a:lnTo>
                  <a:lnTo>
                    <a:pt x="220814" y="407040"/>
                  </a:lnTo>
                  <a:lnTo>
                    <a:pt x="222318" y="416439"/>
                  </a:lnTo>
                  <a:lnTo>
                    <a:pt x="223697" y="425462"/>
                  </a:lnTo>
                  <a:lnTo>
                    <a:pt x="224448" y="429849"/>
                  </a:lnTo>
                  <a:lnTo>
                    <a:pt x="226579" y="444010"/>
                  </a:lnTo>
                  <a:lnTo>
                    <a:pt x="258786" y="439373"/>
                  </a:lnTo>
                  <a:lnTo>
                    <a:pt x="271318" y="437368"/>
                  </a:lnTo>
                  <a:lnTo>
                    <a:pt x="285229" y="435363"/>
                  </a:lnTo>
                  <a:lnTo>
                    <a:pt x="287610" y="448772"/>
                  </a:lnTo>
                  <a:lnTo>
                    <a:pt x="293124" y="476719"/>
                  </a:lnTo>
                  <a:lnTo>
                    <a:pt x="293249" y="477846"/>
                  </a:lnTo>
                  <a:lnTo>
                    <a:pt x="293249" y="478348"/>
                  </a:lnTo>
                  <a:lnTo>
                    <a:pt x="293249" y="479225"/>
                  </a:lnTo>
                  <a:lnTo>
                    <a:pt x="293375" y="480854"/>
                  </a:lnTo>
                  <a:lnTo>
                    <a:pt x="293500" y="484488"/>
                  </a:lnTo>
                  <a:lnTo>
                    <a:pt x="304152" y="535995"/>
                  </a:lnTo>
                  <a:lnTo>
                    <a:pt x="306659" y="547775"/>
                  </a:lnTo>
                  <a:lnTo>
                    <a:pt x="306533" y="551785"/>
                  </a:lnTo>
                  <a:lnTo>
                    <a:pt x="306659" y="552663"/>
                  </a:lnTo>
                  <a:lnTo>
                    <a:pt x="307160" y="556046"/>
                  </a:lnTo>
                  <a:lnTo>
                    <a:pt x="314303" y="590760"/>
                  </a:lnTo>
                  <a:lnTo>
                    <a:pt x="314679" y="592013"/>
                  </a:lnTo>
                  <a:lnTo>
                    <a:pt x="314805" y="592389"/>
                  </a:lnTo>
                  <a:lnTo>
                    <a:pt x="314805" y="592765"/>
                  </a:lnTo>
                  <a:lnTo>
                    <a:pt x="319191" y="611187"/>
                  </a:lnTo>
                  <a:lnTo>
                    <a:pt x="327963" y="648157"/>
                  </a:lnTo>
                  <a:lnTo>
                    <a:pt x="333728" y="674098"/>
                  </a:lnTo>
                  <a:lnTo>
                    <a:pt x="337863" y="692395"/>
                  </a:lnTo>
                  <a:lnTo>
                    <a:pt x="338991" y="697533"/>
                  </a:lnTo>
                  <a:lnTo>
                    <a:pt x="339242" y="698786"/>
                  </a:lnTo>
                  <a:lnTo>
                    <a:pt x="340370" y="703549"/>
                  </a:lnTo>
                  <a:lnTo>
                    <a:pt x="342500" y="712948"/>
                  </a:lnTo>
                  <a:lnTo>
                    <a:pt x="343252" y="716081"/>
                  </a:lnTo>
                  <a:lnTo>
                    <a:pt x="345759" y="728362"/>
                  </a:lnTo>
                  <a:lnTo>
                    <a:pt x="346385" y="730868"/>
                  </a:lnTo>
                  <a:lnTo>
                    <a:pt x="347388" y="735881"/>
                  </a:lnTo>
                  <a:lnTo>
                    <a:pt x="347764" y="738012"/>
                  </a:lnTo>
                  <a:lnTo>
                    <a:pt x="347764" y="738262"/>
                  </a:lnTo>
                  <a:lnTo>
                    <a:pt x="346761" y="738388"/>
                  </a:lnTo>
                  <a:lnTo>
                    <a:pt x="293625" y="746659"/>
                  </a:lnTo>
                  <a:lnTo>
                    <a:pt x="274702" y="749040"/>
                  </a:lnTo>
                  <a:lnTo>
                    <a:pt x="275955" y="757687"/>
                  </a:lnTo>
                  <a:lnTo>
                    <a:pt x="276206" y="759567"/>
                  </a:lnTo>
                  <a:lnTo>
                    <a:pt x="286607" y="827365"/>
                  </a:lnTo>
                  <a:lnTo>
                    <a:pt x="294879" y="881002"/>
                  </a:lnTo>
                  <a:lnTo>
                    <a:pt x="295004" y="882506"/>
                  </a:lnTo>
                  <a:lnTo>
                    <a:pt x="298137" y="902557"/>
                  </a:lnTo>
                  <a:lnTo>
                    <a:pt x="298763" y="906317"/>
                  </a:lnTo>
                  <a:lnTo>
                    <a:pt x="298763" y="906568"/>
                  </a:lnTo>
                  <a:lnTo>
                    <a:pt x="298889" y="907445"/>
                  </a:lnTo>
                  <a:lnTo>
                    <a:pt x="299265" y="909701"/>
                  </a:lnTo>
                  <a:lnTo>
                    <a:pt x="300643" y="918348"/>
                  </a:lnTo>
                  <a:lnTo>
                    <a:pt x="301270" y="922483"/>
                  </a:lnTo>
                  <a:lnTo>
                    <a:pt x="301521" y="923611"/>
                  </a:lnTo>
                  <a:lnTo>
                    <a:pt x="301521" y="923987"/>
                  </a:lnTo>
                  <a:lnTo>
                    <a:pt x="301771" y="925366"/>
                  </a:lnTo>
                  <a:lnTo>
                    <a:pt x="303024" y="933136"/>
                  </a:lnTo>
                  <a:lnTo>
                    <a:pt x="303902" y="939026"/>
                  </a:lnTo>
                  <a:lnTo>
                    <a:pt x="305155" y="947422"/>
                  </a:lnTo>
                  <a:lnTo>
                    <a:pt x="305656" y="950179"/>
                  </a:lnTo>
                  <a:lnTo>
                    <a:pt x="306784" y="957323"/>
                  </a:lnTo>
                  <a:lnTo>
                    <a:pt x="306909" y="958576"/>
                  </a:lnTo>
                  <a:lnTo>
                    <a:pt x="307285" y="960957"/>
                  </a:lnTo>
                  <a:lnTo>
                    <a:pt x="308664" y="969353"/>
                  </a:lnTo>
                  <a:lnTo>
                    <a:pt x="310669" y="982136"/>
                  </a:lnTo>
                  <a:lnTo>
                    <a:pt x="311170" y="986021"/>
                  </a:lnTo>
                  <a:lnTo>
                    <a:pt x="312047" y="991535"/>
                  </a:lnTo>
                  <a:lnTo>
                    <a:pt x="312925" y="996924"/>
                  </a:lnTo>
                  <a:lnTo>
                    <a:pt x="313551" y="1000809"/>
                  </a:lnTo>
                  <a:lnTo>
                    <a:pt x="313927" y="1003816"/>
                  </a:lnTo>
                  <a:lnTo>
                    <a:pt x="314178" y="1005195"/>
                  </a:lnTo>
                  <a:lnTo>
                    <a:pt x="315306" y="1012589"/>
                  </a:lnTo>
                  <a:lnTo>
                    <a:pt x="316559" y="1019983"/>
                  </a:lnTo>
                  <a:lnTo>
                    <a:pt x="316810" y="1022239"/>
                  </a:lnTo>
                  <a:lnTo>
                    <a:pt x="319567" y="1039658"/>
                  </a:lnTo>
                  <a:lnTo>
                    <a:pt x="321196" y="1050060"/>
                  </a:lnTo>
                  <a:lnTo>
                    <a:pt x="322825" y="1060461"/>
                  </a:lnTo>
                  <a:lnTo>
                    <a:pt x="323326" y="1063594"/>
                  </a:lnTo>
                  <a:lnTo>
                    <a:pt x="323577" y="1065725"/>
                  </a:lnTo>
                  <a:lnTo>
                    <a:pt x="323702" y="1067605"/>
                  </a:lnTo>
                  <a:lnTo>
                    <a:pt x="323702" y="1069359"/>
                  </a:lnTo>
                  <a:lnTo>
                    <a:pt x="323702" y="1070612"/>
                  </a:lnTo>
                  <a:lnTo>
                    <a:pt x="323702" y="1070863"/>
                  </a:lnTo>
                  <a:lnTo>
                    <a:pt x="323702" y="1072241"/>
                  </a:lnTo>
                  <a:lnTo>
                    <a:pt x="323828" y="1072868"/>
                  </a:lnTo>
                  <a:lnTo>
                    <a:pt x="323828" y="1074873"/>
                  </a:lnTo>
                  <a:lnTo>
                    <a:pt x="323953" y="1076628"/>
                  </a:lnTo>
                  <a:lnTo>
                    <a:pt x="324705" y="1082016"/>
                  </a:lnTo>
                  <a:lnTo>
                    <a:pt x="325331" y="1086277"/>
                  </a:lnTo>
                  <a:lnTo>
                    <a:pt x="325457" y="1087155"/>
                  </a:lnTo>
                  <a:lnTo>
                    <a:pt x="325833" y="1089034"/>
                  </a:lnTo>
                  <a:lnTo>
                    <a:pt x="329216" y="1109838"/>
                  </a:lnTo>
                  <a:lnTo>
                    <a:pt x="329843" y="1113472"/>
                  </a:lnTo>
                  <a:lnTo>
                    <a:pt x="332851" y="1131643"/>
                  </a:lnTo>
                  <a:lnTo>
                    <a:pt x="332976" y="1132896"/>
                  </a:lnTo>
                  <a:lnTo>
                    <a:pt x="333101" y="1133272"/>
                  </a:lnTo>
                  <a:lnTo>
                    <a:pt x="333603" y="1136029"/>
                  </a:lnTo>
                  <a:lnTo>
                    <a:pt x="333853" y="1137533"/>
                  </a:lnTo>
                  <a:lnTo>
                    <a:pt x="329467" y="1138285"/>
                  </a:lnTo>
                  <a:lnTo>
                    <a:pt x="320695" y="1139538"/>
                  </a:lnTo>
                  <a:lnTo>
                    <a:pt x="316434" y="1140165"/>
                  </a:lnTo>
                  <a:lnTo>
                    <a:pt x="302774" y="1142045"/>
                  </a:lnTo>
                  <a:lnTo>
                    <a:pt x="300643" y="1142421"/>
                  </a:lnTo>
                  <a:lnTo>
                    <a:pt x="297510" y="1142922"/>
                  </a:lnTo>
                  <a:lnTo>
                    <a:pt x="293500" y="1143799"/>
                  </a:lnTo>
                  <a:lnTo>
                    <a:pt x="293124" y="1143799"/>
                  </a:lnTo>
                  <a:lnTo>
                    <a:pt x="288738" y="1145053"/>
                  </a:lnTo>
                  <a:lnTo>
                    <a:pt x="282722" y="1146932"/>
                  </a:lnTo>
                  <a:lnTo>
                    <a:pt x="279339" y="1148060"/>
                  </a:lnTo>
                  <a:lnTo>
                    <a:pt x="267935" y="1151820"/>
                  </a:lnTo>
                  <a:lnTo>
                    <a:pt x="266305" y="1152446"/>
                  </a:lnTo>
                  <a:lnTo>
                    <a:pt x="245502" y="1159339"/>
                  </a:lnTo>
                  <a:lnTo>
                    <a:pt x="240740" y="1160968"/>
                  </a:lnTo>
                  <a:lnTo>
                    <a:pt x="239863" y="1161219"/>
                  </a:lnTo>
                  <a:lnTo>
                    <a:pt x="226328" y="1165981"/>
                  </a:lnTo>
                  <a:lnTo>
                    <a:pt x="220062" y="1167986"/>
                  </a:lnTo>
                  <a:lnTo>
                    <a:pt x="218809" y="1168487"/>
                  </a:lnTo>
                  <a:lnTo>
                    <a:pt x="213796" y="1170117"/>
                  </a:lnTo>
                  <a:lnTo>
                    <a:pt x="208282" y="1171746"/>
                  </a:lnTo>
                  <a:lnTo>
                    <a:pt x="205400" y="1172498"/>
                  </a:lnTo>
                  <a:lnTo>
                    <a:pt x="202893" y="1172999"/>
                  </a:lnTo>
                  <a:lnTo>
                    <a:pt x="200136" y="1173626"/>
                  </a:lnTo>
                  <a:lnTo>
                    <a:pt x="198632" y="1173876"/>
                  </a:lnTo>
                  <a:lnTo>
                    <a:pt x="195625" y="1174378"/>
                  </a:lnTo>
                  <a:lnTo>
                    <a:pt x="190111" y="1175380"/>
                  </a:lnTo>
                  <a:lnTo>
                    <a:pt x="188481" y="1175631"/>
                  </a:lnTo>
                  <a:lnTo>
                    <a:pt x="186602" y="1176007"/>
                  </a:lnTo>
                  <a:lnTo>
                    <a:pt x="168556" y="1179014"/>
                  </a:lnTo>
                  <a:lnTo>
                    <a:pt x="164671" y="1179641"/>
                  </a:lnTo>
                  <a:lnTo>
                    <a:pt x="152515" y="1181646"/>
                  </a:lnTo>
                  <a:lnTo>
                    <a:pt x="150635" y="1182022"/>
                  </a:lnTo>
                  <a:lnTo>
                    <a:pt x="146875" y="1182649"/>
                  </a:lnTo>
                  <a:lnTo>
                    <a:pt x="127200" y="1185656"/>
                  </a:lnTo>
                  <a:lnTo>
                    <a:pt x="122563" y="1186408"/>
                  </a:lnTo>
                  <a:lnTo>
                    <a:pt x="121686" y="1186659"/>
                  </a:lnTo>
                  <a:lnTo>
                    <a:pt x="109780" y="1188789"/>
                  </a:lnTo>
                  <a:lnTo>
                    <a:pt x="106898" y="1189291"/>
                  </a:lnTo>
                  <a:lnTo>
                    <a:pt x="101760" y="1190168"/>
                  </a:lnTo>
                  <a:lnTo>
                    <a:pt x="99880" y="1186408"/>
                  </a:lnTo>
                  <a:lnTo>
                    <a:pt x="97123" y="1180769"/>
                  </a:lnTo>
                  <a:lnTo>
                    <a:pt x="96747" y="1179641"/>
                  </a:lnTo>
                  <a:lnTo>
                    <a:pt x="96371" y="1179014"/>
                  </a:lnTo>
                  <a:lnTo>
                    <a:pt x="95118" y="1176383"/>
                  </a:lnTo>
                  <a:lnTo>
                    <a:pt x="94742" y="1175631"/>
                  </a:lnTo>
                  <a:lnTo>
                    <a:pt x="92611" y="1171495"/>
                  </a:lnTo>
                  <a:lnTo>
                    <a:pt x="91358" y="1168863"/>
                  </a:lnTo>
                  <a:lnTo>
                    <a:pt x="88601" y="1163349"/>
                  </a:lnTo>
                  <a:lnTo>
                    <a:pt x="86972" y="1160216"/>
                  </a:lnTo>
                  <a:lnTo>
                    <a:pt x="85844" y="1158086"/>
                  </a:lnTo>
                  <a:lnTo>
                    <a:pt x="83964" y="1154326"/>
                  </a:lnTo>
                  <a:lnTo>
                    <a:pt x="83087" y="1152697"/>
                  </a:lnTo>
                  <a:lnTo>
                    <a:pt x="81834" y="1150065"/>
                  </a:lnTo>
                  <a:lnTo>
                    <a:pt x="81332" y="1149063"/>
                  </a:lnTo>
                  <a:lnTo>
                    <a:pt x="79578" y="1145554"/>
                  </a:lnTo>
                  <a:lnTo>
                    <a:pt x="78199" y="1142045"/>
                  </a:lnTo>
                  <a:lnTo>
                    <a:pt x="77824" y="1141042"/>
                  </a:lnTo>
                  <a:lnTo>
                    <a:pt x="77322" y="1140040"/>
                  </a:lnTo>
                  <a:lnTo>
                    <a:pt x="77072" y="1139413"/>
                  </a:lnTo>
                  <a:lnTo>
                    <a:pt x="75818" y="1136656"/>
                  </a:lnTo>
                  <a:lnTo>
                    <a:pt x="75066" y="1134024"/>
                  </a:lnTo>
                  <a:lnTo>
                    <a:pt x="73563" y="1128260"/>
                  </a:lnTo>
                  <a:lnTo>
                    <a:pt x="72184" y="1123748"/>
                  </a:lnTo>
                  <a:lnTo>
                    <a:pt x="71933" y="1122871"/>
                  </a:lnTo>
                  <a:lnTo>
                    <a:pt x="71683" y="1121868"/>
                  </a:lnTo>
                  <a:lnTo>
                    <a:pt x="69678" y="1114976"/>
                  </a:lnTo>
                  <a:lnTo>
                    <a:pt x="69552" y="1114224"/>
                  </a:lnTo>
                  <a:lnTo>
                    <a:pt x="69427" y="1113973"/>
                  </a:lnTo>
                  <a:lnTo>
                    <a:pt x="69427" y="1113597"/>
                  </a:lnTo>
                  <a:lnTo>
                    <a:pt x="68926" y="1111091"/>
                  </a:lnTo>
                  <a:lnTo>
                    <a:pt x="67923" y="1106830"/>
                  </a:lnTo>
                  <a:lnTo>
                    <a:pt x="66043" y="1098809"/>
                  </a:lnTo>
                  <a:lnTo>
                    <a:pt x="65291" y="1095802"/>
                  </a:lnTo>
                  <a:lnTo>
                    <a:pt x="64915" y="1094423"/>
                  </a:lnTo>
                  <a:lnTo>
                    <a:pt x="63036" y="1085901"/>
                  </a:lnTo>
                  <a:lnTo>
                    <a:pt x="62284" y="1082768"/>
                  </a:lnTo>
                  <a:lnTo>
                    <a:pt x="61908" y="1080763"/>
                  </a:lnTo>
                  <a:lnTo>
                    <a:pt x="61657" y="1079761"/>
                  </a:lnTo>
                  <a:lnTo>
                    <a:pt x="61031" y="1076878"/>
                  </a:lnTo>
                  <a:lnTo>
                    <a:pt x="60404" y="1074372"/>
                  </a:lnTo>
                  <a:lnTo>
                    <a:pt x="60028" y="1072743"/>
                  </a:lnTo>
                  <a:lnTo>
                    <a:pt x="58274" y="1064973"/>
                  </a:lnTo>
                  <a:lnTo>
                    <a:pt x="58023" y="1064096"/>
                  </a:lnTo>
                  <a:lnTo>
                    <a:pt x="57898" y="1063344"/>
                  </a:lnTo>
                  <a:lnTo>
                    <a:pt x="57522" y="1061589"/>
                  </a:lnTo>
                  <a:lnTo>
                    <a:pt x="55767" y="1053694"/>
                  </a:lnTo>
                  <a:lnTo>
                    <a:pt x="55642" y="1053318"/>
                  </a:lnTo>
                  <a:lnTo>
                    <a:pt x="55391" y="1052315"/>
                  </a:lnTo>
                  <a:lnTo>
                    <a:pt x="54138" y="1046801"/>
                  </a:lnTo>
                  <a:lnTo>
                    <a:pt x="53887" y="1045924"/>
                  </a:lnTo>
                  <a:lnTo>
                    <a:pt x="53261" y="1043292"/>
                  </a:lnTo>
                  <a:lnTo>
                    <a:pt x="52759" y="1040911"/>
                  </a:lnTo>
                  <a:lnTo>
                    <a:pt x="52634" y="1040535"/>
                  </a:lnTo>
                  <a:lnTo>
                    <a:pt x="51381" y="1035648"/>
                  </a:lnTo>
                  <a:lnTo>
                    <a:pt x="50754" y="1033267"/>
                  </a:lnTo>
                  <a:lnTo>
                    <a:pt x="50378" y="1031763"/>
                  </a:lnTo>
                  <a:lnTo>
                    <a:pt x="49877" y="1029507"/>
                  </a:lnTo>
                  <a:lnTo>
                    <a:pt x="49626" y="1029006"/>
                  </a:lnTo>
                  <a:lnTo>
                    <a:pt x="48624" y="1024870"/>
                  </a:lnTo>
                  <a:lnTo>
                    <a:pt x="47371" y="1019983"/>
                  </a:lnTo>
                  <a:lnTo>
                    <a:pt x="46619" y="1017100"/>
                  </a:lnTo>
                  <a:lnTo>
                    <a:pt x="45992" y="1014218"/>
                  </a:lnTo>
                  <a:lnTo>
                    <a:pt x="45240" y="1011586"/>
                  </a:lnTo>
                  <a:lnTo>
                    <a:pt x="44864" y="1010082"/>
                  </a:lnTo>
                  <a:lnTo>
                    <a:pt x="43736" y="1004443"/>
                  </a:lnTo>
                  <a:lnTo>
                    <a:pt x="43611" y="1003440"/>
                  </a:lnTo>
                  <a:lnTo>
                    <a:pt x="43360" y="1002563"/>
                  </a:lnTo>
                  <a:lnTo>
                    <a:pt x="41230" y="991786"/>
                  </a:lnTo>
                  <a:lnTo>
                    <a:pt x="40854" y="990031"/>
                  </a:lnTo>
                  <a:lnTo>
                    <a:pt x="40729" y="989781"/>
                  </a:lnTo>
                  <a:lnTo>
                    <a:pt x="40854" y="986021"/>
                  </a:lnTo>
                  <a:lnTo>
                    <a:pt x="41481" y="983139"/>
                  </a:lnTo>
                  <a:lnTo>
                    <a:pt x="41606" y="982888"/>
                  </a:lnTo>
                  <a:lnTo>
                    <a:pt x="41606" y="982637"/>
                  </a:lnTo>
                  <a:lnTo>
                    <a:pt x="41982" y="981384"/>
                  </a:lnTo>
                  <a:lnTo>
                    <a:pt x="45616" y="972612"/>
                  </a:lnTo>
                  <a:lnTo>
                    <a:pt x="45992" y="971609"/>
                  </a:lnTo>
                  <a:lnTo>
                    <a:pt x="47496" y="968225"/>
                  </a:lnTo>
                  <a:lnTo>
                    <a:pt x="48373" y="966471"/>
                  </a:lnTo>
                  <a:lnTo>
                    <a:pt x="49250" y="964591"/>
                  </a:lnTo>
                  <a:lnTo>
                    <a:pt x="50002" y="962711"/>
                  </a:lnTo>
                  <a:lnTo>
                    <a:pt x="50880" y="960831"/>
                  </a:lnTo>
                  <a:lnTo>
                    <a:pt x="52007" y="958701"/>
                  </a:lnTo>
                  <a:lnTo>
                    <a:pt x="53386" y="955693"/>
                  </a:lnTo>
                  <a:lnTo>
                    <a:pt x="54765" y="952686"/>
                  </a:lnTo>
                  <a:lnTo>
                    <a:pt x="55642" y="950806"/>
                  </a:lnTo>
                  <a:lnTo>
                    <a:pt x="58649" y="943913"/>
                  </a:lnTo>
                  <a:lnTo>
                    <a:pt x="68299" y="924990"/>
                  </a:lnTo>
                  <a:lnTo>
                    <a:pt x="69678" y="922609"/>
                  </a:lnTo>
                  <a:lnTo>
                    <a:pt x="69803" y="922233"/>
                  </a:lnTo>
                  <a:lnTo>
                    <a:pt x="70179" y="921481"/>
                  </a:lnTo>
                  <a:lnTo>
                    <a:pt x="76445" y="909826"/>
                  </a:lnTo>
                  <a:lnTo>
                    <a:pt x="77949" y="906818"/>
                  </a:lnTo>
                  <a:lnTo>
                    <a:pt x="79327" y="904187"/>
                  </a:lnTo>
                  <a:lnTo>
                    <a:pt x="87097" y="888396"/>
                  </a:lnTo>
                  <a:lnTo>
                    <a:pt x="87473" y="887895"/>
                  </a:lnTo>
                  <a:lnTo>
                    <a:pt x="93865" y="875864"/>
                  </a:lnTo>
                  <a:lnTo>
                    <a:pt x="95243" y="873483"/>
                  </a:lnTo>
                  <a:lnTo>
                    <a:pt x="97749" y="868596"/>
                  </a:lnTo>
                  <a:lnTo>
                    <a:pt x="102888" y="859322"/>
                  </a:lnTo>
                  <a:lnTo>
                    <a:pt x="103389" y="858570"/>
                  </a:lnTo>
                  <a:lnTo>
                    <a:pt x="108402" y="850048"/>
                  </a:lnTo>
                  <a:lnTo>
                    <a:pt x="108903" y="849296"/>
                  </a:lnTo>
                  <a:lnTo>
                    <a:pt x="112161" y="843532"/>
                  </a:lnTo>
                  <a:lnTo>
                    <a:pt x="113916" y="840023"/>
                  </a:lnTo>
                  <a:lnTo>
                    <a:pt x="114292" y="839396"/>
                  </a:lnTo>
                  <a:lnTo>
                    <a:pt x="115044" y="837641"/>
                  </a:lnTo>
                  <a:lnTo>
                    <a:pt x="115545" y="836388"/>
                  </a:lnTo>
                  <a:lnTo>
                    <a:pt x="116172" y="834759"/>
                  </a:lnTo>
                  <a:lnTo>
                    <a:pt x="116923" y="832127"/>
                  </a:lnTo>
                  <a:lnTo>
                    <a:pt x="117675" y="829245"/>
                  </a:lnTo>
                  <a:lnTo>
                    <a:pt x="119054" y="821976"/>
                  </a:lnTo>
                  <a:lnTo>
                    <a:pt x="119179" y="821475"/>
                  </a:lnTo>
                  <a:lnTo>
                    <a:pt x="119305" y="820974"/>
                  </a:lnTo>
                  <a:lnTo>
                    <a:pt x="100882" y="819094"/>
                  </a:lnTo>
                  <a:lnTo>
                    <a:pt x="91859" y="818217"/>
                  </a:lnTo>
                  <a:lnTo>
                    <a:pt x="90606" y="818091"/>
                  </a:lnTo>
                  <a:lnTo>
                    <a:pt x="85844" y="817590"/>
                  </a:lnTo>
                  <a:lnTo>
                    <a:pt x="84465" y="817465"/>
                  </a:lnTo>
                  <a:lnTo>
                    <a:pt x="78074" y="816838"/>
                  </a:lnTo>
                  <a:lnTo>
                    <a:pt x="65793" y="815585"/>
                  </a:lnTo>
                  <a:lnTo>
                    <a:pt x="56018" y="814708"/>
                  </a:lnTo>
                  <a:lnTo>
                    <a:pt x="40854" y="813329"/>
                  </a:lnTo>
                  <a:lnTo>
                    <a:pt x="26943" y="812076"/>
                  </a:lnTo>
                  <a:lnTo>
                    <a:pt x="25565" y="811951"/>
                  </a:lnTo>
                  <a:lnTo>
                    <a:pt x="25690" y="811575"/>
                  </a:lnTo>
                  <a:lnTo>
                    <a:pt x="25941" y="811199"/>
                  </a:lnTo>
                  <a:lnTo>
                    <a:pt x="32583" y="796662"/>
                  </a:lnTo>
                  <a:lnTo>
                    <a:pt x="36718" y="787889"/>
                  </a:lnTo>
                  <a:lnTo>
                    <a:pt x="36969" y="787137"/>
                  </a:lnTo>
                  <a:lnTo>
                    <a:pt x="39225" y="782250"/>
                  </a:lnTo>
                  <a:lnTo>
                    <a:pt x="46869" y="764705"/>
                  </a:lnTo>
                  <a:lnTo>
                    <a:pt x="48248" y="761823"/>
                  </a:lnTo>
                  <a:lnTo>
                    <a:pt x="49125" y="759567"/>
                  </a:lnTo>
                  <a:lnTo>
                    <a:pt x="56895" y="741897"/>
                  </a:lnTo>
                  <a:lnTo>
                    <a:pt x="57522" y="740769"/>
                  </a:lnTo>
                  <a:lnTo>
                    <a:pt x="58023" y="739516"/>
                  </a:lnTo>
                  <a:lnTo>
                    <a:pt x="58524" y="738262"/>
                  </a:lnTo>
                  <a:lnTo>
                    <a:pt x="56394" y="737510"/>
                  </a:lnTo>
                  <a:lnTo>
                    <a:pt x="54138" y="737009"/>
                  </a:lnTo>
                  <a:lnTo>
                    <a:pt x="51506" y="736383"/>
                  </a:lnTo>
                  <a:lnTo>
                    <a:pt x="51005" y="736257"/>
                  </a:lnTo>
                  <a:lnTo>
                    <a:pt x="50128" y="736007"/>
                  </a:lnTo>
                  <a:lnTo>
                    <a:pt x="48499" y="735631"/>
                  </a:lnTo>
                  <a:lnTo>
                    <a:pt x="44990" y="734753"/>
                  </a:lnTo>
                  <a:lnTo>
                    <a:pt x="42358" y="734127"/>
                  </a:lnTo>
                  <a:lnTo>
                    <a:pt x="40227" y="733500"/>
                  </a:lnTo>
                  <a:lnTo>
                    <a:pt x="38097" y="732748"/>
                  </a:lnTo>
                  <a:lnTo>
                    <a:pt x="37220" y="732372"/>
                  </a:lnTo>
                  <a:lnTo>
                    <a:pt x="36217" y="731996"/>
                  </a:lnTo>
                  <a:lnTo>
                    <a:pt x="35841" y="731871"/>
                  </a:lnTo>
                  <a:lnTo>
                    <a:pt x="35215" y="731620"/>
                  </a:lnTo>
                  <a:lnTo>
                    <a:pt x="34839" y="731495"/>
                  </a:lnTo>
                  <a:lnTo>
                    <a:pt x="34337" y="731244"/>
                  </a:lnTo>
                  <a:lnTo>
                    <a:pt x="33836" y="730994"/>
                  </a:lnTo>
                  <a:lnTo>
                    <a:pt x="33335" y="730743"/>
                  </a:lnTo>
                  <a:lnTo>
                    <a:pt x="32457" y="730367"/>
                  </a:lnTo>
                  <a:lnTo>
                    <a:pt x="31706" y="729991"/>
                  </a:lnTo>
                  <a:lnTo>
                    <a:pt x="30828" y="729490"/>
                  </a:lnTo>
                  <a:lnTo>
                    <a:pt x="29951" y="728989"/>
                  </a:lnTo>
                  <a:lnTo>
                    <a:pt x="28447" y="728111"/>
                  </a:lnTo>
                  <a:lnTo>
                    <a:pt x="26943" y="727234"/>
                  </a:lnTo>
                  <a:lnTo>
                    <a:pt x="25816" y="726482"/>
                  </a:lnTo>
                  <a:lnTo>
                    <a:pt x="24437" y="725480"/>
                  </a:lnTo>
                  <a:lnTo>
                    <a:pt x="23434" y="724728"/>
                  </a:lnTo>
                  <a:lnTo>
                    <a:pt x="22181" y="723600"/>
                  </a:lnTo>
                  <a:lnTo>
                    <a:pt x="20552" y="722221"/>
                  </a:lnTo>
                  <a:lnTo>
                    <a:pt x="17920" y="719840"/>
                  </a:lnTo>
                  <a:lnTo>
                    <a:pt x="17670" y="719715"/>
                  </a:lnTo>
                  <a:lnTo>
                    <a:pt x="16667" y="718712"/>
                  </a:lnTo>
                  <a:lnTo>
                    <a:pt x="16291" y="718462"/>
                  </a:lnTo>
                  <a:lnTo>
                    <a:pt x="15038" y="717334"/>
                  </a:lnTo>
                  <a:lnTo>
                    <a:pt x="14662" y="716958"/>
                  </a:lnTo>
                  <a:lnTo>
                    <a:pt x="12657" y="714827"/>
                  </a:lnTo>
                  <a:lnTo>
                    <a:pt x="11654" y="713825"/>
                  </a:lnTo>
                  <a:lnTo>
                    <a:pt x="10526" y="712572"/>
                  </a:lnTo>
                  <a:lnTo>
                    <a:pt x="5639" y="708311"/>
                  </a:lnTo>
                  <a:lnTo>
                    <a:pt x="5388" y="708060"/>
                  </a:lnTo>
                  <a:lnTo>
                    <a:pt x="4887" y="707559"/>
                  </a:lnTo>
                  <a:lnTo>
                    <a:pt x="3884" y="706682"/>
                  </a:lnTo>
                  <a:lnTo>
                    <a:pt x="1754" y="704676"/>
                  </a:lnTo>
                  <a:lnTo>
                    <a:pt x="1253" y="703674"/>
                  </a:lnTo>
                  <a:lnTo>
                    <a:pt x="877" y="703173"/>
                  </a:lnTo>
                  <a:lnTo>
                    <a:pt x="0" y="701543"/>
                  </a:lnTo>
                  <a:lnTo>
                    <a:pt x="4135" y="699162"/>
                  </a:lnTo>
                  <a:lnTo>
                    <a:pt x="6767" y="697533"/>
                  </a:lnTo>
                  <a:lnTo>
                    <a:pt x="9774" y="695904"/>
                  </a:lnTo>
                  <a:lnTo>
                    <a:pt x="15665" y="690139"/>
                  </a:lnTo>
                  <a:lnTo>
                    <a:pt x="20928" y="684249"/>
                  </a:lnTo>
                  <a:lnTo>
                    <a:pt x="33460" y="668584"/>
                  </a:lnTo>
                  <a:lnTo>
                    <a:pt x="34087" y="667582"/>
                  </a:lnTo>
                  <a:lnTo>
                    <a:pt x="34713" y="666078"/>
                  </a:lnTo>
                  <a:lnTo>
                    <a:pt x="39977" y="657431"/>
                  </a:lnTo>
                  <a:lnTo>
                    <a:pt x="44238" y="649159"/>
                  </a:lnTo>
                  <a:lnTo>
                    <a:pt x="47120" y="643645"/>
                  </a:lnTo>
                  <a:lnTo>
                    <a:pt x="50754" y="635876"/>
                  </a:lnTo>
                  <a:lnTo>
                    <a:pt x="51757" y="633494"/>
                  </a:lnTo>
                  <a:lnTo>
                    <a:pt x="52007" y="632743"/>
                  </a:lnTo>
                  <a:lnTo>
                    <a:pt x="53887" y="621840"/>
                  </a:lnTo>
                  <a:lnTo>
                    <a:pt x="54263" y="618456"/>
                  </a:lnTo>
                  <a:lnTo>
                    <a:pt x="55015" y="611313"/>
                  </a:lnTo>
                  <a:lnTo>
                    <a:pt x="55767" y="604545"/>
                  </a:lnTo>
                  <a:lnTo>
                    <a:pt x="52634" y="604545"/>
                  </a:lnTo>
                  <a:lnTo>
                    <a:pt x="52258" y="601162"/>
                  </a:lnTo>
                  <a:lnTo>
                    <a:pt x="52258" y="600159"/>
                  </a:lnTo>
                  <a:lnTo>
                    <a:pt x="52258" y="599407"/>
                  </a:lnTo>
                  <a:lnTo>
                    <a:pt x="53637" y="597903"/>
                  </a:lnTo>
                  <a:lnTo>
                    <a:pt x="55141" y="595272"/>
                  </a:lnTo>
                  <a:lnTo>
                    <a:pt x="55266" y="592139"/>
                  </a:lnTo>
                  <a:lnTo>
                    <a:pt x="54639" y="586750"/>
                  </a:lnTo>
                  <a:lnTo>
                    <a:pt x="54514" y="586123"/>
                  </a:lnTo>
                  <a:lnTo>
                    <a:pt x="53637" y="580108"/>
                  </a:lnTo>
                  <a:lnTo>
                    <a:pt x="52759" y="574469"/>
                  </a:lnTo>
                  <a:lnTo>
                    <a:pt x="50253" y="558803"/>
                  </a:lnTo>
                  <a:lnTo>
                    <a:pt x="49501" y="554041"/>
                  </a:lnTo>
                  <a:lnTo>
                    <a:pt x="47872" y="543264"/>
                  </a:lnTo>
                  <a:lnTo>
                    <a:pt x="44864" y="522461"/>
                  </a:lnTo>
                  <a:lnTo>
                    <a:pt x="43110" y="510680"/>
                  </a:lnTo>
                  <a:lnTo>
                    <a:pt x="41857" y="502033"/>
                  </a:lnTo>
                  <a:lnTo>
                    <a:pt x="40979" y="496018"/>
                  </a:lnTo>
                  <a:lnTo>
                    <a:pt x="36844" y="467445"/>
                  </a:lnTo>
                  <a:lnTo>
                    <a:pt x="36718" y="467069"/>
                  </a:lnTo>
                  <a:lnTo>
                    <a:pt x="35340" y="455414"/>
                  </a:lnTo>
                  <a:lnTo>
                    <a:pt x="34713" y="452908"/>
                  </a:lnTo>
                  <a:lnTo>
                    <a:pt x="34463" y="451905"/>
                  </a:lnTo>
                  <a:lnTo>
                    <a:pt x="34337" y="451529"/>
                  </a:lnTo>
                  <a:lnTo>
                    <a:pt x="33961" y="449900"/>
                  </a:lnTo>
                  <a:lnTo>
                    <a:pt x="32082" y="436992"/>
                  </a:lnTo>
                  <a:lnTo>
                    <a:pt x="31204" y="431102"/>
                  </a:lnTo>
                  <a:lnTo>
                    <a:pt x="28447" y="412554"/>
                  </a:lnTo>
                  <a:lnTo>
                    <a:pt x="27194" y="403782"/>
                  </a:lnTo>
                  <a:lnTo>
                    <a:pt x="25816" y="393380"/>
                  </a:lnTo>
                  <a:lnTo>
                    <a:pt x="23560" y="376963"/>
                  </a:lnTo>
                  <a:lnTo>
                    <a:pt x="23309" y="372201"/>
                  </a:lnTo>
                  <a:lnTo>
                    <a:pt x="23560" y="371449"/>
                  </a:lnTo>
                  <a:lnTo>
                    <a:pt x="24437" y="368943"/>
                  </a:lnTo>
                  <a:lnTo>
                    <a:pt x="25941" y="364557"/>
                  </a:lnTo>
                  <a:lnTo>
                    <a:pt x="27821" y="358917"/>
                  </a:lnTo>
                  <a:lnTo>
                    <a:pt x="32583" y="345257"/>
                  </a:lnTo>
                  <a:lnTo>
                    <a:pt x="34713" y="339367"/>
                  </a:lnTo>
                  <a:lnTo>
                    <a:pt x="35716" y="336485"/>
                  </a:lnTo>
                  <a:lnTo>
                    <a:pt x="37470" y="331347"/>
                  </a:lnTo>
                  <a:lnTo>
                    <a:pt x="38724" y="327838"/>
                  </a:lnTo>
                  <a:lnTo>
                    <a:pt x="40478" y="322700"/>
                  </a:lnTo>
                  <a:lnTo>
                    <a:pt x="41230" y="320569"/>
                  </a:lnTo>
                  <a:lnTo>
                    <a:pt x="42107" y="318188"/>
                  </a:lnTo>
                  <a:lnTo>
                    <a:pt x="44238" y="311546"/>
                  </a:lnTo>
                  <a:lnTo>
                    <a:pt x="44363" y="310920"/>
                  </a:lnTo>
                  <a:lnTo>
                    <a:pt x="44990" y="309165"/>
                  </a:lnTo>
                  <a:lnTo>
                    <a:pt x="47997" y="299390"/>
                  </a:lnTo>
                  <a:lnTo>
                    <a:pt x="49250" y="295255"/>
                  </a:lnTo>
                  <a:lnTo>
                    <a:pt x="49376" y="295004"/>
                  </a:lnTo>
                  <a:lnTo>
                    <a:pt x="50754" y="290743"/>
                  </a:lnTo>
                  <a:lnTo>
                    <a:pt x="51632" y="287610"/>
                  </a:lnTo>
                  <a:lnTo>
                    <a:pt x="51757" y="287234"/>
                  </a:lnTo>
                  <a:lnTo>
                    <a:pt x="51506" y="284728"/>
                  </a:lnTo>
                  <a:lnTo>
                    <a:pt x="51506" y="283600"/>
                  </a:lnTo>
                  <a:lnTo>
                    <a:pt x="51130" y="277835"/>
                  </a:lnTo>
                  <a:lnTo>
                    <a:pt x="51130" y="276456"/>
                  </a:lnTo>
                  <a:lnTo>
                    <a:pt x="50754" y="268436"/>
                  </a:lnTo>
                  <a:lnTo>
                    <a:pt x="49501" y="246004"/>
                  </a:lnTo>
                  <a:lnTo>
                    <a:pt x="49125" y="240865"/>
                  </a:lnTo>
                  <a:lnTo>
                    <a:pt x="49125" y="240364"/>
                  </a:lnTo>
                  <a:lnTo>
                    <a:pt x="49125" y="238860"/>
                  </a:lnTo>
                  <a:lnTo>
                    <a:pt x="49626" y="238484"/>
                  </a:lnTo>
                  <a:lnTo>
                    <a:pt x="52007" y="236605"/>
                  </a:lnTo>
                  <a:lnTo>
                    <a:pt x="52509" y="236103"/>
                  </a:lnTo>
                  <a:lnTo>
                    <a:pt x="55516" y="233847"/>
                  </a:lnTo>
                  <a:lnTo>
                    <a:pt x="56770" y="232845"/>
                  </a:lnTo>
                  <a:lnTo>
                    <a:pt x="57772" y="231968"/>
                  </a:lnTo>
                  <a:lnTo>
                    <a:pt x="60404" y="229712"/>
                  </a:lnTo>
                  <a:lnTo>
                    <a:pt x="62284" y="228459"/>
                  </a:lnTo>
                  <a:lnTo>
                    <a:pt x="64164" y="225075"/>
                  </a:lnTo>
                  <a:lnTo>
                    <a:pt x="66169" y="220438"/>
                  </a:lnTo>
                  <a:lnTo>
                    <a:pt x="67046" y="218308"/>
                  </a:lnTo>
                  <a:lnTo>
                    <a:pt x="68174" y="216428"/>
                  </a:lnTo>
                  <a:lnTo>
                    <a:pt x="69302" y="213044"/>
                  </a:lnTo>
                  <a:lnTo>
                    <a:pt x="70304" y="211039"/>
                  </a:lnTo>
                  <a:lnTo>
                    <a:pt x="70806" y="208407"/>
                  </a:lnTo>
                  <a:lnTo>
                    <a:pt x="74690" y="200638"/>
                  </a:lnTo>
                  <a:lnTo>
                    <a:pt x="78325" y="192868"/>
                  </a:lnTo>
                  <a:lnTo>
                    <a:pt x="79327" y="188356"/>
                  </a:lnTo>
                  <a:lnTo>
                    <a:pt x="81458" y="182341"/>
                  </a:lnTo>
                  <a:lnTo>
                    <a:pt x="83588" y="178205"/>
                  </a:lnTo>
                  <a:lnTo>
                    <a:pt x="85343" y="175198"/>
                  </a:lnTo>
                  <a:lnTo>
                    <a:pt x="90982" y="170937"/>
                  </a:lnTo>
                  <a:lnTo>
                    <a:pt x="94867" y="168681"/>
                  </a:lnTo>
                  <a:lnTo>
                    <a:pt x="96622" y="167553"/>
                  </a:lnTo>
                  <a:lnTo>
                    <a:pt x="99003" y="165924"/>
                  </a:lnTo>
                  <a:lnTo>
                    <a:pt x="104141" y="161914"/>
                  </a:lnTo>
                  <a:lnTo>
                    <a:pt x="109154" y="157778"/>
                  </a:lnTo>
                  <a:lnTo>
                    <a:pt x="117299" y="151637"/>
                  </a:lnTo>
                  <a:lnTo>
                    <a:pt x="126072" y="143867"/>
                  </a:lnTo>
                  <a:lnTo>
                    <a:pt x="129957" y="137100"/>
                  </a:lnTo>
                  <a:lnTo>
                    <a:pt x="133340" y="127826"/>
                  </a:lnTo>
                  <a:lnTo>
                    <a:pt x="134719" y="120808"/>
                  </a:lnTo>
                  <a:lnTo>
                    <a:pt x="135346" y="112412"/>
                  </a:lnTo>
                  <a:lnTo>
                    <a:pt x="135847" y="103013"/>
                  </a:lnTo>
                  <a:lnTo>
                    <a:pt x="137476" y="92987"/>
                  </a:lnTo>
                  <a:lnTo>
                    <a:pt x="137601" y="88601"/>
                  </a:lnTo>
                  <a:lnTo>
                    <a:pt x="136724" y="80957"/>
                  </a:lnTo>
                  <a:lnTo>
                    <a:pt x="137100" y="75944"/>
                  </a:lnTo>
                  <a:lnTo>
                    <a:pt x="138103" y="73939"/>
                  </a:lnTo>
                  <a:lnTo>
                    <a:pt x="139982" y="70430"/>
                  </a:lnTo>
                  <a:lnTo>
                    <a:pt x="145747" y="59527"/>
                  </a:lnTo>
                  <a:lnTo>
                    <a:pt x="150635" y="50002"/>
                  </a:lnTo>
                  <a:lnTo>
                    <a:pt x="156274" y="39726"/>
                  </a:lnTo>
                  <a:lnTo>
                    <a:pt x="161914" y="29700"/>
                  </a:lnTo>
                  <a:lnTo>
                    <a:pt x="166676" y="18046"/>
                  </a:lnTo>
                  <a:lnTo>
                    <a:pt x="169057" y="12406"/>
                  </a:lnTo>
                  <a:lnTo>
                    <a:pt x="170059" y="9774"/>
                  </a:lnTo>
                  <a:lnTo>
                    <a:pt x="172315" y="7268"/>
                  </a:lnTo>
                  <a:lnTo>
                    <a:pt x="174822" y="4511"/>
                  </a:lnTo>
                  <a:lnTo>
                    <a:pt x="178205" y="1002"/>
                  </a:lnTo>
                  <a:lnTo>
                    <a:pt x="179208" y="0"/>
                  </a:lnTo>
                  <a:close/>
                </a:path>
              </a:pathLst>
            </a:custGeom>
            <a:ln w="21138" cap="flat">
              <a:solidFill>
                <a:srgbClr val="171A1F">
                  <a:alpha val="100000"/>
                </a:srgbClr>
              </a:solidFill>
              <a:prstDash val="solid"/>
              <a:round/>
            </a:ln>
          </p:spPr>
          <p:txBody>
            <a:bodyPr/>
            <a:lstStyle/>
            <a:p/>
          </p:txBody>
        </p:sp>
        <p:sp>
          <p:nvSpPr>
            <p:cNvPr id="538" name="pg537"/>
            <p:cNvSpPr/>
            <p:nvPr/>
          </p:nvSpPr>
          <p:spPr>
            <a:xfrm>
              <a:off x="3550817" y="1305566"/>
              <a:ext cx="1704358" cy="2210778"/>
            </a:xfrm>
            <a:custGeom>
              <a:avLst/>
              <a:pathLst>
                <a:path w="1704358" h="2210778">
                  <a:moveTo>
                    <a:pt x="1124876" y="16166"/>
                  </a:moveTo>
                  <a:lnTo>
                    <a:pt x="1138787" y="30703"/>
                  </a:lnTo>
                  <a:lnTo>
                    <a:pt x="1146556" y="44238"/>
                  </a:lnTo>
                  <a:lnTo>
                    <a:pt x="1154702" y="62158"/>
                  </a:lnTo>
                  <a:lnTo>
                    <a:pt x="1159214" y="77448"/>
                  </a:lnTo>
                  <a:lnTo>
                    <a:pt x="1160091" y="80455"/>
                  </a:lnTo>
                  <a:lnTo>
                    <a:pt x="1168487" y="92987"/>
                  </a:lnTo>
                  <a:lnTo>
                    <a:pt x="1180017" y="104141"/>
                  </a:lnTo>
                  <a:lnTo>
                    <a:pt x="1188915" y="107524"/>
                  </a:lnTo>
                  <a:lnTo>
                    <a:pt x="1201071" y="112287"/>
                  </a:lnTo>
                  <a:lnTo>
                    <a:pt x="1228140" y="118302"/>
                  </a:lnTo>
                  <a:lnTo>
                    <a:pt x="1229769" y="118678"/>
                  </a:lnTo>
                  <a:lnTo>
                    <a:pt x="1256588" y="122062"/>
                  </a:lnTo>
                  <a:lnTo>
                    <a:pt x="1274509" y="122312"/>
                  </a:lnTo>
                  <a:lnTo>
                    <a:pt x="1278519" y="122438"/>
                  </a:lnTo>
                  <a:lnTo>
                    <a:pt x="1296816" y="120057"/>
                  </a:lnTo>
                  <a:lnTo>
                    <a:pt x="1318496" y="112287"/>
                  </a:lnTo>
                  <a:lnTo>
                    <a:pt x="1345941" y="95995"/>
                  </a:lnTo>
                  <a:lnTo>
                    <a:pt x="1366870" y="79453"/>
                  </a:lnTo>
                  <a:lnTo>
                    <a:pt x="1386169" y="71683"/>
                  </a:lnTo>
                  <a:lnTo>
                    <a:pt x="1404090" y="69928"/>
                  </a:lnTo>
                  <a:lnTo>
                    <a:pt x="1434668" y="65291"/>
                  </a:lnTo>
                  <a:lnTo>
                    <a:pt x="1435295" y="65166"/>
                  </a:lnTo>
                  <a:lnTo>
                    <a:pt x="1449832" y="61407"/>
                  </a:lnTo>
                  <a:lnTo>
                    <a:pt x="1458228" y="59151"/>
                  </a:lnTo>
                  <a:lnTo>
                    <a:pt x="1492441" y="51005"/>
                  </a:lnTo>
                  <a:lnTo>
                    <a:pt x="1501213" y="51130"/>
                  </a:lnTo>
                  <a:lnTo>
                    <a:pt x="1516502" y="51381"/>
                  </a:lnTo>
                  <a:lnTo>
                    <a:pt x="1535802" y="51005"/>
                  </a:lnTo>
                  <a:lnTo>
                    <a:pt x="1561242" y="50253"/>
                  </a:lnTo>
                  <a:lnTo>
                    <a:pt x="1587308" y="51005"/>
                  </a:lnTo>
                  <a:lnTo>
                    <a:pt x="1589690" y="50754"/>
                  </a:lnTo>
                  <a:lnTo>
                    <a:pt x="1597209" y="49877"/>
                  </a:lnTo>
                  <a:lnTo>
                    <a:pt x="1607861" y="48624"/>
                  </a:lnTo>
                  <a:lnTo>
                    <a:pt x="1634930" y="46619"/>
                  </a:lnTo>
                  <a:lnTo>
                    <a:pt x="1659618" y="42358"/>
                  </a:lnTo>
                  <a:lnTo>
                    <a:pt x="1668516" y="40854"/>
                  </a:lnTo>
                  <a:lnTo>
                    <a:pt x="1689821" y="40854"/>
                  </a:lnTo>
                  <a:lnTo>
                    <a:pt x="1699972" y="48624"/>
                  </a:lnTo>
                  <a:lnTo>
                    <a:pt x="1704358" y="61156"/>
                  </a:lnTo>
                  <a:lnTo>
                    <a:pt x="1696212" y="78701"/>
                  </a:lnTo>
                  <a:lnTo>
                    <a:pt x="1682051" y="97749"/>
                  </a:lnTo>
                  <a:lnTo>
                    <a:pt x="1672150" y="119305"/>
                  </a:lnTo>
                  <a:lnTo>
                    <a:pt x="1668140" y="151888"/>
                  </a:lnTo>
                  <a:lnTo>
                    <a:pt x="1670521" y="181338"/>
                  </a:lnTo>
                  <a:lnTo>
                    <a:pt x="1674532" y="205901"/>
                  </a:lnTo>
                  <a:lnTo>
                    <a:pt x="1677665" y="224574"/>
                  </a:lnTo>
                  <a:lnTo>
                    <a:pt x="1673278" y="248009"/>
                  </a:lnTo>
                  <a:lnTo>
                    <a:pt x="1656736" y="268060"/>
                  </a:lnTo>
                  <a:lnTo>
                    <a:pt x="1654606" y="270692"/>
                  </a:lnTo>
                  <a:lnTo>
                    <a:pt x="1641071" y="281469"/>
                  </a:lnTo>
                  <a:lnTo>
                    <a:pt x="1602472" y="305155"/>
                  </a:lnTo>
                  <a:lnTo>
                    <a:pt x="1576782" y="317060"/>
                  </a:lnTo>
                  <a:lnTo>
                    <a:pt x="1555728" y="324830"/>
                  </a:lnTo>
                  <a:lnTo>
                    <a:pt x="1534799" y="331221"/>
                  </a:lnTo>
                  <a:lnTo>
                    <a:pt x="1520638" y="339743"/>
                  </a:lnTo>
                  <a:lnTo>
                    <a:pt x="1508733" y="346887"/>
                  </a:lnTo>
                  <a:lnTo>
                    <a:pt x="1489057" y="355910"/>
                  </a:lnTo>
                  <a:lnTo>
                    <a:pt x="1479909" y="376963"/>
                  </a:lnTo>
                  <a:lnTo>
                    <a:pt x="1472891" y="407792"/>
                  </a:lnTo>
                  <a:lnTo>
                    <a:pt x="1472515" y="428094"/>
                  </a:lnTo>
                  <a:lnTo>
                    <a:pt x="1466124" y="456793"/>
                  </a:lnTo>
                  <a:lnTo>
                    <a:pt x="1455973" y="489627"/>
                  </a:lnTo>
                  <a:lnTo>
                    <a:pt x="1439305" y="525594"/>
                  </a:lnTo>
                  <a:lnTo>
                    <a:pt x="1428903" y="543389"/>
                  </a:lnTo>
                  <a:lnTo>
                    <a:pt x="1422387" y="554668"/>
                  </a:lnTo>
                  <a:lnTo>
                    <a:pt x="1415243" y="571210"/>
                  </a:lnTo>
                  <a:lnTo>
                    <a:pt x="1414617" y="590885"/>
                  </a:lnTo>
                  <a:lnTo>
                    <a:pt x="1414868" y="592389"/>
                  </a:lnTo>
                  <a:lnTo>
                    <a:pt x="1417625" y="610561"/>
                  </a:lnTo>
                  <a:lnTo>
                    <a:pt x="1418001" y="613193"/>
                  </a:lnTo>
                  <a:lnTo>
                    <a:pt x="1426773" y="631113"/>
                  </a:lnTo>
                  <a:lnTo>
                    <a:pt x="1433290" y="651415"/>
                  </a:lnTo>
                  <a:lnTo>
                    <a:pt x="1429154" y="669712"/>
                  </a:lnTo>
                  <a:lnTo>
                    <a:pt x="1423389" y="687132"/>
                  </a:lnTo>
                  <a:lnTo>
                    <a:pt x="1422387" y="690014"/>
                  </a:lnTo>
                  <a:lnTo>
                    <a:pt x="1417123" y="698034"/>
                  </a:lnTo>
                  <a:lnTo>
                    <a:pt x="1411233" y="706932"/>
                  </a:lnTo>
                  <a:lnTo>
                    <a:pt x="1409604" y="719464"/>
                  </a:lnTo>
                  <a:lnTo>
                    <a:pt x="1411860" y="736759"/>
                  </a:lnTo>
                  <a:lnTo>
                    <a:pt x="1420006" y="750669"/>
                  </a:lnTo>
                  <a:lnTo>
                    <a:pt x="1444443" y="772976"/>
                  </a:lnTo>
                  <a:lnTo>
                    <a:pt x="1452213" y="786135"/>
                  </a:lnTo>
                  <a:lnTo>
                    <a:pt x="1455597" y="803429"/>
                  </a:lnTo>
                  <a:lnTo>
                    <a:pt x="1456975" y="817340"/>
                  </a:lnTo>
                  <a:lnTo>
                    <a:pt x="1454343" y="824859"/>
                  </a:lnTo>
                  <a:lnTo>
                    <a:pt x="1452589" y="830248"/>
                  </a:lnTo>
                  <a:lnTo>
                    <a:pt x="1440684" y="843030"/>
                  </a:lnTo>
                  <a:lnTo>
                    <a:pt x="1428151" y="853181"/>
                  </a:lnTo>
                  <a:lnTo>
                    <a:pt x="1406847" y="868470"/>
                  </a:lnTo>
                  <a:lnTo>
                    <a:pt x="1373637" y="882256"/>
                  </a:lnTo>
                  <a:lnTo>
                    <a:pt x="1336793" y="895164"/>
                  </a:lnTo>
                  <a:lnTo>
                    <a:pt x="1306591" y="910703"/>
                  </a:lnTo>
                  <a:lnTo>
                    <a:pt x="1295813" y="917847"/>
                  </a:lnTo>
                  <a:lnTo>
                    <a:pt x="1283281" y="932760"/>
                  </a:lnTo>
                  <a:lnTo>
                    <a:pt x="1278143" y="942535"/>
                  </a:lnTo>
                  <a:lnTo>
                    <a:pt x="1274509" y="949678"/>
                  </a:lnTo>
                  <a:lnTo>
                    <a:pt x="1272503" y="964591"/>
                  </a:lnTo>
                  <a:lnTo>
                    <a:pt x="1272629" y="968977"/>
                  </a:lnTo>
                  <a:lnTo>
                    <a:pt x="1273130" y="982512"/>
                  </a:lnTo>
                  <a:lnTo>
                    <a:pt x="1268117" y="1000057"/>
                  </a:lnTo>
                  <a:lnTo>
                    <a:pt x="1259220" y="1011586"/>
                  </a:lnTo>
                  <a:lnTo>
                    <a:pt x="1247690" y="1018855"/>
                  </a:lnTo>
                  <a:lnTo>
                    <a:pt x="1239419" y="1033016"/>
                  </a:lnTo>
                  <a:lnTo>
                    <a:pt x="1234907" y="1050436"/>
                  </a:lnTo>
                  <a:lnTo>
                    <a:pt x="1220370" y="1065098"/>
                  </a:lnTo>
                  <a:lnTo>
                    <a:pt x="1203076" y="1072743"/>
                  </a:lnTo>
                  <a:lnTo>
                    <a:pt x="1194679" y="1076377"/>
                  </a:lnTo>
                  <a:lnTo>
                    <a:pt x="1175505" y="1086779"/>
                  </a:lnTo>
                  <a:lnTo>
                    <a:pt x="1163851" y="1095927"/>
                  </a:lnTo>
                  <a:lnTo>
                    <a:pt x="1162597" y="1098559"/>
                  </a:lnTo>
                  <a:lnTo>
                    <a:pt x="1158462" y="1106705"/>
                  </a:lnTo>
                  <a:lnTo>
                    <a:pt x="1153198" y="1117357"/>
                  </a:lnTo>
                  <a:lnTo>
                    <a:pt x="1142797" y="1133147"/>
                  </a:lnTo>
                  <a:lnTo>
                    <a:pt x="1128260" y="1145178"/>
                  </a:lnTo>
                  <a:lnTo>
                    <a:pt x="1106203" y="1152321"/>
                  </a:lnTo>
                  <a:lnTo>
                    <a:pt x="1081515" y="1155955"/>
                  </a:lnTo>
                  <a:lnTo>
                    <a:pt x="1061714" y="1147810"/>
                  </a:lnTo>
                  <a:lnTo>
                    <a:pt x="1037778" y="1143549"/>
                  </a:lnTo>
                  <a:lnTo>
                    <a:pt x="1024118" y="1149439"/>
                  </a:lnTo>
                  <a:lnTo>
                    <a:pt x="1017602" y="1157334"/>
                  </a:lnTo>
                  <a:lnTo>
                    <a:pt x="1012088" y="1163976"/>
                  </a:lnTo>
                  <a:lnTo>
                    <a:pt x="1013717" y="1186032"/>
                  </a:lnTo>
                  <a:lnTo>
                    <a:pt x="1010834" y="1215859"/>
                  </a:lnTo>
                  <a:lnTo>
                    <a:pt x="1007200" y="1251199"/>
                  </a:lnTo>
                  <a:lnTo>
                    <a:pt x="1003691" y="1274383"/>
                  </a:lnTo>
                  <a:lnTo>
                    <a:pt x="970356" y="1360604"/>
                  </a:lnTo>
                  <a:lnTo>
                    <a:pt x="959578" y="1380906"/>
                  </a:lnTo>
                  <a:lnTo>
                    <a:pt x="954941" y="1389553"/>
                  </a:lnTo>
                  <a:lnTo>
                    <a:pt x="927747" y="1425520"/>
                  </a:lnTo>
                  <a:lnTo>
                    <a:pt x="917345" y="1442563"/>
                  </a:lnTo>
                  <a:lnTo>
                    <a:pt x="914964" y="1447576"/>
                  </a:lnTo>
                  <a:lnTo>
                    <a:pt x="899174" y="1480911"/>
                  </a:lnTo>
                  <a:lnTo>
                    <a:pt x="876240" y="1514873"/>
                  </a:lnTo>
                  <a:lnTo>
                    <a:pt x="859071" y="1540564"/>
                  </a:lnTo>
                  <a:lnTo>
                    <a:pt x="851677" y="1555226"/>
                  </a:lnTo>
                  <a:lnTo>
                    <a:pt x="848795" y="1564751"/>
                  </a:lnTo>
                  <a:lnTo>
                    <a:pt x="841777" y="1571643"/>
                  </a:lnTo>
                  <a:lnTo>
                    <a:pt x="843156" y="1583298"/>
                  </a:lnTo>
                  <a:lnTo>
                    <a:pt x="841025" y="1590567"/>
                  </a:lnTo>
                  <a:lnTo>
                    <a:pt x="821976" y="1606483"/>
                  </a:lnTo>
                  <a:lnTo>
                    <a:pt x="814332" y="1626408"/>
                  </a:lnTo>
                  <a:lnTo>
                    <a:pt x="807815" y="1634930"/>
                  </a:lnTo>
                  <a:lnTo>
                    <a:pt x="801424" y="1649969"/>
                  </a:lnTo>
                  <a:lnTo>
                    <a:pt x="786009" y="1663127"/>
                  </a:lnTo>
                  <a:lnTo>
                    <a:pt x="771096" y="1680046"/>
                  </a:lnTo>
                  <a:lnTo>
                    <a:pt x="766585" y="1700473"/>
                  </a:lnTo>
                  <a:lnTo>
                    <a:pt x="767838" y="1719146"/>
                  </a:lnTo>
                  <a:lnTo>
                    <a:pt x="768214" y="1725788"/>
                  </a:lnTo>
                  <a:lnTo>
                    <a:pt x="767963" y="1733181"/>
                  </a:lnTo>
                  <a:lnTo>
                    <a:pt x="773979" y="1750100"/>
                  </a:lnTo>
                  <a:lnTo>
                    <a:pt x="796035" y="1797220"/>
                  </a:lnTo>
                  <a:lnTo>
                    <a:pt x="810698" y="1804238"/>
                  </a:lnTo>
                  <a:lnTo>
                    <a:pt x="825987" y="1808750"/>
                  </a:lnTo>
                  <a:lnTo>
                    <a:pt x="847667" y="1818525"/>
                  </a:lnTo>
                  <a:lnTo>
                    <a:pt x="867342" y="1822284"/>
                  </a:lnTo>
                  <a:lnTo>
                    <a:pt x="869348" y="1822660"/>
                  </a:lnTo>
                  <a:lnTo>
                    <a:pt x="875238" y="1826295"/>
                  </a:lnTo>
                  <a:lnTo>
                    <a:pt x="881504" y="1826295"/>
                  </a:lnTo>
                  <a:lnTo>
                    <a:pt x="887895" y="1826295"/>
                  </a:lnTo>
                  <a:lnTo>
                    <a:pt x="892156" y="1832811"/>
                  </a:lnTo>
                  <a:lnTo>
                    <a:pt x="893785" y="1838075"/>
                  </a:lnTo>
                  <a:lnTo>
                    <a:pt x="896291" y="1842085"/>
                  </a:lnTo>
                  <a:lnTo>
                    <a:pt x="902557" y="1844967"/>
                  </a:lnTo>
                  <a:lnTo>
                    <a:pt x="904939" y="1852111"/>
                  </a:lnTo>
                  <a:lnTo>
                    <a:pt x="907696" y="1856246"/>
                  </a:lnTo>
                  <a:lnTo>
                    <a:pt x="912207" y="1858753"/>
                  </a:lnTo>
                  <a:lnTo>
                    <a:pt x="917847" y="1859880"/>
                  </a:lnTo>
                  <a:lnTo>
                    <a:pt x="922233" y="1861886"/>
                  </a:lnTo>
                  <a:lnTo>
                    <a:pt x="928749" y="1864768"/>
                  </a:lnTo>
                  <a:lnTo>
                    <a:pt x="935767" y="1866522"/>
                  </a:lnTo>
                  <a:lnTo>
                    <a:pt x="940404" y="1871410"/>
                  </a:lnTo>
                  <a:lnTo>
                    <a:pt x="943287" y="1877049"/>
                  </a:lnTo>
                  <a:lnTo>
                    <a:pt x="945292" y="1882563"/>
                  </a:lnTo>
                  <a:lnTo>
                    <a:pt x="947673" y="1887827"/>
                  </a:lnTo>
                  <a:lnTo>
                    <a:pt x="950054" y="1891963"/>
                  </a:lnTo>
                  <a:lnTo>
                    <a:pt x="957197" y="1896223"/>
                  </a:lnTo>
                  <a:lnTo>
                    <a:pt x="963839" y="1903868"/>
                  </a:lnTo>
                  <a:lnTo>
                    <a:pt x="966471" y="1912766"/>
                  </a:lnTo>
                  <a:lnTo>
                    <a:pt x="962335" y="1919157"/>
                  </a:lnTo>
                  <a:lnTo>
                    <a:pt x="960080" y="1920410"/>
                  </a:lnTo>
                  <a:lnTo>
                    <a:pt x="960205" y="1923293"/>
                  </a:lnTo>
                  <a:lnTo>
                    <a:pt x="958576" y="1926802"/>
                  </a:lnTo>
                  <a:lnTo>
                    <a:pt x="957824" y="1930812"/>
                  </a:lnTo>
                  <a:lnTo>
                    <a:pt x="959704" y="1935323"/>
                  </a:lnTo>
                  <a:lnTo>
                    <a:pt x="962335" y="1937329"/>
                  </a:lnTo>
                  <a:lnTo>
                    <a:pt x="965970" y="1939334"/>
                  </a:lnTo>
                  <a:lnTo>
                    <a:pt x="969353" y="1939584"/>
                  </a:lnTo>
                  <a:lnTo>
                    <a:pt x="971609" y="1940086"/>
                  </a:lnTo>
                  <a:lnTo>
                    <a:pt x="977499" y="1954372"/>
                  </a:lnTo>
                  <a:lnTo>
                    <a:pt x="978376" y="1956753"/>
                  </a:lnTo>
                  <a:lnTo>
                    <a:pt x="979128" y="1958633"/>
                  </a:lnTo>
                  <a:lnTo>
                    <a:pt x="979379" y="1958758"/>
                  </a:lnTo>
                  <a:lnTo>
                    <a:pt x="983013" y="1959761"/>
                  </a:lnTo>
                  <a:lnTo>
                    <a:pt x="986648" y="1959510"/>
                  </a:lnTo>
                  <a:lnTo>
                    <a:pt x="986146" y="1965902"/>
                  </a:lnTo>
                  <a:lnTo>
                    <a:pt x="986021" y="1968408"/>
                  </a:lnTo>
                  <a:lnTo>
                    <a:pt x="986773" y="1972418"/>
                  </a:lnTo>
                  <a:lnTo>
                    <a:pt x="987525" y="1976554"/>
                  </a:lnTo>
                  <a:lnTo>
                    <a:pt x="988527" y="1977431"/>
                  </a:lnTo>
                  <a:lnTo>
                    <a:pt x="988151" y="1983071"/>
                  </a:lnTo>
                  <a:lnTo>
                    <a:pt x="985269" y="1995227"/>
                  </a:lnTo>
                  <a:lnTo>
                    <a:pt x="981384" y="2004500"/>
                  </a:lnTo>
                  <a:lnTo>
                    <a:pt x="984141" y="2012020"/>
                  </a:lnTo>
                  <a:lnTo>
                    <a:pt x="969353" y="2017784"/>
                  </a:lnTo>
                  <a:lnTo>
                    <a:pt x="960456" y="2021419"/>
                  </a:lnTo>
                  <a:lnTo>
                    <a:pt x="912082" y="2040342"/>
                  </a:lnTo>
                  <a:lnTo>
                    <a:pt x="901304" y="2043726"/>
                  </a:lnTo>
                  <a:lnTo>
                    <a:pt x="844158" y="2061270"/>
                  </a:lnTo>
                  <a:lnTo>
                    <a:pt x="816964" y="2071171"/>
                  </a:lnTo>
                  <a:lnTo>
                    <a:pt x="813831" y="2071797"/>
                  </a:lnTo>
                  <a:lnTo>
                    <a:pt x="784882" y="2077311"/>
                  </a:lnTo>
                  <a:lnTo>
                    <a:pt x="779618" y="2076434"/>
                  </a:lnTo>
                  <a:lnTo>
                    <a:pt x="762199" y="2075432"/>
                  </a:lnTo>
                  <a:lnTo>
                    <a:pt x="750544" y="2072549"/>
                  </a:lnTo>
                  <a:lnTo>
                    <a:pt x="743025" y="2072800"/>
                  </a:lnTo>
                  <a:lnTo>
                    <a:pt x="738137" y="2074178"/>
                  </a:lnTo>
                  <a:lnTo>
                    <a:pt x="730242" y="2074429"/>
                  </a:lnTo>
                  <a:lnTo>
                    <a:pt x="724728" y="2071672"/>
                  </a:lnTo>
                  <a:lnTo>
                    <a:pt x="720091" y="2070670"/>
                  </a:lnTo>
                  <a:lnTo>
                    <a:pt x="712948" y="2070544"/>
                  </a:lnTo>
                  <a:lnTo>
                    <a:pt x="708561" y="2071045"/>
                  </a:lnTo>
                  <a:lnTo>
                    <a:pt x="703298" y="2071171"/>
                  </a:lnTo>
                  <a:lnTo>
                    <a:pt x="701543" y="2071296"/>
                  </a:lnTo>
                  <a:lnTo>
                    <a:pt x="696781" y="2073928"/>
                  </a:lnTo>
                  <a:lnTo>
                    <a:pt x="694526" y="2074178"/>
                  </a:lnTo>
                  <a:lnTo>
                    <a:pt x="680114" y="2071672"/>
                  </a:lnTo>
                  <a:lnTo>
                    <a:pt x="672845" y="2070544"/>
                  </a:lnTo>
                  <a:lnTo>
                    <a:pt x="668709" y="2069792"/>
                  </a:lnTo>
                  <a:lnTo>
                    <a:pt x="657681" y="2067787"/>
                  </a:lnTo>
                  <a:lnTo>
                    <a:pt x="655050" y="2067411"/>
                  </a:lnTo>
                  <a:lnTo>
                    <a:pt x="645651" y="2066409"/>
                  </a:lnTo>
                  <a:lnTo>
                    <a:pt x="641891" y="2065907"/>
                  </a:lnTo>
                  <a:lnTo>
                    <a:pt x="636377" y="2063902"/>
                  </a:lnTo>
                  <a:lnTo>
                    <a:pt x="635124" y="2063526"/>
                  </a:lnTo>
                  <a:lnTo>
                    <a:pt x="632617" y="2063150"/>
                  </a:lnTo>
                  <a:lnTo>
                    <a:pt x="629735" y="2062900"/>
                  </a:lnTo>
                  <a:lnTo>
                    <a:pt x="623594" y="2062900"/>
                  </a:lnTo>
                  <a:lnTo>
                    <a:pt x="612566" y="2064779"/>
                  </a:lnTo>
                  <a:lnTo>
                    <a:pt x="602916" y="2067662"/>
                  </a:lnTo>
                  <a:lnTo>
                    <a:pt x="597277" y="2068288"/>
                  </a:lnTo>
                  <a:lnTo>
                    <a:pt x="588504" y="2070294"/>
                  </a:lnTo>
                  <a:lnTo>
                    <a:pt x="570834" y="2071797"/>
                  </a:lnTo>
                  <a:lnTo>
                    <a:pt x="558302" y="2074178"/>
                  </a:lnTo>
                  <a:lnTo>
                    <a:pt x="555921" y="2075306"/>
                  </a:lnTo>
                  <a:lnTo>
                    <a:pt x="537624" y="2077938"/>
                  </a:lnTo>
                  <a:lnTo>
                    <a:pt x="525468" y="2080319"/>
                  </a:lnTo>
                  <a:lnTo>
                    <a:pt x="496394" y="2080445"/>
                  </a:lnTo>
                  <a:lnTo>
                    <a:pt x="493511" y="2080319"/>
                  </a:lnTo>
                  <a:lnTo>
                    <a:pt x="487997" y="2079442"/>
                  </a:lnTo>
                  <a:lnTo>
                    <a:pt x="483235" y="2079567"/>
                  </a:lnTo>
                  <a:lnTo>
                    <a:pt x="471455" y="2081948"/>
                  </a:lnTo>
                  <a:lnTo>
                    <a:pt x="462181" y="2082951"/>
                  </a:lnTo>
                  <a:lnTo>
                    <a:pt x="456417" y="2083076"/>
                  </a:lnTo>
                  <a:lnTo>
                    <a:pt x="449148" y="2082450"/>
                  </a:lnTo>
                  <a:lnTo>
                    <a:pt x="447770" y="2082450"/>
                  </a:lnTo>
                  <a:lnTo>
                    <a:pt x="445012" y="2082575"/>
                  </a:lnTo>
                  <a:lnTo>
                    <a:pt x="438245" y="2081823"/>
                  </a:lnTo>
                  <a:lnTo>
                    <a:pt x="437869" y="2081823"/>
                  </a:lnTo>
                  <a:lnTo>
                    <a:pt x="428721" y="2084329"/>
                  </a:lnTo>
                  <a:lnTo>
                    <a:pt x="424711" y="2085081"/>
                  </a:lnTo>
                  <a:lnTo>
                    <a:pt x="419823" y="2085833"/>
                  </a:lnTo>
                  <a:lnTo>
                    <a:pt x="415562" y="2086585"/>
                  </a:lnTo>
                  <a:lnTo>
                    <a:pt x="405537" y="2089969"/>
                  </a:lnTo>
                  <a:lnTo>
                    <a:pt x="400022" y="2091097"/>
                  </a:lnTo>
                  <a:lnTo>
                    <a:pt x="393506" y="2091473"/>
                  </a:lnTo>
                  <a:lnTo>
                    <a:pt x="389621" y="2091723"/>
                  </a:lnTo>
                  <a:lnTo>
                    <a:pt x="374081" y="2096611"/>
                  </a:lnTo>
                  <a:lnTo>
                    <a:pt x="361549" y="2100496"/>
                  </a:lnTo>
                  <a:lnTo>
                    <a:pt x="358792" y="2102250"/>
                  </a:lnTo>
                  <a:lnTo>
                    <a:pt x="349644" y="2107138"/>
                  </a:lnTo>
                  <a:lnTo>
                    <a:pt x="341623" y="2110647"/>
                  </a:lnTo>
                  <a:lnTo>
                    <a:pt x="335608" y="2113404"/>
                  </a:lnTo>
                  <a:lnTo>
                    <a:pt x="323452" y="2115158"/>
                  </a:lnTo>
                  <a:lnTo>
                    <a:pt x="312423" y="2116913"/>
                  </a:lnTo>
                  <a:lnTo>
                    <a:pt x="310168" y="2117289"/>
                  </a:lnTo>
                  <a:lnTo>
                    <a:pt x="306909" y="2117414"/>
                  </a:lnTo>
                  <a:lnTo>
                    <a:pt x="294377" y="2119544"/>
                  </a:lnTo>
                  <a:lnTo>
                    <a:pt x="289114" y="2121424"/>
                  </a:lnTo>
                  <a:lnTo>
                    <a:pt x="276206" y="2123931"/>
                  </a:lnTo>
                  <a:lnTo>
                    <a:pt x="265930" y="2126688"/>
                  </a:lnTo>
                  <a:lnTo>
                    <a:pt x="264175" y="2127565"/>
                  </a:lnTo>
                  <a:lnTo>
                    <a:pt x="263423" y="2127816"/>
                  </a:lnTo>
                  <a:lnTo>
                    <a:pt x="252270" y="2134834"/>
                  </a:lnTo>
                  <a:lnTo>
                    <a:pt x="248886" y="2139094"/>
                  </a:lnTo>
                  <a:lnTo>
                    <a:pt x="237607" y="2162028"/>
                  </a:lnTo>
                  <a:lnTo>
                    <a:pt x="234850" y="2175187"/>
                  </a:lnTo>
                  <a:lnTo>
                    <a:pt x="234223" y="2178069"/>
                  </a:lnTo>
                  <a:lnTo>
                    <a:pt x="233096" y="2182455"/>
                  </a:lnTo>
                  <a:lnTo>
                    <a:pt x="230589" y="2197870"/>
                  </a:lnTo>
                  <a:lnTo>
                    <a:pt x="226454" y="2210778"/>
                  </a:lnTo>
                  <a:lnTo>
                    <a:pt x="215049" y="2208898"/>
                  </a:lnTo>
                  <a:lnTo>
                    <a:pt x="213295" y="2209274"/>
                  </a:lnTo>
                  <a:lnTo>
                    <a:pt x="213044" y="2206768"/>
                  </a:lnTo>
                  <a:lnTo>
                    <a:pt x="212042" y="2206893"/>
                  </a:lnTo>
                  <a:lnTo>
                    <a:pt x="209285" y="2205765"/>
                  </a:lnTo>
                  <a:lnTo>
                    <a:pt x="208909" y="2206392"/>
                  </a:lnTo>
                  <a:lnTo>
                    <a:pt x="206528" y="2205264"/>
                  </a:lnTo>
                  <a:lnTo>
                    <a:pt x="206152" y="2206016"/>
                  </a:lnTo>
                  <a:lnTo>
                    <a:pt x="205525" y="2205640"/>
                  </a:lnTo>
                  <a:lnTo>
                    <a:pt x="205149" y="2206517"/>
                  </a:lnTo>
                  <a:lnTo>
                    <a:pt x="202768" y="2205389"/>
                  </a:lnTo>
                  <a:lnTo>
                    <a:pt x="202517" y="2205640"/>
                  </a:lnTo>
                  <a:lnTo>
                    <a:pt x="200763" y="2204512"/>
                  </a:lnTo>
                  <a:lnTo>
                    <a:pt x="200136" y="2204888"/>
                  </a:lnTo>
                  <a:lnTo>
                    <a:pt x="199008" y="2204261"/>
                  </a:lnTo>
                  <a:lnTo>
                    <a:pt x="199134" y="2203635"/>
                  </a:lnTo>
                  <a:lnTo>
                    <a:pt x="197505" y="2203509"/>
                  </a:lnTo>
                  <a:lnTo>
                    <a:pt x="197379" y="2202883"/>
                  </a:lnTo>
                  <a:lnTo>
                    <a:pt x="197129" y="2202381"/>
                  </a:lnTo>
                  <a:lnTo>
                    <a:pt x="194873" y="2201379"/>
                  </a:lnTo>
                  <a:lnTo>
                    <a:pt x="193870" y="2201379"/>
                  </a:lnTo>
                  <a:lnTo>
                    <a:pt x="190236" y="2199750"/>
                  </a:lnTo>
                  <a:lnTo>
                    <a:pt x="188607" y="2198496"/>
                  </a:lnTo>
                  <a:lnTo>
                    <a:pt x="185098" y="2198120"/>
                  </a:lnTo>
                  <a:lnTo>
                    <a:pt x="183594" y="2197368"/>
                  </a:lnTo>
                  <a:lnTo>
                    <a:pt x="181464" y="2196867"/>
                  </a:lnTo>
                  <a:lnTo>
                    <a:pt x="178456" y="2196742"/>
                  </a:lnTo>
                  <a:lnTo>
                    <a:pt x="176075" y="2196366"/>
                  </a:lnTo>
                  <a:lnTo>
                    <a:pt x="175323" y="2195614"/>
                  </a:lnTo>
                  <a:lnTo>
                    <a:pt x="173443" y="2194611"/>
                  </a:lnTo>
                  <a:lnTo>
                    <a:pt x="171563" y="2193734"/>
                  </a:lnTo>
                  <a:lnTo>
                    <a:pt x="169433" y="2192732"/>
                  </a:lnTo>
                  <a:lnTo>
                    <a:pt x="167553" y="2191854"/>
                  </a:lnTo>
                  <a:lnTo>
                    <a:pt x="165798" y="2189975"/>
                  </a:lnTo>
                  <a:lnTo>
                    <a:pt x="164044" y="2187593"/>
                  </a:lnTo>
                  <a:lnTo>
                    <a:pt x="164295" y="2183709"/>
                  </a:lnTo>
                  <a:lnTo>
                    <a:pt x="164921" y="2180074"/>
                  </a:lnTo>
                  <a:lnTo>
                    <a:pt x="166425" y="2174685"/>
                  </a:lnTo>
                  <a:lnTo>
                    <a:pt x="164921" y="2172054"/>
                  </a:lnTo>
                  <a:lnTo>
                    <a:pt x="157903" y="2165412"/>
                  </a:lnTo>
                  <a:lnTo>
                    <a:pt x="154645" y="2160399"/>
                  </a:lnTo>
                  <a:lnTo>
                    <a:pt x="151011" y="2153506"/>
                  </a:lnTo>
                  <a:lnTo>
                    <a:pt x="148755" y="2148368"/>
                  </a:lnTo>
                  <a:lnTo>
                    <a:pt x="147251" y="2145611"/>
                  </a:lnTo>
                  <a:lnTo>
                    <a:pt x="145371" y="2143230"/>
                  </a:lnTo>
                  <a:lnTo>
                    <a:pt x="143993" y="2138969"/>
                  </a:lnTo>
                  <a:lnTo>
                    <a:pt x="142489" y="2134708"/>
                  </a:lnTo>
                  <a:lnTo>
                    <a:pt x="140358" y="2132703"/>
                  </a:lnTo>
                  <a:lnTo>
                    <a:pt x="138729" y="2131199"/>
                  </a:lnTo>
                  <a:lnTo>
                    <a:pt x="137601" y="2129946"/>
                  </a:lnTo>
                  <a:lnTo>
                    <a:pt x="135972" y="2126186"/>
                  </a:lnTo>
                  <a:lnTo>
                    <a:pt x="133842" y="2124432"/>
                  </a:lnTo>
                  <a:lnTo>
                    <a:pt x="133215" y="2124056"/>
                  </a:lnTo>
                  <a:lnTo>
                    <a:pt x="128954" y="2121424"/>
                  </a:lnTo>
                  <a:lnTo>
                    <a:pt x="127826" y="2121299"/>
                  </a:lnTo>
                  <a:lnTo>
                    <a:pt x="126323" y="2118041"/>
                  </a:lnTo>
                  <a:lnTo>
                    <a:pt x="123816" y="2114281"/>
                  </a:lnTo>
                  <a:lnTo>
                    <a:pt x="121310" y="2112151"/>
                  </a:lnTo>
                  <a:lnTo>
                    <a:pt x="118553" y="2108767"/>
                  </a:lnTo>
                  <a:lnTo>
                    <a:pt x="115545" y="2104255"/>
                  </a:lnTo>
                  <a:lnTo>
                    <a:pt x="112663" y="2100746"/>
                  </a:lnTo>
                  <a:lnTo>
                    <a:pt x="110783" y="2098616"/>
                  </a:lnTo>
                  <a:lnTo>
                    <a:pt x="109028" y="2096987"/>
                  </a:lnTo>
                  <a:lnTo>
                    <a:pt x="107775" y="2095483"/>
                  </a:lnTo>
                  <a:lnTo>
                    <a:pt x="107524" y="2093227"/>
                  </a:lnTo>
                  <a:lnTo>
                    <a:pt x="107399" y="2091974"/>
                  </a:lnTo>
                  <a:lnTo>
                    <a:pt x="106522" y="2090595"/>
                  </a:lnTo>
                  <a:lnTo>
                    <a:pt x="106146" y="2089342"/>
                  </a:lnTo>
                  <a:lnTo>
                    <a:pt x="108026" y="2083828"/>
                  </a:lnTo>
                  <a:lnTo>
                    <a:pt x="109655" y="2081572"/>
                  </a:lnTo>
                  <a:lnTo>
                    <a:pt x="109530" y="2079943"/>
                  </a:lnTo>
                  <a:lnTo>
                    <a:pt x="109906" y="2079818"/>
                  </a:lnTo>
                  <a:lnTo>
                    <a:pt x="111660" y="2078815"/>
                  </a:lnTo>
                  <a:lnTo>
                    <a:pt x="111660" y="2077311"/>
                  </a:lnTo>
                  <a:lnTo>
                    <a:pt x="111159" y="2076560"/>
                  </a:lnTo>
                  <a:lnTo>
                    <a:pt x="110783" y="2074805"/>
                  </a:lnTo>
                  <a:lnTo>
                    <a:pt x="110031" y="2074178"/>
                  </a:lnTo>
                  <a:lnTo>
                    <a:pt x="110031" y="2071421"/>
                  </a:lnTo>
                  <a:lnTo>
                    <a:pt x="110783" y="2071045"/>
                  </a:lnTo>
                  <a:lnTo>
                    <a:pt x="110657" y="2068539"/>
                  </a:lnTo>
                  <a:lnTo>
                    <a:pt x="110908" y="2064779"/>
                  </a:lnTo>
                  <a:lnTo>
                    <a:pt x="110407" y="2062649"/>
                  </a:lnTo>
                  <a:lnTo>
                    <a:pt x="111033" y="2062398"/>
                  </a:lnTo>
                  <a:lnTo>
                    <a:pt x="111284" y="2058639"/>
                  </a:lnTo>
                  <a:lnTo>
                    <a:pt x="117425" y="2056007"/>
                  </a:lnTo>
                  <a:lnTo>
                    <a:pt x="118803" y="2055380"/>
                  </a:lnTo>
                  <a:lnTo>
                    <a:pt x="123190" y="2053250"/>
                  </a:lnTo>
                  <a:lnTo>
                    <a:pt x="129581" y="2043726"/>
                  </a:lnTo>
                  <a:lnTo>
                    <a:pt x="135596" y="2038337"/>
                  </a:lnTo>
                  <a:lnTo>
                    <a:pt x="135722" y="2025053"/>
                  </a:lnTo>
                  <a:lnTo>
                    <a:pt x="139857" y="2017659"/>
                  </a:lnTo>
                  <a:lnTo>
                    <a:pt x="143617" y="2009262"/>
                  </a:lnTo>
                  <a:lnTo>
                    <a:pt x="143366" y="2003498"/>
                  </a:lnTo>
                  <a:lnTo>
                    <a:pt x="140108" y="1996229"/>
                  </a:lnTo>
                  <a:lnTo>
                    <a:pt x="136223" y="1992971"/>
                  </a:lnTo>
                  <a:lnTo>
                    <a:pt x="133716" y="1986454"/>
                  </a:lnTo>
                  <a:lnTo>
                    <a:pt x="129706" y="1979687"/>
                  </a:lnTo>
                  <a:lnTo>
                    <a:pt x="130959" y="1969661"/>
                  </a:lnTo>
                  <a:lnTo>
                    <a:pt x="132714" y="1957254"/>
                  </a:lnTo>
                  <a:lnTo>
                    <a:pt x="135346" y="1948357"/>
                  </a:lnTo>
                  <a:lnTo>
                    <a:pt x="134844" y="1939208"/>
                  </a:lnTo>
                  <a:lnTo>
                    <a:pt x="129706" y="1933193"/>
                  </a:lnTo>
                  <a:lnTo>
                    <a:pt x="125195" y="1927554"/>
                  </a:lnTo>
                  <a:lnTo>
                    <a:pt x="121936" y="1925298"/>
                  </a:lnTo>
                  <a:lnTo>
                    <a:pt x="118929" y="1923293"/>
                  </a:lnTo>
                  <a:lnTo>
                    <a:pt x="114041" y="1915272"/>
                  </a:lnTo>
                  <a:lnTo>
                    <a:pt x="107900" y="1906876"/>
                  </a:lnTo>
                  <a:lnTo>
                    <a:pt x="106647" y="1891085"/>
                  </a:lnTo>
                  <a:lnTo>
                    <a:pt x="109279" y="1885321"/>
                  </a:lnTo>
                  <a:lnTo>
                    <a:pt x="109404" y="1877801"/>
                  </a:lnTo>
                  <a:lnTo>
                    <a:pt x="108778" y="1871535"/>
                  </a:lnTo>
                  <a:lnTo>
                    <a:pt x="104517" y="1865269"/>
                  </a:lnTo>
                  <a:lnTo>
                    <a:pt x="97624" y="1862512"/>
                  </a:lnTo>
                  <a:lnTo>
                    <a:pt x="89478" y="1861008"/>
                  </a:lnTo>
                  <a:lnTo>
                    <a:pt x="83212" y="1859880"/>
                  </a:lnTo>
                  <a:lnTo>
                    <a:pt x="78575" y="1857123"/>
                  </a:lnTo>
                  <a:lnTo>
                    <a:pt x="70054" y="1856497"/>
                  </a:lnTo>
                  <a:lnTo>
                    <a:pt x="69803" y="1854492"/>
                  </a:lnTo>
                  <a:lnTo>
                    <a:pt x="67673" y="1834190"/>
                  </a:lnTo>
                  <a:lnTo>
                    <a:pt x="67673" y="1825417"/>
                  </a:lnTo>
                  <a:lnTo>
                    <a:pt x="67673" y="1822786"/>
                  </a:lnTo>
                  <a:lnTo>
                    <a:pt x="66921" y="1815768"/>
                  </a:lnTo>
                  <a:lnTo>
                    <a:pt x="63412" y="1810504"/>
                  </a:lnTo>
                  <a:lnTo>
                    <a:pt x="58023" y="1809752"/>
                  </a:lnTo>
                  <a:lnTo>
                    <a:pt x="49000" y="1799852"/>
                  </a:lnTo>
                  <a:lnTo>
                    <a:pt x="39851" y="1782808"/>
                  </a:lnTo>
                  <a:lnTo>
                    <a:pt x="32332" y="1774537"/>
                  </a:lnTo>
                  <a:lnTo>
                    <a:pt x="30828" y="1767645"/>
                  </a:lnTo>
                  <a:lnTo>
                    <a:pt x="30828" y="1757619"/>
                  </a:lnTo>
                  <a:lnTo>
                    <a:pt x="32332" y="1755238"/>
                  </a:lnTo>
                  <a:lnTo>
                    <a:pt x="34588" y="1750225"/>
                  </a:lnTo>
                  <a:lnTo>
                    <a:pt x="34588" y="1743959"/>
                  </a:lnTo>
                  <a:lnTo>
                    <a:pt x="32833" y="1736064"/>
                  </a:lnTo>
                  <a:lnTo>
                    <a:pt x="29575" y="1731427"/>
                  </a:lnTo>
                  <a:lnTo>
                    <a:pt x="24061" y="1722529"/>
                  </a:lnTo>
                  <a:lnTo>
                    <a:pt x="22557" y="1719522"/>
                  </a:lnTo>
                  <a:lnTo>
                    <a:pt x="19174" y="1715010"/>
                  </a:lnTo>
                  <a:lnTo>
                    <a:pt x="13033" y="1711250"/>
                  </a:lnTo>
                  <a:lnTo>
                    <a:pt x="8145" y="1709747"/>
                  </a:lnTo>
                  <a:lnTo>
                    <a:pt x="4260" y="1710248"/>
                  </a:lnTo>
                  <a:lnTo>
                    <a:pt x="2005" y="1706990"/>
                  </a:lnTo>
                  <a:lnTo>
                    <a:pt x="0" y="1703481"/>
                  </a:lnTo>
                  <a:lnTo>
                    <a:pt x="3508" y="1698342"/>
                  </a:lnTo>
                  <a:lnTo>
                    <a:pt x="4636" y="1676787"/>
                  </a:lnTo>
                  <a:lnTo>
                    <a:pt x="7895" y="1662250"/>
                  </a:lnTo>
                  <a:lnTo>
                    <a:pt x="11404" y="1648214"/>
                  </a:lnTo>
                  <a:lnTo>
                    <a:pt x="1002" y="1615882"/>
                  </a:lnTo>
                  <a:lnTo>
                    <a:pt x="9273" y="1596582"/>
                  </a:lnTo>
                  <a:lnTo>
                    <a:pt x="11028" y="1590316"/>
                  </a:lnTo>
                  <a:lnTo>
                    <a:pt x="11028" y="1588186"/>
                  </a:lnTo>
                  <a:lnTo>
                    <a:pt x="9774" y="1584802"/>
                  </a:lnTo>
                  <a:lnTo>
                    <a:pt x="8145" y="1580541"/>
                  </a:lnTo>
                  <a:lnTo>
                    <a:pt x="4260" y="1571518"/>
                  </a:lnTo>
                  <a:lnTo>
                    <a:pt x="5012" y="1564500"/>
                  </a:lnTo>
                  <a:lnTo>
                    <a:pt x="8271" y="1557733"/>
                  </a:lnTo>
                  <a:lnTo>
                    <a:pt x="9148" y="1555978"/>
                  </a:lnTo>
                  <a:lnTo>
                    <a:pt x="12782" y="1548208"/>
                  </a:lnTo>
                  <a:lnTo>
                    <a:pt x="16166" y="1543196"/>
                  </a:lnTo>
                  <a:lnTo>
                    <a:pt x="25064" y="1533045"/>
                  </a:lnTo>
                  <a:lnTo>
                    <a:pt x="27821" y="1526779"/>
                  </a:lnTo>
                  <a:lnTo>
                    <a:pt x="29324" y="1523270"/>
                  </a:lnTo>
                  <a:lnTo>
                    <a:pt x="28197" y="1516628"/>
                  </a:lnTo>
                  <a:lnTo>
                    <a:pt x="28823" y="1513745"/>
                  </a:lnTo>
                  <a:lnTo>
                    <a:pt x="25816" y="1506727"/>
                  </a:lnTo>
                  <a:lnTo>
                    <a:pt x="22808" y="1499835"/>
                  </a:lnTo>
                  <a:lnTo>
                    <a:pt x="24186" y="1495073"/>
                  </a:lnTo>
                  <a:lnTo>
                    <a:pt x="25189" y="1492190"/>
                  </a:lnTo>
                  <a:lnTo>
                    <a:pt x="23560" y="1488681"/>
                  </a:lnTo>
                  <a:lnTo>
                    <a:pt x="24813" y="1482917"/>
                  </a:lnTo>
                  <a:lnTo>
                    <a:pt x="25189" y="1476776"/>
                  </a:lnTo>
                  <a:lnTo>
                    <a:pt x="20928" y="1473643"/>
                  </a:lnTo>
                  <a:lnTo>
                    <a:pt x="19675" y="1469633"/>
                  </a:lnTo>
                  <a:lnTo>
                    <a:pt x="17294" y="1463868"/>
                  </a:lnTo>
                  <a:lnTo>
                    <a:pt x="18422" y="1453341"/>
                  </a:lnTo>
                  <a:lnTo>
                    <a:pt x="18672" y="1444694"/>
                  </a:lnTo>
                  <a:lnTo>
                    <a:pt x="17043" y="1439556"/>
                  </a:lnTo>
                  <a:lnTo>
                    <a:pt x="15414" y="1433666"/>
                  </a:lnTo>
                  <a:lnTo>
                    <a:pt x="14161" y="1418627"/>
                  </a:lnTo>
                  <a:lnTo>
                    <a:pt x="15790" y="1409855"/>
                  </a:lnTo>
                  <a:lnTo>
                    <a:pt x="17670" y="1405218"/>
                  </a:lnTo>
                  <a:lnTo>
                    <a:pt x="21429" y="1400330"/>
                  </a:lnTo>
                  <a:lnTo>
                    <a:pt x="26442" y="1393312"/>
                  </a:lnTo>
                  <a:lnTo>
                    <a:pt x="26066" y="1389427"/>
                  </a:lnTo>
                  <a:lnTo>
                    <a:pt x="24186" y="1387046"/>
                  </a:lnTo>
                  <a:lnTo>
                    <a:pt x="21179" y="1383412"/>
                  </a:lnTo>
                  <a:lnTo>
                    <a:pt x="18422" y="1379026"/>
                  </a:lnTo>
                  <a:lnTo>
                    <a:pt x="19549" y="1363611"/>
                  </a:lnTo>
                  <a:lnTo>
                    <a:pt x="22307" y="1359225"/>
                  </a:lnTo>
                  <a:lnTo>
                    <a:pt x="23936" y="1355340"/>
                  </a:lnTo>
                  <a:lnTo>
                    <a:pt x="26693" y="1349450"/>
                  </a:lnTo>
                  <a:lnTo>
                    <a:pt x="27821" y="1346067"/>
                  </a:lnTo>
                  <a:lnTo>
                    <a:pt x="33084" y="1340678"/>
                  </a:lnTo>
                  <a:lnTo>
                    <a:pt x="40979" y="1324762"/>
                  </a:lnTo>
                  <a:lnTo>
                    <a:pt x="43736" y="1318371"/>
                  </a:lnTo>
                  <a:lnTo>
                    <a:pt x="29826" y="1292555"/>
                  </a:lnTo>
                  <a:lnTo>
                    <a:pt x="27695" y="1274133"/>
                  </a:lnTo>
                  <a:lnTo>
                    <a:pt x="27695" y="1273882"/>
                  </a:lnTo>
                  <a:lnTo>
                    <a:pt x="33209" y="1250823"/>
                  </a:lnTo>
                  <a:lnTo>
                    <a:pt x="47747" y="1228265"/>
                  </a:lnTo>
                  <a:lnTo>
                    <a:pt x="60404" y="1216360"/>
                  </a:lnTo>
                  <a:lnTo>
                    <a:pt x="70430" y="1203703"/>
                  </a:lnTo>
                  <a:lnTo>
                    <a:pt x="86596" y="1186283"/>
                  </a:lnTo>
                  <a:lnTo>
                    <a:pt x="110532" y="1168613"/>
                  </a:lnTo>
                  <a:lnTo>
                    <a:pt x="130207" y="1153574"/>
                  </a:lnTo>
                  <a:lnTo>
                    <a:pt x="135346" y="1148812"/>
                  </a:lnTo>
                  <a:lnTo>
                    <a:pt x="149381" y="1135779"/>
                  </a:lnTo>
                  <a:lnTo>
                    <a:pt x="163292" y="1114976"/>
                  </a:lnTo>
                  <a:lnTo>
                    <a:pt x="163041" y="1092794"/>
                  </a:lnTo>
                  <a:lnTo>
                    <a:pt x="171689" y="1077630"/>
                  </a:lnTo>
                  <a:lnTo>
                    <a:pt x="171313" y="1061965"/>
                  </a:lnTo>
                  <a:lnTo>
                    <a:pt x="174446" y="1039909"/>
                  </a:lnTo>
                  <a:lnTo>
                    <a:pt x="183594" y="1019983"/>
                  </a:lnTo>
                  <a:lnTo>
                    <a:pt x="194246" y="1012839"/>
                  </a:lnTo>
                  <a:lnTo>
                    <a:pt x="195123" y="1006323"/>
                  </a:lnTo>
                  <a:lnTo>
                    <a:pt x="190361" y="993289"/>
                  </a:lnTo>
                  <a:lnTo>
                    <a:pt x="172942" y="966346"/>
                  </a:lnTo>
                  <a:lnTo>
                    <a:pt x="172566" y="957573"/>
                  </a:lnTo>
                  <a:lnTo>
                    <a:pt x="195625" y="948926"/>
                  </a:lnTo>
                  <a:lnTo>
                    <a:pt x="201891" y="941031"/>
                  </a:lnTo>
                  <a:lnTo>
                    <a:pt x="210789" y="937397"/>
                  </a:lnTo>
                  <a:lnTo>
                    <a:pt x="215551" y="935517"/>
                  </a:lnTo>
                  <a:lnTo>
                    <a:pt x="227205" y="930128"/>
                  </a:lnTo>
                  <a:lnTo>
                    <a:pt x="235226" y="923987"/>
                  </a:lnTo>
                  <a:lnTo>
                    <a:pt x="243372" y="915591"/>
                  </a:lnTo>
                  <a:lnTo>
                    <a:pt x="249011" y="911330"/>
                  </a:lnTo>
                  <a:lnTo>
                    <a:pt x="254024" y="909951"/>
                  </a:lnTo>
                  <a:lnTo>
                    <a:pt x="263799" y="900302"/>
                  </a:lnTo>
                  <a:lnTo>
                    <a:pt x="282096" y="892532"/>
                  </a:lnTo>
                  <a:lnTo>
                    <a:pt x="292372" y="889274"/>
                  </a:lnTo>
                  <a:lnTo>
                    <a:pt x="303776" y="881253"/>
                  </a:lnTo>
                  <a:lnTo>
                    <a:pt x="318188" y="866841"/>
                  </a:lnTo>
                  <a:lnTo>
                    <a:pt x="320319" y="862079"/>
                  </a:lnTo>
                  <a:lnTo>
                    <a:pt x="320193" y="851301"/>
                  </a:lnTo>
                  <a:lnTo>
                    <a:pt x="321697" y="845787"/>
                  </a:lnTo>
                  <a:lnTo>
                    <a:pt x="324454" y="843030"/>
                  </a:lnTo>
                  <a:lnTo>
                    <a:pt x="331723" y="841401"/>
                  </a:lnTo>
                  <a:lnTo>
                    <a:pt x="335482" y="840649"/>
                  </a:lnTo>
                  <a:lnTo>
                    <a:pt x="343378" y="836138"/>
                  </a:lnTo>
                  <a:lnTo>
                    <a:pt x="346887" y="832879"/>
                  </a:lnTo>
                  <a:lnTo>
                    <a:pt x="350270" y="812076"/>
                  </a:lnTo>
                  <a:lnTo>
                    <a:pt x="377715" y="802301"/>
                  </a:lnTo>
                  <a:lnTo>
                    <a:pt x="387490" y="797288"/>
                  </a:lnTo>
                  <a:lnTo>
                    <a:pt x="393130" y="785759"/>
                  </a:lnTo>
                  <a:lnTo>
                    <a:pt x="396889" y="754053"/>
                  </a:lnTo>
                  <a:lnTo>
                    <a:pt x="409421" y="737510"/>
                  </a:lnTo>
                  <a:lnTo>
                    <a:pt x="426089" y="722096"/>
                  </a:lnTo>
                  <a:lnTo>
                    <a:pt x="441879" y="707434"/>
                  </a:lnTo>
                  <a:lnTo>
                    <a:pt x="478473" y="701669"/>
                  </a:lnTo>
                  <a:lnTo>
                    <a:pt x="507673" y="703173"/>
                  </a:lnTo>
                  <a:lnTo>
                    <a:pt x="525844" y="700917"/>
                  </a:lnTo>
                  <a:lnTo>
                    <a:pt x="533113" y="694776"/>
                  </a:lnTo>
                  <a:lnTo>
                    <a:pt x="528476" y="681116"/>
                  </a:lnTo>
                  <a:lnTo>
                    <a:pt x="527724" y="678986"/>
                  </a:lnTo>
                  <a:lnTo>
                    <a:pt x="520706" y="671216"/>
                  </a:lnTo>
                  <a:lnTo>
                    <a:pt x="510430" y="659686"/>
                  </a:lnTo>
                  <a:lnTo>
                    <a:pt x="510555" y="654298"/>
                  </a:lnTo>
                  <a:lnTo>
                    <a:pt x="511182" y="634998"/>
                  </a:lnTo>
                  <a:lnTo>
                    <a:pt x="505417" y="596525"/>
                  </a:lnTo>
                  <a:lnTo>
                    <a:pt x="506169" y="581862"/>
                  </a:lnTo>
                  <a:lnTo>
                    <a:pt x="513688" y="563691"/>
                  </a:lnTo>
                  <a:lnTo>
                    <a:pt x="523087" y="541133"/>
                  </a:lnTo>
                  <a:lnTo>
                    <a:pt x="523839" y="539128"/>
                  </a:lnTo>
                  <a:lnTo>
                    <a:pt x="530857" y="506419"/>
                  </a:lnTo>
                  <a:lnTo>
                    <a:pt x="530481" y="482859"/>
                  </a:lnTo>
                  <a:lnTo>
                    <a:pt x="538627" y="454662"/>
                  </a:lnTo>
                  <a:lnTo>
                    <a:pt x="557550" y="438496"/>
                  </a:lnTo>
                  <a:lnTo>
                    <a:pt x="564443" y="432731"/>
                  </a:lnTo>
                  <a:lnTo>
                    <a:pt x="587878" y="419698"/>
                  </a:lnTo>
                  <a:lnTo>
                    <a:pt x="613694" y="404033"/>
                  </a:lnTo>
                  <a:lnTo>
                    <a:pt x="646778" y="393506"/>
                  </a:lnTo>
                  <a:lnTo>
                    <a:pt x="680364" y="380974"/>
                  </a:lnTo>
                  <a:lnTo>
                    <a:pt x="705303" y="360421"/>
                  </a:lnTo>
                  <a:lnTo>
                    <a:pt x="723475" y="335357"/>
                  </a:lnTo>
                  <a:lnTo>
                    <a:pt x="742147" y="310293"/>
                  </a:lnTo>
                  <a:lnTo>
                    <a:pt x="757812" y="292497"/>
                  </a:lnTo>
                  <a:lnTo>
                    <a:pt x="765958" y="279965"/>
                  </a:lnTo>
                  <a:lnTo>
                    <a:pt x="782500" y="250891"/>
                  </a:lnTo>
                  <a:lnTo>
                    <a:pt x="796286" y="226704"/>
                  </a:lnTo>
                  <a:lnTo>
                    <a:pt x="811074" y="209786"/>
                  </a:lnTo>
                  <a:lnTo>
                    <a:pt x="819595" y="200011"/>
                  </a:lnTo>
                  <a:lnTo>
                    <a:pt x="834132" y="183845"/>
                  </a:lnTo>
                  <a:lnTo>
                    <a:pt x="849171" y="164545"/>
                  </a:lnTo>
                  <a:lnTo>
                    <a:pt x="862455" y="150760"/>
                  </a:lnTo>
                  <a:lnTo>
                    <a:pt x="881002" y="137100"/>
                  </a:lnTo>
                  <a:lnTo>
                    <a:pt x="900803" y="127826"/>
                  </a:lnTo>
                  <a:lnTo>
                    <a:pt x="922609" y="120558"/>
                  </a:lnTo>
                  <a:lnTo>
                    <a:pt x="924113" y="119806"/>
                  </a:lnTo>
                  <a:lnTo>
                    <a:pt x="933512" y="115294"/>
                  </a:lnTo>
                  <a:lnTo>
                    <a:pt x="947673" y="91859"/>
                  </a:lnTo>
                  <a:lnTo>
                    <a:pt x="965092" y="72435"/>
                  </a:lnTo>
                  <a:lnTo>
                    <a:pt x="980757" y="57898"/>
                  </a:lnTo>
                  <a:lnTo>
                    <a:pt x="1012714" y="39350"/>
                  </a:lnTo>
                  <a:lnTo>
                    <a:pt x="1035648" y="24437"/>
                  </a:lnTo>
                  <a:lnTo>
                    <a:pt x="1047428" y="15539"/>
                  </a:lnTo>
                  <a:lnTo>
                    <a:pt x="1064346" y="12657"/>
                  </a:lnTo>
                  <a:lnTo>
                    <a:pt x="1095300" y="8396"/>
                  </a:lnTo>
                  <a:lnTo>
                    <a:pt x="1110965" y="0"/>
                  </a:lnTo>
                  <a:close/>
                </a:path>
              </a:pathLst>
            </a:custGeom>
            <a:ln w="21138" cap="flat">
              <a:solidFill>
                <a:srgbClr val="171A1F">
                  <a:alpha val="100000"/>
                </a:srgbClr>
              </a:solidFill>
              <a:prstDash val="solid"/>
              <a:round/>
            </a:ln>
          </p:spPr>
          <p:txBody>
            <a:bodyPr/>
            <a:lstStyle/>
            <a:p/>
          </p:txBody>
        </p:sp>
        <p:sp>
          <p:nvSpPr>
            <p:cNvPr id="539" name="pg538"/>
            <p:cNvSpPr/>
            <p:nvPr/>
          </p:nvSpPr>
          <p:spPr>
            <a:xfrm>
              <a:off x="4108869" y="4496977"/>
              <a:ext cx="571586" cy="999305"/>
            </a:xfrm>
            <a:custGeom>
              <a:avLst/>
              <a:pathLst>
                <a:path w="571586" h="999305">
                  <a:moveTo>
                    <a:pt x="397140" y="0"/>
                  </a:moveTo>
                  <a:lnTo>
                    <a:pt x="402404" y="501"/>
                  </a:lnTo>
                  <a:lnTo>
                    <a:pt x="404283" y="501"/>
                  </a:lnTo>
                  <a:lnTo>
                    <a:pt x="405787" y="501"/>
                  </a:lnTo>
                  <a:lnTo>
                    <a:pt x="408043" y="250"/>
                  </a:lnTo>
                  <a:lnTo>
                    <a:pt x="410048" y="250"/>
                  </a:lnTo>
                  <a:lnTo>
                    <a:pt x="412429" y="626"/>
                  </a:lnTo>
                  <a:lnTo>
                    <a:pt x="414810" y="1127"/>
                  </a:lnTo>
                  <a:lnTo>
                    <a:pt x="416314" y="1629"/>
                  </a:lnTo>
                  <a:lnTo>
                    <a:pt x="417818" y="2631"/>
                  </a:lnTo>
                  <a:lnTo>
                    <a:pt x="419572" y="3383"/>
                  </a:lnTo>
                  <a:lnTo>
                    <a:pt x="423833" y="5514"/>
                  </a:lnTo>
                  <a:lnTo>
                    <a:pt x="435112" y="6892"/>
                  </a:lnTo>
                  <a:lnTo>
                    <a:pt x="452281" y="10777"/>
                  </a:lnTo>
                  <a:lnTo>
                    <a:pt x="470327" y="19549"/>
                  </a:lnTo>
                  <a:lnTo>
                    <a:pt x="484363" y="25189"/>
                  </a:lnTo>
                  <a:lnTo>
                    <a:pt x="486368" y="30703"/>
                  </a:lnTo>
                  <a:lnTo>
                    <a:pt x="489752" y="33209"/>
                  </a:lnTo>
                  <a:lnTo>
                    <a:pt x="499652" y="39726"/>
                  </a:lnTo>
                  <a:lnTo>
                    <a:pt x="505542" y="40353"/>
                  </a:lnTo>
                  <a:lnTo>
                    <a:pt x="512435" y="40227"/>
                  </a:lnTo>
                  <a:lnTo>
                    <a:pt x="519578" y="44112"/>
                  </a:lnTo>
                  <a:lnTo>
                    <a:pt x="527348" y="49501"/>
                  </a:lnTo>
                  <a:lnTo>
                    <a:pt x="533614" y="58023"/>
                  </a:lnTo>
                  <a:lnTo>
                    <a:pt x="537875" y="61782"/>
                  </a:lnTo>
                  <a:lnTo>
                    <a:pt x="543640" y="63913"/>
                  </a:lnTo>
                  <a:lnTo>
                    <a:pt x="552537" y="67547"/>
                  </a:lnTo>
                  <a:lnTo>
                    <a:pt x="561811" y="66921"/>
                  </a:lnTo>
                  <a:lnTo>
                    <a:pt x="562312" y="67422"/>
                  </a:lnTo>
                  <a:lnTo>
                    <a:pt x="565696" y="70054"/>
                  </a:lnTo>
                  <a:lnTo>
                    <a:pt x="567952" y="73939"/>
                  </a:lnTo>
                  <a:lnTo>
                    <a:pt x="571085" y="79077"/>
                  </a:lnTo>
                  <a:lnTo>
                    <a:pt x="571586" y="83087"/>
                  </a:lnTo>
                  <a:lnTo>
                    <a:pt x="556798" y="96998"/>
                  </a:lnTo>
                  <a:lnTo>
                    <a:pt x="550282" y="104015"/>
                  </a:lnTo>
                  <a:lnTo>
                    <a:pt x="543514" y="112913"/>
                  </a:lnTo>
                  <a:lnTo>
                    <a:pt x="539629" y="123064"/>
                  </a:lnTo>
                  <a:lnTo>
                    <a:pt x="537499" y="129456"/>
                  </a:lnTo>
                  <a:lnTo>
                    <a:pt x="532737" y="136098"/>
                  </a:lnTo>
                  <a:lnTo>
                    <a:pt x="529228" y="140484"/>
                  </a:lnTo>
                  <a:lnTo>
                    <a:pt x="522962" y="145497"/>
                  </a:lnTo>
                  <a:lnTo>
                    <a:pt x="517448" y="150885"/>
                  </a:lnTo>
                  <a:lnTo>
                    <a:pt x="514064" y="156775"/>
                  </a:lnTo>
                  <a:lnTo>
                    <a:pt x="511683" y="163543"/>
                  </a:lnTo>
                  <a:lnTo>
                    <a:pt x="511432" y="169683"/>
                  </a:lnTo>
                  <a:lnTo>
                    <a:pt x="513312" y="177453"/>
                  </a:lnTo>
                  <a:lnTo>
                    <a:pt x="516445" y="182090"/>
                  </a:lnTo>
                  <a:lnTo>
                    <a:pt x="516194" y="187855"/>
                  </a:lnTo>
                  <a:lnTo>
                    <a:pt x="509928" y="194873"/>
                  </a:lnTo>
                  <a:lnTo>
                    <a:pt x="508801" y="197630"/>
                  </a:lnTo>
                  <a:lnTo>
                    <a:pt x="501156" y="201389"/>
                  </a:lnTo>
                  <a:lnTo>
                    <a:pt x="501532" y="202016"/>
                  </a:lnTo>
                  <a:lnTo>
                    <a:pt x="502409" y="204397"/>
                  </a:lnTo>
                  <a:lnTo>
                    <a:pt x="503161" y="207656"/>
                  </a:lnTo>
                  <a:lnTo>
                    <a:pt x="503662" y="208407"/>
                  </a:lnTo>
                  <a:lnTo>
                    <a:pt x="503913" y="208909"/>
                  </a:lnTo>
                  <a:lnTo>
                    <a:pt x="502535" y="210789"/>
                  </a:lnTo>
                  <a:lnTo>
                    <a:pt x="500655" y="213170"/>
                  </a:lnTo>
                  <a:lnTo>
                    <a:pt x="498399" y="214423"/>
                  </a:lnTo>
                  <a:lnTo>
                    <a:pt x="494514" y="214297"/>
                  </a:lnTo>
                  <a:lnTo>
                    <a:pt x="491632" y="213671"/>
                  </a:lnTo>
                  <a:lnTo>
                    <a:pt x="490754" y="214297"/>
                  </a:lnTo>
                  <a:lnTo>
                    <a:pt x="489000" y="219060"/>
                  </a:lnTo>
                  <a:lnTo>
                    <a:pt x="487120" y="219686"/>
                  </a:lnTo>
                  <a:lnTo>
                    <a:pt x="483736" y="220313"/>
                  </a:lnTo>
                  <a:lnTo>
                    <a:pt x="478849" y="220939"/>
                  </a:lnTo>
                  <a:lnTo>
                    <a:pt x="476969" y="221817"/>
                  </a:lnTo>
                  <a:lnTo>
                    <a:pt x="473836" y="223195"/>
                  </a:lnTo>
                  <a:lnTo>
                    <a:pt x="471204" y="223321"/>
                  </a:lnTo>
                  <a:lnTo>
                    <a:pt x="468698" y="222819"/>
                  </a:lnTo>
                  <a:lnTo>
                    <a:pt x="465816" y="223195"/>
                  </a:lnTo>
                  <a:lnTo>
                    <a:pt x="463184" y="224448"/>
                  </a:lnTo>
                  <a:lnTo>
                    <a:pt x="462683" y="225075"/>
                  </a:lnTo>
                  <a:lnTo>
                    <a:pt x="462557" y="225827"/>
                  </a:lnTo>
                  <a:lnTo>
                    <a:pt x="461805" y="226830"/>
                  </a:lnTo>
                  <a:lnTo>
                    <a:pt x="459800" y="226955"/>
                  </a:lnTo>
                  <a:lnTo>
                    <a:pt x="457169" y="227707"/>
                  </a:lnTo>
                  <a:lnTo>
                    <a:pt x="456793" y="227581"/>
                  </a:lnTo>
                  <a:lnTo>
                    <a:pt x="456166" y="228083"/>
                  </a:lnTo>
                  <a:lnTo>
                    <a:pt x="455539" y="228960"/>
                  </a:lnTo>
                  <a:lnTo>
                    <a:pt x="454662" y="230213"/>
                  </a:lnTo>
                  <a:lnTo>
                    <a:pt x="453785" y="231216"/>
                  </a:lnTo>
                  <a:lnTo>
                    <a:pt x="452030" y="232594"/>
                  </a:lnTo>
                  <a:lnTo>
                    <a:pt x="451278" y="233346"/>
                  </a:lnTo>
                  <a:lnTo>
                    <a:pt x="449649" y="235477"/>
                  </a:lnTo>
                  <a:lnTo>
                    <a:pt x="448145" y="236229"/>
                  </a:lnTo>
                  <a:lnTo>
                    <a:pt x="446516" y="237356"/>
                  </a:lnTo>
                  <a:lnTo>
                    <a:pt x="441754" y="240489"/>
                  </a:lnTo>
                  <a:lnTo>
                    <a:pt x="440877" y="243247"/>
                  </a:lnTo>
                  <a:lnTo>
                    <a:pt x="438872" y="248134"/>
                  </a:lnTo>
                  <a:lnTo>
                    <a:pt x="435989" y="249889"/>
                  </a:lnTo>
                  <a:lnTo>
                    <a:pt x="436240" y="250390"/>
                  </a:lnTo>
                  <a:lnTo>
                    <a:pt x="433734" y="252520"/>
                  </a:lnTo>
                  <a:lnTo>
                    <a:pt x="432606" y="251142"/>
                  </a:lnTo>
                  <a:lnTo>
                    <a:pt x="426590" y="252520"/>
                  </a:lnTo>
                  <a:lnTo>
                    <a:pt x="426214" y="253899"/>
                  </a:lnTo>
                  <a:lnTo>
                    <a:pt x="425588" y="253773"/>
                  </a:lnTo>
                  <a:lnTo>
                    <a:pt x="424335" y="254400"/>
                  </a:lnTo>
                  <a:lnTo>
                    <a:pt x="423207" y="256530"/>
                  </a:lnTo>
                  <a:lnTo>
                    <a:pt x="420324" y="255904"/>
                  </a:lnTo>
                  <a:lnTo>
                    <a:pt x="415687" y="258034"/>
                  </a:lnTo>
                  <a:lnTo>
                    <a:pt x="412429" y="259789"/>
                  </a:lnTo>
                  <a:lnTo>
                    <a:pt x="410675" y="263298"/>
                  </a:lnTo>
                  <a:lnTo>
                    <a:pt x="410424" y="267057"/>
                  </a:lnTo>
                  <a:lnTo>
                    <a:pt x="408670" y="272697"/>
                  </a:lnTo>
                  <a:lnTo>
                    <a:pt x="407542" y="275454"/>
                  </a:lnTo>
                  <a:lnTo>
                    <a:pt x="406414" y="278462"/>
                  </a:lnTo>
                  <a:lnTo>
                    <a:pt x="404785" y="282096"/>
                  </a:lnTo>
                  <a:lnTo>
                    <a:pt x="403907" y="282472"/>
                  </a:lnTo>
                  <a:lnTo>
                    <a:pt x="403030" y="283349"/>
                  </a:lnTo>
                  <a:lnTo>
                    <a:pt x="402654" y="284101"/>
                  </a:lnTo>
                  <a:lnTo>
                    <a:pt x="401652" y="285981"/>
                  </a:lnTo>
                  <a:lnTo>
                    <a:pt x="401025" y="287234"/>
                  </a:lnTo>
                  <a:lnTo>
                    <a:pt x="398393" y="290743"/>
                  </a:lnTo>
                  <a:lnTo>
                    <a:pt x="396639" y="292372"/>
                  </a:lnTo>
                  <a:lnTo>
                    <a:pt x="392629" y="299515"/>
                  </a:lnTo>
                  <a:lnTo>
                    <a:pt x="389746" y="302272"/>
                  </a:lnTo>
                  <a:lnTo>
                    <a:pt x="387741" y="306408"/>
                  </a:lnTo>
                  <a:lnTo>
                    <a:pt x="388368" y="308664"/>
                  </a:lnTo>
                  <a:lnTo>
                    <a:pt x="388869" y="313426"/>
                  </a:lnTo>
                  <a:lnTo>
                    <a:pt x="383856" y="320319"/>
                  </a:lnTo>
                  <a:lnTo>
                    <a:pt x="372953" y="327337"/>
                  </a:lnTo>
                  <a:lnTo>
                    <a:pt x="369820" y="328088"/>
                  </a:lnTo>
                  <a:lnTo>
                    <a:pt x="364181" y="332600"/>
                  </a:lnTo>
                  <a:lnTo>
                    <a:pt x="362050" y="337613"/>
                  </a:lnTo>
                  <a:lnTo>
                    <a:pt x="359920" y="340495"/>
                  </a:lnTo>
                  <a:lnTo>
                    <a:pt x="358541" y="348014"/>
                  </a:lnTo>
                  <a:lnTo>
                    <a:pt x="358917" y="351147"/>
                  </a:lnTo>
                  <a:lnTo>
                    <a:pt x="358792" y="353654"/>
                  </a:lnTo>
                  <a:lnTo>
                    <a:pt x="357789" y="361048"/>
                  </a:lnTo>
                  <a:lnTo>
                    <a:pt x="356662" y="365810"/>
                  </a:lnTo>
                  <a:lnTo>
                    <a:pt x="355910" y="368442"/>
                  </a:lnTo>
                  <a:lnTo>
                    <a:pt x="355659" y="371951"/>
                  </a:lnTo>
                  <a:lnTo>
                    <a:pt x="352777" y="373454"/>
                  </a:lnTo>
                  <a:lnTo>
                    <a:pt x="352526" y="377465"/>
                  </a:lnTo>
                  <a:lnTo>
                    <a:pt x="351022" y="381976"/>
                  </a:lnTo>
                  <a:lnTo>
                    <a:pt x="348390" y="383229"/>
                  </a:lnTo>
                  <a:lnTo>
                    <a:pt x="347638" y="387365"/>
                  </a:lnTo>
                  <a:lnTo>
                    <a:pt x="347764" y="388994"/>
                  </a:lnTo>
                  <a:lnTo>
                    <a:pt x="346260" y="392879"/>
                  </a:lnTo>
                  <a:lnTo>
                    <a:pt x="354155" y="396388"/>
                  </a:lnTo>
                  <a:lnTo>
                    <a:pt x="353153" y="399145"/>
                  </a:lnTo>
                  <a:lnTo>
                    <a:pt x="349644" y="397767"/>
                  </a:lnTo>
                  <a:lnTo>
                    <a:pt x="348390" y="402153"/>
                  </a:lnTo>
                  <a:lnTo>
                    <a:pt x="351398" y="403657"/>
                  </a:lnTo>
                  <a:lnTo>
                    <a:pt x="350145" y="407416"/>
                  </a:lnTo>
                  <a:lnTo>
                    <a:pt x="346887" y="408795"/>
                  </a:lnTo>
                  <a:lnTo>
                    <a:pt x="346135" y="412554"/>
                  </a:lnTo>
                  <a:lnTo>
                    <a:pt x="344505" y="414184"/>
                  </a:lnTo>
                  <a:lnTo>
                    <a:pt x="346385" y="419196"/>
                  </a:lnTo>
                  <a:lnTo>
                    <a:pt x="340495" y="422079"/>
                  </a:lnTo>
                  <a:lnTo>
                    <a:pt x="340996" y="423708"/>
                  </a:lnTo>
                  <a:lnTo>
                    <a:pt x="341623" y="428846"/>
                  </a:lnTo>
                  <a:lnTo>
                    <a:pt x="342626" y="434987"/>
                  </a:lnTo>
                  <a:lnTo>
                    <a:pt x="343252" y="439624"/>
                  </a:lnTo>
                  <a:lnTo>
                    <a:pt x="343503" y="441754"/>
                  </a:lnTo>
                  <a:lnTo>
                    <a:pt x="344255" y="443383"/>
                  </a:lnTo>
                  <a:lnTo>
                    <a:pt x="345759" y="445639"/>
                  </a:lnTo>
                  <a:lnTo>
                    <a:pt x="346135" y="447644"/>
                  </a:lnTo>
                  <a:lnTo>
                    <a:pt x="346135" y="451278"/>
                  </a:lnTo>
                  <a:lnTo>
                    <a:pt x="346385" y="455539"/>
                  </a:lnTo>
                  <a:lnTo>
                    <a:pt x="348516" y="457920"/>
                  </a:lnTo>
                  <a:lnTo>
                    <a:pt x="348516" y="459675"/>
                  </a:lnTo>
                  <a:lnTo>
                    <a:pt x="345508" y="459675"/>
                  </a:lnTo>
                  <a:lnTo>
                    <a:pt x="341623" y="464688"/>
                  </a:lnTo>
                  <a:lnTo>
                    <a:pt x="340621" y="465064"/>
                  </a:lnTo>
                  <a:lnTo>
                    <a:pt x="336109" y="471706"/>
                  </a:lnTo>
                  <a:lnTo>
                    <a:pt x="335858" y="474463"/>
                  </a:lnTo>
                  <a:lnTo>
                    <a:pt x="336109" y="474713"/>
                  </a:lnTo>
                  <a:lnTo>
                    <a:pt x="335984" y="474964"/>
                  </a:lnTo>
                  <a:lnTo>
                    <a:pt x="335482" y="478473"/>
                  </a:lnTo>
                  <a:lnTo>
                    <a:pt x="335106" y="478849"/>
                  </a:lnTo>
                  <a:lnTo>
                    <a:pt x="333728" y="478974"/>
                  </a:lnTo>
                  <a:lnTo>
                    <a:pt x="331597" y="479100"/>
                  </a:lnTo>
                  <a:lnTo>
                    <a:pt x="329843" y="479225"/>
                  </a:lnTo>
                  <a:lnTo>
                    <a:pt x="328339" y="479100"/>
                  </a:lnTo>
                  <a:lnTo>
                    <a:pt x="326585" y="478849"/>
                  </a:lnTo>
                  <a:lnTo>
                    <a:pt x="324705" y="478097"/>
                  </a:lnTo>
                  <a:lnTo>
                    <a:pt x="321446" y="476969"/>
                  </a:lnTo>
                  <a:lnTo>
                    <a:pt x="321196" y="477220"/>
                  </a:lnTo>
                  <a:lnTo>
                    <a:pt x="317687" y="481230"/>
                  </a:lnTo>
                  <a:lnTo>
                    <a:pt x="314679" y="484488"/>
                  </a:lnTo>
                  <a:lnTo>
                    <a:pt x="314303" y="484864"/>
                  </a:lnTo>
                  <a:lnTo>
                    <a:pt x="312549" y="486744"/>
                  </a:lnTo>
                  <a:lnTo>
                    <a:pt x="311671" y="487747"/>
                  </a:lnTo>
                  <a:lnTo>
                    <a:pt x="308789" y="490880"/>
                  </a:lnTo>
                  <a:lnTo>
                    <a:pt x="307661" y="492133"/>
                  </a:lnTo>
                  <a:lnTo>
                    <a:pt x="307411" y="492634"/>
                  </a:lnTo>
                  <a:lnTo>
                    <a:pt x="320068" y="502284"/>
                  </a:lnTo>
                  <a:lnTo>
                    <a:pt x="321822" y="503662"/>
                  </a:lnTo>
                  <a:lnTo>
                    <a:pt x="322700" y="504414"/>
                  </a:lnTo>
                  <a:lnTo>
                    <a:pt x="327337" y="508425"/>
                  </a:lnTo>
                  <a:lnTo>
                    <a:pt x="327713" y="508801"/>
                  </a:lnTo>
                  <a:lnTo>
                    <a:pt x="330094" y="510806"/>
                  </a:lnTo>
                  <a:lnTo>
                    <a:pt x="330470" y="511182"/>
                  </a:lnTo>
                  <a:lnTo>
                    <a:pt x="331347" y="511934"/>
                  </a:lnTo>
                  <a:lnTo>
                    <a:pt x="337488" y="517322"/>
                  </a:lnTo>
                  <a:lnTo>
                    <a:pt x="353654" y="530982"/>
                  </a:lnTo>
                  <a:lnTo>
                    <a:pt x="356662" y="533238"/>
                  </a:lnTo>
                  <a:lnTo>
                    <a:pt x="358165" y="534491"/>
                  </a:lnTo>
                  <a:lnTo>
                    <a:pt x="366687" y="542011"/>
                  </a:lnTo>
                  <a:lnTo>
                    <a:pt x="379470" y="552161"/>
                  </a:lnTo>
                  <a:lnTo>
                    <a:pt x="379094" y="552412"/>
                  </a:lnTo>
                  <a:lnTo>
                    <a:pt x="376212" y="555044"/>
                  </a:lnTo>
                  <a:lnTo>
                    <a:pt x="369194" y="561560"/>
                  </a:lnTo>
                  <a:lnTo>
                    <a:pt x="369570" y="561811"/>
                  </a:lnTo>
                  <a:lnTo>
                    <a:pt x="371825" y="564067"/>
                  </a:lnTo>
                  <a:lnTo>
                    <a:pt x="372076" y="564192"/>
                  </a:lnTo>
                  <a:lnTo>
                    <a:pt x="370948" y="565069"/>
                  </a:lnTo>
                  <a:lnTo>
                    <a:pt x="368316" y="567325"/>
                  </a:lnTo>
                  <a:lnTo>
                    <a:pt x="367188" y="568202"/>
                  </a:lnTo>
                  <a:lnTo>
                    <a:pt x="363429" y="571335"/>
                  </a:lnTo>
                  <a:lnTo>
                    <a:pt x="362802" y="571962"/>
                  </a:lnTo>
                  <a:lnTo>
                    <a:pt x="362552" y="572714"/>
                  </a:lnTo>
                  <a:lnTo>
                    <a:pt x="358792" y="581486"/>
                  </a:lnTo>
                  <a:lnTo>
                    <a:pt x="357915" y="583617"/>
                  </a:lnTo>
                  <a:lnTo>
                    <a:pt x="355659" y="589758"/>
                  </a:lnTo>
                  <a:lnTo>
                    <a:pt x="354280" y="593141"/>
                  </a:lnTo>
                  <a:lnTo>
                    <a:pt x="353654" y="594770"/>
                  </a:lnTo>
                  <a:lnTo>
                    <a:pt x="352651" y="597152"/>
                  </a:lnTo>
                  <a:lnTo>
                    <a:pt x="351147" y="600660"/>
                  </a:lnTo>
                  <a:lnTo>
                    <a:pt x="349017" y="605047"/>
                  </a:lnTo>
                  <a:lnTo>
                    <a:pt x="351147" y="606300"/>
                  </a:lnTo>
                  <a:lnTo>
                    <a:pt x="352275" y="607428"/>
                  </a:lnTo>
                  <a:lnTo>
                    <a:pt x="353027" y="608681"/>
                  </a:lnTo>
                  <a:lnTo>
                    <a:pt x="353779" y="609809"/>
                  </a:lnTo>
                  <a:lnTo>
                    <a:pt x="354531" y="610686"/>
                  </a:lnTo>
                  <a:lnTo>
                    <a:pt x="356160" y="612315"/>
                  </a:lnTo>
                  <a:lnTo>
                    <a:pt x="357539" y="613067"/>
                  </a:lnTo>
                  <a:lnTo>
                    <a:pt x="358667" y="613443"/>
                  </a:lnTo>
                  <a:lnTo>
                    <a:pt x="360922" y="614195"/>
                  </a:lnTo>
                  <a:lnTo>
                    <a:pt x="362176" y="614571"/>
                  </a:lnTo>
                  <a:lnTo>
                    <a:pt x="363178" y="614947"/>
                  </a:lnTo>
                  <a:lnTo>
                    <a:pt x="363930" y="615448"/>
                  </a:lnTo>
                  <a:lnTo>
                    <a:pt x="364557" y="615950"/>
                  </a:lnTo>
                  <a:lnTo>
                    <a:pt x="364682" y="616200"/>
                  </a:lnTo>
                  <a:lnTo>
                    <a:pt x="365058" y="616952"/>
                  </a:lnTo>
                  <a:lnTo>
                    <a:pt x="365434" y="617579"/>
                  </a:lnTo>
                  <a:lnTo>
                    <a:pt x="365935" y="618581"/>
                  </a:lnTo>
                  <a:lnTo>
                    <a:pt x="366311" y="619333"/>
                  </a:lnTo>
                  <a:lnTo>
                    <a:pt x="366687" y="620210"/>
                  </a:lnTo>
                  <a:lnTo>
                    <a:pt x="366812" y="621088"/>
                  </a:lnTo>
                  <a:lnTo>
                    <a:pt x="366938" y="622090"/>
                  </a:lnTo>
                  <a:lnTo>
                    <a:pt x="366938" y="622466"/>
                  </a:lnTo>
                  <a:lnTo>
                    <a:pt x="366938" y="622842"/>
                  </a:lnTo>
                  <a:lnTo>
                    <a:pt x="366938" y="623343"/>
                  </a:lnTo>
                  <a:lnTo>
                    <a:pt x="366938" y="623719"/>
                  </a:lnTo>
                  <a:lnTo>
                    <a:pt x="366938" y="625223"/>
                  </a:lnTo>
                  <a:lnTo>
                    <a:pt x="366562" y="626476"/>
                  </a:lnTo>
                  <a:lnTo>
                    <a:pt x="365935" y="627980"/>
                  </a:lnTo>
                  <a:lnTo>
                    <a:pt x="365058" y="629359"/>
                  </a:lnTo>
                  <a:lnTo>
                    <a:pt x="365559" y="629985"/>
                  </a:lnTo>
                  <a:lnTo>
                    <a:pt x="371449" y="638131"/>
                  </a:lnTo>
                  <a:lnTo>
                    <a:pt x="370948" y="638507"/>
                  </a:lnTo>
                  <a:lnTo>
                    <a:pt x="370697" y="638758"/>
                  </a:lnTo>
                  <a:lnTo>
                    <a:pt x="371324" y="639886"/>
                  </a:lnTo>
                  <a:lnTo>
                    <a:pt x="371825" y="640387"/>
                  </a:lnTo>
                  <a:lnTo>
                    <a:pt x="370572" y="641891"/>
                  </a:lnTo>
                  <a:lnTo>
                    <a:pt x="370321" y="644648"/>
                  </a:lnTo>
                  <a:lnTo>
                    <a:pt x="371324" y="647656"/>
                  </a:lnTo>
                  <a:lnTo>
                    <a:pt x="372327" y="650162"/>
                  </a:lnTo>
                  <a:lnTo>
                    <a:pt x="372452" y="650413"/>
                  </a:lnTo>
                  <a:lnTo>
                    <a:pt x="372953" y="651415"/>
                  </a:lnTo>
                  <a:lnTo>
                    <a:pt x="373830" y="652794"/>
                  </a:lnTo>
                  <a:lnTo>
                    <a:pt x="374833" y="655426"/>
                  </a:lnTo>
                  <a:lnTo>
                    <a:pt x="375209" y="656303"/>
                  </a:lnTo>
                  <a:lnTo>
                    <a:pt x="375836" y="657431"/>
                  </a:lnTo>
                  <a:lnTo>
                    <a:pt x="376337" y="658308"/>
                  </a:lnTo>
                  <a:lnTo>
                    <a:pt x="376587" y="658684"/>
                  </a:lnTo>
                  <a:lnTo>
                    <a:pt x="379595" y="663947"/>
                  </a:lnTo>
                  <a:lnTo>
                    <a:pt x="380096" y="670339"/>
                  </a:lnTo>
                  <a:lnTo>
                    <a:pt x="379470" y="670840"/>
                  </a:lnTo>
                  <a:lnTo>
                    <a:pt x="381350" y="673722"/>
                  </a:lnTo>
                  <a:lnTo>
                    <a:pt x="383229" y="676730"/>
                  </a:lnTo>
                  <a:lnTo>
                    <a:pt x="384859" y="678860"/>
                  </a:lnTo>
                  <a:lnTo>
                    <a:pt x="383981" y="679738"/>
                  </a:lnTo>
                  <a:lnTo>
                    <a:pt x="384859" y="682119"/>
                  </a:lnTo>
                  <a:lnTo>
                    <a:pt x="386738" y="682871"/>
                  </a:lnTo>
                  <a:lnTo>
                    <a:pt x="387866" y="683748"/>
                  </a:lnTo>
                  <a:lnTo>
                    <a:pt x="390122" y="686505"/>
                  </a:lnTo>
                  <a:lnTo>
                    <a:pt x="392002" y="689638"/>
                  </a:lnTo>
                  <a:lnTo>
                    <a:pt x="392378" y="692270"/>
                  </a:lnTo>
                  <a:lnTo>
                    <a:pt x="391501" y="696405"/>
                  </a:lnTo>
                  <a:lnTo>
                    <a:pt x="390749" y="698661"/>
                  </a:lnTo>
                  <a:lnTo>
                    <a:pt x="389997" y="707183"/>
                  </a:lnTo>
                  <a:lnTo>
                    <a:pt x="391751" y="712572"/>
                  </a:lnTo>
                  <a:lnTo>
                    <a:pt x="394884" y="715705"/>
                  </a:lnTo>
                  <a:lnTo>
                    <a:pt x="395135" y="720216"/>
                  </a:lnTo>
                  <a:lnTo>
                    <a:pt x="395386" y="722221"/>
                  </a:lnTo>
                  <a:lnTo>
                    <a:pt x="395887" y="726608"/>
                  </a:lnTo>
                  <a:lnTo>
                    <a:pt x="397391" y="730994"/>
                  </a:lnTo>
                  <a:lnTo>
                    <a:pt x="397140" y="734503"/>
                  </a:lnTo>
                  <a:lnTo>
                    <a:pt x="397391" y="735631"/>
                  </a:lnTo>
                  <a:lnTo>
                    <a:pt x="397140" y="737009"/>
                  </a:lnTo>
                  <a:lnTo>
                    <a:pt x="397015" y="738262"/>
                  </a:lnTo>
                  <a:lnTo>
                    <a:pt x="396764" y="739390"/>
                  </a:lnTo>
                  <a:lnTo>
                    <a:pt x="396639" y="742774"/>
                  </a:lnTo>
                  <a:lnTo>
                    <a:pt x="396012" y="743526"/>
                  </a:lnTo>
                  <a:lnTo>
                    <a:pt x="395636" y="744904"/>
                  </a:lnTo>
                  <a:lnTo>
                    <a:pt x="395887" y="746909"/>
                  </a:lnTo>
                  <a:lnTo>
                    <a:pt x="395511" y="748163"/>
                  </a:lnTo>
                  <a:lnTo>
                    <a:pt x="394884" y="751797"/>
                  </a:lnTo>
                  <a:lnTo>
                    <a:pt x="395260" y="754178"/>
                  </a:lnTo>
                  <a:lnTo>
                    <a:pt x="396513" y="757687"/>
                  </a:lnTo>
                  <a:lnTo>
                    <a:pt x="400148" y="762825"/>
                  </a:lnTo>
                  <a:lnTo>
                    <a:pt x="401276" y="768214"/>
                  </a:lnTo>
                  <a:lnTo>
                    <a:pt x="407792" y="770720"/>
                  </a:lnTo>
                  <a:lnTo>
                    <a:pt x="407792" y="778866"/>
                  </a:lnTo>
                  <a:lnTo>
                    <a:pt x="409547" y="780997"/>
                  </a:lnTo>
                  <a:lnTo>
                    <a:pt x="410424" y="788140"/>
                  </a:lnTo>
                  <a:lnTo>
                    <a:pt x="407792" y="788015"/>
                  </a:lnTo>
                  <a:lnTo>
                    <a:pt x="405537" y="787137"/>
                  </a:lnTo>
                  <a:lnTo>
                    <a:pt x="405035" y="788015"/>
                  </a:lnTo>
                  <a:lnTo>
                    <a:pt x="404283" y="789518"/>
                  </a:lnTo>
                  <a:lnTo>
                    <a:pt x="403155" y="792150"/>
                  </a:lnTo>
                  <a:lnTo>
                    <a:pt x="403782" y="793278"/>
                  </a:lnTo>
                  <a:lnTo>
                    <a:pt x="403155" y="795408"/>
                  </a:lnTo>
                  <a:lnTo>
                    <a:pt x="404158" y="797790"/>
                  </a:lnTo>
                  <a:lnTo>
                    <a:pt x="405912" y="799795"/>
                  </a:lnTo>
                  <a:lnTo>
                    <a:pt x="408920" y="804181"/>
                  </a:lnTo>
                  <a:lnTo>
                    <a:pt x="411427" y="808692"/>
                  </a:lnTo>
                  <a:lnTo>
                    <a:pt x="412179" y="809068"/>
                  </a:lnTo>
                  <a:lnTo>
                    <a:pt x="413682" y="813329"/>
                  </a:lnTo>
                  <a:lnTo>
                    <a:pt x="415687" y="815710"/>
                  </a:lnTo>
                  <a:lnTo>
                    <a:pt x="416941" y="817841"/>
                  </a:lnTo>
                  <a:lnTo>
                    <a:pt x="418319" y="823982"/>
                  </a:lnTo>
                  <a:lnTo>
                    <a:pt x="419196" y="826488"/>
                  </a:lnTo>
                  <a:lnTo>
                    <a:pt x="419823" y="829872"/>
                  </a:lnTo>
                  <a:lnTo>
                    <a:pt x="418820" y="835010"/>
                  </a:lnTo>
                  <a:lnTo>
                    <a:pt x="416565" y="837391"/>
                  </a:lnTo>
                  <a:lnTo>
                    <a:pt x="414434" y="840649"/>
                  </a:lnTo>
                  <a:lnTo>
                    <a:pt x="412554" y="844033"/>
                  </a:lnTo>
                  <a:lnTo>
                    <a:pt x="411928" y="849171"/>
                  </a:lnTo>
                  <a:lnTo>
                    <a:pt x="411803" y="851552"/>
                  </a:lnTo>
                  <a:lnTo>
                    <a:pt x="414685" y="860450"/>
                  </a:lnTo>
                  <a:lnTo>
                    <a:pt x="417191" y="868345"/>
                  </a:lnTo>
                  <a:lnTo>
                    <a:pt x="420074" y="867844"/>
                  </a:lnTo>
                  <a:lnTo>
                    <a:pt x="422329" y="868345"/>
                  </a:lnTo>
                  <a:lnTo>
                    <a:pt x="423959" y="871227"/>
                  </a:lnTo>
                  <a:lnTo>
                    <a:pt x="424209" y="872230"/>
                  </a:lnTo>
                  <a:lnTo>
                    <a:pt x="425964" y="874736"/>
                  </a:lnTo>
                  <a:lnTo>
                    <a:pt x="427092" y="875614"/>
                  </a:lnTo>
                  <a:lnTo>
                    <a:pt x="425964" y="876491"/>
                  </a:lnTo>
                  <a:lnTo>
                    <a:pt x="423708" y="881880"/>
                  </a:lnTo>
                  <a:lnTo>
                    <a:pt x="423081" y="883509"/>
                  </a:lnTo>
                  <a:lnTo>
                    <a:pt x="419698" y="881880"/>
                  </a:lnTo>
                  <a:lnTo>
                    <a:pt x="419447" y="881880"/>
                  </a:lnTo>
                  <a:lnTo>
                    <a:pt x="414810" y="887644"/>
                  </a:lnTo>
                  <a:lnTo>
                    <a:pt x="402779" y="885514"/>
                  </a:lnTo>
                  <a:lnTo>
                    <a:pt x="402529" y="885389"/>
                  </a:lnTo>
                  <a:lnTo>
                    <a:pt x="398895" y="888772"/>
                  </a:lnTo>
                  <a:lnTo>
                    <a:pt x="399646" y="891404"/>
                  </a:lnTo>
                  <a:lnTo>
                    <a:pt x="400774" y="891404"/>
                  </a:lnTo>
                  <a:lnTo>
                    <a:pt x="401401" y="905315"/>
                  </a:lnTo>
                  <a:lnTo>
                    <a:pt x="400398" y="917847"/>
                  </a:lnTo>
                  <a:lnTo>
                    <a:pt x="399521" y="918974"/>
                  </a:lnTo>
                  <a:lnTo>
                    <a:pt x="399521" y="924489"/>
                  </a:lnTo>
                  <a:lnTo>
                    <a:pt x="403406" y="931381"/>
                  </a:lnTo>
                  <a:lnTo>
                    <a:pt x="399396" y="935141"/>
                  </a:lnTo>
                  <a:lnTo>
                    <a:pt x="366562" y="953563"/>
                  </a:lnTo>
                  <a:lnTo>
                    <a:pt x="363930" y="955067"/>
                  </a:lnTo>
                  <a:lnTo>
                    <a:pt x="349393" y="963964"/>
                  </a:lnTo>
                  <a:lnTo>
                    <a:pt x="345759" y="957573"/>
                  </a:lnTo>
                  <a:lnTo>
                    <a:pt x="340119" y="954315"/>
                  </a:lnTo>
                  <a:lnTo>
                    <a:pt x="335232" y="954315"/>
                  </a:lnTo>
                  <a:lnTo>
                    <a:pt x="327462" y="958074"/>
                  </a:lnTo>
                  <a:lnTo>
                    <a:pt x="317186" y="964842"/>
                  </a:lnTo>
                  <a:lnTo>
                    <a:pt x="316308" y="965092"/>
                  </a:lnTo>
                  <a:lnTo>
                    <a:pt x="315682" y="965468"/>
                  </a:lnTo>
                  <a:lnTo>
                    <a:pt x="312674" y="966722"/>
                  </a:lnTo>
                  <a:lnTo>
                    <a:pt x="312549" y="966471"/>
                  </a:lnTo>
                  <a:lnTo>
                    <a:pt x="310418" y="966722"/>
                  </a:lnTo>
                  <a:lnTo>
                    <a:pt x="306408" y="967223"/>
                  </a:lnTo>
                  <a:lnTo>
                    <a:pt x="300643" y="967849"/>
                  </a:lnTo>
                  <a:lnTo>
                    <a:pt x="288988" y="969228"/>
                  </a:lnTo>
                  <a:lnTo>
                    <a:pt x="288487" y="969228"/>
                  </a:lnTo>
                  <a:lnTo>
                    <a:pt x="284226" y="969855"/>
                  </a:lnTo>
                  <a:lnTo>
                    <a:pt x="280216" y="970356"/>
                  </a:lnTo>
                  <a:lnTo>
                    <a:pt x="271694" y="971358"/>
                  </a:lnTo>
                  <a:lnTo>
                    <a:pt x="271068" y="971358"/>
                  </a:lnTo>
                  <a:lnTo>
                    <a:pt x="262546" y="972361"/>
                  </a:lnTo>
                  <a:lnTo>
                    <a:pt x="259663" y="972737"/>
                  </a:lnTo>
                  <a:lnTo>
                    <a:pt x="258661" y="972862"/>
                  </a:lnTo>
                  <a:lnTo>
                    <a:pt x="257282" y="972988"/>
                  </a:lnTo>
                  <a:lnTo>
                    <a:pt x="254901" y="973238"/>
                  </a:lnTo>
                  <a:lnTo>
                    <a:pt x="251392" y="973614"/>
                  </a:lnTo>
                  <a:lnTo>
                    <a:pt x="248510" y="973865"/>
                  </a:lnTo>
                  <a:lnTo>
                    <a:pt x="246004" y="974115"/>
                  </a:lnTo>
                  <a:lnTo>
                    <a:pt x="243998" y="974115"/>
                  </a:lnTo>
                  <a:lnTo>
                    <a:pt x="242745" y="974115"/>
                  </a:lnTo>
                  <a:lnTo>
                    <a:pt x="241617" y="974115"/>
                  </a:lnTo>
                  <a:lnTo>
                    <a:pt x="226454" y="971484"/>
                  </a:lnTo>
                  <a:lnTo>
                    <a:pt x="213295" y="969103"/>
                  </a:lnTo>
                  <a:lnTo>
                    <a:pt x="197254" y="966220"/>
                  </a:lnTo>
                  <a:lnTo>
                    <a:pt x="193620" y="965468"/>
                  </a:lnTo>
                  <a:lnTo>
                    <a:pt x="189985" y="964716"/>
                  </a:lnTo>
                  <a:lnTo>
                    <a:pt x="185223" y="963463"/>
                  </a:lnTo>
                  <a:lnTo>
                    <a:pt x="180085" y="961834"/>
                  </a:lnTo>
                  <a:lnTo>
                    <a:pt x="175949" y="960456"/>
                  </a:lnTo>
                  <a:lnTo>
                    <a:pt x="172942" y="959578"/>
                  </a:lnTo>
                  <a:lnTo>
                    <a:pt x="172566" y="959202"/>
                  </a:lnTo>
                  <a:lnTo>
                    <a:pt x="172566" y="961082"/>
                  </a:lnTo>
                  <a:lnTo>
                    <a:pt x="172816" y="964842"/>
                  </a:lnTo>
                  <a:lnTo>
                    <a:pt x="172942" y="967348"/>
                  </a:lnTo>
                  <a:lnTo>
                    <a:pt x="172942" y="968852"/>
                  </a:lnTo>
                  <a:lnTo>
                    <a:pt x="172942" y="970356"/>
                  </a:lnTo>
                  <a:lnTo>
                    <a:pt x="172942" y="970606"/>
                  </a:lnTo>
                  <a:lnTo>
                    <a:pt x="172816" y="972737"/>
                  </a:lnTo>
                  <a:lnTo>
                    <a:pt x="172816" y="973990"/>
                  </a:lnTo>
                  <a:lnTo>
                    <a:pt x="172816" y="974867"/>
                  </a:lnTo>
                  <a:lnTo>
                    <a:pt x="172691" y="977499"/>
                  </a:lnTo>
                  <a:lnTo>
                    <a:pt x="172566" y="979128"/>
                  </a:lnTo>
                  <a:lnTo>
                    <a:pt x="172566" y="979755"/>
                  </a:lnTo>
                  <a:lnTo>
                    <a:pt x="172440" y="980883"/>
                  </a:lnTo>
                  <a:lnTo>
                    <a:pt x="172190" y="982888"/>
                  </a:lnTo>
                  <a:lnTo>
                    <a:pt x="171939" y="985394"/>
                  </a:lnTo>
                  <a:lnTo>
                    <a:pt x="171689" y="987274"/>
                  </a:lnTo>
                  <a:lnTo>
                    <a:pt x="171187" y="989781"/>
                  </a:lnTo>
                  <a:lnTo>
                    <a:pt x="171187" y="990407"/>
                  </a:lnTo>
                  <a:lnTo>
                    <a:pt x="169433" y="999305"/>
                  </a:lnTo>
                  <a:lnTo>
                    <a:pt x="168430" y="999180"/>
                  </a:lnTo>
                  <a:lnTo>
                    <a:pt x="162916" y="998177"/>
                  </a:lnTo>
                  <a:lnTo>
                    <a:pt x="147627" y="995545"/>
                  </a:lnTo>
                  <a:lnTo>
                    <a:pt x="141737" y="994417"/>
                  </a:lnTo>
                  <a:lnTo>
                    <a:pt x="135722" y="993415"/>
                  </a:lnTo>
                  <a:lnTo>
                    <a:pt x="135471" y="993289"/>
                  </a:lnTo>
                  <a:lnTo>
                    <a:pt x="134719" y="993164"/>
                  </a:lnTo>
                  <a:lnTo>
                    <a:pt x="129581" y="992287"/>
                  </a:lnTo>
                  <a:lnTo>
                    <a:pt x="124443" y="991284"/>
                  </a:lnTo>
                  <a:lnTo>
                    <a:pt x="120182" y="990532"/>
                  </a:lnTo>
                  <a:lnTo>
                    <a:pt x="118051" y="990156"/>
                  </a:lnTo>
                  <a:lnTo>
                    <a:pt x="117174" y="989906"/>
                  </a:lnTo>
                  <a:lnTo>
                    <a:pt x="113164" y="986898"/>
                  </a:lnTo>
                  <a:lnTo>
                    <a:pt x="112161" y="985645"/>
                  </a:lnTo>
                  <a:lnTo>
                    <a:pt x="111535" y="984768"/>
                  </a:lnTo>
                  <a:lnTo>
                    <a:pt x="104266" y="974742"/>
                  </a:lnTo>
                  <a:lnTo>
                    <a:pt x="104141" y="974366"/>
                  </a:lnTo>
                  <a:lnTo>
                    <a:pt x="103013" y="972862"/>
                  </a:lnTo>
                  <a:lnTo>
                    <a:pt x="101384" y="970606"/>
                  </a:lnTo>
                  <a:lnTo>
                    <a:pt x="99504" y="966847"/>
                  </a:lnTo>
                  <a:lnTo>
                    <a:pt x="96998" y="961959"/>
                  </a:lnTo>
                  <a:lnTo>
                    <a:pt x="96246" y="959704"/>
                  </a:lnTo>
                  <a:lnTo>
                    <a:pt x="94366" y="954565"/>
                  </a:lnTo>
                  <a:lnTo>
                    <a:pt x="90982" y="948299"/>
                  </a:lnTo>
                  <a:lnTo>
                    <a:pt x="90732" y="947923"/>
                  </a:lnTo>
                  <a:lnTo>
                    <a:pt x="90230" y="946796"/>
                  </a:lnTo>
                  <a:lnTo>
                    <a:pt x="88476" y="942159"/>
                  </a:lnTo>
                  <a:lnTo>
                    <a:pt x="88225" y="941532"/>
                  </a:lnTo>
                  <a:lnTo>
                    <a:pt x="87974" y="940906"/>
                  </a:lnTo>
                  <a:lnTo>
                    <a:pt x="87599" y="932008"/>
                  </a:lnTo>
                  <a:lnTo>
                    <a:pt x="86972" y="921105"/>
                  </a:lnTo>
                  <a:lnTo>
                    <a:pt x="86721" y="918849"/>
                  </a:lnTo>
                  <a:lnTo>
                    <a:pt x="86471" y="912332"/>
                  </a:lnTo>
                  <a:lnTo>
                    <a:pt x="84841" y="909450"/>
                  </a:lnTo>
                  <a:lnTo>
                    <a:pt x="82335" y="906442"/>
                  </a:lnTo>
                  <a:lnTo>
                    <a:pt x="80957" y="905565"/>
                  </a:lnTo>
                  <a:lnTo>
                    <a:pt x="80330" y="905189"/>
                  </a:lnTo>
                  <a:lnTo>
                    <a:pt x="77824" y="904061"/>
                  </a:lnTo>
                  <a:lnTo>
                    <a:pt x="76320" y="903435"/>
                  </a:lnTo>
                  <a:lnTo>
                    <a:pt x="74315" y="903059"/>
                  </a:lnTo>
                  <a:lnTo>
                    <a:pt x="73061" y="903435"/>
                  </a:lnTo>
                  <a:lnTo>
                    <a:pt x="59401" y="906944"/>
                  </a:lnTo>
                  <a:lnTo>
                    <a:pt x="57396" y="907445"/>
                  </a:lnTo>
                  <a:lnTo>
                    <a:pt x="35465" y="912207"/>
                  </a:lnTo>
                  <a:lnTo>
                    <a:pt x="34588" y="906442"/>
                  </a:lnTo>
                  <a:lnTo>
                    <a:pt x="30327" y="877117"/>
                  </a:lnTo>
                  <a:lnTo>
                    <a:pt x="54263" y="871102"/>
                  </a:lnTo>
                  <a:lnTo>
                    <a:pt x="53887" y="868220"/>
                  </a:lnTo>
                  <a:lnTo>
                    <a:pt x="53762" y="867468"/>
                  </a:lnTo>
                  <a:lnTo>
                    <a:pt x="53010" y="861578"/>
                  </a:lnTo>
                  <a:lnTo>
                    <a:pt x="51506" y="849798"/>
                  </a:lnTo>
                  <a:lnTo>
                    <a:pt x="51381" y="848670"/>
                  </a:lnTo>
                  <a:lnTo>
                    <a:pt x="47747" y="832002"/>
                  </a:lnTo>
                  <a:lnTo>
                    <a:pt x="45992" y="826739"/>
                  </a:lnTo>
                  <a:lnTo>
                    <a:pt x="45115" y="824107"/>
                  </a:lnTo>
                  <a:lnTo>
                    <a:pt x="41731" y="813705"/>
                  </a:lnTo>
                  <a:lnTo>
                    <a:pt x="41230" y="811951"/>
                  </a:lnTo>
                  <a:lnTo>
                    <a:pt x="40353" y="808316"/>
                  </a:lnTo>
                  <a:lnTo>
                    <a:pt x="39977" y="806562"/>
                  </a:lnTo>
                  <a:lnTo>
                    <a:pt x="39099" y="802677"/>
                  </a:lnTo>
                  <a:lnTo>
                    <a:pt x="38974" y="801048"/>
                  </a:lnTo>
                  <a:lnTo>
                    <a:pt x="38974" y="798917"/>
                  </a:lnTo>
                  <a:lnTo>
                    <a:pt x="39099" y="797288"/>
                  </a:lnTo>
                  <a:lnTo>
                    <a:pt x="39099" y="796912"/>
                  </a:lnTo>
                  <a:lnTo>
                    <a:pt x="39099" y="796662"/>
                  </a:lnTo>
                  <a:lnTo>
                    <a:pt x="39475" y="794406"/>
                  </a:lnTo>
                  <a:lnTo>
                    <a:pt x="39977" y="792401"/>
                  </a:lnTo>
                  <a:lnTo>
                    <a:pt x="41982" y="785258"/>
                  </a:lnTo>
                  <a:lnTo>
                    <a:pt x="42358" y="784255"/>
                  </a:lnTo>
                  <a:lnTo>
                    <a:pt x="42483" y="783879"/>
                  </a:lnTo>
                  <a:lnTo>
                    <a:pt x="42734" y="782751"/>
                  </a:lnTo>
                  <a:lnTo>
                    <a:pt x="43110" y="781373"/>
                  </a:lnTo>
                  <a:lnTo>
                    <a:pt x="43360" y="780621"/>
                  </a:lnTo>
                  <a:lnTo>
                    <a:pt x="45867" y="772600"/>
                  </a:lnTo>
                  <a:lnTo>
                    <a:pt x="47245" y="768089"/>
                  </a:lnTo>
                  <a:lnTo>
                    <a:pt x="48874" y="762950"/>
                  </a:lnTo>
                  <a:lnTo>
                    <a:pt x="49125" y="762199"/>
                  </a:lnTo>
                  <a:lnTo>
                    <a:pt x="49250" y="761823"/>
                  </a:lnTo>
                  <a:lnTo>
                    <a:pt x="51005" y="757812"/>
                  </a:lnTo>
                  <a:lnTo>
                    <a:pt x="51506" y="756684"/>
                  </a:lnTo>
                  <a:lnTo>
                    <a:pt x="52383" y="755181"/>
                  </a:lnTo>
                  <a:lnTo>
                    <a:pt x="57647" y="746909"/>
                  </a:lnTo>
                  <a:lnTo>
                    <a:pt x="61156" y="741771"/>
                  </a:lnTo>
                  <a:lnTo>
                    <a:pt x="62033" y="740393"/>
                  </a:lnTo>
                  <a:lnTo>
                    <a:pt x="65291" y="735631"/>
                  </a:lnTo>
                  <a:lnTo>
                    <a:pt x="65417" y="735255"/>
                  </a:lnTo>
                  <a:lnTo>
                    <a:pt x="65793" y="733375"/>
                  </a:lnTo>
                  <a:lnTo>
                    <a:pt x="66294" y="729490"/>
                  </a:lnTo>
                  <a:lnTo>
                    <a:pt x="66545" y="726733"/>
                  </a:lnTo>
                  <a:lnTo>
                    <a:pt x="66795" y="724101"/>
                  </a:lnTo>
                  <a:lnTo>
                    <a:pt x="66921" y="717710"/>
                  </a:lnTo>
                  <a:lnTo>
                    <a:pt x="67171" y="708937"/>
                  </a:lnTo>
                  <a:lnTo>
                    <a:pt x="67171" y="708311"/>
                  </a:lnTo>
                  <a:lnTo>
                    <a:pt x="67046" y="705428"/>
                  </a:lnTo>
                  <a:lnTo>
                    <a:pt x="65667" y="705554"/>
                  </a:lnTo>
                  <a:lnTo>
                    <a:pt x="49000" y="701919"/>
                  </a:lnTo>
                  <a:lnTo>
                    <a:pt x="39350" y="695403"/>
                  </a:lnTo>
                  <a:lnTo>
                    <a:pt x="36468" y="692646"/>
                  </a:lnTo>
                  <a:lnTo>
                    <a:pt x="32833" y="689262"/>
                  </a:lnTo>
                  <a:lnTo>
                    <a:pt x="30452" y="687132"/>
                  </a:lnTo>
                  <a:lnTo>
                    <a:pt x="25816" y="683372"/>
                  </a:lnTo>
                  <a:lnTo>
                    <a:pt x="24688" y="682620"/>
                  </a:lnTo>
                  <a:lnTo>
                    <a:pt x="20301" y="676981"/>
                  </a:lnTo>
                  <a:lnTo>
                    <a:pt x="11654" y="665702"/>
                  </a:lnTo>
                  <a:lnTo>
                    <a:pt x="7769" y="660814"/>
                  </a:lnTo>
                  <a:lnTo>
                    <a:pt x="5012" y="657305"/>
                  </a:lnTo>
                  <a:lnTo>
                    <a:pt x="2005" y="653420"/>
                  </a:lnTo>
                  <a:lnTo>
                    <a:pt x="0" y="650789"/>
                  </a:lnTo>
                  <a:lnTo>
                    <a:pt x="18422" y="638006"/>
                  </a:lnTo>
                  <a:lnTo>
                    <a:pt x="24938" y="638131"/>
                  </a:lnTo>
                  <a:lnTo>
                    <a:pt x="25565" y="636001"/>
                  </a:lnTo>
                  <a:lnTo>
                    <a:pt x="26191" y="632617"/>
                  </a:lnTo>
                  <a:lnTo>
                    <a:pt x="26818" y="629484"/>
                  </a:lnTo>
                  <a:lnTo>
                    <a:pt x="29074" y="621589"/>
                  </a:lnTo>
                  <a:lnTo>
                    <a:pt x="30703" y="616075"/>
                  </a:lnTo>
                  <a:lnTo>
                    <a:pt x="31330" y="614446"/>
                  </a:lnTo>
                  <a:lnTo>
                    <a:pt x="32833" y="609433"/>
                  </a:lnTo>
                  <a:lnTo>
                    <a:pt x="32833" y="608180"/>
                  </a:lnTo>
                  <a:lnTo>
                    <a:pt x="32708" y="605799"/>
                  </a:lnTo>
                  <a:lnTo>
                    <a:pt x="32708" y="601162"/>
                  </a:lnTo>
                  <a:lnTo>
                    <a:pt x="32708" y="593392"/>
                  </a:lnTo>
                  <a:lnTo>
                    <a:pt x="32457" y="592389"/>
                  </a:lnTo>
                  <a:lnTo>
                    <a:pt x="32082" y="591637"/>
                  </a:lnTo>
                  <a:lnTo>
                    <a:pt x="29450" y="589382"/>
                  </a:lnTo>
                  <a:lnTo>
                    <a:pt x="28573" y="588630"/>
                  </a:lnTo>
                  <a:lnTo>
                    <a:pt x="26567" y="584494"/>
                  </a:lnTo>
                  <a:lnTo>
                    <a:pt x="25941" y="582865"/>
                  </a:lnTo>
                  <a:lnTo>
                    <a:pt x="25816" y="582113"/>
                  </a:lnTo>
                  <a:lnTo>
                    <a:pt x="25690" y="578980"/>
                  </a:lnTo>
                  <a:lnTo>
                    <a:pt x="26191" y="576474"/>
                  </a:lnTo>
                  <a:lnTo>
                    <a:pt x="26693" y="575095"/>
                  </a:lnTo>
                  <a:lnTo>
                    <a:pt x="26442" y="573717"/>
                  </a:lnTo>
                  <a:lnTo>
                    <a:pt x="25941" y="572714"/>
                  </a:lnTo>
                  <a:lnTo>
                    <a:pt x="22307" y="569957"/>
                  </a:lnTo>
                  <a:lnTo>
                    <a:pt x="20928" y="569205"/>
                  </a:lnTo>
                  <a:lnTo>
                    <a:pt x="21053" y="563942"/>
                  </a:lnTo>
                  <a:lnTo>
                    <a:pt x="20928" y="559806"/>
                  </a:lnTo>
                  <a:lnTo>
                    <a:pt x="18422" y="559806"/>
                  </a:lnTo>
                  <a:lnTo>
                    <a:pt x="18422" y="549906"/>
                  </a:lnTo>
                  <a:lnTo>
                    <a:pt x="18296" y="542637"/>
                  </a:lnTo>
                  <a:lnTo>
                    <a:pt x="19299" y="526095"/>
                  </a:lnTo>
                  <a:lnTo>
                    <a:pt x="39475" y="521207"/>
                  </a:lnTo>
                  <a:lnTo>
                    <a:pt x="37220" y="513187"/>
                  </a:lnTo>
                  <a:lnTo>
                    <a:pt x="35841" y="507798"/>
                  </a:lnTo>
                  <a:lnTo>
                    <a:pt x="34713" y="503286"/>
                  </a:lnTo>
                  <a:lnTo>
                    <a:pt x="33084" y="493511"/>
                  </a:lnTo>
                  <a:lnTo>
                    <a:pt x="32207" y="484864"/>
                  </a:lnTo>
                  <a:lnTo>
                    <a:pt x="31956" y="478849"/>
                  </a:lnTo>
                  <a:lnTo>
                    <a:pt x="31956" y="472834"/>
                  </a:lnTo>
                  <a:lnTo>
                    <a:pt x="32708" y="461304"/>
                  </a:lnTo>
                  <a:lnTo>
                    <a:pt x="33711" y="454411"/>
                  </a:lnTo>
                  <a:lnTo>
                    <a:pt x="35215" y="446516"/>
                  </a:lnTo>
                  <a:lnTo>
                    <a:pt x="36342" y="441879"/>
                  </a:lnTo>
                  <a:lnTo>
                    <a:pt x="37596" y="437995"/>
                  </a:lnTo>
                  <a:lnTo>
                    <a:pt x="49000" y="404158"/>
                  </a:lnTo>
                  <a:lnTo>
                    <a:pt x="51506" y="396263"/>
                  </a:lnTo>
                  <a:lnTo>
                    <a:pt x="53010" y="390749"/>
                  </a:lnTo>
                  <a:lnTo>
                    <a:pt x="54138" y="385611"/>
                  </a:lnTo>
                  <a:lnTo>
                    <a:pt x="58023" y="363554"/>
                  </a:lnTo>
                  <a:lnTo>
                    <a:pt x="64289" y="327337"/>
                  </a:lnTo>
                  <a:lnTo>
                    <a:pt x="70680" y="290743"/>
                  </a:lnTo>
                  <a:lnTo>
                    <a:pt x="73939" y="291370"/>
                  </a:lnTo>
                  <a:lnTo>
                    <a:pt x="75317" y="291620"/>
                  </a:lnTo>
                  <a:lnTo>
                    <a:pt x="76194" y="291996"/>
                  </a:lnTo>
                  <a:lnTo>
                    <a:pt x="77573" y="292372"/>
                  </a:lnTo>
                  <a:lnTo>
                    <a:pt x="78701" y="292999"/>
                  </a:lnTo>
                  <a:lnTo>
                    <a:pt x="79954" y="293625"/>
                  </a:lnTo>
                  <a:lnTo>
                    <a:pt x="80831" y="293500"/>
                  </a:lnTo>
                  <a:lnTo>
                    <a:pt x="81583" y="293375"/>
                  </a:lnTo>
                  <a:lnTo>
                    <a:pt x="82335" y="293375"/>
                  </a:lnTo>
                  <a:lnTo>
                    <a:pt x="82836" y="293751"/>
                  </a:lnTo>
                  <a:lnTo>
                    <a:pt x="83588" y="294127"/>
                  </a:lnTo>
                  <a:lnTo>
                    <a:pt x="84841" y="294252"/>
                  </a:lnTo>
                  <a:lnTo>
                    <a:pt x="85969" y="294503"/>
                  </a:lnTo>
                  <a:lnTo>
                    <a:pt x="86471" y="294879"/>
                  </a:lnTo>
                  <a:lnTo>
                    <a:pt x="87348" y="295505"/>
                  </a:lnTo>
                  <a:lnTo>
                    <a:pt x="87974" y="296508"/>
                  </a:lnTo>
                  <a:lnTo>
                    <a:pt x="88726" y="297009"/>
                  </a:lnTo>
                  <a:lnTo>
                    <a:pt x="89604" y="297510"/>
                  </a:lnTo>
                  <a:lnTo>
                    <a:pt x="90230" y="297761"/>
                  </a:lnTo>
                  <a:lnTo>
                    <a:pt x="90982" y="298137"/>
                  </a:lnTo>
                  <a:lnTo>
                    <a:pt x="91483" y="298638"/>
                  </a:lnTo>
                  <a:lnTo>
                    <a:pt x="99379" y="297134"/>
                  </a:lnTo>
                  <a:lnTo>
                    <a:pt x="103890" y="296382"/>
                  </a:lnTo>
                  <a:lnTo>
                    <a:pt x="109279" y="300267"/>
                  </a:lnTo>
                  <a:lnTo>
                    <a:pt x="114918" y="304027"/>
                  </a:lnTo>
                  <a:lnTo>
                    <a:pt x="112788" y="305907"/>
                  </a:lnTo>
                  <a:lnTo>
                    <a:pt x="114668" y="309040"/>
                  </a:lnTo>
                  <a:lnTo>
                    <a:pt x="118427" y="320193"/>
                  </a:lnTo>
                  <a:lnTo>
                    <a:pt x="112913" y="321948"/>
                  </a:lnTo>
                  <a:lnTo>
                    <a:pt x="106647" y="319943"/>
                  </a:lnTo>
                  <a:lnTo>
                    <a:pt x="105895" y="320695"/>
                  </a:lnTo>
                  <a:lnTo>
                    <a:pt x="105519" y="321572"/>
                  </a:lnTo>
                  <a:lnTo>
                    <a:pt x="105143" y="322574"/>
                  </a:lnTo>
                  <a:lnTo>
                    <a:pt x="105269" y="323452"/>
                  </a:lnTo>
                  <a:lnTo>
                    <a:pt x="107274" y="323953"/>
                  </a:lnTo>
                  <a:lnTo>
                    <a:pt x="108652" y="324204"/>
                  </a:lnTo>
                  <a:lnTo>
                    <a:pt x="110908" y="327337"/>
                  </a:lnTo>
                  <a:lnTo>
                    <a:pt x="113289" y="330595"/>
                  </a:lnTo>
                  <a:lnTo>
                    <a:pt x="117425" y="331973"/>
                  </a:lnTo>
                  <a:lnTo>
                    <a:pt x="125571" y="343754"/>
                  </a:lnTo>
                  <a:lnTo>
                    <a:pt x="125195" y="344255"/>
                  </a:lnTo>
                  <a:lnTo>
                    <a:pt x="129706" y="349142"/>
                  </a:lnTo>
                  <a:lnTo>
                    <a:pt x="133967" y="345257"/>
                  </a:lnTo>
                  <a:lnTo>
                    <a:pt x="143115" y="336736"/>
                  </a:lnTo>
                  <a:lnTo>
                    <a:pt x="149256" y="333101"/>
                  </a:lnTo>
                  <a:lnTo>
                    <a:pt x="147126" y="327838"/>
                  </a:lnTo>
                  <a:lnTo>
                    <a:pt x="146374" y="326083"/>
                  </a:lnTo>
                  <a:lnTo>
                    <a:pt x="144494" y="321948"/>
                  </a:lnTo>
                  <a:lnTo>
                    <a:pt x="143617" y="319441"/>
                  </a:lnTo>
                  <a:lnTo>
                    <a:pt x="143241" y="317436"/>
                  </a:lnTo>
                  <a:lnTo>
                    <a:pt x="142990" y="316434"/>
                  </a:lnTo>
                  <a:lnTo>
                    <a:pt x="143115" y="314429"/>
                  </a:lnTo>
                  <a:lnTo>
                    <a:pt x="143491" y="311671"/>
                  </a:lnTo>
                  <a:lnTo>
                    <a:pt x="143742" y="309541"/>
                  </a:lnTo>
                  <a:lnTo>
                    <a:pt x="144118" y="307285"/>
                  </a:lnTo>
                  <a:lnTo>
                    <a:pt x="144369" y="303150"/>
                  </a:lnTo>
                  <a:lnTo>
                    <a:pt x="144369" y="295756"/>
                  </a:lnTo>
                  <a:lnTo>
                    <a:pt x="144243" y="292623"/>
                  </a:lnTo>
                  <a:lnTo>
                    <a:pt x="143366" y="288362"/>
                  </a:lnTo>
                  <a:lnTo>
                    <a:pt x="141988" y="283725"/>
                  </a:lnTo>
                  <a:lnTo>
                    <a:pt x="139857" y="279339"/>
                  </a:lnTo>
                  <a:lnTo>
                    <a:pt x="135722" y="270942"/>
                  </a:lnTo>
                  <a:lnTo>
                    <a:pt x="143115" y="268060"/>
                  </a:lnTo>
                  <a:lnTo>
                    <a:pt x="150008" y="266180"/>
                  </a:lnTo>
                  <a:lnTo>
                    <a:pt x="148254" y="242620"/>
                  </a:lnTo>
                  <a:lnTo>
                    <a:pt x="158029" y="246755"/>
                  </a:lnTo>
                  <a:lnTo>
                    <a:pt x="178581" y="245377"/>
                  </a:lnTo>
                  <a:lnTo>
                    <a:pt x="178957" y="230464"/>
                  </a:lnTo>
                  <a:lnTo>
                    <a:pt x="193996" y="227080"/>
                  </a:lnTo>
                  <a:lnTo>
                    <a:pt x="195499" y="209535"/>
                  </a:lnTo>
                  <a:lnTo>
                    <a:pt x="199008" y="210162"/>
                  </a:lnTo>
                  <a:lnTo>
                    <a:pt x="200011" y="208282"/>
                  </a:lnTo>
                  <a:lnTo>
                    <a:pt x="200888" y="207154"/>
                  </a:lnTo>
                  <a:lnTo>
                    <a:pt x="202016" y="204898"/>
                  </a:lnTo>
                  <a:lnTo>
                    <a:pt x="202267" y="203896"/>
                  </a:lnTo>
                  <a:lnTo>
                    <a:pt x="202893" y="202893"/>
                  </a:lnTo>
                  <a:lnTo>
                    <a:pt x="204773" y="202267"/>
                  </a:lnTo>
                  <a:lnTo>
                    <a:pt x="207029" y="201891"/>
                  </a:lnTo>
                  <a:lnTo>
                    <a:pt x="210413" y="201014"/>
                  </a:lnTo>
                  <a:lnTo>
                    <a:pt x="212167" y="200262"/>
                  </a:lnTo>
                  <a:lnTo>
                    <a:pt x="214172" y="199008"/>
                  </a:lnTo>
                  <a:lnTo>
                    <a:pt x="215927" y="198131"/>
                  </a:lnTo>
                  <a:lnTo>
                    <a:pt x="218308" y="197003"/>
                  </a:lnTo>
                  <a:lnTo>
                    <a:pt x="221065" y="195625"/>
                  </a:lnTo>
                  <a:lnTo>
                    <a:pt x="222569" y="194246"/>
                  </a:lnTo>
                  <a:lnTo>
                    <a:pt x="224574" y="192742"/>
                  </a:lnTo>
                  <a:lnTo>
                    <a:pt x="226579" y="191364"/>
                  </a:lnTo>
                  <a:lnTo>
                    <a:pt x="227331" y="190737"/>
                  </a:lnTo>
                  <a:lnTo>
                    <a:pt x="228208" y="190361"/>
                  </a:lnTo>
                  <a:lnTo>
                    <a:pt x="229336" y="189484"/>
                  </a:lnTo>
                  <a:lnTo>
                    <a:pt x="230339" y="188983"/>
                  </a:lnTo>
                  <a:lnTo>
                    <a:pt x="232594" y="188481"/>
                  </a:lnTo>
                  <a:lnTo>
                    <a:pt x="234098" y="188106"/>
                  </a:lnTo>
                  <a:lnTo>
                    <a:pt x="234850" y="187980"/>
                  </a:lnTo>
                  <a:lnTo>
                    <a:pt x="235602" y="187855"/>
                  </a:lnTo>
                  <a:lnTo>
                    <a:pt x="236354" y="187354"/>
                  </a:lnTo>
                  <a:lnTo>
                    <a:pt x="237106" y="186852"/>
                  </a:lnTo>
                  <a:lnTo>
                    <a:pt x="238610" y="186476"/>
                  </a:lnTo>
                  <a:lnTo>
                    <a:pt x="240114" y="186351"/>
                  </a:lnTo>
                  <a:lnTo>
                    <a:pt x="241367" y="185975"/>
                  </a:lnTo>
                  <a:lnTo>
                    <a:pt x="242495" y="185223"/>
                  </a:lnTo>
                  <a:lnTo>
                    <a:pt x="243372" y="184346"/>
                  </a:lnTo>
                  <a:lnTo>
                    <a:pt x="245126" y="182717"/>
                  </a:lnTo>
                  <a:lnTo>
                    <a:pt x="247257" y="180085"/>
                  </a:lnTo>
                  <a:lnTo>
                    <a:pt x="248886" y="178706"/>
                  </a:lnTo>
                  <a:lnTo>
                    <a:pt x="252270" y="175949"/>
                  </a:lnTo>
                  <a:lnTo>
                    <a:pt x="255528" y="173318"/>
                  </a:lnTo>
                  <a:lnTo>
                    <a:pt x="257658" y="171313"/>
                  </a:lnTo>
                  <a:lnTo>
                    <a:pt x="258786" y="170435"/>
                  </a:lnTo>
                  <a:lnTo>
                    <a:pt x="261418" y="169558"/>
                  </a:lnTo>
                  <a:lnTo>
                    <a:pt x="263423" y="168806"/>
                  </a:lnTo>
                  <a:lnTo>
                    <a:pt x="264802" y="168430"/>
                  </a:lnTo>
                  <a:lnTo>
                    <a:pt x="265930" y="168180"/>
                  </a:lnTo>
                  <a:lnTo>
                    <a:pt x="267183" y="167929"/>
                  </a:lnTo>
                  <a:lnTo>
                    <a:pt x="268311" y="168054"/>
                  </a:lnTo>
                  <a:lnTo>
                    <a:pt x="270190" y="167804"/>
                  </a:lnTo>
                  <a:lnTo>
                    <a:pt x="271193" y="167553"/>
                  </a:lnTo>
                  <a:lnTo>
                    <a:pt x="273699" y="167553"/>
                  </a:lnTo>
                  <a:lnTo>
                    <a:pt x="274702" y="166926"/>
                  </a:lnTo>
                  <a:lnTo>
                    <a:pt x="276080" y="166300"/>
                  </a:lnTo>
                  <a:lnTo>
                    <a:pt x="277208" y="165423"/>
                  </a:lnTo>
                  <a:lnTo>
                    <a:pt x="278211" y="164169"/>
                  </a:lnTo>
                  <a:lnTo>
                    <a:pt x="279715" y="162665"/>
                  </a:lnTo>
                  <a:lnTo>
                    <a:pt x="280717" y="162039"/>
                  </a:lnTo>
                  <a:lnTo>
                    <a:pt x="282096" y="160911"/>
                  </a:lnTo>
                  <a:lnTo>
                    <a:pt x="283474" y="160034"/>
                  </a:lnTo>
                  <a:lnTo>
                    <a:pt x="284101" y="159282"/>
                  </a:lnTo>
                  <a:lnTo>
                    <a:pt x="284853" y="158906"/>
                  </a:lnTo>
                  <a:lnTo>
                    <a:pt x="285855" y="158154"/>
                  </a:lnTo>
                  <a:lnTo>
                    <a:pt x="287109" y="157402"/>
                  </a:lnTo>
                  <a:lnTo>
                    <a:pt x="288487" y="156525"/>
                  </a:lnTo>
                  <a:lnTo>
                    <a:pt x="289615" y="155898"/>
                  </a:lnTo>
                  <a:lnTo>
                    <a:pt x="290492" y="155272"/>
                  </a:lnTo>
                  <a:lnTo>
                    <a:pt x="291996" y="154269"/>
                  </a:lnTo>
                  <a:lnTo>
                    <a:pt x="293249" y="153893"/>
                  </a:lnTo>
                  <a:lnTo>
                    <a:pt x="294127" y="153768"/>
                  </a:lnTo>
                  <a:lnTo>
                    <a:pt x="295380" y="153768"/>
                  </a:lnTo>
                  <a:lnTo>
                    <a:pt x="296132" y="153266"/>
                  </a:lnTo>
                  <a:lnTo>
                    <a:pt x="297009" y="151888"/>
                  </a:lnTo>
                  <a:lnTo>
                    <a:pt x="297761" y="150509"/>
                  </a:lnTo>
                  <a:lnTo>
                    <a:pt x="298763" y="149381"/>
                  </a:lnTo>
                  <a:lnTo>
                    <a:pt x="299641" y="148504"/>
                  </a:lnTo>
                  <a:lnTo>
                    <a:pt x="300769" y="147000"/>
                  </a:lnTo>
                  <a:lnTo>
                    <a:pt x="301521" y="145622"/>
                  </a:lnTo>
                  <a:lnTo>
                    <a:pt x="301771" y="144745"/>
                  </a:lnTo>
                  <a:lnTo>
                    <a:pt x="301646" y="143617"/>
                  </a:lnTo>
                  <a:lnTo>
                    <a:pt x="301521" y="142364"/>
                  </a:lnTo>
                  <a:lnTo>
                    <a:pt x="301395" y="140985"/>
                  </a:lnTo>
                  <a:lnTo>
                    <a:pt x="301521" y="139606"/>
                  </a:lnTo>
                  <a:lnTo>
                    <a:pt x="301270" y="137727"/>
                  </a:lnTo>
                  <a:lnTo>
                    <a:pt x="301395" y="136098"/>
                  </a:lnTo>
                  <a:lnTo>
                    <a:pt x="301145" y="134468"/>
                  </a:lnTo>
                  <a:lnTo>
                    <a:pt x="300769" y="132338"/>
                  </a:lnTo>
                  <a:lnTo>
                    <a:pt x="300267" y="131085"/>
                  </a:lnTo>
                  <a:lnTo>
                    <a:pt x="300142" y="129706"/>
                  </a:lnTo>
                  <a:lnTo>
                    <a:pt x="300142" y="127701"/>
                  </a:lnTo>
                  <a:lnTo>
                    <a:pt x="300393" y="125069"/>
                  </a:lnTo>
                  <a:lnTo>
                    <a:pt x="301019" y="122814"/>
                  </a:lnTo>
                  <a:lnTo>
                    <a:pt x="301145" y="119430"/>
                  </a:lnTo>
                  <a:lnTo>
                    <a:pt x="301896" y="117926"/>
                  </a:lnTo>
                  <a:lnTo>
                    <a:pt x="302899" y="116548"/>
                  </a:lnTo>
                  <a:lnTo>
                    <a:pt x="303776" y="113665"/>
                  </a:lnTo>
                  <a:lnTo>
                    <a:pt x="304152" y="111535"/>
                  </a:lnTo>
                  <a:lnTo>
                    <a:pt x="304403" y="109906"/>
                  </a:lnTo>
                  <a:lnTo>
                    <a:pt x="305405" y="108151"/>
                  </a:lnTo>
                  <a:lnTo>
                    <a:pt x="306408" y="106647"/>
                  </a:lnTo>
                  <a:lnTo>
                    <a:pt x="306784" y="106146"/>
                  </a:lnTo>
                  <a:lnTo>
                    <a:pt x="307285" y="104893"/>
                  </a:lnTo>
                  <a:lnTo>
                    <a:pt x="307536" y="103138"/>
                  </a:lnTo>
                  <a:lnTo>
                    <a:pt x="307787" y="101509"/>
                  </a:lnTo>
                  <a:lnTo>
                    <a:pt x="308288" y="99504"/>
                  </a:lnTo>
                  <a:lnTo>
                    <a:pt x="308288" y="97875"/>
                  </a:lnTo>
                  <a:lnTo>
                    <a:pt x="308413" y="96747"/>
                  </a:lnTo>
                  <a:lnTo>
                    <a:pt x="309040" y="94616"/>
                  </a:lnTo>
                  <a:lnTo>
                    <a:pt x="309416" y="92862"/>
                  </a:lnTo>
                  <a:lnTo>
                    <a:pt x="309917" y="90982"/>
                  </a:lnTo>
                  <a:lnTo>
                    <a:pt x="310794" y="88726"/>
                  </a:lnTo>
                  <a:lnTo>
                    <a:pt x="312047" y="86345"/>
                  </a:lnTo>
                  <a:lnTo>
                    <a:pt x="312925" y="84465"/>
                  </a:lnTo>
                  <a:lnTo>
                    <a:pt x="313426" y="83087"/>
                  </a:lnTo>
                  <a:lnTo>
                    <a:pt x="314679" y="81458"/>
                  </a:lnTo>
                  <a:lnTo>
                    <a:pt x="314805" y="81082"/>
                  </a:lnTo>
                  <a:lnTo>
                    <a:pt x="315932" y="78701"/>
                  </a:lnTo>
                  <a:lnTo>
                    <a:pt x="316559" y="76696"/>
                  </a:lnTo>
                  <a:lnTo>
                    <a:pt x="318313" y="74189"/>
                  </a:lnTo>
                  <a:lnTo>
                    <a:pt x="319065" y="72560"/>
                  </a:lnTo>
                  <a:lnTo>
                    <a:pt x="319692" y="70680"/>
                  </a:lnTo>
                  <a:lnTo>
                    <a:pt x="320945" y="68424"/>
                  </a:lnTo>
                  <a:lnTo>
                    <a:pt x="321948" y="66294"/>
                  </a:lnTo>
                  <a:lnTo>
                    <a:pt x="322700" y="64915"/>
                  </a:lnTo>
                  <a:lnTo>
                    <a:pt x="324078" y="63537"/>
                  </a:lnTo>
                  <a:lnTo>
                    <a:pt x="324955" y="63412"/>
                  </a:lnTo>
                  <a:lnTo>
                    <a:pt x="326334" y="61407"/>
                  </a:lnTo>
                  <a:lnTo>
                    <a:pt x="327086" y="60028"/>
                  </a:lnTo>
                  <a:lnTo>
                    <a:pt x="328464" y="58274"/>
                  </a:lnTo>
                  <a:lnTo>
                    <a:pt x="329843" y="57271"/>
                  </a:lnTo>
                  <a:lnTo>
                    <a:pt x="331472" y="56770"/>
                  </a:lnTo>
                  <a:lnTo>
                    <a:pt x="333227" y="56644"/>
                  </a:lnTo>
                  <a:lnTo>
                    <a:pt x="334605" y="56268"/>
                  </a:lnTo>
                  <a:lnTo>
                    <a:pt x="336234" y="55266"/>
                  </a:lnTo>
                  <a:lnTo>
                    <a:pt x="337237" y="54765"/>
                  </a:lnTo>
                  <a:lnTo>
                    <a:pt x="337989" y="54514"/>
                  </a:lnTo>
                  <a:lnTo>
                    <a:pt x="338866" y="54263"/>
                  </a:lnTo>
                  <a:lnTo>
                    <a:pt x="339994" y="54013"/>
                  </a:lnTo>
                  <a:lnTo>
                    <a:pt x="341247" y="53887"/>
                  </a:lnTo>
                  <a:lnTo>
                    <a:pt x="342876" y="53762"/>
                  </a:lnTo>
                  <a:lnTo>
                    <a:pt x="344255" y="53762"/>
                  </a:lnTo>
                  <a:lnTo>
                    <a:pt x="346511" y="52885"/>
                  </a:lnTo>
                  <a:lnTo>
                    <a:pt x="347764" y="51757"/>
                  </a:lnTo>
                  <a:lnTo>
                    <a:pt x="349017" y="50629"/>
                  </a:lnTo>
                  <a:lnTo>
                    <a:pt x="350396" y="48874"/>
                  </a:lnTo>
                  <a:lnTo>
                    <a:pt x="351649" y="47371"/>
                  </a:lnTo>
                  <a:lnTo>
                    <a:pt x="352526" y="45115"/>
                  </a:lnTo>
                  <a:lnTo>
                    <a:pt x="353904" y="41857"/>
                  </a:lnTo>
                  <a:lnTo>
                    <a:pt x="355408" y="37094"/>
                  </a:lnTo>
                  <a:lnTo>
                    <a:pt x="356160" y="35591"/>
                  </a:lnTo>
                  <a:lnTo>
                    <a:pt x="357915" y="31580"/>
                  </a:lnTo>
                  <a:lnTo>
                    <a:pt x="358416" y="29826"/>
                  </a:lnTo>
                  <a:lnTo>
                    <a:pt x="358667" y="27946"/>
                  </a:lnTo>
                  <a:lnTo>
                    <a:pt x="359920" y="26066"/>
                  </a:lnTo>
                  <a:lnTo>
                    <a:pt x="361298" y="24437"/>
                  </a:lnTo>
                  <a:lnTo>
                    <a:pt x="362552" y="22307"/>
                  </a:lnTo>
                  <a:lnTo>
                    <a:pt x="364055" y="19424"/>
                  </a:lnTo>
                  <a:lnTo>
                    <a:pt x="365058" y="17294"/>
                  </a:lnTo>
                  <a:lnTo>
                    <a:pt x="367314" y="14537"/>
                  </a:lnTo>
                  <a:lnTo>
                    <a:pt x="370071" y="12532"/>
                  </a:lnTo>
                  <a:lnTo>
                    <a:pt x="371825" y="10902"/>
                  </a:lnTo>
                  <a:lnTo>
                    <a:pt x="374833" y="9524"/>
                  </a:lnTo>
                  <a:lnTo>
                    <a:pt x="378217" y="7268"/>
                  </a:lnTo>
                  <a:lnTo>
                    <a:pt x="380848" y="5263"/>
                  </a:lnTo>
                  <a:lnTo>
                    <a:pt x="383856" y="2882"/>
                  </a:lnTo>
                  <a:lnTo>
                    <a:pt x="385109" y="1378"/>
                  </a:lnTo>
                  <a:lnTo>
                    <a:pt x="386738" y="877"/>
                  </a:lnTo>
                  <a:lnTo>
                    <a:pt x="388618" y="125"/>
                  </a:lnTo>
                  <a:lnTo>
                    <a:pt x="393631" y="0"/>
                  </a:lnTo>
                  <a:close/>
                </a:path>
              </a:pathLst>
            </a:custGeom>
            <a:ln w="21138" cap="flat">
              <a:solidFill>
                <a:srgbClr val="171A1F">
                  <a:alpha val="100000"/>
                </a:srgbClr>
              </a:solidFill>
              <a:prstDash val="solid"/>
              <a:round/>
            </a:ln>
          </p:spPr>
          <p:txBody>
            <a:bodyPr/>
            <a:lstStyle/>
            <a:p/>
          </p:txBody>
        </p:sp>
        <p:sp>
          <p:nvSpPr>
            <p:cNvPr id="540" name="pg539"/>
            <p:cNvSpPr/>
            <p:nvPr/>
          </p:nvSpPr>
          <p:spPr>
            <a:xfrm>
              <a:off x="2326938" y="2256748"/>
              <a:ext cx="1066727" cy="1280775"/>
            </a:xfrm>
            <a:custGeom>
              <a:avLst/>
              <a:pathLst>
                <a:path w="1066727" h="1280775">
                  <a:moveTo>
                    <a:pt x="558427" y="1503"/>
                  </a:moveTo>
                  <a:lnTo>
                    <a:pt x="558427" y="2005"/>
                  </a:lnTo>
                  <a:lnTo>
                    <a:pt x="558803" y="7143"/>
                  </a:lnTo>
                  <a:lnTo>
                    <a:pt x="560057" y="29575"/>
                  </a:lnTo>
                  <a:lnTo>
                    <a:pt x="560433" y="37596"/>
                  </a:lnTo>
                  <a:lnTo>
                    <a:pt x="560433" y="38974"/>
                  </a:lnTo>
                  <a:lnTo>
                    <a:pt x="560809" y="44739"/>
                  </a:lnTo>
                  <a:lnTo>
                    <a:pt x="560809" y="45992"/>
                  </a:lnTo>
                  <a:lnTo>
                    <a:pt x="561059" y="48373"/>
                  </a:lnTo>
                  <a:lnTo>
                    <a:pt x="560934" y="48874"/>
                  </a:lnTo>
                  <a:lnTo>
                    <a:pt x="560057" y="51882"/>
                  </a:lnTo>
                  <a:lnTo>
                    <a:pt x="558678" y="56143"/>
                  </a:lnTo>
                  <a:lnTo>
                    <a:pt x="558553" y="56394"/>
                  </a:lnTo>
                  <a:lnTo>
                    <a:pt x="557300" y="60529"/>
                  </a:lnTo>
                  <a:lnTo>
                    <a:pt x="554292" y="70304"/>
                  </a:lnTo>
                  <a:lnTo>
                    <a:pt x="553665" y="72059"/>
                  </a:lnTo>
                  <a:lnTo>
                    <a:pt x="553540" y="72685"/>
                  </a:lnTo>
                  <a:lnTo>
                    <a:pt x="551410" y="79327"/>
                  </a:lnTo>
                  <a:lnTo>
                    <a:pt x="550532" y="81708"/>
                  </a:lnTo>
                  <a:lnTo>
                    <a:pt x="549780" y="83839"/>
                  </a:lnTo>
                  <a:lnTo>
                    <a:pt x="548026" y="88977"/>
                  </a:lnTo>
                  <a:lnTo>
                    <a:pt x="546773" y="92486"/>
                  </a:lnTo>
                  <a:lnTo>
                    <a:pt x="545018" y="97624"/>
                  </a:lnTo>
                  <a:lnTo>
                    <a:pt x="544016" y="100507"/>
                  </a:lnTo>
                  <a:lnTo>
                    <a:pt x="541885" y="106397"/>
                  </a:lnTo>
                  <a:lnTo>
                    <a:pt x="537123" y="120057"/>
                  </a:lnTo>
                  <a:lnTo>
                    <a:pt x="535243" y="125696"/>
                  </a:lnTo>
                  <a:lnTo>
                    <a:pt x="533739" y="130082"/>
                  </a:lnTo>
                  <a:lnTo>
                    <a:pt x="532862" y="132589"/>
                  </a:lnTo>
                  <a:lnTo>
                    <a:pt x="532611" y="133340"/>
                  </a:lnTo>
                  <a:lnTo>
                    <a:pt x="532862" y="138103"/>
                  </a:lnTo>
                  <a:lnTo>
                    <a:pt x="535118" y="154520"/>
                  </a:lnTo>
                  <a:lnTo>
                    <a:pt x="536496" y="164921"/>
                  </a:lnTo>
                  <a:lnTo>
                    <a:pt x="537750" y="173694"/>
                  </a:lnTo>
                  <a:lnTo>
                    <a:pt x="540507" y="192241"/>
                  </a:lnTo>
                  <a:lnTo>
                    <a:pt x="541384" y="198131"/>
                  </a:lnTo>
                  <a:lnTo>
                    <a:pt x="543264" y="211039"/>
                  </a:lnTo>
                  <a:lnTo>
                    <a:pt x="543640" y="212668"/>
                  </a:lnTo>
                  <a:lnTo>
                    <a:pt x="543765" y="213044"/>
                  </a:lnTo>
                  <a:lnTo>
                    <a:pt x="544016" y="214047"/>
                  </a:lnTo>
                  <a:lnTo>
                    <a:pt x="544642" y="216553"/>
                  </a:lnTo>
                  <a:lnTo>
                    <a:pt x="546021" y="228208"/>
                  </a:lnTo>
                  <a:lnTo>
                    <a:pt x="546146" y="228709"/>
                  </a:lnTo>
                  <a:lnTo>
                    <a:pt x="550282" y="257157"/>
                  </a:lnTo>
                  <a:lnTo>
                    <a:pt x="551159" y="263172"/>
                  </a:lnTo>
                  <a:lnTo>
                    <a:pt x="552412" y="271820"/>
                  </a:lnTo>
                  <a:lnTo>
                    <a:pt x="554167" y="283600"/>
                  </a:lnTo>
                  <a:lnTo>
                    <a:pt x="557174" y="304403"/>
                  </a:lnTo>
                  <a:lnTo>
                    <a:pt x="558803" y="315180"/>
                  </a:lnTo>
                  <a:lnTo>
                    <a:pt x="559555" y="319943"/>
                  </a:lnTo>
                  <a:lnTo>
                    <a:pt x="562062" y="335608"/>
                  </a:lnTo>
                  <a:lnTo>
                    <a:pt x="562939" y="341247"/>
                  </a:lnTo>
                  <a:lnTo>
                    <a:pt x="563816" y="347263"/>
                  </a:lnTo>
                  <a:lnTo>
                    <a:pt x="563942" y="347889"/>
                  </a:lnTo>
                  <a:lnTo>
                    <a:pt x="564568" y="353278"/>
                  </a:lnTo>
                  <a:lnTo>
                    <a:pt x="564443" y="356411"/>
                  </a:lnTo>
                  <a:lnTo>
                    <a:pt x="562939" y="359043"/>
                  </a:lnTo>
                  <a:lnTo>
                    <a:pt x="561560" y="360546"/>
                  </a:lnTo>
                  <a:lnTo>
                    <a:pt x="561560" y="361298"/>
                  </a:lnTo>
                  <a:lnTo>
                    <a:pt x="561560" y="362301"/>
                  </a:lnTo>
                  <a:lnTo>
                    <a:pt x="561936" y="365685"/>
                  </a:lnTo>
                  <a:lnTo>
                    <a:pt x="565069" y="365685"/>
                  </a:lnTo>
                  <a:lnTo>
                    <a:pt x="564318" y="372452"/>
                  </a:lnTo>
                  <a:lnTo>
                    <a:pt x="563566" y="379595"/>
                  </a:lnTo>
                  <a:lnTo>
                    <a:pt x="563190" y="382979"/>
                  </a:lnTo>
                  <a:lnTo>
                    <a:pt x="561310" y="393882"/>
                  </a:lnTo>
                  <a:lnTo>
                    <a:pt x="561059" y="394634"/>
                  </a:lnTo>
                  <a:lnTo>
                    <a:pt x="560057" y="397015"/>
                  </a:lnTo>
                  <a:lnTo>
                    <a:pt x="556422" y="404785"/>
                  </a:lnTo>
                  <a:lnTo>
                    <a:pt x="553540" y="410299"/>
                  </a:lnTo>
                  <a:lnTo>
                    <a:pt x="549279" y="418570"/>
                  </a:lnTo>
                  <a:lnTo>
                    <a:pt x="544016" y="427217"/>
                  </a:lnTo>
                  <a:lnTo>
                    <a:pt x="543389" y="428721"/>
                  </a:lnTo>
                  <a:lnTo>
                    <a:pt x="542762" y="429723"/>
                  </a:lnTo>
                  <a:lnTo>
                    <a:pt x="530230" y="445388"/>
                  </a:lnTo>
                  <a:lnTo>
                    <a:pt x="524967" y="451278"/>
                  </a:lnTo>
                  <a:lnTo>
                    <a:pt x="519077" y="457043"/>
                  </a:lnTo>
                  <a:lnTo>
                    <a:pt x="516069" y="458672"/>
                  </a:lnTo>
                  <a:lnTo>
                    <a:pt x="513437" y="460302"/>
                  </a:lnTo>
                  <a:lnTo>
                    <a:pt x="509302" y="462683"/>
                  </a:lnTo>
                  <a:lnTo>
                    <a:pt x="510179" y="464312"/>
                  </a:lnTo>
                  <a:lnTo>
                    <a:pt x="510555" y="464813"/>
                  </a:lnTo>
                  <a:lnTo>
                    <a:pt x="511056" y="465816"/>
                  </a:lnTo>
                  <a:lnTo>
                    <a:pt x="513187" y="467821"/>
                  </a:lnTo>
                  <a:lnTo>
                    <a:pt x="514189" y="468698"/>
                  </a:lnTo>
                  <a:lnTo>
                    <a:pt x="514691" y="469199"/>
                  </a:lnTo>
                  <a:lnTo>
                    <a:pt x="514941" y="469450"/>
                  </a:lnTo>
                  <a:lnTo>
                    <a:pt x="519829" y="473711"/>
                  </a:lnTo>
                  <a:lnTo>
                    <a:pt x="520957" y="474964"/>
                  </a:lnTo>
                  <a:lnTo>
                    <a:pt x="521959" y="475967"/>
                  </a:lnTo>
                  <a:lnTo>
                    <a:pt x="523964" y="478097"/>
                  </a:lnTo>
                  <a:lnTo>
                    <a:pt x="524340" y="478473"/>
                  </a:lnTo>
                  <a:lnTo>
                    <a:pt x="525594" y="479601"/>
                  </a:lnTo>
                  <a:lnTo>
                    <a:pt x="525969" y="479852"/>
                  </a:lnTo>
                  <a:lnTo>
                    <a:pt x="526972" y="480854"/>
                  </a:lnTo>
                  <a:lnTo>
                    <a:pt x="527223" y="480979"/>
                  </a:lnTo>
                  <a:lnTo>
                    <a:pt x="529854" y="483361"/>
                  </a:lnTo>
                  <a:lnTo>
                    <a:pt x="531484" y="484739"/>
                  </a:lnTo>
                  <a:lnTo>
                    <a:pt x="532737" y="485867"/>
                  </a:lnTo>
                  <a:lnTo>
                    <a:pt x="533739" y="486619"/>
                  </a:lnTo>
                  <a:lnTo>
                    <a:pt x="535118" y="487621"/>
                  </a:lnTo>
                  <a:lnTo>
                    <a:pt x="536246" y="488373"/>
                  </a:lnTo>
                  <a:lnTo>
                    <a:pt x="537750" y="489251"/>
                  </a:lnTo>
                  <a:lnTo>
                    <a:pt x="539253" y="490128"/>
                  </a:lnTo>
                  <a:lnTo>
                    <a:pt x="540131" y="490629"/>
                  </a:lnTo>
                  <a:lnTo>
                    <a:pt x="541008" y="491130"/>
                  </a:lnTo>
                  <a:lnTo>
                    <a:pt x="541760" y="491506"/>
                  </a:lnTo>
                  <a:lnTo>
                    <a:pt x="542637" y="491882"/>
                  </a:lnTo>
                  <a:lnTo>
                    <a:pt x="543138" y="492133"/>
                  </a:lnTo>
                  <a:lnTo>
                    <a:pt x="543765" y="492384"/>
                  </a:lnTo>
                  <a:lnTo>
                    <a:pt x="544141" y="492634"/>
                  </a:lnTo>
                  <a:lnTo>
                    <a:pt x="544517" y="492760"/>
                  </a:lnTo>
                  <a:lnTo>
                    <a:pt x="545144" y="493010"/>
                  </a:lnTo>
                  <a:lnTo>
                    <a:pt x="545770" y="493261"/>
                  </a:lnTo>
                  <a:lnTo>
                    <a:pt x="546522" y="493511"/>
                  </a:lnTo>
                  <a:lnTo>
                    <a:pt x="547399" y="493887"/>
                  </a:lnTo>
                  <a:lnTo>
                    <a:pt x="549530" y="494639"/>
                  </a:lnTo>
                  <a:lnTo>
                    <a:pt x="551660" y="495266"/>
                  </a:lnTo>
                  <a:lnTo>
                    <a:pt x="554292" y="495893"/>
                  </a:lnTo>
                  <a:lnTo>
                    <a:pt x="557801" y="496770"/>
                  </a:lnTo>
                  <a:lnTo>
                    <a:pt x="559430" y="497146"/>
                  </a:lnTo>
                  <a:lnTo>
                    <a:pt x="560307" y="497396"/>
                  </a:lnTo>
                  <a:lnTo>
                    <a:pt x="560809" y="497522"/>
                  </a:lnTo>
                  <a:lnTo>
                    <a:pt x="563440" y="498148"/>
                  </a:lnTo>
                  <a:lnTo>
                    <a:pt x="565696" y="498650"/>
                  </a:lnTo>
                  <a:lnTo>
                    <a:pt x="567827" y="499402"/>
                  </a:lnTo>
                  <a:lnTo>
                    <a:pt x="567325" y="500655"/>
                  </a:lnTo>
                  <a:lnTo>
                    <a:pt x="566699" y="501908"/>
                  </a:lnTo>
                  <a:lnTo>
                    <a:pt x="566197" y="503036"/>
                  </a:lnTo>
                  <a:lnTo>
                    <a:pt x="558427" y="520706"/>
                  </a:lnTo>
                  <a:lnTo>
                    <a:pt x="557550" y="522962"/>
                  </a:lnTo>
                  <a:lnTo>
                    <a:pt x="556172" y="525844"/>
                  </a:lnTo>
                  <a:lnTo>
                    <a:pt x="548527" y="543389"/>
                  </a:lnTo>
                  <a:lnTo>
                    <a:pt x="546271" y="548277"/>
                  </a:lnTo>
                  <a:lnTo>
                    <a:pt x="546021" y="549028"/>
                  </a:lnTo>
                  <a:lnTo>
                    <a:pt x="541885" y="557801"/>
                  </a:lnTo>
                  <a:lnTo>
                    <a:pt x="535243" y="572338"/>
                  </a:lnTo>
                  <a:lnTo>
                    <a:pt x="534993" y="572714"/>
                  </a:lnTo>
                  <a:lnTo>
                    <a:pt x="534867" y="573090"/>
                  </a:lnTo>
                  <a:lnTo>
                    <a:pt x="536246" y="573215"/>
                  </a:lnTo>
                  <a:lnTo>
                    <a:pt x="550156" y="574469"/>
                  </a:lnTo>
                  <a:lnTo>
                    <a:pt x="565320" y="575847"/>
                  </a:lnTo>
                  <a:lnTo>
                    <a:pt x="575095" y="576724"/>
                  </a:lnTo>
                  <a:lnTo>
                    <a:pt x="587377" y="577977"/>
                  </a:lnTo>
                  <a:lnTo>
                    <a:pt x="593768" y="578604"/>
                  </a:lnTo>
                  <a:lnTo>
                    <a:pt x="595146" y="578729"/>
                  </a:lnTo>
                  <a:lnTo>
                    <a:pt x="599909" y="579231"/>
                  </a:lnTo>
                  <a:lnTo>
                    <a:pt x="601162" y="579356"/>
                  </a:lnTo>
                  <a:lnTo>
                    <a:pt x="610185" y="580233"/>
                  </a:lnTo>
                  <a:lnTo>
                    <a:pt x="628607" y="582113"/>
                  </a:lnTo>
                  <a:lnTo>
                    <a:pt x="628482" y="582614"/>
                  </a:lnTo>
                  <a:lnTo>
                    <a:pt x="628356" y="583116"/>
                  </a:lnTo>
                  <a:lnTo>
                    <a:pt x="626978" y="590384"/>
                  </a:lnTo>
                  <a:lnTo>
                    <a:pt x="626226" y="593267"/>
                  </a:lnTo>
                  <a:lnTo>
                    <a:pt x="625474" y="595898"/>
                  </a:lnTo>
                  <a:lnTo>
                    <a:pt x="624847" y="597527"/>
                  </a:lnTo>
                  <a:lnTo>
                    <a:pt x="624346" y="598781"/>
                  </a:lnTo>
                  <a:lnTo>
                    <a:pt x="623594" y="600535"/>
                  </a:lnTo>
                  <a:lnTo>
                    <a:pt x="623218" y="601162"/>
                  </a:lnTo>
                  <a:lnTo>
                    <a:pt x="621464" y="604671"/>
                  </a:lnTo>
                  <a:lnTo>
                    <a:pt x="618205" y="610435"/>
                  </a:lnTo>
                  <a:lnTo>
                    <a:pt x="617704" y="611187"/>
                  </a:lnTo>
                  <a:lnTo>
                    <a:pt x="612691" y="619709"/>
                  </a:lnTo>
                  <a:lnTo>
                    <a:pt x="612190" y="620461"/>
                  </a:lnTo>
                  <a:lnTo>
                    <a:pt x="607052" y="629735"/>
                  </a:lnTo>
                  <a:lnTo>
                    <a:pt x="604545" y="634622"/>
                  </a:lnTo>
                  <a:lnTo>
                    <a:pt x="603167" y="637003"/>
                  </a:lnTo>
                  <a:lnTo>
                    <a:pt x="596776" y="649034"/>
                  </a:lnTo>
                  <a:lnTo>
                    <a:pt x="596400" y="649535"/>
                  </a:lnTo>
                  <a:lnTo>
                    <a:pt x="588630" y="665326"/>
                  </a:lnTo>
                  <a:lnTo>
                    <a:pt x="587251" y="667958"/>
                  </a:lnTo>
                  <a:lnTo>
                    <a:pt x="585747" y="670965"/>
                  </a:lnTo>
                  <a:lnTo>
                    <a:pt x="579481" y="682620"/>
                  </a:lnTo>
                  <a:lnTo>
                    <a:pt x="579105" y="683372"/>
                  </a:lnTo>
                  <a:lnTo>
                    <a:pt x="578980" y="683748"/>
                  </a:lnTo>
                  <a:lnTo>
                    <a:pt x="577602" y="686129"/>
                  </a:lnTo>
                  <a:lnTo>
                    <a:pt x="567952" y="705052"/>
                  </a:lnTo>
                  <a:lnTo>
                    <a:pt x="564944" y="711945"/>
                  </a:lnTo>
                  <a:lnTo>
                    <a:pt x="564067" y="713825"/>
                  </a:lnTo>
                  <a:lnTo>
                    <a:pt x="562688" y="716833"/>
                  </a:lnTo>
                  <a:lnTo>
                    <a:pt x="561310" y="719840"/>
                  </a:lnTo>
                  <a:lnTo>
                    <a:pt x="560182" y="721971"/>
                  </a:lnTo>
                  <a:lnTo>
                    <a:pt x="559305" y="723850"/>
                  </a:lnTo>
                  <a:lnTo>
                    <a:pt x="558553" y="725730"/>
                  </a:lnTo>
                  <a:lnTo>
                    <a:pt x="557676" y="727610"/>
                  </a:lnTo>
                  <a:lnTo>
                    <a:pt x="556798" y="729365"/>
                  </a:lnTo>
                  <a:lnTo>
                    <a:pt x="555294" y="732748"/>
                  </a:lnTo>
                  <a:lnTo>
                    <a:pt x="554919" y="733751"/>
                  </a:lnTo>
                  <a:lnTo>
                    <a:pt x="551284" y="742523"/>
                  </a:lnTo>
                  <a:lnTo>
                    <a:pt x="550908" y="743776"/>
                  </a:lnTo>
                  <a:lnTo>
                    <a:pt x="550908" y="744027"/>
                  </a:lnTo>
                  <a:lnTo>
                    <a:pt x="550783" y="744278"/>
                  </a:lnTo>
                  <a:lnTo>
                    <a:pt x="550156" y="747160"/>
                  </a:lnTo>
                  <a:lnTo>
                    <a:pt x="550031" y="750920"/>
                  </a:lnTo>
                  <a:lnTo>
                    <a:pt x="550156" y="751170"/>
                  </a:lnTo>
                  <a:lnTo>
                    <a:pt x="550532" y="752925"/>
                  </a:lnTo>
                  <a:lnTo>
                    <a:pt x="552663" y="763702"/>
                  </a:lnTo>
                  <a:lnTo>
                    <a:pt x="552913" y="764580"/>
                  </a:lnTo>
                  <a:lnTo>
                    <a:pt x="553039" y="765582"/>
                  </a:lnTo>
                  <a:lnTo>
                    <a:pt x="554167" y="771222"/>
                  </a:lnTo>
                  <a:lnTo>
                    <a:pt x="554543" y="772725"/>
                  </a:lnTo>
                  <a:lnTo>
                    <a:pt x="555294" y="775483"/>
                  </a:lnTo>
                  <a:lnTo>
                    <a:pt x="555921" y="778240"/>
                  </a:lnTo>
                  <a:lnTo>
                    <a:pt x="556673" y="781247"/>
                  </a:lnTo>
                  <a:lnTo>
                    <a:pt x="557926" y="786009"/>
                  </a:lnTo>
                  <a:lnTo>
                    <a:pt x="558929" y="790145"/>
                  </a:lnTo>
                  <a:lnTo>
                    <a:pt x="559179" y="790646"/>
                  </a:lnTo>
                  <a:lnTo>
                    <a:pt x="559681" y="793027"/>
                  </a:lnTo>
                  <a:lnTo>
                    <a:pt x="560057" y="794406"/>
                  </a:lnTo>
                  <a:lnTo>
                    <a:pt x="560683" y="796787"/>
                  </a:lnTo>
                  <a:lnTo>
                    <a:pt x="561936" y="801674"/>
                  </a:lnTo>
                  <a:lnTo>
                    <a:pt x="562062" y="802050"/>
                  </a:lnTo>
                  <a:lnTo>
                    <a:pt x="562563" y="804432"/>
                  </a:lnTo>
                  <a:lnTo>
                    <a:pt x="563190" y="807063"/>
                  </a:lnTo>
                  <a:lnTo>
                    <a:pt x="563440" y="807941"/>
                  </a:lnTo>
                  <a:lnTo>
                    <a:pt x="564694" y="813455"/>
                  </a:lnTo>
                  <a:lnTo>
                    <a:pt x="564944" y="814457"/>
                  </a:lnTo>
                  <a:lnTo>
                    <a:pt x="565069" y="814833"/>
                  </a:lnTo>
                  <a:lnTo>
                    <a:pt x="566824" y="822728"/>
                  </a:lnTo>
                  <a:lnTo>
                    <a:pt x="567200" y="824483"/>
                  </a:lnTo>
                  <a:lnTo>
                    <a:pt x="567325" y="825235"/>
                  </a:lnTo>
                  <a:lnTo>
                    <a:pt x="567576" y="826112"/>
                  </a:lnTo>
                  <a:lnTo>
                    <a:pt x="569330" y="833882"/>
                  </a:lnTo>
                  <a:lnTo>
                    <a:pt x="569706" y="835511"/>
                  </a:lnTo>
                  <a:lnTo>
                    <a:pt x="570333" y="838017"/>
                  </a:lnTo>
                  <a:lnTo>
                    <a:pt x="570960" y="841025"/>
                  </a:lnTo>
                  <a:lnTo>
                    <a:pt x="571210" y="841902"/>
                  </a:lnTo>
                  <a:lnTo>
                    <a:pt x="571586" y="843907"/>
                  </a:lnTo>
                  <a:lnTo>
                    <a:pt x="572338" y="847041"/>
                  </a:lnTo>
                  <a:lnTo>
                    <a:pt x="574218" y="855562"/>
                  </a:lnTo>
                  <a:lnTo>
                    <a:pt x="574594" y="856941"/>
                  </a:lnTo>
                  <a:lnTo>
                    <a:pt x="575346" y="860074"/>
                  </a:lnTo>
                  <a:lnTo>
                    <a:pt x="577226" y="867969"/>
                  </a:lnTo>
                  <a:lnTo>
                    <a:pt x="578228" y="872230"/>
                  </a:lnTo>
                  <a:lnTo>
                    <a:pt x="578729" y="874736"/>
                  </a:lnTo>
                  <a:lnTo>
                    <a:pt x="578729" y="875112"/>
                  </a:lnTo>
                  <a:lnTo>
                    <a:pt x="578855" y="875363"/>
                  </a:lnTo>
                  <a:lnTo>
                    <a:pt x="578980" y="876115"/>
                  </a:lnTo>
                  <a:lnTo>
                    <a:pt x="580985" y="883007"/>
                  </a:lnTo>
                  <a:lnTo>
                    <a:pt x="581236" y="884010"/>
                  </a:lnTo>
                  <a:lnTo>
                    <a:pt x="581486" y="884887"/>
                  </a:lnTo>
                  <a:lnTo>
                    <a:pt x="582865" y="889399"/>
                  </a:lnTo>
                  <a:lnTo>
                    <a:pt x="584369" y="895164"/>
                  </a:lnTo>
                  <a:lnTo>
                    <a:pt x="585121" y="897921"/>
                  </a:lnTo>
                  <a:lnTo>
                    <a:pt x="586374" y="900552"/>
                  </a:lnTo>
                  <a:lnTo>
                    <a:pt x="586625" y="901179"/>
                  </a:lnTo>
                  <a:lnTo>
                    <a:pt x="587126" y="902182"/>
                  </a:lnTo>
                  <a:lnTo>
                    <a:pt x="587502" y="903184"/>
                  </a:lnTo>
                  <a:lnTo>
                    <a:pt x="588880" y="906693"/>
                  </a:lnTo>
                  <a:lnTo>
                    <a:pt x="590635" y="910202"/>
                  </a:lnTo>
                  <a:lnTo>
                    <a:pt x="591136" y="911205"/>
                  </a:lnTo>
                  <a:lnTo>
                    <a:pt x="592389" y="913836"/>
                  </a:lnTo>
                  <a:lnTo>
                    <a:pt x="593267" y="915465"/>
                  </a:lnTo>
                  <a:lnTo>
                    <a:pt x="595146" y="919225"/>
                  </a:lnTo>
                  <a:lnTo>
                    <a:pt x="596274" y="921356"/>
                  </a:lnTo>
                  <a:lnTo>
                    <a:pt x="597903" y="924489"/>
                  </a:lnTo>
                  <a:lnTo>
                    <a:pt x="600660" y="930003"/>
                  </a:lnTo>
                  <a:lnTo>
                    <a:pt x="602039" y="932760"/>
                  </a:lnTo>
                  <a:lnTo>
                    <a:pt x="604044" y="936770"/>
                  </a:lnTo>
                  <a:lnTo>
                    <a:pt x="604420" y="937522"/>
                  </a:lnTo>
                  <a:lnTo>
                    <a:pt x="605673" y="940154"/>
                  </a:lnTo>
                  <a:lnTo>
                    <a:pt x="606049" y="940780"/>
                  </a:lnTo>
                  <a:lnTo>
                    <a:pt x="606425" y="941908"/>
                  </a:lnTo>
                  <a:lnTo>
                    <a:pt x="609182" y="947548"/>
                  </a:lnTo>
                  <a:lnTo>
                    <a:pt x="611062" y="951307"/>
                  </a:lnTo>
                  <a:lnTo>
                    <a:pt x="616200" y="950430"/>
                  </a:lnTo>
                  <a:lnTo>
                    <a:pt x="619083" y="949929"/>
                  </a:lnTo>
                  <a:lnTo>
                    <a:pt x="630988" y="947798"/>
                  </a:lnTo>
                  <a:lnTo>
                    <a:pt x="631865" y="947548"/>
                  </a:lnTo>
                  <a:lnTo>
                    <a:pt x="636502" y="946796"/>
                  </a:lnTo>
                  <a:lnTo>
                    <a:pt x="656177" y="943788"/>
                  </a:lnTo>
                  <a:lnTo>
                    <a:pt x="659937" y="943161"/>
                  </a:lnTo>
                  <a:lnTo>
                    <a:pt x="661817" y="942785"/>
                  </a:lnTo>
                  <a:lnTo>
                    <a:pt x="673973" y="940780"/>
                  </a:lnTo>
                  <a:lnTo>
                    <a:pt x="677858" y="940154"/>
                  </a:lnTo>
                  <a:lnTo>
                    <a:pt x="695904" y="937146"/>
                  </a:lnTo>
                  <a:lnTo>
                    <a:pt x="697784" y="936770"/>
                  </a:lnTo>
                  <a:lnTo>
                    <a:pt x="699413" y="936519"/>
                  </a:lnTo>
                  <a:lnTo>
                    <a:pt x="704927" y="935517"/>
                  </a:lnTo>
                  <a:lnTo>
                    <a:pt x="707935" y="935015"/>
                  </a:lnTo>
                  <a:lnTo>
                    <a:pt x="709439" y="934765"/>
                  </a:lnTo>
                  <a:lnTo>
                    <a:pt x="712196" y="934138"/>
                  </a:lnTo>
                  <a:lnTo>
                    <a:pt x="714702" y="933637"/>
                  </a:lnTo>
                  <a:lnTo>
                    <a:pt x="717584" y="932885"/>
                  </a:lnTo>
                  <a:lnTo>
                    <a:pt x="723099" y="931256"/>
                  </a:lnTo>
                  <a:lnTo>
                    <a:pt x="728237" y="929627"/>
                  </a:lnTo>
                  <a:lnTo>
                    <a:pt x="729365" y="929125"/>
                  </a:lnTo>
                  <a:lnTo>
                    <a:pt x="735631" y="927120"/>
                  </a:lnTo>
                  <a:lnTo>
                    <a:pt x="749165" y="922358"/>
                  </a:lnTo>
                  <a:lnTo>
                    <a:pt x="750042" y="922107"/>
                  </a:lnTo>
                  <a:lnTo>
                    <a:pt x="754805" y="920478"/>
                  </a:lnTo>
                  <a:lnTo>
                    <a:pt x="775608" y="913586"/>
                  </a:lnTo>
                  <a:lnTo>
                    <a:pt x="777237" y="912959"/>
                  </a:lnTo>
                  <a:lnTo>
                    <a:pt x="788641" y="909199"/>
                  </a:lnTo>
                  <a:lnTo>
                    <a:pt x="792025" y="908072"/>
                  </a:lnTo>
                  <a:lnTo>
                    <a:pt x="798040" y="906192"/>
                  </a:lnTo>
                  <a:lnTo>
                    <a:pt x="802426" y="904939"/>
                  </a:lnTo>
                  <a:lnTo>
                    <a:pt x="802802" y="904939"/>
                  </a:lnTo>
                  <a:lnTo>
                    <a:pt x="806813" y="904061"/>
                  </a:lnTo>
                  <a:lnTo>
                    <a:pt x="809946" y="903560"/>
                  </a:lnTo>
                  <a:lnTo>
                    <a:pt x="812076" y="903184"/>
                  </a:lnTo>
                  <a:lnTo>
                    <a:pt x="825736" y="901304"/>
                  </a:lnTo>
                  <a:lnTo>
                    <a:pt x="829997" y="900678"/>
                  </a:lnTo>
                  <a:lnTo>
                    <a:pt x="838769" y="899424"/>
                  </a:lnTo>
                  <a:lnTo>
                    <a:pt x="843156" y="898673"/>
                  </a:lnTo>
                  <a:lnTo>
                    <a:pt x="867342" y="895164"/>
                  </a:lnTo>
                  <a:lnTo>
                    <a:pt x="875864" y="894036"/>
                  </a:lnTo>
                  <a:lnTo>
                    <a:pt x="887143" y="892407"/>
                  </a:lnTo>
                  <a:lnTo>
                    <a:pt x="893033" y="891529"/>
                  </a:lnTo>
                  <a:lnTo>
                    <a:pt x="896166" y="891153"/>
                  </a:lnTo>
                  <a:lnTo>
                    <a:pt x="918473" y="887895"/>
                  </a:lnTo>
                  <a:lnTo>
                    <a:pt x="927120" y="886767"/>
                  </a:lnTo>
                  <a:lnTo>
                    <a:pt x="937271" y="885263"/>
                  </a:lnTo>
                  <a:lnTo>
                    <a:pt x="939151" y="893660"/>
                  </a:lnTo>
                  <a:lnTo>
                    <a:pt x="945166" y="921105"/>
                  </a:lnTo>
                  <a:lnTo>
                    <a:pt x="946796" y="928248"/>
                  </a:lnTo>
                  <a:lnTo>
                    <a:pt x="947046" y="929376"/>
                  </a:lnTo>
                  <a:lnTo>
                    <a:pt x="947172" y="930253"/>
                  </a:lnTo>
                  <a:lnTo>
                    <a:pt x="955067" y="963964"/>
                  </a:lnTo>
                  <a:lnTo>
                    <a:pt x="964716" y="1007701"/>
                  </a:lnTo>
                  <a:lnTo>
                    <a:pt x="966722" y="1016724"/>
                  </a:lnTo>
                  <a:lnTo>
                    <a:pt x="967599" y="1020484"/>
                  </a:lnTo>
                  <a:lnTo>
                    <a:pt x="967724" y="1022614"/>
                  </a:lnTo>
                  <a:lnTo>
                    <a:pt x="971985" y="1046049"/>
                  </a:lnTo>
                  <a:lnTo>
                    <a:pt x="974491" y="1060085"/>
                  </a:lnTo>
                  <a:lnTo>
                    <a:pt x="975243" y="1063970"/>
                  </a:lnTo>
                  <a:lnTo>
                    <a:pt x="975619" y="1066351"/>
                  </a:lnTo>
                  <a:lnTo>
                    <a:pt x="976497" y="1070738"/>
                  </a:lnTo>
                  <a:lnTo>
                    <a:pt x="977374" y="1073871"/>
                  </a:lnTo>
                  <a:lnTo>
                    <a:pt x="978627" y="1076878"/>
                  </a:lnTo>
                  <a:lnTo>
                    <a:pt x="981384" y="1080262"/>
                  </a:lnTo>
                  <a:lnTo>
                    <a:pt x="982136" y="1081139"/>
                  </a:lnTo>
                  <a:lnTo>
                    <a:pt x="983013" y="1082267"/>
                  </a:lnTo>
                  <a:lnTo>
                    <a:pt x="983514" y="1082894"/>
                  </a:lnTo>
                  <a:lnTo>
                    <a:pt x="985269" y="1084147"/>
                  </a:lnTo>
                  <a:lnTo>
                    <a:pt x="986773" y="1085149"/>
                  </a:lnTo>
                  <a:lnTo>
                    <a:pt x="987023" y="1085400"/>
                  </a:lnTo>
                  <a:lnTo>
                    <a:pt x="987901" y="1086277"/>
                  </a:lnTo>
                  <a:lnTo>
                    <a:pt x="991911" y="1089912"/>
                  </a:lnTo>
                  <a:lnTo>
                    <a:pt x="992538" y="1090538"/>
                  </a:lnTo>
                  <a:lnTo>
                    <a:pt x="993164" y="1091039"/>
                  </a:lnTo>
                  <a:lnTo>
                    <a:pt x="995420" y="1093170"/>
                  </a:lnTo>
                  <a:lnTo>
                    <a:pt x="1001937" y="1099060"/>
                  </a:lnTo>
                  <a:lnTo>
                    <a:pt x="1002563" y="1099561"/>
                  </a:lnTo>
                  <a:lnTo>
                    <a:pt x="1004819" y="1101692"/>
                  </a:lnTo>
                  <a:lnTo>
                    <a:pt x="1006949" y="1103571"/>
                  </a:lnTo>
                  <a:lnTo>
                    <a:pt x="1014845" y="1110840"/>
                  </a:lnTo>
                  <a:lnTo>
                    <a:pt x="1016348" y="1112219"/>
                  </a:lnTo>
                  <a:lnTo>
                    <a:pt x="1018103" y="1113722"/>
                  </a:lnTo>
                  <a:lnTo>
                    <a:pt x="1022990" y="1118109"/>
                  </a:lnTo>
                  <a:lnTo>
                    <a:pt x="1026374" y="1121242"/>
                  </a:lnTo>
                  <a:lnTo>
                    <a:pt x="1028505" y="1123121"/>
                  </a:lnTo>
                  <a:lnTo>
                    <a:pt x="1029883" y="1124500"/>
                  </a:lnTo>
                  <a:lnTo>
                    <a:pt x="1038405" y="1132270"/>
                  </a:lnTo>
                  <a:lnTo>
                    <a:pt x="1039658" y="1133398"/>
                  </a:lnTo>
                  <a:lnTo>
                    <a:pt x="1044170" y="1137533"/>
                  </a:lnTo>
                  <a:lnTo>
                    <a:pt x="1046425" y="1139664"/>
                  </a:lnTo>
                  <a:lnTo>
                    <a:pt x="1048556" y="1141544"/>
                  </a:lnTo>
                  <a:lnTo>
                    <a:pt x="1050812" y="1143549"/>
                  </a:lnTo>
                  <a:lnTo>
                    <a:pt x="1051814" y="1144426"/>
                  </a:lnTo>
                  <a:lnTo>
                    <a:pt x="1055198" y="1146682"/>
                  </a:lnTo>
                  <a:lnTo>
                    <a:pt x="1056326" y="1149063"/>
                  </a:lnTo>
                  <a:lnTo>
                    <a:pt x="1056451" y="1149815"/>
                  </a:lnTo>
                  <a:lnTo>
                    <a:pt x="1056576" y="1150943"/>
                  </a:lnTo>
                  <a:lnTo>
                    <a:pt x="1056702" y="1153825"/>
                  </a:lnTo>
                  <a:lnTo>
                    <a:pt x="1056827" y="1154702"/>
                  </a:lnTo>
                  <a:lnTo>
                    <a:pt x="1057078" y="1157459"/>
                  </a:lnTo>
                  <a:lnTo>
                    <a:pt x="1057203" y="1158838"/>
                  </a:lnTo>
                  <a:lnTo>
                    <a:pt x="1057203" y="1159840"/>
                  </a:lnTo>
                  <a:lnTo>
                    <a:pt x="1057454" y="1161846"/>
                  </a:lnTo>
                  <a:lnTo>
                    <a:pt x="1057454" y="1162221"/>
                  </a:lnTo>
                  <a:lnTo>
                    <a:pt x="1057454" y="1162597"/>
                  </a:lnTo>
                  <a:lnTo>
                    <a:pt x="1058080" y="1169615"/>
                  </a:lnTo>
                  <a:lnTo>
                    <a:pt x="1058331" y="1173751"/>
                  </a:lnTo>
                  <a:lnTo>
                    <a:pt x="1058456" y="1174503"/>
                  </a:lnTo>
                  <a:lnTo>
                    <a:pt x="1058581" y="1176007"/>
                  </a:lnTo>
                  <a:lnTo>
                    <a:pt x="1058957" y="1181020"/>
                  </a:lnTo>
                  <a:lnTo>
                    <a:pt x="1059083" y="1181521"/>
                  </a:lnTo>
                  <a:lnTo>
                    <a:pt x="1059208" y="1183275"/>
                  </a:lnTo>
                  <a:lnTo>
                    <a:pt x="1059333" y="1185656"/>
                  </a:lnTo>
                  <a:lnTo>
                    <a:pt x="1059584" y="1187787"/>
                  </a:lnTo>
                  <a:lnTo>
                    <a:pt x="1059960" y="1193050"/>
                  </a:lnTo>
                  <a:lnTo>
                    <a:pt x="1060085" y="1194053"/>
                  </a:lnTo>
                  <a:lnTo>
                    <a:pt x="1060336" y="1197938"/>
                  </a:lnTo>
                  <a:lnTo>
                    <a:pt x="1060587" y="1201321"/>
                  </a:lnTo>
                  <a:lnTo>
                    <a:pt x="1060712" y="1202073"/>
                  </a:lnTo>
                  <a:lnTo>
                    <a:pt x="1060963" y="1205958"/>
                  </a:lnTo>
                  <a:lnTo>
                    <a:pt x="1061088" y="1206836"/>
                  </a:lnTo>
                  <a:lnTo>
                    <a:pt x="1061338" y="1210219"/>
                  </a:lnTo>
                  <a:lnTo>
                    <a:pt x="1061589" y="1212475"/>
                  </a:lnTo>
                  <a:lnTo>
                    <a:pt x="1061714" y="1214229"/>
                  </a:lnTo>
                  <a:lnTo>
                    <a:pt x="1061840" y="1216861"/>
                  </a:lnTo>
                  <a:lnTo>
                    <a:pt x="1062592" y="1225884"/>
                  </a:lnTo>
                  <a:lnTo>
                    <a:pt x="1062717" y="1226636"/>
                  </a:lnTo>
                  <a:lnTo>
                    <a:pt x="1062842" y="1228767"/>
                  </a:lnTo>
                  <a:lnTo>
                    <a:pt x="1063093" y="1231022"/>
                  </a:lnTo>
                  <a:lnTo>
                    <a:pt x="1063093" y="1231774"/>
                  </a:lnTo>
                  <a:lnTo>
                    <a:pt x="1063093" y="1232150"/>
                  </a:lnTo>
                  <a:lnTo>
                    <a:pt x="1063218" y="1232652"/>
                  </a:lnTo>
                  <a:lnTo>
                    <a:pt x="1063344" y="1233529"/>
                  </a:lnTo>
                  <a:lnTo>
                    <a:pt x="1063720" y="1239168"/>
                  </a:lnTo>
                  <a:lnTo>
                    <a:pt x="1063845" y="1240421"/>
                  </a:lnTo>
                  <a:lnTo>
                    <a:pt x="1063845" y="1240797"/>
                  </a:lnTo>
                  <a:lnTo>
                    <a:pt x="1064096" y="1243178"/>
                  </a:lnTo>
                  <a:lnTo>
                    <a:pt x="1064472" y="1248317"/>
                  </a:lnTo>
                  <a:lnTo>
                    <a:pt x="1064597" y="1250196"/>
                  </a:lnTo>
                  <a:lnTo>
                    <a:pt x="1064847" y="1253204"/>
                  </a:lnTo>
                  <a:lnTo>
                    <a:pt x="1064973" y="1254457"/>
                  </a:lnTo>
                  <a:lnTo>
                    <a:pt x="1065098" y="1255585"/>
                  </a:lnTo>
                  <a:lnTo>
                    <a:pt x="1065349" y="1258844"/>
                  </a:lnTo>
                  <a:lnTo>
                    <a:pt x="1065599" y="1262353"/>
                  </a:lnTo>
                  <a:lnTo>
                    <a:pt x="1065850" y="1264734"/>
                  </a:lnTo>
                  <a:lnTo>
                    <a:pt x="1065975" y="1266363"/>
                  </a:lnTo>
                  <a:lnTo>
                    <a:pt x="1065975" y="1267240"/>
                  </a:lnTo>
                  <a:lnTo>
                    <a:pt x="1066226" y="1268995"/>
                  </a:lnTo>
                  <a:lnTo>
                    <a:pt x="1066226" y="1269370"/>
                  </a:lnTo>
                  <a:lnTo>
                    <a:pt x="1066226" y="1269746"/>
                  </a:lnTo>
                  <a:lnTo>
                    <a:pt x="1066351" y="1271250"/>
                  </a:lnTo>
                  <a:lnTo>
                    <a:pt x="1066477" y="1272378"/>
                  </a:lnTo>
                  <a:lnTo>
                    <a:pt x="1066602" y="1273631"/>
                  </a:lnTo>
                  <a:lnTo>
                    <a:pt x="1066602" y="1275010"/>
                  </a:lnTo>
                  <a:lnTo>
                    <a:pt x="1066602" y="1278268"/>
                  </a:lnTo>
                  <a:lnTo>
                    <a:pt x="1066727" y="1279271"/>
                  </a:lnTo>
                  <a:lnTo>
                    <a:pt x="1065850" y="1279647"/>
                  </a:lnTo>
                  <a:lnTo>
                    <a:pt x="1065599" y="1279647"/>
                  </a:lnTo>
                  <a:lnTo>
                    <a:pt x="1060712" y="1279772"/>
                  </a:lnTo>
                  <a:lnTo>
                    <a:pt x="1060461" y="1279772"/>
                  </a:lnTo>
                  <a:lnTo>
                    <a:pt x="1059960" y="1279897"/>
                  </a:lnTo>
                  <a:lnTo>
                    <a:pt x="1059709" y="1279897"/>
                  </a:lnTo>
                  <a:lnTo>
                    <a:pt x="1058205" y="1279897"/>
                  </a:lnTo>
                  <a:lnTo>
                    <a:pt x="1055950" y="1280148"/>
                  </a:lnTo>
                  <a:lnTo>
                    <a:pt x="1055699" y="1280273"/>
                  </a:lnTo>
                  <a:lnTo>
                    <a:pt x="1055323" y="1280273"/>
                  </a:lnTo>
                  <a:lnTo>
                    <a:pt x="1051939" y="1280775"/>
                  </a:lnTo>
                  <a:lnTo>
                    <a:pt x="1051438" y="1280775"/>
                  </a:lnTo>
                  <a:lnTo>
                    <a:pt x="1048430" y="1280649"/>
                  </a:lnTo>
                  <a:lnTo>
                    <a:pt x="1046801" y="1280023"/>
                  </a:lnTo>
                  <a:lnTo>
                    <a:pt x="1046049" y="1279897"/>
                  </a:lnTo>
                  <a:lnTo>
                    <a:pt x="1045673" y="1279772"/>
                  </a:lnTo>
                  <a:lnTo>
                    <a:pt x="1044546" y="1279396"/>
                  </a:lnTo>
                  <a:lnTo>
                    <a:pt x="1042290" y="1278770"/>
                  </a:lnTo>
                  <a:lnTo>
                    <a:pt x="1040285" y="1278018"/>
                  </a:lnTo>
                  <a:lnTo>
                    <a:pt x="1039909" y="1277892"/>
                  </a:lnTo>
                  <a:lnTo>
                    <a:pt x="1039658" y="1277767"/>
                  </a:lnTo>
                  <a:lnTo>
                    <a:pt x="1036776" y="1276388"/>
                  </a:lnTo>
                  <a:lnTo>
                    <a:pt x="1036274" y="1276138"/>
                  </a:lnTo>
                  <a:lnTo>
                    <a:pt x="1035272" y="1275010"/>
                  </a:lnTo>
                  <a:lnTo>
                    <a:pt x="1033517" y="1273255"/>
                  </a:lnTo>
                  <a:lnTo>
                    <a:pt x="1033016" y="1272253"/>
                  </a:lnTo>
                  <a:lnTo>
                    <a:pt x="1032389" y="1271000"/>
                  </a:lnTo>
                  <a:lnTo>
                    <a:pt x="1031638" y="1270122"/>
                  </a:lnTo>
                  <a:lnTo>
                    <a:pt x="1030510" y="1268619"/>
                  </a:lnTo>
                  <a:lnTo>
                    <a:pt x="1030259" y="1268243"/>
                  </a:lnTo>
                  <a:lnTo>
                    <a:pt x="1029507" y="1266989"/>
                  </a:lnTo>
                  <a:lnTo>
                    <a:pt x="1028254" y="1264608"/>
                  </a:lnTo>
                  <a:lnTo>
                    <a:pt x="1027377" y="1262979"/>
                  </a:lnTo>
                  <a:lnTo>
                    <a:pt x="1026374" y="1261851"/>
                  </a:lnTo>
                  <a:lnTo>
                    <a:pt x="1025873" y="1261350"/>
                  </a:lnTo>
                  <a:lnTo>
                    <a:pt x="1024745" y="1259971"/>
                  </a:lnTo>
                  <a:lnTo>
                    <a:pt x="1024118" y="1258969"/>
                  </a:lnTo>
                  <a:lnTo>
                    <a:pt x="1023116" y="1257340"/>
                  </a:lnTo>
                  <a:lnTo>
                    <a:pt x="1022865" y="1256713"/>
                  </a:lnTo>
                  <a:lnTo>
                    <a:pt x="1022364" y="1255335"/>
                  </a:lnTo>
                  <a:lnTo>
                    <a:pt x="1022239" y="1254959"/>
                  </a:lnTo>
                  <a:lnTo>
                    <a:pt x="1020735" y="1252076"/>
                  </a:lnTo>
                  <a:lnTo>
                    <a:pt x="1020484" y="1251826"/>
                  </a:lnTo>
                  <a:lnTo>
                    <a:pt x="1019732" y="1251199"/>
                  </a:lnTo>
                  <a:lnTo>
                    <a:pt x="1018730" y="1250196"/>
                  </a:lnTo>
                  <a:lnTo>
                    <a:pt x="1018479" y="1249946"/>
                  </a:lnTo>
                  <a:lnTo>
                    <a:pt x="1016724" y="1248442"/>
                  </a:lnTo>
                  <a:lnTo>
                    <a:pt x="1016223" y="1248191"/>
                  </a:lnTo>
                  <a:lnTo>
                    <a:pt x="1015722" y="1247815"/>
                  </a:lnTo>
                  <a:lnTo>
                    <a:pt x="1015221" y="1247439"/>
                  </a:lnTo>
                  <a:lnTo>
                    <a:pt x="1014845" y="1247189"/>
                  </a:lnTo>
                  <a:lnTo>
                    <a:pt x="1014218" y="1246437"/>
                  </a:lnTo>
                  <a:lnTo>
                    <a:pt x="1013466" y="1245685"/>
                  </a:lnTo>
                  <a:lnTo>
                    <a:pt x="1012088" y="1243930"/>
                  </a:lnTo>
                  <a:lnTo>
                    <a:pt x="1011712" y="1243554"/>
                  </a:lnTo>
                  <a:lnTo>
                    <a:pt x="1011336" y="1243178"/>
                  </a:lnTo>
                  <a:lnTo>
                    <a:pt x="1011085" y="1242803"/>
                  </a:lnTo>
                  <a:lnTo>
                    <a:pt x="1010709" y="1242427"/>
                  </a:lnTo>
                  <a:lnTo>
                    <a:pt x="1010333" y="1242176"/>
                  </a:lnTo>
                  <a:lnTo>
                    <a:pt x="1010082" y="1242051"/>
                  </a:lnTo>
                  <a:lnTo>
                    <a:pt x="1009706" y="1241800"/>
                  </a:lnTo>
                  <a:lnTo>
                    <a:pt x="1009456" y="1241299"/>
                  </a:lnTo>
                  <a:lnTo>
                    <a:pt x="1009080" y="1241048"/>
                  </a:lnTo>
                  <a:lnTo>
                    <a:pt x="1008579" y="1240797"/>
                  </a:lnTo>
                  <a:lnTo>
                    <a:pt x="1008077" y="1240547"/>
                  </a:lnTo>
                  <a:lnTo>
                    <a:pt x="1007451" y="1240296"/>
                  </a:lnTo>
                  <a:lnTo>
                    <a:pt x="1006699" y="1240045"/>
                  </a:lnTo>
                  <a:lnTo>
                    <a:pt x="1006072" y="1239920"/>
                  </a:lnTo>
                  <a:lnTo>
                    <a:pt x="1005446" y="1239795"/>
                  </a:lnTo>
                  <a:lnTo>
                    <a:pt x="1004568" y="1239670"/>
                  </a:lnTo>
                  <a:lnTo>
                    <a:pt x="1003816" y="1239419"/>
                  </a:lnTo>
                  <a:lnTo>
                    <a:pt x="1003064" y="1239419"/>
                  </a:lnTo>
                  <a:lnTo>
                    <a:pt x="1002187" y="1239294"/>
                  </a:lnTo>
                  <a:lnTo>
                    <a:pt x="1000809" y="1239419"/>
                  </a:lnTo>
                  <a:lnTo>
                    <a:pt x="1000307" y="1239544"/>
                  </a:lnTo>
                  <a:lnTo>
                    <a:pt x="999556" y="1239670"/>
                  </a:lnTo>
                  <a:lnTo>
                    <a:pt x="999305" y="1239795"/>
                  </a:lnTo>
                  <a:lnTo>
                    <a:pt x="999054" y="1239920"/>
                  </a:lnTo>
                  <a:lnTo>
                    <a:pt x="998428" y="1240171"/>
                  </a:lnTo>
                  <a:lnTo>
                    <a:pt x="997676" y="1240296"/>
                  </a:lnTo>
                  <a:lnTo>
                    <a:pt x="996924" y="1240421"/>
                  </a:lnTo>
                  <a:lnTo>
                    <a:pt x="995796" y="1240421"/>
                  </a:lnTo>
                  <a:lnTo>
                    <a:pt x="994793" y="1240547"/>
                  </a:lnTo>
                  <a:lnTo>
                    <a:pt x="994167" y="1240547"/>
                  </a:lnTo>
                  <a:lnTo>
                    <a:pt x="993164" y="1240547"/>
                  </a:lnTo>
                  <a:lnTo>
                    <a:pt x="992162" y="1240672"/>
                  </a:lnTo>
                  <a:lnTo>
                    <a:pt x="991284" y="1240672"/>
                  </a:lnTo>
                  <a:lnTo>
                    <a:pt x="990031" y="1240797"/>
                  </a:lnTo>
                  <a:lnTo>
                    <a:pt x="989154" y="1240923"/>
                  </a:lnTo>
                  <a:lnTo>
                    <a:pt x="987901" y="1241048"/>
                  </a:lnTo>
                  <a:lnTo>
                    <a:pt x="986898" y="1241048"/>
                  </a:lnTo>
                  <a:lnTo>
                    <a:pt x="986272" y="1241173"/>
                  </a:lnTo>
                  <a:lnTo>
                    <a:pt x="986021" y="1241173"/>
                  </a:lnTo>
                  <a:lnTo>
                    <a:pt x="985018" y="1241299"/>
                  </a:lnTo>
                  <a:lnTo>
                    <a:pt x="984016" y="1241424"/>
                  </a:lnTo>
                  <a:lnTo>
                    <a:pt x="983264" y="1241549"/>
                  </a:lnTo>
                  <a:lnTo>
                    <a:pt x="982387" y="1241800"/>
                  </a:lnTo>
                  <a:lnTo>
                    <a:pt x="981384" y="1242051"/>
                  </a:lnTo>
                  <a:lnTo>
                    <a:pt x="980381" y="1242301"/>
                  </a:lnTo>
                  <a:lnTo>
                    <a:pt x="979630" y="1242552"/>
                  </a:lnTo>
                  <a:lnTo>
                    <a:pt x="978878" y="1242677"/>
                  </a:lnTo>
                  <a:lnTo>
                    <a:pt x="978126" y="1242803"/>
                  </a:lnTo>
                  <a:lnTo>
                    <a:pt x="977248" y="1243053"/>
                  </a:lnTo>
                  <a:lnTo>
                    <a:pt x="976497" y="1243178"/>
                  </a:lnTo>
                  <a:lnTo>
                    <a:pt x="975745" y="1243304"/>
                  </a:lnTo>
                  <a:lnTo>
                    <a:pt x="975243" y="1243429"/>
                  </a:lnTo>
                  <a:lnTo>
                    <a:pt x="974491" y="1243554"/>
                  </a:lnTo>
                  <a:lnTo>
                    <a:pt x="973739" y="1243805"/>
                  </a:lnTo>
                  <a:lnTo>
                    <a:pt x="972988" y="1244056"/>
                  </a:lnTo>
                  <a:lnTo>
                    <a:pt x="972236" y="1244181"/>
                  </a:lnTo>
                  <a:lnTo>
                    <a:pt x="971734" y="1244432"/>
                  </a:lnTo>
                  <a:lnTo>
                    <a:pt x="971108" y="1244682"/>
                  </a:lnTo>
                  <a:lnTo>
                    <a:pt x="970356" y="1244808"/>
                  </a:lnTo>
                  <a:lnTo>
                    <a:pt x="969729" y="1244933"/>
                  </a:lnTo>
                  <a:lnTo>
                    <a:pt x="968977" y="1245058"/>
                  </a:lnTo>
                  <a:lnTo>
                    <a:pt x="968225" y="1245309"/>
                  </a:lnTo>
                  <a:lnTo>
                    <a:pt x="967473" y="1245685"/>
                  </a:lnTo>
                  <a:lnTo>
                    <a:pt x="966722" y="1245936"/>
                  </a:lnTo>
                  <a:lnTo>
                    <a:pt x="965970" y="1246437"/>
                  </a:lnTo>
                  <a:lnTo>
                    <a:pt x="965594" y="1246562"/>
                  </a:lnTo>
                  <a:lnTo>
                    <a:pt x="965218" y="1246813"/>
                  </a:lnTo>
                  <a:lnTo>
                    <a:pt x="964716" y="1247063"/>
                  </a:lnTo>
                  <a:lnTo>
                    <a:pt x="963839" y="1247565"/>
                  </a:lnTo>
                  <a:lnTo>
                    <a:pt x="962962" y="1248191"/>
                  </a:lnTo>
                  <a:lnTo>
                    <a:pt x="962210" y="1248567"/>
                  </a:lnTo>
                  <a:lnTo>
                    <a:pt x="961583" y="1248943"/>
                  </a:lnTo>
                  <a:lnTo>
                    <a:pt x="960957" y="1249319"/>
                  </a:lnTo>
                  <a:lnTo>
                    <a:pt x="960330" y="1249570"/>
                  </a:lnTo>
                  <a:lnTo>
                    <a:pt x="959578" y="1249946"/>
                  </a:lnTo>
                  <a:lnTo>
                    <a:pt x="959202" y="1250322"/>
                  </a:lnTo>
                  <a:lnTo>
                    <a:pt x="958576" y="1250698"/>
                  </a:lnTo>
                  <a:lnTo>
                    <a:pt x="957824" y="1250948"/>
                  </a:lnTo>
                  <a:lnTo>
                    <a:pt x="957197" y="1251199"/>
                  </a:lnTo>
                  <a:lnTo>
                    <a:pt x="956445" y="1251575"/>
                  </a:lnTo>
                  <a:lnTo>
                    <a:pt x="955944" y="1251826"/>
                  </a:lnTo>
                  <a:lnTo>
                    <a:pt x="955568" y="1251951"/>
                  </a:lnTo>
                  <a:lnTo>
                    <a:pt x="955192" y="1252076"/>
                  </a:lnTo>
                  <a:lnTo>
                    <a:pt x="954691" y="1252327"/>
                  </a:lnTo>
                  <a:lnTo>
                    <a:pt x="954064" y="1252578"/>
                  </a:lnTo>
                  <a:lnTo>
                    <a:pt x="953814" y="1252703"/>
                  </a:lnTo>
                  <a:lnTo>
                    <a:pt x="953312" y="1252953"/>
                  </a:lnTo>
                  <a:lnTo>
                    <a:pt x="952936" y="1253204"/>
                  </a:lnTo>
                  <a:lnTo>
                    <a:pt x="952560" y="1253329"/>
                  </a:lnTo>
                  <a:lnTo>
                    <a:pt x="952310" y="1253329"/>
                  </a:lnTo>
                  <a:lnTo>
                    <a:pt x="951934" y="1253455"/>
                  </a:lnTo>
                  <a:lnTo>
                    <a:pt x="951432" y="1253705"/>
                  </a:lnTo>
                  <a:lnTo>
                    <a:pt x="950806" y="1253956"/>
                  </a:lnTo>
                  <a:lnTo>
                    <a:pt x="950305" y="1254207"/>
                  </a:lnTo>
                  <a:lnTo>
                    <a:pt x="949803" y="1254207"/>
                  </a:lnTo>
                  <a:lnTo>
                    <a:pt x="949427" y="1254332"/>
                  </a:lnTo>
                  <a:lnTo>
                    <a:pt x="948926" y="1254457"/>
                  </a:lnTo>
                  <a:lnTo>
                    <a:pt x="948425" y="1254583"/>
                  </a:lnTo>
                  <a:lnTo>
                    <a:pt x="948174" y="1254708"/>
                  </a:lnTo>
                  <a:lnTo>
                    <a:pt x="947923" y="1254583"/>
                  </a:lnTo>
                  <a:lnTo>
                    <a:pt x="947422" y="1254708"/>
                  </a:lnTo>
                  <a:lnTo>
                    <a:pt x="946921" y="1254708"/>
                  </a:lnTo>
                  <a:lnTo>
                    <a:pt x="946545" y="1254959"/>
                  </a:lnTo>
                  <a:lnTo>
                    <a:pt x="946294" y="1255084"/>
                  </a:lnTo>
                  <a:lnTo>
                    <a:pt x="945793" y="1255084"/>
                  </a:lnTo>
                  <a:lnTo>
                    <a:pt x="945166" y="1255084"/>
                  </a:lnTo>
                  <a:lnTo>
                    <a:pt x="944540" y="1255084"/>
                  </a:lnTo>
                  <a:lnTo>
                    <a:pt x="944164" y="1254959"/>
                  </a:lnTo>
                  <a:lnTo>
                    <a:pt x="943788" y="1254833"/>
                  </a:lnTo>
                  <a:lnTo>
                    <a:pt x="943412" y="1254833"/>
                  </a:lnTo>
                  <a:lnTo>
                    <a:pt x="943036" y="1254708"/>
                  </a:lnTo>
                  <a:lnTo>
                    <a:pt x="942660" y="1254583"/>
                  </a:lnTo>
                  <a:lnTo>
                    <a:pt x="942284" y="1254583"/>
                  </a:lnTo>
                  <a:lnTo>
                    <a:pt x="941783" y="1254583"/>
                  </a:lnTo>
                  <a:lnTo>
                    <a:pt x="941407" y="1254457"/>
                  </a:lnTo>
                  <a:lnTo>
                    <a:pt x="941031" y="1254332"/>
                  </a:lnTo>
                  <a:lnTo>
                    <a:pt x="940655" y="1254207"/>
                  </a:lnTo>
                  <a:lnTo>
                    <a:pt x="940279" y="1254081"/>
                  </a:lnTo>
                  <a:lnTo>
                    <a:pt x="940028" y="1254081"/>
                  </a:lnTo>
                  <a:lnTo>
                    <a:pt x="939652" y="1253956"/>
                  </a:lnTo>
                  <a:lnTo>
                    <a:pt x="939151" y="1253831"/>
                  </a:lnTo>
                  <a:lnTo>
                    <a:pt x="938650" y="1253705"/>
                  </a:lnTo>
                  <a:lnTo>
                    <a:pt x="938023" y="1253580"/>
                  </a:lnTo>
                  <a:lnTo>
                    <a:pt x="937522" y="1253455"/>
                  </a:lnTo>
                  <a:lnTo>
                    <a:pt x="937021" y="1253329"/>
                  </a:lnTo>
                  <a:lnTo>
                    <a:pt x="936645" y="1253204"/>
                  </a:lnTo>
                  <a:lnTo>
                    <a:pt x="936143" y="1253204"/>
                  </a:lnTo>
                  <a:lnTo>
                    <a:pt x="935642" y="1253204"/>
                  </a:lnTo>
                  <a:lnTo>
                    <a:pt x="935266" y="1253079"/>
                  </a:lnTo>
                  <a:lnTo>
                    <a:pt x="935015" y="1252953"/>
                  </a:lnTo>
                  <a:lnTo>
                    <a:pt x="934389" y="1252828"/>
                  </a:lnTo>
                  <a:lnTo>
                    <a:pt x="933888" y="1252703"/>
                  </a:lnTo>
                  <a:lnTo>
                    <a:pt x="933512" y="1252578"/>
                  </a:lnTo>
                  <a:lnTo>
                    <a:pt x="932885" y="1252452"/>
                  </a:lnTo>
                  <a:lnTo>
                    <a:pt x="932384" y="1252327"/>
                  </a:lnTo>
                  <a:lnTo>
                    <a:pt x="932008" y="1252202"/>
                  </a:lnTo>
                  <a:lnTo>
                    <a:pt x="931506" y="1252076"/>
                  </a:lnTo>
                  <a:lnTo>
                    <a:pt x="931005" y="1251951"/>
                  </a:lnTo>
                  <a:lnTo>
                    <a:pt x="930379" y="1251826"/>
                  </a:lnTo>
                  <a:lnTo>
                    <a:pt x="929877" y="1251575"/>
                  </a:lnTo>
                  <a:lnTo>
                    <a:pt x="929251" y="1251450"/>
                  </a:lnTo>
                  <a:lnTo>
                    <a:pt x="928875" y="1251324"/>
                  </a:lnTo>
                  <a:lnTo>
                    <a:pt x="928248" y="1251199"/>
                  </a:lnTo>
                  <a:lnTo>
                    <a:pt x="927747" y="1251074"/>
                  </a:lnTo>
                  <a:lnTo>
                    <a:pt x="927120" y="1250948"/>
                  </a:lnTo>
                  <a:lnTo>
                    <a:pt x="926744" y="1250823"/>
                  </a:lnTo>
                  <a:lnTo>
                    <a:pt x="926494" y="1250698"/>
                  </a:lnTo>
                  <a:lnTo>
                    <a:pt x="926118" y="1250572"/>
                  </a:lnTo>
                  <a:lnTo>
                    <a:pt x="925867" y="1250572"/>
                  </a:lnTo>
                  <a:lnTo>
                    <a:pt x="925491" y="1250572"/>
                  </a:lnTo>
                  <a:lnTo>
                    <a:pt x="925115" y="1250447"/>
                  </a:lnTo>
                  <a:lnTo>
                    <a:pt x="924739" y="1250447"/>
                  </a:lnTo>
                  <a:lnTo>
                    <a:pt x="924363" y="1250322"/>
                  </a:lnTo>
                  <a:lnTo>
                    <a:pt x="923987" y="1250322"/>
                  </a:lnTo>
                  <a:lnTo>
                    <a:pt x="923611" y="1250196"/>
                  </a:lnTo>
                  <a:lnTo>
                    <a:pt x="923110" y="1250071"/>
                  </a:lnTo>
                  <a:lnTo>
                    <a:pt x="922734" y="1249820"/>
                  </a:lnTo>
                  <a:lnTo>
                    <a:pt x="922358" y="1249695"/>
                  </a:lnTo>
                  <a:lnTo>
                    <a:pt x="921857" y="1249570"/>
                  </a:lnTo>
                  <a:lnTo>
                    <a:pt x="921356" y="1249319"/>
                  </a:lnTo>
                  <a:lnTo>
                    <a:pt x="920854" y="1249194"/>
                  </a:lnTo>
                  <a:lnTo>
                    <a:pt x="920478" y="1249069"/>
                  </a:lnTo>
                  <a:lnTo>
                    <a:pt x="919977" y="1248943"/>
                  </a:lnTo>
                  <a:lnTo>
                    <a:pt x="919601" y="1248943"/>
                  </a:lnTo>
                  <a:lnTo>
                    <a:pt x="919100" y="1248818"/>
                  </a:lnTo>
                  <a:lnTo>
                    <a:pt x="918473" y="1248818"/>
                  </a:lnTo>
                  <a:lnTo>
                    <a:pt x="917847" y="1248818"/>
                  </a:lnTo>
                  <a:lnTo>
                    <a:pt x="917220" y="1248818"/>
                  </a:lnTo>
                  <a:lnTo>
                    <a:pt x="916593" y="1248818"/>
                  </a:lnTo>
                  <a:lnTo>
                    <a:pt x="916217" y="1248693"/>
                  </a:lnTo>
                  <a:lnTo>
                    <a:pt x="915215" y="1248693"/>
                  </a:lnTo>
                  <a:lnTo>
                    <a:pt x="914588" y="1248693"/>
                  </a:lnTo>
                  <a:lnTo>
                    <a:pt x="913836" y="1248567"/>
                  </a:lnTo>
                  <a:lnTo>
                    <a:pt x="913210" y="1248567"/>
                  </a:lnTo>
                  <a:lnTo>
                    <a:pt x="912583" y="1248693"/>
                  </a:lnTo>
                  <a:lnTo>
                    <a:pt x="911957" y="1248818"/>
                  </a:lnTo>
                  <a:lnTo>
                    <a:pt x="911330" y="1248818"/>
                  </a:lnTo>
                  <a:lnTo>
                    <a:pt x="910327" y="1248818"/>
                  </a:lnTo>
                  <a:lnTo>
                    <a:pt x="909951" y="1248943"/>
                  </a:lnTo>
                  <a:lnTo>
                    <a:pt x="909450" y="1249069"/>
                  </a:lnTo>
                  <a:lnTo>
                    <a:pt x="908949" y="1249194"/>
                  </a:lnTo>
                  <a:lnTo>
                    <a:pt x="908197" y="1249445"/>
                  </a:lnTo>
                  <a:lnTo>
                    <a:pt x="907696" y="1249445"/>
                  </a:lnTo>
                  <a:lnTo>
                    <a:pt x="907445" y="1249445"/>
                  </a:lnTo>
                  <a:lnTo>
                    <a:pt x="906568" y="1249570"/>
                  </a:lnTo>
                  <a:lnTo>
                    <a:pt x="905565" y="1249570"/>
                  </a:lnTo>
                  <a:lnTo>
                    <a:pt x="904563" y="1249695"/>
                  </a:lnTo>
                  <a:lnTo>
                    <a:pt x="904061" y="1249695"/>
                  </a:lnTo>
                  <a:lnTo>
                    <a:pt x="903435" y="1249695"/>
                  </a:lnTo>
                  <a:lnTo>
                    <a:pt x="902933" y="1249820"/>
                  </a:lnTo>
                  <a:lnTo>
                    <a:pt x="902307" y="1249946"/>
                  </a:lnTo>
                  <a:lnTo>
                    <a:pt x="901680" y="1250071"/>
                  </a:lnTo>
                  <a:lnTo>
                    <a:pt x="901179" y="1250071"/>
                  </a:lnTo>
                  <a:lnTo>
                    <a:pt x="900803" y="1250196"/>
                  </a:lnTo>
                  <a:lnTo>
                    <a:pt x="900176" y="1250196"/>
                  </a:lnTo>
                  <a:lnTo>
                    <a:pt x="899800" y="1250196"/>
                  </a:lnTo>
                  <a:lnTo>
                    <a:pt x="899550" y="1250196"/>
                  </a:lnTo>
                  <a:lnTo>
                    <a:pt x="898923" y="1250196"/>
                  </a:lnTo>
                  <a:lnTo>
                    <a:pt x="898171" y="1250196"/>
                  </a:lnTo>
                  <a:lnTo>
                    <a:pt x="897419" y="1250322"/>
                  </a:lnTo>
                  <a:lnTo>
                    <a:pt x="896793" y="1250322"/>
                  </a:lnTo>
                  <a:lnTo>
                    <a:pt x="896542" y="1250322"/>
                  </a:lnTo>
                  <a:lnTo>
                    <a:pt x="896291" y="1250196"/>
                  </a:lnTo>
                  <a:lnTo>
                    <a:pt x="895790" y="1250196"/>
                  </a:lnTo>
                  <a:lnTo>
                    <a:pt x="895289" y="1250071"/>
                  </a:lnTo>
                  <a:lnTo>
                    <a:pt x="894913" y="1250071"/>
                  </a:lnTo>
                  <a:lnTo>
                    <a:pt x="894412" y="1249820"/>
                  </a:lnTo>
                  <a:lnTo>
                    <a:pt x="893910" y="1249695"/>
                  </a:lnTo>
                  <a:lnTo>
                    <a:pt x="893409" y="1249445"/>
                  </a:lnTo>
                  <a:lnTo>
                    <a:pt x="892908" y="1249319"/>
                  </a:lnTo>
                  <a:lnTo>
                    <a:pt x="892156" y="1249194"/>
                  </a:lnTo>
                  <a:lnTo>
                    <a:pt x="891529" y="1248943"/>
                  </a:lnTo>
                  <a:lnTo>
                    <a:pt x="891028" y="1248693"/>
                  </a:lnTo>
                  <a:lnTo>
                    <a:pt x="890527" y="1248317"/>
                  </a:lnTo>
                  <a:lnTo>
                    <a:pt x="889900" y="1248191"/>
                  </a:lnTo>
                  <a:lnTo>
                    <a:pt x="889399" y="1247941"/>
                  </a:lnTo>
                  <a:lnTo>
                    <a:pt x="888647" y="1247690"/>
                  </a:lnTo>
                  <a:lnTo>
                    <a:pt x="887770" y="1247439"/>
                  </a:lnTo>
                  <a:lnTo>
                    <a:pt x="887143" y="1247189"/>
                  </a:lnTo>
                  <a:lnTo>
                    <a:pt x="886642" y="1246938"/>
                  </a:lnTo>
                  <a:lnTo>
                    <a:pt x="886140" y="1246813"/>
                  </a:lnTo>
                  <a:lnTo>
                    <a:pt x="885639" y="1246813"/>
                  </a:lnTo>
                  <a:lnTo>
                    <a:pt x="885263" y="1246813"/>
                  </a:lnTo>
                  <a:lnTo>
                    <a:pt x="884887" y="1246562"/>
                  </a:lnTo>
                  <a:lnTo>
                    <a:pt x="884386" y="1246562"/>
                  </a:lnTo>
                  <a:lnTo>
                    <a:pt x="883885" y="1246437"/>
                  </a:lnTo>
                  <a:lnTo>
                    <a:pt x="883509" y="1246437"/>
                  </a:lnTo>
                  <a:lnTo>
                    <a:pt x="882882" y="1246186"/>
                  </a:lnTo>
                  <a:lnTo>
                    <a:pt x="882381" y="1246186"/>
                  </a:lnTo>
                  <a:lnTo>
                    <a:pt x="881629" y="1246061"/>
                  </a:lnTo>
                  <a:lnTo>
                    <a:pt x="880877" y="1245936"/>
                  </a:lnTo>
                  <a:lnTo>
                    <a:pt x="880125" y="1245810"/>
                  </a:lnTo>
                  <a:lnTo>
                    <a:pt x="879373" y="1245560"/>
                  </a:lnTo>
                  <a:lnTo>
                    <a:pt x="878621" y="1245434"/>
                  </a:lnTo>
                  <a:lnTo>
                    <a:pt x="877995" y="1245309"/>
                  </a:lnTo>
                  <a:lnTo>
                    <a:pt x="877243" y="1244808"/>
                  </a:lnTo>
                  <a:lnTo>
                    <a:pt x="876365" y="1244432"/>
                  </a:lnTo>
                  <a:lnTo>
                    <a:pt x="876115" y="1244306"/>
                  </a:lnTo>
                  <a:lnTo>
                    <a:pt x="875488" y="1244056"/>
                  </a:lnTo>
                  <a:lnTo>
                    <a:pt x="875238" y="1244056"/>
                  </a:lnTo>
                  <a:lnTo>
                    <a:pt x="874862" y="1243930"/>
                  </a:lnTo>
                  <a:lnTo>
                    <a:pt x="874360" y="1243930"/>
                  </a:lnTo>
                  <a:lnTo>
                    <a:pt x="873608" y="1243680"/>
                  </a:lnTo>
                  <a:lnTo>
                    <a:pt x="872731" y="1243429"/>
                  </a:lnTo>
                  <a:lnTo>
                    <a:pt x="871854" y="1243178"/>
                  </a:lnTo>
                  <a:lnTo>
                    <a:pt x="871102" y="1242928"/>
                  </a:lnTo>
                  <a:lnTo>
                    <a:pt x="870350" y="1242677"/>
                  </a:lnTo>
                  <a:lnTo>
                    <a:pt x="869473" y="1242427"/>
                  </a:lnTo>
                  <a:lnTo>
                    <a:pt x="868596" y="1242301"/>
                  </a:lnTo>
                  <a:lnTo>
                    <a:pt x="867844" y="1242301"/>
                  </a:lnTo>
                  <a:lnTo>
                    <a:pt x="867342" y="1242427"/>
                  </a:lnTo>
                  <a:lnTo>
                    <a:pt x="867092" y="1242427"/>
                  </a:lnTo>
                  <a:lnTo>
                    <a:pt x="866590" y="1242427"/>
                  </a:lnTo>
                  <a:lnTo>
                    <a:pt x="865839" y="1242301"/>
                  </a:lnTo>
                  <a:lnTo>
                    <a:pt x="865087" y="1242176"/>
                  </a:lnTo>
                  <a:lnTo>
                    <a:pt x="864209" y="1242051"/>
                  </a:lnTo>
                  <a:lnTo>
                    <a:pt x="863583" y="1242051"/>
                  </a:lnTo>
                  <a:lnTo>
                    <a:pt x="862079" y="1241925"/>
                  </a:lnTo>
                  <a:lnTo>
                    <a:pt x="861452" y="1241925"/>
                  </a:lnTo>
                  <a:lnTo>
                    <a:pt x="860324" y="1241800"/>
                  </a:lnTo>
                  <a:lnTo>
                    <a:pt x="859197" y="1241675"/>
                  </a:lnTo>
                  <a:lnTo>
                    <a:pt x="858069" y="1241299"/>
                  </a:lnTo>
                  <a:lnTo>
                    <a:pt x="857191" y="1241048"/>
                  </a:lnTo>
                  <a:lnTo>
                    <a:pt x="856440" y="1240672"/>
                  </a:lnTo>
                  <a:lnTo>
                    <a:pt x="855437" y="1240296"/>
                  </a:lnTo>
                  <a:lnTo>
                    <a:pt x="854434" y="1239920"/>
                  </a:lnTo>
                  <a:lnTo>
                    <a:pt x="853307" y="1239670"/>
                  </a:lnTo>
                  <a:lnTo>
                    <a:pt x="852555" y="1239419"/>
                  </a:lnTo>
                  <a:lnTo>
                    <a:pt x="851677" y="1239168"/>
                  </a:lnTo>
                  <a:lnTo>
                    <a:pt x="851051" y="1238918"/>
                  </a:lnTo>
                  <a:lnTo>
                    <a:pt x="850299" y="1238918"/>
                  </a:lnTo>
                  <a:lnTo>
                    <a:pt x="849422" y="1238667"/>
                  </a:lnTo>
                  <a:lnTo>
                    <a:pt x="848294" y="1238416"/>
                  </a:lnTo>
                  <a:lnTo>
                    <a:pt x="847542" y="1238416"/>
                  </a:lnTo>
                  <a:lnTo>
                    <a:pt x="846539" y="1238291"/>
                  </a:lnTo>
                  <a:lnTo>
                    <a:pt x="845662" y="1238040"/>
                  </a:lnTo>
                  <a:lnTo>
                    <a:pt x="845411" y="1238040"/>
                  </a:lnTo>
                  <a:lnTo>
                    <a:pt x="844283" y="1237664"/>
                  </a:lnTo>
                  <a:lnTo>
                    <a:pt x="843907" y="1237539"/>
                  </a:lnTo>
                  <a:lnTo>
                    <a:pt x="842780" y="1237163"/>
                  </a:lnTo>
                  <a:lnTo>
                    <a:pt x="841777" y="1236912"/>
                  </a:lnTo>
                  <a:lnTo>
                    <a:pt x="840524" y="1236662"/>
                  </a:lnTo>
                  <a:lnTo>
                    <a:pt x="839897" y="1236411"/>
                  </a:lnTo>
                  <a:lnTo>
                    <a:pt x="839271" y="1236161"/>
                  </a:lnTo>
                  <a:lnTo>
                    <a:pt x="838017" y="1235659"/>
                  </a:lnTo>
                  <a:lnTo>
                    <a:pt x="836890" y="1235409"/>
                  </a:lnTo>
                  <a:lnTo>
                    <a:pt x="836138" y="1235283"/>
                  </a:lnTo>
                  <a:lnTo>
                    <a:pt x="835135" y="1235158"/>
                  </a:lnTo>
                  <a:lnTo>
                    <a:pt x="834508" y="1235158"/>
                  </a:lnTo>
                  <a:lnTo>
                    <a:pt x="834132" y="1235158"/>
                  </a:lnTo>
                  <a:lnTo>
                    <a:pt x="833255" y="1235033"/>
                  </a:lnTo>
                  <a:lnTo>
                    <a:pt x="832503" y="1234782"/>
                  </a:lnTo>
                  <a:lnTo>
                    <a:pt x="831626" y="1234657"/>
                  </a:lnTo>
                  <a:lnTo>
                    <a:pt x="830498" y="1234531"/>
                  </a:lnTo>
                  <a:lnTo>
                    <a:pt x="829621" y="1234406"/>
                  </a:lnTo>
                  <a:lnTo>
                    <a:pt x="828744" y="1234281"/>
                  </a:lnTo>
                  <a:lnTo>
                    <a:pt x="827616" y="1234030"/>
                  </a:lnTo>
                  <a:lnTo>
                    <a:pt x="826488" y="1233779"/>
                  </a:lnTo>
                  <a:lnTo>
                    <a:pt x="825861" y="1233654"/>
                  </a:lnTo>
                  <a:lnTo>
                    <a:pt x="824733" y="1233403"/>
                  </a:lnTo>
                  <a:lnTo>
                    <a:pt x="823355" y="1233403"/>
                  </a:lnTo>
                  <a:lnTo>
                    <a:pt x="822478" y="1233278"/>
                  </a:lnTo>
                  <a:lnTo>
                    <a:pt x="822102" y="1233278"/>
                  </a:lnTo>
                  <a:lnTo>
                    <a:pt x="820849" y="1233278"/>
                  </a:lnTo>
                  <a:lnTo>
                    <a:pt x="819971" y="1233153"/>
                  </a:lnTo>
                  <a:lnTo>
                    <a:pt x="818342" y="1233028"/>
                  </a:lnTo>
                  <a:lnTo>
                    <a:pt x="817089" y="1233028"/>
                  </a:lnTo>
                  <a:lnTo>
                    <a:pt x="815585" y="1232902"/>
                  </a:lnTo>
                  <a:lnTo>
                    <a:pt x="814081" y="1232526"/>
                  </a:lnTo>
                  <a:lnTo>
                    <a:pt x="812828" y="1232526"/>
                  </a:lnTo>
                  <a:lnTo>
                    <a:pt x="811074" y="1232401"/>
                  </a:lnTo>
                  <a:lnTo>
                    <a:pt x="810447" y="1232401"/>
                  </a:lnTo>
                  <a:lnTo>
                    <a:pt x="809946" y="1232401"/>
                  </a:lnTo>
                  <a:lnTo>
                    <a:pt x="807941" y="1232150"/>
                  </a:lnTo>
                  <a:lnTo>
                    <a:pt x="805183" y="1231900"/>
                  </a:lnTo>
                  <a:lnTo>
                    <a:pt x="802928" y="1231649"/>
                  </a:lnTo>
                  <a:lnTo>
                    <a:pt x="801424" y="1231524"/>
                  </a:lnTo>
                  <a:lnTo>
                    <a:pt x="800797" y="1231524"/>
                  </a:lnTo>
                  <a:lnTo>
                    <a:pt x="800045" y="1231398"/>
                  </a:lnTo>
                  <a:lnTo>
                    <a:pt x="798792" y="1231273"/>
                  </a:lnTo>
                  <a:lnTo>
                    <a:pt x="797790" y="1231273"/>
                  </a:lnTo>
                  <a:lnTo>
                    <a:pt x="797163" y="1231148"/>
                  </a:lnTo>
                  <a:lnTo>
                    <a:pt x="796787" y="1231148"/>
                  </a:lnTo>
                  <a:lnTo>
                    <a:pt x="795534" y="1231148"/>
                  </a:lnTo>
                  <a:lnTo>
                    <a:pt x="795033" y="1231148"/>
                  </a:lnTo>
                  <a:lnTo>
                    <a:pt x="794155" y="1231148"/>
                  </a:lnTo>
                  <a:lnTo>
                    <a:pt x="793027" y="1231148"/>
                  </a:lnTo>
                  <a:lnTo>
                    <a:pt x="791649" y="1231022"/>
                  </a:lnTo>
                  <a:lnTo>
                    <a:pt x="789769" y="1230897"/>
                  </a:lnTo>
                  <a:lnTo>
                    <a:pt x="789142" y="1230897"/>
                  </a:lnTo>
                  <a:lnTo>
                    <a:pt x="786009" y="1230396"/>
                  </a:lnTo>
                  <a:lnTo>
                    <a:pt x="785508" y="1230270"/>
                  </a:lnTo>
                  <a:lnTo>
                    <a:pt x="781373" y="1229519"/>
                  </a:lnTo>
                  <a:lnTo>
                    <a:pt x="778741" y="1229017"/>
                  </a:lnTo>
                  <a:lnTo>
                    <a:pt x="778490" y="1229017"/>
                  </a:lnTo>
                  <a:lnTo>
                    <a:pt x="776109" y="1228641"/>
                  </a:lnTo>
                  <a:lnTo>
                    <a:pt x="775357" y="1228641"/>
                  </a:lnTo>
                  <a:lnTo>
                    <a:pt x="774981" y="1228516"/>
                  </a:lnTo>
                  <a:lnTo>
                    <a:pt x="773101" y="1228391"/>
                  </a:lnTo>
                  <a:lnTo>
                    <a:pt x="770344" y="1228391"/>
                  </a:lnTo>
                  <a:lnTo>
                    <a:pt x="767086" y="1228391"/>
                  </a:lnTo>
                  <a:lnTo>
                    <a:pt x="764705" y="1228516"/>
                  </a:lnTo>
                  <a:lnTo>
                    <a:pt x="761948" y="1228391"/>
                  </a:lnTo>
                  <a:lnTo>
                    <a:pt x="759692" y="1228391"/>
                  </a:lnTo>
                  <a:lnTo>
                    <a:pt x="757436" y="1228265"/>
                  </a:lnTo>
                  <a:lnTo>
                    <a:pt x="757186" y="1228265"/>
                  </a:lnTo>
                  <a:lnTo>
                    <a:pt x="754554" y="1228015"/>
                  </a:lnTo>
                  <a:lnTo>
                    <a:pt x="752298" y="1227639"/>
                  </a:lnTo>
                  <a:lnTo>
                    <a:pt x="750293" y="1227263"/>
                  </a:lnTo>
                  <a:lnTo>
                    <a:pt x="748163" y="1226260"/>
                  </a:lnTo>
                  <a:lnTo>
                    <a:pt x="747912" y="1226260"/>
                  </a:lnTo>
                  <a:lnTo>
                    <a:pt x="746158" y="1225634"/>
                  </a:lnTo>
                  <a:lnTo>
                    <a:pt x="744528" y="1225007"/>
                  </a:lnTo>
                  <a:lnTo>
                    <a:pt x="742649" y="1224255"/>
                  </a:lnTo>
                  <a:lnTo>
                    <a:pt x="740267" y="1223503"/>
                  </a:lnTo>
                  <a:lnTo>
                    <a:pt x="738262" y="1222877"/>
                  </a:lnTo>
                  <a:lnTo>
                    <a:pt x="735881" y="1222250"/>
                  </a:lnTo>
                  <a:lnTo>
                    <a:pt x="735505" y="1222125"/>
                  </a:lnTo>
                  <a:lnTo>
                    <a:pt x="733375" y="1221999"/>
                  </a:lnTo>
                  <a:lnTo>
                    <a:pt x="731370" y="1222250"/>
                  </a:lnTo>
                  <a:lnTo>
                    <a:pt x="730994" y="1222375"/>
                  </a:lnTo>
                  <a:lnTo>
                    <a:pt x="729490" y="1222626"/>
                  </a:lnTo>
                  <a:lnTo>
                    <a:pt x="727359" y="1223002"/>
                  </a:lnTo>
                  <a:lnTo>
                    <a:pt x="726858" y="1223253"/>
                  </a:lnTo>
                  <a:lnTo>
                    <a:pt x="725605" y="1223503"/>
                  </a:lnTo>
                  <a:lnTo>
                    <a:pt x="724226" y="1223503"/>
                  </a:lnTo>
                  <a:lnTo>
                    <a:pt x="722848" y="1223253"/>
                  </a:lnTo>
                  <a:lnTo>
                    <a:pt x="720717" y="1222877"/>
                  </a:lnTo>
                  <a:lnTo>
                    <a:pt x="718838" y="1222877"/>
                  </a:lnTo>
                  <a:lnTo>
                    <a:pt x="717209" y="1222751"/>
                  </a:lnTo>
                  <a:lnTo>
                    <a:pt x="713449" y="1222877"/>
                  </a:lnTo>
                  <a:lnTo>
                    <a:pt x="710191" y="1223002"/>
                  </a:lnTo>
                  <a:lnTo>
                    <a:pt x="706932" y="1223127"/>
                  </a:lnTo>
                  <a:lnTo>
                    <a:pt x="703423" y="1223628"/>
                  </a:lnTo>
                  <a:lnTo>
                    <a:pt x="700040" y="1224130"/>
                  </a:lnTo>
                  <a:lnTo>
                    <a:pt x="698034" y="1224631"/>
                  </a:lnTo>
                  <a:lnTo>
                    <a:pt x="697032" y="1224756"/>
                  </a:lnTo>
                  <a:lnTo>
                    <a:pt x="694400" y="1225383"/>
                  </a:lnTo>
                  <a:lnTo>
                    <a:pt x="692771" y="1225759"/>
                  </a:lnTo>
                  <a:lnTo>
                    <a:pt x="688886" y="1226762"/>
                  </a:lnTo>
                  <a:lnTo>
                    <a:pt x="686129" y="1227388"/>
                  </a:lnTo>
                  <a:lnTo>
                    <a:pt x="683623" y="1227764"/>
                  </a:lnTo>
                  <a:lnTo>
                    <a:pt x="682244" y="1227889"/>
                  </a:lnTo>
                  <a:lnTo>
                    <a:pt x="681367" y="1228015"/>
                  </a:lnTo>
                  <a:lnTo>
                    <a:pt x="679111" y="1228265"/>
                  </a:lnTo>
                  <a:lnTo>
                    <a:pt x="674224" y="1228391"/>
                  </a:lnTo>
                  <a:lnTo>
                    <a:pt x="670088" y="1228641"/>
                  </a:lnTo>
                  <a:lnTo>
                    <a:pt x="669712" y="1228767"/>
                  </a:lnTo>
                  <a:lnTo>
                    <a:pt x="667707" y="1229017"/>
                  </a:lnTo>
                  <a:lnTo>
                    <a:pt x="665451" y="1229268"/>
                  </a:lnTo>
                  <a:lnTo>
                    <a:pt x="660940" y="1229769"/>
                  </a:lnTo>
                  <a:lnTo>
                    <a:pt x="660188" y="1229895"/>
                  </a:lnTo>
                  <a:lnTo>
                    <a:pt x="657556" y="1230396"/>
                  </a:lnTo>
                  <a:lnTo>
                    <a:pt x="653671" y="1231148"/>
                  </a:lnTo>
                  <a:lnTo>
                    <a:pt x="649911" y="1231774"/>
                  </a:lnTo>
                  <a:lnTo>
                    <a:pt x="644523" y="1233153"/>
                  </a:lnTo>
                  <a:lnTo>
                    <a:pt x="643771" y="1233278"/>
                  </a:lnTo>
                  <a:lnTo>
                    <a:pt x="641640" y="1233905"/>
                  </a:lnTo>
                  <a:lnTo>
                    <a:pt x="640136" y="1234406"/>
                  </a:lnTo>
                  <a:lnTo>
                    <a:pt x="639009" y="1234657"/>
                  </a:lnTo>
                  <a:lnTo>
                    <a:pt x="634497" y="1236286"/>
                  </a:lnTo>
                  <a:lnTo>
                    <a:pt x="634121" y="1236411"/>
                  </a:lnTo>
                  <a:lnTo>
                    <a:pt x="633244" y="1236411"/>
                  </a:lnTo>
                  <a:lnTo>
                    <a:pt x="630863" y="1236787"/>
                  </a:lnTo>
                  <a:lnTo>
                    <a:pt x="625223" y="1237414"/>
                  </a:lnTo>
                  <a:lnTo>
                    <a:pt x="624095" y="1237539"/>
                  </a:lnTo>
                  <a:lnTo>
                    <a:pt x="619960" y="1237414"/>
                  </a:lnTo>
                  <a:lnTo>
                    <a:pt x="618581" y="1237414"/>
                  </a:lnTo>
                  <a:lnTo>
                    <a:pt x="615198" y="1237664"/>
                  </a:lnTo>
                  <a:lnTo>
                    <a:pt x="614070" y="1237790"/>
                  </a:lnTo>
                  <a:lnTo>
                    <a:pt x="611313" y="1238040"/>
                  </a:lnTo>
                  <a:lnTo>
                    <a:pt x="604796" y="1239920"/>
                  </a:lnTo>
                  <a:lnTo>
                    <a:pt x="599407" y="1241424"/>
                  </a:lnTo>
                  <a:lnTo>
                    <a:pt x="597402" y="1242176"/>
                  </a:lnTo>
                  <a:lnTo>
                    <a:pt x="594394" y="1242803"/>
                  </a:lnTo>
                  <a:lnTo>
                    <a:pt x="589883" y="1243805"/>
                  </a:lnTo>
                  <a:lnTo>
                    <a:pt x="588379" y="1244181"/>
                  </a:lnTo>
                  <a:lnTo>
                    <a:pt x="583617" y="1245309"/>
                  </a:lnTo>
                  <a:lnTo>
                    <a:pt x="578855" y="1245936"/>
                  </a:lnTo>
                  <a:lnTo>
                    <a:pt x="574844" y="1246562"/>
                  </a:lnTo>
                  <a:lnTo>
                    <a:pt x="572338" y="1247189"/>
                  </a:lnTo>
                  <a:lnTo>
                    <a:pt x="570960" y="1247565"/>
                  </a:lnTo>
                  <a:lnTo>
                    <a:pt x="559681" y="1249946"/>
                  </a:lnTo>
                  <a:lnTo>
                    <a:pt x="538251" y="1254833"/>
                  </a:lnTo>
                  <a:lnTo>
                    <a:pt x="525969" y="1257590"/>
                  </a:lnTo>
                  <a:lnTo>
                    <a:pt x="514816" y="1259721"/>
                  </a:lnTo>
                  <a:lnTo>
                    <a:pt x="507422" y="1260347"/>
                  </a:lnTo>
                  <a:lnTo>
                    <a:pt x="503286" y="1261350"/>
                  </a:lnTo>
                  <a:lnTo>
                    <a:pt x="500780" y="1261977"/>
                  </a:lnTo>
                  <a:lnTo>
                    <a:pt x="498148" y="1262603"/>
                  </a:lnTo>
                  <a:lnTo>
                    <a:pt x="487120" y="1264734"/>
                  </a:lnTo>
                  <a:lnTo>
                    <a:pt x="477220" y="1266739"/>
                  </a:lnTo>
                  <a:lnTo>
                    <a:pt x="476719" y="1266864"/>
                  </a:lnTo>
                  <a:lnTo>
                    <a:pt x="473460" y="1267491"/>
                  </a:lnTo>
                  <a:lnTo>
                    <a:pt x="472834" y="1267616"/>
                  </a:lnTo>
                  <a:lnTo>
                    <a:pt x="460302" y="1270373"/>
                  </a:lnTo>
                  <a:lnTo>
                    <a:pt x="449649" y="1272002"/>
                  </a:lnTo>
                  <a:lnTo>
                    <a:pt x="447895" y="1272253"/>
                  </a:lnTo>
                  <a:lnTo>
                    <a:pt x="443258" y="1273381"/>
                  </a:lnTo>
                  <a:lnTo>
                    <a:pt x="441629" y="1273757"/>
                  </a:lnTo>
                  <a:lnTo>
                    <a:pt x="440752" y="1273882"/>
                  </a:lnTo>
                  <a:lnTo>
                    <a:pt x="440000" y="1274007"/>
                  </a:lnTo>
                  <a:lnTo>
                    <a:pt x="400148" y="1280524"/>
                  </a:lnTo>
                  <a:lnTo>
                    <a:pt x="398519" y="1270373"/>
                  </a:lnTo>
                  <a:lnTo>
                    <a:pt x="396388" y="1253455"/>
                  </a:lnTo>
                  <a:lnTo>
                    <a:pt x="396012" y="1249319"/>
                  </a:lnTo>
                  <a:lnTo>
                    <a:pt x="393882" y="1248191"/>
                  </a:lnTo>
                  <a:lnTo>
                    <a:pt x="390874" y="1245810"/>
                  </a:lnTo>
                  <a:lnTo>
                    <a:pt x="387114" y="1241424"/>
                  </a:lnTo>
                  <a:lnTo>
                    <a:pt x="389997" y="1239670"/>
                  </a:lnTo>
                  <a:lnTo>
                    <a:pt x="392754" y="1237038"/>
                  </a:lnTo>
                  <a:lnTo>
                    <a:pt x="394884" y="1234531"/>
                  </a:lnTo>
                  <a:lnTo>
                    <a:pt x="399145" y="1225759"/>
                  </a:lnTo>
                  <a:lnTo>
                    <a:pt x="404659" y="1213979"/>
                  </a:lnTo>
                  <a:lnTo>
                    <a:pt x="415687" y="1191922"/>
                  </a:lnTo>
                  <a:lnTo>
                    <a:pt x="426465" y="1170117"/>
                  </a:lnTo>
                  <a:lnTo>
                    <a:pt x="427593" y="1167736"/>
                  </a:lnTo>
                  <a:lnTo>
                    <a:pt x="432731" y="1168237"/>
                  </a:lnTo>
                  <a:lnTo>
                    <a:pt x="438997" y="1153324"/>
                  </a:lnTo>
                  <a:lnTo>
                    <a:pt x="441754" y="1146682"/>
                  </a:lnTo>
                  <a:lnTo>
                    <a:pt x="442757" y="1144175"/>
                  </a:lnTo>
                  <a:lnTo>
                    <a:pt x="448521" y="1131017"/>
                  </a:lnTo>
                  <a:lnTo>
                    <a:pt x="449775" y="1129012"/>
                  </a:lnTo>
                  <a:lnTo>
                    <a:pt x="456041" y="1116981"/>
                  </a:lnTo>
                  <a:lnTo>
                    <a:pt x="456291" y="1116229"/>
                  </a:lnTo>
                  <a:lnTo>
                    <a:pt x="464813" y="1099060"/>
                  </a:lnTo>
                  <a:lnTo>
                    <a:pt x="470453" y="1088032"/>
                  </a:lnTo>
                  <a:lnTo>
                    <a:pt x="473210" y="1082267"/>
                  </a:lnTo>
                  <a:lnTo>
                    <a:pt x="473961" y="1079886"/>
                  </a:lnTo>
                  <a:lnTo>
                    <a:pt x="466944" y="1076502"/>
                  </a:lnTo>
                  <a:lnTo>
                    <a:pt x="465440" y="1076001"/>
                  </a:lnTo>
                  <a:lnTo>
                    <a:pt x="466066" y="1074873"/>
                  </a:lnTo>
                  <a:lnTo>
                    <a:pt x="468197" y="1070863"/>
                  </a:lnTo>
                  <a:lnTo>
                    <a:pt x="470954" y="1065599"/>
                  </a:lnTo>
                  <a:lnTo>
                    <a:pt x="471831" y="1064096"/>
                  </a:lnTo>
                  <a:lnTo>
                    <a:pt x="475215" y="1056952"/>
                  </a:lnTo>
                  <a:lnTo>
                    <a:pt x="475716" y="1055824"/>
                  </a:lnTo>
                  <a:lnTo>
                    <a:pt x="476969" y="1053945"/>
                  </a:lnTo>
                  <a:lnTo>
                    <a:pt x="477721" y="1052566"/>
                  </a:lnTo>
                  <a:lnTo>
                    <a:pt x="478473" y="1051313"/>
                  </a:lnTo>
                  <a:lnTo>
                    <a:pt x="478724" y="1050812"/>
                  </a:lnTo>
                  <a:lnTo>
                    <a:pt x="478974" y="1050310"/>
                  </a:lnTo>
                  <a:lnTo>
                    <a:pt x="479225" y="1048556"/>
                  </a:lnTo>
                  <a:lnTo>
                    <a:pt x="479601" y="1046425"/>
                  </a:lnTo>
                  <a:lnTo>
                    <a:pt x="479977" y="1044671"/>
                  </a:lnTo>
                  <a:lnTo>
                    <a:pt x="480478" y="1043418"/>
                  </a:lnTo>
                  <a:lnTo>
                    <a:pt x="480854" y="1042415"/>
                  </a:lnTo>
                  <a:lnTo>
                    <a:pt x="481606" y="1040911"/>
                  </a:lnTo>
                  <a:lnTo>
                    <a:pt x="482233" y="1039658"/>
                  </a:lnTo>
                  <a:lnTo>
                    <a:pt x="483235" y="1037904"/>
                  </a:lnTo>
                  <a:lnTo>
                    <a:pt x="484112" y="1037528"/>
                  </a:lnTo>
                  <a:lnTo>
                    <a:pt x="484614" y="1036650"/>
                  </a:lnTo>
                  <a:lnTo>
                    <a:pt x="466066" y="1027377"/>
                  </a:lnTo>
                  <a:lnTo>
                    <a:pt x="461304" y="1022865"/>
                  </a:lnTo>
                  <a:lnTo>
                    <a:pt x="457920" y="1018730"/>
                  </a:lnTo>
                  <a:lnTo>
                    <a:pt x="448271" y="1004318"/>
                  </a:lnTo>
                  <a:lnTo>
                    <a:pt x="420074" y="960957"/>
                  </a:lnTo>
                  <a:lnTo>
                    <a:pt x="392879" y="919726"/>
                  </a:lnTo>
                  <a:lnTo>
                    <a:pt x="381350" y="896793"/>
                  </a:lnTo>
                  <a:lnTo>
                    <a:pt x="370447" y="874360"/>
                  </a:lnTo>
                  <a:lnTo>
                    <a:pt x="357664" y="847792"/>
                  </a:lnTo>
                  <a:lnTo>
                    <a:pt x="356662" y="845787"/>
                  </a:lnTo>
                  <a:lnTo>
                    <a:pt x="356411" y="845161"/>
                  </a:lnTo>
                  <a:lnTo>
                    <a:pt x="354280" y="840900"/>
                  </a:lnTo>
                  <a:lnTo>
                    <a:pt x="353654" y="839396"/>
                  </a:lnTo>
                  <a:lnTo>
                    <a:pt x="352401" y="837015"/>
                  </a:lnTo>
                  <a:lnTo>
                    <a:pt x="351398" y="834884"/>
                  </a:lnTo>
                  <a:lnTo>
                    <a:pt x="347638" y="826989"/>
                  </a:lnTo>
                  <a:lnTo>
                    <a:pt x="345383" y="822227"/>
                  </a:lnTo>
                  <a:lnTo>
                    <a:pt x="337613" y="825861"/>
                  </a:lnTo>
                  <a:lnTo>
                    <a:pt x="331597" y="812703"/>
                  </a:lnTo>
                  <a:lnTo>
                    <a:pt x="329843" y="813079"/>
                  </a:lnTo>
                  <a:lnTo>
                    <a:pt x="315306" y="805935"/>
                  </a:lnTo>
                  <a:lnTo>
                    <a:pt x="316559" y="803554"/>
                  </a:lnTo>
                  <a:lnTo>
                    <a:pt x="311421" y="800923"/>
                  </a:lnTo>
                  <a:lnTo>
                    <a:pt x="284101" y="812953"/>
                  </a:lnTo>
                  <a:lnTo>
                    <a:pt x="240740" y="834634"/>
                  </a:lnTo>
                  <a:lnTo>
                    <a:pt x="238108" y="828869"/>
                  </a:lnTo>
                  <a:lnTo>
                    <a:pt x="198507" y="752800"/>
                  </a:lnTo>
                  <a:lnTo>
                    <a:pt x="198256" y="752925"/>
                  </a:lnTo>
                  <a:lnTo>
                    <a:pt x="196753" y="754303"/>
                  </a:lnTo>
                  <a:lnTo>
                    <a:pt x="196001" y="755055"/>
                  </a:lnTo>
                  <a:lnTo>
                    <a:pt x="195123" y="754554"/>
                  </a:lnTo>
                  <a:lnTo>
                    <a:pt x="194121" y="754178"/>
                  </a:lnTo>
                  <a:lnTo>
                    <a:pt x="192868" y="753677"/>
                  </a:lnTo>
                  <a:lnTo>
                    <a:pt x="177704" y="747661"/>
                  </a:lnTo>
                  <a:lnTo>
                    <a:pt x="174195" y="746283"/>
                  </a:lnTo>
                  <a:lnTo>
                    <a:pt x="171438" y="745155"/>
                  </a:lnTo>
                  <a:lnTo>
                    <a:pt x="169809" y="744528"/>
                  </a:lnTo>
                  <a:lnTo>
                    <a:pt x="169433" y="744403"/>
                  </a:lnTo>
                  <a:lnTo>
                    <a:pt x="167052" y="743400"/>
                  </a:lnTo>
                  <a:lnTo>
                    <a:pt x="158530" y="740017"/>
                  </a:lnTo>
                  <a:lnTo>
                    <a:pt x="157653" y="739766"/>
                  </a:lnTo>
                  <a:lnTo>
                    <a:pt x="153517" y="738262"/>
                  </a:lnTo>
                  <a:lnTo>
                    <a:pt x="153141" y="738137"/>
                  </a:lnTo>
                  <a:lnTo>
                    <a:pt x="152264" y="737761"/>
                  </a:lnTo>
                  <a:lnTo>
                    <a:pt x="147502" y="735004"/>
                  </a:lnTo>
                  <a:lnTo>
                    <a:pt x="144619" y="733375"/>
                  </a:lnTo>
                  <a:lnTo>
                    <a:pt x="141862" y="731996"/>
                  </a:lnTo>
                  <a:lnTo>
                    <a:pt x="141110" y="729490"/>
                  </a:lnTo>
                  <a:lnTo>
                    <a:pt x="140860" y="728989"/>
                  </a:lnTo>
                  <a:lnTo>
                    <a:pt x="140358" y="727359"/>
                  </a:lnTo>
                  <a:lnTo>
                    <a:pt x="139857" y="726357"/>
                  </a:lnTo>
                  <a:lnTo>
                    <a:pt x="138980" y="725354"/>
                  </a:lnTo>
                  <a:lnTo>
                    <a:pt x="134468" y="727109"/>
                  </a:lnTo>
                  <a:lnTo>
                    <a:pt x="132087" y="727986"/>
                  </a:lnTo>
                  <a:lnTo>
                    <a:pt x="131837" y="725856"/>
                  </a:lnTo>
                  <a:lnTo>
                    <a:pt x="131837" y="725605"/>
                  </a:lnTo>
                  <a:lnTo>
                    <a:pt x="131586" y="723600"/>
                  </a:lnTo>
                  <a:lnTo>
                    <a:pt x="131586" y="723349"/>
                  </a:lnTo>
                  <a:lnTo>
                    <a:pt x="131837" y="722723"/>
                  </a:lnTo>
                  <a:lnTo>
                    <a:pt x="131962" y="722472"/>
                  </a:lnTo>
                  <a:lnTo>
                    <a:pt x="132087" y="720592"/>
                  </a:lnTo>
                  <a:lnTo>
                    <a:pt x="131962" y="720091"/>
                  </a:lnTo>
                  <a:lnTo>
                    <a:pt x="131837" y="719214"/>
                  </a:lnTo>
                  <a:lnTo>
                    <a:pt x="131461" y="717710"/>
                  </a:lnTo>
                  <a:lnTo>
                    <a:pt x="131335" y="717083"/>
                  </a:lnTo>
                  <a:lnTo>
                    <a:pt x="131085" y="716081"/>
                  </a:lnTo>
                  <a:lnTo>
                    <a:pt x="130834" y="715705"/>
                  </a:lnTo>
                  <a:lnTo>
                    <a:pt x="129706" y="713700"/>
                  </a:lnTo>
                  <a:lnTo>
                    <a:pt x="128954" y="712948"/>
                  </a:lnTo>
                  <a:lnTo>
                    <a:pt x="127952" y="711569"/>
                  </a:lnTo>
                  <a:lnTo>
                    <a:pt x="127450" y="710692"/>
                  </a:lnTo>
                  <a:lnTo>
                    <a:pt x="127325" y="710441"/>
                  </a:lnTo>
                  <a:lnTo>
                    <a:pt x="127325" y="709940"/>
                  </a:lnTo>
                  <a:lnTo>
                    <a:pt x="127074" y="708561"/>
                  </a:lnTo>
                  <a:lnTo>
                    <a:pt x="127074" y="707308"/>
                  </a:lnTo>
                  <a:lnTo>
                    <a:pt x="127074" y="707058"/>
                  </a:lnTo>
                  <a:lnTo>
                    <a:pt x="126949" y="705178"/>
                  </a:lnTo>
                  <a:lnTo>
                    <a:pt x="126824" y="704551"/>
                  </a:lnTo>
                  <a:lnTo>
                    <a:pt x="126573" y="702546"/>
                  </a:lnTo>
                  <a:lnTo>
                    <a:pt x="126573" y="702295"/>
                  </a:lnTo>
                  <a:lnTo>
                    <a:pt x="126448" y="701919"/>
                  </a:lnTo>
                  <a:lnTo>
                    <a:pt x="126448" y="701418"/>
                  </a:lnTo>
                  <a:lnTo>
                    <a:pt x="126448" y="699789"/>
                  </a:lnTo>
                  <a:lnTo>
                    <a:pt x="126448" y="699162"/>
                  </a:lnTo>
                  <a:lnTo>
                    <a:pt x="126448" y="698410"/>
                  </a:lnTo>
                  <a:lnTo>
                    <a:pt x="126448" y="697533"/>
                  </a:lnTo>
                  <a:lnTo>
                    <a:pt x="126448" y="696656"/>
                  </a:lnTo>
                  <a:lnTo>
                    <a:pt x="126573" y="695152"/>
                  </a:lnTo>
                  <a:lnTo>
                    <a:pt x="126573" y="693523"/>
                  </a:lnTo>
                  <a:lnTo>
                    <a:pt x="126448" y="691768"/>
                  </a:lnTo>
                  <a:lnTo>
                    <a:pt x="126448" y="689137"/>
                  </a:lnTo>
                  <a:lnTo>
                    <a:pt x="126698" y="688134"/>
                  </a:lnTo>
                  <a:lnTo>
                    <a:pt x="127200" y="687382"/>
                  </a:lnTo>
                  <a:lnTo>
                    <a:pt x="127576" y="686756"/>
                  </a:lnTo>
                  <a:lnTo>
                    <a:pt x="129706" y="684500"/>
                  </a:lnTo>
                  <a:lnTo>
                    <a:pt x="133090" y="681743"/>
                  </a:lnTo>
                  <a:lnTo>
                    <a:pt x="133466" y="681242"/>
                  </a:lnTo>
                  <a:lnTo>
                    <a:pt x="134218" y="680490"/>
                  </a:lnTo>
                  <a:lnTo>
                    <a:pt x="134719" y="679988"/>
                  </a:lnTo>
                  <a:lnTo>
                    <a:pt x="136348" y="678109"/>
                  </a:lnTo>
                  <a:lnTo>
                    <a:pt x="137476" y="677231"/>
                  </a:lnTo>
                  <a:lnTo>
                    <a:pt x="139481" y="676479"/>
                  </a:lnTo>
                  <a:lnTo>
                    <a:pt x="141110" y="675477"/>
                  </a:lnTo>
                  <a:lnTo>
                    <a:pt x="141862" y="674600"/>
                  </a:lnTo>
                  <a:lnTo>
                    <a:pt x="142238" y="673472"/>
                  </a:lnTo>
                  <a:lnTo>
                    <a:pt x="142614" y="672344"/>
                  </a:lnTo>
                  <a:lnTo>
                    <a:pt x="143366" y="669461"/>
                  </a:lnTo>
                  <a:lnTo>
                    <a:pt x="143742" y="668208"/>
                  </a:lnTo>
                  <a:lnTo>
                    <a:pt x="143993" y="667582"/>
                  </a:lnTo>
                  <a:lnTo>
                    <a:pt x="145246" y="665702"/>
                  </a:lnTo>
                  <a:lnTo>
                    <a:pt x="147878" y="662443"/>
                  </a:lnTo>
                  <a:lnTo>
                    <a:pt x="148254" y="662068"/>
                  </a:lnTo>
                  <a:lnTo>
                    <a:pt x="148755" y="661316"/>
                  </a:lnTo>
                  <a:lnTo>
                    <a:pt x="149632" y="660313"/>
                  </a:lnTo>
                  <a:lnTo>
                    <a:pt x="150509" y="658057"/>
                  </a:lnTo>
                  <a:lnTo>
                    <a:pt x="152640" y="650914"/>
                  </a:lnTo>
                  <a:lnTo>
                    <a:pt x="154269" y="647906"/>
                  </a:lnTo>
                  <a:lnTo>
                    <a:pt x="154770" y="647029"/>
                  </a:lnTo>
                  <a:lnTo>
                    <a:pt x="156149" y="644773"/>
                  </a:lnTo>
                  <a:lnTo>
                    <a:pt x="157653" y="641766"/>
                  </a:lnTo>
                  <a:lnTo>
                    <a:pt x="158655" y="639134"/>
                  </a:lnTo>
                  <a:lnTo>
                    <a:pt x="158781" y="638633"/>
                  </a:lnTo>
                  <a:lnTo>
                    <a:pt x="159156" y="636251"/>
                  </a:lnTo>
                  <a:lnTo>
                    <a:pt x="159783" y="634873"/>
                  </a:lnTo>
                  <a:lnTo>
                    <a:pt x="159783" y="634372"/>
                  </a:lnTo>
                  <a:lnTo>
                    <a:pt x="158405" y="631740"/>
                  </a:lnTo>
                  <a:lnTo>
                    <a:pt x="158154" y="631364"/>
                  </a:lnTo>
                  <a:lnTo>
                    <a:pt x="158029" y="630988"/>
                  </a:lnTo>
                  <a:lnTo>
                    <a:pt x="157653" y="630361"/>
                  </a:lnTo>
                  <a:lnTo>
                    <a:pt x="157903" y="629860"/>
                  </a:lnTo>
                  <a:lnTo>
                    <a:pt x="160535" y="625725"/>
                  </a:lnTo>
                  <a:lnTo>
                    <a:pt x="162665" y="623093"/>
                  </a:lnTo>
                  <a:lnTo>
                    <a:pt x="164921" y="618832"/>
                  </a:lnTo>
                  <a:lnTo>
                    <a:pt x="165297" y="618205"/>
                  </a:lnTo>
                  <a:lnTo>
                    <a:pt x="166550" y="615950"/>
                  </a:lnTo>
                  <a:lnTo>
                    <a:pt x="166926" y="615448"/>
                  </a:lnTo>
                  <a:lnTo>
                    <a:pt x="160786" y="597026"/>
                  </a:lnTo>
                  <a:lnTo>
                    <a:pt x="159156" y="592139"/>
                  </a:lnTo>
                  <a:lnTo>
                    <a:pt x="151387" y="569581"/>
                  </a:lnTo>
                  <a:lnTo>
                    <a:pt x="151011" y="565445"/>
                  </a:lnTo>
                  <a:lnTo>
                    <a:pt x="146624" y="553791"/>
                  </a:lnTo>
                  <a:lnTo>
                    <a:pt x="138604" y="532361"/>
                  </a:lnTo>
                  <a:lnTo>
                    <a:pt x="133090" y="515317"/>
                  </a:lnTo>
                  <a:lnTo>
                    <a:pt x="133967" y="480603"/>
                  </a:lnTo>
                  <a:lnTo>
                    <a:pt x="132589" y="477470"/>
                  </a:lnTo>
                  <a:lnTo>
                    <a:pt x="127576" y="476343"/>
                  </a:lnTo>
                  <a:lnTo>
                    <a:pt x="126824" y="474588"/>
                  </a:lnTo>
                  <a:lnTo>
                    <a:pt x="122688" y="463936"/>
                  </a:lnTo>
                  <a:lnTo>
                    <a:pt x="120558" y="458923"/>
                  </a:lnTo>
                  <a:lnTo>
                    <a:pt x="130333" y="457795"/>
                  </a:lnTo>
                  <a:lnTo>
                    <a:pt x="133090" y="455665"/>
                  </a:lnTo>
                  <a:lnTo>
                    <a:pt x="133340" y="437493"/>
                  </a:lnTo>
                  <a:lnTo>
                    <a:pt x="135596" y="425713"/>
                  </a:lnTo>
                  <a:lnTo>
                    <a:pt x="136223" y="422831"/>
                  </a:lnTo>
                  <a:lnTo>
                    <a:pt x="137476" y="417442"/>
                  </a:lnTo>
                  <a:lnTo>
                    <a:pt x="137476" y="417066"/>
                  </a:lnTo>
                  <a:lnTo>
                    <a:pt x="137601" y="416439"/>
                  </a:lnTo>
                  <a:lnTo>
                    <a:pt x="137727" y="415938"/>
                  </a:lnTo>
                  <a:lnTo>
                    <a:pt x="137727" y="415437"/>
                  </a:lnTo>
                  <a:lnTo>
                    <a:pt x="137852" y="414309"/>
                  </a:lnTo>
                  <a:lnTo>
                    <a:pt x="138103" y="411427"/>
                  </a:lnTo>
                  <a:lnTo>
                    <a:pt x="139105" y="409547"/>
                  </a:lnTo>
                  <a:lnTo>
                    <a:pt x="139982" y="407792"/>
                  </a:lnTo>
                  <a:lnTo>
                    <a:pt x="140985" y="406038"/>
                  </a:lnTo>
                  <a:lnTo>
                    <a:pt x="141236" y="405662"/>
                  </a:lnTo>
                  <a:lnTo>
                    <a:pt x="142364" y="403406"/>
                  </a:lnTo>
                  <a:lnTo>
                    <a:pt x="142865" y="401025"/>
                  </a:lnTo>
                  <a:lnTo>
                    <a:pt x="142865" y="400398"/>
                  </a:lnTo>
                  <a:lnTo>
                    <a:pt x="143617" y="398519"/>
                  </a:lnTo>
                  <a:lnTo>
                    <a:pt x="143742" y="396388"/>
                  </a:lnTo>
                  <a:lnTo>
                    <a:pt x="143993" y="395135"/>
                  </a:lnTo>
                  <a:lnTo>
                    <a:pt x="144243" y="394258"/>
                  </a:lnTo>
                  <a:lnTo>
                    <a:pt x="144745" y="392253"/>
                  </a:lnTo>
                  <a:lnTo>
                    <a:pt x="144745" y="392002"/>
                  </a:lnTo>
                  <a:lnTo>
                    <a:pt x="144745" y="390498"/>
                  </a:lnTo>
                  <a:lnTo>
                    <a:pt x="144745" y="389997"/>
                  </a:lnTo>
                  <a:lnTo>
                    <a:pt x="144619" y="388493"/>
                  </a:lnTo>
                  <a:lnTo>
                    <a:pt x="144494" y="388117"/>
                  </a:lnTo>
                  <a:lnTo>
                    <a:pt x="143867" y="386362"/>
                  </a:lnTo>
                  <a:lnTo>
                    <a:pt x="143617" y="385485"/>
                  </a:lnTo>
                  <a:lnTo>
                    <a:pt x="143491" y="382478"/>
                  </a:lnTo>
                  <a:lnTo>
                    <a:pt x="143867" y="380472"/>
                  </a:lnTo>
                  <a:lnTo>
                    <a:pt x="145246" y="377339"/>
                  </a:lnTo>
                  <a:lnTo>
                    <a:pt x="145622" y="375836"/>
                  </a:lnTo>
                  <a:lnTo>
                    <a:pt x="145497" y="372703"/>
                  </a:lnTo>
                  <a:lnTo>
                    <a:pt x="145246" y="370196"/>
                  </a:lnTo>
                  <a:lnTo>
                    <a:pt x="144995" y="366938"/>
                  </a:lnTo>
                  <a:lnTo>
                    <a:pt x="144745" y="364557"/>
                  </a:lnTo>
                  <a:lnTo>
                    <a:pt x="144243" y="362677"/>
                  </a:lnTo>
                  <a:lnTo>
                    <a:pt x="143366" y="360672"/>
                  </a:lnTo>
                  <a:lnTo>
                    <a:pt x="142364" y="358541"/>
                  </a:lnTo>
                  <a:lnTo>
                    <a:pt x="140860" y="356160"/>
                  </a:lnTo>
                  <a:lnTo>
                    <a:pt x="140358" y="354406"/>
                  </a:lnTo>
                  <a:lnTo>
                    <a:pt x="138855" y="352401"/>
                  </a:lnTo>
                  <a:lnTo>
                    <a:pt x="137225" y="351649"/>
                  </a:lnTo>
                  <a:lnTo>
                    <a:pt x="136849" y="351273"/>
                  </a:lnTo>
                  <a:lnTo>
                    <a:pt x="135346" y="350020"/>
                  </a:lnTo>
                  <a:lnTo>
                    <a:pt x="134468" y="349268"/>
                  </a:lnTo>
                  <a:lnTo>
                    <a:pt x="133842" y="348766"/>
                  </a:lnTo>
                  <a:lnTo>
                    <a:pt x="133842" y="347137"/>
                  </a:lnTo>
                  <a:lnTo>
                    <a:pt x="134218" y="345257"/>
                  </a:lnTo>
                  <a:lnTo>
                    <a:pt x="133466" y="343127"/>
                  </a:lnTo>
                  <a:lnTo>
                    <a:pt x="133090" y="342626"/>
                  </a:lnTo>
                  <a:lnTo>
                    <a:pt x="132463" y="341874"/>
                  </a:lnTo>
                  <a:lnTo>
                    <a:pt x="130834" y="340245"/>
                  </a:lnTo>
                  <a:lnTo>
                    <a:pt x="129706" y="338615"/>
                  </a:lnTo>
                  <a:lnTo>
                    <a:pt x="130458" y="337488"/>
                  </a:lnTo>
                  <a:lnTo>
                    <a:pt x="131837" y="335858"/>
                  </a:lnTo>
                  <a:lnTo>
                    <a:pt x="132965" y="334104"/>
                  </a:lnTo>
                  <a:lnTo>
                    <a:pt x="133466" y="333227"/>
                  </a:lnTo>
                  <a:lnTo>
                    <a:pt x="133591" y="332976"/>
                  </a:lnTo>
                  <a:lnTo>
                    <a:pt x="134594" y="331723"/>
                  </a:lnTo>
                  <a:lnTo>
                    <a:pt x="134970" y="329843"/>
                  </a:lnTo>
                  <a:lnTo>
                    <a:pt x="135847" y="328088"/>
                  </a:lnTo>
                  <a:lnTo>
                    <a:pt x="136975" y="326961"/>
                  </a:lnTo>
                  <a:lnTo>
                    <a:pt x="137476" y="325958"/>
                  </a:lnTo>
                  <a:lnTo>
                    <a:pt x="137601" y="325457"/>
                  </a:lnTo>
                  <a:lnTo>
                    <a:pt x="137852" y="324204"/>
                  </a:lnTo>
                  <a:lnTo>
                    <a:pt x="138980" y="322700"/>
                  </a:lnTo>
                  <a:lnTo>
                    <a:pt x="139231" y="322324"/>
                  </a:lnTo>
                  <a:lnTo>
                    <a:pt x="140233" y="320945"/>
                  </a:lnTo>
                  <a:lnTo>
                    <a:pt x="140358" y="319943"/>
                  </a:lnTo>
                  <a:lnTo>
                    <a:pt x="139481" y="319065"/>
                  </a:lnTo>
                  <a:lnTo>
                    <a:pt x="138604" y="318940"/>
                  </a:lnTo>
                  <a:lnTo>
                    <a:pt x="137601" y="318815"/>
                  </a:lnTo>
                  <a:lnTo>
                    <a:pt x="136599" y="318313"/>
                  </a:lnTo>
                  <a:lnTo>
                    <a:pt x="136223" y="318188"/>
                  </a:lnTo>
                  <a:lnTo>
                    <a:pt x="134970" y="317687"/>
                  </a:lnTo>
                  <a:lnTo>
                    <a:pt x="134343" y="317436"/>
                  </a:lnTo>
                  <a:lnTo>
                    <a:pt x="133466" y="317186"/>
                  </a:lnTo>
                  <a:lnTo>
                    <a:pt x="132589" y="315932"/>
                  </a:lnTo>
                  <a:lnTo>
                    <a:pt x="131711" y="314429"/>
                  </a:lnTo>
                  <a:lnTo>
                    <a:pt x="131210" y="313551"/>
                  </a:lnTo>
                  <a:lnTo>
                    <a:pt x="131210" y="311671"/>
                  </a:lnTo>
                  <a:lnTo>
                    <a:pt x="130959" y="308413"/>
                  </a:lnTo>
                  <a:lnTo>
                    <a:pt x="130709" y="306909"/>
                  </a:lnTo>
                  <a:lnTo>
                    <a:pt x="129456" y="306533"/>
                  </a:lnTo>
                  <a:lnTo>
                    <a:pt x="127826" y="306032"/>
                  </a:lnTo>
                  <a:lnTo>
                    <a:pt x="126698" y="304904"/>
                  </a:lnTo>
                  <a:lnTo>
                    <a:pt x="125821" y="303776"/>
                  </a:lnTo>
                  <a:lnTo>
                    <a:pt x="125320" y="301521"/>
                  </a:lnTo>
                  <a:lnTo>
                    <a:pt x="124819" y="299139"/>
                  </a:lnTo>
                  <a:lnTo>
                    <a:pt x="124693" y="297510"/>
                  </a:lnTo>
                  <a:lnTo>
                    <a:pt x="124568" y="296132"/>
                  </a:lnTo>
                  <a:lnTo>
                    <a:pt x="124443" y="294628"/>
                  </a:lnTo>
                  <a:lnTo>
                    <a:pt x="124192" y="293124"/>
                  </a:lnTo>
                  <a:lnTo>
                    <a:pt x="123941" y="291746"/>
                  </a:lnTo>
                  <a:lnTo>
                    <a:pt x="123565" y="288863"/>
                  </a:lnTo>
                  <a:lnTo>
                    <a:pt x="123816" y="286983"/>
                  </a:lnTo>
                  <a:lnTo>
                    <a:pt x="124443" y="285855"/>
                  </a:lnTo>
                  <a:lnTo>
                    <a:pt x="124944" y="283725"/>
                  </a:lnTo>
                  <a:lnTo>
                    <a:pt x="125696" y="282848"/>
                  </a:lnTo>
                  <a:lnTo>
                    <a:pt x="126323" y="282096"/>
                  </a:lnTo>
                  <a:lnTo>
                    <a:pt x="127826" y="280216"/>
                  </a:lnTo>
                  <a:lnTo>
                    <a:pt x="129581" y="278712"/>
                  </a:lnTo>
                  <a:lnTo>
                    <a:pt x="129706" y="277835"/>
                  </a:lnTo>
                  <a:lnTo>
                    <a:pt x="129831" y="277208"/>
                  </a:lnTo>
                  <a:lnTo>
                    <a:pt x="129581" y="275078"/>
                  </a:lnTo>
                  <a:lnTo>
                    <a:pt x="128954" y="272822"/>
                  </a:lnTo>
                  <a:lnTo>
                    <a:pt x="128954" y="272321"/>
                  </a:lnTo>
                  <a:lnTo>
                    <a:pt x="128704" y="271569"/>
                  </a:lnTo>
                  <a:lnTo>
                    <a:pt x="128077" y="270065"/>
                  </a:lnTo>
                  <a:lnTo>
                    <a:pt x="128077" y="269438"/>
                  </a:lnTo>
                  <a:lnTo>
                    <a:pt x="127826" y="267559"/>
                  </a:lnTo>
                  <a:lnTo>
                    <a:pt x="127826" y="264426"/>
                  </a:lnTo>
                  <a:lnTo>
                    <a:pt x="127952" y="261669"/>
                  </a:lnTo>
                  <a:lnTo>
                    <a:pt x="128578" y="259914"/>
                  </a:lnTo>
                  <a:lnTo>
                    <a:pt x="129581" y="258536"/>
                  </a:lnTo>
                  <a:lnTo>
                    <a:pt x="129957" y="257909"/>
                  </a:lnTo>
                  <a:lnTo>
                    <a:pt x="130082" y="257533"/>
                  </a:lnTo>
                  <a:lnTo>
                    <a:pt x="130333" y="255403"/>
                  </a:lnTo>
                  <a:lnTo>
                    <a:pt x="131335" y="251894"/>
                  </a:lnTo>
                  <a:lnTo>
                    <a:pt x="131461" y="251392"/>
                  </a:lnTo>
                  <a:lnTo>
                    <a:pt x="131711" y="250264"/>
                  </a:lnTo>
                  <a:lnTo>
                    <a:pt x="131335" y="249889"/>
                  </a:lnTo>
                  <a:lnTo>
                    <a:pt x="130333" y="248886"/>
                  </a:lnTo>
                  <a:lnTo>
                    <a:pt x="128954" y="247257"/>
                  </a:lnTo>
                  <a:lnTo>
                    <a:pt x="127200" y="244625"/>
                  </a:lnTo>
                  <a:lnTo>
                    <a:pt x="126448" y="241993"/>
                  </a:lnTo>
                  <a:lnTo>
                    <a:pt x="125320" y="239487"/>
                  </a:lnTo>
                  <a:lnTo>
                    <a:pt x="125195" y="239236"/>
                  </a:lnTo>
                  <a:lnTo>
                    <a:pt x="123941" y="237983"/>
                  </a:lnTo>
                  <a:lnTo>
                    <a:pt x="122312" y="236855"/>
                  </a:lnTo>
                  <a:lnTo>
                    <a:pt x="121184" y="236103"/>
                  </a:lnTo>
                  <a:lnTo>
                    <a:pt x="119806" y="234599"/>
                  </a:lnTo>
                  <a:lnTo>
                    <a:pt x="119179" y="233973"/>
                  </a:lnTo>
                  <a:lnTo>
                    <a:pt x="117801" y="232720"/>
                  </a:lnTo>
                  <a:lnTo>
                    <a:pt x="117299" y="232344"/>
                  </a:lnTo>
                  <a:lnTo>
                    <a:pt x="117174" y="231717"/>
                  </a:lnTo>
                  <a:lnTo>
                    <a:pt x="116673" y="230589"/>
                  </a:lnTo>
                  <a:lnTo>
                    <a:pt x="115420" y="228584"/>
                  </a:lnTo>
                  <a:lnTo>
                    <a:pt x="113415" y="226078"/>
                  </a:lnTo>
                  <a:lnTo>
                    <a:pt x="112036" y="224824"/>
                  </a:lnTo>
                  <a:lnTo>
                    <a:pt x="109530" y="223571"/>
                  </a:lnTo>
                  <a:lnTo>
                    <a:pt x="108527" y="223070"/>
                  </a:lnTo>
                  <a:lnTo>
                    <a:pt x="104642" y="221315"/>
                  </a:lnTo>
                  <a:lnTo>
                    <a:pt x="103138" y="220564"/>
                  </a:lnTo>
                  <a:lnTo>
                    <a:pt x="102010" y="217180"/>
                  </a:lnTo>
                  <a:lnTo>
                    <a:pt x="102386" y="214548"/>
                  </a:lnTo>
                  <a:lnTo>
                    <a:pt x="102261" y="214047"/>
                  </a:lnTo>
                  <a:lnTo>
                    <a:pt x="101509" y="211791"/>
                  </a:lnTo>
                  <a:lnTo>
                    <a:pt x="100256" y="208031"/>
                  </a:lnTo>
                  <a:lnTo>
                    <a:pt x="98501" y="204147"/>
                  </a:lnTo>
                  <a:lnTo>
                    <a:pt x="98125" y="202267"/>
                  </a:lnTo>
                  <a:lnTo>
                    <a:pt x="99003" y="200763"/>
                  </a:lnTo>
                  <a:lnTo>
                    <a:pt x="100005" y="198632"/>
                  </a:lnTo>
                  <a:lnTo>
                    <a:pt x="99880" y="198131"/>
                  </a:lnTo>
                  <a:lnTo>
                    <a:pt x="98376" y="193369"/>
                  </a:lnTo>
                  <a:lnTo>
                    <a:pt x="97499" y="189860"/>
                  </a:lnTo>
                  <a:lnTo>
                    <a:pt x="98125" y="187228"/>
                  </a:lnTo>
                  <a:lnTo>
                    <a:pt x="99003" y="185348"/>
                  </a:lnTo>
                  <a:lnTo>
                    <a:pt x="100131" y="183218"/>
                  </a:lnTo>
                  <a:lnTo>
                    <a:pt x="100632" y="182842"/>
                  </a:lnTo>
                  <a:lnTo>
                    <a:pt x="101008" y="182466"/>
                  </a:lnTo>
                  <a:lnTo>
                    <a:pt x="102888" y="181338"/>
                  </a:lnTo>
                  <a:lnTo>
                    <a:pt x="104141" y="180210"/>
                  </a:lnTo>
                  <a:lnTo>
                    <a:pt x="104266" y="179709"/>
                  </a:lnTo>
                  <a:lnTo>
                    <a:pt x="104642" y="178331"/>
                  </a:lnTo>
                  <a:lnTo>
                    <a:pt x="104893" y="177829"/>
                  </a:lnTo>
                  <a:lnTo>
                    <a:pt x="103890" y="176200"/>
                  </a:lnTo>
                  <a:lnTo>
                    <a:pt x="103514" y="175198"/>
                  </a:lnTo>
                  <a:lnTo>
                    <a:pt x="102261" y="172440"/>
                  </a:lnTo>
                  <a:lnTo>
                    <a:pt x="100005" y="168681"/>
                  </a:lnTo>
                  <a:lnTo>
                    <a:pt x="98376" y="166300"/>
                  </a:lnTo>
                  <a:lnTo>
                    <a:pt x="97373" y="164796"/>
                  </a:lnTo>
                  <a:lnTo>
                    <a:pt x="94115" y="161412"/>
                  </a:lnTo>
                  <a:lnTo>
                    <a:pt x="91233" y="159407"/>
                  </a:lnTo>
                  <a:lnTo>
                    <a:pt x="90105" y="158530"/>
                  </a:lnTo>
                  <a:lnTo>
                    <a:pt x="89228" y="157903"/>
                  </a:lnTo>
                  <a:lnTo>
                    <a:pt x="88225" y="157026"/>
                  </a:lnTo>
                  <a:lnTo>
                    <a:pt x="87974" y="156901"/>
                  </a:lnTo>
                  <a:lnTo>
                    <a:pt x="83463" y="153893"/>
                  </a:lnTo>
                  <a:lnTo>
                    <a:pt x="79453" y="149883"/>
                  </a:lnTo>
                  <a:lnTo>
                    <a:pt x="77573" y="148755"/>
                  </a:lnTo>
                  <a:lnTo>
                    <a:pt x="76069" y="147752"/>
                  </a:lnTo>
                  <a:lnTo>
                    <a:pt x="75568" y="147000"/>
                  </a:lnTo>
                  <a:lnTo>
                    <a:pt x="73813" y="144870"/>
                  </a:lnTo>
                  <a:lnTo>
                    <a:pt x="73437" y="144494"/>
                  </a:lnTo>
                  <a:lnTo>
                    <a:pt x="72936" y="142238"/>
                  </a:lnTo>
                  <a:lnTo>
                    <a:pt x="70931" y="138855"/>
                  </a:lnTo>
                  <a:lnTo>
                    <a:pt x="70555" y="138103"/>
                  </a:lnTo>
                  <a:lnTo>
                    <a:pt x="68049" y="133967"/>
                  </a:lnTo>
                  <a:lnTo>
                    <a:pt x="65793" y="128829"/>
                  </a:lnTo>
                  <a:lnTo>
                    <a:pt x="63913" y="126949"/>
                  </a:lnTo>
                  <a:lnTo>
                    <a:pt x="63537" y="126824"/>
                  </a:lnTo>
                  <a:lnTo>
                    <a:pt x="62158" y="125947"/>
                  </a:lnTo>
                  <a:lnTo>
                    <a:pt x="60153" y="124944"/>
                  </a:lnTo>
                  <a:lnTo>
                    <a:pt x="58399" y="124067"/>
                  </a:lnTo>
                  <a:lnTo>
                    <a:pt x="57146" y="123315"/>
                  </a:lnTo>
                  <a:lnTo>
                    <a:pt x="55266" y="121936"/>
                  </a:lnTo>
                  <a:lnTo>
                    <a:pt x="53261" y="120558"/>
                  </a:lnTo>
                  <a:lnTo>
                    <a:pt x="51506" y="120057"/>
                  </a:lnTo>
                  <a:lnTo>
                    <a:pt x="49501" y="119806"/>
                  </a:lnTo>
                  <a:lnTo>
                    <a:pt x="48123" y="120307"/>
                  </a:lnTo>
                  <a:lnTo>
                    <a:pt x="46368" y="121435"/>
                  </a:lnTo>
                  <a:lnTo>
                    <a:pt x="44739" y="122062"/>
                  </a:lnTo>
                  <a:lnTo>
                    <a:pt x="43486" y="122312"/>
                  </a:lnTo>
                  <a:lnTo>
                    <a:pt x="41731" y="121435"/>
                  </a:lnTo>
                  <a:lnTo>
                    <a:pt x="39977" y="120558"/>
                  </a:lnTo>
                  <a:lnTo>
                    <a:pt x="38974" y="119305"/>
                  </a:lnTo>
                  <a:lnTo>
                    <a:pt x="38222" y="117425"/>
                  </a:lnTo>
                  <a:lnTo>
                    <a:pt x="37846" y="115420"/>
                  </a:lnTo>
                  <a:lnTo>
                    <a:pt x="37470" y="113039"/>
                  </a:lnTo>
                  <a:lnTo>
                    <a:pt x="36468" y="111409"/>
                  </a:lnTo>
                  <a:lnTo>
                    <a:pt x="35215" y="109906"/>
                  </a:lnTo>
                  <a:lnTo>
                    <a:pt x="34337" y="109279"/>
                  </a:lnTo>
                  <a:lnTo>
                    <a:pt x="33836" y="109028"/>
                  </a:lnTo>
                  <a:lnTo>
                    <a:pt x="32708" y="108527"/>
                  </a:lnTo>
                  <a:lnTo>
                    <a:pt x="32207" y="108402"/>
                  </a:lnTo>
                  <a:lnTo>
                    <a:pt x="30703" y="107524"/>
                  </a:lnTo>
                  <a:lnTo>
                    <a:pt x="30327" y="107023"/>
                  </a:lnTo>
                  <a:lnTo>
                    <a:pt x="29575" y="106146"/>
                  </a:lnTo>
                  <a:lnTo>
                    <a:pt x="29199" y="104391"/>
                  </a:lnTo>
                  <a:lnTo>
                    <a:pt x="28823" y="103138"/>
                  </a:lnTo>
                  <a:lnTo>
                    <a:pt x="28698" y="102512"/>
                  </a:lnTo>
                  <a:lnTo>
                    <a:pt x="28447" y="101384"/>
                  </a:lnTo>
                  <a:lnTo>
                    <a:pt x="28322" y="101008"/>
                  </a:lnTo>
                  <a:lnTo>
                    <a:pt x="28197" y="100131"/>
                  </a:lnTo>
                  <a:lnTo>
                    <a:pt x="27445" y="98000"/>
                  </a:lnTo>
                  <a:lnTo>
                    <a:pt x="27194" y="97749"/>
                  </a:lnTo>
                  <a:lnTo>
                    <a:pt x="26191" y="96496"/>
                  </a:lnTo>
                  <a:lnTo>
                    <a:pt x="24938" y="94742"/>
                  </a:lnTo>
                  <a:lnTo>
                    <a:pt x="24688" y="94491"/>
                  </a:lnTo>
                  <a:lnTo>
                    <a:pt x="23560" y="92486"/>
                  </a:lnTo>
                  <a:lnTo>
                    <a:pt x="22683" y="90982"/>
                  </a:lnTo>
                  <a:lnTo>
                    <a:pt x="21680" y="89729"/>
                  </a:lnTo>
                  <a:lnTo>
                    <a:pt x="21304" y="88225"/>
                  </a:lnTo>
                  <a:lnTo>
                    <a:pt x="21053" y="86220"/>
                  </a:lnTo>
                  <a:lnTo>
                    <a:pt x="19424" y="83087"/>
                  </a:lnTo>
                  <a:lnTo>
                    <a:pt x="16918" y="80957"/>
                  </a:lnTo>
                  <a:lnTo>
                    <a:pt x="16041" y="79703"/>
                  </a:lnTo>
                  <a:lnTo>
                    <a:pt x="15038" y="78450"/>
                  </a:lnTo>
                  <a:lnTo>
                    <a:pt x="13659" y="75818"/>
                  </a:lnTo>
                  <a:lnTo>
                    <a:pt x="12281" y="73312"/>
                  </a:lnTo>
                  <a:lnTo>
                    <a:pt x="11404" y="71056"/>
                  </a:lnTo>
                  <a:lnTo>
                    <a:pt x="11404" y="70179"/>
                  </a:lnTo>
                  <a:lnTo>
                    <a:pt x="11278" y="69302"/>
                  </a:lnTo>
                  <a:lnTo>
                    <a:pt x="11780" y="67798"/>
                  </a:lnTo>
                  <a:lnTo>
                    <a:pt x="11780" y="66169"/>
                  </a:lnTo>
                  <a:lnTo>
                    <a:pt x="11529" y="63161"/>
                  </a:lnTo>
                  <a:lnTo>
                    <a:pt x="11529" y="62910"/>
                  </a:lnTo>
                  <a:lnTo>
                    <a:pt x="11529" y="62660"/>
                  </a:lnTo>
                  <a:lnTo>
                    <a:pt x="11404" y="60028"/>
                  </a:lnTo>
                  <a:lnTo>
                    <a:pt x="11153" y="56895"/>
                  </a:lnTo>
                  <a:lnTo>
                    <a:pt x="11278" y="54138"/>
                  </a:lnTo>
                  <a:lnTo>
                    <a:pt x="11404" y="51381"/>
                  </a:lnTo>
                  <a:lnTo>
                    <a:pt x="11404" y="50880"/>
                  </a:lnTo>
                  <a:lnTo>
                    <a:pt x="11028" y="47997"/>
                  </a:lnTo>
                  <a:lnTo>
                    <a:pt x="10401" y="45992"/>
                  </a:lnTo>
                  <a:lnTo>
                    <a:pt x="9649" y="45115"/>
                  </a:lnTo>
                  <a:lnTo>
                    <a:pt x="8897" y="43611"/>
                  </a:lnTo>
                  <a:lnTo>
                    <a:pt x="8647" y="43110"/>
                  </a:lnTo>
                  <a:lnTo>
                    <a:pt x="7895" y="41606"/>
                  </a:lnTo>
                  <a:lnTo>
                    <a:pt x="7143" y="40227"/>
                  </a:lnTo>
                  <a:lnTo>
                    <a:pt x="6767" y="39225"/>
                  </a:lnTo>
                  <a:lnTo>
                    <a:pt x="6391" y="38222"/>
                  </a:lnTo>
                  <a:lnTo>
                    <a:pt x="6516" y="36969"/>
                  </a:lnTo>
                  <a:lnTo>
                    <a:pt x="6516" y="36468"/>
                  </a:lnTo>
                  <a:lnTo>
                    <a:pt x="6516" y="34588"/>
                  </a:lnTo>
                  <a:lnTo>
                    <a:pt x="6391" y="31956"/>
                  </a:lnTo>
                  <a:lnTo>
                    <a:pt x="6391" y="31580"/>
                  </a:lnTo>
                  <a:lnTo>
                    <a:pt x="6015" y="30452"/>
                  </a:lnTo>
                  <a:lnTo>
                    <a:pt x="5890" y="30202"/>
                  </a:lnTo>
                  <a:lnTo>
                    <a:pt x="4762" y="28573"/>
                  </a:lnTo>
                  <a:lnTo>
                    <a:pt x="4386" y="28197"/>
                  </a:lnTo>
                  <a:lnTo>
                    <a:pt x="3759" y="27570"/>
                  </a:lnTo>
                  <a:lnTo>
                    <a:pt x="3383" y="26943"/>
                  </a:lnTo>
                  <a:lnTo>
                    <a:pt x="2882" y="25690"/>
                  </a:lnTo>
                  <a:lnTo>
                    <a:pt x="2130" y="23685"/>
                  </a:lnTo>
                  <a:lnTo>
                    <a:pt x="1879" y="23309"/>
                  </a:lnTo>
                  <a:lnTo>
                    <a:pt x="1629" y="22557"/>
                  </a:lnTo>
                  <a:lnTo>
                    <a:pt x="1378" y="21931"/>
                  </a:lnTo>
                  <a:lnTo>
                    <a:pt x="1253" y="21555"/>
                  </a:lnTo>
                  <a:lnTo>
                    <a:pt x="1127" y="21304"/>
                  </a:lnTo>
                  <a:lnTo>
                    <a:pt x="751" y="20552"/>
                  </a:lnTo>
                  <a:lnTo>
                    <a:pt x="125" y="19424"/>
                  </a:lnTo>
                  <a:lnTo>
                    <a:pt x="0" y="16291"/>
                  </a:lnTo>
                  <a:lnTo>
                    <a:pt x="626" y="12908"/>
                  </a:lnTo>
                  <a:lnTo>
                    <a:pt x="1127" y="11905"/>
                  </a:lnTo>
                  <a:lnTo>
                    <a:pt x="1127" y="10526"/>
                  </a:lnTo>
                  <a:lnTo>
                    <a:pt x="1127" y="10276"/>
                  </a:lnTo>
                  <a:lnTo>
                    <a:pt x="1127" y="9774"/>
                  </a:lnTo>
                  <a:lnTo>
                    <a:pt x="2005" y="10526"/>
                  </a:lnTo>
                  <a:lnTo>
                    <a:pt x="3007" y="11529"/>
                  </a:lnTo>
                  <a:lnTo>
                    <a:pt x="4762" y="14035"/>
                  </a:lnTo>
                  <a:lnTo>
                    <a:pt x="8145" y="18422"/>
                  </a:lnTo>
                  <a:lnTo>
                    <a:pt x="8772" y="19299"/>
                  </a:lnTo>
                  <a:lnTo>
                    <a:pt x="10526" y="20928"/>
                  </a:lnTo>
                  <a:lnTo>
                    <a:pt x="19048" y="28322"/>
                  </a:lnTo>
                  <a:lnTo>
                    <a:pt x="21429" y="30076"/>
                  </a:lnTo>
                  <a:lnTo>
                    <a:pt x="22307" y="30578"/>
                  </a:lnTo>
                  <a:lnTo>
                    <a:pt x="22808" y="30578"/>
                  </a:lnTo>
                  <a:lnTo>
                    <a:pt x="25816" y="31455"/>
                  </a:lnTo>
                  <a:lnTo>
                    <a:pt x="32332" y="31956"/>
                  </a:lnTo>
                  <a:lnTo>
                    <a:pt x="37846" y="32207"/>
                  </a:lnTo>
                  <a:lnTo>
                    <a:pt x="40227" y="31956"/>
                  </a:lnTo>
                  <a:lnTo>
                    <a:pt x="41230" y="31455"/>
                  </a:lnTo>
                  <a:lnTo>
                    <a:pt x="41857" y="31204"/>
                  </a:lnTo>
                  <a:lnTo>
                    <a:pt x="44238" y="30954"/>
                  </a:lnTo>
                  <a:lnTo>
                    <a:pt x="46744" y="30954"/>
                  </a:lnTo>
                  <a:lnTo>
                    <a:pt x="47997" y="31455"/>
                  </a:lnTo>
                  <a:lnTo>
                    <a:pt x="49376" y="32332"/>
                  </a:lnTo>
                  <a:lnTo>
                    <a:pt x="50128" y="33585"/>
                  </a:lnTo>
                  <a:lnTo>
                    <a:pt x="50754" y="36718"/>
                  </a:lnTo>
                  <a:lnTo>
                    <a:pt x="52007" y="43235"/>
                  </a:lnTo>
                  <a:lnTo>
                    <a:pt x="53386" y="53261"/>
                  </a:lnTo>
                  <a:lnTo>
                    <a:pt x="54263" y="54890"/>
                  </a:lnTo>
                  <a:lnTo>
                    <a:pt x="55391" y="55767"/>
                  </a:lnTo>
                  <a:lnTo>
                    <a:pt x="56770" y="56644"/>
                  </a:lnTo>
                  <a:lnTo>
                    <a:pt x="58524" y="57522"/>
                  </a:lnTo>
                  <a:lnTo>
                    <a:pt x="59527" y="58775"/>
                  </a:lnTo>
                  <a:lnTo>
                    <a:pt x="59903" y="60404"/>
                  </a:lnTo>
                  <a:lnTo>
                    <a:pt x="60028" y="62409"/>
                  </a:lnTo>
                  <a:lnTo>
                    <a:pt x="59652" y="64915"/>
                  </a:lnTo>
                  <a:lnTo>
                    <a:pt x="59777" y="65793"/>
                  </a:lnTo>
                  <a:lnTo>
                    <a:pt x="60655" y="67422"/>
                  </a:lnTo>
                  <a:lnTo>
                    <a:pt x="61031" y="67673"/>
                  </a:lnTo>
                  <a:lnTo>
                    <a:pt x="62409" y="68424"/>
                  </a:lnTo>
                  <a:lnTo>
                    <a:pt x="63913" y="69302"/>
                  </a:lnTo>
                  <a:lnTo>
                    <a:pt x="64915" y="70430"/>
                  </a:lnTo>
                  <a:lnTo>
                    <a:pt x="66419" y="72309"/>
                  </a:lnTo>
                  <a:lnTo>
                    <a:pt x="68049" y="74816"/>
                  </a:lnTo>
                  <a:lnTo>
                    <a:pt x="68800" y="76445"/>
                  </a:lnTo>
                  <a:lnTo>
                    <a:pt x="69176" y="77322"/>
                  </a:lnTo>
                  <a:lnTo>
                    <a:pt x="70054" y="78951"/>
                  </a:lnTo>
                  <a:lnTo>
                    <a:pt x="70179" y="79202"/>
                  </a:lnTo>
                  <a:lnTo>
                    <a:pt x="70680" y="81458"/>
                  </a:lnTo>
                  <a:lnTo>
                    <a:pt x="71557" y="83338"/>
                  </a:lnTo>
                  <a:lnTo>
                    <a:pt x="72059" y="83588"/>
                  </a:lnTo>
                  <a:lnTo>
                    <a:pt x="74816" y="83714"/>
                  </a:lnTo>
                  <a:lnTo>
                    <a:pt x="76946" y="83839"/>
                  </a:lnTo>
                  <a:lnTo>
                    <a:pt x="78074" y="83839"/>
                  </a:lnTo>
                  <a:lnTo>
                    <a:pt x="80455" y="83964"/>
                  </a:lnTo>
                  <a:lnTo>
                    <a:pt x="81332" y="84215"/>
                  </a:lnTo>
                  <a:lnTo>
                    <a:pt x="81959" y="84841"/>
                  </a:lnTo>
                  <a:lnTo>
                    <a:pt x="84716" y="87849"/>
                  </a:lnTo>
                  <a:lnTo>
                    <a:pt x="88852" y="92235"/>
                  </a:lnTo>
                  <a:lnTo>
                    <a:pt x="91859" y="93865"/>
                  </a:lnTo>
                  <a:lnTo>
                    <a:pt x="95494" y="95494"/>
                  </a:lnTo>
                  <a:lnTo>
                    <a:pt x="96496" y="95870"/>
                  </a:lnTo>
                  <a:lnTo>
                    <a:pt x="96622" y="96371"/>
                  </a:lnTo>
                  <a:lnTo>
                    <a:pt x="96747" y="98501"/>
                  </a:lnTo>
                  <a:lnTo>
                    <a:pt x="97248" y="101384"/>
                  </a:lnTo>
                  <a:lnTo>
                    <a:pt x="98251" y="103765"/>
                  </a:lnTo>
                  <a:lnTo>
                    <a:pt x="98877" y="104642"/>
                  </a:lnTo>
                  <a:lnTo>
                    <a:pt x="99629" y="104767"/>
                  </a:lnTo>
                  <a:lnTo>
                    <a:pt x="100757" y="104893"/>
                  </a:lnTo>
                  <a:lnTo>
                    <a:pt x="101760" y="104391"/>
                  </a:lnTo>
                  <a:lnTo>
                    <a:pt x="102888" y="103765"/>
                  </a:lnTo>
                  <a:lnTo>
                    <a:pt x="106146" y="102136"/>
                  </a:lnTo>
                  <a:lnTo>
                    <a:pt x="108778" y="101509"/>
                  </a:lnTo>
                  <a:lnTo>
                    <a:pt x="109906" y="101509"/>
                  </a:lnTo>
                  <a:lnTo>
                    <a:pt x="112663" y="102261"/>
                  </a:lnTo>
                  <a:lnTo>
                    <a:pt x="114041" y="102261"/>
                  </a:lnTo>
                  <a:lnTo>
                    <a:pt x="114793" y="102010"/>
                  </a:lnTo>
                  <a:lnTo>
                    <a:pt x="117425" y="100381"/>
                  </a:lnTo>
                  <a:lnTo>
                    <a:pt x="118051" y="100256"/>
                  </a:lnTo>
                  <a:lnTo>
                    <a:pt x="118803" y="100381"/>
                  </a:lnTo>
                  <a:lnTo>
                    <a:pt x="119555" y="101509"/>
                  </a:lnTo>
                  <a:lnTo>
                    <a:pt x="121686" y="103640"/>
                  </a:lnTo>
                  <a:lnTo>
                    <a:pt x="123190" y="104767"/>
                  </a:lnTo>
                  <a:lnTo>
                    <a:pt x="124067" y="105519"/>
                  </a:lnTo>
                  <a:lnTo>
                    <a:pt x="126072" y="106146"/>
                  </a:lnTo>
                  <a:lnTo>
                    <a:pt x="128829" y="106522"/>
                  </a:lnTo>
                  <a:lnTo>
                    <a:pt x="132589" y="106773"/>
                  </a:lnTo>
                  <a:lnTo>
                    <a:pt x="137476" y="107023"/>
                  </a:lnTo>
                  <a:lnTo>
                    <a:pt x="143241" y="107650"/>
                  </a:lnTo>
                  <a:lnTo>
                    <a:pt x="144243" y="108276"/>
                  </a:lnTo>
                  <a:lnTo>
                    <a:pt x="145622" y="110532"/>
                  </a:lnTo>
                  <a:lnTo>
                    <a:pt x="146750" y="111535"/>
                  </a:lnTo>
                  <a:lnTo>
                    <a:pt x="147502" y="111911"/>
                  </a:lnTo>
                  <a:lnTo>
                    <a:pt x="150635" y="112537"/>
                  </a:lnTo>
                  <a:lnTo>
                    <a:pt x="152765" y="113164"/>
                  </a:lnTo>
                  <a:lnTo>
                    <a:pt x="153768" y="114542"/>
                  </a:lnTo>
                  <a:lnTo>
                    <a:pt x="155146" y="115921"/>
                  </a:lnTo>
                  <a:lnTo>
                    <a:pt x="156901" y="117174"/>
                  </a:lnTo>
                  <a:lnTo>
                    <a:pt x="162039" y="118803"/>
                  </a:lnTo>
                  <a:lnTo>
                    <a:pt x="164545" y="119305"/>
                  </a:lnTo>
                  <a:lnTo>
                    <a:pt x="167804" y="119179"/>
                  </a:lnTo>
                  <a:lnTo>
                    <a:pt x="173318" y="118553"/>
                  </a:lnTo>
                  <a:lnTo>
                    <a:pt x="182717" y="116172"/>
                  </a:lnTo>
                  <a:lnTo>
                    <a:pt x="184973" y="115921"/>
                  </a:lnTo>
                  <a:lnTo>
                    <a:pt x="187479" y="116422"/>
                  </a:lnTo>
                  <a:lnTo>
                    <a:pt x="189359" y="118427"/>
                  </a:lnTo>
                  <a:lnTo>
                    <a:pt x="190737" y="121184"/>
                  </a:lnTo>
                  <a:lnTo>
                    <a:pt x="191990" y="123190"/>
                  </a:lnTo>
                  <a:lnTo>
                    <a:pt x="193870" y="124568"/>
                  </a:lnTo>
                  <a:lnTo>
                    <a:pt x="195499" y="125696"/>
                  </a:lnTo>
                  <a:lnTo>
                    <a:pt x="196878" y="126197"/>
                  </a:lnTo>
                  <a:lnTo>
                    <a:pt x="199008" y="126323"/>
                  </a:lnTo>
                  <a:lnTo>
                    <a:pt x="200888" y="125445"/>
                  </a:lnTo>
                  <a:lnTo>
                    <a:pt x="202517" y="125195"/>
                  </a:lnTo>
                  <a:lnTo>
                    <a:pt x="205024" y="123565"/>
                  </a:lnTo>
                  <a:lnTo>
                    <a:pt x="207154" y="123190"/>
                  </a:lnTo>
                  <a:lnTo>
                    <a:pt x="208282" y="123190"/>
                  </a:lnTo>
                  <a:lnTo>
                    <a:pt x="212668" y="123691"/>
                  </a:lnTo>
                  <a:lnTo>
                    <a:pt x="215049" y="124443"/>
                  </a:lnTo>
                  <a:lnTo>
                    <a:pt x="216679" y="124944"/>
                  </a:lnTo>
                  <a:lnTo>
                    <a:pt x="218308" y="125947"/>
                  </a:lnTo>
                  <a:lnTo>
                    <a:pt x="220062" y="128954"/>
                  </a:lnTo>
                  <a:lnTo>
                    <a:pt x="221691" y="131711"/>
                  </a:lnTo>
                  <a:lnTo>
                    <a:pt x="222819" y="132463"/>
                  </a:lnTo>
                  <a:lnTo>
                    <a:pt x="224323" y="132839"/>
                  </a:lnTo>
                  <a:lnTo>
                    <a:pt x="227331" y="133716"/>
                  </a:lnTo>
                  <a:lnTo>
                    <a:pt x="231341" y="135220"/>
                  </a:lnTo>
                  <a:lnTo>
                    <a:pt x="237356" y="136348"/>
                  </a:lnTo>
                  <a:lnTo>
                    <a:pt x="239863" y="136975"/>
                  </a:lnTo>
                  <a:lnTo>
                    <a:pt x="242745" y="138228"/>
                  </a:lnTo>
                  <a:lnTo>
                    <a:pt x="251267" y="140358"/>
                  </a:lnTo>
                  <a:lnTo>
                    <a:pt x="252520" y="140860"/>
                  </a:lnTo>
                  <a:lnTo>
                    <a:pt x="253648" y="142113"/>
                  </a:lnTo>
                  <a:lnTo>
                    <a:pt x="255653" y="142614"/>
                  </a:lnTo>
                  <a:lnTo>
                    <a:pt x="257533" y="142990"/>
                  </a:lnTo>
                  <a:lnTo>
                    <a:pt x="259663" y="143366"/>
                  </a:lnTo>
                  <a:lnTo>
                    <a:pt x="265303" y="143867"/>
                  </a:lnTo>
                  <a:lnTo>
                    <a:pt x="268937" y="144494"/>
                  </a:lnTo>
                  <a:lnTo>
                    <a:pt x="274075" y="145371"/>
                  </a:lnTo>
                  <a:lnTo>
                    <a:pt x="278462" y="146875"/>
                  </a:lnTo>
                  <a:lnTo>
                    <a:pt x="286607" y="150008"/>
                  </a:lnTo>
                  <a:lnTo>
                    <a:pt x="294252" y="151637"/>
                  </a:lnTo>
                  <a:lnTo>
                    <a:pt x="302398" y="153768"/>
                  </a:lnTo>
                  <a:lnTo>
                    <a:pt x="309541" y="155021"/>
                  </a:lnTo>
                  <a:lnTo>
                    <a:pt x="313301" y="155522"/>
                  </a:lnTo>
                  <a:lnTo>
                    <a:pt x="315306" y="155898"/>
                  </a:lnTo>
                  <a:lnTo>
                    <a:pt x="317311" y="156274"/>
                  </a:lnTo>
                  <a:lnTo>
                    <a:pt x="318439" y="156525"/>
                  </a:lnTo>
                  <a:lnTo>
                    <a:pt x="318940" y="156650"/>
                  </a:lnTo>
                  <a:lnTo>
                    <a:pt x="320820" y="159031"/>
                  </a:lnTo>
                  <a:lnTo>
                    <a:pt x="321446" y="159031"/>
                  </a:lnTo>
                  <a:lnTo>
                    <a:pt x="322574" y="158530"/>
                  </a:lnTo>
                  <a:lnTo>
                    <a:pt x="324204" y="158154"/>
                  </a:lnTo>
                  <a:lnTo>
                    <a:pt x="326334" y="158530"/>
                  </a:lnTo>
                  <a:lnTo>
                    <a:pt x="328464" y="159407"/>
                  </a:lnTo>
                  <a:lnTo>
                    <a:pt x="329091" y="159407"/>
                  </a:lnTo>
                  <a:lnTo>
                    <a:pt x="330846" y="159407"/>
                  </a:lnTo>
                  <a:lnTo>
                    <a:pt x="331723" y="159407"/>
                  </a:lnTo>
                  <a:lnTo>
                    <a:pt x="332099" y="159407"/>
                  </a:lnTo>
                  <a:lnTo>
                    <a:pt x="333352" y="159908"/>
                  </a:lnTo>
                  <a:lnTo>
                    <a:pt x="335733" y="159658"/>
                  </a:lnTo>
                  <a:lnTo>
                    <a:pt x="336109" y="159658"/>
                  </a:lnTo>
                  <a:lnTo>
                    <a:pt x="336861" y="160284"/>
                  </a:lnTo>
                  <a:lnTo>
                    <a:pt x="337362" y="160535"/>
                  </a:lnTo>
                  <a:lnTo>
                    <a:pt x="338866" y="160410"/>
                  </a:lnTo>
                  <a:lnTo>
                    <a:pt x="339618" y="159783"/>
                  </a:lnTo>
                  <a:lnTo>
                    <a:pt x="340370" y="159532"/>
                  </a:lnTo>
                  <a:lnTo>
                    <a:pt x="341372" y="159532"/>
                  </a:lnTo>
                  <a:lnTo>
                    <a:pt x="342375" y="159658"/>
                  </a:lnTo>
                  <a:lnTo>
                    <a:pt x="344505" y="160284"/>
                  </a:lnTo>
                  <a:lnTo>
                    <a:pt x="347889" y="160786"/>
                  </a:lnTo>
                  <a:lnTo>
                    <a:pt x="351899" y="160786"/>
                  </a:lnTo>
                  <a:lnTo>
                    <a:pt x="353153" y="160911"/>
                  </a:lnTo>
                  <a:lnTo>
                    <a:pt x="356035" y="161036"/>
                  </a:lnTo>
                  <a:lnTo>
                    <a:pt x="357288" y="161287"/>
                  </a:lnTo>
                  <a:lnTo>
                    <a:pt x="358917" y="162164"/>
                  </a:lnTo>
                  <a:lnTo>
                    <a:pt x="361173" y="162540"/>
                  </a:lnTo>
                  <a:lnTo>
                    <a:pt x="364933" y="162916"/>
                  </a:lnTo>
                  <a:lnTo>
                    <a:pt x="370321" y="163167"/>
                  </a:lnTo>
                  <a:lnTo>
                    <a:pt x="378969" y="164295"/>
                  </a:lnTo>
                  <a:lnTo>
                    <a:pt x="382352" y="164796"/>
                  </a:lnTo>
                  <a:lnTo>
                    <a:pt x="393004" y="166049"/>
                  </a:lnTo>
                  <a:lnTo>
                    <a:pt x="397892" y="166174"/>
                  </a:lnTo>
                  <a:lnTo>
                    <a:pt x="403531" y="165172"/>
                  </a:lnTo>
                  <a:lnTo>
                    <a:pt x="408920" y="163919"/>
                  </a:lnTo>
                  <a:lnTo>
                    <a:pt x="410299" y="163668"/>
                  </a:lnTo>
                  <a:lnTo>
                    <a:pt x="416063" y="162164"/>
                  </a:lnTo>
                  <a:lnTo>
                    <a:pt x="418194" y="161788"/>
                  </a:lnTo>
                  <a:lnTo>
                    <a:pt x="417943" y="161412"/>
                  </a:lnTo>
                  <a:lnTo>
                    <a:pt x="420826" y="159783"/>
                  </a:lnTo>
                  <a:lnTo>
                    <a:pt x="424711" y="153893"/>
                  </a:lnTo>
                  <a:lnTo>
                    <a:pt x="427217" y="149632"/>
                  </a:lnTo>
                  <a:lnTo>
                    <a:pt x="428595" y="146374"/>
                  </a:lnTo>
                  <a:lnTo>
                    <a:pt x="429473" y="141862"/>
                  </a:lnTo>
                  <a:lnTo>
                    <a:pt x="429723" y="139481"/>
                  </a:lnTo>
                  <a:lnTo>
                    <a:pt x="429347" y="136724"/>
                  </a:lnTo>
                  <a:lnTo>
                    <a:pt x="429473" y="131335"/>
                  </a:lnTo>
                  <a:lnTo>
                    <a:pt x="429974" y="126072"/>
                  </a:lnTo>
                  <a:lnTo>
                    <a:pt x="431478" y="122062"/>
                  </a:lnTo>
                  <a:lnTo>
                    <a:pt x="433859" y="117049"/>
                  </a:lnTo>
                  <a:lnTo>
                    <a:pt x="436365" y="114166"/>
                  </a:lnTo>
                  <a:lnTo>
                    <a:pt x="440877" y="110532"/>
                  </a:lnTo>
                  <a:lnTo>
                    <a:pt x="444135" y="108026"/>
                  </a:lnTo>
                  <a:lnTo>
                    <a:pt x="447394" y="105770"/>
                  </a:lnTo>
                  <a:lnTo>
                    <a:pt x="452030" y="102386"/>
                  </a:lnTo>
                  <a:lnTo>
                    <a:pt x="456041" y="99880"/>
                  </a:lnTo>
                  <a:lnTo>
                    <a:pt x="465816" y="94616"/>
                  </a:lnTo>
                  <a:lnTo>
                    <a:pt x="466442" y="94240"/>
                  </a:lnTo>
                  <a:lnTo>
                    <a:pt x="468573" y="93113"/>
                  </a:lnTo>
                  <a:lnTo>
                    <a:pt x="471330" y="91483"/>
                  </a:lnTo>
                  <a:lnTo>
                    <a:pt x="481731" y="85217"/>
                  </a:lnTo>
                  <a:lnTo>
                    <a:pt x="488123" y="79578"/>
                  </a:lnTo>
                  <a:lnTo>
                    <a:pt x="489000" y="78826"/>
                  </a:lnTo>
                  <a:lnTo>
                    <a:pt x="497522" y="71307"/>
                  </a:lnTo>
                  <a:lnTo>
                    <a:pt x="508174" y="62033"/>
                  </a:lnTo>
                  <a:lnTo>
                    <a:pt x="510806" y="59527"/>
                  </a:lnTo>
                  <a:lnTo>
                    <a:pt x="515568" y="55141"/>
                  </a:lnTo>
                  <a:lnTo>
                    <a:pt x="519453" y="51506"/>
                  </a:lnTo>
                  <a:lnTo>
                    <a:pt x="519954" y="51130"/>
                  </a:lnTo>
                  <a:lnTo>
                    <a:pt x="523839" y="44614"/>
                  </a:lnTo>
                  <a:lnTo>
                    <a:pt x="530732" y="33460"/>
                  </a:lnTo>
                  <a:lnTo>
                    <a:pt x="530857" y="33209"/>
                  </a:lnTo>
                  <a:lnTo>
                    <a:pt x="531609" y="32207"/>
                  </a:lnTo>
                  <a:lnTo>
                    <a:pt x="532236" y="30828"/>
                  </a:lnTo>
                  <a:lnTo>
                    <a:pt x="532862" y="29324"/>
                  </a:lnTo>
                  <a:lnTo>
                    <a:pt x="534491" y="26693"/>
                  </a:lnTo>
                  <a:lnTo>
                    <a:pt x="535118" y="25565"/>
                  </a:lnTo>
                  <a:lnTo>
                    <a:pt x="536998" y="22432"/>
                  </a:lnTo>
                  <a:lnTo>
                    <a:pt x="537750" y="21179"/>
                  </a:lnTo>
                  <a:lnTo>
                    <a:pt x="540381" y="17168"/>
                  </a:lnTo>
                  <a:lnTo>
                    <a:pt x="543890" y="13033"/>
                  </a:lnTo>
                  <a:lnTo>
                    <a:pt x="546397" y="10401"/>
                  </a:lnTo>
                  <a:lnTo>
                    <a:pt x="552788" y="4762"/>
                  </a:lnTo>
                  <a:lnTo>
                    <a:pt x="555796" y="2130"/>
                  </a:lnTo>
                  <a:lnTo>
                    <a:pt x="557049" y="1127"/>
                  </a:lnTo>
                  <a:lnTo>
                    <a:pt x="558427" y="0"/>
                  </a:lnTo>
                  <a:close/>
                </a:path>
              </a:pathLst>
            </a:custGeom>
            <a:ln w="21138" cap="flat">
              <a:solidFill>
                <a:srgbClr val="171A1F">
                  <a:alpha val="100000"/>
                </a:srgbClr>
              </a:solidFill>
              <a:prstDash val="solid"/>
              <a:round/>
            </a:ln>
          </p:spPr>
          <p:txBody>
            <a:bodyPr/>
            <a:lstStyle/>
            <a:p/>
          </p:txBody>
        </p:sp>
        <p:sp>
          <p:nvSpPr>
            <p:cNvPr id="541" name="rc540"/>
            <p:cNvSpPr/>
            <p:nvPr/>
          </p:nvSpPr>
          <p:spPr>
            <a:xfrm>
              <a:off x="8669058" y="1103243"/>
              <a:ext cx="3088932" cy="5040000"/>
            </a:xfrm>
            <a:prstGeom prst="rect">
              <a:avLst/>
            </a:prstGeom>
          </p:spPr>
          <p:txBody>
            <a:bodyPr/>
            <a:lstStyle/>
            <a:p/>
          </p:txBody>
        </p:sp>
        <p:sp>
          <p:nvSpPr>
            <p:cNvPr id="542" name="tx541"/>
            <p:cNvSpPr/>
            <p:nvPr/>
          </p:nvSpPr>
          <p:spPr>
            <a:xfrm>
              <a:off x="8766517" y="1754344"/>
              <a:ext cx="792700" cy="110416"/>
            </a:xfrm>
            <a:prstGeom prst="rect">
              <a:avLst/>
            </a:prstGeom>
            <a:noFill/>
          </p:spPr>
          <p:txBody>
            <a:bodyPr lIns="0" rIns="0" tIns="0" bIns="0" anchorCtr="1" anchor="ctr" wrap="none"/>
            <a:lstStyle/>
            <a:p>
              <a:pPr algn="l" marL="0" marR="0" indent="0">
                <a:lnSpc>
                  <a:spcPts val="1195"/>
                </a:lnSpc>
                <a:spcBef>
                  <a:spcPts val="0"/>
                </a:spcBef>
                <a:spcAft>
                  <a:spcPts val="0"/>
                </a:spcAft>
              </a:pPr>
              <a:r>
                <a:rPr sz="1195" b="1">
                  <a:solidFill>
                    <a:srgbClr val="18375F">
                      <a:alpha val="100000"/>
                    </a:srgbClr>
                  </a:solidFill>
                  <a:latin typeface="Arial"/>
                  <a:cs typeface="Arial"/>
                </a:rPr>
                <a:t>Lima Norte</a:t>
              </a:r>
            </a:p>
          </p:txBody>
        </p:sp>
        <p:sp>
          <p:nvSpPr>
            <p:cNvPr id="543" name="tx542"/>
            <p:cNvSpPr/>
            <p:nvPr/>
          </p:nvSpPr>
          <p:spPr>
            <a:xfrm>
              <a:off x="8766517" y="3031847"/>
              <a:ext cx="716965" cy="110416"/>
            </a:xfrm>
            <a:prstGeom prst="rect">
              <a:avLst/>
            </a:prstGeom>
            <a:noFill/>
          </p:spPr>
          <p:txBody>
            <a:bodyPr lIns="0" rIns="0" tIns="0" bIns="0" anchorCtr="1" anchor="ctr" wrap="none"/>
            <a:lstStyle/>
            <a:p>
              <a:pPr algn="l" marL="0" marR="0" indent="0">
                <a:lnSpc>
                  <a:spcPts val="1195"/>
                </a:lnSpc>
                <a:spcBef>
                  <a:spcPts val="0"/>
                </a:spcBef>
                <a:spcAft>
                  <a:spcPts val="0"/>
                </a:spcAft>
              </a:pPr>
              <a:r>
                <a:rPr sz="1195" b="1">
                  <a:solidFill>
                    <a:srgbClr val="18375F">
                      <a:alpha val="100000"/>
                    </a:srgbClr>
                  </a:solidFill>
                  <a:latin typeface="Arial"/>
                  <a:cs typeface="Arial"/>
                </a:rPr>
                <a:t>Lima Este</a:t>
              </a:r>
            </a:p>
          </p:txBody>
        </p:sp>
        <p:sp>
          <p:nvSpPr>
            <p:cNvPr id="544" name="tx543"/>
            <p:cNvSpPr/>
            <p:nvPr/>
          </p:nvSpPr>
          <p:spPr>
            <a:xfrm>
              <a:off x="8766517" y="4307350"/>
              <a:ext cx="649381" cy="112417"/>
            </a:xfrm>
            <a:prstGeom prst="rect">
              <a:avLst/>
            </a:prstGeom>
            <a:noFill/>
          </p:spPr>
          <p:txBody>
            <a:bodyPr lIns="0" rIns="0" tIns="0" bIns="0" anchorCtr="1" anchor="ctr" wrap="none"/>
            <a:lstStyle/>
            <a:p>
              <a:pPr algn="l" marL="0" marR="0" indent="0">
                <a:lnSpc>
                  <a:spcPts val="1195"/>
                </a:lnSpc>
                <a:spcBef>
                  <a:spcPts val="0"/>
                </a:spcBef>
                <a:spcAft>
                  <a:spcPts val="0"/>
                </a:spcAft>
              </a:pPr>
              <a:r>
                <a:rPr sz="1195" b="1">
                  <a:solidFill>
                    <a:srgbClr val="18375F">
                      <a:alpha val="100000"/>
                    </a:srgbClr>
                  </a:solidFill>
                  <a:latin typeface="Arial"/>
                  <a:cs typeface="Arial"/>
                </a:rPr>
                <a:t>Lima Sur</a:t>
              </a:r>
            </a:p>
          </p:txBody>
        </p:sp>
        <p:sp>
          <p:nvSpPr>
            <p:cNvPr id="545" name="pg544"/>
            <p:cNvSpPr/>
            <p:nvPr/>
          </p:nvSpPr>
          <p:spPr>
            <a:xfrm>
              <a:off x="8774060" y="2180637"/>
              <a:ext cx="133665" cy="133665"/>
            </a:xfrm>
            <a:custGeom>
              <a:avLst/>
              <a:pathLst>
                <a:path w="133665" h="133665">
                  <a:moveTo>
                    <a:pt x="0" y="133665"/>
                  </a:moveTo>
                  <a:lnTo>
                    <a:pt x="133665" y="133665"/>
                  </a:lnTo>
                  <a:lnTo>
                    <a:pt x="133665" y="0"/>
                  </a:lnTo>
                  <a:lnTo>
                    <a:pt x="0" y="0"/>
                  </a:lnTo>
                  <a:close/>
                </a:path>
              </a:pathLst>
            </a:custGeom>
            <a:solidFill>
              <a:srgbClr val="0072BC">
                <a:alpha val="100000"/>
              </a:srgbClr>
            </a:solidFill>
          </p:spPr>
          <p:txBody>
            <a:bodyPr/>
            <a:lstStyle/>
            <a:p/>
          </p:txBody>
        </p:sp>
        <p:sp>
          <p:nvSpPr>
            <p:cNvPr id="546" name="pg545"/>
            <p:cNvSpPr/>
            <p:nvPr/>
          </p:nvSpPr>
          <p:spPr>
            <a:xfrm>
              <a:off x="8774060" y="2573715"/>
              <a:ext cx="133665" cy="133665"/>
            </a:xfrm>
            <a:custGeom>
              <a:avLst/>
              <a:pathLst>
                <a:path w="133665" h="133665">
                  <a:moveTo>
                    <a:pt x="0" y="133665"/>
                  </a:moveTo>
                  <a:lnTo>
                    <a:pt x="133665" y="133665"/>
                  </a:lnTo>
                  <a:lnTo>
                    <a:pt x="133665" y="0"/>
                  </a:lnTo>
                  <a:lnTo>
                    <a:pt x="0" y="0"/>
                  </a:lnTo>
                  <a:close/>
                </a:path>
              </a:pathLst>
            </a:custGeom>
            <a:solidFill>
              <a:srgbClr val="00A98F">
                <a:alpha val="100000"/>
              </a:srgbClr>
            </a:solidFill>
          </p:spPr>
          <p:txBody>
            <a:bodyPr/>
            <a:lstStyle/>
            <a:p/>
          </p:txBody>
        </p:sp>
        <p:sp>
          <p:nvSpPr>
            <p:cNvPr id="547" name="pg546"/>
            <p:cNvSpPr/>
            <p:nvPr/>
          </p:nvSpPr>
          <p:spPr>
            <a:xfrm>
              <a:off x="8774060" y="3458140"/>
              <a:ext cx="133665" cy="133665"/>
            </a:xfrm>
            <a:custGeom>
              <a:avLst/>
              <a:pathLst>
                <a:path w="133665" h="133665">
                  <a:moveTo>
                    <a:pt x="0" y="133665"/>
                  </a:moveTo>
                  <a:lnTo>
                    <a:pt x="133665" y="133665"/>
                  </a:lnTo>
                  <a:lnTo>
                    <a:pt x="133665" y="0"/>
                  </a:lnTo>
                  <a:lnTo>
                    <a:pt x="0" y="0"/>
                  </a:lnTo>
                  <a:close/>
                </a:path>
              </a:pathLst>
            </a:custGeom>
            <a:solidFill>
              <a:srgbClr val="0072BC">
                <a:alpha val="100000"/>
              </a:srgbClr>
            </a:solidFill>
          </p:spPr>
          <p:txBody>
            <a:bodyPr/>
            <a:lstStyle/>
            <a:p/>
          </p:txBody>
        </p:sp>
        <p:sp>
          <p:nvSpPr>
            <p:cNvPr id="548" name="pg547"/>
            <p:cNvSpPr/>
            <p:nvPr/>
          </p:nvSpPr>
          <p:spPr>
            <a:xfrm>
              <a:off x="8774060" y="3851218"/>
              <a:ext cx="133665" cy="133665"/>
            </a:xfrm>
            <a:custGeom>
              <a:avLst/>
              <a:pathLst>
                <a:path w="133665" h="133665">
                  <a:moveTo>
                    <a:pt x="0" y="133665"/>
                  </a:moveTo>
                  <a:lnTo>
                    <a:pt x="133665" y="133665"/>
                  </a:lnTo>
                  <a:lnTo>
                    <a:pt x="133665" y="0"/>
                  </a:lnTo>
                  <a:lnTo>
                    <a:pt x="0" y="0"/>
                  </a:lnTo>
                  <a:close/>
                </a:path>
              </a:pathLst>
            </a:custGeom>
            <a:solidFill>
              <a:srgbClr val="00A98F">
                <a:alpha val="100000"/>
              </a:srgbClr>
            </a:solidFill>
          </p:spPr>
          <p:txBody>
            <a:bodyPr/>
            <a:lstStyle/>
            <a:p/>
          </p:txBody>
        </p:sp>
        <p:sp>
          <p:nvSpPr>
            <p:cNvPr id="549" name="pg548"/>
            <p:cNvSpPr/>
            <p:nvPr/>
          </p:nvSpPr>
          <p:spPr>
            <a:xfrm>
              <a:off x="8774060" y="4735643"/>
              <a:ext cx="133665" cy="133665"/>
            </a:xfrm>
            <a:custGeom>
              <a:avLst/>
              <a:pathLst>
                <a:path w="133665" h="133665">
                  <a:moveTo>
                    <a:pt x="0" y="133665"/>
                  </a:moveTo>
                  <a:lnTo>
                    <a:pt x="133665" y="133665"/>
                  </a:lnTo>
                  <a:lnTo>
                    <a:pt x="133665" y="0"/>
                  </a:lnTo>
                  <a:lnTo>
                    <a:pt x="0" y="0"/>
                  </a:lnTo>
                  <a:close/>
                </a:path>
              </a:pathLst>
            </a:custGeom>
            <a:solidFill>
              <a:srgbClr val="0072BC">
                <a:alpha val="100000"/>
              </a:srgbClr>
            </a:solidFill>
          </p:spPr>
          <p:txBody>
            <a:bodyPr/>
            <a:lstStyle/>
            <a:p/>
          </p:txBody>
        </p:sp>
        <p:sp>
          <p:nvSpPr>
            <p:cNvPr id="550" name="pg549"/>
            <p:cNvSpPr/>
            <p:nvPr/>
          </p:nvSpPr>
          <p:spPr>
            <a:xfrm>
              <a:off x="8774060" y="5128721"/>
              <a:ext cx="133665" cy="133665"/>
            </a:xfrm>
            <a:custGeom>
              <a:avLst/>
              <a:pathLst>
                <a:path w="133665" h="133665">
                  <a:moveTo>
                    <a:pt x="0" y="133665"/>
                  </a:moveTo>
                  <a:lnTo>
                    <a:pt x="133665" y="133665"/>
                  </a:lnTo>
                  <a:lnTo>
                    <a:pt x="133665" y="0"/>
                  </a:lnTo>
                  <a:lnTo>
                    <a:pt x="0" y="0"/>
                  </a:lnTo>
                  <a:close/>
                </a:path>
              </a:pathLst>
            </a:custGeom>
            <a:solidFill>
              <a:srgbClr val="00A98F">
                <a:alpha val="100000"/>
              </a:srgbClr>
            </a:solidFill>
          </p:spPr>
          <p:txBody>
            <a:bodyPr/>
            <a:lstStyle/>
            <a:p/>
          </p:txBody>
        </p:sp>
        <p:sp>
          <p:nvSpPr>
            <p:cNvPr id="551" name="tx550"/>
            <p:cNvSpPr/>
            <p:nvPr/>
          </p:nvSpPr>
          <p:spPr>
            <a:xfrm>
              <a:off x="9004522" y="2201188"/>
              <a:ext cx="1150528" cy="89607"/>
            </a:xfrm>
            <a:prstGeom prst="rect">
              <a:avLst/>
            </a:prstGeom>
            <a:noFill/>
          </p:spPr>
          <p:txBody>
            <a:bodyPr lIns="0" rIns="0" tIns="0" bIns="0" anchorCtr="1" anchor="ctr" wrap="none"/>
            <a:lstStyle/>
            <a:p>
              <a:pPr algn="l" marL="0" marR="0" indent="0">
                <a:lnSpc>
                  <a:spcPts val="953"/>
                </a:lnSpc>
                <a:spcBef>
                  <a:spcPts val="0"/>
                </a:spcBef>
                <a:spcAft>
                  <a:spcPts val="0"/>
                </a:spcAft>
              </a:pPr>
              <a:r>
                <a:rPr sz="953">
                  <a:solidFill>
                    <a:srgbClr val="1A1A1A">
                      <a:alpha val="100000"/>
                    </a:srgbClr>
                  </a:solidFill>
                  <a:latin typeface="Arial"/>
                  <a:cs typeface="Arial"/>
                </a:rPr>
                <a:t>San Martín de Porres</a:t>
              </a:r>
            </a:p>
          </p:txBody>
        </p:sp>
        <p:sp>
          <p:nvSpPr>
            <p:cNvPr id="552" name="tx551"/>
            <p:cNvSpPr/>
            <p:nvPr/>
          </p:nvSpPr>
          <p:spPr>
            <a:xfrm>
              <a:off x="9004522" y="2594207"/>
              <a:ext cx="565127" cy="89666"/>
            </a:xfrm>
            <a:prstGeom prst="rect">
              <a:avLst/>
            </a:prstGeom>
            <a:noFill/>
          </p:spPr>
          <p:txBody>
            <a:bodyPr lIns="0" rIns="0" tIns="0" bIns="0" anchorCtr="1" anchor="ctr" wrap="none"/>
            <a:lstStyle/>
            <a:p>
              <a:pPr algn="l" marL="0" marR="0" indent="0">
                <a:lnSpc>
                  <a:spcPts val="953"/>
                </a:lnSpc>
                <a:spcBef>
                  <a:spcPts val="0"/>
                </a:spcBef>
                <a:spcAft>
                  <a:spcPts val="0"/>
                </a:spcAft>
              </a:pPr>
              <a:r>
                <a:rPr sz="953">
                  <a:solidFill>
                    <a:srgbClr val="1A1A1A">
                      <a:alpha val="100000"/>
                    </a:srgbClr>
                  </a:solidFill>
                  <a:latin typeface="Arial"/>
                  <a:cs typeface="Arial"/>
                </a:rPr>
                <a:t>Los Olivos</a:t>
              </a:r>
            </a:p>
          </p:txBody>
        </p:sp>
        <p:sp>
          <p:nvSpPr>
            <p:cNvPr id="553" name="tx552"/>
            <p:cNvSpPr/>
            <p:nvPr/>
          </p:nvSpPr>
          <p:spPr>
            <a:xfrm>
              <a:off x="9004522" y="3454694"/>
              <a:ext cx="1312423" cy="113604"/>
            </a:xfrm>
            <a:prstGeom prst="rect">
              <a:avLst/>
            </a:prstGeom>
            <a:noFill/>
          </p:spPr>
          <p:txBody>
            <a:bodyPr lIns="0" rIns="0" tIns="0" bIns="0" anchorCtr="1" anchor="ctr" wrap="none"/>
            <a:lstStyle/>
            <a:p>
              <a:pPr algn="l" marL="0" marR="0" indent="0">
                <a:lnSpc>
                  <a:spcPts val="953"/>
                </a:lnSpc>
                <a:spcBef>
                  <a:spcPts val="0"/>
                </a:spcBef>
                <a:spcAft>
                  <a:spcPts val="0"/>
                </a:spcAft>
              </a:pPr>
              <a:r>
                <a:rPr sz="953">
                  <a:solidFill>
                    <a:srgbClr val="1A1A1A">
                      <a:alpha val="100000"/>
                    </a:srgbClr>
                  </a:solidFill>
                  <a:latin typeface="Arial"/>
                  <a:cs typeface="Arial"/>
                </a:rPr>
                <a:t>San Juan de Lurigancho</a:t>
              </a:r>
            </a:p>
          </p:txBody>
        </p:sp>
        <p:sp>
          <p:nvSpPr>
            <p:cNvPr id="554" name="tx553"/>
            <p:cNvSpPr/>
            <p:nvPr/>
          </p:nvSpPr>
          <p:spPr>
            <a:xfrm>
              <a:off x="9004522" y="3873307"/>
              <a:ext cx="181696" cy="88070"/>
            </a:xfrm>
            <a:prstGeom prst="rect">
              <a:avLst/>
            </a:prstGeom>
            <a:noFill/>
          </p:spPr>
          <p:txBody>
            <a:bodyPr lIns="0" rIns="0" tIns="0" bIns="0" anchorCtr="1" anchor="ctr" wrap="none"/>
            <a:lstStyle/>
            <a:p>
              <a:pPr algn="l" marL="0" marR="0" indent="0">
                <a:lnSpc>
                  <a:spcPts val="953"/>
                </a:lnSpc>
                <a:spcBef>
                  <a:spcPts val="0"/>
                </a:spcBef>
                <a:spcAft>
                  <a:spcPts val="0"/>
                </a:spcAft>
              </a:pPr>
              <a:r>
                <a:rPr sz="953">
                  <a:solidFill>
                    <a:srgbClr val="1A1A1A">
                      <a:alpha val="100000"/>
                    </a:srgbClr>
                  </a:solidFill>
                  <a:latin typeface="Arial"/>
                  <a:cs typeface="Arial"/>
                </a:rPr>
                <a:t>Ate</a:t>
              </a:r>
            </a:p>
          </p:txBody>
        </p:sp>
        <p:sp>
          <p:nvSpPr>
            <p:cNvPr id="555" name="tx554"/>
            <p:cNvSpPr/>
            <p:nvPr/>
          </p:nvSpPr>
          <p:spPr>
            <a:xfrm>
              <a:off x="9004522" y="4756195"/>
              <a:ext cx="511221" cy="89607"/>
            </a:xfrm>
            <a:prstGeom prst="rect">
              <a:avLst/>
            </a:prstGeom>
            <a:noFill/>
          </p:spPr>
          <p:txBody>
            <a:bodyPr lIns="0" rIns="0" tIns="0" bIns="0" anchorCtr="1" anchor="ctr" wrap="none"/>
            <a:lstStyle/>
            <a:p>
              <a:pPr algn="l" marL="0" marR="0" indent="0">
                <a:lnSpc>
                  <a:spcPts val="953"/>
                </a:lnSpc>
                <a:spcBef>
                  <a:spcPts val="0"/>
                </a:spcBef>
                <a:spcAft>
                  <a:spcPts val="0"/>
                </a:spcAft>
              </a:pPr>
              <a:r>
                <a:rPr sz="953">
                  <a:solidFill>
                    <a:srgbClr val="1A1A1A">
                      <a:alpha val="100000"/>
                    </a:srgbClr>
                  </a:solidFill>
                  <a:latin typeface="Arial"/>
                  <a:cs typeface="Arial"/>
                </a:rPr>
                <a:t>Chorrillos</a:t>
              </a:r>
            </a:p>
          </p:txBody>
        </p:sp>
        <p:sp>
          <p:nvSpPr>
            <p:cNvPr id="556" name="tx555"/>
            <p:cNvSpPr/>
            <p:nvPr/>
          </p:nvSpPr>
          <p:spPr>
            <a:xfrm>
              <a:off x="9004522" y="5149273"/>
              <a:ext cx="1244804" cy="89607"/>
            </a:xfrm>
            <a:prstGeom prst="rect">
              <a:avLst/>
            </a:prstGeom>
            <a:noFill/>
          </p:spPr>
          <p:txBody>
            <a:bodyPr lIns="0" rIns="0" tIns="0" bIns="0" anchorCtr="1" anchor="ctr" wrap="none"/>
            <a:lstStyle/>
            <a:p>
              <a:pPr algn="l" marL="0" marR="0" indent="0">
                <a:lnSpc>
                  <a:spcPts val="953"/>
                </a:lnSpc>
                <a:spcBef>
                  <a:spcPts val="0"/>
                </a:spcBef>
                <a:spcAft>
                  <a:spcPts val="0"/>
                </a:spcAft>
              </a:pPr>
              <a:r>
                <a:rPr sz="953">
                  <a:solidFill>
                    <a:srgbClr val="1A1A1A">
                      <a:alpha val="100000"/>
                    </a:srgbClr>
                  </a:solidFill>
                  <a:latin typeface="Arial"/>
                  <a:cs typeface="Arial"/>
                </a:rPr>
                <a:t>San Juan de Miraflores</a:t>
              </a:r>
            </a:p>
          </p:txBody>
        </p:sp>
      </p:grpSp>
      <p:sp>
        <p:nvSpPr>
          <p:cNvPr id="557" name="prosecnur:slide_1:base"/>
          <p:cNvSpPr>
            <a:spLocks noGrp="1"/>
          </p:cNvSpPr>
          <p:nvPr>            </p:nvPr>
        </p:nvSpPr>
        <p:spPr>
          <a:xfrm>
            <a:off x="317500" y="6340475"/>
            <a:ext cx="4503738" cy="398463"/>
          </a:xfrm>
          <a:prstGeom prst="rect">
            <a:avLst/>
          </a:prstGeom>
        </p:spPr>
        <p:txBody>
          <a:bodyPr/>
          <a:lstStyle/>
          <a:p>
            <a:r>
              <a:rPr/>
              <a:t> </a:t>
            </a:r>
          </a:p>
        </p:txBody>
      </p:sp>
      <p:sp>
        <p:nvSpPr>
          <p:cNvPr id="558"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PIE (P_PIE)</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4135145" y="1506443"/>
              <a:ext cx="3805199" cy="3805199"/>
            </a:xfrm>
            <a:prstGeom prst="rect">
              <a:avLst/>
            </a:prstGeom>
          </p:spPr>
          <p:txBody>
            <a:bodyPr/>
            <a:lstStyle/>
            <a:p/>
          </p:txBody>
        </p:sp>
        <p:sp>
          <p:nvSpPr>
            <p:cNvPr id="5" name="rc4"/>
            <p:cNvSpPr/>
            <p:nvPr/>
          </p:nvSpPr>
          <p:spPr>
            <a:xfrm>
              <a:off x="4135145" y="1506443"/>
              <a:ext cx="3805199" cy="3805199"/>
            </a:xfrm>
            <a:prstGeom prst="rect">
              <a:avLst/>
            </a:prstGeom>
          </p:spPr>
          <p:txBody>
            <a:bodyPr/>
            <a:lstStyle/>
            <a:p/>
          </p:txBody>
        </p:sp>
        <p:sp>
          <p:nvSpPr>
            <p:cNvPr id="6" name="pg5"/>
            <p:cNvSpPr/>
            <p:nvPr/>
          </p:nvSpPr>
          <p:spPr>
            <a:xfrm>
              <a:off x="6037745" y="1886962"/>
              <a:ext cx="973633" cy="1522079"/>
            </a:xfrm>
            <a:custGeom>
              <a:avLst/>
              <a:pathLst>
                <a:path w="973633" h="1522079">
                  <a:moveTo>
                    <a:pt x="0" y="1522079"/>
                  </a:moveTo>
                  <a:lnTo>
                    <a:pt x="33573" y="1481737"/>
                  </a:lnTo>
                  <a:lnTo>
                    <a:pt x="67147" y="1441394"/>
                  </a:lnTo>
                  <a:lnTo>
                    <a:pt x="100720" y="1401051"/>
                  </a:lnTo>
                  <a:lnTo>
                    <a:pt x="134294" y="1360708"/>
                  </a:lnTo>
                  <a:lnTo>
                    <a:pt x="167867" y="1320365"/>
                  </a:lnTo>
                  <a:lnTo>
                    <a:pt x="201441" y="1280022"/>
                  </a:lnTo>
                  <a:lnTo>
                    <a:pt x="235014" y="1239680"/>
                  </a:lnTo>
                  <a:lnTo>
                    <a:pt x="268588" y="1199337"/>
                  </a:lnTo>
                  <a:lnTo>
                    <a:pt x="302162" y="1158994"/>
                  </a:lnTo>
                  <a:lnTo>
                    <a:pt x="335735" y="1118651"/>
                  </a:lnTo>
                  <a:lnTo>
                    <a:pt x="369309" y="1078308"/>
                  </a:lnTo>
                  <a:lnTo>
                    <a:pt x="402882" y="1037965"/>
                  </a:lnTo>
                  <a:lnTo>
                    <a:pt x="436456" y="997623"/>
                  </a:lnTo>
                  <a:lnTo>
                    <a:pt x="470029" y="957280"/>
                  </a:lnTo>
                  <a:lnTo>
                    <a:pt x="503603" y="916937"/>
                  </a:lnTo>
                  <a:lnTo>
                    <a:pt x="537177" y="876594"/>
                  </a:lnTo>
                  <a:lnTo>
                    <a:pt x="570750" y="836251"/>
                  </a:lnTo>
                  <a:lnTo>
                    <a:pt x="604324" y="795908"/>
                  </a:lnTo>
                  <a:lnTo>
                    <a:pt x="637897" y="755565"/>
                  </a:lnTo>
                  <a:lnTo>
                    <a:pt x="671471" y="715223"/>
                  </a:lnTo>
                  <a:lnTo>
                    <a:pt x="705044" y="674880"/>
                  </a:lnTo>
                  <a:lnTo>
                    <a:pt x="738618" y="634537"/>
                  </a:lnTo>
                  <a:lnTo>
                    <a:pt x="772192" y="594194"/>
                  </a:lnTo>
                  <a:lnTo>
                    <a:pt x="805765" y="553851"/>
                  </a:lnTo>
                  <a:lnTo>
                    <a:pt x="839339" y="513508"/>
                  </a:lnTo>
                  <a:lnTo>
                    <a:pt x="872912" y="473166"/>
                  </a:lnTo>
                  <a:lnTo>
                    <a:pt x="906486" y="432823"/>
                  </a:lnTo>
                  <a:lnTo>
                    <a:pt x="940059" y="392480"/>
                  </a:lnTo>
                  <a:lnTo>
                    <a:pt x="973633" y="352137"/>
                  </a:lnTo>
                  <a:lnTo>
                    <a:pt x="932454" y="319060"/>
                  </a:lnTo>
                  <a:lnTo>
                    <a:pt x="890151" y="287431"/>
                  </a:lnTo>
                  <a:lnTo>
                    <a:pt x="846777" y="257289"/>
                  </a:lnTo>
                  <a:lnTo>
                    <a:pt x="802383" y="228670"/>
                  </a:lnTo>
                  <a:lnTo>
                    <a:pt x="757023" y="201609"/>
                  </a:lnTo>
                  <a:lnTo>
                    <a:pt x="710752" y="176138"/>
                  </a:lnTo>
                  <a:lnTo>
                    <a:pt x="663624" y="152287"/>
                  </a:lnTo>
                  <a:lnTo>
                    <a:pt x="615697" y="130087"/>
                  </a:lnTo>
                  <a:lnTo>
                    <a:pt x="567029" y="109562"/>
                  </a:lnTo>
                  <a:lnTo>
                    <a:pt x="517678" y="90739"/>
                  </a:lnTo>
                  <a:lnTo>
                    <a:pt x="467703" y="73639"/>
                  </a:lnTo>
                  <a:lnTo>
                    <a:pt x="417166" y="58283"/>
                  </a:lnTo>
                  <a:lnTo>
                    <a:pt x="366126" y="44690"/>
                  </a:lnTo>
                  <a:lnTo>
                    <a:pt x="314645" y="32876"/>
                  </a:lnTo>
                  <a:lnTo>
                    <a:pt x="262785" y="22856"/>
                  </a:lnTo>
                  <a:lnTo>
                    <a:pt x="210608" y="14641"/>
                  </a:lnTo>
                  <a:lnTo>
                    <a:pt x="158179" y="8241"/>
                  </a:lnTo>
                  <a:lnTo>
                    <a:pt x="105558" y="3664"/>
                  </a:lnTo>
                  <a:lnTo>
                    <a:pt x="52811" y="916"/>
                  </a:lnTo>
                  <a:lnTo>
                    <a:pt x="0" y="0"/>
                  </a:lnTo>
                  <a:lnTo>
                    <a:pt x="0" y="52485"/>
                  </a:lnTo>
                  <a:lnTo>
                    <a:pt x="0" y="104971"/>
                  </a:lnTo>
                  <a:lnTo>
                    <a:pt x="0" y="157456"/>
                  </a:lnTo>
                  <a:lnTo>
                    <a:pt x="0" y="209942"/>
                  </a:lnTo>
                  <a:lnTo>
                    <a:pt x="0" y="262427"/>
                  </a:lnTo>
                  <a:lnTo>
                    <a:pt x="0" y="314913"/>
                  </a:lnTo>
                  <a:lnTo>
                    <a:pt x="0" y="367398"/>
                  </a:lnTo>
                  <a:lnTo>
                    <a:pt x="0" y="419884"/>
                  </a:lnTo>
                  <a:lnTo>
                    <a:pt x="0" y="472369"/>
                  </a:lnTo>
                  <a:lnTo>
                    <a:pt x="0" y="524855"/>
                  </a:lnTo>
                  <a:lnTo>
                    <a:pt x="0" y="577340"/>
                  </a:lnTo>
                  <a:lnTo>
                    <a:pt x="0" y="629826"/>
                  </a:lnTo>
                  <a:lnTo>
                    <a:pt x="0" y="682311"/>
                  </a:lnTo>
                  <a:lnTo>
                    <a:pt x="0" y="734797"/>
                  </a:lnTo>
                  <a:lnTo>
                    <a:pt x="0" y="787282"/>
                  </a:lnTo>
                  <a:lnTo>
                    <a:pt x="0" y="839768"/>
                  </a:lnTo>
                  <a:lnTo>
                    <a:pt x="0" y="892253"/>
                  </a:lnTo>
                  <a:lnTo>
                    <a:pt x="0" y="944739"/>
                  </a:lnTo>
                  <a:lnTo>
                    <a:pt x="0" y="997224"/>
                  </a:lnTo>
                  <a:lnTo>
                    <a:pt x="0" y="1049710"/>
                  </a:lnTo>
                  <a:lnTo>
                    <a:pt x="0" y="1102195"/>
                  </a:lnTo>
                  <a:lnTo>
                    <a:pt x="0" y="1154681"/>
                  </a:lnTo>
                  <a:lnTo>
                    <a:pt x="0" y="1207166"/>
                  </a:lnTo>
                  <a:lnTo>
                    <a:pt x="0" y="1259652"/>
                  </a:lnTo>
                  <a:lnTo>
                    <a:pt x="0" y="1312137"/>
                  </a:lnTo>
                  <a:lnTo>
                    <a:pt x="0" y="1364623"/>
                  </a:lnTo>
                  <a:lnTo>
                    <a:pt x="0" y="1417108"/>
                  </a:lnTo>
                  <a:lnTo>
                    <a:pt x="0" y="1469594"/>
                  </a:lnTo>
                  <a:close/>
                </a:path>
              </a:pathLst>
            </a:custGeom>
            <a:solidFill>
              <a:srgbClr val="0B4F8C">
                <a:alpha val="100000"/>
              </a:srgbClr>
            </a:solidFill>
          </p:spPr>
          <p:txBody>
            <a:bodyPr/>
            <a:lstStyle/>
            <a:p/>
          </p:txBody>
        </p:sp>
        <p:sp>
          <p:nvSpPr>
            <p:cNvPr id="7" name="pg6"/>
            <p:cNvSpPr/>
            <p:nvPr/>
          </p:nvSpPr>
          <p:spPr>
            <a:xfrm>
              <a:off x="6037745" y="2239100"/>
              <a:ext cx="1518019" cy="1169942"/>
            </a:xfrm>
            <a:custGeom>
              <a:avLst/>
              <a:pathLst>
                <a:path w="1518019" h="1169942">
                  <a:moveTo>
                    <a:pt x="0" y="1169942"/>
                  </a:moveTo>
                  <a:lnTo>
                    <a:pt x="52345" y="1166111"/>
                  </a:lnTo>
                  <a:lnTo>
                    <a:pt x="104691" y="1162280"/>
                  </a:lnTo>
                  <a:lnTo>
                    <a:pt x="157036" y="1158448"/>
                  </a:lnTo>
                  <a:lnTo>
                    <a:pt x="209382" y="1154617"/>
                  </a:lnTo>
                  <a:lnTo>
                    <a:pt x="261727" y="1150786"/>
                  </a:lnTo>
                  <a:lnTo>
                    <a:pt x="314073" y="1146955"/>
                  </a:lnTo>
                  <a:lnTo>
                    <a:pt x="366418" y="1143124"/>
                  </a:lnTo>
                  <a:lnTo>
                    <a:pt x="418764" y="1139292"/>
                  </a:lnTo>
                  <a:lnTo>
                    <a:pt x="471109" y="1135461"/>
                  </a:lnTo>
                  <a:lnTo>
                    <a:pt x="523455" y="1131630"/>
                  </a:lnTo>
                  <a:lnTo>
                    <a:pt x="575800" y="1127799"/>
                  </a:lnTo>
                  <a:lnTo>
                    <a:pt x="628146" y="1123968"/>
                  </a:lnTo>
                  <a:lnTo>
                    <a:pt x="680491" y="1120136"/>
                  </a:lnTo>
                  <a:lnTo>
                    <a:pt x="732837" y="1116305"/>
                  </a:lnTo>
                  <a:lnTo>
                    <a:pt x="785182" y="1112474"/>
                  </a:lnTo>
                  <a:lnTo>
                    <a:pt x="837528" y="1108643"/>
                  </a:lnTo>
                  <a:lnTo>
                    <a:pt x="889873" y="1104812"/>
                  </a:lnTo>
                  <a:lnTo>
                    <a:pt x="942219" y="1100980"/>
                  </a:lnTo>
                  <a:lnTo>
                    <a:pt x="994564" y="1097149"/>
                  </a:lnTo>
                  <a:lnTo>
                    <a:pt x="1046910" y="1093318"/>
                  </a:lnTo>
                  <a:lnTo>
                    <a:pt x="1099255" y="1089487"/>
                  </a:lnTo>
                  <a:lnTo>
                    <a:pt x="1151601" y="1085656"/>
                  </a:lnTo>
                  <a:lnTo>
                    <a:pt x="1203946" y="1081824"/>
                  </a:lnTo>
                  <a:lnTo>
                    <a:pt x="1256292" y="1077993"/>
                  </a:lnTo>
                  <a:lnTo>
                    <a:pt x="1308637" y="1074162"/>
                  </a:lnTo>
                  <a:lnTo>
                    <a:pt x="1360983" y="1070331"/>
                  </a:lnTo>
                  <a:lnTo>
                    <a:pt x="1413328" y="1066500"/>
                  </a:lnTo>
                  <a:lnTo>
                    <a:pt x="1465674" y="1062668"/>
                  </a:lnTo>
                  <a:lnTo>
                    <a:pt x="1518019" y="1058837"/>
                  </a:lnTo>
                  <a:lnTo>
                    <a:pt x="1513211" y="1005873"/>
                  </a:lnTo>
                  <a:lnTo>
                    <a:pt x="1506556" y="953110"/>
                  </a:lnTo>
                  <a:lnTo>
                    <a:pt x="1498061" y="900611"/>
                  </a:lnTo>
                  <a:lnTo>
                    <a:pt x="1487738" y="848441"/>
                  </a:lnTo>
                  <a:lnTo>
                    <a:pt x="1475598" y="796663"/>
                  </a:lnTo>
                  <a:lnTo>
                    <a:pt x="1461657" y="745342"/>
                  </a:lnTo>
                  <a:lnTo>
                    <a:pt x="1445931" y="694538"/>
                  </a:lnTo>
                  <a:lnTo>
                    <a:pt x="1428441" y="644315"/>
                  </a:lnTo>
                  <a:lnTo>
                    <a:pt x="1409206" y="594734"/>
                  </a:lnTo>
                  <a:lnTo>
                    <a:pt x="1388251" y="545854"/>
                  </a:lnTo>
                  <a:lnTo>
                    <a:pt x="1365601" y="497737"/>
                  </a:lnTo>
                  <a:lnTo>
                    <a:pt x="1341284" y="450440"/>
                  </a:lnTo>
                  <a:lnTo>
                    <a:pt x="1315330" y="404022"/>
                  </a:lnTo>
                  <a:lnTo>
                    <a:pt x="1287770" y="358539"/>
                  </a:lnTo>
                  <a:lnTo>
                    <a:pt x="1258638" y="314046"/>
                  </a:lnTo>
                  <a:lnTo>
                    <a:pt x="1227969" y="270598"/>
                  </a:lnTo>
                  <a:lnTo>
                    <a:pt x="1195801" y="228249"/>
                  </a:lnTo>
                  <a:lnTo>
                    <a:pt x="1162173" y="187048"/>
                  </a:lnTo>
                  <a:lnTo>
                    <a:pt x="1127127" y="147048"/>
                  </a:lnTo>
                  <a:lnTo>
                    <a:pt x="1090704" y="108296"/>
                  </a:lnTo>
                  <a:lnTo>
                    <a:pt x="1052950" y="70841"/>
                  </a:lnTo>
                  <a:lnTo>
                    <a:pt x="1013910" y="34727"/>
                  </a:lnTo>
                  <a:lnTo>
                    <a:pt x="973633" y="0"/>
                  </a:lnTo>
                  <a:lnTo>
                    <a:pt x="940059" y="40342"/>
                  </a:lnTo>
                  <a:lnTo>
                    <a:pt x="906486" y="80685"/>
                  </a:lnTo>
                  <a:lnTo>
                    <a:pt x="872912" y="121028"/>
                  </a:lnTo>
                  <a:lnTo>
                    <a:pt x="839339" y="161371"/>
                  </a:lnTo>
                  <a:lnTo>
                    <a:pt x="805765" y="201714"/>
                  </a:lnTo>
                  <a:lnTo>
                    <a:pt x="772192" y="242057"/>
                  </a:lnTo>
                  <a:lnTo>
                    <a:pt x="738618" y="282399"/>
                  </a:lnTo>
                  <a:lnTo>
                    <a:pt x="705044" y="322742"/>
                  </a:lnTo>
                  <a:lnTo>
                    <a:pt x="671471" y="363085"/>
                  </a:lnTo>
                  <a:lnTo>
                    <a:pt x="637897" y="403428"/>
                  </a:lnTo>
                  <a:lnTo>
                    <a:pt x="604324" y="443771"/>
                  </a:lnTo>
                  <a:lnTo>
                    <a:pt x="570750" y="484114"/>
                  </a:lnTo>
                  <a:lnTo>
                    <a:pt x="537177" y="524456"/>
                  </a:lnTo>
                  <a:lnTo>
                    <a:pt x="503603" y="564799"/>
                  </a:lnTo>
                  <a:lnTo>
                    <a:pt x="470029" y="605142"/>
                  </a:lnTo>
                  <a:lnTo>
                    <a:pt x="436456" y="645485"/>
                  </a:lnTo>
                  <a:lnTo>
                    <a:pt x="402882" y="685828"/>
                  </a:lnTo>
                  <a:lnTo>
                    <a:pt x="369309" y="726171"/>
                  </a:lnTo>
                  <a:lnTo>
                    <a:pt x="335735" y="766514"/>
                  </a:lnTo>
                  <a:lnTo>
                    <a:pt x="302162" y="806856"/>
                  </a:lnTo>
                  <a:lnTo>
                    <a:pt x="268588" y="847199"/>
                  </a:lnTo>
                  <a:lnTo>
                    <a:pt x="235014" y="887542"/>
                  </a:lnTo>
                  <a:lnTo>
                    <a:pt x="201441" y="927885"/>
                  </a:lnTo>
                  <a:lnTo>
                    <a:pt x="167867" y="968228"/>
                  </a:lnTo>
                  <a:lnTo>
                    <a:pt x="134294" y="1008571"/>
                  </a:lnTo>
                  <a:lnTo>
                    <a:pt x="100720" y="1048913"/>
                  </a:lnTo>
                  <a:lnTo>
                    <a:pt x="67147" y="1089256"/>
                  </a:lnTo>
                  <a:lnTo>
                    <a:pt x="33573" y="1129599"/>
                  </a:lnTo>
                  <a:close/>
                </a:path>
              </a:pathLst>
            </a:custGeom>
            <a:solidFill>
              <a:srgbClr val="2A9D8F">
                <a:alpha val="100000"/>
              </a:srgbClr>
            </a:solidFill>
          </p:spPr>
          <p:txBody>
            <a:bodyPr/>
            <a:lstStyle/>
            <a:p/>
          </p:txBody>
        </p:sp>
        <p:sp>
          <p:nvSpPr>
            <p:cNvPr id="8" name="pg7"/>
            <p:cNvSpPr/>
            <p:nvPr/>
          </p:nvSpPr>
          <p:spPr>
            <a:xfrm>
              <a:off x="6037745" y="3297938"/>
              <a:ext cx="1522063" cy="1380516"/>
            </a:xfrm>
            <a:custGeom>
              <a:avLst/>
              <a:pathLst>
                <a:path w="1522063" h="1380516">
                  <a:moveTo>
                    <a:pt x="0" y="111104"/>
                  </a:moveTo>
                  <a:lnTo>
                    <a:pt x="28959" y="154877"/>
                  </a:lnTo>
                  <a:lnTo>
                    <a:pt x="57919" y="198650"/>
                  </a:lnTo>
                  <a:lnTo>
                    <a:pt x="86879" y="242423"/>
                  </a:lnTo>
                  <a:lnTo>
                    <a:pt x="115839" y="286195"/>
                  </a:lnTo>
                  <a:lnTo>
                    <a:pt x="144799" y="329968"/>
                  </a:lnTo>
                  <a:lnTo>
                    <a:pt x="173758" y="373741"/>
                  </a:lnTo>
                  <a:lnTo>
                    <a:pt x="202718" y="417514"/>
                  </a:lnTo>
                  <a:lnTo>
                    <a:pt x="231678" y="461287"/>
                  </a:lnTo>
                  <a:lnTo>
                    <a:pt x="260638" y="505059"/>
                  </a:lnTo>
                  <a:lnTo>
                    <a:pt x="289598" y="548832"/>
                  </a:lnTo>
                  <a:lnTo>
                    <a:pt x="318557" y="592605"/>
                  </a:lnTo>
                  <a:lnTo>
                    <a:pt x="347517" y="636378"/>
                  </a:lnTo>
                  <a:lnTo>
                    <a:pt x="376477" y="680151"/>
                  </a:lnTo>
                  <a:lnTo>
                    <a:pt x="405437" y="723924"/>
                  </a:lnTo>
                  <a:lnTo>
                    <a:pt x="434397" y="767696"/>
                  </a:lnTo>
                  <a:lnTo>
                    <a:pt x="463357" y="811469"/>
                  </a:lnTo>
                  <a:lnTo>
                    <a:pt x="492316" y="855242"/>
                  </a:lnTo>
                  <a:lnTo>
                    <a:pt x="521276" y="899015"/>
                  </a:lnTo>
                  <a:lnTo>
                    <a:pt x="550236" y="942788"/>
                  </a:lnTo>
                  <a:lnTo>
                    <a:pt x="579196" y="986560"/>
                  </a:lnTo>
                  <a:lnTo>
                    <a:pt x="608156" y="1030333"/>
                  </a:lnTo>
                  <a:lnTo>
                    <a:pt x="637115" y="1074106"/>
                  </a:lnTo>
                  <a:lnTo>
                    <a:pt x="666075" y="1117879"/>
                  </a:lnTo>
                  <a:lnTo>
                    <a:pt x="695035" y="1161652"/>
                  </a:lnTo>
                  <a:lnTo>
                    <a:pt x="723995" y="1205424"/>
                  </a:lnTo>
                  <a:lnTo>
                    <a:pt x="752955" y="1249197"/>
                  </a:lnTo>
                  <a:lnTo>
                    <a:pt x="781915" y="1292970"/>
                  </a:lnTo>
                  <a:lnTo>
                    <a:pt x="810874" y="1336743"/>
                  </a:lnTo>
                  <a:lnTo>
                    <a:pt x="839834" y="1380516"/>
                  </a:lnTo>
                  <a:lnTo>
                    <a:pt x="882715" y="1351080"/>
                  </a:lnTo>
                  <a:lnTo>
                    <a:pt x="924566" y="1320197"/>
                  </a:lnTo>
                  <a:lnTo>
                    <a:pt x="965337" y="1287901"/>
                  </a:lnTo>
                  <a:lnTo>
                    <a:pt x="1004981" y="1254232"/>
                  </a:lnTo>
                  <a:lnTo>
                    <a:pt x="1043451" y="1219227"/>
                  </a:lnTo>
                  <a:lnTo>
                    <a:pt x="1080702" y="1182929"/>
                  </a:lnTo>
                  <a:lnTo>
                    <a:pt x="1116692" y="1145379"/>
                  </a:lnTo>
                  <a:lnTo>
                    <a:pt x="1151378" y="1106622"/>
                  </a:lnTo>
                  <a:lnTo>
                    <a:pt x="1184719" y="1066702"/>
                  </a:lnTo>
                  <a:lnTo>
                    <a:pt x="1216677" y="1025666"/>
                  </a:lnTo>
                  <a:lnTo>
                    <a:pt x="1247214" y="983562"/>
                  </a:lnTo>
                  <a:lnTo>
                    <a:pt x="1276295" y="940439"/>
                  </a:lnTo>
                  <a:lnTo>
                    <a:pt x="1303886" y="896348"/>
                  </a:lnTo>
                  <a:lnTo>
                    <a:pt x="1329954" y="851340"/>
                  </a:lnTo>
                  <a:lnTo>
                    <a:pt x="1354469" y="805468"/>
                  </a:lnTo>
                  <a:lnTo>
                    <a:pt x="1377402" y="758785"/>
                  </a:lnTo>
                  <a:lnTo>
                    <a:pt x="1398727" y="711345"/>
                  </a:lnTo>
                  <a:lnTo>
                    <a:pt x="1418418" y="663205"/>
                  </a:lnTo>
                  <a:lnTo>
                    <a:pt x="1436454" y="614420"/>
                  </a:lnTo>
                  <a:lnTo>
                    <a:pt x="1452812" y="565047"/>
                  </a:lnTo>
                  <a:lnTo>
                    <a:pt x="1467473" y="515144"/>
                  </a:lnTo>
                  <a:lnTo>
                    <a:pt x="1480421" y="464770"/>
                  </a:lnTo>
                  <a:lnTo>
                    <a:pt x="1491640" y="413982"/>
                  </a:lnTo>
                  <a:lnTo>
                    <a:pt x="1501118" y="362841"/>
                  </a:lnTo>
                  <a:lnTo>
                    <a:pt x="1508842" y="311405"/>
                  </a:lnTo>
                  <a:lnTo>
                    <a:pt x="1514805" y="259736"/>
                  </a:lnTo>
                  <a:lnTo>
                    <a:pt x="1518999" y="207894"/>
                  </a:lnTo>
                  <a:lnTo>
                    <a:pt x="1521419" y="155938"/>
                  </a:lnTo>
                  <a:lnTo>
                    <a:pt x="1522063" y="103930"/>
                  </a:lnTo>
                  <a:lnTo>
                    <a:pt x="1520929" y="51930"/>
                  </a:lnTo>
                  <a:lnTo>
                    <a:pt x="1518019" y="0"/>
                  </a:lnTo>
                  <a:lnTo>
                    <a:pt x="1465674" y="3831"/>
                  </a:lnTo>
                  <a:lnTo>
                    <a:pt x="1413328" y="7662"/>
                  </a:lnTo>
                  <a:lnTo>
                    <a:pt x="1360983" y="11493"/>
                  </a:lnTo>
                  <a:lnTo>
                    <a:pt x="1308637" y="15324"/>
                  </a:lnTo>
                  <a:lnTo>
                    <a:pt x="1256292" y="19155"/>
                  </a:lnTo>
                  <a:lnTo>
                    <a:pt x="1203946" y="22987"/>
                  </a:lnTo>
                  <a:lnTo>
                    <a:pt x="1151601" y="26818"/>
                  </a:lnTo>
                  <a:lnTo>
                    <a:pt x="1099255" y="30649"/>
                  </a:lnTo>
                  <a:lnTo>
                    <a:pt x="1046910" y="34480"/>
                  </a:lnTo>
                  <a:lnTo>
                    <a:pt x="994564" y="38311"/>
                  </a:lnTo>
                  <a:lnTo>
                    <a:pt x="942219" y="42143"/>
                  </a:lnTo>
                  <a:lnTo>
                    <a:pt x="889873" y="45974"/>
                  </a:lnTo>
                  <a:lnTo>
                    <a:pt x="837528" y="49805"/>
                  </a:lnTo>
                  <a:lnTo>
                    <a:pt x="785182" y="53636"/>
                  </a:lnTo>
                  <a:lnTo>
                    <a:pt x="732837" y="57467"/>
                  </a:lnTo>
                  <a:lnTo>
                    <a:pt x="680491" y="61299"/>
                  </a:lnTo>
                  <a:lnTo>
                    <a:pt x="628146" y="65130"/>
                  </a:lnTo>
                  <a:lnTo>
                    <a:pt x="575800" y="68961"/>
                  </a:lnTo>
                  <a:lnTo>
                    <a:pt x="523455" y="72792"/>
                  </a:lnTo>
                  <a:lnTo>
                    <a:pt x="471109" y="76623"/>
                  </a:lnTo>
                  <a:lnTo>
                    <a:pt x="418764" y="80455"/>
                  </a:lnTo>
                  <a:lnTo>
                    <a:pt x="366418" y="84286"/>
                  </a:lnTo>
                  <a:lnTo>
                    <a:pt x="314073" y="88117"/>
                  </a:lnTo>
                  <a:lnTo>
                    <a:pt x="261727" y="91948"/>
                  </a:lnTo>
                  <a:lnTo>
                    <a:pt x="209382" y="95779"/>
                  </a:lnTo>
                  <a:lnTo>
                    <a:pt x="157036" y="99611"/>
                  </a:lnTo>
                  <a:lnTo>
                    <a:pt x="104691" y="103442"/>
                  </a:lnTo>
                  <a:lnTo>
                    <a:pt x="52345" y="107273"/>
                  </a:lnTo>
                  <a:close/>
                </a:path>
              </a:pathLst>
            </a:custGeom>
            <a:solidFill>
              <a:srgbClr val="E9C46A">
                <a:alpha val="100000"/>
              </a:srgbClr>
            </a:solidFill>
          </p:spPr>
          <p:txBody>
            <a:bodyPr/>
            <a:lstStyle/>
            <a:p/>
          </p:txBody>
        </p:sp>
        <p:sp>
          <p:nvSpPr>
            <p:cNvPr id="9" name="pg8"/>
            <p:cNvSpPr/>
            <p:nvPr/>
          </p:nvSpPr>
          <p:spPr>
            <a:xfrm>
              <a:off x="5197910" y="3409042"/>
              <a:ext cx="1679669" cy="1522080"/>
            </a:xfrm>
            <a:custGeom>
              <a:avLst/>
              <a:pathLst>
                <a:path w="1679669" h="1522080">
                  <a:moveTo>
                    <a:pt x="839834" y="0"/>
                  </a:moveTo>
                  <a:lnTo>
                    <a:pt x="810874" y="43772"/>
                  </a:lnTo>
                  <a:lnTo>
                    <a:pt x="781915" y="87545"/>
                  </a:lnTo>
                  <a:lnTo>
                    <a:pt x="752955" y="131318"/>
                  </a:lnTo>
                  <a:lnTo>
                    <a:pt x="723995" y="175091"/>
                  </a:lnTo>
                  <a:lnTo>
                    <a:pt x="695035" y="218864"/>
                  </a:lnTo>
                  <a:lnTo>
                    <a:pt x="666075" y="262636"/>
                  </a:lnTo>
                  <a:lnTo>
                    <a:pt x="637115" y="306409"/>
                  </a:lnTo>
                  <a:lnTo>
                    <a:pt x="608156" y="350182"/>
                  </a:lnTo>
                  <a:lnTo>
                    <a:pt x="579196" y="393955"/>
                  </a:lnTo>
                  <a:lnTo>
                    <a:pt x="550236" y="437728"/>
                  </a:lnTo>
                  <a:lnTo>
                    <a:pt x="521276" y="481500"/>
                  </a:lnTo>
                  <a:lnTo>
                    <a:pt x="492316" y="525273"/>
                  </a:lnTo>
                  <a:lnTo>
                    <a:pt x="463357" y="569046"/>
                  </a:lnTo>
                  <a:lnTo>
                    <a:pt x="434397" y="612819"/>
                  </a:lnTo>
                  <a:lnTo>
                    <a:pt x="405437" y="656592"/>
                  </a:lnTo>
                  <a:lnTo>
                    <a:pt x="376477" y="700364"/>
                  </a:lnTo>
                  <a:lnTo>
                    <a:pt x="347517" y="744137"/>
                  </a:lnTo>
                  <a:lnTo>
                    <a:pt x="318557" y="787910"/>
                  </a:lnTo>
                  <a:lnTo>
                    <a:pt x="289598" y="831683"/>
                  </a:lnTo>
                  <a:lnTo>
                    <a:pt x="260638" y="875456"/>
                  </a:lnTo>
                  <a:lnTo>
                    <a:pt x="231678" y="919228"/>
                  </a:lnTo>
                  <a:lnTo>
                    <a:pt x="202718" y="963001"/>
                  </a:lnTo>
                  <a:lnTo>
                    <a:pt x="173758" y="1006774"/>
                  </a:lnTo>
                  <a:lnTo>
                    <a:pt x="144799" y="1050547"/>
                  </a:lnTo>
                  <a:lnTo>
                    <a:pt x="115839" y="1094320"/>
                  </a:lnTo>
                  <a:lnTo>
                    <a:pt x="86879" y="1138092"/>
                  </a:lnTo>
                  <a:lnTo>
                    <a:pt x="57919" y="1181865"/>
                  </a:lnTo>
                  <a:lnTo>
                    <a:pt x="28959" y="1225638"/>
                  </a:lnTo>
                  <a:lnTo>
                    <a:pt x="0" y="1269411"/>
                  </a:lnTo>
                  <a:lnTo>
                    <a:pt x="44131" y="1297530"/>
                  </a:lnTo>
                  <a:lnTo>
                    <a:pt x="89204" y="1324115"/>
                  </a:lnTo>
                  <a:lnTo>
                    <a:pt x="135163" y="1349135"/>
                  </a:lnTo>
                  <a:lnTo>
                    <a:pt x="181955" y="1372560"/>
                  </a:lnTo>
                  <a:lnTo>
                    <a:pt x="229525" y="1394363"/>
                  </a:lnTo>
                  <a:lnTo>
                    <a:pt x="277817" y="1414518"/>
                  </a:lnTo>
                  <a:lnTo>
                    <a:pt x="326772" y="1433002"/>
                  </a:lnTo>
                  <a:lnTo>
                    <a:pt x="376334" y="1449791"/>
                  </a:lnTo>
                  <a:lnTo>
                    <a:pt x="426444" y="1464867"/>
                  </a:lnTo>
                  <a:lnTo>
                    <a:pt x="477042" y="1478211"/>
                  </a:lnTo>
                  <a:lnTo>
                    <a:pt x="528070" y="1489808"/>
                  </a:lnTo>
                  <a:lnTo>
                    <a:pt x="579465" y="1499645"/>
                  </a:lnTo>
                  <a:lnTo>
                    <a:pt x="631169" y="1507708"/>
                  </a:lnTo>
                  <a:lnTo>
                    <a:pt x="683119" y="1513990"/>
                  </a:lnTo>
                  <a:lnTo>
                    <a:pt x="735254" y="1518482"/>
                  </a:lnTo>
                  <a:lnTo>
                    <a:pt x="787513" y="1521180"/>
                  </a:lnTo>
                  <a:lnTo>
                    <a:pt x="839834" y="1522080"/>
                  </a:lnTo>
                  <a:lnTo>
                    <a:pt x="892155" y="1521180"/>
                  </a:lnTo>
                  <a:lnTo>
                    <a:pt x="944414" y="1518482"/>
                  </a:lnTo>
                  <a:lnTo>
                    <a:pt x="996549" y="1513990"/>
                  </a:lnTo>
                  <a:lnTo>
                    <a:pt x="1048499" y="1507708"/>
                  </a:lnTo>
                  <a:lnTo>
                    <a:pt x="1100203" y="1499645"/>
                  </a:lnTo>
                  <a:lnTo>
                    <a:pt x="1151599" y="1489808"/>
                  </a:lnTo>
                  <a:lnTo>
                    <a:pt x="1202626" y="1478211"/>
                  </a:lnTo>
                  <a:lnTo>
                    <a:pt x="1253224" y="1464867"/>
                  </a:lnTo>
                  <a:lnTo>
                    <a:pt x="1303334" y="1449791"/>
                  </a:lnTo>
                  <a:lnTo>
                    <a:pt x="1352896" y="1433002"/>
                  </a:lnTo>
                  <a:lnTo>
                    <a:pt x="1401852" y="1414518"/>
                  </a:lnTo>
                  <a:lnTo>
                    <a:pt x="1450143" y="1394363"/>
                  </a:lnTo>
                  <a:lnTo>
                    <a:pt x="1497713" y="1372560"/>
                  </a:lnTo>
                  <a:lnTo>
                    <a:pt x="1544505" y="1349135"/>
                  </a:lnTo>
                  <a:lnTo>
                    <a:pt x="1590465" y="1324115"/>
                  </a:lnTo>
                  <a:lnTo>
                    <a:pt x="1635537" y="1297530"/>
                  </a:lnTo>
                  <a:lnTo>
                    <a:pt x="1679669" y="1269411"/>
                  </a:lnTo>
                  <a:lnTo>
                    <a:pt x="1650709" y="1225638"/>
                  </a:lnTo>
                  <a:lnTo>
                    <a:pt x="1621749" y="1181865"/>
                  </a:lnTo>
                  <a:lnTo>
                    <a:pt x="1592789" y="1138092"/>
                  </a:lnTo>
                  <a:lnTo>
                    <a:pt x="1563830" y="1094320"/>
                  </a:lnTo>
                  <a:lnTo>
                    <a:pt x="1534870" y="1050547"/>
                  </a:lnTo>
                  <a:lnTo>
                    <a:pt x="1505910" y="1006774"/>
                  </a:lnTo>
                  <a:lnTo>
                    <a:pt x="1476950" y="963001"/>
                  </a:lnTo>
                  <a:lnTo>
                    <a:pt x="1447990" y="919228"/>
                  </a:lnTo>
                  <a:lnTo>
                    <a:pt x="1419030" y="875456"/>
                  </a:lnTo>
                  <a:lnTo>
                    <a:pt x="1390071" y="831683"/>
                  </a:lnTo>
                  <a:lnTo>
                    <a:pt x="1361111" y="787910"/>
                  </a:lnTo>
                  <a:lnTo>
                    <a:pt x="1332151" y="744137"/>
                  </a:lnTo>
                  <a:lnTo>
                    <a:pt x="1303191" y="700364"/>
                  </a:lnTo>
                  <a:lnTo>
                    <a:pt x="1274231" y="656592"/>
                  </a:lnTo>
                  <a:lnTo>
                    <a:pt x="1245272" y="612819"/>
                  </a:lnTo>
                  <a:lnTo>
                    <a:pt x="1216312" y="569046"/>
                  </a:lnTo>
                  <a:lnTo>
                    <a:pt x="1187352" y="525273"/>
                  </a:lnTo>
                  <a:lnTo>
                    <a:pt x="1158392" y="481500"/>
                  </a:lnTo>
                  <a:lnTo>
                    <a:pt x="1129432" y="437728"/>
                  </a:lnTo>
                  <a:lnTo>
                    <a:pt x="1100472" y="393955"/>
                  </a:lnTo>
                  <a:lnTo>
                    <a:pt x="1071513" y="350182"/>
                  </a:lnTo>
                  <a:lnTo>
                    <a:pt x="1042553" y="306409"/>
                  </a:lnTo>
                  <a:lnTo>
                    <a:pt x="1013593" y="262636"/>
                  </a:lnTo>
                  <a:lnTo>
                    <a:pt x="984633" y="218864"/>
                  </a:lnTo>
                  <a:lnTo>
                    <a:pt x="955673" y="175091"/>
                  </a:lnTo>
                  <a:lnTo>
                    <a:pt x="926714" y="131318"/>
                  </a:lnTo>
                  <a:lnTo>
                    <a:pt x="897754" y="87545"/>
                  </a:lnTo>
                  <a:lnTo>
                    <a:pt x="868794" y="43772"/>
                  </a:lnTo>
                  <a:close/>
                </a:path>
              </a:pathLst>
            </a:custGeom>
            <a:solidFill>
              <a:srgbClr val="F4A261">
                <a:alpha val="100000"/>
              </a:srgbClr>
            </a:solidFill>
          </p:spPr>
          <p:txBody>
            <a:bodyPr/>
            <a:lstStyle/>
            <a:p/>
          </p:txBody>
        </p:sp>
        <p:sp>
          <p:nvSpPr>
            <p:cNvPr id="10" name="pg9"/>
            <p:cNvSpPr/>
            <p:nvPr/>
          </p:nvSpPr>
          <p:spPr>
            <a:xfrm>
              <a:off x="4515819" y="3024058"/>
              <a:ext cx="1521926" cy="1654396"/>
            </a:xfrm>
            <a:custGeom>
              <a:avLst/>
              <a:pathLst>
                <a:path w="1521926" h="1654396">
                  <a:moveTo>
                    <a:pt x="1521926" y="384984"/>
                  </a:moveTo>
                  <a:lnTo>
                    <a:pt x="1471147" y="371709"/>
                  </a:lnTo>
                  <a:lnTo>
                    <a:pt x="1420368" y="358434"/>
                  </a:lnTo>
                  <a:lnTo>
                    <a:pt x="1369589" y="345158"/>
                  </a:lnTo>
                  <a:lnTo>
                    <a:pt x="1318810" y="331883"/>
                  </a:lnTo>
                  <a:lnTo>
                    <a:pt x="1268032" y="318608"/>
                  </a:lnTo>
                  <a:lnTo>
                    <a:pt x="1217253" y="305332"/>
                  </a:lnTo>
                  <a:lnTo>
                    <a:pt x="1166474" y="292057"/>
                  </a:lnTo>
                  <a:lnTo>
                    <a:pt x="1115695" y="278782"/>
                  </a:lnTo>
                  <a:lnTo>
                    <a:pt x="1064916" y="265506"/>
                  </a:lnTo>
                  <a:lnTo>
                    <a:pt x="1014137" y="252231"/>
                  </a:lnTo>
                  <a:lnTo>
                    <a:pt x="963358" y="238956"/>
                  </a:lnTo>
                  <a:lnTo>
                    <a:pt x="912579" y="225680"/>
                  </a:lnTo>
                  <a:lnTo>
                    <a:pt x="861800" y="212405"/>
                  </a:lnTo>
                  <a:lnTo>
                    <a:pt x="811022" y="199130"/>
                  </a:lnTo>
                  <a:lnTo>
                    <a:pt x="760243" y="185854"/>
                  </a:lnTo>
                  <a:lnTo>
                    <a:pt x="709464" y="172579"/>
                  </a:lnTo>
                  <a:lnTo>
                    <a:pt x="658685" y="159304"/>
                  </a:lnTo>
                  <a:lnTo>
                    <a:pt x="607906" y="146028"/>
                  </a:lnTo>
                  <a:lnTo>
                    <a:pt x="557127" y="132753"/>
                  </a:lnTo>
                  <a:lnTo>
                    <a:pt x="506348" y="119478"/>
                  </a:lnTo>
                  <a:lnTo>
                    <a:pt x="455569" y="106202"/>
                  </a:lnTo>
                  <a:lnTo>
                    <a:pt x="404791" y="92927"/>
                  </a:lnTo>
                  <a:lnTo>
                    <a:pt x="354012" y="79652"/>
                  </a:lnTo>
                  <a:lnTo>
                    <a:pt x="303233" y="66376"/>
                  </a:lnTo>
                  <a:lnTo>
                    <a:pt x="252454" y="53101"/>
                  </a:lnTo>
                  <a:lnTo>
                    <a:pt x="201675" y="39826"/>
                  </a:lnTo>
                  <a:lnTo>
                    <a:pt x="150896" y="26550"/>
                  </a:lnTo>
                  <a:lnTo>
                    <a:pt x="100117" y="13275"/>
                  </a:lnTo>
                  <a:lnTo>
                    <a:pt x="49338" y="0"/>
                  </a:lnTo>
                  <a:lnTo>
                    <a:pt x="36935" y="51024"/>
                  </a:lnTo>
                  <a:lnTo>
                    <a:pt x="26299" y="102446"/>
                  </a:lnTo>
                  <a:lnTo>
                    <a:pt x="17443" y="154204"/>
                  </a:lnTo>
                  <a:lnTo>
                    <a:pt x="10378" y="206236"/>
                  </a:lnTo>
                  <a:lnTo>
                    <a:pt x="5112" y="258482"/>
                  </a:lnTo>
                  <a:lnTo>
                    <a:pt x="1651" y="310878"/>
                  </a:lnTo>
                  <a:lnTo>
                    <a:pt x="0" y="363362"/>
                  </a:lnTo>
                  <a:lnTo>
                    <a:pt x="159" y="415872"/>
                  </a:lnTo>
                  <a:lnTo>
                    <a:pt x="2130" y="468345"/>
                  </a:lnTo>
                  <a:lnTo>
                    <a:pt x="5910" y="520719"/>
                  </a:lnTo>
                  <a:lnTo>
                    <a:pt x="11494" y="572932"/>
                  </a:lnTo>
                  <a:lnTo>
                    <a:pt x="18876" y="624921"/>
                  </a:lnTo>
                  <a:lnTo>
                    <a:pt x="28047" y="676624"/>
                  </a:lnTo>
                  <a:lnTo>
                    <a:pt x="38996" y="727980"/>
                  </a:lnTo>
                  <a:lnTo>
                    <a:pt x="51710" y="778928"/>
                  </a:lnTo>
                  <a:lnTo>
                    <a:pt x="66173" y="829407"/>
                  </a:lnTo>
                  <a:lnTo>
                    <a:pt x="82369" y="879357"/>
                  </a:lnTo>
                  <a:lnTo>
                    <a:pt x="100279" y="928718"/>
                  </a:lnTo>
                  <a:lnTo>
                    <a:pt x="119880" y="977433"/>
                  </a:lnTo>
                  <a:lnTo>
                    <a:pt x="141150" y="1025442"/>
                  </a:lnTo>
                  <a:lnTo>
                    <a:pt x="164064" y="1072689"/>
                  </a:lnTo>
                  <a:lnTo>
                    <a:pt x="188594" y="1119118"/>
                  </a:lnTo>
                  <a:lnTo>
                    <a:pt x="214710" y="1164673"/>
                  </a:lnTo>
                  <a:lnTo>
                    <a:pt x="242382" y="1209300"/>
                  </a:lnTo>
                  <a:lnTo>
                    <a:pt x="271578" y="1252946"/>
                  </a:lnTo>
                  <a:lnTo>
                    <a:pt x="302261" y="1295558"/>
                  </a:lnTo>
                  <a:lnTo>
                    <a:pt x="334396" y="1337088"/>
                  </a:lnTo>
                  <a:lnTo>
                    <a:pt x="367945" y="1377483"/>
                  </a:lnTo>
                  <a:lnTo>
                    <a:pt x="402866" y="1416698"/>
                  </a:lnTo>
                  <a:lnTo>
                    <a:pt x="439120" y="1454685"/>
                  </a:lnTo>
                  <a:lnTo>
                    <a:pt x="476663" y="1491398"/>
                  </a:lnTo>
                  <a:lnTo>
                    <a:pt x="515449" y="1526795"/>
                  </a:lnTo>
                  <a:lnTo>
                    <a:pt x="555433" y="1560833"/>
                  </a:lnTo>
                  <a:lnTo>
                    <a:pt x="596568" y="1593471"/>
                  </a:lnTo>
                  <a:lnTo>
                    <a:pt x="638804" y="1624671"/>
                  </a:lnTo>
                  <a:lnTo>
                    <a:pt x="682091" y="1654396"/>
                  </a:lnTo>
                  <a:lnTo>
                    <a:pt x="711051" y="1610623"/>
                  </a:lnTo>
                  <a:lnTo>
                    <a:pt x="740011" y="1566850"/>
                  </a:lnTo>
                  <a:lnTo>
                    <a:pt x="768971" y="1523077"/>
                  </a:lnTo>
                  <a:lnTo>
                    <a:pt x="797931" y="1479305"/>
                  </a:lnTo>
                  <a:lnTo>
                    <a:pt x="826890" y="1435532"/>
                  </a:lnTo>
                  <a:lnTo>
                    <a:pt x="855850" y="1391759"/>
                  </a:lnTo>
                  <a:lnTo>
                    <a:pt x="884810" y="1347986"/>
                  </a:lnTo>
                  <a:lnTo>
                    <a:pt x="913770" y="1304213"/>
                  </a:lnTo>
                  <a:lnTo>
                    <a:pt x="942730" y="1260440"/>
                  </a:lnTo>
                  <a:lnTo>
                    <a:pt x="971689" y="1216668"/>
                  </a:lnTo>
                  <a:lnTo>
                    <a:pt x="1000649" y="1172895"/>
                  </a:lnTo>
                  <a:lnTo>
                    <a:pt x="1029609" y="1129122"/>
                  </a:lnTo>
                  <a:lnTo>
                    <a:pt x="1058569" y="1085349"/>
                  </a:lnTo>
                  <a:lnTo>
                    <a:pt x="1087529" y="1041576"/>
                  </a:lnTo>
                  <a:lnTo>
                    <a:pt x="1116488" y="997804"/>
                  </a:lnTo>
                  <a:lnTo>
                    <a:pt x="1145448" y="954031"/>
                  </a:lnTo>
                  <a:lnTo>
                    <a:pt x="1174408" y="910258"/>
                  </a:lnTo>
                  <a:lnTo>
                    <a:pt x="1203368" y="866485"/>
                  </a:lnTo>
                  <a:lnTo>
                    <a:pt x="1232328" y="822712"/>
                  </a:lnTo>
                  <a:lnTo>
                    <a:pt x="1261288" y="778940"/>
                  </a:lnTo>
                  <a:lnTo>
                    <a:pt x="1290247" y="735167"/>
                  </a:lnTo>
                  <a:lnTo>
                    <a:pt x="1319207" y="691394"/>
                  </a:lnTo>
                  <a:lnTo>
                    <a:pt x="1348167" y="647621"/>
                  </a:lnTo>
                  <a:lnTo>
                    <a:pt x="1377127" y="603848"/>
                  </a:lnTo>
                  <a:lnTo>
                    <a:pt x="1406087" y="560076"/>
                  </a:lnTo>
                  <a:lnTo>
                    <a:pt x="1435046" y="516303"/>
                  </a:lnTo>
                  <a:lnTo>
                    <a:pt x="1464006" y="472530"/>
                  </a:lnTo>
                  <a:lnTo>
                    <a:pt x="1492966" y="428757"/>
                  </a:lnTo>
                  <a:close/>
                </a:path>
              </a:pathLst>
            </a:custGeom>
            <a:solidFill>
              <a:srgbClr val="E76F51">
                <a:alpha val="100000"/>
              </a:srgbClr>
            </a:solidFill>
          </p:spPr>
          <p:txBody>
            <a:bodyPr/>
            <a:lstStyle/>
            <a:p/>
          </p:txBody>
        </p:sp>
        <p:sp>
          <p:nvSpPr>
            <p:cNvPr id="11" name="pg10"/>
            <p:cNvSpPr/>
            <p:nvPr/>
          </p:nvSpPr>
          <p:spPr>
            <a:xfrm>
              <a:off x="4565157" y="1886962"/>
              <a:ext cx="1472587" cy="1522079"/>
            </a:xfrm>
            <a:custGeom>
              <a:avLst/>
              <a:pathLst>
                <a:path w="1472587" h="1522079">
                  <a:moveTo>
                    <a:pt x="1472587" y="1522079"/>
                  </a:moveTo>
                  <a:lnTo>
                    <a:pt x="1472587" y="1469594"/>
                  </a:lnTo>
                  <a:lnTo>
                    <a:pt x="1472587" y="1417108"/>
                  </a:lnTo>
                  <a:lnTo>
                    <a:pt x="1472587" y="1364623"/>
                  </a:lnTo>
                  <a:lnTo>
                    <a:pt x="1472587" y="1312137"/>
                  </a:lnTo>
                  <a:lnTo>
                    <a:pt x="1472587" y="1259652"/>
                  </a:lnTo>
                  <a:lnTo>
                    <a:pt x="1472587" y="1207166"/>
                  </a:lnTo>
                  <a:lnTo>
                    <a:pt x="1472587" y="1154681"/>
                  </a:lnTo>
                  <a:lnTo>
                    <a:pt x="1472587" y="1102195"/>
                  </a:lnTo>
                  <a:lnTo>
                    <a:pt x="1472587" y="1049710"/>
                  </a:lnTo>
                  <a:lnTo>
                    <a:pt x="1472587" y="997224"/>
                  </a:lnTo>
                  <a:lnTo>
                    <a:pt x="1472587" y="944739"/>
                  </a:lnTo>
                  <a:lnTo>
                    <a:pt x="1472587" y="892253"/>
                  </a:lnTo>
                  <a:lnTo>
                    <a:pt x="1472587" y="839768"/>
                  </a:lnTo>
                  <a:lnTo>
                    <a:pt x="1472587" y="787282"/>
                  </a:lnTo>
                  <a:lnTo>
                    <a:pt x="1472587" y="734797"/>
                  </a:lnTo>
                  <a:lnTo>
                    <a:pt x="1472587" y="682311"/>
                  </a:lnTo>
                  <a:lnTo>
                    <a:pt x="1472587" y="629826"/>
                  </a:lnTo>
                  <a:lnTo>
                    <a:pt x="1472587" y="577340"/>
                  </a:lnTo>
                  <a:lnTo>
                    <a:pt x="1472587" y="524855"/>
                  </a:lnTo>
                  <a:lnTo>
                    <a:pt x="1472587" y="472369"/>
                  </a:lnTo>
                  <a:lnTo>
                    <a:pt x="1472587" y="419884"/>
                  </a:lnTo>
                  <a:lnTo>
                    <a:pt x="1472587" y="367398"/>
                  </a:lnTo>
                  <a:lnTo>
                    <a:pt x="1472587" y="314913"/>
                  </a:lnTo>
                  <a:lnTo>
                    <a:pt x="1472587" y="262427"/>
                  </a:lnTo>
                  <a:lnTo>
                    <a:pt x="1472587" y="209942"/>
                  </a:lnTo>
                  <a:lnTo>
                    <a:pt x="1472587" y="157456"/>
                  </a:lnTo>
                  <a:lnTo>
                    <a:pt x="1472587" y="104971"/>
                  </a:lnTo>
                  <a:lnTo>
                    <a:pt x="1472587" y="52485"/>
                  </a:lnTo>
                  <a:lnTo>
                    <a:pt x="1472587" y="0"/>
                  </a:lnTo>
                  <a:lnTo>
                    <a:pt x="1419922" y="911"/>
                  </a:lnTo>
                  <a:lnTo>
                    <a:pt x="1367320" y="3644"/>
                  </a:lnTo>
                  <a:lnTo>
                    <a:pt x="1314845" y="8195"/>
                  </a:lnTo>
                  <a:lnTo>
                    <a:pt x="1262558" y="14560"/>
                  </a:lnTo>
                  <a:lnTo>
                    <a:pt x="1210522" y="22730"/>
                  </a:lnTo>
                  <a:lnTo>
                    <a:pt x="1158801" y="32695"/>
                  </a:lnTo>
                  <a:lnTo>
                    <a:pt x="1107455" y="44444"/>
                  </a:lnTo>
                  <a:lnTo>
                    <a:pt x="1056547" y="57963"/>
                  </a:lnTo>
                  <a:lnTo>
                    <a:pt x="1006137" y="73235"/>
                  </a:lnTo>
                  <a:lnTo>
                    <a:pt x="956285" y="90242"/>
                  </a:lnTo>
                  <a:lnTo>
                    <a:pt x="907052" y="108963"/>
                  </a:lnTo>
                  <a:lnTo>
                    <a:pt x="858496" y="129377"/>
                  </a:lnTo>
                  <a:lnTo>
                    <a:pt x="810675" y="151459"/>
                  </a:lnTo>
                  <a:lnTo>
                    <a:pt x="763647" y="175182"/>
                  </a:lnTo>
                  <a:lnTo>
                    <a:pt x="717468" y="200519"/>
                  </a:lnTo>
                  <a:lnTo>
                    <a:pt x="672194" y="227438"/>
                  </a:lnTo>
                  <a:lnTo>
                    <a:pt x="627877" y="255907"/>
                  </a:lnTo>
                  <a:lnTo>
                    <a:pt x="584573" y="285892"/>
                  </a:lnTo>
                  <a:lnTo>
                    <a:pt x="542332" y="317359"/>
                  </a:lnTo>
                  <a:lnTo>
                    <a:pt x="501205" y="350267"/>
                  </a:lnTo>
                  <a:lnTo>
                    <a:pt x="461241" y="384579"/>
                  </a:lnTo>
                  <a:lnTo>
                    <a:pt x="422488" y="420254"/>
                  </a:lnTo>
                  <a:lnTo>
                    <a:pt x="384993" y="457247"/>
                  </a:lnTo>
                  <a:lnTo>
                    <a:pt x="348801" y="495516"/>
                  </a:lnTo>
                  <a:lnTo>
                    <a:pt x="313954" y="535015"/>
                  </a:lnTo>
                  <a:lnTo>
                    <a:pt x="280495" y="575695"/>
                  </a:lnTo>
                  <a:lnTo>
                    <a:pt x="248463" y="617509"/>
                  </a:lnTo>
                  <a:lnTo>
                    <a:pt x="217897" y="660406"/>
                  </a:lnTo>
                  <a:lnTo>
                    <a:pt x="188834" y="704335"/>
                  </a:lnTo>
                  <a:lnTo>
                    <a:pt x="161308" y="749243"/>
                  </a:lnTo>
                  <a:lnTo>
                    <a:pt x="135353" y="795077"/>
                  </a:lnTo>
                  <a:lnTo>
                    <a:pt x="110999" y="841782"/>
                  </a:lnTo>
                  <a:lnTo>
                    <a:pt x="88276" y="889301"/>
                  </a:lnTo>
                  <a:lnTo>
                    <a:pt x="67210" y="937578"/>
                  </a:lnTo>
                  <a:lnTo>
                    <a:pt x="47827" y="986554"/>
                  </a:lnTo>
                  <a:lnTo>
                    <a:pt x="30151" y="1036173"/>
                  </a:lnTo>
                  <a:lnTo>
                    <a:pt x="14202" y="1086373"/>
                  </a:lnTo>
                  <a:lnTo>
                    <a:pt x="0" y="1137095"/>
                  </a:lnTo>
                  <a:lnTo>
                    <a:pt x="50778" y="1150370"/>
                  </a:lnTo>
                  <a:lnTo>
                    <a:pt x="101557" y="1163645"/>
                  </a:lnTo>
                  <a:lnTo>
                    <a:pt x="152336" y="1176921"/>
                  </a:lnTo>
                  <a:lnTo>
                    <a:pt x="203115" y="1190196"/>
                  </a:lnTo>
                  <a:lnTo>
                    <a:pt x="253894" y="1203471"/>
                  </a:lnTo>
                  <a:lnTo>
                    <a:pt x="304673" y="1216747"/>
                  </a:lnTo>
                  <a:lnTo>
                    <a:pt x="355452" y="1230022"/>
                  </a:lnTo>
                  <a:lnTo>
                    <a:pt x="406231" y="1243297"/>
                  </a:lnTo>
                  <a:lnTo>
                    <a:pt x="457009" y="1256573"/>
                  </a:lnTo>
                  <a:lnTo>
                    <a:pt x="507788" y="1269848"/>
                  </a:lnTo>
                  <a:lnTo>
                    <a:pt x="558567" y="1283123"/>
                  </a:lnTo>
                  <a:lnTo>
                    <a:pt x="609346" y="1296399"/>
                  </a:lnTo>
                  <a:lnTo>
                    <a:pt x="660125" y="1309674"/>
                  </a:lnTo>
                  <a:lnTo>
                    <a:pt x="710904" y="1322949"/>
                  </a:lnTo>
                  <a:lnTo>
                    <a:pt x="761683" y="1336225"/>
                  </a:lnTo>
                  <a:lnTo>
                    <a:pt x="812462" y="1349500"/>
                  </a:lnTo>
                  <a:lnTo>
                    <a:pt x="863240" y="1362775"/>
                  </a:lnTo>
                  <a:lnTo>
                    <a:pt x="914019" y="1376051"/>
                  </a:lnTo>
                  <a:lnTo>
                    <a:pt x="964798" y="1389326"/>
                  </a:lnTo>
                  <a:lnTo>
                    <a:pt x="1015577" y="1402601"/>
                  </a:lnTo>
                  <a:lnTo>
                    <a:pt x="1066356" y="1415877"/>
                  </a:lnTo>
                  <a:lnTo>
                    <a:pt x="1117135" y="1429152"/>
                  </a:lnTo>
                  <a:lnTo>
                    <a:pt x="1167914" y="1442427"/>
                  </a:lnTo>
                  <a:lnTo>
                    <a:pt x="1218693" y="1455703"/>
                  </a:lnTo>
                  <a:lnTo>
                    <a:pt x="1269472" y="1468978"/>
                  </a:lnTo>
                  <a:lnTo>
                    <a:pt x="1320250" y="1482253"/>
                  </a:lnTo>
                  <a:lnTo>
                    <a:pt x="1371029" y="1495529"/>
                  </a:lnTo>
                  <a:lnTo>
                    <a:pt x="1421808" y="1508804"/>
                  </a:lnTo>
                  <a:close/>
                </a:path>
              </a:pathLst>
            </a:custGeom>
            <a:solidFill>
              <a:srgbClr val="7A9E9F">
                <a:alpha val="100000"/>
              </a:srgbClr>
            </a:solidFill>
          </p:spPr>
          <p:txBody>
            <a:bodyPr/>
            <a:lstStyle/>
            <a:p/>
          </p:txBody>
        </p:sp>
        <p:sp>
          <p:nvSpPr>
            <p:cNvPr id="12" name="tx11"/>
            <p:cNvSpPr/>
            <p:nvPr/>
          </p:nvSpPr>
          <p:spPr>
            <a:xfrm>
              <a:off x="5955913" y="2516911"/>
              <a:ext cx="733109" cy="169559"/>
            </a:xfrm>
            <a:prstGeom prst="rect">
              <a:avLst/>
            </a:prstGeom>
            <a:noFill/>
          </p:spPr>
          <p:txBody>
            <a:bodyPr lIns="0" rIns="0" tIns="0" bIns="0" anchorCtr="1" anchor="ctr" wrap="none"/>
            <a:lstStyle/>
            <a:p>
              <a:pPr algn="l" marL="0" marR="0" indent="0">
                <a:lnSpc>
                  <a:spcPts val="1422"/>
                </a:lnSpc>
                <a:spcBef>
                  <a:spcPts val="0"/>
                </a:spcBef>
                <a:spcAft>
                  <a:spcPts val="0"/>
                </a:spcAft>
              </a:pPr>
              <a:r>
                <a:rPr sz="1422" b="1">
                  <a:solidFill>
                    <a:srgbClr val="FFFFFF">
                      <a:alpha val="100000"/>
                    </a:srgbClr>
                  </a:solidFill>
                  <a:latin typeface="Arial"/>
                  <a:cs typeface="Arial"/>
                </a:rPr>
                <a:t>11% (19)</a:t>
              </a:r>
            </a:p>
          </p:txBody>
        </p:sp>
        <p:sp>
          <p:nvSpPr>
            <p:cNvPr id="13" name="tx12"/>
            <p:cNvSpPr/>
            <p:nvPr/>
          </p:nvSpPr>
          <p:spPr>
            <a:xfrm>
              <a:off x="6415697" y="2921371"/>
              <a:ext cx="733109" cy="169559"/>
            </a:xfrm>
            <a:prstGeom prst="rect">
              <a:avLst/>
            </a:prstGeom>
            <a:noFill/>
          </p:spPr>
          <p:txBody>
            <a:bodyPr lIns="0" rIns="0" tIns="0" bIns="0" anchorCtr="1" anchor="ctr" wrap="none"/>
            <a:lstStyle/>
            <a:p>
              <a:pPr algn="l" marL="0" marR="0" indent="0">
                <a:lnSpc>
                  <a:spcPts val="1422"/>
                </a:lnSpc>
                <a:spcBef>
                  <a:spcPts val="0"/>
                </a:spcBef>
                <a:spcAft>
                  <a:spcPts val="0"/>
                </a:spcAft>
              </a:pPr>
              <a:r>
                <a:rPr sz="1422" b="1">
                  <a:solidFill>
                    <a:srgbClr val="FFFFFF">
                      <a:alpha val="100000"/>
                    </a:srgbClr>
                  </a:solidFill>
                  <a:latin typeface="Arial"/>
                  <a:cs typeface="Arial"/>
                </a:rPr>
                <a:t>13% (22)</a:t>
              </a:r>
            </a:p>
          </p:txBody>
        </p:sp>
        <p:sp>
          <p:nvSpPr>
            <p:cNvPr id="14" name="tx13"/>
            <p:cNvSpPr/>
            <p:nvPr/>
          </p:nvSpPr>
          <p:spPr>
            <a:xfrm>
              <a:off x="6422564" y="3673265"/>
              <a:ext cx="733109" cy="169559"/>
            </a:xfrm>
            <a:prstGeom prst="rect">
              <a:avLst/>
            </a:prstGeom>
            <a:noFill/>
          </p:spPr>
          <p:txBody>
            <a:bodyPr lIns="0" rIns="0" tIns="0" bIns="0" anchorCtr="1" anchor="ctr" wrap="none"/>
            <a:lstStyle/>
            <a:p>
              <a:pPr algn="l" marL="0" marR="0" indent="0">
                <a:lnSpc>
                  <a:spcPts val="1422"/>
                </a:lnSpc>
                <a:spcBef>
                  <a:spcPts val="0"/>
                </a:spcBef>
                <a:spcAft>
                  <a:spcPts val="0"/>
                </a:spcAft>
              </a:pPr>
              <a:r>
                <a:rPr sz="1422" b="1">
                  <a:solidFill>
                    <a:srgbClr val="FFFFFF">
                      <a:alpha val="100000"/>
                    </a:srgbClr>
                  </a:solidFill>
                  <a:latin typeface="Arial"/>
                  <a:cs typeface="Arial"/>
                </a:rPr>
                <a:t>17% (29)</a:t>
              </a:r>
            </a:p>
          </p:txBody>
        </p:sp>
        <p:sp>
          <p:nvSpPr>
            <p:cNvPr id="15" name="tx14"/>
            <p:cNvSpPr/>
            <p:nvPr/>
          </p:nvSpPr>
          <p:spPr>
            <a:xfrm>
              <a:off x="5671190" y="4141293"/>
              <a:ext cx="733109" cy="169559"/>
            </a:xfrm>
            <a:prstGeom prst="rect">
              <a:avLst/>
            </a:prstGeom>
            <a:noFill/>
          </p:spPr>
          <p:txBody>
            <a:bodyPr lIns="0" rIns="0" tIns="0" bIns="0" anchorCtr="1" anchor="ctr" wrap="none"/>
            <a:lstStyle/>
            <a:p>
              <a:pPr algn="l" marL="0" marR="0" indent="0">
                <a:lnSpc>
                  <a:spcPts val="1422"/>
                </a:lnSpc>
                <a:spcBef>
                  <a:spcPts val="0"/>
                </a:spcBef>
                <a:spcAft>
                  <a:spcPts val="0"/>
                </a:spcAft>
              </a:pPr>
              <a:r>
                <a:rPr sz="1422" b="1">
                  <a:solidFill>
                    <a:srgbClr val="FFFFFF">
                      <a:alpha val="100000"/>
                    </a:srgbClr>
                  </a:solidFill>
                  <a:latin typeface="Arial"/>
                  <a:cs typeface="Arial"/>
                </a:rPr>
                <a:t>19% (32)</a:t>
              </a:r>
            </a:p>
          </p:txBody>
        </p:sp>
        <p:sp>
          <p:nvSpPr>
            <p:cNvPr id="16" name="tx15"/>
            <p:cNvSpPr/>
            <p:nvPr/>
          </p:nvSpPr>
          <p:spPr>
            <a:xfrm>
              <a:off x="4889284" y="3603202"/>
              <a:ext cx="733109" cy="169559"/>
            </a:xfrm>
            <a:prstGeom prst="rect">
              <a:avLst/>
            </a:prstGeom>
            <a:noFill/>
          </p:spPr>
          <p:txBody>
            <a:bodyPr lIns="0" rIns="0" tIns="0" bIns="0" anchorCtr="1" anchor="ctr" wrap="none"/>
            <a:lstStyle/>
            <a:p>
              <a:pPr algn="l" marL="0" marR="0" indent="0">
                <a:lnSpc>
                  <a:spcPts val="1422"/>
                </a:lnSpc>
                <a:spcBef>
                  <a:spcPts val="0"/>
                </a:spcBef>
                <a:spcAft>
                  <a:spcPts val="0"/>
                </a:spcAft>
              </a:pPr>
              <a:r>
                <a:rPr sz="1422" b="1">
                  <a:solidFill>
                    <a:srgbClr val="FFFFFF">
                      <a:alpha val="100000"/>
                    </a:srgbClr>
                  </a:solidFill>
                  <a:latin typeface="Arial"/>
                  <a:cs typeface="Arial"/>
                </a:rPr>
                <a:t>20% (34)</a:t>
              </a:r>
            </a:p>
          </p:txBody>
        </p:sp>
        <p:sp>
          <p:nvSpPr>
            <p:cNvPr id="17" name="tx16"/>
            <p:cNvSpPr/>
            <p:nvPr/>
          </p:nvSpPr>
          <p:spPr>
            <a:xfrm>
              <a:off x="5159550" y="2641552"/>
              <a:ext cx="733109" cy="169559"/>
            </a:xfrm>
            <a:prstGeom prst="rect">
              <a:avLst/>
            </a:prstGeom>
            <a:noFill/>
          </p:spPr>
          <p:txBody>
            <a:bodyPr lIns="0" rIns="0" tIns="0" bIns="0" anchorCtr="1" anchor="ctr" wrap="none"/>
            <a:lstStyle/>
            <a:p>
              <a:pPr algn="l" marL="0" marR="0" indent="0">
                <a:lnSpc>
                  <a:spcPts val="1422"/>
                </a:lnSpc>
                <a:spcBef>
                  <a:spcPts val="0"/>
                </a:spcBef>
                <a:spcAft>
                  <a:spcPts val="0"/>
                </a:spcAft>
              </a:pPr>
              <a:r>
                <a:rPr sz="1422" b="1">
                  <a:solidFill>
                    <a:srgbClr val="FFFFFF">
                      <a:alpha val="100000"/>
                    </a:srgbClr>
                  </a:solidFill>
                  <a:latin typeface="Arial"/>
                  <a:cs typeface="Arial"/>
                </a:rPr>
                <a:t>21% (36)</a:t>
              </a:r>
            </a:p>
          </p:txBody>
        </p:sp>
        <p:sp>
          <p:nvSpPr>
            <p:cNvPr id="18" name="rc17"/>
            <p:cNvSpPr/>
            <p:nvPr/>
          </p:nvSpPr>
          <p:spPr>
            <a:xfrm>
              <a:off x="4818861" y="5376443"/>
              <a:ext cx="161999" cy="161999"/>
            </a:xfrm>
            <a:prstGeom prst="rect">
              <a:avLst/>
            </a:prstGeom>
          </p:spPr>
          <p:txBody>
            <a:bodyPr/>
            <a:lstStyle/>
            <a:p/>
          </p:txBody>
        </p:sp>
        <p:sp>
          <p:nvSpPr>
            <p:cNvPr id="19" name="rc18"/>
            <p:cNvSpPr/>
            <p:nvPr/>
          </p:nvSpPr>
          <p:spPr>
            <a:xfrm>
              <a:off x="4827861" y="5385443"/>
              <a:ext cx="143999" cy="143999"/>
            </a:xfrm>
            <a:prstGeom prst="rect">
              <a:avLst/>
            </a:prstGeom>
            <a:solidFill>
              <a:srgbClr val="7A9E9F">
                <a:alpha val="100000"/>
              </a:srgbClr>
            </a:solidFill>
          </p:spPr>
          <p:txBody>
            <a:bodyPr/>
            <a:lstStyle/>
            <a:p/>
          </p:txBody>
        </p:sp>
        <p:sp>
          <p:nvSpPr>
            <p:cNvPr id="20" name="rc19"/>
            <p:cNvSpPr/>
            <p:nvPr/>
          </p:nvSpPr>
          <p:spPr>
            <a:xfrm>
              <a:off x="6034440" y="5376443"/>
              <a:ext cx="161999" cy="161999"/>
            </a:xfrm>
            <a:prstGeom prst="rect">
              <a:avLst/>
            </a:prstGeom>
          </p:spPr>
          <p:txBody>
            <a:bodyPr/>
            <a:lstStyle/>
            <a:p/>
          </p:txBody>
        </p:sp>
        <p:sp>
          <p:nvSpPr>
            <p:cNvPr id="21" name="rc20"/>
            <p:cNvSpPr/>
            <p:nvPr/>
          </p:nvSpPr>
          <p:spPr>
            <a:xfrm>
              <a:off x="6043440" y="5385443"/>
              <a:ext cx="143999" cy="143999"/>
            </a:xfrm>
            <a:prstGeom prst="rect">
              <a:avLst/>
            </a:prstGeom>
            <a:solidFill>
              <a:srgbClr val="E76F51">
                <a:alpha val="100000"/>
              </a:srgbClr>
            </a:solidFill>
          </p:spPr>
          <p:txBody>
            <a:bodyPr/>
            <a:lstStyle/>
            <a:p/>
          </p:txBody>
        </p:sp>
        <p:sp>
          <p:nvSpPr>
            <p:cNvPr id="22" name="rc21"/>
            <p:cNvSpPr/>
            <p:nvPr/>
          </p:nvSpPr>
          <p:spPr>
            <a:xfrm>
              <a:off x="4818861" y="5646443"/>
              <a:ext cx="161999" cy="161999"/>
            </a:xfrm>
            <a:prstGeom prst="rect">
              <a:avLst/>
            </a:prstGeom>
          </p:spPr>
          <p:txBody>
            <a:bodyPr/>
            <a:lstStyle/>
            <a:p/>
          </p:txBody>
        </p:sp>
        <p:sp>
          <p:nvSpPr>
            <p:cNvPr id="23" name="rc22"/>
            <p:cNvSpPr/>
            <p:nvPr/>
          </p:nvSpPr>
          <p:spPr>
            <a:xfrm>
              <a:off x="4827861" y="5655443"/>
              <a:ext cx="143999" cy="144000"/>
            </a:xfrm>
            <a:prstGeom prst="rect">
              <a:avLst/>
            </a:prstGeom>
            <a:solidFill>
              <a:srgbClr val="F4A261">
                <a:alpha val="100000"/>
              </a:srgbClr>
            </a:solidFill>
          </p:spPr>
          <p:txBody>
            <a:bodyPr/>
            <a:lstStyle/>
            <a:p/>
          </p:txBody>
        </p:sp>
        <p:sp>
          <p:nvSpPr>
            <p:cNvPr id="24" name="rc23"/>
            <p:cNvSpPr/>
            <p:nvPr/>
          </p:nvSpPr>
          <p:spPr>
            <a:xfrm>
              <a:off x="6034440" y="5646443"/>
              <a:ext cx="161999" cy="161999"/>
            </a:xfrm>
            <a:prstGeom prst="rect">
              <a:avLst/>
            </a:prstGeom>
          </p:spPr>
          <p:txBody>
            <a:bodyPr/>
            <a:lstStyle/>
            <a:p/>
          </p:txBody>
        </p:sp>
        <p:sp>
          <p:nvSpPr>
            <p:cNvPr id="25" name="rc24"/>
            <p:cNvSpPr/>
            <p:nvPr/>
          </p:nvSpPr>
          <p:spPr>
            <a:xfrm>
              <a:off x="6043440" y="5655443"/>
              <a:ext cx="143999" cy="144000"/>
            </a:xfrm>
            <a:prstGeom prst="rect">
              <a:avLst/>
            </a:prstGeom>
            <a:solidFill>
              <a:srgbClr val="E9C46A">
                <a:alpha val="100000"/>
              </a:srgbClr>
            </a:solidFill>
          </p:spPr>
          <p:txBody>
            <a:bodyPr/>
            <a:lstStyle/>
            <a:p/>
          </p:txBody>
        </p:sp>
        <p:sp>
          <p:nvSpPr>
            <p:cNvPr id="26" name="rc25"/>
            <p:cNvSpPr/>
            <p:nvPr/>
          </p:nvSpPr>
          <p:spPr>
            <a:xfrm>
              <a:off x="4818861" y="5916443"/>
              <a:ext cx="161999" cy="162000"/>
            </a:xfrm>
            <a:prstGeom prst="rect">
              <a:avLst/>
            </a:prstGeom>
          </p:spPr>
          <p:txBody>
            <a:bodyPr/>
            <a:lstStyle/>
            <a:p/>
          </p:txBody>
        </p:sp>
        <p:sp>
          <p:nvSpPr>
            <p:cNvPr id="27" name="rc26"/>
            <p:cNvSpPr/>
            <p:nvPr/>
          </p:nvSpPr>
          <p:spPr>
            <a:xfrm>
              <a:off x="4827861" y="5925443"/>
              <a:ext cx="143999" cy="143999"/>
            </a:xfrm>
            <a:prstGeom prst="rect">
              <a:avLst/>
            </a:prstGeom>
            <a:solidFill>
              <a:srgbClr val="2A9D8F">
                <a:alpha val="100000"/>
              </a:srgbClr>
            </a:solidFill>
          </p:spPr>
          <p:txBody>
            <a:bodyPr/>
            <a:lstStyle/>
            <a:p/>
          </p:txBody>
        </p:sp>
        <p:sp>
          <p:nvSpPr>
            <p:cNvPr id="28" name="rc27"/>
            <p:cNvSpPr/>
            <p:nvPr/>
          </p:nvSpPr>
          <p:spPr>
            <a:xfrm>
              <a:off x="6034440" y="5916443"/>
              <a:ext cx="161999" cy="162000"/>
            </a:xfrm>
            <a:prstGeom prst="rect">
              <a:avLst/>
            </a:prstGeom>
          </p:spPr>
          <p:txBody>
            <a:bodyPr/>
            <a:lstStyle/>
            <a:p/>
          </p:txBody>
        </p:sp>
        <p:sp>
          <p:nvSpPr>
            <p:cNvPr id="29" name="rc28"/>
            <p:cNvSpPr/>
            <p:nvPr/>
          </p:nvSpPr>
          <p:spPr>
            <a:xfrm>
              <a:off x="6043440" y="5925443"/>
              <a:ext cx="143999" cy="143999"/>
            </a:xfrm>
            <a:prstGeom prst="rect">
              <a:avLst/>
            </a:prstGeom>
            <a:solidFill>
              <a:srgbClr val="0B4F8C">
                <a:alpha val="100000"/>
              </a:srgbClr>
            </a:solidFill>
          </p:spPr>
          <p:txBody>
            <a:bodyPr/>
            <a:lstStyle/>
            <a:p/>
          </p:txBody>
        </p:sp>
        <p:sp>
          <p:nvSpPr>
            <p:cNvPr id="30" name="tx29"/>
            <p:cNvSpPr/>
            <p:nvPr/>
          </p:nvSpPr>
          <p:spPr>
            <a:xfrm>
              <a:off x="5050450" y="5401111"/>
              <a:ext cx="948481" cy="11087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Noveno ciclo</a:t>
              </a:r>
            </a:p>
          </p:txBody>
        </p:sp>
        <p:sp>
          <p:nvSpPr>
            <p:cNvPr id="31" name="tx30"/>
            <p:cNvSpPr/>
            <p:nvPr/>
          </p:nvSpPr>
          <p:spPr>
            <a:xfrm>
              <a:off x="6266029" y="5370973"/>
              <a:ext cx="990823" cy="141014"/>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Séptimo ciclo</a:t>
              </a:r>
            </a:p>
          </p:txBody>
        </p:sp>
        <p:sp>
          <p:nvSpPr>
            <p:cNvPr id="32" name="tx31"/>
            <p:cNvSpPr/>
            <p:nvPr/>
          </p:nvSpPr>
          <p:spPr>
            <a:xfrm>
              <a:off x="5050450" y="5669176"/>
              <a:ext cx="906288" cy="112811"/>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Octavo ciclo</a:t>
              </a:r>
            </a:p>
          </p:txBody>
        </p:sp>
        <p:sp>
          <p:nvSpPr>
            <p:cNvPr id="33" name="tx32"/>
            <p:cNvSpPr/>
            <p:nvPr/>
          </p:nvSpPr>
          <p:spPr>
            <a:xfrm>
              <a:off x="6266029" y="5669251"/>
              <a:ext cx="940147" cy="112737"/>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Décimo ciclo</a:t>
              </a:r>
            </a:p>
          </p:txBody>
        </p:sp>
        <p:sp>
          <p:nvSpPr>
            <p:cNvPr id="34" name="tx33"/>
            <p:cNvSpPr/>
            <p:nvPr/>
          </p:nvSpPr>
          <p:spPr>
            <a:xfrm>
              <a:off x="5050450" y="5930098"/>
              <a:ext cx="880541" cy="121890"/>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Quinto ciclo</a:t>
              </a:r>
            </a:p>
          </p:txBody>
        </p:sp>
        <p:sp>
          <p:nvSpPr>
            <p:cNvPr id="35" name="tx34"/>
            <p:cNvSpPr/>
            <p:nvPr/>
          </p:nvSpPr>
          <p:spPr>
            <a:xfrm>
              <a:off x="6266029" y="5939102"/>
              <a:ext cx="804639" cy="112886"/>
            </a:xfrm>
            <a:prstGeom prst="rect">
              <a:avLst/>
            </a:prstGeom>
            <a:noFill/>
          </p:spPr>
          <p:txBody>
            <a:bodyPr lIns="0" rIns="0" tIns="0" bIns="0" anchorCtr="1" anchor="ctr" wrap="none"/>
            <a:lstStyle/>
            <a:p>
              <a:pPr algn="l" marL="0" marR="0" indent="0">
                <a:lnSpc>
                  <a:spcPts val="1200"/>
                </a:lnSpc>
                <a:spcBef>
                  <a:spcPts val="0"/>
                </a:spcBef>
                <a:spcAft>
                  <a:spcPts val="0"/>
                </a:spcAft>
              </a:pPr>
              <a:r>
                <a:rPr sz="1200" b="1">
                  <a:solidFill>
                    <a:srgbClr val="081F5C">
                      <a:alpha val="100000"/>
                    </a:srgbClr>
                  </a:solidFill>
                  <a:latin typeface="Arial"/>
                  <a:cs typeface="Arial"/>
                </a:rPr>
                <a:t>Sexto ciclo</a:t>
              </a:r>
            </a:p>
          </p:txBody>
        </p:sp>
        <p:sp>
          <p:nvSpPr>
            <p:cNvPr id="36" name="tx35"/>
            <p:cNvSpPr/>
            <p:nvPr/>
          </p:nvSpPr>
          <p:spPr>
            <a:xfrm>
              <a:off x="546309" y="6043751"/>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respuestas</a:t>
              </a:r>
            </a:p>
          </p:txBody>
        </p:sp>
      </p:grpSp>
      <p:sp>
        <p:nvSpPr>
          <p:cNvPr id="37" name="prosecnur:slide_1:base"/>
          <p:cNvSpPr>
            <a:spLocks noGrp="1"/>
          </p:cNvSpPr>
          <p:nvPr>            </p:nvPr>
        </p:nvSpPr>
        <p:spPr>
          <a:xfrm>
            <a:off x="317500" y="6340475"/>
            <a:ext cx="4503738" cy="398463"/>
          </a:xfrm>
          <a:prstGeom prst="rect">
            <a:avLst/>
          </a:prstGeom>
        </p:spPr>
        <p:txBody>
          <a:bodyPr/>
          <a:lstStyle/>
          <a:p>
            <a:r>
              <a:rPr/>
              <a:t> </a:t>
            </a:r>
          </a:p>
        </p:txBody>
      </p:sp>
      <p:sp>
        <p:nvSpPr>
          <p:cNvPr id="38"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DONUT (P_DONUT)</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2053671" y="1607243"/>
              <a:ext cx="4535999" cy="4535999"/>
            </a:xfrm>
            <a:prstGeom prst="rect">
              <a:avLst/>
            </a:prstGeom>
          </p:spPr>
          <p:txBody>
            <a:bodyPr/>
            <a:lstStyle/>
            <a:p/>
          </p:txBody>
        </p:sp>
        <p:sp>
          <p:nvSpPr>
            <p:cNvPr id="5" name="rc4"/>
            <p:cNvSpPr/>
            <p:nvPr/>
          </p:nvSpPr>
          <p:spPr>
            <a:xfrm>
              <a:off x="2053671" y="1607243"/>
              <a:ext cx="4535999" cy="4535999"/>
            </a:xfrm>
            <a:prstGeom prst="rect">
              <a:avLst/>
            </a:prstGeom>
          </p:spPr>
          <p:txBody>
            <a:bodyPr/>
            <a:lstStyle/>
            <a:p/>
          </p:txBody>
        </p:sp>
        <p:sp>
          <p:nvSpPr>
            <p:cNvPr id="6" name="pg5"/>
            <p:cNvSpPr/>
            <p:nvPr/>
          </p:nvSpPr>
          <p:spPr>
            <a:xfrm>
              <a:off x="4321671" y="2060843"/>
              <a:ext cx="264178" cy="737361"/>
            </a:xfrm>
            <a:custGeom>
              <a:avLst/>
              <a:pathLst>
                <a:path w="264178" h="737361">
                  <a:moveTo>
                    <a:pt x="158507" y="737361"/>
                  </a:moveTo>
                  <a:lnTo>
                    <a:pt x="170248" y="657580"/>
                  </a:lnTo>
                  <a:lnTo>
                    <a:pt x="181989" y="577799"/>
                  </a:lnTo>
                  <a:lnTo>
                    <a:pt x="193731" y="498019"/>
                  </a:lnTo>
                  <a:lnTo>
                    <a:pt x="205472" y="418238"/>
                  </a:lnTo>
                  <a:lnTo>
                    <a:pt x="217213" y="338457"/>
                  </a:lnTo>
                  <a:lnTo>
                    <a:pt x="228954" y="258677"/>
                  </a:lnTo>
                  <a:lnTo>
                    <a:pt x="240696" y="178896"/>
                  </a:lnTo>
                  <a:lnTo>
                    <a:pt x="252437" y="99116"/>
                  </a:lnTo>
                  <a:lnTo>
                    <a:pt x="264178" y="19335"/>
                  </a:lnTo>
                  <a:lnTo>
                    <a:pt x="198443" y="10884"/>
                  </a:lnTo>
                  <a:lnTo>
                    <a:pt x="132442" y="4840"/>
                  </a:lnTo>
                  <a:lnTo>
                    <a:pt x="66265" y="1210"/>
                  </a:lnTo>
                  <a:lnTo>
                    <a:pt x="0" y="0"/>
                  </a:lnTo>
                  <a:lnTo>
                    <a:pt x="0" y="80639"/>
                  </a:lnTo>
                  <a:lnTo>
                    <a:pt x="0" y="161279"/>
                  </a:lnTo>
                  <a:lnTo>
                    <a:pt x="0" y="241919"/>
                  </a:lnTo>
                  <a:lnTo>
                    <a:pt x="0" y="322559"/>
                  </a:lnTo>
                  <a:lnTo>
                    <a:pt x="0" y="403199"/>
                  </a:lnTo>
                  <a:lnTo>
                    <a:pt x="0" y="483839"/>
                  </a:lnTo>
                  <a:lnTo>
                    <a:pt x="0" y="564479"/>
                  </a:lnTo>
                  <a:lnTo>
                    <a:pt x="0" y="645120"/>
                  </a:lnTo>
                  <a:lnTo>
                    <a:pt x="0" y="725759"/>
                  </a:lnTo>
                  <a:lnTo>
                    <a:pt x="79465" y="728664"/>
                  </a:lnTo>
                  <a:close/>
                </a:path>
              </a:pathLst>
            </a:custGeom>
            <a:solidFill>
              <a:srgbClr val="0B4F8C">
                <a:alpha val="100000"/>
              </a:srgbClr>
            </a:solidFill>
          </p:spPr>
          <p:txBody>
            <a:bodyPr/>
            <a:lstStyle/>
            <a:p/>
          </p:txBody>
        </p:sp>
        <p:sp>
          <p:nvSpPr>
            <p:cNvPr id="7" name="pg6"/>
            <p:cNvSpPr/>
            <p:nvPr/>
          </p:nvSpPr>
          <p:spPr>
            <a:xfrm>
              <a:off x="4480179" y="2080178"/>
              <a:ext cx="950406" cy="933409"/>
            </a:xfrm>
            <a:custGeom>
              <a:avLst/>
              <a:pathLst>
                <a:path w="950406" h="933409">
                  <a:moveTo>
                    <a:pt x="506840" y="933409"/>
                  </a:moveTo>
                  <a:lnTo>
                    <a:pt x="556125" y="869583"/>
                  </a:lnTo>
                  <a:lnTo>
                    <a:pt x="605410" y="805757"/>
                  </a:lnTo>
                  <a:lnTo>
                    <a:pt x="654696" y="741931"/>
                  </a:lnTo>
                  <a:lnTo>
                    <a:pt x="703981" y="678104"/>
                  </a:lnTo>
                  <a:lnTo>
                    <a:pt x="753266" y="614278"/>
                  </a:lnTo>
                  <a:lnTo>
                    <a:pt x="802551" y="550452"/>
                  </a:lnTo>
                  <a:lnTo>
                    <a:pt x="851836" y="486625"/>
                  </a:lnTo>
                  <a:lnTo>
                    <a:pt x="901121" y="422799"/>
                  </a:lnTo>
                  <a:lnTo>
                    <a:pt x="950406" y="358973"/>
                  </a:lnTo>
                  <a:lnTo>
                    <a:pt x="900808" y="322007"/>
                  </a:lnTo>
                  <a:lnTo>
                    <a:pt x="849978" y="286753"/>
                  </a:lnTo>
                  <a:lnTo>
                    <a:pt x="797976" y="253252"/>
                  </a:lnTo>
                  <a:lnTo>
                    <a:pt x="744863" y="221543"/>
                  </a:lnTo>
                  <a:lnTo>
                    <a:pt x="690699" y="191663"/>
                  </a:lnTo>
                  <a:lnTo>
                    <a:pt x="635549" y="163647"/>
                  </a:lnTo>
                  <a:lnTo>
                    <a:pt x="579475" y="137527"/>
                  </a:lnTo>
                  <a:lnTo>
                    <a:pt x="522544" y="113334"/>
                  </a:lnTo>
                  <a:lnTo>
                    <a:pt x="464821" y="91096"/>
                  </a:lnTo>
                  <a:lnTo>
                    <a:pt x="406373" y="70838"/>
                  </a:lnTo>
                  <a:lnTo>
                    <a:pt x="347269" y="52584"/>
                  </a:lnTo>
                  <a:lnTo>
                    <a:pt x="287577" y="36356"/>
                  </a:lnTo>
                  <a:lnTo>
                    <a:pt x="227367" y="22172"/>
                  </a:lnTo>
                  <a:lnTo>
                    <a:pt x="166708" y="10048"/>
                  </a:lnTo>
                  <a:lnTo>
                    <a:pt x="105671" y="0"/>
                  </a:lnTo>
                  <a:lnTo>
                    <a:pt x="93930" y="79780"/>
                  </a:lnTo>
                  <a:lnTo>
                    <a:pt x="82188" y="159561"/>
                  </a:lnTo>
                  <a:lnTo>
                    <a:pt x="70447" y="239341"/>
                  </a:lnTo>
                  <a:lnTo>
                    <a:pt x="58706" y="319122"/>
                  </a:lnTo>
                  <a:lnTo>
                    <a:pt x="46965" y="398903"/>
                  </a:lnTo>
                  <a:lnTo>
                    <a:pt x="35223" y="478683"/>
                  </a:lnTo>
                  <a:lnTo>
                    <a:pt x="23482" y="558464"/>
                  </a:lnTo>
                  <a:lnTo>
                    <a:pt x="11741" y="638245"/>
                  </a:lnTo>
                  <a:lnTo>
                    <a:pt x="0" y="718025"/>
                  </a:lnTo>
                  <a:lnTo>
                    <a:pt x="54850" y="727536"/>
                  </a:lnTo>
                  <a:lnTo>
                    <a:pt x="109143" y="739839"/>
                  </a:lnTo>
                  <a:lnTo>
                    <a:pt x="162736" y="754901"/>
                  </a:lnTo>
                  <a:lnTo>
                    <a:pt x="215489" y="772683"/>
                  </a:lnTo>
                  <a:lnTo>
                    <a:pt x="267264" y="793138"/>
                  </a:lnTo>
                  <a:lnTo>
                    <a:pt x="317926" y="816214"/>
                  </a:lnTo>
                  <a:lnTo>
                    <a:pt x="367342" y="841849"/>
                  </a:lnTo>
                  <a:lnTo>
                    <a:pt x="415383" y="869977"/>
                  </a:lnTo>
                  <a:lnTo>
                    <a:pt x="461923" y="900523"/>
                  </a:lnTo>
                  <a:close/>
                </a:path>
              </a:pathLst>
            </a:custGeom>
            <a:solidFill>
              <a:srgbClr val="2A9D8F">
                <a:alpha val="100000"/>
              </a:srgbClr>
            </a:solidFill>
          </p:spPr>
          <p:txBody>
            <a:bodyPr/>
            <a:lstStyle/>
            <a:p/>
          </p:txBody>
        </p:sp>
        <p:sp>
          <p:nvSpPr>
            <p:cNvPr id="8" name="pg7"/>
            <p:cNvSpPr/>
            <p:nvPr/>
          </p:nvSpPr>
          <p:spPr>
            <a:xfrm>
              <a:off x="3927166" y="2439151"/>
              <a:ext cx="2208802" cy="3250316"/>
            </a:xfrm>
            <a:custGeom>
              <a:avLst/>
              <a:pathLst>
                <a:path w="2208802" h="3250316">
                  <a:moveTo>
                    <a:pt x="157802" y="2498686"/>
                  </a:moveTo>
                  <a:lnTo>
                    <a:pt x="140268" y="2577397"/>
                  </a:lnTo>
                  <a:lnTo>
                    <a:pt x="122734" y="2656107"/>
                  </a:lnTo>
                  <a:lnTo>
                    <a:pt x="105201" y="2734818"/>
                  </a:lnTo>
                  <a:lnTo>
                    <a:pt x="87667" y="2813529"/>
                  </a:lnTo>
                  <a:lnTo>
                    <a:pt x="70134" y="2892240"/>
                  </a:lnTo>
                  <a:lnTo>
                    <a:pt x="52600" y="2970951"/>
                  </a:lnTo>
                  <a:lnTo>
                    <a:pt x="35067" y="3049661"/>
                  </a:lnTo>
                  <a:lnTo>
                    <a:pt x="17533" y="3128372"/>
                  </a:lnTo>
                  <a:lnTo>
                    <a:pt x="0" y="3207083"/>
                  </a:lnTo>
                  <a:lnTo>
                    <a:pt x="60819" y="3219543"/>
                  </a:lnTo>
                  <a:lnTo>
                    <a:pt x="122028" y="3229915"/>
                  </a:lnTo>
                  <a:lnTo>
                    <a:pt x="183557" y="3238186"/>
                  </a:lnTo>
                  <a:lnTo>
                    <a:pt x="245333" y="3244348"/>
                  </a:lnTo>
                  <a:lnTo>
                    <a:pt x="307283" y="3248393"/>
                  </a:lnTo>
                  <a:lnTo>
                    <a:pt x="369336" y="3250316"/>
                  </a:lnTo>
                  <a:lnTo>
                    <a:pt x="431418" y="3250115"/>
                  </a:lnTo>
                  <a:lnTo>
                    <a:pt x="493457" y="3247790"/>
                  </a:lnTo>
                  <a:lnTo>
                    <a:pt x="555380" y="3243345"/>
                  </a:lnTo>
                  <a:lnTo>
                    <a:pt x="617114" y="3236783"/>
                  </a:lnTo>
                  <a:lnTo>
                    <a:pt x="678588" y="3228113"/>
                  </a:lnTo>
                  <a:lnTo>
                    <a:pt x="739729" y="3217345"/>
                  </a:lnTo>
                  <a:lnTo>
                    <a:pt x="800467" y="3204492"/>
                  </a:lnTo>
                  <a:lnTo>
                    <a:pt x="860729" y="3189568"/>
                  </a:lnTo>
                  <a:lnTo>
                    <a:pt x="920445" y="3172591"/>
                  </a:lnTo>
                  <a:lnTo>
                    <a:pt x="979545" y="3153582"/>
                  </a:lnTo>
                  <a:lnTo>
                    <a:pt x="1037960" y="3132561"/>
                  </a:lnTo>
                  <a:lnTo>
                    <a:pt x="1095622" y="3109555"/>
                  </a:lnTo>
                  <a:lnTo>
                    <a:pt x="1152463" y="3084589"/>
                  </a:lnTo>
                  <a:lnTo>
                    <a:pt x="1208417" y="3057693"/>
                  </a:lnTo>
                  <a:lnTo>
                    <a:pt x="1263418" y="3028899"/>
                  </a:lnTo>
                  <a:lnTo>
                    <a:pt x="1317402" y="2998239"/>
                  </a:lnTo>
                  <a:lnTo>
                    <a:pt x="1370305" y="2965751"/>
                  </a:lnTo>
                  <a:lnTo>
                    <a:pt x="1422066" y="2931472"/>
                  </a:lnTo>
                  <a:lnTo>
                    <a:pt x="1472623" y="2895443"/>
                  </a:lnTo>
                  <a:lnTo>
                    <a:pt x="1521919" y="2857704"/>
                  </a:lnTo>
                  <a:lnTo>
                    <a:pt x="1569894" y="2818302"/>
                  </a:lnTo>
                  <a:lnTo>
                    <a:pt x="1616493" y="2777281"/>
                  </a:lnTo>
                  <a:lnTo>
                    <a:pt x="1661662" y="2734690"/>
                  </a:lnTo>
                  <a:lnTo>
                    <a:pt x="1705347" y="2690578"/>
                  </a:lnTo>
                  <a:lnTo>
                    <a:pt x="1747498" y="2644998"/>
                  </a:lnTo>
                  <a:lnTo>
                    <a:pt x="1788064" y="2598003"/>
                  </a:lnTo>
                  <a:lnTo>
                    <a:pt x="1826999" y="2549647"/>
                  </a:lnTo>
                  <a:lnTo>
                    <a:pt x="1864257" y="2499987"/>
                  </a:lnTo>
                  <a:lnTo>
                    <a:pt x="1899794" y="2449082"/>
                  </a:lnTo>
                  <a:lnTo>
                    <a:pt x="1933569" y="2396991"/>
                  </a:lnTo>
                  <a:lnTo>
                    <a:pt x="1965542" y="2343775"/>
                  </a:lnTo>
                  <a:lnTo>
                    <a:pt x="1995675" y="2289496"/>
                  </a:lnTo>
                  <a:lnTo>
                    <a:pt x="2023934" y="2234218"/>
                  </a:lnTo>
                  <a:lnTo>
                    <a:pt x="2050285" y="2178006"/>
                  </a:lnTo>
                  <a:lnTo>
                    <a:pt x="2074698" y="2120925"/>
                  </a:lnTo>
                  <a:lnTo>
                    <a:pt x="2097144" y="2063042"/>
                  </a:lnTo>
                  <a:lnTo>
                    <a:pt x="2117596" y="2004426"/>
                  </a:lnTo>
                  <a:lnTo>
                    <a:pt x="2136031" y="1945144"/>
                  </a:lnTo>
                  <a:lnTo>
                    <a:pt x="2152427" y="1885266"/>
                  </a:lnTo>
                  <a:lnTo>
                    <a:pt x="2166765" y="1824862"/>
                  </a:lnTo>
                  <a:lnTo>
                    <a:pt x="2179028" y="1764002"/>
                  </a:lnTo>
                  <a:lnTo>
                    <a:pt x="2189201" y="1702759"/>
                  </a:lnTo>
                  <a:lnTo>
                    <a:pt x="2197274" y="1641204"/>
                  </a:lnTo>
                  <a:lnTo>
                    <a:pt x="2203236" y="1579409"/>
                  </a:lnTo>
                  <a:lnTo>
                    <a:pt x="2207080" y="1517446"/>
                  </a:lnTo>
                  <a:lnTo>
                    <a:pt x="2208802" y="1455387"/>
                  </a:lnTo>
                  <a:lnTo>
                    <a:pt x="2208400" y="1393306"/>
                  </a:lnTo>
                  <a:lnTo>
                    <a:pt x="2205875" y="1331275"/>
                  </a:lnTo>
                  <a:lnTo>
                    <a:pt x="2201229" y="1269367"/>
                  </a:lnTo>
                  <a:lnTo>
                    <a:pt x="2194467" y="1207654"/>
                  </a:lnTo>
                  <a:lnTo>
                    <a:pt x="2185598" y="1146208"/>
                  </a:lnTo>
                  <a:lnTo>
                    <a:pt x="2174632" y="1085102"/>
                  </a:lnTo>
                  <a:lnTo>
                    <a:pt x="2161583" y="1024407"/>
                  </a:lnTo>
                  <a:lnTo>
                    <a:pt x="2146464" y="964194"/>
                  </a:lnTo>
                  <a:lnTo>
                    <a:pt x="2129294" y="904533"/>
                  </a:lnTo>
                  <a:lnTo>
                    <a:pt x="2110093" y="845494"/>
                  </a:lnTo>
                  <a:lnTo>
                    <a:pt x="2088884" y="787147"/>
                  </a:lnTo>
                  <a:lnTo>
                    <a:pt x="2065691" y="729560"/>
                  </a:lnTo>
                  <a:lnTo>
                    <a:pt x="2040541" y="672800"/>
                  </a:lnTo>
                  <a:lnTo>
                    <a:pt x="2013464" y="616934"/>
                  </a:lnTo>
                  <a:lnTo>
                    <a:pt x="1984492" y="562026"/>
                  </a:lnTo>
                  <a:lnTo>
                    <a:pt x="1953658" y="508142"/>
                  </a:lnTo>
                  <a:lnTo>
                    <a:pt x="1920999" y="455345"/>
                  </a:lnTo>
                  <a:lnTo>
                    <a:pt x="1886553" y="403695"/>
                  </a:lnTo>
                  <a:lnTo>
                    <a:pt x="1850359" y="353254"/>
                  </a:lnTo>
                  <a:lnTo>
                    <a:pt x="1812462" y="304081"/>
                  </a:lnTo>
                  <a:lnTo>
                    <a:pt x="1772904" y="256234"/>
                  </a:lnTo>
                  <a:lnTo>
                    <a:pt x="1731733" y="209767"/>
                  </a:lnTo>
                  <a:lnTo>
                    <a:pt x="1688996" y="164737"/>
                  </a:lnTo>
                  <a:lnTo>
                    <a:pt x="1644743" y="121195"/>
                  </a:lnTo>
                  <a:lnTo>
                    <a:pt x="1599027" y="79192"/>
                  </a:lnTo>
                  <a:lnTo>
                    <a:pt x="1551900" y="38778"/>
                  </a:lnTo>
                  <a:lnTo>
                    <a:pt x="1503418" y="0"/>
                  </a:lnTo>
                  <a:lnTo>
                    <a:pt x="1454133" y="63826"/>
                  </a:lnTo>
                  <a:lnTo>
                    <a:pt x="1404848" y="127652"/>
                  </a:lnTo>
                  <a:lnTo>
                    <a:pt x="1355563" y="191478"/>
                  </a:lnTo>
                  <a:lnTo>
                    <a:pt x="1306278" y="255305"/>
                  </a:lnTo>
                  <a:lnTo>
                    <a:pt x="1256993" y="319131"/>
                  </a:lnTo>
                  <a:lnTo>
                    <a:pt x="1207708" y="382957"/>
                  </a:lnTo>
                  <a:lnTo>
                    <a:pt x="1158423" y="446783"/>
                  </a:lnTo>
                  <a:lnTo>
                    <a:pt x="1109138" y="510610"/>
                  </a:lnTo>
                  <a:lnTo>
                    <a:pt x="1059853" y="574436"/>
                  </a:lnTo>
                  <a:lnTo>
                    <a:pt x="1102136" y="608809"/>
                  </a:lnTo>
                  <a:lnTo>
                    <a:pt x="1142646" y="645254"/>
                  </a:lnTo>
                  <a:lnTo>
                    <a:pt x="1181281" y="683681"/>
                  </a:lnTo>
                  <a:lnTo>
                    <a:pt x="1217945" y="723993"/>
                  </a:lnTo>
                  <a:lnTo>
                    <a:pt x="1252546" y="766089"/>
                  </a:lnTo>
                  <a:lnTo>
                    <a:pt x="1284997" y="809864"/>
                  </a:lnTo>
                  <a:lnTo>
                    <a:pt x="1315218" y="855208"/>
                  </a:lnTo>
                  <a:lnTo>
                    <a:pt x="1343131" y="902007"/>
                  </a:lnTo>
                  <a:lnTo>
                    <a:pt x="1368668" y="950144"/>
                  </a:lnTo>
                  <a:lnTo>
                    <a:pt x="1391763" y="999499"/>
                  </a:lnTo>
                  <a:lnTo>
                    <a:pt x="1412361" y="1049948"/>
                  </a:lnTo>
                  <a:lnTo>
                    <a:pt x="1430408" y="1101364"/>
                  </a:lnTo>
                  <a:lnTo>
                    <a:pt x="1445859" y="1153619"/>
                  </a:lnTo>
                  <a:lnTo>
                    <a:pt x="1458677" y="1206581"/>
                  </a:lnTo>
                  <a:lnTo>
                    <a:pt x="1468828" y="1260119"/>
                  </a:lnTo>
                  <a:lnTo>
                    <a:pt x="1476288" y="1314097"/>
                  </a:lnTo>
                  <a:lnTo>
                    <a:pt x="1481037" y="1368381"/>
                  </a:lnTo>
                  <a:lnTo>
                    <a:pt x="1483064" y="1422835"/>
                  </a:lnTo>
                  <a:lnTo>
                    <a:pt x="1482364" y="1477322"/>
                  </a:lnTo>
                  <a:lnTo>
                    <a:pt x="1478938" y="1531706"/>
                  </a:lnTo>
                  <a:lnTo>
                    <a:pt x="1472795" y="1585850"/>
                  </a:lnTo>
                  <a:lnTo>
                    <a:pt x="1463950" y="1639619"/>
                  </a:lnTo>
                  <a:lnTo>
                    <a:pt x="1452426" y="1692877"/>
                  </a:lnTo>
                  <a:lnTo>
                    <a:pt x="1438252" y="1745493"/>
                  </a:lnTo>
                  <a:lnTo>
                    <a:pt x="1421462" y="1797333"/>
                  </a:lnTo>
                  <a:lnTo>
                    <a:pt x="1402099" y="1848269"/>
                  </a:lnTo>
                  <a:lnTo>
                    <a:pt x="1380212" y="1898171"/>
                  </a:lnTo>
                  <a:lnTo>
                    <a:pt x="1355855" y="1946916"/>
                  </a:lnTo>
                  <a:lnTo>
                    <a:pt x="1329090" y="1994381"/>
                  </a:lnTo>
                  <a:lnTo>
                    <a:pt x="1299983" y="2040447"/>
                  </a:lnTo>
                  <a:lnTo>
                    <a:pt x="1268607" y="2084999"/>
                  </a:lnTo>
                  <a:lnTo>
                    <a:pt x="1235041" y="2127926"/>
                  </a:lnTo>
                  <a:lnTo>
                    <a:pt x="1199370" y="2169119"/>
                  </a:lnTo>
                  <a:lnTo>
                    <a:pt x="1161681" y="2208475"/>
                  </a:lnTo>
                  <a:lnTo>
                    <a:pt x="1122071" y="2245896"/>
                  </a:lnTo>
                  <a:lnTo>
                    <a:pt x="1080638" y="2281288"/>
                  </a:lnTo>
                  <a:lnTo>
                    <a:pt x="1037486" y="2314563"/>
                  </a:lnTo>
                  <a:lnTo>
                    <a:pt x="992722" y="2345636"/>
                  </a:lnTo>
                  <a:lnTo>
                    <a:pt x="946460" y="2374431"/>
                  </a:lnTo>
                  <a:lnTo>
                    <a:pt x="898815" y="2400875"/>
                  </a:lnTo>
                  <a:lnTo>
                    <a:pt x="849907" y="2424901"/>
                  </a:lnTo>
                  <a:lnTo>
                    <a:pt x="799857" y="2446450"/>
                  </a:lnTo>
                  <a:lnTo>
                    <a:pt x="748792" y="2465468"/>
                  </a:lnTo>
                  <a:lnTo>
                    <a:pt x="696839" y="2481907"/>
                  </a:lnTo>
                  <a:lnTo>
                    <a:pt x="644129" y="2495725"/>
                  </a:lnTo>
                  <a:lnTo>
                    <a:pt x="590793" y="2506888"/>
                  </a:lnTo>
                  <a:lnTo>
                    <a:pt x="536966" y="2515369"/>
                  </a:lnTo>
                  <a:lnTo>
                    <a:pt x="482782" y="2521146"/>
                  </a:lnTo>
                  <a:lnTo>
                    <a:pt x="428376" y="2524204"/>
                  </a:lnTo>
                  <a:lnTo>
                    <a:pt x="373886" y="2524535"/>
                  </a:lnTo>
                  <a:lnTo>
                    <a:pt x="319447" y="2522140"/>
                  </a:lnTo>
                  <a:lnTo>
                    <a:pt x="265196" y="2517024"/>
                  </a:lnTo>
                  <a:lnTo>
                    <a:pt x="211269" y="2509199"/>
                  </a:lnTo>
                  <a:close/>
                </a:path>
              </a:pathLst>
            </a:custGeom>
            <a:solidFill>
              <a:srgbClr val="E9C46A">
                <a:alpha val="100000"/>
              </a:srgbClr>
            </a:solidFill>
          </p:spPr>
          <p:txBody>
            <a:bodyPr/>
            <a:lstStyle/>
            <a:p/>
          </p:txBody>
        </p:sp>
        <p:sp>
          <p:nvSpPr>
            <p:cNvPr id="9" name="pg8"/>
            <p:cNvSpPr/>
            <p:nvPr/>
          </p:nvSpPr>
          <p:spPr>
            <a:xfrm>
              <a:off x="2507324" y="2060843"/>
              <a:ext cx="1814346" cy="3585392"/>
            </a:xfrm>
            <a:custGeom>
              <a:avLst/>
              <a:pathLst>
                <a:path w="1814346" h="3585392">
                  <a:moveTo>
                    <a:pt x="1814346" y="725759"/>
                  </a:moveTo>
                  <a:lnTo>
                    <a:pt x="1814346" y="645120"/>
                  </a:lnTo>
                  <a:lnTo>
                    <a:pt x="1814346" y="564479"/>
                  </a:lnTo>
                  <a:lnTo>
                    <a:pt x="1814346" y="483839"/>
                  </a:lnTo>
                  <a:lnTo>
                    <a:pt x="1814346" y="403199"/>
                  </a:lnTo>
                  <a:lnTo>
                    <a:pt x="1814346" y="322559"/>
                  </a:lnTo>
                  <a:lnTo>
                    <a:pt x="1814346" y="241919"/>
                  </a:lnTo>
                  <a:lnTo>
                    <a:pt x="1814346" y="161279"/>
                  </a:lnTo>
                  <a:lnTo>
                    <a:pt x="1814346" y="80639"/>
                  </a:lnTo>
                  <a:lnTo>
                    <a:pt x="1814346" y="0"/>
                  </a:lnTo>
                  <a:lnTo>
                    <a:pt x="1752702" y="1047"/>
                  </a:lnTo>
                  <a:lnTo>
                    <a:pt x="1691129" y="4188"/>
                  </a:lnTo>
                  <a:lnTo>
                    <a:pt x="1629698" y="9420"/>
                  </a:lnTo>
                  <a:lnTo>
                    <a:pt x="1568481" y="16735"/>
                  </a:lnTo>
                  <a:lnTo>
                    <a:pt x="1507547" y="26126"/>
                  </a:lnTo>
                  <a:lnTo>
                    <a:pt x="1446968" y="37582"/>
                  </a:lnTo>
                  <a:lnTo>
                    <a:pt x="1386812" y="51090"/>
                  </a:lnTo>
                  <a:lnTo>
                    <a:pt x="1327151" y="66633"/>
                  </a:lnTo>
                  <a:lnTo>
                    <a:pt x="1268052" y="84194"/>
                  </a:lnTo>
                  <a:lnTo>
                    <a:pt x="1209583" y="103754"/>
                  </a:lnTo>
                  <a:lnTo>
                    <a:pt x="1151813" y="125288"/>
                  </a:lnTo>
                  <a:lnTo>
                    <a:pt x="1094808" y="148773"/>
                  </a:lnTo>
                  <a:lnTo>
                    <a:pt x="1038634" y="174181"/>
                  </a:lnTo>
                  <a:lnTo>
                    <a:pt x="983355" y="201482"/>
                  </a:lnTo>
                  <a:lnTo>
                    <a:pt x="929036" y="230647"/>
                  </a:lnTo>
                  <a:lnTo>
                    <a:pt x="875739" y="261639"/>
                  </a:lnTo>
                  <a:lnTo>
                    <a:pt x="823526" y="294425"/>
                  </a:lnTo>
                  <a:lnTo>
                    <a:pt x="772457" y="328966"/>
                  </a:lnTo>
                  <a:lnTo>
                    <a:pt x="722591" y="365221"/>
                  </a:lnTo>
                  <a:lnTo>
                    <a:pt x="673986" y="403150"/>
                  </a:lnTo>
                  <a:lnTo>
                    <a:pt x="626697" y="442709"/>
                  </a:lnTo>
                  <a:lnTo>
                    <a:pt x="580779" y="483851"/>
                  </a:lnTo>
                  <a:lnTo>
                    <a:pt x="536286" y="526530"/>
                  </a:lnTo>
                  <a:lnTo>
                    <a:pt x="493268" y="570695"/>
                  </a:lnTo>
                  <a:lnTo>
                    <a:pt x="451776" y="616297"/>
                  </a:lnTo>
                  <a:lnTo>
                    <a:pt x="411857" y="663282"/>
                  </a:lnTo>
                  <a:lnTo>
                    <a:pt x="373558" y="711596"/>
                  </a:lnTo>
                  <a:lnTo>
                    <a:pt x="336922" y="761183"/>
                  </a:lnTo>
                  <a:lnTo>
                    <a:pt x="301992" y="811987"/>
                  </a:lnTo>
                  <a:lnTo>
                    <a:pt x="268808" y="863948"/>
                  </a:lnTo>
                  <a:lnTo>
                    <a:pt x="237409" y="917006"/>
                  </a:lnTo>
                  <a:lnTo>
                    <a:pt x="207830" y="971101"/>
                  </a:lnTo>
                  <a:lnTo>
                    <a:pt x="180107" y="1026169"/>
                  </a:lnTo>
                  <a:lnTo>
                    <a:pt x="154270" y="1082147"/>
                  </a:lnTo>
                  <a:lnTo>
                    <a:pt x="130350" y="1138971"/>
                  </a:lnTo>
                  <a:lnTo>
                    <a:pt x="108375" y="1196575"/>
                  </a:lnTo>
                  <a:lnTo>
                    <a:pt x="88369" y="1254892"/>
                  </a:lnTo>
                  <a:lnTo>
                    <a:pt x="70356" y="1313855"/>
                  </a:lnTo>
                  <a:lnTo>
                    <a:pt x="54357" y="1373396"/>
                  </a:lnTo>
                  <a:lnTo>
                    <a:pt x="40390" y="1433446"/>
                  </a:lnTo>
                  <a:lnTo>
                    <a:pt x="28471" y="1493936"/>
                  </a:lnTo>
                  <a:lnTo>
                    <a:pt x="18614" y="1554797"/>
                  </a:lnTo>
                  <a:lnTo>
                    <a:pt x="10831" y="1615956"/>
                  </a:lnTo>
                  <a:lnTo>
                    <a:pt x="5130" y="1677345"/>
                  </a:lnTo>
                  <a:lnTo>
                    <a:pt x="1518" y="1738893"/>
                  </a:lnTo>
                  <a:lnTo>
                    <a:pt x="0" y="1800527"/>
                  </a:lnTo>
                  <a:lnTo>
                    <a:pt x="576" y="1862177"/>
                  </a:lnTo>
                  <a:lnTo>
                    <a:pt x="3246" y="1923773"/>
                  </a:lnTo>
                  <a:lnTo>
                    <a:pt x="8008" y="1985242"/>
                  </a:lnTo>
                  <a:lnTo>
                    <a:pt x="14855" y="2046513"/>
                  </a:lnTo>
                  <a:lnTo>
                    <a:pt x="23780" y="2107517"/>
                  </a:lnTo>
                  <a:lnTo>
                    <a:pt x="34772" y="2168182"/>
                  </a:lnTo>
                  <a:lnTo>
                    <a:pt x="47819" y="2228439"/>
                  </a:lnTo>
                  <a:lnTo>
                    <a:pt x="62906" y="2288218"/>
                  </a:lnTo>
                  <a:lnTo>
                    <a:pt x="80015" y="2347450"/>
                  </a:lnTo>
                  <a:lnTo>
                    <a:pt x="99127" y="2406066"/>
                  </a:lnTo>
                  <a:lnTo>
                    <a:pt x="120219" y="2463999"/>
                  </a:lnTo>
                  <a:lnTo>
                    <a:pt x="143267" y="2521182"/>
                  </a:lnTo>
                  <a:lnTo>
                    <a:pt x="168245" y="2577549"/>
                  </a:lnTo>
                  <a:lnTo>
                    <a:pt x="195123" y="2633034"/>
                  </a:lnTo>
                  <a:lnTo>
                    <a:pt x="223871" y="2687575"/>
                  </a:lnTo>
                  <a:lnTo>
                    <a:pt x="254455" y="2741107"/>
                  </a:lnTo>
                  <a:lnTo>
                    <a:pt x="286841" y="2793569"/>
                  </a:lnTo>
                  <a:lnTo>
                    <a:pt x="320990" y="2844901"/>
                  </a:lnTo>
                  <a:lnTo>
                    <a:pt x="356863" y="2895043"/>
                  </a:lnTo>
                  <a:lnTo>
                    <a:pt x="394420" y="2943937"/>
                  </a:lnTo>
                  <a:lnTo>
                    <a:pt x="433615" y="2991527"/>
                  </a:lnTo>
                  <a:lnTo>
                    <a:pt x="474405" y="3037758"/>
                  </a:lnTo>
                  <a:lnTo>
                    <a:pt x="516742" y="3082576"/>
                  </a:lnTo>
                  <a:lnTo>
                    <a:pt x="560578" y="3125930"/>
                  </a:lnTo>
                  <a:lnTo>
                    <a:pt x="605861" y="3167769"/>
                  </a:lnTo>
                  <a:lnTo>
                    <a:pt x="652539" y="3208046"/>
                  </a:lnTo>
                  <a:lnTo>
                    <a:pt x="700559" y="3246714"/>
                  </a:lnTo>
                  <a:lnTo>
                    <a:pt x="749865" y="3283728"/>
                  </a:lnTo>
                  <a:lnTo>
                    <a:pt x="800400" y="3319046"/>
                  </a:lnTo>
                  <a:lnTo>
                    <a:pt x="852106" y="3352626"/>
                  </a:lnTo>
                  <a:lnTo>
                    <a:pt x="904923" y="3384430"/>
                  </a:lnTo>
                  <a:lnTo>
                    <a:pt x="958789" y="3414421"/>
                  </a:lnTo>
                  <a:lnTo>
                    <a:pt x="1013644" y="3442565"/>
                  </a:lnTo>
                  <a:lnTo>
                    <a:pt x="1069423" y="3468829"/>
                  </a:lnTo>
                  <a:lnTo>
                    <a:pt x="1126062" y="3493183"/>
                  </a:lnTo>
                  <a:lnTo>
                    <a:pt x="1183496" y="3515598"/>
                  </a:lnTo>
                  <a:lnTo>
                    <a:pt x="1241659" y="3536049"/>
                  </a:lnTo>
                  <a:lnTo>
                    <a:pt x="1300482" y="3554512"/>
                  </a:lnTo>
                  <a:lnTo>
                    <a:pt x="1359899" y="3570966"/>
                  </a:lnTo>
                  <a:lnTo>
                    <a:pt x="1419841" y="3585392"/>
                  </a:lnTo>
                  <a:lnTo>
                    <a:pt x="1437375" y="3506681"/>
                  </a:lnTo>
                  <a:lnTo>
                    <a:pt x="1454908" y="3427970"/>
                  </a:lnTo>
                  <a:lnTo>
                    <a:pt x="1472442" y="3349259"/>
                  </a:lnTo>
                  <a:lnTo>
                    <a:pt x="1489975" y="3270549"/>
                  </a:lnTo>
                  <a:lnTo>
                    <a:pt x="1507509" y="3191838"/>
                  </a:lnTo>
                  <a:lnTo>
                    <a:pt x="1525043" y="3113127"/>
                  </a:lnTo>
                  <a:lnTo>
                    <a:pt x="1542576" y="3034416"/>
                  </a:lnTo>
                  <a:lnTo>
                    <a:pt x="1560110" y="2955706"/>
                  </a:lnTo>
                  <a:lnTo>
                    <a:pt x="1577643" y="2876995"/>
                  </a:lnTo>
                  <a:lnTo>
                    <a:pt x="1524426" y="2863725"/>
                  </a:lnTo>
                  <a:lnTo>
                    <a:pt x="1471945" y="2847791"/>
                  </a:lnTo>
                  <a:lnTo>
                    <a:pt x="1420332" y="2829234"/>
                  </a:lnTo>
                  <a:lnTo>
                    <a:pt x="1369720" y="2808102"/>
                  </a:lnTo>
                  <a:lnTo>
                    <a:pt x="1320236" y="2784447"/>
                  </a:lnTo>
                  <a:lnTo>
                    <a:pt x="1272007" y="2758330"/>
                  </a:lnTo>
                  <a:lnTo>
                    <a:pt x="1225154" y="2729817"/>
                  </a:lnTo>
                  <a:lnTo>
                    <a:pt x="1179797" y="2698981"/>
                  </a:lnTo>
                  <a:lnTo>
                    <a:pt x="1136050" y="2665899"/>
                  </a:lnTo>
                  <a:lnTo>
                    <a:pt x="1094025" y="2630656"/>
                  </a:lnTo>
                  <a:lnTo>
                    <a:pt x="1053828" y="2593341"/>
                  </a:lnTo>
                  <a:lnTo>
                    <a:pt x="1015562" y="2554049"/>
                  </a:lnTo>
                  <a:lnTo>
                    <a:pt x="979323" y="2512879"/>
                  </a:lnTo>
                  <a:lnTo>
                    <a:pt x="945204" y="2469937"/>
                  </a:lnTo>
                  <a:lnTo>
                    <a:pt x="913291" y="2425330"/>
                  </a:lnTo>
                  <a:lnTo>
                    <a:pt x="883665" y="2379173"/>
                  </a:lnTo>
                  <a:lnTo>
                    <a:pt x="856401" y="2331582"/>
                  </a:lnTo>
                  <a:lnTo>
                    <a:pt x="831569" y="2282679"/>
                  </a:lnTo>
                  <a:lnTo>
                    <a:pt x="809231" y="2232587"/>
                  </a:lnTo>
                  <a:lnTo>
                    <a:pt x="789445" y="2181434"/>
                  </a:lnTo>
                  <a:lnTo>
                    <a:pt x="772260" y="2129349"/>
                  </a:lnTo>
                  <a:lnTo>
                    <a:pt x="757720" y="2076464"/>
                  </a:lnTo>
                  <a:lnTo>
                    <a:pt x="745862" y="2022914"/>
                  </a:lnTo>
                  <a:lnTo>
                    <a:pt x="736716" y="1968836"/>
                  </a:lnTo>
                  <a:lnTo>
                    <a:pt x="730306" y="1914365"/>
                  </a:lnTo>
                  <a:lnTo>
                    <a:pt x="726647" y="1859640"/>
                  </a:lnTo>
                  <a:lnTo>
                    <a:pt x="725749" y="1804800"/>
                  </a:lnTo>
                  <a:lnTo>
                    <a:pt x="727614" y="1749985"/>
                  </a:lnTo>
                  <a:lnTo>
                    <a:pt x="732237" y="1695334"/>
                  </a:lnTo>
                  <a:lnTo>
                    <a:pt x="739607" y="1640984"/>
                  </a:lnTo>
                  <a:lnTo>
                    <a:pt x="749705" y="1587075"/>
                  </a:lnTo>
                  <a:lnTo>
                    <a:pt x="762506" y="1533743"/>
                  </a:lnTo>
                  <a:lnTo>
                    <a:pt x="777976" y="1481123"/>
                  </a:lnTo>
                  <a:lnTo>
                    <a:pt x="796077" y="1429349"/>
                  </a:lnTo>
                  <a:lnTo>
                    <a:pt x="816762" y="1378552"/>
                  </a:lnTo>
                  <a:lnTo>
                    <a:pt x="839980" y="1328862"/>
                  </a:lnTo>
                  <a:lnTo>
                    <a:pt x="865670" y="1280404"/>
                  </a:lnTo>
                  <a:lnTo>
                    <a:pt x="893769" y="1233302"/>
                  </a:lnTo>
                  <a:lnTo>
                    <a:pt x="924205" y="1187674"/>
                  </a:lnTo>
                  <a:lnTo>
                    <a:pt x="956899" y="1143638"/>
                  </a:lnTo>
                  <a:lnTo>
                    <a:pt x="991771" y="1101303"/>
                  </a:lnTo>
                  <a:lnTo>
                    <a:pt x="1028730" y="1060779"/>
                  </a:lnTo>
                  <a:lnTo>
                    <a:pt x="1067683" y="1022168"/>
                  </a:lnTo>
                  <a:lnTo>
                    <a:pt x="1108531" y="985568"/>
                  </a:lnTo>
                  <a:lnTo>
                    <a:pt x="1151171" y="951071"/>
                  </a:lnTo>
                  <a:lnTo>
                    <a:pt x="1195494" y="918766"/>
                  </a:lnTo>
                  <a:lnTo>
                    <a:pt x="1241389" y="888734"/>
                  </a:lnTo>
                  <a:lnTo>
                    <a:pt x="1288737" y="861052"/>
                  </a:lnTo>
                  <a:lnTo>
                    <a:pt x="1337419" y="835789"/>
                  </a:lnTo>
                  <a:lnTo>
                    <a:pt x="1387312" y="813011"/>
                  </a:lnTo>
                  <a:lnTo>
                    <a:pt x="1438289" y="792774"/>
                  </a:lnTo>
                  <a:lnTo>
                    <a:pt x="1490221" y="775131"/>
                  </a:lnTo>
                  <a:lnTo>
                    <a:pt x="1542975" y="760125"/>
                  </a:lnTo>
                  <a:lnTo>
                    <a:pt x="1596418" y="747795"/>
                  </a:lnTo>
                  <a:lnTo>
                    <a:pt x="1650414" y="738173"/>
                  </a:lnTo>
                  <a:lnTo>
                    <a:pt x="1704827" y="731282"/>
                  </a:lnTo>
                  <a:lnTo>
                    <a:pt x="1759517" y="727141"/>
                  </a:lnTo>
                  <a:close/>
                </a:path>
              </a:pathLst>
            </a:custGeom>
            <a:solidFill>
              <a:srgbClr val="F4A261">
                <a:alpha val="100000"/>
              </a:srgbClr>
            </a:solidFill>
          </p:spPr>
          <p:txBody>
            <a:bodyPr/>
            <a:lstStyle/>
            <a:p/>
          </p:txBody>
        </p:sp>
        <p:sp>
          <p:nvSpPr>
            <p:cNvPr id="10" name="tx9"/>
            <p:cNvSpPr/>
            <p:nvPr/>
          </p:nvSpPr>
          <p:spPr>
            <a:xfrm>
              <a:off x="4153559" y="2282314"/>
              <a:ext cx="553430" cy="176341"/>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Arial"/>
                  <a:cs typeface="Arial"/>
                </a:rPr>
                <a:t>2% (4)</a:t>
              </a:r>
            </a:p>
          </p:txBody>
        </p:sp>
        <p:sp>
          <p:nvSpPr>
            <p:cNvPr id="11" name="tx10"/>
            <p:cNvSpPr/>
            <p:nvPr/>
          </p:nvSpPr>
          <p:spPr>
            <a:xfrm>
              <a:off x="4574594" y="2396854"/>
              <a:ext cx="657932" cy="176341"/>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Arial"/>
                  <a:cs typeface="Arial"/>
                </a:rPr>
                <a:t>8% (14)</a:t>
              </a:r>
            </a:p>
          </p:txBody>
        </p:sp>
        <p:sp>
          <p:nvSpPr>
            <p:cNvPr id="12" name="tx11"/>
            <p:cNvSpPr/>
            <p:nvPr/>
          </p:nvSpPr>
          <p:spPr>
            <a:xfrm>
              <a:off x="5287587" y="4397663"/>
              <a:ext cx="762434" cy="176341"/>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Arial"/>
                  <a:cs typeface="Arial"/>
                </a:rPr>
                <a:t>43% (74)</a:t>
              </a:r>
            </a:p>
          </p:txBody>
        </p:sp>
        <p:sp>
          <p:nvSpPr>
            <p:cNvPr id="13" name="tx12"/>
            <p:cNvSpPr/>
            <p:nvPr/>
          </p:nvSpPr>
          <p:spPr>
            <a:xfrm>
              <a:off x="2461572" y="3603430"/>
              <a:ext cx="762434" cy="176341"/>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Arial"/>
                  <a:cs typeface="Arial"/>
                </a:rPr>
                <a:t>47% (80)</a:t>
              </a:r>
            </a:p>
          </p:txBody>
        </p:sp>
        <p:sp>
          <p:nvSpPr>
            <p:cNvPr id="14" name="rc13"/>
            <p:cNvSpPr/>
            <p:nvPr/>
          </p:nvSpPr>
          <p:spPr>
            <a:xfrm>
              <a:off x="9361922" y="3259643"/>
              <a:ext cx="172799" cy="172799"/>
            </a:xfrm>
            <a:prstGeom prst="rect">
              <a:avLst/>
            </a:prstGeom>
          </p:spPr>
          <p:txBody>
            <a:bodyPr/>
            <a:lstStyle/>
            <a:p/>
          </p:txBody>
        </p:sp>
        <p:sp>
          <p:nvSpPr>
            <p:cNvPr id="15" name="rc14"/>
            <p:cNvSpPr/>
            <p:nvPr/>
          </p:nvSpPr>
          <p:spPr>
            <a:xfrm>
              <a:off x="9370922" y="3268642"/>
              <a:ext cx="154799" cy="154800"/>
            </a:xfrm>
            <a:prstGeom prst="rect">
              <a:avLst/>
            </a:prstGeom>
            <a:solidFill>
              <a:srgbClr val="F4A261">
                <a:alpha val="100000"/>
              </a:srgbClr>
            </a:solidFill>
          </p:spPr>
          <p:txBody>
            <a:bodyPr/>
            <a:lstStyle/>
            <a:p/>
          </p:txBody>
        </p:sp>
        <p:sp>
          <p:nvSpPr>
            <p:cNvPr id="16" name="rc15"/>
            <p:cNvSpPr/>
            <p:nvPr/>
          </p:nvSpPr>
          <p:spPr>
            <a:xfrm>
              <a:off x="9361922" y="3612443"/>
              <a:ext cx="172799" cy="172800"/>
            </a:xfrm>
            <a:prstGeom prst="rect">
              <a:avLst/>
            </a:prstGeom>
          </p:spPr>
          <p:txBody>
            <a:bodyPr/>
            <a:lstStyle/>
            <a:p/>
          </p:txBody>
        </p:sp>
        <p:sp>
          <p:nvSpPr>
            <p:cNvPr id="17" name="rc16"/>
            <p:cNvSpPr/>
            <p:nvPr/>
          </p:nvSpPr>
          <p:spPr>
            <a:xfrm>
              <a:off x="9370922" y="3621443"/>
              <a:ext cx="154799" cy="154799"/>
            </a:xfrm>
            <a:prstGeom prst="rect">
              <a:avLst/>
            </a:prstGeom>
            <a:solidFill>
              <a:srgbClr val="E9C46A">
                <a:alpha val="100000"/>
              </a:srgbClr>
            </a:solidFill>
          </p:spPr>
          <p:txBody>
            <a:bodyPr/>
            <a:lstStyle/>
            <a:p/>
          </p:txBody>
        </p:sp>
        <p:sp>
          <p:nvSpPr>
            <p:cNvPr id="18" name="rc17"/>
            <p:cNvSpPr/>
            <p:nvPr/>
          </p:nvSpPr>
          <p:spPr>
            <a:xfrm>
              <a:off x="9361922" y="3965243"/>
              <a:ext cx="172799" cy="172799"/>
            </a:xfrm>
            <a:prstGeom prst="rect">
              <a:avLst/>
            </a:prstGeom>
          </p:spPr>
          <p:txBody>
            <a:bodyPr/>
            <a:lstStyle/>
            <a:p/>
          </p:txBody>
        </p:sp>
        <p:sp>
          <p:nvSpPr>
            <p:cNvPr id="19" name="rc18"/>
            <p:cNvSpPr/>
            <p:nvPr/>
          </p:nvSpPr>
          <p:spPr>
            <a:xfrm>
              <a:off x="9370922" y="3974242"/>
              <a:ext cx="154799" cy="154800"/>
            </a:xfrm>
            <a:prstGeom prst="rect">
              <a:avLst/>
            </a:prstGeom>
            <a:solidFill>
              <a:srgbClr val="2A9D8F">
                <a:alpha val="100000"/>
              </a:srgbClr>
            </a:solidFill>
          </p:spPr>
          <p:txBody>
            <a:bodyPr/>
            <a:lstStyle/>
            <a:p/>
          </p:txBody>
        </p:sp>
        <p:sp>
          <p:nvSpPr>
            <p:cNvPr id="20" name="rc19"/>
            <p:cNvSpPr/>
            <p:nvPr/>
          </p:nvSpPr>
          <p:spPr>
            <a:xfrm>
              <a:off x="9361922" y="4318043"/>
              <a:ext cx="172799" cy="172800"/>
            </a:xfrm>
            <a:prstGeom prst="rect">
              <a:avLst/>
            </a:prstGeom>
          </p:spPr>
          <p:txBody>
            <a:bodyPr/>
            <a:lstStyle/>
            <a:p/>
          </p:txBody>
        </p:sp>
        <p:sp>
          <p:nvSpPr>
            <p:cNvPr id="21" name="rc20"/>
            <p:cNvSpPr/>
            <p:nvPr/>
          </p:nvSpPr>
          <p:spPr>
            <a:xfrm>
              <a:off x="9370922" y="4327043"/>
              <a:ext cx="154799" cy="154799"/>
            </a:xfrm>
            <a:prstGeom prst="rect">
              <a:avLst/>
            </a:prstGeom>
            <a:solidFill>
              <a:srgbClr val="0B4F8C">
                <a:alpha val="100000"/>
              </a:srgbClr>
            </a:solidFill>
          </p:spPr>
          <p:txBody>
            <a:bodyPr/>
            <a:lstStyle/>
            <a:p/>
          </p:txBody>
        </p:sp>
        <p:sp>
          <p:nvSpPr>
            <p:cNvPr id="22" name="tx21"/>
            <p:cNvSpPr/>
            <p:nvPr/>
          </p:nvSpPr>
          <p:spPr>
            <a:xfrm>
              <a:off x="9604311" y="3296297"/>
              <a:ext cx="1000711" cy="97473"/>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De 22 a 25 años</a:t>
              </a:r>
            </a:p>
          </p:txBody>
        </p:sp>
        <p:sp>
          <p:nvSpPr>
            <p:cNvPr id="23" name="tx22"/>
            <p:cNvSpPr/>
            <p:nvPr/>
          </p:nvSpPr>
          <p:spPr>
            <a:xfrm>
              <a:off x="9604311" y="3649032"/>
              <a:ext cx="1000711" cy="97538"/>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De 19 a 21 años</a:t>
              </a:r>
            </a:p>
          </p:txBody>
        </p:sp>
        <p:sp>
          <p:nvSpPr>
            <p:cNvPr id="24" name="tx23"/>
            <p:cNvSpPr/>
            <p:nvPr/>
          </p:nvSpPr>
          <p:spPr>
            <a:xfrm>
              <a:off x="9604311" y="4001897"/>
              <a:ext cx="1000711" cy="97473"/>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De 26 a 30 años</a:t>
              </a:r>
            </a:p>
          </p:txBody>
        </p:sp>
        <p:sp>
          <p:nvSpPr>
            <p:cNvPr id="25" name="tx24"/>
            <p:cNvSpPr/>
            <p:nvPr/>
          </p:nvSpPr>
          <p:spPr>
            <a:xfrm>
              <a:off x="9604311" y="4353460"/>
              <a:ext cx="1119280" cy="98710"/>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De 30 años a más</a:t>
              </a:r>
            </a:p>
          </p:txBody>
        </p:sp>
        <p:sp>
          <p:nvSpPr>
            <p:cNvPr id="26" name="tx25"/>
            <p:cNvSpPr/>
            <p:nvPr/>
          </p:nvSpPr>
          <p:spPr>
            <a:xfrm>
              <a:off x="546309" y="6043751"/>
              <a:ext cx="1719833" cy="163128"/>
            </a:xfrm>
            <a:prstGeom prst="rect">
              <a:avLst/>
            </a:prstGeom>
            <a:noFill/>
          </p:spPr>
          <p:txBody>
            <a:bodyPr lIns="0" rIns="0" tIns="0" bIns="0" anchorCtr="1" anchor="ctr" wrap="none"/>
            <a:lstStyle/>
            <a:p>
              <a:pPr algn="l" marL="0" marR="0" indent="0">
                <a:lnSpc>
                  <a:spcPts val="1400"/>
                </a:lnSpc>
                <a:spcBef>
                  <a:spcPts val="0"/>
                </a:spcBef>
                <a:spcAft>
                  <a:spcPts val="0"/>
                </a:spcAft>
              </a:pPr>
              <a:r>
                <a:rPr sz="1400">
                  <a:solidFill>
                    <a:srgbClr val="081F5C">
                      <a:alpha val="100000"/>
                    </a:srgbClr>
                  </a:solidFill>
                  <a:latin typeface="Arial"/>
                  <a:cs typeface="Arial"/>
                </a:rPr>
                <a:t>Base: 172 respuestas</a:t>
              </a:r>
            </a:p>
          </p:txBody>
        </p:sp>
      </p:grpSp>
      <p:sp>
        <p:nvSpPr>
          <p:cNvPr id="27" name="prosecnur:slide_1:base"/>
          <p:cNvSpPr>
            <a:spLocks noGrp="1"/>
          </p:cNvSpPr>
          <p:nvPr>            </p:nvPr>
        </p:nvSpPr>
        <p:spPr>
          <a:xfrm>
            <a:off x="317500" y="6340475"/>
            <a:ext cx="4503738" cy="398463"/>
          </a:xfrm>
          <a:prstGeom prst="rect">
            <a:avLst/>
          </a:prstGeom>
        </p:spPr>
        <p:txBody>
          <a:bodyPr/>
          <a:lstStyle/>
          <a:p>
            <a:r>
              <a:rPr/>
              <a:t> </a:t>
            </a:r>
          </a:p>
        </p:txBody>
      </p:sp>
      <p:sp>
        <p:nvSpPr>
          <p:cNvPr id="28"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NUMÉRICO (P_NUMERICO)</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714152"/>
              <a:ext cx="11440491" cy="3869090"/>
            </a:xfrm>
            <a:prstGeom prst="rect">
              <a:avLst/>
            </a:prstGeom>
          </p:spPr>
          <p:txBody>
            <a:bodyPr/>
            <a:lstStyle/>
            <a:p/>
          </p:txBody>
        </p:sp>
        <p:sp>
          <p:nvSpPr>
            <p:cNvPr id="5" name="rc4"/>
            <p:cNvSpPr/>
            <p:nvPr/>
          </p:nvSpPr>
          <p:spPr>
            <a:xfrm>
              <a:off x="393415" y="1790067"/>
              <a:ext cx="11288660" cy="3475415"/>
            </a:xfrm>
            <a:prstGeom prst="rect">
              <a:avLst/>
            </a:prstGeom>
          </p:spPr>
          <p:txBody>
            <a:bodyPr/>
            <a:lstStyle/>
            <a:p/>
          </p:txBody>
        </p:sp>
        <p:sp>
          <p:nvSpPr>
            <p:cNvPr id="6" name="rc5"/>
            <p:cNvSpPr/>
            <p:nvPr/>
          </p:nvSpPr>
          <p:spPr>
            <a:xfrm>
              <a:off x="939640" y="2769869"/>
              <a:ext cx="1092451" cy="2495613"/>
            </a:xfrm>
            <a:prstGeom prst="rect">
              <a:avLst/>
            </a:prstGeom>
            <a:solidFill>
              <a:srgbClr val="081F5C">
                <a:alpha val="100000"/>
              </a:srgbClr>
            </a:solidFill>
          </p:spPr>
          <p:txBody>
            <a:bodyPr/>
            <a:lstStyle/>
            <a:p/>
          </p:txBody>
        </p:sp>
        <p:sp>
          <p:nvSpPr>
            <p:cNvPr id="7" name="rc6"/>
            <p:cNvSpPr/>
            <p:nvPr/>
          </p:nvSpPr>
          <p:spPr>
            <a:xfrm>
              <a:off x="2760392" y="2517097"/>
              <a:ext cx="1092451" cy="2748385"/>
            </a:xfrm>
            <a:prstGeom prst="rect">
              <a:avLst/>
            </a:prstGeom>
            <a:solidFill>
              <a:srgbClr val="081F5C">
                <a:alpha val="100000"/>
              </a:srgbClr>
            </a:solidFill>
          </p:spPr>
          <p:txBody>
            <a:bodyPr/>
            <a:lstStyle/>
            <a:p/>
          </p:txBody>
        </p:sp>
        <p:sp>
          <p:nvSpPr>
            <p:cNvPr id="8" name="rc7"/>
            <p:cNvSpPr/>
            <p:nvPr/>
          </p:nvSpPr>
          <p:spPr>
            <a:xfrm>
              <a:off x="4581144" y="2627962"/>
              <a:ext cx="1092451" cy="2637520"/>
            </a:xfrm>
            <a:prstGeom prst="rect">
              <a:avLst/>
            </a:prstGeom>
            <a:solidFill>
              <a:srgbClr val="081F5C">
                <a:alpha val="100000"/>
              </a:srgbClr>
            </a:solidFill>
          </p:spPr>
          <p:txBody>
            <a:bodyPr/>
            <a:lstStyle/>
            <a:p/>
          </p:txBody>
        </p:sp>
        <p:sp>
          <p:nvSpPr>
            <p:cNvPr id="9" name="rc8"/>
            <p:cNvSpPr/>
            <p:nvPr/>
          </p:nvSpPr>
          <p:spPr>
            <a:xfrm>
              <a:off x="6401895" y="2539372"/>
              <a:ext cx="1092451" cy="2726111"/>
            </a:xfrm>
            <a:prstGeom prst="rect">
              <a:avLst/>
            </a:prstGeom>
            <a:solidFill>
              <a:srgbClr val="081F5C">
                <a:alpha val="100000"/>
              </a:srgbClr>
            </a:solidFill>
          </p:spPr>
          <p:txBody>
            <a:bodyPr/>
            <a:lstStyle/>
            <a:p/>
          </p:txBody>
        </p:sp>
        <p:sp>
          <p:nvSpPr>
            <p:cNvPr id="10" name="rc9"/>
            <p:cNvSpPr/>
            <p:nvPr/>
          </p:nvSpPr>
          <p:spPr>
            <a:xfrm>
              <a:off x="8222647" y="2377965"/>
              <a:ext cx="1092451" cy="2887517"/>
            </a:xfrm>
            <a:prstGeom prst="rect">
              <a:avLst/>
            </a:prstGeom>
            <a:solidFill>
              <a:srgbClr val="081F5C">
                <a:alpha val="100000"/>
              </a:srgbClr>
            </a:solidFill>
          </p:spPr>
          <p:txBody>
            <a:bodyPr/>
            <a:lstStyle/>
            <a:p/>
          </p:txBody>
        </p:sp>
        <p:sp>
          <p:nvSpPr>
            <p:cNvPr id="11" name="rc10"/>
            <p:cNvSpPr/>
            <p:nvPr/>
          </p:nvSpPr>
          <p:spPr>
            <a:xfrm>
              <a:off x="10043399" y="2387782"/>
              <a:ext cx="1092451" cy="2877700"/>
            </a:xfrm>
            <a:prstGeom prst="rect">
              <a:avLst/>
            </a:prstGeom>
            <a:solidFill>
              <a:srgbClr val="081F5C">
                <a:alpha val="100000"/>
              </a:srgbClr>
            </a:solidFill>
          </p:spPr>
          <p:txBody>
            <a:bodyPr/>
            <a:lstStyle/>
            <a:p/>
          </p:txBody>
        </p:sp>
        <p:sp>
          <p:nvSpPr>
            <p:cNvPr id="12" name="tx11"/>
            <p:cNvSpPr/>
            <p:nvPr/>
          </p:nvSpPr>
          <p:spPr>
            <a:xfrm>
              <a:off x="1303010" y="3919505"/>
              <a:ext cx="365711" cy="165790"/>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20,5</a:t>
              </a:r>
            </a:p>
          </p:txBody>
        </p:sp>
        <p:sp>
          <p:nvSpPr>
            <p:cNvPr id="13" name="tx12"/>
            <p:cNvSpPr/>
            <p:nvPr/>
          </p:nvSpPr>
          <p:spPr>
            <a:xfrm>
              <a:off x="3123762" y="3793394"/>
              <a:ext cx="365711" cy="165515"/>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22,5</a:t>
              </a:r>
            </a:p>
          </p:txBody>
        </p:sp>
        <p:sp>
          <p:nvSpPr>
            <p:cNvPr id="14" name="tx13"/>
            <p:cNvSpPr/>
            <p:nvPr/>
          </p:nvSpPr>
          <p:spPr>
            <a:xfrm>
              <a:off x="4944513" y="3848184"/>
              <a:ext cx="365711" cy="166157"/>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21,6</a:t>
              </a:r>
            </a:p>
          </p:txBody>
        </p:sp>
        <p:sp>
          <p:nvSpPr>
            <p:cNvPr id="15" name="tx14"/>
            <p:cNvSpPr/>
            <p:nvPr/>
          </p:nvSpPr>
          <p:spPr>
            <a:xfrm>
              <a:off x="6765265" y="3804531"/>
              <a:ext cx="365711" cy="165515"/>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22,3</a:t>
              </a:r>
            </a:p>
          </p:txBody>
        </p:sp>
        <p:sp>
          <p:nvSpPr>
            <p:cNvPr id="16" name="tx15"/>
            <p:cNvSpPr/>
            <p:nvPr/>
          </p:nvSpPr>
          <p:spPr>
            <a:xfrm>
              <a:off x="8586017" y="3723828"/>
              <a:ext cx="365711" cy="165515"/>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23,7</a:t>
              </a:r>
            </a:p>
          </p:txBody>
        </p:sp>
        <p:sp>
          <p:nvSpPr>
            <p:cNvPr id="17" name="tx16"/>
            <p:cNvSpPr/>
            <p:nvPr/>
          </p:nvSpPr>
          <p:spPr>
            <a:xfrm>
              <a:off x="10406768" y="3728094"/>
              <a:ext cx="365711" cy="166157"/>
            </a:xfrm>
            <a:prstGeom prst="rect">
              <a:avLst/>
            </a:prstGeom>
            <a:noFill/>
          </p:spPr>
          <p:txBody>
            <a:bodyPr lIns="0" rIns="0" tIns="0" bIns="0" anchorCtr="1" anchor="ctr" wrap="none"/>
            <a:lstStyle/>
            <a:p>
              <a:pPr algn="l" marL="0" marR="0" indent="0">
                <a:lnSpc>
                  <a:spcPts val="1479"/>
                </a:lnSpc>
                <a:spcBef>
                  <a:spcPts val="0"/>
                </a:spcBef>
                <a:spcAft>
                  <a:spcPts val="0"/>
                </a:spcAft>
              </a:pPr>
              <a:r>
                <a:rPr sz="1479" b="1">
                  <a:solidFill>
                    <a:srgbClr val="FFFFFF">
                      <a:alpha val="100000"/>
                    </a:srgbClr>
                  </a:solidFill>
                  <a:latin typeface="Helvetica"/>
                  <a:cs typeface="Helvetica"/>
                </a:rPr>
                <a:t>23,6</a:t>
              </a:r>
            </a:p>
          </p:txBody>
        </p:sp>
        <p:sp>
          <p:nvSpPr>
            <p:cNvPr id="18" name="tx17"/>
            <p:cNvSpPr/>
            <p:nvPr/>
          </p:nvSpPr>
          <p:spPr>
            <a:xfrm>
              <a:off x="1260179" y="2487758"/>
              <a:ext cx="451373" cy="108860"/>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22</a:t>
              </a:r>
            </a:p>
          </p:txBody>
        </p:sp>
        <p:sp>
          <p:nvSpPr>
            <p:cNvPr id="19" name="tx18"/>
            <p:cNvSpPr/>
            <p:nvPr/>
          </p:nvSpPr>
          <p:spPr>
            <a:xfrm>
              <a:off x="3080931" y="2232022"/>
              <a:ext cx="451373" cy="111824"/>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19</a:t>
              </a:r>
            </a:p>
          </p:txBody>
        </p:sp>
        <p:sp>
          <p:nvSpPr>
            <p:cNvPr id="20" name="tx19"/>
            <p:cNvSpPr/>
            <p:nvPr/>
          </p:nvSpPr>
          <p:spPr>
            <a:xfrm>
              <a:off x="4901682" y="2342960"/>
              <a:ext cx="451373" cy="111750"/>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34</a:t>
              </a:r>
            </a:p>
          </p:txBody>
        </p:sp>
        <p:sp>
          <p:nvSpPr>
            <p:cNvPr id="21" name="tx20"/>
            <p:cNvSpPr/>
            <p:nvPr/>
          </p:nvSpPr>
          <p:spPr>
            <a:xfrm>
              <a:off x="6722434" y="2254370"/>
              <a:ext cx="451373" cy="111750"/>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32</a:t>
              </a:r>
            </a:p>
          </p:txBody>
        </p:sp>
        <p:sp>
          <p:nvSpPr>
            <p:cNvPr id="22" name="tx21"/>
            <p:cNvSpPr/>
            <p:nvPr/>
          </p:nvSpPr>
          <p:spPr>
            <a:xfrm>
              <a:off x="8543186" y="2092964"/>
              <a:ext cx="451373" cy="111750"/>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36</a:t>
              </a:r>
            </a:p>
          </p:txBody>
        </p:sp>
        <p:sp>
          <p:nvSpPr>
            <p:cNvPr id="23" name="tx22"/>
            <p:cNvSpPr/>
            <p:nvPr/>
          </p:nvSpPr>
          <p:spPr>
            <a:xfrm>
              <a:off x="10363937" y="2102707"/>
              <a:ext cx="451373" cy="111824"/>
            </a:xfrm>
            <a:prstGeom prst="rect">
              <a:avLst/>
            </a:prstGeom>
            <a:noFill/>
          </p:spPr>
          <p:txBody>
            <a:bodyPr lIns="0" rIns="0" tIns="0" bIns="0" anchorCtr="1" anchor="ctr" wrap="none"/>
            <a:lstStyle/>
            <a:p>
              <a:pPr algn="l" marL="0" marR="0" indent="0">
                <a:lnSpc>
                  <a:spcPts val="1195"/>
                </a:lnSpc>
                <a:spcBef>
                  <a:spcPts val="0"/>
                </a:spcBef>
                <a:spcAft>
                  <a:spcPts val="0"/>
                </a:spcAft>
              </a:pPr>
              <a:r>
                <a:rPr sz="1195">
                  <a:solidFill>
                    <a:srgbClr val="081F5C">
                      <a:alpha val="100000"/>
                    </a:srgbClr>
                  </a:solidFill>
                  <a:latin typeface="Helvetica"/>
                  <a:cs typeface="Helvetica"/>
                </a:rPr>
                <a:t>N = 29</a:t>
              </a:r>
            </a:p>
          </p:txBody>
        </p:sp>
        <p:sp>
          <p:nvSpPr>
            <p:cNvPr id="24" name="tx23"/>
            <p:cNvSpPr/>
            <p:nvPr/>
          </p:nvSpPr>
          <p:spPr>
            <a:xfrm>
              <a:off x="1429361" y="5343417"/>
              <a:ext cx="113010" cy="14148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1</a:t>
              </a:r>
            </a:p>
          </p:txBody>
        </p:sp>
        <p:sp>
          <p:nvSpPr>
            <p:cNvPr id="25" name="tx24"/>
            <p:cNvSpPr/>
            <p:nvPr/>
          </p:nvSpPr>
          <p:spPr>
            <a:xfrm>
              <a:off x="3250112" y="5342325"/>
              <a:ext cx="113010" cy="14257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2</a:t>
              </a:r>
            </a:p>
          </p:txBody>
        </p:sp>
        <p:sp>
          <p:nvSpPr>
            <p:cNvPr id="26" name="tx25"/>
            <p:cNvSpPr/>
            <p:nvPr/>
          </p:nvSpPr>
          <p:spPr>
            <a:xfrm>
              <a:off x="5070864" y="5338753"/>
              <a:ext cx="113010" cy="14614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3</a:t>
              </a:r>
            </a:p>
          </p:txBody>
        </p:sp>
        <p:sp>
          <p:nvSpPr>
            <p:cNvPr id="27" name="tx26"/>
            <p:cNvSpPr/>
            <p:nvPr/>
          </p:nvSpPr>
          <p:spPr>
            <a:xfrm>
              <a:off x="6891616" y="5342424"/>
              <a:ext cx="113010" cy="142478"/>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4</a:t>
              </a:r>
            </a:p>
          </p:txBody>
        </p:sp>
        <p:sp>
          <p:nvSpPr>
            <p:cNvPr id="28" name="tx27"/>
            <p:cNvSpPr/>
            <p:nvPr/>
          </p:nvSpPr>
          <p:spPr>
            <a:xfrm>
              <a:off x="8712367" y="5341631"/>
              <a:ext cx="113010" cy="14327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5</a:t>
              </a:r>
            </a:p>
          </p:txBody>
        </p:sp>
        <p:sp>
          <p:nvSpPr>
            <p:cNvPr id="29" name="tx28"/>
            <p:cNvSpPr/>
            <p:nvPr/>
          </p:nvSpPr>
          <p:spPr>
            <a:xfrm>
              <a:off x="10533119" y="5338555"/>
              <a:ext cx="113010" cy="14634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6</a:t>
              </a:r>
            </a:p>
          </p:txBody>
        </p:sp>
        <p:sp>
          <p:nvSpPr>
            <p:cNvPr id="30" name="rc29"/>
            <p:cNvSpPr/>
            <p:nvPr/>
          </p:nvSpPr>
          <p:spPr>
            <a:xfrm>
              <a:off x="5571301" y="5749851"/>
              <a:ext cx="129272" cy="175874"/>
            </a:xfrm>
            <a:prstGeom prst="rect">
              <a:avLst/>
            </a:prstGeom>
            <a:solidFill>
              <a:srgbClr val="081F5C">
                <a:alpha val="100000"/>
              </a:srgbClr>
            </a:solidFill>
          </p:spPr>
          <p:txBody>
            <a:bodyPr/>
            <a:lstStyle/>
            <a:p/>
          </p:txBody>
        </p:sp>
        <p:sp>
          <p:nvSpPr>
            <p:cNvPr id="31" name="tx30"/>
            <p:cNvSpPr/>
            <p:nvPr/>
          </p:nvSpPr>
          <p:spPr>
            <a:xfrm>
              <a:off x="5745895" y="5760199"/>
              <a:ext cx="575865" cy="150713"/>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Media</a:t>
              </a:r>
            </a:p>
          </p:txBody>
        </p:sp>
      </p:grpSp>
      <p:sp>
        <p:nvSpPr>
          <p:cNvPr id="32"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33"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HISTOGRAMA (P_HISTOGRAMA)</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714152"/>
              <a:ext cx="11440491" cy="4327272"/>
            </a:xfrm>
            <a:prstGeom prst="rect">
              <a:avLst/>
            </a:prstGeom>
          </p:spPr>
          <p:txBody>
            <a:bodyPr/>
            <a:lstStyle/>
            <a:p/>
          </p:txBody>
        </p:sp>
        <p:sp>
          <p:nvSpPr>
            <p:cNvPr id="5" name="rc4"/>
            <p:cNvSpPr/>
            <p:nvPr/>
          </p:nvSpPr>
          <p:spPr>
            <a:xfrm>
              <a:off x="1007520" y="1739457"/>
              <a:ext cx="10649250" cy="4035216"/>
            </a:xfrm>
            <a:prstGeom prst="rect">
              <a:avLst/>
            </a:prstGeom>
          </p:spPr>
          <p:txBody>
            <a:bodyPr/>
            <a:lstStyle/>
            <a:p/>
          </p:txBody>
        </p:sp>
        <p:sp>
          <p:nvSpPr>
            <p:cNvPr id="6" name="pl5"/>
            <p:cNvSpPr/>
            <p:nvPr/>
          </p:nvSpPr>
          <p:spPr>
            <a:xfrm>
              <a:off x="1007520" y="5591254"/>
              <a:ext cx="10649250" cy="0"/>
            </a:xfrm>
            <a:custGeom>
              <a:avLst/>
              <a:pathLst>
                <a:path w="10649250" h="0">
                  <a:moveTo>
                    <a:pt x="0" y="0"/>
                  </a:moveTo>
                  <a:lnTo>
                    <a:pt x="10649250" y="0"/>
                  </a:lnTo>
                </a:path>
              </a:pathLst>
            </a:custGeom>
            <a:ln w="13550" cap="flat">
              <a:solidFill>
                <a:srgbClr val="EBEBEB">
                  <a:alpha val="100000"/>
                </a:srgbClr>
              </a:solidFill>
              <a:prstDash val="solid"/>
              <a:round/>
            </a:ln>
          </p:spPr>
          <p:txBody>
            <a:bodyPr/>
            <a:lstStyle/>
            <a:p/>
          </p:txBody>
        </p:sp>
        <p:sp>
          <p:nvSpPr>
            <p:cNvPr id="7" name="pl6"/>
            <p:cNvSpPr/>
            <p:nvPr/>
          </p:nvSpPr>
          <p:spPr>
            <a:xfrm>
              <a:off x="1007520" y="4786867"/>
              <a:ext cx="10649250" cy="0"/>
            </a:xfrm>
            <a:custGeom>
              <a:avLst/>
              <a:pathLst>
                <a:path w="10649250" h="0">
                  <a:moveTo>
                    <a:pt x="0" y="0"/>
                  </a:moveTo>
                  <a:lnTo>
                    <a:pt x="10649250" y="0"/>
                  </a:lnTo>
                </a:path>
              </a:pathLst>
            </a:custGeom>
            <a:ln w="13550" cap="flat">
              <a:solidFill>
                <a:srgbClr val="EBEBEB">
                  <a:alpha val="100000"/>
                </a:srgbClr>
              </a:solidFill>
              <a:prstDash val="solid"/>
              <a:round/>
            </a:ln>
          </p:spPr>
          <p:txBody>
            <a:bodyPr/>
            <a:lstStyle/>
            <a:p/>
          </p:txBody>
        </p:sp>
        <p:sp>
          <p:nvSpPr>
            <p:cNvPr id="8" name="pl7"/>
            <p:cNvSpPr/>
            <p:nvPr/>
          </p:nvSpPr>
          <p:spPr>
            <a:xfrm>
              <a:off x="1007520" y="3982480"/>
              <a:ext cx="10649250" cy="0"/>
            </a:xfrm>
            <a:custGeom>
              <a:avLst/>
              <a:pathLst>
                <a:path w="10649250" h="0">
                  <a:moveTo>
                    <a:pt x="0" y="0"/>
                  </a:moveTo>
                  <a:lnTo>
                    <a:pt x="10649250" y="0"/>
                  </a:lnTo>
                </a:path>
              </a:pathLst>
            </a:custGeom>
            <a:ln w="13550" cap="flat">
              <a:solidFill>
                <a:srgbClr val="EBEBEB">
                  <a:alpha val="100000"/>
                </a:srgbClr>
              </a:solidFill>
              <a:prstDash val="solid"/>
              <a:round/>
            </a:ln>
          </p:spPr>
          <p:txBody>
            <a:bodyPr/>
            <a:lstStyle/>
            <a:p/>
          </p:txBody>
        </p:sp>
        <p:sp>
          <p:nvSpPr>
            <p:cNvPr id="9" name="pl8"/>
            <p:cNvSpPr/>
            <p:nvPr/>
          </p:nvSpPr>
          <p:spPr>
            <a:xfrm>
              <a:off x="1007520" y="3178093"/>
              <a:ext cx="10649250" cy="0"/>
            </a:xfrm>
            <a:custGeom>
              <a:avLst/>
              <a:pathLst>
                <a:path w="10649250" h="0">
                  <a:moveTo>
                    <a:pt x="0" y="0"/>
                  </a:moveTo>
                  <a:lnTo>
                    <a:pt x="10649250" y="0"/>
                  </a:lnTo>
                </a:path>
              </a:pathLst>
            </a:custGeom>
            <a:ln w="13550" cap="flat">
              <a:solidFill>
                <a:srgbClr val="EBEBEB">
                  <a:alpha val="100000"/>
                </a:srgbClr>
              </a:solidFill>
              <a:prstDash val="solid"/>
              <a:round/>
            </a:ln>
          </p:spPr>
          <p:txBody>
            <a:bodyPr/>
            <a:lstStyle/>
            <a:p/>
          </p:txBody>
        </p:sp>
        <p:sp>
          <p:nvSpPr>
            <p:cNvPr id="10" name="pl9"/>
            <p:cNvSpPr/>
            <p:nvPr/>
          </p:nvSpPr>
          <p:spPr>
            <a:xfrm>
              <a:off x="1007520" y="2373706"/>
              <a:ext cx="10649250" cy="0"/>
            </a:xfrm>
            <a:custGeom>
              <a:avLst/>
              <a:pathLst>
                <a:path w="10649250" h="0">
                  <a:moveTo>
                    <a:pt x="0" y="0"/>
                  </a:moveTo>
                  <a:lnTo>
                    <a:pt x="10649250" y="0"/>
                  </a:lnTo>
                </a:path>
              </a:pathLst>
            </a:custGeom>
            <a:ln w="13550" cap="flat">
              <a:solidFill>
                <a:srgbClr val="EBEBEB">
                  <a:alpha val="100000"/>
                </a:srgbClr>
              </a:solidFill>
              <a:prstDash val="solid"/>
              <a:round/>
            </a:ln>
          </p:spPr>
          <p:txBody>
            <a:bodyPr/>
            <a:lstStyle/>
            <a:p/>
          </p:txBody>
        </p:sp>
        <p:sp>
          <p:nvSpPr>
            <p:cNvPr id="11" name="rc10"/>
            <p:cNvSpPr/>
            <p:nvPr/>
          </p:nvSpPr>
          <p:spPr>
            <a:xfrm>
              <a:off x="1217876" y="2130520"/>
              <a:ext cx="1025483" cy="3460734"/>
            </a:xfrm>
            <a:prstGeom prst="rect">
              <a:avLst/>
            </a:prstGeom>
            <a:solidFill>
              <a:srgbClr val="0B4F8C">
                <a:alpha val="100000"/>
              </a:srgbClr>
            </a:solidFill>
          </p:spPr>
          <p:txBody>
            <a:bodyPr/>
            <a:lstStyle/>
            <a:p/>
          </p:txBody>
        </p:sp>
        <p:sp>
          <p:nvSpPr>
            <p:cNvPr id="12" name="rc11"/>
            <p:cNvSpPr/>
            <p:nvPr/>
          </p:nvSpPr>
          <p:spPr>
            <a:xfrm>
              <a:off x="2532598" y="2925553"/>
              <a:ext cx="1025483" cy="2665700"/>
            </a:xfrm>
            <a:prstGeom prst="rect">
              <a:avLst/>
            </a:prstGeom>
            <a:solidFill>
              <a:srgbClr val="0B4F8C">
                <a:alpha val="100000"/>
              </a:srgbClr>
            </a:solidFill>
          </p:spPr>
          <p:txBody>
            <a:bodyPr/>
            <a:lstStyle/>
            <a:p/>
          </p:txBody>
        </p:sp>
        <p:sp>
          <p:nvSpPr>
            <p:cNvPr id="13" name="rc12"/>
            <p:cNvSpPr/>
            <p:nvPr/>
          </p:nvSpPr>
          <p:spPr>
            <a:xfrm>
              <a:off x="3847320" y="4281787"/>
              <a:ext cx="1025483" cy="1309467"/>
            </a:xfrm>
            <a:prstGeom prst="rect">
              <a:avLst/>
            </a:prstGeom>
            <a:solidFill>
              <a:srgbClr val="0B4F8C">
                <a:alpha val="100000"/>
              </a:srgbClr>
            </a:solidFill>
          </p:spPr>
          <p:txBody>
            <a:bodyPr/>
            <a:lstStyle/>
            <a:p/>
          </p:txBody>
        </p:sp>
        <p:sp>
          <p:nvSpPr>
            <p:cNvPr id="14" name="rc13"/>
            <p:cNvSpPr/>
            <p:nvPr/>
          </p:nvSpPr>
          <p:spPr>
            <a:xfrm>
              <a:off x="5162042" y="5170354"/>
              <a:ext cx="1025483" cy="420900"/>
            </a:xfrm>
            <a:prstGeom prst="rect">
              <a:avLst/>
            </a:prstGeom>
            <a:solidFill>
              <a:srgbClr val="0B4F8C">
                <a:alpha val="100000"/>
              </a:srgbClr>
            </a:solidFill>
          </p:spPr>
          <p:txBody>
            <a:bodyPr/>
            <a:lstStyle/>
            <a:p/>
          </p:txBody>
        </p:sp>
        <p:sp>
          <p:nvSpPr>
            <p:cNvPr id="15" name="rc14"/>
            <p:cNvSpPr/>
            <p:nvPr/>
          </p:nvSpPr>
          <p:spPr>
            <a:xfrm>
              <a:off x="6476765" y="5497721"/>
              <a:ext cx="1025483" cy="93533"/>
            </a:xfrm>
            <a:prstGeom prst="rect">
              <a:avLst/>
            </a:prstGeom>
            <a:solidFill>
              <a:srgbClr val="0B4F8C">
                <a:alpha val="100000"/>
              </a:srgbClr>
            </a:solidFill>
          </p:spPr>
          <p:txBody>
            <a:bodyPr/>
            <a:lstStyle/>
            <a:p/>
          </p:txBody>
        </p:sp>
        <p:sp>
          <p:nvSpPr>
            <p:cNvPr id="16" name="rc15"/>
            <p:cNvSpPr/>
            <p:nvPr/>
          </p:nvSpPr>
          <p:spPr>
            <a:xfrm>
              <a:off x="7791487" y="5591254"/>
              <a:ext cx="1025483" cy="0"/>
            </a:xfrm>
            <a:prstGeom prst="rect">
              <a:avLst/>
            </a:prstGeom>
            <a:solidFill>
              <a:srgbClr val="0B4F8C">
                <a:alpha val="100000"/>
              </a:srgbClr>
            </a:solidFill>
          </p:spPr>
          <p:txBody>
            <a:bodyPr/>
            <a:lstStyle/>
            <a:p/>
          </p:txBody>
        </p:sp>
        <p:sp>
          <p:nvSpPr>
            <p:cNvPr id="17" name="rc16"/>
            <p:cNvSpPr/>
            <p:nvPr/>
          </p:nvSpPr>
          <p:spPr>
            <a:xfrm>
              <a:off x="9106209" y="5544487"/>
              <a:ext cx="1025483" cy="46766"/>
            </a:xfrm>
            <a:prstGeom prst="rect">
              <a:avLst/>
            </a:prstGeom>
            <a:solidFill>
              <a:srgbClr val="0B4F8C">
                <a:alpha val="100000"/>
              </a:srgbClr>
            </a:solidFill>
          </p:spPr>
          <p:txBody>
            <a:bodyPr/>
            <a:lstStyle/>
            <a:p/>
          </p:txBody>
        </p:sp>
        <p:sp>
          <p:nvSpPr>
            <p:cNvPr id="18" name="rc17"/>
            <p:cNvSpPr/>
            <p:nvPr/>
          </p:nvSpPr>
          <p:spPr>
            <a:xfrm>
              <a:off x="10420931" y="5544487"/>
              <a:ext cx="1025483" cy="46766"/>
            </a:xfrm>
            <a:prstGeom prst="rect">
              <a:avLst/>
            </a:prstGeom>
            <a:solidFill>
              <a:srgbClr val="0B4F8C">
                <a:alpha val="100000"/>
              </a:srgbClr>
            </a:solidFill>
          </p:spPr>
          <p:txBody>
            <a:bodyPr/>
            <a:lstStyle/>
            <a:p/>
          </p:txBody>
        </p:sp>
        <p:sp>
          <p:nvSpPr>
            <p:cNvPr id="19" name="tx18"/>
            <p:cNvSpPr/>
            <p:nvPr/>
          </p:nvSpPr>
          <p:spPr>
            <a:xfrm>
              <a:off x="1378724" y="3760189"/>
              <a:ext cx="703785" cy="162776"/>
            </a:xfrm>
            <a:prstGeom prst="rect">
              <a:avLst/>
            </a:prstGeom>
            <a:noFill/>
          </p:spPr>
          <p:txBody>
            <a:bodyPr lIns="0" rIns="0" tIns="0" bIns="0" anchorCtr="1" anchor="ctr" wrap="none"/>
            <a:lstStyle/>
            <a:p>
              <a:pPr algn="l" marL="0" marR="0" indent="0">
                <a:lnSpc>
                  <a:spcPts val="1365"/>
                </a:lnSpc>
                <a:spcBef>
                  <a:spcPts val="0"/>
                </a:spcBef>
                <a:spcAft>
                  <a:spcPts val="0"/>
                </a:spcAft>
              </a:pPr>
              <a:r>
                <a:rPr sz="1365" b="1">
                  <a:solidFill>
                    <a:srgbClr val="FFFFFF">
                      <a:alpha val="100000"/>
                    </a:srgbClr>
                  </a:solidFill>
                  <a:latin typeface="Arial"/>
                  <a:cs typeface="Arial"/>
                </a:rPr>
                <a:t>43% (74)</a:t>
              </a:r>
            </a:p>
          </p:txBody>
        </p:sp>
        <p:sp>
          <p:nvSpPr>
            <p:cNvPr id="20" name="tx19"/>
            <p:cNvSpPr/>
            <p:nvPr/>
          </p:nvSpPr>
          <p:spPr>
            <a:xfrm>
              <a:off x="2693447" y="4157706"/>
              <a:ext cx="703785" cy="162776"/>
            </a:xfrm>
            <a:prstGeom prst="rect">
              <a:avLst/>
            </a:prstGeom>
            <a:noFill/>
          </p:spPr>
          <p:txBody>
            <a:bodyPr lIns="0" rIns="0" tIns="0" bIns="0" anchorCtr="1" anchor="ctr" wrap="none"/>
            <a:lstStyle/>
            <a:p>
              <a:pPr algn="l" marL="0" marR="0" indent="0">
                <a:lnSpc>
                  <a:spcPts val="1365"/>
                </a:lnSpc>
                <a:spcBef>
                  <a:spcPts val="0"/>
                </a:spcBef>
                <a:spcAft>
                  <a:spcPts val="0"/>
                </a:spcAft>
              </a:pPr>
              <a:r>
                <a:rPr sz="1365" b="1">
                  <a:solidFill>
                    <a:srgbClr val="FFFFFF">
                      <a:alpha val="100000"/>
                    </a:srgbClr>
                  </a:solidFill>
                  <a:latin typeface="Arial"/>
                  <a:cs typeface="Arial"/>
                </a:rPr>
                <a:t>33% (57)</a:t>
              </a:r>
            </a:p>
          </p:txBody>
        </p:sp>
        <p:sp>
          <p:nvSpPr>
            <p:cNvPr id="21" name="tx20"/>
            <p:cNvSpPr/>
            <p:nvPr/>
          </p:nvSpPr>
          <p:spPr>
            <a:xfrm>
              <a:off x="4008169" y="4835823"/>
              <a:ext cx="703785" cy="162776"/>
            </a:xfrm>
            <a:prstGeom prst="rect">
              <a:avLst/>
            </a:prstGeom>
            <a:noFill/>
          </p:spPr>
          <p:txBody>
            <a:bodyPr lIns="0" rIns="0" tIns="0" bIns="0" anchorCtr="1" anchor="ctr" wrap="none"/>
            <a:lstStyle/>
            <a:p>
              <a:pPr algn="l" marL="0" marR="0" indent="0">
                <a:lnSpc>
                  <a:spcPts val="1365"/>
                </a:lnSpc>
                <a:spcBef>
                  <a:spcPts val="0"/>
                </a:spcBef>
                <a:spcAft>
                  <a:spcPts val="0"/>
                </a:spcAft>
              </a:pPr>
              <a:r>
                <a:rPr sz="1365" b="1">
                  <a:solidFill>
                    <a:srgbClr val="FFFFFF">
                      <a:alpha val="100000"/>
                    </a:srgbClr>
                  </a:solidFill>
                  <a:latin typeface="Arial"/>
                  <a:cs typeface="Arial"/>
                </a:rPr>
                <a:t>16% (28)</a:t>
              </a:r>
            </a:p>
          </p:txBody>
        </p:sp>
        <p:sp>
          <p:nvSpPr>
            <p:cNvPr id="22" name="tx21"/>
            <p:cNvSpPr/>
            <p:nvPr/>
          </p:nvSpPr>
          <p:spPr>
            <a:xfrm>
              <a:off x="5419355" y="5280106"/>
              <a:ext cx="510858" cy="162776"/>
            </a:xfrm>
            <a:prstGeom prst="rect">
              <a:avLst/>
            </a:prstGeom>
            <a:noFill/>
          </p:spPr>
          <p:txBody>
            <a:bodyPr lIns="0" rIns="0" tIns="0" bIns="0" anchorCtr="1" anchor="ctr" wrap="none"/>
            <a:lstStyle/>
            <a:p>
              <a:pPr algn="l" marL="0" marR="0" indent="0">
                <a:lnSpc>
                  <a:spcPts val="1365"/>
                </a:lnSpc>
                <a:spcBef>
                  <a:spcPts val="0"/>
                </a:spcBef>
                <a:spcAft>
                  <a:spcPts val="0"/>
                </a:spcAft>
              </a:pPr>
              <a:r>
                <a:rPr sz="1365" b="1">
                  <a:solidFill>
                    <a:srgbClr val="FFFFFF">
                      <a:alpha val="100000"/>
                    </a:srgbClr>
                  </a:solidFill>
                  <a:latin typeface="Arial"/>
                  <a:cs typeface="Arial"/>
                </a:rPr>
                <a:t>5% (9)</a:t>
              </a:r>
            </a:p>
          </p:txBody>
        </p:sp>
        <p:sp>
          <p:nvSpPr>
            <p:cNvPr id="23" name="tx22"/>
            <p:cNvSpPr/>
            <p:nvPr/>
          </p:nvSpPr>
          <p:spPr>
            <a:xfrm>
              <a:off x="651202" y="5510689"/>
              <a:ext cx="293687" cy="153292"/>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0%</a:t>
              </a:r>
            </a:p>
          </p:txBody>
        </p:sp>
        <p:sp>
          <p:nvSpPr>
            <p:cNvPr id="24" name="tx23"/>
            <p:cNvSpPr/>
            <p:nvPr/>
          </p:nvSpPr>
          <p:spPr>
            <a:xfrm>
              <a:off x="538192" y="4706302"/>
              <a:ext cx="406697" cy="153292"/>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10%</a:t>
              </a:r>
            </a:p>
          </p:txBody>
        </p:sp>
        <p:sp>
          <p:nvSpPr>
            <p:cNvPr id="25" name="tx24"/>
            <p:cNvSpPr/>
            <p:nvPr/>
          </p:nvSpPr>
          <p:spPr>
            <a:xfrm>
              <a:off x="538192" y="3901915"/>
              <a:ext cx="406697" cy="153292"/>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20%</a:t>
              </a:r>
            </a:p>
          </p:txBody>
        </p:sp>
        <p:sp>
          <p:nvSpPr>
            <p:cNvPr id="26" name="tx25"/>
            <p:cNvSpPr/>
            <p:nvPr/>
          </p:nvSpPr>
          <p:spPr>
            <a:xfrm>
              <a:off x="538192" y="3097528"/>
              <a:ext cx="406697" cy="153292"/>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30%</a:t>
              </a:r>
            </a:p>
          </p:txBody>
        </p:sp>
        <p:sp>
          <p:nvSpPr>
            <p:cNvPr id="27" name="tx26"/>
            <p:cNvSpPr/>
            <p:nvPr/>
          </p:nvSpPr>
          <p:spPr>
            <a:xfrm>
              <a:off x="538192" y="2293141"/>
              <a:ext cx="406697" cy="153292"/>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40%</a:t>
              </a:r>
            </a:p>
          </p:txBody>
        </p:sp>
        <p:sp>
          <p:nvSpPr>
            <p:cNvPr id="28" name="tx27"/>
            <p:cNvSpPr/>
            <p:nvPr/>
          </p:nvSpPr>
          <p:spPr>
            <a:xfrm>
              <a:off x="1470763" y="5834227"/>
              <a:ext cx="519707" cy="148530"/>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19-21</a:t>
              </a:r>
            </a:p>
          </p:txBody>
        </p:sp>
        <p:sp>
          <p:nvSpPr>
            <p:cNvPr id="29" name="tx28"/>
            <p:cNvSpPr/>
            <p:nvPr/>
          </p:nvSpPr>
          <p:spPr>
            <a:xfrm>
              <a:off x="2785486" y="5834128"/>
              <a:ext cx="519707" cy="14862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22-23</a:t>
              </a:r>
            </a:p>
          </p:txBody>
        </p:sp>
        <p:sp>
          <p:nvSpPr>
            <p:cNvPr id="30" name="tx29"/>
            <p:cNvSpPr/>
            <p:nvPr/>
          </p:nvSpPr>
          <p:spPr>
            <a:xfrm>
              <a:off x="4100208" y="5834227"/>
              <a:ext cx="519707" cy="148530"/>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24-26</a:t>
              </a:r>
            </a:p>
          </p:txBody>
        </p:sp>
        <p:sp>
          <p:nvSpPr>
            <p:cNvPr id="31" name="tx30"/>
            <p:cNvSpPr/>
            <p:nvPr/>
          </p:nvSpPr>
          <p:spPr>
            <a:xfrm>
              <a:off x="5414930" y="5834227"/>
              <a:ext cx="519707" cy="148530"/>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27-29</a:t>
              </a:r>
            </a:p>
          </p:txBody>
        </p:sp>
        <p:sp>
          <p:nvSpPr>
            <p:cNvPr id="32" name="tx31"/>
            <p:cNvSpPr/>
            <p:nvPr/>
          </p:nvSpPr>
          <p:spPr>
            <a:xfrm>
              <a:off x="6729652" y="5834128"/>
              <a:ext cx="519707" cy="14862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30-31</a:t>
              </a:r>
            </a:p>
          </p:txBody>
        </p:sp>
        <p:sp>
          <p:nvSpPr>
            <p:cNvPr id="33" name="tx32"/>
            <p:cNvSpPr/>
            <p:nvPr/>
          </p:nvSpPr>
          <p:spPr>
            <a:xfrm>
              <a:off x="8044375" y="5834128"/>
              <a:ext cx="519707" cy="14862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32-34</a:t>
              </a:r>
            </a:p>
          </p:txBody>
        </p:sp>
        <p:sp>
          <p:nvSpPr>
            <p:cNvPr id="34" name="tx33"/>
            <p:cNvSpPr/>
            <p:nvPr/>
          </p:nvSpPr>
          <p:spPr>
            <a:xfrm>
              <a:off x="9359097" y="5834128"/>
              <a:ext cx="519707" cy="14862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35-36</a:t>
              </a:r>
            </a:p>
          </p:txBody>
        </p:sp>
        <p:sp>
          <p:nvSpPr>
            <p:cNvPr id="35" name="tx34"/>
            <p:cNvSpPr/>
            <p:nvPr/>
          </p:nvSpPr>
          <p:spPr>
            <a:xfrm>
              <a:off x="10673819" y="5834128"/>
              <a:ext cx="519707" cy="14862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37-39</a:t>
              </a:r>
            </a:p>
          </p:txBody>
        </p:sp>
        <p:sp>
          <p:nvSpPr>
            <p:cNvPr id="36" name="tx35"/>
            <p:cNvSpPr/>
            <p:nvPr/>
          </p:nvSpPr>
          <p:spPr>
            <a:xfrm rot="-5400000">
              <a:off x="-399735" y="3662956"/>
              <a:ext cx="1739602" cy="18821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Arial"/>
                  <a:cs typeface="Arial"/>
                </a:rPr>
                <a:t>Porcentaje del total</a:t>
              </a:r>
            </a:p>
          </p:txBody>
        </p:sp>
      </p:grpSp>
      <p:sp>
        <p:nvSpPr>
          <p:cNvPr id="37"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38"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BOXPLOT (P_BOXPLOT)</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53643"/>
              <a:ext cx="11440491" cy="4989600"/>
            </a:xfrm>
            <a:prstGeom prst="rect">
              <a:avLst/>
            </a:prstGeom>
          </p:spPr>
          <p:txBody>
            <a:bodyPr/>
            <a:lstStyle/>
            <a:p/>
          </p:txBody>
        </p:sp>
        <p:sp>
          <p:nvSpPr>
            <p:cNvPr id="5" name="rc4"/>
            <p:cNvSpPr/>
            <p:nvPr/>
          </p:nvSpPr>
          <p:spPr>
            <a:xfrm>
              <a:off x="651005" y="1178948"/>
              <a:ext cx="11031070" cy="4691451"/>
            </a:xfrm>
            <a:prstGeom prst="rect">
              <a:avLst/>
            </a:prstGeom>
          </p:spPr>
          <p:txBody>
            <a:bodyPr/>
            <a:lstStyle/>
            <a:p/>
          </p:txBody>
        </p:sp>
        <p:sp>
          <p:nvSpPr>
            <p:cNvPr id="6" name="pl5"/>
            <p:cNvSpPr/>
            <p:nvPr/>
          </p:nvSpPr>
          <p:spPr>
            <a:xfrm>
              <a:off x="651005" y="5454058"/>
              <a:ext cx="11031070" cy="0"/>
            </a:xfrm>
            <a:custGeom>
              <a:avLst/>
              <a:pathLst>
                <a:path w="11031070" h="0">
                  <a:moveTo>
                    <a:pt x="0" y="0"/>
                  </a:moveTo>
                  <a:lnTo>
                    <a:pt x="11031070" y="0"/>
                  </a:lnTo>
                  <a:lnTo>
                    <a:pt x="11031070" y="0"/>
                  </a:lnTo>
                </a:path>
              </a:pathLst>
            </a:custGeom>
            <a:ln w="9485" cap="flat">
              <a:solidFill>
                <a:srgbClr val="D9E2EC">
                  <a:alpha val="100000"/>
                </a:srgbClr>
              </a:solidFill>
              <a:prstDash val="solid"/>
              <a:round/>
            </a:ln>
          </p:spPr>
          <p:txBody>
            <a:bodyPr/>
            <a:lstStyle/>
            <a:p/>
          </p:txBody>
        </p:sp>
        <p:sp>
          <p:nvSpPr>
            <p:cNvPr id="7" name="pl6"/>
            <p:cNvSpPr/>
            <p:nvPr/>
          </p:nvSpPr>
          <p:spPr>
            <a:xfrm>
              <a:off x="651005" y="4438593"/>
              <a:ext cx="11031070" cy="0"/>
            </a:xfrm>
            <a:custGeom>
              <a:avLst/>
              <a:pathLst>
                <a:path w="11031070" h="0">
                  <a:moveTo>
                    <a:pt x="0" y="0"/>
                  </a:moveTo>
                  <a:lnTo>
                    <a:pt x="11031070" y="0"/>
                  </a:lnTo>
                  <a:lnTo>
                    <a:pt x="11031070" y="0"/>
                  </a:lnTo>
                </a:path>
              </a:pathLst>
            </a:custGeom>
            <a:ln w="9485" cap="flat">
              <a:solidFill>
                <a:srgbClr val="D9E2EC">
                  <a:alpha val="100000"/>
                </a:srgbClr>
              </a:solidFill>
              <a:prstDash val="solid"/>
              <a:round/>
            </a:ln>
          </p:spPr>
          <p:txBody>
            <a:bodyPr/>
            <a:lstStyle/>
            <a:p/>
          </p:txBody>
        </p:sp>
        <p:sp>
          <p:nvSpPr>
            <p:cNvPr id="8" name="pl7"/>
            <p:cNvSpPr/>
            <p:nvPr/>
          </p:nvSpPr>
          <p:spPr>
            <a:xfrm>
              <a:off x="651005" y="3423127"/>
              <a:ext cx="11031070" cy="0"/>
            </a:xfrm>
            <a:custGeom>
              <a:avLst/>
              <a:pathLst>
                <a:path w="11031070" h="0">
                  <a:moveTo>
                    <a:pt x="0" y="0"/>
                  </a:moveTo>
                  <a:lnTo>
                    <a:pt x="11031070" y="0"/>
                  </a:lnTo>
                  <a:lnTo>
                    <a:pt x="11031070" y="0"/>
                  </a:lnTo>
                </a:path>
              </a:pathLst>
            </a:custGeom>
            <a:ln w="9485" cap="flat">
              <a:solidFill>
                <a:srgbClr val="D9E2EC">
                  <a:alpha val="100000"/>
                </a:srgbClr>
              </a:solidFill>
              <a:prstDash val="solid"/>
              <a:round/>
            </a:ln>
          </p:spPr>
          <p:txBody>
            <a:bodyPr/>
            <a:lstStyle/>
            <a:p/>
          </p:txBody>
        </p:sp>
        <p:sp>
          <p:nvSpPr>
            <p:cNvPr id="9" name="pl8"/>
            <p:cNvSpPr/>
            <p:nvPr/>
          </p:nvSpPr>
          <p:spPr>
            <a:xfrm>
              <a:off x="651005" y="2407661"/>
              <a:ext cx="11031070" cy="0"/>
            </a:xfrm>
            <a:custGeom>
              <a:avLst/>
              <a:pathLst>
                <a:path w="11031070" h="0">
                  <a:moveTo>
                    <a:pt x="0" y="0"/>
                  </a:moveTo>
                  <a:lnTo>
                    <a:pt x="11031070" y="0"/>
                  </a:lnTo>
                  <a:lnTo>
                    <a:pt x="11031070" y="0"/>
                  </a:lnTo>
                </a:path>
              </a:pathLst>
            </a:custGeom>
            <a:ln w="9485" cap="flat">
              <a:solidFill>
                <a:srgbClr val="D9E2EC">
                  <a:alpha val="100000"/>
                </a:srgbClr>
              </a:solidFill>
              <a:prstDash val="solid"/>
              <a:round/>
            </a:ln>
          </p:spPr>
          <p:txBody>
            <a:bodyPr/>
            <a:lstStyle/>
            <a:p/>
          </p:txBody>
        </p:sp>
        <p:sp>
          <p:nvSpPr>
            <p:cNvPr id="10" name="pl9"/>
            <p:cNvSpPr/>
            <p:nvPr/>
          </p:nvSpPr>
          <p:spPr>
            <a:xfrm>
              <a:off x="651005" y="1392195"/>
              <a:ext cx="11031070" cy="0"/>
            </a:xfrm>
            <a:custGeom>
              <a:avLst/>
              <a:pathLst>
                <a:path w="11031070" h="0">
                  <a:moveTo>
                    <a:pt x="0" y="0"/>
                  </a:moveTo>
                  <a:lnTo>
                    <a:pt x="11031070" y="0"/>
                  </a:lnTo>
                  <a:lnTo>
                    <a:pt x="11031070" y="0"/>
                  </a:lnTo>
                </a:path>
              </a:pathLst>
            </a:custGeom>
            <a:ln w="9485" cap="flat">
              <a:solidFill>
                <a:srgbClr val="D9E2EC">
                  <a:alpha val="100000"/>
                </a:srgbClr>
              </a:solidFill>
              <a:prstDash val="solid"/>
              <a:round/>
            </a:ln>
          </p:spPr>
          <p:txBody>
            <a:bodyPr/>
            <a:lstStyle/>
            <a:p/>
          </p:txBody>
        </p:sp>
        <p:sp>
          <p:nvSpPr>
            <p:cNvPr id="11" name="pl10"/>
            <p:cNvSpPr/>
            <p:nvPr/>
          </p:nvSpPr>
          <p:spPr>
            <a:xfrm>
              <a:off x="1718528" y="3829313"/>
              <a:ext cx="0" cy="761599"/>
            </a:xfrm>
            <a:custGeom>
              <a:avLst/>
              <a:pathLst>
                <a:path w="0" h="761599">
                  <a:moveTo>
                    <a:pt x="0" y="761599"/>
                  </a:moveTo>
                  <a:lnTo>
                    <a:pt x="0" y="0"/>
                  </a:lnTo>
                </a:path>
              </a:pathLst>
            </a:custGeom>
            <a:ln w="12195" cap="flat">
              <a:solidFill>
                <a:srgbClr val="1A3552">
                  <a:alpha val="100000"/>
                </a:srgbClr>
              </a:solidFill>
              <a:prstDash val="solid"/>
              <a:round/>
            </a:ln>
          </p:spPr>
          <p:txBody>
            <a:bodyPr/>
            <a:lstStyle/>
            <a:p/>
          </p:txBody>
        </p:sp>
        <p:sp>
          <p:nvSpPr>
            <p:cNvPr id="12" name="pl11"/>
            <p:cNvSpPr/>
            <p:nvPr/>
          </p:nvSpPr>
          <p:spPr>
            <a:xfrm>
              <a:off x="1718528" y="5250965"/>
              <a:ext cx="0" cy="203093"/>
            </a:xfrm>
            <a:custGeom>
              <a:avLst/>
              <a:pathLst>
                <a:path w="0" h="203093">
                  <a:moveTo>
                    <a:pt x="0" y="0"/>
                  </a:moveTo>
                  <a:lnTo>
                    <a:pt x="0" y="203093"/>
                  </a:lnTo>
                </a:path>
              </a:pathLst>
            </a:custGeom>
            <a:ln w="12195" cap="flat">
              <a:solidFill>
                <a:srgbClr val="1A3552">
                  <a:alpha val="100000"/>
                </a:srgbClr>
              </a:solidFill>
              <a:prstDash val="solid"/>
              <a:round/>
            </a:ln>
          </p:spPr>
          <p:txBody>
            <a:bodyPr/>
            <a:lstStyle/>
            <a:p/>
          </p:txBody>
        </p:sp>
        <p:sp>
          <p:nvSpPr>
            <p:cNvPr id="13" name="pg12"/>
            <p:cNvSpPr/>
            <p:nvPr/>
          </p:nvSpPr>
          <p:spPr>
            <a:xfrm>
              <a:off x="1166974" y="4590912"/>
              <a:ext cx="1103107" cy="660052"/>
            </a:xfrm>
            <a:custGeom>
              <a:avLst/>
              <a:pathLst>
                <a:path w="1103107" h="660052">
                  <a:moveTo>
                    <a:pt x="0" y="0"/>
                  </a:moveTo>
                  <a:lnTo>
                    <a:pt x="0" y="660052"/>
                  </a:lnTo>
                  <a:lnTo>
                    <a:pt x="1103107" y="660052"/>
                  </a:lnTo>
                  <a:lnTo>
                    <a:pt x="1103107" y="0"/>
                  </a:lnTo>
                  <a:close/>
                </a:path>
              </a:pathLst>
            </a:custGeom>
            <a:solidFill>
              <a:srgbClr val="0B4F8C">
                <a:alpha val="87843"/>
              </a:srgbClr>
            </a:solidFill>
            <a:ln w="12195" cap="flat">
              <a:solidFill>
                <a:srgbClr val="1A3552">
                  <a:alpha val="100000"/>
                </a:srgbClr>
              </a:solidFill>
              <a:prstDash val="solid"/>
              <a:miter/>
            </a:ln>
          </p:spPr>
          <p:txBody>
            <a:bodyPr/>
            <a:lstStyle/>
            <a:p/>
          </p:txBody>
        </p:sp>
        <p:sp>
          <p:nvSpPr>
            <p:cNvPr id="14" name="pl13"/>
            <p:cNvSpPr/>
            <p:nvPr/>
          </p:nvSpPr>
          <p:spPr>
            <a:xfrm>
              <a:off x="1166974" y="5047872"/>
              <a:ext cx="1103107" cy="0"/>
            </a:xfrm>
            <a:custGeom>
              <a:avLst/>
              <a:pathLst>
                <a:path w="1103107" h="0">
                  <a:moveTo>
                    <a:pt x="0" y="0"/>
                  </a:moveTo>
                  <a:lnTo>
                    <a:pt x="1103107" y="0"/>
                  </a:lnTo>
                </a:path>
              </a:pathLst>
            </a:custGeom>
            <a:ln w="24391" cap="flat">
              <a:solidFill>
                <a:srgbClr val="1A3552">
                  <a:alpha val="100000"/>
                </a:srgbClr>
              </a:solidFill>
              <a:prstDash val="solid"/>
              <a:miter/>
            </a:ln>
          </p:spPr>
          <p:txBody>
            <a:bodyPr/>
            <a:lstStyle/>
            <a:p/>
          </p:txBody>
        </p:sp>
        <p:sp>
          <p:nvSpPr>
            <p:cNvPr id="15" name="pl14"/>
            <p:cNvSpPr/>
            <p:nvPr/>
          </p:nvSpPr>
          <p:spPr>
            <a:xfrm>
              <a:off x="3497732" y="4438593"/>
              <a:ext cx="0" cy="609279"/>
            </a:xfrm>
            <a:custGeom>
              <a:avLst/>
              <a:pathLst>
                <a:path w="0" h="609279">
                  <a:moveTo>
                    <a:pt x="0" y="609279"/>
                  </a:moveTo>
                  <a:lnTo>
                    <a:pt x="0" y="0"/>
                  </a:lnTo>
                </a:path>
              </a:pathLst>
            </a:custGeom>
            <a:ln w="12195" cap="flat">
              <a:solidFill>
                <a:srgbClr val="1A3552">
                  <a:alpha val="100000"/>
                </a:srgbClr>
              </a:solidFill>
              <a:prstDash val="solid"/>
              <a:round/>
            </a:ln>
          </p:spPr>
          <p:txBody>
            <a:bodyPr/>
            <a:lstStyle/>
            <a:p/>
          </p:txBody>
        </p:sp>
        <p:sp>
          <p:nvSpPr>
            <p:cNvPr id="16" name="pl15"/>
            <p:cNvSpPr/>
            <p:nvPr/>
          </p:nvSpPr>
          <p:spPr>
            <a:xfrm>
              <a:off x="3497732" y="5454058"/>
              <a:ext cx="0" cy="0"/>
            </a:xfrm>
            <a:custGeom>
              <a:avLst/>
              <a:pathLst>
                <a:path w="0" h="0">
                  <a:moveTo>
                    <a:pt x="0" y="0"/>
                  </a:moveTo>
                  <a:lnTo>
                    <a:pt x="0" y="0"/>
                  </a:lnTo>
                </a:path>
              </a:pathLst>
            </a:custGeom>
            <a:ln w="12195" cap="flat">
              <a:solidFill>
                <a:srgbClr val="1A3552">
                  <a:alpha val="100000"/>
                </a:srgbClr>
              </a:solidFill>
              <a:prstDash val="solid"/>
              <a:round/>
            </a:ln>
          </p:spPr>
          <p:txBody>
            <a:bodyPr/>
            <a:lstStyle/>
            <a:p/>
          </p:txBody>
        </p:sp>
        <p:sp>
          <p:nvSpPr>
            <p:cNvPr id="17" name="pg16"/>
            <p:cNvSpPr/>
            <p:nvPr/>
          </p:nvSpPr>
          <p:spPr>
            <a:xfrm>
              <a:off x="2946179" y="5047872"/>
              <a:ext cx="1103107" cy="406186"/>
            </a:xfrm>
            <a:custGeom>
              <a:avLst/>
              <a:pathLst>
                <a:path w="1103107" h="406186">
                  <a:moveTo>
                    <a:pt x="0" y="0"/>
                  </a:moveTo>
                  <a:lnTo>
                    <a:pt x="0" y="406186"/>
                  </a:lnTo>
                  <a:lnTo>
                    <a:pt x="1103107" y="406186"/>
                  </a:lnTo>
                  <a:lnTo>
                    <a:pt x="1103107" y="0"/>
                  </a:lnTo>
                  <a:close/>
                </a:path>
              </a:pathLst>
            </a:custGeom>
            <a:solidFill>
              <a:srgbClr val="2A9D8F">
                <a:alpha val="87843"/>
              </a:srgbClr>
            </a:solidFill>
            <a:ln w="12195" cap="flat">
              <a:solidFill>
                <a:srgbClr val="1A3552">
                  <a:alpha val="100000"/>
                </a:srgbClr>
              </a:solidFill>
              <a:prstDash val="solid"/>
              <a:miter/>
            </a:ln>
          </p:spPr>
          <p:txBody>
            <a:bodyPr/>
            <a:lstStyle/>
            <a:p/>
          </p:txBody>
        </p:sp>
        <p:sp>
          <p:nvSpPr>
            <p:cNvPr id="18" name="pl17"/>
            <p:cNvSpPr/>
            <p:nvPr/>
          </p:nvSpPr>
          <p:spPr>
            <a:xfrm>
              <a:off x="2946179" y="5352512"/>
              <a:ext cx="1103107" cy="0"/>
            </a:xfrm>
            <a:custGeom>
              <a:avLst/>
              <a:pathLst>
                <a:path w="1103107" h="0">
                  <a:moveTo>
                    <a:pt x="0" y="0"/>
                  </a:moveTo>
                  <a:lnTo>
                    <a:pt x="1103107" y="0"/>
                  </a:lnTo>
                </a:path>
              </a:pathLst>
            </a:custGeom>
            <a:ln w="24391" cap="flat">
              <a:solidFill>
                <a:srgbClr val="1A3552">
                  <a:alpha val="100000"/>
                </a:srgbClr>
              </a:solidFill>
              <a:prstDash val="solid"/>
              <a:miter/>
            </a:ln>
          </p:spPr>
          <p:txBody>
            <a:bodyPr/>
            <a:lstStyle/>
            <a:p/>
          </p:txBody>
        </p:sp>
        <p:sp>
          <p:nvSpPr>
            <p:cNvPr id="19" name="pl18"/>
            <p:cNvSpPr/>
            <p:nvPr/>
          </p:nvSpPr>
          <p:spPr>
            <a:xfrm>
              <a:off x="5276937" y="4641686"/>
              <a:ext cx="0" cy="609279"/>
            </a:xfrm>
            <a:custGeom>
              <a:avLst/>
              <a:pathLst>
                <a:path w="0" h="609279">
                  <a:moveTo>
                    <a:pt x="0" y="609279"/>
                  </a:moveTo>
                  <a:lnTo>
                    <a:pt x="0" y="0"/>
                  </a:lnTo>
                </a:path>
              </a:pathLst>
            </a:custGeom>
            <a:ln w="12195" cap="flat">
              <a:solidFill>
                <a:srgbClr val="1A3552">
                  <a:alpha val="100000"/>
                </a:srgbClr>
              </a:solidFill>
              <a:prstDash val="solid"/>
              <a:round/>
            </a:ln>
          </p:spPr>
          <p:txBody>
            <a:bodyPr/>
            <a:lstStyle/>
            <a:p/>
          </p:txBody>
        </p:sp>
        <p:sp>
          <p:nvSpPr>
            <p:cNvPr id="20" name="pl19"/>
            <p:cNvSpPr/>
            <p:nvPr/>
          </p:nvSpPr>
          <p:spPr>
            <a:xfrm>
              <a:off x="5276937" y="5657152"/>
              <a:ext cx="0" cy="0"/>
            </a:xfrm>
            <a:custGeom>
              <a:avLst/>
              <a:pathLst>
                <a:path w="0" h="0">
                  <a:moveTo>
                    <a:pt x="0" y="0"/>
                  </a:moveTo>
                  <a:lnTo>
                    <a:pt x="0" y="0"/>
                  </a:lnTo>
                </a:path>
              </a:pathLst>
            </a:custGeom>
            <a:ln w="12195" cap="flat">
              <a:solidFill>
                <a:srgbClr val="1A3552">
                  <a:alpha val="100000"/>
                </a:srgbClr>
              </a:solidFill>
              <a:prstDash val="solid"/>
              <a:round/>
            </a:ln>
          </p:spPr>
          <p:txBody>
            <a:bodyPr/>
            <a:lstStyle/>
            <a:p/>
          </p:txBody>
        </p:sp>
        <p:sp>
          <p:nvSpPr>
            <p:cNvPr id="21" name="pg20"/>
            <p:cNvSpPr/>
            <p:nvPr/>
          </p:nvSpPr>
          <p:spPr>
            <a:xfrm>
              <a:off x="4725384" y="5250965"/>
              <a:ext cx="1103107" cy="406186"/>
            </a:xfrm>
            <a:custGeom>
              <a:avLst/>
              <a:pathLst>
                <a:path w="1103107" h="406186">
                  <a:moveTo>
                    <a:pt x="0" y="0"/>
                  </a:moveTo>
                  <a:lnTo>
                    <a:pt x="0" y="406186"/>
                  </a:lnTo>
                  <a:lnTo>
                    <a:pt x="1103107" y="406186"/>
                  </a:lnTo>
                  <a:lnTo>
                    <a:pt x="1103107" y="0"/>
                  </a:lnTo>
                  <a:close/>
                </a:path>
              </a:pathLst>
            </a:custGeom>
            <a:solidFill>
              <a:srgbClr val="E9C46A">
                <a:alpha val="87843"/>
              </a:srgbClr>
            </a:solidFill>
            <a:ln w="12195" cap="flat">
              <a:solidFill>
                <a:srgbClr val="1A3552">
                  <a:alpha val="100000"/>
                </a:srgbClr>
              </a:solidFill>
              <a:prstDash val="solid"/>
              <a:miter/>
            </a:ln>
          </p:spPr>
          <p:txBody>
            <a:bodyPr/>
            <a:lstStyle/>
            <a:p/>
          </p:txBody>
        </p:sp>
        <p:sp>
          <p:nvSpPr>
            <p:cNvPr id="22" name="pl21"/>
            <p:cNvSpPr/>
            <p:nvPr/>
          </p:nvSpPr>
          <p:spPr>
            <a:xfrm>
              <a:off x="4725384" y="5454058"/>
              <a:ext cx="1103107" cy="0"/>
            </a:xfrm>
            <a:custGeom>
              <a:avLst/>
              <a:pathLst>
                <a:path w="1103107" h="0">
                  <a:moveTo>
                    <a:pt x="0" y="0"/>
                  </a:moveTo>
                  <a:lnTo>
                    <a:pt x="1103107" y="0"/>
                  </a:lnTo>
                </a:path>
              </a:pathLst>
            </a:custGeom>
            <a:ln w="24391" cap="flat">
              <a:solidFill>
                <a:srgbClr val="1A3552">
                  <a:alpha val="100000"/>
                </a:srgbClr>
              </a:solidFill>
              <a:prstDash val="solid"/>
              <a:miter/>
            </a:ln>
          </p:spPr>
          <p:txBody>
            <a:bodyPr/>
            <a:lstStyle/>
            <a:p/>
          </p:txBody>
        </p:sp>
        <p:sp>
          <p:nvSpPr>
            <p:cNvPr id="23" name="pl22"/>
            <p:cNvSpPr/>
            <p:nvPr/>
          </p:nvSpPr>
          <p:spPr>
            <a:xfrm>
              <a:off x="7056142" y="4235499"/>
              <a:ext cx="0" cy="609279"/>
            </a:xfrm>
            <a:custGeom>
              <a:avLst/>
              <a:pathLst>
                <a:path w="0" h="609279">
                  <a:moveTo>
                    <a:pt x="0" y="609279"/>
                  </a:moveTo>
                  <a:lnTo>
                    <a:pt x="0" y="0"/>
                  </a:lnTo>
                </a:path>
              </a:pathLst>
            </a:custGeom>
            <a:ln w="12195" cap="flat">
              <a:solidFill>
                <a:srgbClr val="1A3552">
                  <a:alpha val="100000"/>
                </a:srgbClr>
              </a:solidFill>
              <a:prstDash val="solid"/>
              <a:round/>
            </a:ln>
          </p:spPr>
          <p:txBody>
            <a:bodyPr/>
            <a:lstStyle/>
            <a:p/>
          </p:txBody>
        </p:sp>
        <p:sp>
          <p:nvSpPr>
            <p:cNvPr id="24" name="pl23"/>
            <p:cNvSpPr/>
            <p:nvPr/>
          </p:nvSpPr>
          <p:spPr>
            <a:xfrm>
              <a:off x="7056142" y="5250965"/>
              <a:ext cx="0" cy="203093"/>
            </a:xfrm>
            <a:custGeom>
              <a:avLst/>
              <a:pathLst>
                <a:path w="0" h="203093">
                  <a:moveTo>
                    <a:pt x="0" y="0"/>
                  </a:moveTo>
                  <a:lnTo>
                    <a:pt x="0" y="203093"/>
                  </a:lnTo>
                </a:path>
              </a:pathLst>
            </a:custGeom>
            <a:ln w="12195" cap="flat">
              <a:solidFill>
                <a:srgbClr val="1A3552">
                  <a:alpha val="100000"/>
                </a:srgbClr>
              </a:solidFill>
              <a:prstDash val="solid"/>
              <a:round/>
            </a:ln>
          </p:spPr>
          <p:txBody>
            <a:bodyPr/>
            <a:lstStyle/>
            <a:p/>
          </p:txBody>
        </p:sp>
        <p:sp>
          <p:nvSpPr>
            <p:cNvPr id="25" name="pg24"/>
            <p:cNvSpPr/>
            <p:nvPr/>
          </p:nvSpPr>
          <p:spPr>
            <a:xfrm>
              <a:off x="6504589" y="4844779"/>
              <a:ext cx="1103107" cy="406186"/>
            </a:xfrm>
            <a:custGeom>
              <a:avLst/>
              <a:pathLst>
                <a:path w="1103107" h="406186">
                  <a:moveTo>
                    <a:pt x="0" y="0"/>
                  </a:moveTo>
                  <a:lnTo>
                    <a:pt x="0" y="406186"/>
                  </a:lnTo>
                  <a:lnTo>
                    <a:pt x="1103107" y="406186"/>
                  </a:lnTo>
                  <a:lnTo>
                    <a:pt x="1103107" y="0"/>
                  </a:lnTo>
                  <a:close/>
                </a:path>
              </a:pathLst>
            </a:custGeom>
            <a:solidFill>
              <a:srgbClr val="F4A261">
                <a:alpha val="87843"/>
              </a:srgbClr>
            </a:solidFill>
            <a:ln w="12195" cap="flat">
              <a:solidFill>
                <a:srgbClr val="1A3552">
                  <a:alpha val="100000"/>
                </a:srgbClr>
              </a:solidFill>
              <a:prstDash val="solid"/>
              <a:miter/>
            </a:ln>
          </p:spPr>
          <p:txBody>
            <a:bodyPr/>
            <a:lstStyle/>
            <a:p/>
          </p:txBody>
        </p:sp>
        <p:sp>
          <p:nvSpPr>
            <p:cNvPr id="26" name="pl25"/>
            <p:cNvSpPr/>
            <p:nvPr/>
          </p:nvSpPr>
          <p:spPr>
            <a:xfrm>
              <a:off x="6504589" y="5149419"/>
              <a:ext cx="1103107" cy="0"/>
            </a:xfrm>
            <a:custGeom>
              <a:avLst/>
              <a:pathLst>
                <a:path w="1103107" h="0">
                  <a:moveTo>
                    <a:pt x="0" y="0"/>
                  </a:moveTo>
                  <a:lnTo>
                    <a:pt x="1103107" y="0"/>
                  </a:lnTo>
                </a:path>
              </a:pathLst>
            </a:custGeom>
            <a:ln w="24391" cap="flat">
              <a:solidFill>
                <a:srgbClr val="1A3552">
                  <a:alpha val="100000"/>
                </a:srgbClr>
              </a:solidFill>
              <a:prstDash val="solid"/>
              <a:miter/>
            </a:ln>
          </p:spPr>
          <p:txBody>
            <a:bodyPr/>
            <a:lstStyle/>
            <a:p/>
          </p:txBody>
        </p:sp>
        <p:sp>
          <p:nvSpPr>
            <p:cNvPr id="27" name="pl26"/>
            <p:cNvSpPr/>
            <p:nvPr/>
          </p:nvSpPr>
          <p:spPr>
            <a:xfrm>
              <a:off x="8835347" y="4032406"/>
              <a:ext cx="0" cy="710826"/>
            </a:xfrm>
            <a:custGeom>
              <a:avLst/>
              <a:pathLst>
                <a:path w="0" h="710826">
                  <a:moveTo>
                    <a:pt x="0" y="710826"/>
                  </a:moveTo>
                  <a:lnTo>
                    <a:pt x="0" y="0"/>
                  </a:lnTo>
                </a:path>
              </a:pathLst>
            </a:custGeom>
            <a:ln w="12195" cap="flat">
              <a:solidFill>
                <a:srgbClr val="1A3552">
                  <a:alpha val="100000"/>
                </a:srgbClr>
              </a:solidFill>
              <a:prstDash val="solid"/>
              <a:round/>
            </a:ln>
          </p:spPr>
          <p:txBody>
            <a:bodyPr/>
            <a:lstStyle/>
            <a:p/>
          </p:txBody>
        </p:sp>
        <p:sp>
          <p:nvSpPr>
            <p:cNvPr id="28" name="pl27"/>
            <p:cNvSpPr/>
            <p:nvPr/>
          </p:nvSpPr>
          <p:spPr>
            <a:xfrm>
              <a:off x="8835347" y="5250965"/>
              <a:ext cx="0" cy="203093"/>
            </a:xfrm>
            <a:custGeom>
              <a:avLst/>
              <a:pathLst>
                <a:path w="0" h="203093">
                  <a:moveTo>
                    <a:pt x="0" y="0"/>
                  </a:moveTo>
                  <a:lnTo>
                    <a:pt x="0" y="203093"/>
                  </a:lnTo>
                </a:path>
              </a:pathLst>
            </a:custGeom>
            <a:ln w="12195" cap="flat">
              <a:solidFill>
                <a:srgbClr val="1A3552">
                  <a:alpha val="100000"/>
                </a:srgbClr>
              </a:solidFill>
              <a:prstDash val="solid"/>
              <a:round/>
            </a:ln>
          </p:spPr>
          <p:txBody>
            <a:bodyPr/>
            <a:lstStyle/>
            <a:p/>
          </p:txBody>
        </p:sp>
        <p:sp>
          <p:nvSpPr>
            <p:cNvPr id="29" name="pg28"/>
            <p:cNvSpPr/>
            <p:nvPr/>
          </p:nvSpPr>
          <p:spPr>
            <a:xfrm>
              <a:off x="8283794" y="4743232"/>
              <a:ext cx="1103107" cy="507732"/>
            </a:xfrm>
            <a:custGeom>
              <a:avLst/>
              <a:pathLst>
                <a:path w="1103107" h="507732">
                  <a:moveTo>
                    <a:pt x="0" y="0"/>
                  </a:moveTo>
                  <a:lnTo>
                    <a:pt x="0" y="507732"/>
                  </a:lnTo>
                  <a:lnTo>
                    <a:pt x="1103107" y="507732"/>
                  </a:lnTo>
                  <a:lnTo>
                    <a:pt x="1103107" y="0"/>
                  </a:lnTo>
                  <a:close/>
                </a:path>
              </a:pathLst>
            </a:custGeom>
            <a:solidFill>
              <a:srgbClr val="E76F51">
                <a:alpha val="87843"/>
              </a:srgbClr>
            </a:solidFill>
            <a:ln w="12195" cap="flat">
              <a:solidFill>
                <a:srgbClr val="1A3552">
                  <a:alpha val="100000"/>
                </a:srgbClr>
              </a:solidFill>
              <a:prstDash val="solid"/>
              <a:miter/>
            </a:ln>
          </p:spPr>
          <p:txBody>
            <a:bodyPr/>
            <a:lstStyle/>
            <a:p/>
          </p:txBody>
        </p:sp>
        <p:sp>
          <p:nvSpPr>
            <p:cNvPr id="30" name="pl29"/>
            <p:cNvSpPr/>
            <p:nvPr/>
          </p:nvSpPr>
          <p:spPr>
            <a:xfrm>
              <a:off x="8283794" y="5047872"/>
              <a:ext cx="1103107" cy="0"/>
            </a:xfrm>
            <a:custGeom>
              <a:avLst/>
              <a:pathLst>
                <a:path w="1103107" h="0">
                  <a:moveTo>
                    <a:pt x="0" y="0"/>
                  </a:moveTo>
                  <a:lnTo>
                    <a:pt x="1103107" y="0"/>
                  </a:lnTo>
                </a:path>
              </a:pathLst>
            </a:custGeom>
            <a:ln w="24391" cap="flat">
              <a:solidFill>
                <a:srgbClr val="1A3552">
                  <a:alpha val="100000"/>
                </a:srgbClr>
              </a:solidFill>
              <a:prstDash val="solid"/>
              <a:miter/>
            </a:ln>
          </p:spPr>
          <p:txBody>
            <a:bodyPr/>
            <a:lstStyle/>
            <a:p/>
          </p:txBody>
        </p:sp>
        <p:sp>
          <p:nvSpPr>
            <p:cNvPr id="31" name="pl30"/>
            <p:cNvSpPr/>
            <p:nvPr/>
          </p:nvSpPr>
          <p:spPr>
            <a:xfrm>
              <a:off x="10614552" y="4032406"/>
              <a:ext cx="0" cy="609279"/>
            </a:xfrm>
            <a:custGeom>
              <a:avLst/>
              <a:pathLst>
                <a:path w="0" h="609279">
                  <a:moveTo>
                    <a:pt x="0" y="609279"/>
                  </a:moveTo>
                  <a:lnTo>
                    <a:pt x="0" y="0"/>
                  </a:lnTo>
                </a:path>
              </a:pathLst>
            </a:custGeom>
            <a:ln w="12195" cap="flat">
              <a:solidFill>
                <a:srgbClr val="1A3552">
                  <a:alpha val="100000"/>
                </a:srgbClr>
              </a:solidFill>
              <a:prstDash val="solid"/>
              <a:round/>
            </a:ln>
          </p:spPr>
          <p:txBody>
            <a:bodyPr/>
            <a:lstStyle/>
            <a:p/>
          </p:txBody>
        </p:sp>
        <p:sp>
          <p:nvSpPr>
            <p:cNvPr id="32" name="pl31"/>
            <p:cNvSpPr/>
            <p:nvPr/>
          </p:nvSpPr>
          <p:spPr>
            <a:xfrm>
              <a:off x="10614552" y="5047872"/>
              <a:ext cx="0" cy="0"/>
            </a:xfrm>
            <a:custGeom>
              <a:avLst/>
              <a:pathLst>
                <a:path w="0" h="0">
                  <a:moveTo>
                    <a:pt x="0" y="0"/>
                  </a:moveTo>
                  <a:lnTo>
                    <a:pt x="0" y="0"/>
                  </a:lnTo>
                </a:path>
              </a:pathLst>
            </a:custGeom>
            <a:ln w="12195" cap="flat">
              <a:solidFill>
                <a:srgbClr val="1A3552">
                  <a:alpha val="100000"/>
                </a:srgbClr>
              </a:solidFill>
              <a:prstDash val="solid"/>
              <a:round/>
            </a:ln>
          </p:spPr>
          <p:txBody>
            <a:bodyPr/>
            <a:lstStyle/>
            <a:p/>
          </p:txBody>
        </p:sp>
        <p:sp>
          <p:nvSpPr>
            <p:cNvPr id="33" name="pg32"/>
            <p:cNvSpPr/>
            <p:nvPr/>
          </p:nvSpPr>
          <p:spPr>
            <a:xfrm>
              <a:off x="10062999" y="4641686"/>
              <a:ext cx="1103107" cy="406186"/>
            </a:xfrm>
            <a:custGeom>
              <a:avLst/>
              <a:pathLst>
                <a:path w="1103107" h="406186">
                  <a:moveTo>
                    <a:pt x="0" y="0"/>
                  </a:moveTo>
                  <a:lnTo>
                    <a:pt x="0" y="406186"/>
                  </a:lnTo>
                  <a:lnTo>
                    <a:pt x="1103107" y="406186"/>
                  </a:lnTo>
                  <a:lnTo>
                    <a:pt x="1103107" y="0"/>
                  </a:lnTo>
                  <a:close/>
                </a:path>
              </a:pathLst>
            </a:custGeom>
            <a:solidFill>
              <a:srgbClr val="7A9E9F">
                <a:alpha val="87843"/>
              </a:srgbClr>
            </a:solidFill>
            <a:ln w="12195" cap="flat">
              <a:solidFill>
                <a:srgbClr val="1A3552">
                  <a:alpha val="100000"/>
                </a:srgbClr>
              </a:solidFill>
              <a:prstDash val="solid"/>
              <a:miter/>
            </a:ln>
          </p:spPr>
          <p:txBody>
            <a:bodyPr/>
            <a:lstStyle/>
            <a:p/>
          </p:txBody>
        </p:sp>
        <p:sp>
          <p:nvSpPr>
            <p:cNvPr id="34" name="pl33"/>
            <p:cNvSpPr/>
            <p:nvPr/>
          </p:nvSpPr>
          <p:spPr>
            <a:xfrm>
              <a:off x="10062999" y="4844779"/>
              <a:ext cx="1103107" cy="0"/>
            </a:xfrm>
            <a:custGeom>
              <a:avLst/>
              <a:pathLst>
                <a:path w="1103107" h="0">
                  <a:moveTo>
                    <a:pt x="0" y="0"/>
                  </a:moveTo>
                  <a:lnTo>
                    <a:pt x="1103107" y="0"/>
                  </a:lnTo>
                </a:path>
              </a:pathLst>
            </a:custGeom>
            <a:ln w="24391" cap="flat">
              <a:solidFill>
                <a:srgbClr val="1A3552">
                  <a:alpha val="100000"/>
                </a:srgbClr>
              </a:solidFill>
              <a:prstDash val="solid"/>
              <a:miter/>
            </a:ln>
          </p:spPr>
          <p:txBody>
            <a:bodyPr/>
            <a:lstStyle/>
            <a:p/>
          </p:txBody>
        </p:sp>
        <p:sp>
          <p:nvSpPr>
            <p:cNvPr id="35" name="pt34"/>
            <p:cNvSpPr/>
            <p:nvPr/>
          </p:nvSpPr>
          <p:spPr>
            <a:xfrm>
              <a:off x="1668916" y="5232672"/>
              <a:ext cx="36586" cy="36586"/>
            </a:xfrm>
            <a:prstGeom prst="ellipse">
              <a:avLst/>
            </a:prstGeom>
            <a:solidFill>
              <a:srgbClr val="062B4D">
                <a:alpha val="45098"/>
              </a:srgbClr>
            </a:solidFill>
          </p:spPr>
          <p:txBody>
            <a:bodyPr/>
            <a:lstStyle/>
            <a:p/>
          </p:txBody>
        </p:sp>
        <p:sp>
          <p:nvSpPr>
            <p:cNvPr id="36" name="pt35"/>
            <p:cNvSpPr/>
            <p:nvPr/>
          </p:nvSpPr>
          <p:spPr>
            <a:xfrm>
              <a:off x="3480701" y="5435765"/>
              <a:ext cx="36586" cy="36586"/>
            </a:xfrm>
            <a:prstGeom prst="ellipse">
              <a:avLst/>
            </a:prstGeom>
            <a:solidFill>
              <a:srgbClr val="17564E">
                <a:alpha val="45098"/>
              </a:srgbClr>
            </a:solidFill>
          </p:spPr>
          <p:txBody>
            <a:bodyPr/>
            <a:lstStyle/>
            <a:p/>
          </p:txBody>
        </p:sp>
        <p:sp>
          <p:nvSpPr>
            <p:cNvPr id="37" name="pt36"/>
            <p:cNvSpPr/>
            <p:nvPr/>
          </p:nvSpPr>
          <p:spPr>
            <a:xfrm>
              <a:off x="5413810" y="5638858"/>
              <a:ext cx="36586" cy="36586"/>
            </a:xfrm>
            <a:prstGeom prst="ellipse">
              <a:avLst/>
            </a:prstGeom>
            <a:solidFill>
              <a:srgbClr val="806B3A">
                <a:alpha val="45098"/>
              </a:srgbClr>
            </a:solidFill>
          </p:spPr>
          <p:txBody>
            <a:bodyPr/>
            <a:lstStyle/>
            <a:p/>
          </p:txBody>
        </p:sp>
        <p:sp>
          <p:nvSpPr>
            <p:cNvPr id="38" name="pt37"/>
            <p:cNvSpPr/>
            <p:nvPr/>
          </p:nvSpPr>
          <p:spPr>
            <a:xfrm>
              <a:off x="5080898" y="5435765"/>
              <a:ext cx="36586" cy="36586"/>
            </a:xfrm>
            <a:prstGeom prst="ellipse">
              <a:avLst/>
            </a:prstGeom>
            <a:solidFill>
              <a:srgbClr val="806B3A">
                <a:alpha val="45098"/>
              </a:srgbClr>
            </a:solidFill>
          </p:spPr>
          <p:txBody>
            <a:bodyPr/>
            <a:lstStyle/>
            <a:p/>
          </p:txBody>
        </p:sp>
        <p:sp>
          <p:nvSpPr>
            <p:cNvPr id="39" name="pt38"/>
            <p:cNvSpPr/>
            <p:nvPr/>
          </p:nvSpPr>
          <p:spPr>
            <a:xfrm>
              <a:off x="7133428" y="5232672"/>
              <a:ext cx="36586" cy="36586"/>
            </a:xfrm>
            <a:prstGeom prst="ellipse">
              <a:avLst/>
            </a:prstGeom>
            <a:solidFill>
              <a:srgbClr val="865935">
                <a:alpha val="45098"/>
              </a:srgbClr>
            </a:solidFill>
          </p:spPr>
          <p:txBody>
            <a:bodyPr/>
            <a:lstStyle/>
            <a:p/>
          </p:txBody>
        </p:sp>
        <p:sp>
          <p:nvSpPr>
            <p:cNvPr id="40" name="pt39"/>
            <p:cNvSpPr/>
            <p:nvPr/>
          </p:nvSpPr>
          <p:spPr>
            <a:xfrm>
              <a:off x="7041505" y="4826486"/>
              <a:ext cx="36586" cy="36586"/>
            </a:xfrm>
            <a:prstGeom prst="ellipse">
              <a:avLst/>
            </a:prstGeom>
            <a:solidFill>
              <a:srgbClr val="865935">
                <a:alpha val="45098"/>
              </a:srgbClr>
            </a:solidFill>
          </p:spPr>
          <p:txBody>
            <a:bodyPr/>
            <a:lstStyle/>
            <a:p/>
          </p:txBody>
        </p:sp>
        <p:sp>
          <p:nvSpPr>
            <p:cNvPr id="41" name="pt40"/>
            <p:cNvSpPr/>
            <p:nvPr/>
          </p:nvSpPr>
          <p:spPr>
            <a:xfrm>
              <a:off x="3420923" y="5435765"/>
              <a:ext cx="36586" cy="36586"/>
            </a:xfrm>
            <a:prstGeom prst="ellipse">
              <a:avLst/>
            </a:prstGeom>
            <a:solidFill>
              <a:srgbClr val="17564E">
                <a:alpha val="45098"/>
              </a:srgbClr>
            </a:solidFill>
          </p:spPr>
          <p:txBody>
            <a:bodyPr/>
            <a:lstStyle/>
            <a:p/>
          </p:txBody>
        </p:sp>
        <p:sp>
          <p:nvSpPr>
            <p:cNvPr id="42" name="pt41"/>
            <p:cNvSpPr/>
            <p:nvPr/>
          </p:nvSpPr>
          <p:spPr>
            <a:xfrm>
              <a:off x="8890299" y="5435765"/>
              <a:ext cx="36586" cy="36586"/>
            </a:xfrm>
            <a:prstGeom prst="ellipse">
              <a:avLst/>
            </a:prstGeom>
            <a:solidFill>
              <a:srgbClr val="7F3D2C">
                <a:alpha val="45098"/>
              </a:srgbClr>
            </a:solidFill>
          </p:spPr>
          <p:txBody>
            <a:bodyPr/>
            <a:lstStyle/>
            <a:p/>
          </p:txBody>
        </p:sp>
        <p:sp>
          <p:nvSpPr>
            <p:cNvPr id="43" name="pt42"/>
            <p:cNvSpPr/>
            <p:nvPr/>
          </p:nvSpPr>
          <p:spPr>
            <a:xfrm>
              <a:off x="3555645" y="5435765"/>
              <a:ext cx="36586" cy="36586"/>
            </a:xfrm>
            <a:prstGeom prst="ellipse">
              <a:avLst/>
            </a:prstGeom>
            <a:solidFill>
              <a:srgbClr val="17564E">
                <a:alpha val="45098"/>
              </a:srgbClr>
            </a:solidFill>
          </p:spPr>
          <p:txBody>
            <a:bodyPr/>
            <a:lstStyle/>
            <a:p/>
          </p:txBody>
        </p:sp>
        <p:sp>
          <p:nvSpPr>
            <p:cNvPr id="44" name="pt43"/>
            <p:cNvSpPr/>
            <p:nvPr/>
          </p:nvSpPr>
          <p:spPr>
            <a:xfrm>
              <a:off x="6815741" y="5232672"/>
              <a:ext cx="36586" cy="36586"/>
            </a:xfrm>
            <a:prstGeom prst="ellipse">
              <a:avLst/>
            </a:prstGeom>
            <a:solidFill>
              <a:srgbClr val="865935">
                <a:alpha val="45098"/>
              </a:srgbClr>
            </a:solidFill>
          </p:spPr>
          <p:txBody>
            <a:bodyPr/>
            <a:lstStyle/>
            <a:p/>
          </p:txBody>
        </p:sp>
        <p:sp>
          <p:nvSpPr>
            <p:cNvPr id="45" name="pt44"/>
            <p:cNvSpPr/>
            <p:nvPr/>
          </p:nvSpPr>
          <p:spPr>
            <a:xfrm>
              <a:off x="8966151" y="4217206"/>
              <a:ext cx="36586" cy="36586"/>
            </a:xfrm>
            <a:prstGeom prst="ellipse">
              <a:avLst/>
            </a:prstGeom>
            <a:solidFill>
              <a:srgbClr val="7F3D2C">
                <a:alpha val="45098"/>
              </a:srgbClr>
            </a:solidFill>
          </p:spPr>
          <p:txBody>
            <a:bodyPr/>
            <a:lstStyle/>
            <a:p/>
          </p:txBody>
        </p:sp>
        <p:sp>
          <p:nvSpPr>
            <p:cNvPr id="46" name="pt45"/>
            <p:cNvSpPr/>
            <p:nvPr/>
          </p:nvSpPr>
          <p:spPr>
            <a:xfrm>
              <a:off x="3239648" y="4420299"/>
              <a:ext cx="36586" cy="36586"/>
            </a:xfrm>
            <a:prstGeom prst="ellipse">
              <a:avLst/>
            </a:prstGeom>
            <a:solidFill>
              <a:srgbClr val="17564E">
                <a:alpha val="45098"/>
              </a:srgbClr>
            </a:solidFill>
          </p:spPr>
          <p:txBody>
            <a:bodyPr/>
            <a:lstStyle/>
            <a:p/>
          </p:txBody>
        </p:sp>
        <p:sp>
          <p:nvSpPr>
            <p:cNvPr id="47" name="pt46"/>
            <p:cNvSpPr/>
            <p:nvPr/>
          </p:nvSpPr>
          <p:spPr>
            <a:xfrm>
              <a:off x="3672247" y="5435765"/>
              <a:ext cx="36586" cy="36586"/>
            </a:xfrm>
            <a:prstGeom prst="ellipse">
              <a:avLst/>
            </a:prstGeom>
            <a:solidFill>
              <a:srgbClr val="17564E">
                <a:alpha val="45098"/>
              </a:srgbClr>
            </a:solidFill>
          </p:spPr>
          <p:txBody>
            <a:bodyPr/>
            <a:lstStyle/>
            <a:p/>
          </p:txBody>
        </p:sp>
        <p:sp>
          <p:nvSpPr>
            <p:cNvPr id="48" name="pt47"/>
            <p:cNvSpPr/>
            <p:nvPr/>
          </p:nvSpPr>
          <p:spPr>
            <a:xfrm>
              <a:off x="10662446" y="4623392"/>
              <a:ext cx="36586" cy="36586"/>
            </a:xfrm>
            <a:prstGeom prst="ellipse">
              <a:avLst/>
            </a:prstGeom>
            <a:solidFill>
              <a:srgbClr val="435657">
                <a:alpha val="45098"/>
              </a:srgbClr>
            </a:solidFill>
          </p:spPr>
          <p:txBody>
            <a:bodyPr/>
            <a:lstStyle/>
            <a:p/>
          </p:txBody>
        </p:sp>
        <p:sp>
          <p:nvSpPr>
            <p:cNvPr id="49" name="pt48"/>
            <p:cNvSpPr/>
            <p:nvPr/>
          </p:nvSpPr>
          <p:spPr>
            <a:xfrm>
              <a:off x="10854048" y="5029579"/>
              <a:ext cx="36586" cy="36586"/>
            </a:xfrm>
            <a:prstGeom prst="ellipse">
              <a:avLst/>
            </a:prstGeom>
            <a:solidFill>
              <a:srgbClr val="435657">
                <a:alpha val="45098"/>
              </a:srgbClr>
            </a:solidFill>
          </p:spPr>
          <p:txBody>
            <a:bodyPr/>
            <a:lstStyle/>
            <a:p/>
          </p:txBody>
        </p:sp>
        <p:sp>
          <p:nvSpPr>
            <p:cNvPr id="50" name="pt49"/>
            <p:cNvSpPr/>
            <p:nvPr/>
          </p:nvSpPr>
          <p:spPr>
            <a:xfrm>
              <a:off x="3344053" y="5435765"/>
              <a:ext cx="36586" cy="36586"/>
            </a:xfrm>
            <a:prstGeom prst="ellipse">
              <a:avLst/>
            </a:prstGeom>
            <a:solidFill>
              <a:srgbClr val="17564E">
                <a:alpha val="45098"/>
              </a:srgbClr>
            </a:solidFill>
          </p:spPr>
          <p:txBody>
            <a:bodyPr/>
            <a:lstStyle/>
            <a:p/>
          </p:txBody>
        </p:sp>
        <p:sp>
          <p:nvSpPr>
            <p:cNvPr id="51" name="pt50"/>
            <p:cNvSpPr/>
            <p:nvPr/>
          </p:nvSpPr>
          <p:spPr>
            <a:xfrm>
              <a:off x="10802309" y="4826486"/>
              <a:ext cx="36586" cy="36586"/>
            </a:xfrm>
            <a:prstGeom prst="ellipse">
              <a:avLst/>
            </a:prstGeom>
            <a:solidFill>
              <a:srgbClr val="435657">
                <a:alpha val="45098"/>
              </a:srgbClr>
            </a:solidFill>
          </p:spPr>
          <p:txBody>
            <a:bodyPr/>
            <a:lstStyle/>
            <a:p/>
          </p:txBody>
        </p:sp>
        <p:sp>
          <p:nvSpPr>
            <p:cNvPr id="52" name="pt51"/>
            <p:cNvSpPr/>
            <p:nvPr/>
          </p:nvSpPr>
          <p:spPr>
            <a:xfrm>
              <a:off x="1703735" y="5232672"/>
              <a:ext cx="36586" cy="36586"/>
            </a:xfrm>
            <a:prstGeom prst="ellipse">
              <a:avLst/>
            </a:prstGeom>
            <a:solidFill>
              <a:srgbClr val="062B4D">
                <a:alpha val="45098"/>
              </a:srgbClr>
            </a:solidFill>
          </p:spPr>
          <p:txBody>
            <a:bodyPr/>
            <a:lstStyle/>
            <a:p/>
          </p:txBody>
        </p:sp>
        <p:sp>
          <p:nvSpPr>
            <p:cNvPr id="53" name="pt52"/>
            <p:cNvSpPr/>
            <p:nvPr/>
          </p:nvSpPr>
          <p:spPr>
            <a:xfrm>
              <a:off x="8776286" y="5232672"/>
              <a:ext cx="36586" cy="36586"/>
            </a:xfrm>
            <a:prstGeom prst="ellipse">
              <a:avLst/>
            </a:prstGeom>
            <a:solidFill>
              <a:srgbClr val="7F3D2C">
                <a:alpha val="45098"/>
              </a:srgbClr>
            </a:solidFill>
          </p:spPr>
          <p:txBody>
            <a:bodyPr/>
            <a:lstStyle/>
            <a:p/>
          </p:txBody>
        </p:sp>
        <p:sp>
          <p:nvSpPr>
            <p:cNvPr id="54" name="pt53"/>
            <p:cNvSpPr/>
            <p:nvPr/>
          </p:nvSpPr>
          <p:spPr>
            <a:xfrm>
              <a:off x="1827427" y="5029579"/>
              <a:ext cx="36586" cy="36586"/>
            </a:xfrm>
            <a:prstGeom prst="ellipse">
              <a:avLst/>
            </a:prstGeom>
            <a:solidFill>
              <a:srgbClr val="062B4D">
                <a:alpha val="45098"/>
              </a:srgbClr>
            </a:solidFill>
          </p:spPr>
          <p:txBody>
            <a:bodyPr/>
            <a:lstStyle/>
            <a:p/>
          </p:txBody>
        </p:sp>
        <p:sp>
          <p:nvSpPr>
            <p:cNvPr id="55" name="pt54"/>
            <p:cNvSpPr/>
            <p:nvPr/>
          </p:nvSpPr>
          <p:spPr>
            <a:xfrm>
              <a:off x="7016868" y="5232672"/>
              <a:ext cx="36586" cy="36586"/>
            </a:xfrm>
            <a:prstGeom prst="ellipse">
              <a:avLst/>
            </a:prstGeom>
            <a:solidFill>
              <a:srgbClr val="865935">
                <a:alpha val="45098"/>
              </a:srgbClr>
            </a:solidFill>
          </p:spPr>
          <p:txBody>
            <a:bodyPr/>
            <a:lstStyle/>
            <a:p/>
          </p:txBody>
        </p:sp>
        <p:sp>
          <p:nvSpPr>
            <p:cNvPr id="56" name="pt55"/>
            <p:cNvSpPr/>
            <p:nvPr/>
          </p:nvSpPr>
          <p:spPr>
            <a:xfrm>
              <a:off x="8955672" y="4623392"/>
              <a:ext cx="36586" cy="36586"/>
            </a:xfrm>
            <a:prstGeom prst="ellipse">
              <a:avLst/>
            </a:prstGeom>
            <a:solidFill>
              <a:srgbClr val="7F3D2C">
                <a:alpha val="45098"/>
              </a:srgbClr>
            </a:solidFill>
          </p:spPr>
          <p:txBody>
            <a:bodyPr/>
            <a:lstStyle/>
            <a:p/>
          </p:txBody>
        </p:sp>
        <p:sp>
          <p:nvSpPr>
            <p:cNvPr id="57" name="pt56"/>
            <p:cNvSpPr/>
            <p:nvPr/>
          </p:nvSpPr>
          <p:spPr>
            <a:xfrm>
              <a:off x="3308265" y="5435765"/>
              <a:ext cx="36586" cy="36586"/>
            </a:xfrm>
            <a:prstGeom prst="ellipse">
              <a:avLst/>
            </a:prstGeom>
            <a:solidFill>
              <a:srgbClr val="17564E">
                <a:alpha val="45098"/>
              </a:srgbClr>
            </a:solidFill>
          </p:spPr>
          <p:txBody>
            <a:bodyPr/>
            <a:lstStyle/>
            <a:p/>
          </p:txBody>
        </p:sp>
        <p:sp>
          <p:nvSpPr>
            <p:cNvPr id="58" name="pt57"/>
            <p:cNvSpPr/>
            <p:nvPr/>
          </p:nvSpPr>
          <p:spPr>
            <a:xfrm>
              <a:off x="1959004" y="4217206"/>
              <a:ext cx="36586" cy="36586"/>
            </a:xfrm>
            <a:prstGeom prst="ellipse">
              <a:avLst/>
            </a:prstGeom>
            <a:solidFill>
              <a:srgbClr val="062B4D">
                <a:alpha val="45098"/>
              </a:srgbClr>
            </a:solidFill>
          </p:spPr>
          <p:txBody>
            <a:bodyPr/>
            <a:lstStyle/>
            <a:p/>
          </p:txBody>
        </p:sp>
        <p:sp>
          <p:nvSpPr>
            <p:cNvPr id="59" name="pt58"/>
            <p:cNvSpPr/>
            <p:nvPr/>
          </p:nvSpPr>
          <p:spPr>
            <a:xfrm>
              <a:off x="8775594" y="5435765"/>
              <a:ext cx="36586" cy="36586"/>
            </a:xfrm>
            <a:prstGeom prst="ellipse">
              <a:avLst/>
            </a:prstGeom>
            <a:solidFill>
              <a:srgbClr val="7F3D2C">
                <a:alpha val="45098"/>
              </a:srgbClr>
            </a:solidFill>
          </p:spPr>
          <p:txBody>
            <a:bodyPr/>
            <a:lstStyle/>
            <a:p/>
          </p:txBody>
        </p:sp>
        <p:sp>
          <p:nvSpPr>
            <p:cNvPr id="60" name="pt59"/>
            <p:cNvSpPr/>
            <p:nvPr/>
          </p:nvSpPr>
          <p:spPr>
            <a:xfrm>
              <a:off x="9052988" y="4826486"/>
              <a:ext cx="36586" cy="36586"/>
            </a:xfrm>
            <a:prstGeom prst="ellipse">
              <a:avLst/>
            </a:prstGeom>
            <a:solidFill>
              <a:srgbClr val="7F3D2C">
                <a:alpha val="45098"/>
              </a:srgbClr>
            </a:solidFill>
          </p:spPr>
          <p:txBody>
            <a:bodyPr/>
            <a:lstStyle/>
            <a:p/>
          </p:txBody>
        </p:sp>
        <p:sp>
          <p:nvSpPr>
            <p:cNvPr id="61" name="pt60"/>
            <p:cNvSpPr/>
            <p:nvPr/>
          </p:nvSpPr>
          <p:spPr>
            <a:xfrm>
              <a:off x="5227276" y="5232672"/>
              <a:ext cx="36586" cy="36586"/>
            </a:xfrm>
            <a:prstGeom prst="ellipse">
              <a:avLst/>
            </a:prstGeom>
            <a:solidFill>
              <a:srgbClr val="806B3A">
                <a:alpha val="45098"/>
              </a:srgbClr>
            </a:solidFill>
          </p:spPr>
          <p:txBody>
            <a:bodyPr/>
            <a:lstStyle/>
            <a:p/>
          </p:txBody>
        </p:sp>
        <p:sp>
          <p:nvSpPr>
            <p:cNvPr id="62" name="pt61"/>
            <p:cNvSpPr/>
            <p:nvPr/>
          </p:nvSpPr>
          <p:spPr>
            <a:xfrm>
              <a:off x="3447030" y="5029579"/>
              <a:ext cx="36586" cy="36586"/>
            </a:xfrm>
            <a:prstGeom prst="ellipse">
              <a:avLst/>
            </a:prstGeom>
            <a:solidFill>
              <a:srgbClr val="17564E">
                <a:alpha val="45098"/>
              </a:srgbClr>
            </a:solidFill>
          </p:spPr>
          <p:txBody>
            <a:bodyPr/>
            <a:lstStyle/>
            <a:p/>
          </p:txBody>
        </p:sp>
        <p:sp>
          <p:nvSpPr>
            <p:cNvPr id="63" name="pt62"/>
            <p:cNvSpPr/>
            <p:nvPr/>
          </p:nvSpPr>
          <p:spPr>
            <a:xfrm>
              <a:off x="3385726" y="5435765"/>
              <a:ext cx="36586" cy="36586"/>
            </a:xfrm>
            <a:prstGeom prst="ellipse">
              <a:avLst/>
            </a:prstGeom>
            <a:solidFill>
              <a:srgbClr val="17564E">
                <a:alpha val="45098"/>
              </a:srgbClr>
            </a:solidFill>
          </p:spPr>
          <p:txBody>
            <a:bodyPr/>
            <a:lstStyle/>
            <a:p/>
          </p:txBody>
        </p:sp>
        <p:sp>
          <p:nvSpPr>
            <p:cNvPr id="64" name="pt63"/>
            <p:cNvSpPr/>
            <p:nvPr/>
          </p:nvSpPr>
          <p:spPr>
            <a:xfrm>
              <a:off x="8779016" y="4826486"/>
              <a:ext cx="36586" cy="36586"/>
            </a:xfrm>
            <a:prstGeom prst="ellipse">
              <a:avLst/>
            </a:prstGeom>
            <a:solidFill>
              <a:srgbClr val="7F3D2C">
                <a:alpha val="45098"/>
              </a:srgbClr>
            </a:solidFill>
          </p:spPr>
          <p:txBody>
            <a:bodyPr/>
            <a:lstStyle/>
            <a:p/>
          </p:txBody>
        </p:sp>
        <p:sp>
          <p:nvSpPr>
            <p:cNvPr id="65" name="pt64"/>
            <p:cNvSpPr/>
            <p:nvPr/>
          </p:nvSpPr>
          <p:spPr>
            <a:xfrm>
              <a:off x="7040409" y="5435765"/>
              <a:ext cx="36586" cy="36586"/>
            </a:xfrm>
            <a:prstGeom prst="ellipse">
              <a:avLst/>
            </a:prstGeom>
            <a:solidFill>
              <a:srgbClr val="865935">
                <a:alpha val="45098"/>
              </a:srgbClr>
            </a:solidFill>
          </p:spPr>
          <p:txBody>
            <a:bodyPr/>
            <a:lstStyle/>
            <a:p/>
          </p:txBody>
        </p:sp>
        <p:sp>
          <p:nvSpPr>
            <p:cNvPr id="66" name="pt65"/>
            <p:cNvSpPr/>
            <p:nvPr/>
          </p:nvSpPr>
          <p:spPr>
            <a:xfrm>
              <a:off x="3317550" y="5232672"/>
              <a:ext cx="36586" cy="36586"/>
            </a:xfrm>
            <a:prstGeom prst="ellipse">
              <a:avLst/>
            </a:prstGeom>
            <a:solidFill>
              <a:srgbClr val="17564E">
                <a:alpha val="45098"/>
              </a:srgbClr>
            </a:solidFill>
          </p:spPr>
          <p:txBody>
            <a:bodyPr/>
            <a:lstStyle/>
            <a:p/>
          </p:txBody>
        </p:sp>
        <p:sp>
          <p:nvSpPr>
            <p:cNvPr id="67" name="pt66"/>
            <p:cNvSpPr/>
            <p:nvPr/>
          </p:nvSpPr>
          <p:spPr>
            <a:xfrm>
              <a:off x="5272358" y="5435765"/>
              <a:ext cx="36586" cy="36586"/>
            </a:xfrm>
            <a:prstGeom prst="ellipse">
              <a:avLst/>
            </a:prstGeom>
            <a:solidFill>
              <a:srgbClr val="806B3A">
                <a:alpha val="45098"/>
              </a:srgbClr>
            </a:solidFill>
          </p:spPr>
          <p:txBody>
            <a:bodyPr/>
            <a:lstStyle/>
            <a:p/>
          </p:txBody>
        </p:sp>
        <p:sp>
          <p:nvSpPr>
            <p:cNvPr id="68" name="pt67"/>
            <p:cNvSpPr/>
            <p:nvPr/>
          </p:nvSpPr>
          <p:spPr>
            <a:xfrm>
              <a:off x="5049762" y="5638858"/>
              <a:ext cx="36586" cy="36586"/>
            </a:xfrm>
            <a:prstGeom prst="ellipse">
              <a:avLst/>
            </a:prstGeom>
            <a:solidFill>
              <a:srgbClr val="806B3A">
                <a:alpha val="45098"/>
              </a:srgbClr>
            </a:solidFill>
          </p:spPr>
          <p:txBody>
            <a:bodyPr/>
            <a:lstStyle/>
            <a:p/>
          </p:txBody>
        </p:sp>
        <p:sp>
          <p:nvSpPr>
            <p:cNvPr id="69" name="pt68"/>
            <p:cNvSpPr/>
            <p:nvPr/>
          </p:nvSpPr>
          <p:spPr>
            <a:xfrm>
              <a:off x="1518116" y="4623392"/>
              <a:ext cx="36586" cy="36586"/>
            </a:xfrm>
            <a:prstGeom prst="ellipse">
              <a:avLst/>
            </a:prstGeom>
            <a:solidFill>
              <a:srgbClr val="062B4D">
                <a:alpha val="45098"/>
              </a:srgbClr>
            </a:solidFill>
          </p:spPr>
          <p:txBody>
            <a:bodyPr/>
            <a:lstStyle/>
            <a:p/>
          </p:txBody>
        </p:sp>
        <p:sp>
          <p:nvSpPr>
            <p:cNvPr id="70" name="pt69"/>
            <p:cNvSpPr/>
            <p:nvPr/>
          </p:nvSpPr>
          <p:spPr>
            <a:xfrm>
              <a:off x="6928077" y="5029579"/>
              <a:ext cx="36586" cy="36586"/>
            </a:xfrm>
            <a:prstGeom prst="ellipse">
              <a:avLst/>
            </a:prstGeom>
            <a:solidFill>
              <a:srgbClr val="865935">
                <a:alpha val="45098"/>
              </a:srgbClr>
            </a:solidFill>
          </p:spPr>
          <p:txBody>
            <a:bodyPr/>
            <a:lstStyle/>
            <a:p/>
          </p:txBody>
        </p:sp>
        <p:sp>
          <p:nvSpPr>
            <p:cNvPr id="71" name="pt70"/>
            <p:cNvSpPr/>
            <p:nvPr/>
          </p:nvSpPr>
          <p:spPr>
            <a:xfrm>
              <a:off x="7018295" y="5029579"/>
              <a:ext cx="36586" cy="36586"/>
            </a:xfrm>
            <a:prstGeom prst="ellipse">
              <a:avLst/>
            </a:prstGeom>
            <a:solidFill>
              <a:srgbClr val="865935">
                <a:alpha val="45098"/>
              </a:srgbClr>
            </a:solidFill>
          </p:spPr>
          <p:txBody>
            <a:bodyPr/>
            <a:lstStyle/>
            <a:p/>
          </p:txBody>
        </p:sp>
        <p:sp>
          <p:nvSpPr>
            <p:cNvPr id="72" name="pt71"/>
            <p:cNvSpPr/>
            <p:nvPr/>
          </p:nvSpPr>
          <p:spPr>
            <a:xfrm>
              <a:off x="3264291" y="5232672"/>
              <a:ext cx="36586" cy="36586"/>
            </a:xfrm>
            <a:prstGeom prst="ellipse">
              <a:avLst/>
            </a:prstGeom>
            <a:solidFill>
              <a:srgbClr val="17564E">
                <a:alpha val="45098"/>
              </a:srgbClr>
            </a:solidFill>
          </p:spPr>
          <p:txBody>
            <a:bodyPr/>
            <a:lstStyle/>
            <a:p/>
          </p:txBody>
        </p:sp>
        <p:sp>
          <p:nvSpPr>
            <p:cNvPr id="73" name="pt72"/>
            <p:cNvSpPr/>
            <p:nvPr/>
          </p:nvSpPr>
          <p:spPr>
            <a:xfrm>
              <a:off x="3442841" y="5435765"/>
              <a:ext cx="36586" cy="36586"/>
            </a:xfrm>
            <a:prstGeom prst="ellipse">
              <a:avLst/>
            </a:prstGeom>
            <a:solidFill>
              <a:srgbClr val="17564E">
                <a:alpha val="45098"/>
              </a:srgbClr>
            </a:solidFill>
          </p:spPr>
          <p:txBody>
            <a:bodyPr/>
            <a:lstStyle/>
            <a:p/>
          </p:txBody>
        </p:sp>
        <p:sp>
          <p:nvSpPr>
            <p:cNvPr id="74" name="pt73"/>
            <p:cNvSpPr/>
            <p:nvPr/>
          </p:nvSpPr>
          <p:spPr>
            <a:xfrm>
              <a:off x="8770758" y="4014113"/>
              <a:ext cx="36586" cy="36586"/>
            </a:xfrm>
            <a:prstGeom prst="ellipse">
              <a:avLst/>
            </a:prstGeom>
            <a:solidFill>
              <a:srgbClr val="7F3D2C">
                <a:alpha val="45098"/>
              </a:srgbClr>
            </a:solidFill>
          </p:spPr>
          <p:txBody>
            <a:bodyPr/>
            <a:lstStyle/>
            <a:p/>
          </p:txBody>
        </p:sp>
        <p:sp>
          <p:nvSpPr>
            <p:cNvPr id="75" name="pt74"/>
            <p:cNvSpPr/>
            <p:nvPr/>
          </p:nvSpPr>
          <p:spPr>
            <a:xfrm>
              <a:off x="1649059" y="4826486"/>
              <a:ext cx="36586" cy="36586"/>
            </a:xfrm>
            <a:prstGeom prst="ellipse">
              <a:avLst/>
            </a:prstGeom>
            <a:solidFill>
              <a:srgbClr val="062B4D">
                <a:alpha val="45098"/>
              </a:srgbClr>
            </a:solidFill>
          </p:spPr>
          <p:txBody>
            <a:bodyPr/>
            <a:lstStyle/>
            <a:p/>
          </p:txBody>
        </p:sp>
        <p:sp>
          <p:nvSpPr>
            <p:cNvPr id="76" name="pt75"/>
            <p:cNvSpPr/>
            <p:nvPr/>
          </p:nvSpPr>
          <p:spPr>
            <a:xfrm>
              <a:off x="1592100" y="3811020"/>
              <a:ext cx="36586" cy="36586"/>
            </a:xfrm>
            <a:prstGeom prst="ellipse">
              <a:avLst/>
            </a:prstGeom>
            <a:solidFill>
              <a:srgbClr val="062B4D">
                <a:alpha val="45098"/>
              </a:srgbClr>
            </a:solidFill>
          </p:spPr>
          <p:txBody>
            <a:bodyPr/>
            <a:lstStyle/>
            <a:p/>
          </p:txBody>
        </p:sp>
        <p:sp>
          <p:nvSpPr>
            <p:cNvPr id="77" name="pt76"/>
            <p:cNvSpPr/>
            <p:nvPr/>
          </p:nvSpPr>
          <p:spPr>
            <a:xfrm>
              <a:off x="7187456" y="5232672"/>
              <a:ext cx="36586" cy="36586"/>
            </a:xfrm>
            <a:prstGeom prst="ellipse">
              <a:avLst/>
            </a:prstGeom>
            <a:solidFill>
              <a:srgbClr val="865935">
                <a:alpha val="45098"/>
              </a:srgbClr>
            </a:solidFill>
          </p:spPr>
          <p:txBody>
            <a:bodyPr/>
            <a:lstStyle/>
            <a:p/>
          </p:txBody>
        </p:sp>
        <p:sp>
          <p:nvSpPr>
            <p:cNvPr id="78" name="pt77"/>
            <p:cNvSpPr/>
            <p:nvPr/>
          </p:nvSpPr>
          <p:spPr>
            <a:xfrm>
              <a:off x="3403062" y="5435765"/>
              <a:ext cx="36586" cy="36586"/>
            </a:xfrm>
            <a:prstGeom prst="ellipse">
              <a:avLst/>
            </a:prstGeom>
            <a:solidFill>
              <a:srgbClr val="17564E">
                <a:alpha val="45098"/>
              </a:srgbClr>
            </a:solidFill>
          </p:spPr>
          <p:txBody>
            <a:bodyPr/>
            <a:lstStyle/>
            <a:p/>
          </p:txBody>
        </p:sp>
        <p:sp>
          <p:nvSpPr>
            <p:cNvPr id="79" name="pt78"/>
            <p:cNvSpPr/>
            <p:nvPr/>
          </p:nvSpPr>
          <p:spPr>
            <a:xfrm>
              <a:off x="10732857" y="4420299"/>
              <a:ext cx="36586" cy="36586"/>
            </a:xfrm>
            <a:prstGeom prst="ellipse">
              <a:avLst/>
            </a:prstGeom>
            <a:solidFill>
              <a:srgbClr val="435657">
                <a:alpha val="45098"/>
              </a:srgbClr>
            </a:solidFill>
          </p:spPr>
          <p:txBody>
            <a:bodyPr/>
            <a:lstStyle/>
            <a:p/>
          </p:txBody>
        </p:sp>
        <p:sp>
          <p:nvSpPr>
            <p:cNvPr id="80" name="pt79"/>
            <p:cNvSpPr/>
            <p:nvPr/>
          </p:nvSpPr>
          <p:spPr>
            <a:xfrm>
              <a:off x="5357739" y="5232672"/>
              <a:ext cx="36586" cy="36586"/>
            </a:xfrm>
            <a:prstGeom prst="ellipse">
              <a:avLst/>
            </a:prstGeom>
            <a:solidFill>
              <a:srgbClr val="806B3A">
                <a:alpha val="45098"/>
              </a:srgbClr>
            </a:solidFill>
          </p:spPr>
          <p:txBody>
            <a:bodyPr/>
            <a:lstStyle/>
            <a:p/>
          </p:txBody>
        </p:sp>
        <p:sp>
          <p:nvSpPr>
            <p:cNvPr id="81" name="pt80"/>
            <p:cNvSpPr/>
            <p:nvPr/>
          </p:nvSpPr>
          <p:spPr>
            <a:xfrm>
              <a:off x="3291797" y="4420299"/>
              <a:ext cx="36586" cy="36586"/>
            </a:xfrm>
            <a:prstGeom prst="ellipse">
              <a:avLst/>
            </a:prstGeom>
            <a:solidFill>
              <a:srgbClr val="17564E">
                <a:alpha val="45098"/>
              </a:srgbClr>
            </a:solidFill>
          </p:spPr>
          <p:txBody>
            <a:bodyPr/>
            <a:lstStyle/>
            <a:p/>
          </p:txBody>
        </p:sp>
        <p:sp>
          <p:nvSpPr>
            <p:cNvPr id="82" name="pt81"/>
            <p:cNvSpPr/>
            <p:nvPr/>
          </p:nvSpPr>
          <p:spPr>
            <a:xfrm>
              <a:off x="6919790" y="4826486"/>
              <a:ext cx="36586" cy="36586"/>
            </a:xfrm>
            <a:prstGeom prst="ellipse">
              <a:avLst/>
            </a:prstGeom>
            <a:solidFill>
              <a:srgbClr val="865935">
                <a:alpha val="45098"/>
              </a:srgbClr>
            </a:solidFill>
          </p:spPr>
          <p:txBody>
            <a:bodyPr/>
            <a:lstStyle/>
            <a:p/>
          </p:txBody>
        </p:sp>
        <p:sp>
          <p:nvSpPr>
            <p:cNvPr id="83" name="pt82"/>
            <p:cNvSpPr/>
            <p:nvPr/>
          </p:nvSpPr>
          <p:spPr>
            <a:xfrm>
              <a:off x="5228083" y="5638858"/>
              <a:ext cx="36586" cy="36586"/>
            </a:xfrm>
            <a:prstGeom prst="ellipse">
              <a:avLst/>
            </a:prstGeom>
            <a:solidFill>
              <a:srgbClr val="806B3A">
                <a:alpha val="45098"/>
              </a:srgbClr>
            </a:solidFill>
          </p:spPr>
          <p:txBody>
            <a:bodyPr/>
            <a:lstStyle/>
            <a:p/>
          </p:txBody>
        </p:sp>
        <p:sp>
          <p:nvSpPr>
            <p:cNvPr id="84" name="pt83"/>
            <p:cNvSpPr/>
            <p:nvPr/>
          </p:nvSpPr>
          <p:spPr>
            <a:xfrm>
              <a:off x="5324487" y="5029579"/>
              <a:ext cx="36586" cy="36586"/>
            </a:xfrm>
            <a:prstGeom prst="ellipse">
              <a:avLst/>
            </a:prstGeom>
            <a:solidFill>
              <a:srgbClr val="806B3A">
                <a:alpha val="45098"/>
              </a:srgbClr>
            </a:solidFill>
          </p:spPr>
          <p:txBody>
            <a:bodyPr/>
            <a:lstStyle/>
            <a:p/>
          </p:txBody>
        </p:sp>
        <p:sp>
          <p:nvSpPr>
            <p:cNvPr id="85" name="pt84"/>
            <p:cNvSpPr/>
            <p:nvPr/>
          </p:nvSpPr>
          <p:spPr>
            <a:xfrm>
              <a:off x="5404457" y="5638858"/>
              <a:ext cx="36586" cy="36586"/>
            </a:xfrm>
            <a:prstGeom prst="ellipse">
              <a:avLst/>
            </a:prstGeom>
            <a:solidFill>
              <a:srgbClr val="806B3A">
                <a:alpha val="45098"/>
              </a:srgbClr>
            </a:solidFill>
          </p:spPr>
          <p:txBody>
            <a:bodyPr/>
            <a:lstStyle/>
            <a:p/>
          </p:txBody>
        </p:sp>
        <p:sp>
          <p:nvSpPr>
            <p:cNvPr id="86" name="pt85"/>
            <p:cNvSpPr/>
            <p:nvPr/>
          </p:nvSpPr>
          <p:spPr>
            <a:xfrm>
              <a:off x="3685618" y="4623392"/>
              <a:ext cx="36586" cy="36586"/>
            </a:xfrm>
            <a:prstGeom prst="ellipse">
              <a:avLst/>
            </a:prstGeom>
            <a:solidFill>
              <a:srgbClr val="17564E">
                <a:alpha val="45098"/>
              </a:srgbClr>
            </a:solidFill>
          </p:spPr>
          <p:txBody>
            <a:bodyPr/>
            <a:lstStyle/>
            <a:p/>
          </p:txBody>
        </p:sp>
        <p:sp>
          <p:nvSpPr>
            <p:cNvPr id="87" name="pt86"/>
            <p:cNvSpPr/>
            <p:nvPr/>
          </p:nvSpPr>
          <p:spPr>
            <a:xfrm>
              <a:off x="5004933" y="4420299"/>
              <a:ext cx="36586" cy="36586"/>
            </a:xfrm>
            <a:prstGeom prst="ellipse">
              <a:avLst/>
            </a:prstGeom>
            <a:solidFill>
              <a:srgbClr val="806B3A">
                <a:alpha val="45098"/>
              </a:srgbClr>
            </a:solidFill>
          </p:spPr>
          <p:txBody>
            <a:bodyPr/>
            <a:lstStyle/>
            <a:p/>
          </p:txBody>
        </p:sp>
        <p:sp>
          <p:nvSpPr>
            <p:cNvPr id="88" name="pt87"/>
            <p:cNvSpPr/>
            <p:nvPr/>
          </p:nvSpPr>
          <p:spPr>
            <a:xfrm>
              <a:off x="9036911" y="5232672"/>
              <a:ext cx="36586" cy="36586"/>
            </a:xfrm>
            <a:prstGeom prst="ellipse">
              <a:avLst/>
            </a:prstGeom>
            <a:solidFill>
              <a:srgbClr val="7F3D2C">
                <a:alpha val="45098"/>
              </a:srgbClr>
            </a:solidFill>
          </p:spPr>
          <p:txBody>
            <a:bodyPr/>
            <a:lstStyle/>
            <a:p/>
          </p:txBody>
        </p:sp>
        <p:sp>
          <p:nvSpPr>
            <p:cNvPr id="89" name="pt88"/>
            <p:cNvSpPr/>
            <p:nvPr/>
          </p:nvSpPr>
          <p:spPr>
            <a:xfrm>
              <a:off x="8920306" y="5029579"/>
              <a:ext cx="36586" cy="36586"/>
            </a:xfrm>
            <a:prstGeom prst="ellipse">
              <a:avLst/>
            </a:prstGeom>
            <a:solidFill>
              <a:srgbClr val="7F3D2C">
                <a:alpha val="45098"/>
              </a:srgbClr>
            </a:solidFill>
          </p:spPr>
          <p:txBody>
            <a:bodyPr/>
            <a:lstStyle/>
            <a:p/>
          </p:txBody>
        </p:sp>
        <p:sp>
          <p:nvSpPr>
            <p:cNvPr id="90" name="pt89"/>
            <p:cNvSpPr/>
            <p:nvPr/>
          </p:nvSpPr>
          <p:spPr>
            <a:xfrm>
              <a:off x="1672501" y="4217206"/>
              <a:ext cx="36586" cy="36586"/>
            </a:xfrm>
            <a:prstGeom prst="ellipse">
              <a:avLst/>
            </a:prstGeom>
            <a:solidFill>
              <a:srgbClr val="062B4D">
                <a:alpha val="45098"/>
              </a:srgbClr>
            </a:solidFill>
          </p:spPr>
          <p:txBody>
            <a:bodyPr/>
            <a:lstStyle/>
            <a:p/>
          </p:txBody>
        </p:sp>
        <p:sp>
          <p:nvSpPr>
            <p:cNvPr id="91" name="pt90"/>
            <p:cNvSpPr/>
            <p:nvPr/>
          </p:nvSpPr>
          <p:spPr>
            <a:xfrm>
              <a:off x="8807527" y="4420299"/>
              <a:ext cx="36586" cy="36586"/>
            </a:xfrm>
            <a:prstGeom prst="ellipse">
              <a:avLst/>
            </a:prstGeom>
            <a:solidFill>
              <a:srgbClr val="7F3D2C">
                <a:alpha val="45098"/>
              </a:srgbClr>
            </a:solidFill>
          </p:spPr>
          <p:txBody>
            <a:bodyPr/>
            <a:lstStyle/>
            <a:p/>
          </p:txBody>
        </p:sp>
        <p:sp>
          <p:nvSpPr>
            <p:cNvPr id="92" name="pt91"/>
            <p:cNvSpPr/>
            <p:nvPr/>
          </p:nvSpPr>
          <p:spPr>
            <a:xfrm>
              <a:off x="5478498" y="5435765"/>
              <a:ext cx="36586" cy="36586"/>
            </a:xfrm>
            <a:prstGeom prst="ellipse">
              <a:avLst/>
            </a:prstGeom>
            <a:solidFill>
              <a:srgbClr val="806B3A">
                <a:alpha val="45098"/>
              </a:srgbClr>
            </a:solidFill>
          </p:spPr>
          <p:txBody>
            <a:bodyPr/>
            <a:lstStyle/>
            <a:p/>
          </p:txBody>
        </p:sp>
        <p:sp>
          <p:nvSpPr>
            <p:cNvPr id="93" name="pt92"/>
            <p:cNvSpPr/>
            <p:nvPr/>
          </p:nvSpPr>
          <p:spPr>
            <a:xfrm>
              <a:off x="5484195" y="5638858"/>
              <a:ext cx="36586" cy="36586"/>
            </a:xfrm>
            <a:prstGeom prst="ellipse">
              <a:avLst/>
            </a:prstGeom>
            <a:solidFill>
              <a:srgbClr val="806B3A">
                <a:alpha val="45098"/>
              </a:srgbClr>
            </a:solidFill>
          </p:spPr>
          <p:txBody>
            <a:bodyPr/>
            <a:lstStyle/>
            <a:p/>
          </p:txBody>
        </p:sp>
        <p:sp>
          <p:nvSpPr>
            <p:cNvPr id="94" name="pt93"/>
            <p:cNvSpPr/>
            <p:nvPr/>
          </p:nvSpPr>
          <p:spPr>
            <a:xfrm>
              <a:off x="3314194" y="4420299"/>
              <a:ext cx="36586" cy="36586"/>
            </a:xfrm>
            <a:prstGeom prst="ellipse">
              <a:avLst/>
            </a:prstGeom>
            <a:solidFill>
              <a:srgbClr val="17564E">
                <a:alpha val="45098"/>
              </a:srgbClr>
            </a:solidFill>
          </p:spPr>
          <p:txBody>
            <a:bodyPr/>
            <a:lstStyle/>
            <a:p/>
          </p:txBody>
        </p:sp>
        <p:sp>
          <p:nvSpPr>
            <p:cNvPr id="95" name="pt94"/>
            <p:cNvSpPr/>
            <p:nvPr/>
          </p:nvSpPr>
          <p:spPr>
            <a:xfrm>
              <a:off x="10533548" y="5029579"/>
              <a:ext cx="36586" cy="36586"/>
            </a:xfrm>
            <a:prstGeom prst="ellipse">
              <a:avLst/>
            </a:prstGeom>
            <a:solidFill>
              <a:srgbClr val="435657">
                <a:alpha val="45098"/>
              </a:srgbClr>
            </a:solidFill>
          </p:spPr>
          <p:txBody>
            <a:bodyPr/>
            <a:lstStyle/>
            <a:p/>
          </p:txBody>
        </p:sp>
        <p:sp>
          <p:nvSpPr>
            <p:cNvPr id="96" name="pt95"/>
            <p:cNvSpPr/>
            <p:nvPr/>
          </p:nvSpPr>
          <p:spPr>
            <a:xfrm>
              <a:off x="3538365" y="5435765"/>
              <a:ext cx="36586" cy="36586"/>
            </a:xfrm>
            <a:prstGeom prst="ellipse">
              <a:avLst/>
            </a:prstGeom>
            <a:solidFill>
              <a:srgbClr val="17564E">
                <a:alpha val="45098"/>
              </a:srgbClr>
            </a:solidFill>
          </p:spPr>
          <p:txBody>
            <a:bodyPr/>
            <a:lstStyle/>
            <a:p/>
          </p:txBody>
        </p:sp>
        <p:sp>
          <p:nvSpPr>
            <p:cNvPr id="97" name="pt96"/>
            <p:cNvSpPr/>
            <p:nvPr/>
          </p:nvSpPr>
          <p:spPr>
            <a:xfrm>
              <a:off x="6784249" y="5232672"/>
              <a:ext cx="36586" cy="36586"/>
            </a:xfrm>
            <a:prstGeom prst="ellipse">
              <a:avLst/>
            </a:prstGeom>
            <a:solidFill>
              <a:srgbClr val="865935">
                <a:alpha val="45098"/>
              </a:srgbClr>
            </a:solidFill>
          </p:spPr>
          <p:txBody>
            <a:bodyPr/>
            <a:lstStyle/>
            <a:p/>
          </p:txBody>
        </p:sp>
        <p:sp>
          <p:nvSpPr>
            <p:cNvPr id="98" name="pt97"/>
            <p:cNvSpPr/>
            <p:nvPr/>
          </p:nvSpPr>
          <p:spPr>
            <a:xfrm>
              <a:off x="8844386" y="5232672"/>
              <a:ext cx="36586" cy="36586"/>
            </a:xfrm>
            <a:prstGeom prst="ellipse">
              <a:avLst/>
            </a:prstGeom>
            <a:solidFill>
              <a:srgbClr val="7F3D2C">
                <a:alpha val="45098"/>
              </a:srgbClr>
            </a:solidFill>
          </p:spPr>
          <p:txBody>
            <a:bodyPr/>
            <a:lstStyle/>
            <a:p/>
          </p:txBody>
        </p:sp>
        <p:sp>
          <p:nvSpPr>
            <p:cNvPr id="99" name="pt98"/>
            <p:cNvSpPr/>
            <p:nvPr/>
          </p:nvSpPr>
          <p:spPr>
            <a:xfrm>
              <a:off x="6964436" y="4623392"/>
              <a:ext cx="36586" cy="36586"/>
            </a:xfrm>
            <a:prstGeom prst="ellipse">
              <a:avLst/>
            </a:prstGeom>
            <a:solidFill>
              <a:srgbClr val="865935">
                <a:alpha val="45098"/>
              </a:srgbClr>
            </a:solidFill>
          </p:spPr>
          <p:txBody>
            <a:bodyPr/>
            <a:lstStyle/>
            <a:p/>
          </p:txBody>
        </p:sp>
        <p:sp>
          <p:nvSpPr>
            <p:cNvPr id="100" name="pt99"/>
            <p:cNvSpPr/>
            <p:nvPr/>
          </p:nvSpPr>
          <p:spPr>
            <a:xfrm>
              <a:off x="5385736" y="4623392"/>
              <a:ext cx="36586" cy="36586"/>
            </a:xfrm>
            <a:prstGeom prst="ellipse">
              <a:avLst/>
            </a:prstGeom>
            <a:solidFill>
              <a:srgbClr val="806B3A">
                <a:alpha val="45098"/>
              </a:srgbClr>
            </a:solidFill>
          </p:spPr>
          <p:txBody>
            <a:bodyPr/>
            <a:lstStyle/>
            <a:p/>
          </p:txBody>
        </p:sp>
        <p:sp>
          <p:nvSpPr>
            <p:cNvPr id="101" name="pt100"/>
            <p:cNvSpPr/>
            <p:nvPr/>
          </p:nvSpPr>
          <p:spPr>
            <a:xfrm>
              <a:off x="1880553" y="4826486"/>
              <a:ext cx="36586" cy="36586"/>
            </a:xfrm>
            <a:prstGeom prst="ellipse">
              <a:avLst/>
            </a:prstGeom>
            <a:solidFill>
              <a:srgbClr val="062B4D">
                <a:alpha val="45098"/>
              </a:srgbClr>
            </a:solidFill>
          </p:spPr>
          <p:txBody>
            <a:bodyPr/>
            <a:lstStyle/>
            <a:p/>
          </p:txBody>
        </p:sp>
        <p:sp>
          <p:nvSpPr>
            <p:cNvPr id="102" name="pt101"/>
            <p:cNvSpPr/>
            <p:nvPr/>
          </p:nvSpPr>
          <p:spPr>
            <a:xfrm>
              <a:off x="1461177" y="4826486"/>
              <a:ext cx="36586" cy="36586"/>
            </a:xfrm>
            <a:prstGeom prst="ellipse">
              <a:avLst/>
            </a:prstGeom>
            <a:solidFill>
              <a:srgbClr val="062B4D">
                <a:alpha val="45098"/>
              </a:srgbClr>
            </a:solidFill>
          </p:spPr>
          <p:txBody>
            <a:bodyPr/>
            <a:lstStyle/>
            <a:p/>
          </p:txBody>
        </p:sp>
        <p:sp>
          <p:nvSpPr>
            <p:cNvPr id="103" name="pt102"/>
            <p:cNvSpPr/>
            <p:nvPr/>
          </p:nvSpPr>
          <p:spPr>
            <a:xfrm>
              <a:off x="7198104" y="5435765"/>
              <a:ext cx="36586" cy="36586"/>
            </a:xfrm>
            <a:prstGeom prst="ellipse">
              <a:avLst/>
            </a:prstGeom>
            <a:solidFill>
              <a:srgbClr val="865935">
                <a:alpha val="45098"/>
              </a:srgbClr>
            </a:solidFill>
          </p:spPr>
          <p:txBody>
            <a:bodyPr/>
            <a:lstStyle/>
            <a:p/>
          </p:txBody>
        </p:sp>
        <p:sp>
          <p:nvSpPr>
            <p:cNvPr id="104" name="pt103"/>
            <p:cNvSpPr/>
            <p:nvPr/>
          </p:nvSpPr>
          <p:spPr>
            <a:xfrm>
              <a:off x="3692112" y="5029579"/>
              <a:ext cx="36586" cy="36586"/>
            </a:xfrm>
            <a:prstGeom prst="ellipse">
              <a:avLst/>
            </a:prstGeom>
            <a:solidFill>
              <a:srgbClr val="17564E">
                <a:alpha val="45098"/>
              </a:srgbClr>
            </a:solidFill>
          </p:spPr>
          <p:txBody>
            <a:bodyPr/>
            <a:lstStyle/>
            <a:p/>
          </p:txBody>
        </p:sp>
        <p:sp>
          <p:nvSpPr>
            <p:cNvPr id="105" name="pt104"/>
            <p:cNvSpPr/>
            <p:nvPr/>
          </p:nvSpPr>
          <p:spPr>
            <a:xfrm>
              <a:off x="1902079" y="2186275"/>
              <a:ext cx="36586" cy="36586"/>
            </a:xfrm>
            <a:prstGeom prst="ellipse">
              <a:avLst/>
            </a:prstGeom>
            <a:solidFill>
              <a:srgbClr val="062B4D">
                <a:alpha val="45098"/>
              </a:srgbClr>
            </a:solidFill>
          </p:spPr>
          <p:txBody>
            <a:bodyPr/>
            <a:lstStyle/>
            <a:p/>
          </p:txBody>
        </p:sp>
        <p:sp>
          <p:nvSpPr>
            <p:cNvPr id="106" name="pt105"/>
            <p:cNvSpPr/>
            <p:nvPr/>
          </p:nvSpPr>
          <p:spPr>
            <a:xfrm>
              <a:off x="6860184" y="4014113"/>
              <a:ext cx="36586" cy="36586"/>
            </a:xfrm>
            <a:prstGeom prst="ellipse">
              <a:avLst/>
            </a:prstGeom>
            <a:solidFill>
              <a:srgbClr val="865935">
                <a:alpha val="45098"/>
              </a:srgbClr>
            </a:solidFill>
          </p:spPr>
          <p:txBody>
            <a:bodyPr/>
            <a:lstStyle/>
            <a:p/>
          </p:txBody>
        </p:sp>
        <p:sp>
          <p:nvSpPr>
            <p:cNvPr id="107" name="pt106"/>
            <p:cNvSpPr/>
            <p:nvPr/>
          </p:nvSpPr>
          <p:spPr>
            <a:xfrm>
              <a:off x="3521162" y="4826486"/>
              <a:ext cx="36586" cy="36586"/>
            </a:xfrm>
            <a:prstGeom prst="ellipse">
              <a:avLst/>
            </a:prstGeom>
            <a:solidFill>
              <a:srgbClr val="17564E">
                <a:alpha val="45098"/>
              </a:srgbClr>
            </a:solidFill>
          </p:spPr>
          <p:txBody>
            <a:bodyPr/>
            <a:lstStyle/>
            <a:p/>
          </p:txBody>
        </p:sp>
        <p:sp>
          <p:nvSpPr>
            <p:cNvPr id="108" name="pt107"/>
            <p:cNvSpPr/>
            <p:nvPr/>
          </p:nvSpPr>
          <p:spPr>
            <a:xfrm>
              <a:off x="7286877" y="5232672"/>
              <a:ext cx="36586" cy="36586"/>
            </a:xfrm>
            <a:prstGeom prst="ellipse">
              <a:avLst/>
            </a:prstGeom>
            <a:solidFill>
              <a:srgbClr val="865935">
                <a:alpha val="45098"/>
              </a:srgbClr>
            </a:solidFill>
          </p:spPr>
          <p:txBody>
            <a:bodyPr/>
            <a:lstStyle/>
            <a:p/>
          </p:txBody>
        </p:sp>
        <p:sp>
          <p:nvSpPr>
            <p:cNvPr id="109" name="pt108"/>
            <p:cNvSpPr/>
            <p:nvPr/>
          </p:nvSpPr>
          <p:spPr>
            <a:xfrm>
              <a:off x="3550996" y="5232672"/>
              <a:ext cx="36586" cy="36586"/>
            </a:xfrm>
            <a:prstGeom prst="ellipse">
              <a:avLst/>
            </a:prstGeom>
            <a:solidFill>
              <a:srgbClr val="17564E">
                <a:alpha val="45098"/>
              </a:srgbClr>
            </a:solidFill>
          </p:spPr>
          <p:txBody>
            <a:bodyPr/>
            <a:lstStyle/>
            <a:p/>
          </p:txBody>
        </p:sp>
        <p:sp>
          <p:nvSpPr>
            <p:cNvPr id="110" name="pt109"/>
            <p:cNvSpPr/>
            <p:nvPr/>
          </p:nvSpPr>
          <p:spPr>
            <a:xfrm>
              <a:off x="3366563" y="5232672"/>
              <a:ext cx="36586" cy="36586"/>
            </a:xfrm>
            <a:prstGeom prst="ellipse">
              <a:avLst/>
            </a:prstGeom>
            <a:solidFill>
              <a:srgbClr val="17564E">
                <a:alpha val="45098"/>
              </a:srgbClr>
            </a:solidFill>
          </p:spPr>
          <p:txBody>
            <a:bodyPr/>
            <a:lstStyle/>
            <a:p/>
          </p:txBody>
        </p:sp>
        <p:sp>
          <p:nvSpPr>
            <p:cNvPr id="111" name="pt110"/>
            <p:cNvSpPr/>
            <p:nvPr/>
          </p:nvSpPr>
          <p:spPr>
            <a:xfrm>
              <a:off x="8647645" y="4826486"/>
              <a:ext cx="36586" cy="36586"/>
            </a:xfrm>
            <a:prstGeom prst="ellipse">
              <a:avLst/>
            </a:prstGeom>
            <a:solidFill>
              <a:srgbClr val="7F3D2C">
                <a:alpha val="45098"/>
              </a:srgbClr>
            </a:solidFill>
          </p:spPr>
          <p:txBody>
            <a:bodyPr/>
            <a:lstStyle/>
            <a:p/>
          </p:txBody>
        </p:sp>
        <p:sp>
          <p:nvSpPr>
            <p:cNvPr id="112" name="pt111"/>
            <p:cNvSpPr/>
            <p:nvPr/>
          </p:nvSpPr>
          <p:spPr>
            <a:xfrm>
              <a:off x="1933090" y="4420299"/>
              <a:ext cx="36586" cy="36586"/>
            </a:xfrm>
            <a:prstGeom prst="ellipse">
              <a:avLst/>
            </a:prstGeom>
            <a:solidFill>
              <a:srgbClr val="062B4D">
                <a:alpha val="45098"/>
              </a:srgbClr>
            </a:solidFill>
          </p:spPr>
          <p:txBody>
            <a:bodyPr/>
            <a:lstStyle/>
            <a:p/>
          </p:txBody>
        </p:sp>
        <p:sp>
          <p:nvSpPr>
            <p:cNvPr id="113" name="pt112"/>
            <p:cNvSpPr/>
            <p:nvPr/>
          </p:nvSpPr>
          <p:spPr>
            <a:xfrm>
              <a:off x="1615673" y="4826486"/>
              <a:ext cx="36586" cy="36586"/>
            </a:xfrm>
            <a:prstGeom prst="ellipse">
              <a:avLst/>
            </a:prstGeom>
            <a:solidFill>
              <a:srgbClr val="062B4D">
                <a:alpha val="45098"/>
              </a:srgbClr>
            </a:solidFill>
          </p:spPr>
          <p:txBody>
            <a:bodyPr/>
            <a:lstStyle/>
            <a:p/>
          </p:txBody>
        </p:sp>
        <p:sp>
          <p:nvSpPr>
            <p:cNvPr id="114" name="pt113"/>
            <p:cNvSpPr/>
            <p:nvPr/>
          </p:nvSpPr>
          <p:spPr>
            <a:xfrm>
              <a:off x="10642440" y="5029579"/>
              <a:ext cx="36586" cy="36586"/>
            </a:xfrm>
            <a:prstGeom prst="ellipse">
              <a:avLst/>
            </a:prstGeom>
            <a:solidFill>
              <a:srgbClr val="435657">
                <a:alpha val="45098"/>
              </a:srgbClr>
            </a:solidFill>
          </p:spPr>
          <p:txBody>
            <a:bodyPr/>
            <a:lstStyle/>
            <a:p/>
          </p:txBody>
        </p:sp>
        <p:sp>
          <p:nvSpPr>
            <p:cNvPr id="115" name="pt114"/>
            <p:cNvSpPr/>
            <p:nvPr/>
          </p:nvSpPr>
          <p:spPr>
            <a:xfrm>
              <a:off x="1610556" y="5029579"/>
              <a:ext cx="36586" cy="36586"/>
            </a:xfrm>
            <a:prstGeom prst="ellipse">
              <a:avLst/>
            </a:prstGeom>
            <a:solidFill>
              <a:srgbClr val="062B4D">
                <a:alpha val="45098"/>
              </a:srgbClr>
            </a:solidFill>
          </p:spPr>
          <p:txBody>
            <a:bodyPr/>
            <a:lstStyle/>
            <a:p/>
          </p:txBody>
        </p:sp>
        <p:sp>
          <p:nvSpPr>
            <p:cNvPr id="116" name="pt115"/>
            <p:cNvSpPr/>
            <p:nvPr/>
          </p:nvSpPr>
          <p:spPr>
            <a:xfrm>
              <a:off x="6995354" y="5029579"/>
              <a:ext cx="36586" cy="36586"/>
            </a:xfrm>
            <a:prstGeom prst="ellipse">
              <a:avLst/>
            </a:prstGeom>
            <a:solidFill>
              <a:srgbClr val="865935">
                <a:alpha val="45098"/>
              </a:srgbClr>
            </a:solidFill>
          </p:spPr>
          <p:txBody>
            <a:bodyPr/>
            <a:lstStyle/>
            <a:p/>
          </p:txBody>
        </p:sp>
        <p:sp>
          <p:nvSpPr>
            <p:cNvPr id="117" name="pt116"/>
            <p:cNvSpPr/>
            <p:nvPr/>
          </p:nvSpPr>
          <p:spPr>
            <a:xfrm>
              <a:off x="3408340" y="5029579"/>
              <a:ext cx="36586" cy="36586"/>
            </a:xfrm>
            <a:prstGeom prst="ellipse">
              <a:avLst/>
            </a:prstGeom>
            <a:solidFill>
              <a:srgbClr val="17564E">
                <a:alpha val="45098"/>
              </a:srgbClr>
            </a:solidFill>
          </p:spPr>
          <p:txBody>
            <a:bodyPr/>
            <a:lstStyle/>
            <a:p/>
          </p:txBody>
        </p:sp>
        <p:sp>
          <p:nvSpPr>
            <p:cNvPr id="118" name="pt117"/>
            <p:cNvSpPr/>
            <p:nvPr/>
          </p:nvSpPr>
          <p:spPr>
            <a:xfrm>
              <a:off x="6931963" y="5232672"/>
              <a:ext cx="36586" cy="36586"/>
            </a:xfrm>
            <a:prstGeom prst="ellipse">
              <a:avLst/>
            </a:prstGeom>
            <a:solidFill>
              <a:srgbClr val="865935">
                <a:alpha val="45098"/>
              </a:srgbClr>
            </a:solidFill>
          </p:spPr>
          <p:txBody>
            <a:bodyPr/>
            <a:lstStyle/>
            <a:p/>
          </p:txBody>
        </p:sp>
        <p:sp>
          <p:nvSpPr>
            <p:cNvPr id="119" name="pt118"/>
            <p:cNvSpPr/>
            <p:nvPr/>
          </p:nvSpPr>
          <p:spPr>
            <a:xfrm>
              <a:off x="1565752" y="5435765"/>
              <a:ext cx="36586" cy="36586"/>
            </a:xfrm>
            <a:prstGeom prst="ellipse">
              <a:avLst/>
            </a:prstGeom>
            <a:solidFill>
              <a:srgbClr val="062B4D">
                <a:alpha val="45098"/>
              </a:srgbClr>
            </a:solidFill>
          </p:spPr>
          <p:txBody>
            <a:bodyPr/>
            <a:lstStyle/>
            <a:p/>
          </p:txBody>
        </p:sp>
        <p:sp>
          <p:nvSpPr>
            <p:cNvPr id="120" name="pt119"/>
            <p:cNvSpPr/>
            <p:nvPr/>
          </p:nvSpPr>
          <p:spPr>
            <a:xfrm>
              <a:off x="10788919" y="4623392"/>
              <a:ext cx="36586" cy="36586"/>
            </a:xfrm>
            <a:prstGeom prst="ellipse">
              <a:avLst/>
            </a:prstGeom>
            <a:solidFill>
              <a:srgbClr val="435657">
                <a:alpha val="45098"/>
              </a:srgbClr>
            </a:solidFill>
          </p:spPr>
          <p:txBody>
            <a:bodyPr/>
            <a:lstStyle/>
            <a:p/>
          </p:txBody>
        </p:sp>
        <p:sp>
          <p:nvSpPr>
            <p:cNvPr id="121" name="pt120"/>
            <p:cNvSpPr/>
            <p:nvPr/>
          </p:nvSpPr>
          <p:spPr>
            <a:xfrm>
              <a:off x="1717906" y="4420299"/>
              <a:ext cx="36586" cy="36586"/>
            </a:xfrm>
            <a:prstGeom prst="ellipse">
              <a:avLst/>
            </a:prstGeom>
            <a:solidFill>
              <a:srgbClr val="062B4D">
                <a:alpha val="45098"/>
              </a:srgbClr>
            </a:solidFill>
          </p:spPr>
          <p:txBody>
            <a:bodyPr/>
            <a:lstStyle/>
            <a:p/>
          </p:txBody>
        </p:sp>
        <p:sp>
          <p:nvSpPr>
            <p:cNvPr id="122" name="pt121"/>
            <p:cNvSpPr/>
            <p:nvPr/>
          </p:nvSpPr>
          <p:spPr>
            <a:xfrm>
              <a:off x="10623949" y="5029579"/>
              <a:ext cx="36586" cy="36586"/>
            </a:xfrm>
            <a:prstGeom prst="ellipse">
              <a:avLst/>
            </a:prstGeom>
            <a:solidFill>
              <a:srgbClr val="435657">
                <a:alpha val="45098"/>
              </a:srgbClr>
            </a:solidFill>
          </p:spPr>
          <p:txBody>
            <a:bodyPr/>
            <a:lstStyle/>
            <a:p/>
          </p:txBody>
        </p:sp>
        <p:sp>
          <p:nvSpPr>
            <p:cNvPr id="123" name="pt122"/>
            <p:cNvSpPr/>
            <p:nvPr/>
          </p:nvSpPr>
          <p:spPr>
            <a:xfrm>
              <a:off x="3609965" y="5435765"/>
              <a:ext cx="36586" cy="36586"/>
            </a:xfrm>
            <a:prstGeom prst="ellipse">
              <a:avLst/>
            </a:prstGeom>
            <a:solidFill>
              <a:srgbClr val="17564E">
                <a:alpha val="45098"/>
              </a:srgbClr>
            </a:solidFill>
          </p:spPr>
          <p:txBody>
            <a:bodyPr/>
            <a:lstStyle/>
            <a:p/>
          </p:txBody>
        </p:sp>
        <p:sp>
          <p:nvSpPr>
            <p:cNvPr id="124" name="pt123"/>
            <p:cNvSpPr/>
            <p:nvPr/>
          </p:nvSpPr>
          <p:spPr>
            <a:xfrm>
              <a:off x="3746291" y="5435765"/>
              <a:ext cx="36586" cy="36586"/>
            </a:xfrm>
            <a:prstGeom prst="ellipse">
              <a:avLst/>
            </a:prstGeom>
            <a:solidFill>
              <a:srgbClr val="17564E">
                <a:alpha val="45098"/>
              </a:srgbClr>
            </a:solidFill>
          </p:spPr>
          <p:txBody>
            <a:bodyPr/>
            <a:lstStyle/>
            <a:p/>
          </p:txBody>
        </p:sp>
        <p:sp>
          <p:nvSpPr>
            <p:cNvPr id="125" name="pt124"/>
            <p:cNvSpPr/>
            <p:nvPr/>
          </p:nvSpPr>
          <p:spPr>
            <a:xfrm>
              <a:off x="10614671" y="4826486"/>
              <a:ext cx="36586" cy="36586"/>
            </a:xfrm>
            <a:prstGeom prst="ellipse">
              <a:avLst/>
            </a:prstGeom>
            <a:solidFill>
              <a:srgbClr val="435657">
                <a:alpha val="45098"/>
              </a:srgbClr>
            </a:solidFill>
          </p:spPr>
          <p:txBody>
            <a:bodyPr/>
            <a:lstStyle/>
            <a:p/>
          </p:txBody>
        </p:sp>
        <p:sp>
          <p:nvSpPr>
            <p:cNvPr id="126" name="pt125"/>
            <p:cNvSpPr/>
            <p:nvPr/>
          </p:nvSpPr>
          <p:spPr>
            <a:xfrm>
              <a:off x="10389309" y="4826486"/>
              <a:ext cx="36586" cy="36586"/>
            </a:xfrm>
            <a:prstGeom prst="ellipse">
              <a:avLst/>
            </a:prstGeom>
            <a:solidFill>
              <a:srgbClr val="435657">
                <a:alpha val="45098"/>
              </a:srgbClr>
            </a:solidFill>
          </p:spPr>
          <p:txBody>
            <a:bodyPr/>
            <a:lstStyle/>
            <a:p/>
          </p:txBody>
        </p:sp>
        <p:sp>
          <p:nvSpPr>
            <p:cNvPr id="127" name="pt126"/>
            <p:cNvSpPr/>
            <p:nvPr/>
          </p:nvSpPr>
          <p:spPr>
            <a:xfrm>
              <a:off x="10645909" y="4826486"/>
              <a:ext cx="36586" cy="36586"/>
            </a:xfrm>
            <a:prstGeom prst="ellipse">
              <a:avLst/>
            </a:prstGeom>
            <a:solidFill>
              <a:srgbClr val="435657">
                <a:alpha val="45098"/>
              </a:srgbClr>
            </a:solidFill>
          </p:spPr>
          <p:txBody>
            <a:bodyPr/>
            <a:lstStyle/>
            <a:p/>
          </p:txBody>
        </p:sp>
        <p:sp>
          <p:nvSpPr>
            <p:cNvPr id="128" name="pt127"/>
            <p:cNvSpPr/>
            <p:nvPr/>
          </p:nvSpPr>
          <p:spPr>
            <a:xfrm>
              <a:off x="1845178" y="5232672"/>
              <a:ext cx="36586" cy="36586"/>
            </a:xfrm>
            <a:prstGeom prst="ellipse">
              <a:avLst/>
            </a:prstGeom>
            <a:solidFill>
              <a:srgbClr val="062B4D">
                <a:alpha val="45098"/>
              </a:srgbClr>
            </a:solidFill>
          </p:spPr>
          <p:txBody>
            <a:bodyPr/>
            <a:lstStyle/>
            <a:p/>
          </p:txBody>
        </p:sp>
        <p:sp>
          <p:nvSpPr>
            <p:cNvPr id="129" name="pt128"/>
            <p:cNvSpPr/>
            <p:nvPr/>
          </p:nvSpPr>
          <p:spPr>
            <a:xfrm>
              <a:off x="7300018" y="3404834"/>
              <a:ext cx="36586" cy="36586"/>
            </a:xfrm>
            <a:prstGeom prst="ellipse">
              <a:avLst/>
            </a:prstGeom>
            <a:solidFill>
              <a:srgbClr val="865935">
                <a:alpha val="45098"/>
              </a:srgbClr>
            </a:solidFill>
          </p:spPr>
          <p:txBody>
            <a:bodyPr/>
            <a:lstStyle/>
            <a:p/>
          </p:txBody>
        </p:sp>
        <p:sp>
          <p:nvSpPr>
            <p:cNvPr id="130" name="pt129"/>
            <p:cNvSpPr/>
            <p:nvPr/>
          </p:nvSpPr>
          <p:spPr>
            <a:xfrm>
              <a:off x="10390605" y="4420299"/>
              <a:ext cx="36586" cy="36586"/>
            </a:xfrm>
            <a:prstGeom prst="ellipse">
              <a:avLst/>
            </a:prstGeom>
            <a:solidFill>
              <a:srgbClr val="435657">
                <a:alpha val="45098"/>
              </a:srgbClr>
            </a:solidFill>
          </p:spPr>
          <p:txBody>
            <a:bodyPr/>
            <a:lstStyle/>
            <a:p/>
          </p:txBody>
        </p:sp>
        <p:sp>
          <p:nvSpPr>
            <p:cNvPr id="131" name="pt130"/>
            <p:cNvSpPr/>
            <p:nvPr/>
          </p:nvSpPr>
          <p:spPr>
            <a:xfrm>
              <a:off x="1515394" y="5029579"/>
              <a:ext cx="36586" cy="36586"/>
            </a:xfrm>
            <a:prstGeom prst="ellipse">
              <a:avLst/>
            </a:prstGeom>
            <a:solidFill>
              <a:srgbClr val="062B4D">
                <a:alpha val="45098"/>
              </a:srgbClr>
            </a:solidFill>
          </p:spPr>
          <p:txBody>
            <a:bodyPr/>
            <a:lstStyle/>
            <a:p/>
          </p:txBody>
        </p:sp>
        <p:sp>
          <p:nvSpPr>
            <p:cNvPr id="132" name="pt131"/>
            <p:cNvSpPr/>
            <p:nvPr/>
          </p:nvSpPr>
          <p:spPr>
            <a:xfrm>
              <a:off x="5017783" y="5638858"/>
              <a:ext cx="36586" cy="36586"/>
            </a:xfrm>
            <a:prstGeom prst="ellipse">
              <a:avLst/>
            </a:prstGeom>
            <a:solidFill>
              <a:srgbClr val="806B3A">
                <a:alpha val="45098"/>
              </a:srgbClr>
            </a:solidFill>
          </p:spPr>
          <p:txBody>
            <a:bodyPr/>
            <a:lstStyle/>
            <a:p/>
          </p:txBody>
        </p:sp>
        <p:sp>
          <p:nvSpPr>
            <p:cNvPr id="133" name="pt132"/>
            <p:cNvSpPr/>
            <p:nvPr/>
          </p:nvSpPr>
          <p:spPr>
            <a:xfrm>
              <a:off x="5341129" y="5029579"/>
              <a:ext cx="36586" cy="36586"/>
            </a:xfrm>
            <a:prstGeom prst="ellipse">
              <a:avLst/>
            </a:prstGeom>
            <a:solidFill>
              <a:srgbClr val="806B3A">
                <a:alpha val="45098"/>
              </a:srgbClr>
            </a:solidFill>
          </p:spPr>
          <p:txBody>
            <a:bodyPr/>
            <a:lstStyle/>
            <a:p/>
          </p:txBody>
        </p:sp>
        <p:sp>
          <p:nvSpPr>
            <p:cNvPr id="134" name="pt133"/>
            <p:cNvSpPr/>
            <p:nvPr/>
          </p:nvSpPr>
          <p:spPr>
            <a:xfrm>
              <a:off x="1436302" y="1373902"/>
              <a:ext cx="36586" cy="36586"/>
            </a:xfrm>
            <a:prstGeom prst="ellipse">
              <a:avLst/>
            </a:prstGeom>
            <a:solidFill>
              <a:srgbClr val="062B4D">
                <a:alpha val="45098"/>
              </a:srgbClr>
            </a:solidFill>
          </p:spPr>
          <p:txBody>
            <a:bodyPr/>
            <a:lstStyle/>
            <a:p/>
          </p:txBody>
        </p:sp>
        <p:sp>
          <p:nvSpPr>
            <p:cNvPr id="135" name="pt134"/>
            <p:cNvSpPr/>
            <p:nvPr/>
          </p:nvSpPr>
          <p:spPr>
            <a:xfrm>
              <a:off x="10529962" y="3811020"/>
              <a:ext cx="36586" cy="36586"/>
            </a:xfrm>
            <a:prstGeom prst="ellipse">
              <a:avLst/>
            </a:prstGeom>
            <a:solidFill>
              <a:srgbClr val="435657">
                <a:alpha val="45098"/>
              </a:srgbClr>
            </a:solidFill>
          </p:spPr>
          <p:txBody>
            <a:bodyPr/>
            <a:lstStyle/>
            <a:p/>
          </p:txBody>
        </p:sp>
        <p:sp>
          <p:nvSpPr>
            <p:cNvPr id="136" name="pt135"/>
            <p:cNvSpPr/>
            <p:nvPr/>
          </p:nvSpPr>
          <p:spPr>
            <a:xfrm>
              <a:off x="10407400" y="4014113"/>
              <a:ext cx="36586" cy="36586"/>
            </a:xfrm>
            <a:prstGeom prst="ellipse">
              <a:avLst/>
            </a:prstGeom>
            <a:solidFill>
              <a:srgbClr val="435657">
                <a:alpha val="45098"/>
              </a:srgbClr>
            </a:solidFill>
          </p:spPr>
          <p:txBody>
            <a:bodyPr/>
            <a:lstStyle/>
            <a:p/>
          </p:txBody>
        </p:sp>
        <p:sp>
          <p:nvSpPr>
            <p:cNvPr id="137" name="pt136"/>
            <p:cNvSpPr/>
            <p:nvPr/>
          </p:nvSpPr>
          <p:spPr>
            <a:xfrm>
              <a:off x="5350095" y="5435765"/>
              <a:ext cx="36586" cy="36586"/>
            </a:xfrm>
            <a:prstGeom prst="ellipse">
              <a:avLst/>
            </a:prstGeom>
            <a:solidFill>
              <a:srgbClr val="806B3A">
                <a:alpha val="45098"/>
              </a:srgbClr>
            </a:solidFill>
          </p:spPr>
          <p:txBody>
            <a:bodyPr/>
            <a:lstStyle/>
            <a:p/>
          </p:txBody>
        </p:sp>
        <p:sp>
          <p:nvSpPr>
            <p:cNvPr id="138" name="pt137"/>
            <p:cNvSpPr/>
            <p:nvPr/>
          </p:nvSpPr>
          <p:spPr>
            <a:xfrm>
              <a:off x="10581664" y="5029579"/>
              <a:ext cx="36586" cy="36586"/>
            </a:xfrm>
            <a:prstGeom prst="ellipse">
              <a:avLst/>
            </a:prstGeom>
            <a:solidFill>
              <a:srgbClr val="435657">
                <a:alpha val="45098"/>
              </a:srgbClr>
            </a:solidFill>
          </p:spPr>
          <p:txBody>
            <a:bodyPr/>
            <a:lstStyle/>
            <a:p/>
          </p:txBody>
        </p:sp>
        <p:sp>
          <p:nvSpPr>
            <p:cNvPr id="139" name="pt138"/>
            <p:cNvSpPr/>
            <p:nvPr/>
          </p:nvSpPr>
          <p:spPr>
            <a:xfrm>
              <a:off x="1722356" y="5029579"/>
              <a:ext cx="36586" cy="36586"/>
            </a:xfrm>
            <a:prstGeom prst="ellipse">
              <a:avLst/>
            </a:prstGeom>
            <a:solidFill>
              <a:srgbClr val="062B4D">
                <a:alpha val="45098"/>
              </a:srgbClr>
            </a:solidFill>
          </p:spPr>
          <p:txBody>
            <a:bodyPr/>
            <a:lstStyle/>
            <a:p/>
          </p:txBody>
        </p:sp>
        <p:sp>
          <p:nvSpPr>
            <p:cNvPr id="140" name="pt139"/>
            <p:cNvSpPr/>
            <p:nvPr/>
          </p:nvSpPr>
          <p:spPr>
            <a:xfrm>
              <a:off x="1666638" y="5029579"/>
              <a:ext cx="36586" cy="36586"/>
            </a:xfrm>
            <a:prstGeom prst="ellipse">
              <a:avLst/>
            </a:prstGeom>
            <a:solidFill>
              <a:srgbClr val="062B4D">
                <a:alpha val="45098"/>
              </a:srgbClr>
            </a:solidFill>
          </p:spPr>
          <p:txBody>
            <a:bodyPr/>
            <a:lstStyle/>
            <a:p/>
          </p:txBody>
        </p:sp>
        <p:sp>
          <p:nvSpPr>
            <p:cNvPr id="141" name="pt140"/>
            <p:cNvSpPr/>
            <p:nvPr/>
          </p:nvSpPr>
          <p:spPr>
            <a:xfrm>
              <a:off x="1808203" y="5232672"/>
              <a:ext cx="36586" cy="36586"/>
            </a:xfrm>
            <a:prstGeom prst="ellipse">
              <a:avLst/>
            </a:prstGeom>
            <a:solidFill>
              <a:srgbClr val="062B4D">
                <a:alpha val="45098"/>
              </a:srgbClr>
            </a:solidFill>
          </p:spPr>
          <p:txBody>
            <a:bodyPr/>
            <a:lstStyle/>
            <a:p/>
          </p:txBody>
        </p:sp>
        <p:sp>
          <p:nvSpPr>
            <p:cNvPr id="142" name="pt141"/>
            <p:cNvSpPr/>
            <p:nvPr/>
          </p:nvSpPr>
          <p:spPr>
            <a:xfrm>
              <a:off x="7225384" y="4420299"/>
              <a:ext cx="36586" cy="36586"/>
            </a:xfrm>
            <a:prstGeom prst="ellipse">
              <a:avLst/>
            </a:prstGeom>
            <a:solidFill>
              <a:srgbClr val="865935">
                <a:alpha val="45098"/>
              </a:srgbClr>
            </a:solidFill>
          </p:spPr>
          <p:txBody>
            <a:bodyPr/>
            <a:lstStyle/>
            <a:p/>
          </p:txBody>
        </p:sp>
        <p:sp>
          <p:nvSpPr>
            <p:cNvPr id="143" name="pt142"/>
            <p:cNvSpPr/>
            <p:nvPr/>
          </p:nvSpPr>
          <p:spPr>
            <a:xfrm>
              <a:off x="8627540" y="5435765"/>
              <a:ext cx="36586" cy="36586"/>
            </a:xfrm>
            <a:prstGeom prst="ellipse">
              <a:avLst/>
            </a:prstGeom>
            <a:solidFill>
              <a:srgbClr val="7F3D2C">
                <a:alpha val="45098"/>
              </a:srgbClr>
            </a:solidFill>
          </p:spPr>
          <p:txBody>
            <a:bodyPr/>
            <a:lstStyle/>
            <a:p/>
          </p:txBody>
        </p:sp>
        <p:sp>
          <p:nvSpPr>
            <p:cNvPr id="144" name="pt143"/>
            <p:cNvSpPr/>
            <p:nvPr/>
          </p:nvSpPr>
          <p:spPr>
            <a:xfrm>
              <a:off x="10774753" y="4014113"/>
              <a:ext cx="36586" cy="36586"/>
            </a:xfrm>
            <a:prstGeom prst="ellipse">
              <a:avLst/>
            </a:prstGeom>
            <a:solidFill>
              <a:srgbClr val="435657">
                <a:alpha val="45098"/>
              </a:srgbClr>
            </a:solidFill>
          </p:spPr>
          <p:txBody>
            <a:bodyPr/>
            <a:lstStyle/>
            <a:p/>
          </p:txBody>
        </p:sp>
        <p:sp>
          <p:nvSpPr>
            <p:cNvPr id="145" name="pt144"/>
            <p:cNvSpPr/>
            <p:nvPr/>
          </p:nvSpPr>
          <p:spPr>
            <a:xfrm>
              <a:off x="8754748" y="4420299"/>
              <a:ext cx="36586" cy="36586"/>
            </a:xfrm>
            <a:prstGeom prst="ellipse">
              <a:avLst/>
            </a:prstGeom>
            <a:solidFill>
              <a:srgbClr val="7F3D2C">
                <a:alpha val="45098"/>
              </a:srgbClr>
            </a:solidFill>
          </p:spPr>
          <p:txBody>
            <a:bodyPr/>
            <a:lstStyle/>
            <a:p/>
          </p:txBody>
        </p:sp>
        <p:sp>
          <p:nvSpPr>
            <p:cNvPr id="146" name="pt145"/>
            <p:cNvSpPr/>
            <p:nvPr/>
          </p:nvSpPr>
          <p:spPr>
            <a:xfrm>
              <a:off x="1732373" y="5435765"/>
              <a:ext cx="36586" cy="36586"/>
            </a:xfrm>
            <a:prstGeom prst="ellipse">
              <a:avLst/>
            </a:prstGeom>
            <a:solidFill>
              <a:srgbClr val="062B4D">
                <a:alpha val="45098"/>
              </a:srgbClr>
            </a:solidFill>
          </p:spPr>
          <p:txBody>
            <a:bodyPr/>
            <a:lstStyle/>
            <a:p/>
          </p:txBody>
        </p:sp>
        <p:sp>
          <p:nvSpPr>
            <p:cNvPr id="147" name="pt146"/>
            <p:cNvSpPr/>
            <p:nvPr/>
          </p:nvSpPr>
          <p:spPr>
            <a:xfrm>
              <a:off x="3325430" y="5435765"/>
              <a:ext cx="36586" cy="36586"/>
            </a:xfrm>
            <a:prstGeom prst="ellipse">
              <a:avLst/>
            </a:prstGeom>
            <a:solidFill>
              <a:srgbClr val="17564E">
                <a:alpha val="45098"/>
              </a:srgbClr>
            </a:solidFill>
          </p:spPr>
          <p:txBody>
            <a:bodyPr/>
            <a:lstStyle/>
            <a:p/>
          </p:txBody>
        </p:sp>
        <p:sp>
          <p:nvSpPr>
            <p:cNvPr id="148" name="pt147"/>
            <p:cNvSpPr/>
            <p:nvPr/>
          </p:nvSpPr>
          <p:spPr>
            <a:xfrm>
              <a:off x="5177111" y="5435765"/>
              <a:ext cx="36586" cy="36586"/>
            </a:xfrm>
            <a:prstGeom prst="ellipse">
              <a:avLst/>
            </a:prstGeom>
            <a:solidFill>
              <a:srgbClr val="806B3A">
                <a:alpha val="45098"/>
              </a:srgbClr>
            </a:solidFill>
          </p:spPr>
          <p:txBody>
            <a:bodyPr/>
            <a:lstStyle/>
            <a:p/>
          </p:txBody>
        </p:sp>
        <p:sp>
          <p:nvSpPr>
            <p:cNvPr id="149" name="pt148"/>
            <p:cNvSpPr/>
            <p:nvPr/>
          </p:nvSpPr>
          <p:spPr>
            <a:xfrm>
              <a:off x="3633939" y="5435765"/>
              <a:ext cx="36586" cy="36586"/>
            </a:xfrm>
            <a:prstGeom prst="ellipse">
              <a:avLst/>
            </a:prstGeom>
            <a:solidFill>
              <a:srgbClr val="17564E">
                <a:alpha val="45098"/>
              </a:srgbClr>
            </a:solidFill>
          </p:spPr>
          <p:txBody>
            <a:bodyPr/>
            <a:lstStyle/>
            <a:p/>
          </p:txBody>
        </p:sp>
        <p:sp>
          <p:nvSpPr>
            <p:cNvPr id="150" name="pt149"/>
            <p:cNvSpPr/>
            <p:nvPr/>
          </p:nvSpPr>
          <p:spPr>
            <a:xfrm>
              <a:off x="5334131" y="5638858"/>
              <a:ext cx="36586" cy="36586"/>
            </a:xfrm>
            <a:prstGeom prst="ellipse">
              <a:avLst/>
            </a:prstGeom>
            <a:solidFill>
              <a:srgbClr val="806B3A">
                <a:alpha val="45098"/>
              </a:srgbClr>
            </a:solidFill>
          </p:spPr>
          <p:txBody>
            <a:bodyPr/>
            <a:lstStyle/>
            <a:p/>
          </p:txBody>
        </p:sp>
        <p:sp>
          <p:nvSpPr>
            <p:cNvPr id="151" name="pt150"/>
            <p:cNvSpPr/>
            <p:nvPr/>
          </p:nvSpPr>
          <p:spPr>
            <a:xfrm>
              <a:off x="5021516" y="5638858"/>
              <a:ext cx="36586" cy="36586"/>
            </a:xfrm>
            <a:prstGeom prst="ellipse">
              <a:avLst/>
            </a:prstGeom>
            <a:solidFill>
              <a:srgbClr val="806B3A">
                <a:alpha val="45098"/>
              </a:srgbClr>
            </a:solidFill>
          </p:spPr>
          <p:txBody>
            <a:bodyPr/>
            <a:lstStyle/>
            <a:p/>
          </p:txBody>
        </p:sp>
        <p:sp>
          <p:nvSpPr>
            <p:cNvPr id="152" name="pt151"/>
            <p:cNvSpPr/>
            <p:nvPr/>
          </p:nvSpPr>
          <p:spPr>
            <a:xfrm>
              <a:off x="3213186" y="3607927"/>
              <a:ext cx="36586" cy="36586"/>
            </a:xfrm>
            <a:prstGeom prst="ellipse">
              <a:avLst/>
            </a:prstGeom>
            <a:solidFill>
              <a:srgbClr val="17564E">
                <a:alpha val="45098"/>
              </a:srgbClr>
            </a:solidFill>
          </p:spPr>
          <p:txBody>
            <a:bodyPr/>
            <a:lstStyle/>
            <a:p/>
          </p:txBody>
        </p:sp>
        <p:sp>
          <p:nvSpPr>
            <p:cNvPr id="153" name="pt152"/>
            <p:cNvSpPr/>
            <p:nvPr/>
          </p:nvSpPr>
          <p:spPr>
            <a:xfrm>
              <a:off x="1585667" y="3404834"/>
              <a:ext cx="36586" cy="36586"/>
            </a:xfrm>
            <a:prstGeom prst="ellipse">
              <a:avLst/>
            </a:prstGeom>
            <a:solidFill>
              <a:srgbClr val="062B4D">
                <a:alpha val="45098"/>
              </a:srgbClr>
            </a:solidFill>
          </p:spPr>
          <p:txBody>
            <a:bodyPr/>
            <a:lstStyle/>
            <a:p/>
          </p:txBody>
        </p:sp>
        <p:sp>
          <p:nvSpPr>
            <p:cNvPr id="154" name="pt153"/>
            <p:cNvSpPr/>
            <p:nvPr/>
          </p:nvSpPr>
          <p:spPr>
            <a:xfrm>
              <a:off x="5358821" y="5232672"/>
              <a:ext cx="36586" cy="36586"/>
            </a:xfrm>
            <a:prstGeom prst="ellipse">
              <a:avLst/>
            </a:prstGeom>
            <a:solidFill>
              <a:srgbClr val="806B3A">
                <a:alpha val="45098"/>
              </a:srgbClr>
            </a:solidFill>
          </p:spPr>
          <p:txBody>
            <a:bodyPr/>
            <a:lstStyle/>
            <a:p/>
          </p:txBody>
        </p:sp>
        <p:sp>
          <p:nvSpPr>
            <p:cNvPr id="155" name="pt154"/>
            <p:cNvSpPr/>
            <p:nvPr/>
          </p:nvSpPr>
          <p:spPr>
            <a:xfrm>
              <a:off x="3490189" y="5435765"/>
              <a:ext cx="36586" cy="36586"/>
            </a:xfrm>
            <a:prstGeom prst="ellipse">
              <a:avLst/>
            </a:prstGeom>
            <a:solidFill>
              <a:srgbClr val="17564E">
                <a:alpha val="45098"/>
              </a:srgbClr>
            </a:solidFill>
          </p:spPr>
          <p:txBody>
            <a:bodyPr/>
            <a:lstStyle/>
            <a:p/>
          </p:txBody>
        </p:sp>
        <p:sp>
          <p:nvSpPr>
            <p:cNvPr id="156" name="pt155"/>
            <p:cNvSpPr/>
            <p:nvPr/>
          </p:nvSpPr>
          <p:spPr>
            <a:xfrm>
              <a:off x="3323230" y="3811020"/>
              <a:ext cx="36586" cy="36586"/>
            </a:xfrm>
            <a:prstGeom prst="ellipse">
              <a:avLst/>
            </a:prstGeom>
            <a:solidFill>
              <a:srgbClr val="17564E">
                <a:alpha val="45098"/>
              </a:srgbClr>
            </a:solidFill>
          </p:spPr>
          <p:txBody>
            <a:bodyPr/>
            <a:lstStyle/>
            <a:p/>
          </p:txBody>
        </p:sp>
        <p:sp>
          <p:nvSpPr>
            <p:cNvPr id="157" name="pt156"/>
            <p:cNvSpPr/>
            <p:nvPr/>
          </p:nvSpPr>
          <p:spPr>
            <a:xfrm>
              <a:off x="7050579" y="5232672"/>
              <a:ext cx="36586" cy="36586"/>
            </a:xfrm>
            <a:prstGeom prst="ellipse">
              <a:avLst/>
            </a:prstGeom>
            <a:solidFill>
              <a:srgbClr val="865935">
                <a:alpha val="45098"/>
              </a:srgbClr>
            </a:solidFill>
          </p:spPr>
          <p:txBody>
            <a:bodyPr/>
            <a:lstStyle/>
            <a:p/>
          </p:txBody>
        </p:sp>
        <p:sp>
          <p:nvSpPr>
            <p:cNvPr id="158" name="pt157"/>
            <p:cNvSpPr/>
            <p:nvPr/>
          </p:nvSpPr>
          <p:spPr>
            <a:xfrm>
              <a:off x="10738502" y="5029579"/>
              <a:ext cx="36586" cy="36586"/>
            </a:xfrm>
            <a:prstGeom prst="ellipse">
              <a:avLst/>
            </a:prstGeom>
            <a:solidFill>
              <a:srgbClr val="435657">
                <a:alpha val="45098"/>
              </a:srgbClr>
            </a:solidFill>
          </p:spPr>
          <p:txBody>
            <a:bodyPr/>
            <a:lstStyle/>
            <a:p/>
          </p:txBody>
        </p:sp>
        <p:sp>
          <p:nvSpPr>
            <p:cNvPr id="159" name="pt158"/>
            <p:cNvSpPr/>
            <p:nvPr/>
          </p:nvSpPr>
          <p:spPr>
            <a:xfrm>
              <a:off x="10692674" y="4826486"/>
              <a:ext cx="36586" cy="36586"/>
            </a:xfrm>
            <a:prstGeom prst="ellipse">
              <a:avLst/>
            </a:prstGeom>
            <a:solidFill>
              <a:srgbClr val="435657">
                <a:alpha val="45098"/>
              </a:srgbClr>
            </a:solidFill>
          </p:spPr>
          <p:txBody>
            <a:bodyPr/>
            <a:lstStyle/>
            <a:p/>
          </p:txBody>
        </p:sp>
        <p:sp>
          <p:nvSpPr>
            <p:cNvPr id="160" name="pt159"/>
            <p:cNvSpPr/>
            <p:nvPr/>
          </p:nvSpPr>
          <p:spPr>
            <a:xfrm>
              <a:off x="1865878" y="5232672"/>
              <a:ext cx="36586" cy="36586"/>
            </a:xfrm>
            <a:prstGeom prst="ellipse">
              <a:avLst/>
            </a:prstGeom>
            <a:solidFill>
              <a:srgbClr val="062B4D">
                <a:alpha val="45098"/>
              </a:srgbClr>
            </a:solidFill>
          </p:spPr>
          <p:txBody>
            <a:bodyPr/>
            <a:lstStyle/>
            <a:p/>
          </p:txBody>
        </p:sp>
        <p:sp>
          <p:nvSpPr>
            <p:cNvPr id="161" name="pt160"/>
            <p:cNvSpPr/>
            <p:nvPr/>
          </p:nvSpPr>
          <p:spPr>
            <a:xfrm>
              <a:off x="6936452" y="5232672"/>
              <a:ext cx="36586" cy="36586"/>
            </a:xfrm>
            <a:prstGeom prst="ellipse">
              <a:avLst/>
            </a:prstGeom>
            <a:solidFill>
              <a:srgbClr val="865935">
                <a:alpha val="45098"/>
              </a:srgbClr>
            </a:solidFill>
          </p:spPr>
          <p:txBody>
            <a:bodyPr/>
            <a:lstStyle/>
            <a:p/>
          </p:txBody>
        </p:sp>
        <p:sp>
          <p:nvSpPr>
            <p:cNvPr id="162" name="pt161"/>
            <p:cNvSpPr/>
            <p:nvPr/>
          </p:nvSpPr>
          <p:spPr>
            <a:xfrm>
              <a:off x="10560179" y="4623392"/>
              <a:ext cx="36586" cy="36586"/>
            </a:xfrm>
            <a:prstGeom prst="ellipse">
              <a:avLst/>
            </a:prstGeom>
            <a:solidFill>
              <a:srgbClr val="435657">
                <a:alpha val="45098"/>
              </a:srgbClr>
            </a:solidFill>
          </p:spPr>
          <p:txBody>
            <a:bodyPr/>
            <a:lstStyle/>
            <a:p/>
          </p:txBody>
        </p:sp>
        <p:sp>
          <p:nvSpPr>
            <p:cNvPr id="163" name="pt162"/>
            <p:cNvSpPr/>
            <p:nvPr/>
          </p:nvSpPr>
          <p:spPr>
            <a:xfrm>
              <a:off x="10651980" y="4826486"/>
              <a:ext cx="36586" cy="36586"/>
            </a:xfrm>
            <a:prstGeom prst="ellipse">
              <a:avLst/>
            </a:prstGeom>
            <a:solidFill>
              <a:srgbClr val="435657">
                <a:alpha val="45098"/>
              </a:srgbClr>
            </a:solidFill>
          </p:spPr>
          <p:txBody>
            <a:bodyPr/>
            <a:lstStyle/>
            <a:p/>
          </p:txBody>
        </p:sp>
        <p:sp>
          <p:nvSpPr>
            <p:cNvPr id="164" name="pt163"/>
            <p:cNvSpPr/>
            <p:nvPr/>
          </p:nvSpPr>
          <p:spPr>
            <a:xfrm>
              <a:off x="7220318" y="4826486"/>
              <a:ext cx="36586" cy="36586"/>
            </a:xfrm>
            <a:prstGeom prst="ellipse">
              <a:avLst/>
            </a:prstGeom>
            <a:solidFill>
              <a:srgbClr val="865935">
                <a:alpha val="45098"/>
              </a:srgbClr>
            </a:solidFill>
          </p:spPr>
          <p:txBody>
            <a:bodyPr/>
            <a:lstStyle/>
            <a:p/>
          </p:txBody>
        </p:sp>
        <p:sp>
          <p:nvSpPr>
            <p:cNvPr id="165" name="pt164"/>
            <p:cNvSpPr/>
            <p:nvPr/>
          </p:nvSpPr>
          <p:spPr>
            <a:xfrm>
              <a:off x="7018471" y="4420299"/>
              <a:ext cx="36586" cy="36586"/>
            </a:xfrm>
            <a:prstGeom prst="ellipse">
              <a:avLst/>
            </a:prstGeom>
            <a:solidFill>
              <a:srgbClr val="865935">
                <a:alpha val="45098"/>
              </a:srgbClr>
            </a:solidFill>
          </p:spPr>
          <p:txBody>
            <a:bodyPr/>
            <a:lstStyle/>
            <a:p/>
          </p:txBody>
        </p:sp>
        <p:sp>
          <p:nvSpPr>
            <p:cNvPr id="166" name="pt165"/>
            <p:cNvSpPr/>
            <p:nvPr/>
          </p:nvSpPr>
          <p:spPr>
            <a:xfrm>
              <a:off x="1554589" y="4826486"/>
              <a:ext cx="36586" cy="36586"/>
            </a:xfrm>
            <a:prstGeom prst="ellipse">
              <a:avLst/>
            </a:prstGeom>
            <a:solidFill>
              <a:srgbClr val="062B4D">
                <a:alpha val="45098"/>
              </a:srgbClr>
            </a:solidFill>
          </p:spPr>
          <p:txBody>
            <a:bodyPr/>
            <a:lstStyle/>
            <a:p/>
          </p:txBody>
        </p:sp>
        <p:sp>
          <p:nvSpPr>
            <p:cNvPr id="167" name="pt166"/>
            <p:cNvSpPr/>
            <p:nvPr/>
          </p:nvSpPr>
          <p:spPr>
            <a:xfrm>
              <a:off x="10559178" y="5029579"/>
              <a:ext cx="36586" cy="36586"/>
            </a:xfrm>
            <a:prstGeom prst="ellipse">
              <a:avLst/>
            </a:prstGeom>
            <a:solidFill>
              <a:srgbClr val="435657">
                <a:alpha val="45098"/>
              </a:srgbClr>
            </a:solidFill>
          </p:spPr>
          <p:txBody>
            <a:bodyPr/>
            <a:lstStyle/>
            <a:p/>
          </p:txBody>
        </p:sp>
        <p:sp>
          <p:nvSpPr>
            <p:cNvPr id="168" name="pt167"/>
            <p:cNvSpPr/>
            <p:nvPr/>
          </p:nvSpPr>
          <p:spPr>
            <a:xfrm>
              <a:off x="1456947" y="5029579"/>
              <a:ext cx="36586" cy="36586"/>
            </a:xfrm>
            <a:prstGeom prst="ellipse">
              <a:avLst/>
            </a:prstGeom>
            <a:solidFill>
              <a:srgbClr val="062B4D">
                <a:alpha val="45098"/>
              </a:srgbClr>
            </a:solidFill>
          </p:spPr>
          <p:txBody>
            <a:bodyPr/>
            <a:lstStyle/>
            <a:p/>
          </p:txBody>
        </p:sp>
        <p:sp>
          <p:nvSpPr>
            <p:cNvPr id="169" name="pt168"/>
            <p:cNvSpPr/>
            <p:nvPr/>
          </p:nvSpPr>
          <p:spPr>
            <a:xfrm>
              <a:off x="10570734" y="4826486"/>
              <a:ext cx="36586" cy="36586"/>
            </a:xfrm>
            <a:prstGeom prst="ellipse">
              <a:avLst/>
            </a:prstGeom>
            <a:solidFill>
              <a:srgbClr val="435657">
                <a:alpha val="45098"/>
              </a:srgbClr>
            </a:solidFill>
          </p:spPr>
          <p:txBody>
            <a:bodyPr/>
            <a:lstStyle/>
            <a:p/>
          </p:txBody>
        </p:sp>
        <p:sp>
          <p:nvSpPr>
            <p:cNvPr id="170" name="pt169"/>
            <p:cNvSpPr/>
            <p:nvPr/>
          </p:nvSpPr>
          <p:spPr>
            <a:xfrm>
              <a:off x="1701608" y="5232672"/>
              <a:ext cx="36586" cy="36586"/>
            </a:xfrm>
            <a:prstGeom prst="ellipse">
              <a:avLst/>
            </a:prstGeom>
            <a:solidFill>
              <a:srgbClr val="062B4D">
                <a:alpha val="45098"/>
              </a:srgbClr>
            </a:solidFill>
          </p:spPr>
          <p:txBody>
            <a:bodyPr/>
            <a:lstStyle/>
            <a:p/>
          </p:txBody>
        </p:sp>
        <p:sp>
          <p:nvSpPr>
            <p:cNvPr id="171" name="pt170"/>
            <p:cNvSpPr/>
            <p:nvPr/>
          </p:nvSpPr>
          <p:spPr>
            <a:xfrm>
              <a:off x="7186418" y="5232672"/>
              <a:ext cx="36586" cy="36586"/>
            </a:xfrm>
            <a:prstGeom prst="ellipse">
              <a:avLst/>
            </a:prstGeom>
            <a:solidFill>
              <a:srgbClr val="865935">
                <a:alpha val="45098"/>
              </a:srgbClr>
            </a:solidFill>
          </p:spPr>
          <p:txBody>
            <a:bodyPr/>
            <a:lstStyle/>
            <a:p/>
          </p:txBody>
        </p:sp>
        <p:sp>
          <p:nvSpPr>
            <p:cNvPr id="172" name="pt171"/>
            <p:cNvSpPr/>
            <p:nvPr/>
          </p:nvSpPr>
          <p:spPr>
            <a:xfrm>
              <a:off x="7077539" y="5029579"/>
              <a:ext cx="36586" cy="36586"/>
            </a:xfrm>
            <a:prstGeom prst="ellipse">
              <a:avLst/>
            </a:prstGeom>
            <a:solidFill>
              <a:srgbClr val="865935">
                <a:alpha val="45098"/>
              </a:srgbClr>
            </a:solidFill>
          </p:spPr>
          <p:txBody>
            <a:bodyPr/>
            <a:lstStyle/>
            <a:p/>
          </p:txBody>
        </p:sp>
        <p:sp>
          <p:nvSpPr>
            <p:cNvPr id="173" name="pt172"/>
            <p:cNvSpPr/>
            <p:nvPr/>
          </p:nvSpPr>
          <p:spPr>
            <a:xfrm>
              <a:off x="1572193" y="5232672"/>
              <a:ext cx="36586" cy="36586"/>
            </a:xfrm>
            <a:prstGeom prst="ellipse">
              <a:avLst/>
            </a:prstGeom>
            <a:solidFill>
              <a:srgbClr val="062B4D">
                <a:alpha val="45098"/>
              </a:srgbClr>
            </a:solidFill>
          </p:spPr>
          <p:txBody>
            <a:bodyPr/>
            <a:lstStyle/>
            <a:p/>
          </p:txBody>
        </p:sp>
        <p:sp>
          <p:nvSpPr>
            <p:cNvPr id="174" name="pt173"/>
            <p:cNvSpPr/>
            <p:nvPr/>
          </p:nvSpPr>
          <p:spPr>
            <a:xfrm>
              <a:off x="3618084" y="4826486"/>
              <a:ext cx="36586" cy="36586"/>
            </a:xfrm>
            <a:prstGeom prst="ellipse">
              <a:avLst/>
            </a:prstGeom>
            <a:solidFill>
              <a:srgbClr val="17564E">
                <a:alpha val="45098"/>
              </a:srgbClr>
            </a:solidFill>
          </p:spPr>
          <p:txBody>
            <a:bodyPr/>
            <a:lstStyle/>
            <a:p/>
          </p:txBody>
        </p:sp>
        <p:sp>
          <p:nvSpPr>
            <p:cNvPr id="175" name="pt174"/>
            <p:cNvSpPr/>
            <p:nvPr/>
          </p:nvSpPr>
          <p:spPr>
            <a:xfrm>
              <a:off x="10622188" y="4420299"/>
              <a:ext cx="36586" cy="36586"/>
            </a:xfrm>
            <a:prstGeom prst="ellipse">
              <a:avLst/>
            </a:prstGeom>
            <a:solidFill>
              <a:srgbClr val="435657">
                <a:alpha val="45098"/>
              </a:srgbClr>
            </a:solidFill>
          </p:spPr>
          <p:txBody>
            <a:bodyPr/>
            <a:lstStyle/>
            <a:p/>
          </p:txBody>
        </p:sp>
        <p:sp>
          <p:nvSpPr>
            <p:cNvPr id="176" name="pt175"/>
            <p:cNvSpPr/>
            <p:nvPr/>
          </p:nvSpPr>
          <p:spPr>
            <a:xfrm>
              <a:off x="6860723" y="5029579"/>
              <a:ext cx="36586" cy="36586"/>
            </a:xfrm>
            <a:prstGeom prst="ellipse">
              <a:avLst/>
            </a:prstGeom>
            <a:solidFill>
              <a:srgbClr val="865935">
                <a:alpha val="45098"/>
              </a:srgbClr>
            </a:solidFill>
          </p:spPr>
          <p:txBody>
            <a:bodyPr/>
            <a:lstStyle/>
            <a:p/>
          </p:txBody>
        </p:sp>
        <p:sp>
          <p:nvSpPr>
            <p:cNvPr id="177" name="pt176"/>
            <p:cNvSpPr/>
            <p:nvPr/>
          </p:nvSpPr>
          <p:spPr>
            <a:xfrm>
              <a:off x="7005076" y="4217206"/>
              <a:ext cx="36586" cy="36586"/>
            </a:xfrm>
            <a:prstGeom prst="ellipse">
              <a:avLst/>
            </a:prstGeom>
            <a:solidFill>
              <a:srgbClr val="865935">
                <a:alpha val="45098"/>
              </a:srgbClr>
            </a:solidFill>
          </p:spPr>
          <p:txBody>
            <a:bodyPr/>
            <a:lstStyle/>
            <a:p/>
          </p:txBody>
        </p:sp>
        <p:sp>
          <p:nvSpPr>
            <p:cNvPr id="178" name="pt177"/>
            <p:cNvSpPr/>
            <p:nvPr/>
          </p:nvSpPr>
          <p:spPr>
            <a:xfrm>
              <a:off x="10647250" y="4623392"/>
              <a:ext cx="36586" cy="36586"/>
            </a:xfrm>
            <a:prstGeom prst="ellipse">
              <a:avLst/>
            </a:prstGeom>
            <a:solidFill>
              <a:srgbClr val="435657">
                <a:alpha val="45098"/>
              </a:srgbClr>
            </a:solidFill>
          </p:spPr>
          <p:txBody>
            <a:bodyPr/>
            <a:lstStyle/>
            <a:p/>
          </p:txBody>
        </p:sp>
        <p:sp>
          <p:nvSpPr>
            <p:cNvPr id="179" name="pt178"/>
            <p:cNvSpPr/>
            <p:nvPr/>
          </p:nvSpPr>
          <p:spPr>
            <a:xfrm>
              <a:off x="10424828" y="4217206"/>
              <a:ext cx="36586" cy="36586"/>
            </a:xfrm>
            <a:prstGeom prst="ellipse">
              <a:avLst/>
            </a:prstGeom>
            <a:solidFill>
              <a:srgbClr val="435657">
                <a:alpha val="45098"/>
              </a:srgbClr>
            </a:solidFill>
          </p:spPr>
          <p:txBody>
            <a:bodyPr/>
            <a:lstStyle/>
            <a:p/>
          </p:txBody>
        </p:sp>
        <p:sp>
          <p:nvSpPr>
            <p:cNvPr id="180" name="pt179"/>
            <p:cNvSpPr/>
            <p:nvPr/>
          </p:nvSpPr>
          <p:spPr>
            <a:xfrm>
              <a:off x="1921240" y="4826486"/>
              <a:ext cx="36586" cy="36586"/>
            </a:xfrm>
            <a:prstGeom prst="ellipse">
              <a:avLst/>
            </a:prstGeom>
            <a:solidFill>
              <a:srgbClr val="062B4D">
                <a:alpha val="45098"/>
              </a:srgbClr>
            </a:solidFill>
          </p:spPr>
          <p:txBody>
            <a:bodyPr/>
            <a:lstStyle/>
            <a:p/>
          </p:txBody>
        </p:sp>
        <p:sp>
          <p:nvSpPr>
            <p:cNvPr id="181" name="pt180"/>
            <p:cNvSpPr/>
            <p:nvPr/>
          </p:nvSpPr>
          <p:spPr>
            <a:xfrm>
              <a:off x="10623615" y="4826486"/>
              <a:ext cx="36586" cy="36586"/>
            </a:xfrm>
            <a:prstGeom prst="ellipse">
              <a:avLst/>
            </a:prstGeom>
            <a:solidFill>
              <a:srgbClr val="435657">
                <a:alpha val="45098"/>
              </a:srgbClr>
            </a:solidFill>
          </p:spPr>
          <p:txBody>
            <a:bodyPr/>
            <a:lstStyle/>
            <a:p/>
          </p:txBody>
        </p:sp>
        <p:sp>
          <p:nvSpPr>
            <p:cNvPr id="182" name="pt181"/>
            <p:cNvSpPr/>
            <p:nvPr/>
          </p:nvSpPr>
          <p:spPr>
            <a:xfrm>
              <a:off x="10410821" y="5029579"/>
              <a:ext cx="36586" cy="36586"/>
            </a:xfrm>
            <a:prstGeom prst="ellipse">
              <a:avLst/>
            </a:prstGeom>
            <a:solidFill>
              <a:srgbClr val="435657">
                <a:alpha val="45098"/>
              </a:srgbClr>
            </a:solidFill>
          </p:spPr>
          <p:txBody>
            <a:bodyPr/>
            <a:lstStyle/>
            <a:p/>
          </p:txBody>
        </p:sp>
        <p:sp>
          <p:nvSpPr>
            <p:cNvPr id="183" name="pt182"/>
            <p:cNvSpPr/>
            <p:nvPr/>
          </p:nvSpPr>
          <p:spPr>
            <a:xfrm>
              <a:off x="9039005" y="5029579"/>
              <a:ext cx="36586" cy="36586"/>
            </a:xfrm>
            <a:prstGeom prst="ellipse">
              <a:avLst/>
            </a:prstGeom>
            <a:solidFill>
              <a:srgbClr val="7F3D2C">
                <a:alpha val="45098"/>
              </a:srgbClr>
            </a:solidFill>
          </p:spPr>
          <p:txBody>
            <a:bodyPr/>
            <a:lstStyle/>
            <a:p/>
          </p:txBody>
        </p:sp>
        <p:sp>
          <p:nvSpPr>
            <p:cNvPr id="184" name="pt183"/>
            <p:cNvSpPr/>
            <p:nvPr/>
          </p:nvSpPr>
          <p:spPr>
            <a:xfrm>
              <a:off x="10437327" y="5029579"/>
              <a:ext cx="36586" cy="36586"/>
            </a:xfrm>
            <a:prstGeom prst="ellipse">
              <a:avLst/>
            </a:prstGeom>
            <a:solidFill>
              <a:srgbClr val="435657">
                <a:alpha val="45098"/>
              </a:srgbClr>
            </a:solidFill>
          </p:spPr>
          <p:txBody>
            <a:bodyPr/>
            <a:lstStyle/>
            <a:p/>
          </p:txBody>
        </p:sp>
        <p:sp>
          <p:nvSpPr>
            <p:cNvPr id="185" name="pt184"/>
            <p:cNvSpPr/>
            <p:nvPr/>
          </p:nvSpPr>
          <p:spPr>
            <a:xfrm>
              <a:off x="1560006" y="5232672"/>
              <a:ext cx="36586" cy="36586"/>
            </a:xfrm>
            <a:prstGeom prst="ellipse">
              <a:avLst/>
            </a:prstGeom>
            <a:solidFill>
              <a:srgbClr val="062B4D">
                <a:alpha val="45098"/>
              </a:srgbClr>
            </a:solidFill>
          </p:spPr>
          <p:txBody>
            <a:bodyPr/>
            <a:lstStyle/>
            <a:p/>
          </p:txBody>
        </p:sp>
        <p:sp>
          <p:nvSpPr>
            <p:cNvPr id="186" name="pt185"/>
            <p:cNvSpPr/>
            <p:nvPr/>
          </p:nvSpPr>
          <p:spPr>
            <a:xfrm>
              <a:off x="6815636" y="5232672"/>
              <a:ext cx="36586" cy="36586"/>
            </a:xfrm>
            <a:prstGeom prst="ellipse">
              <a:avLst/>
            </a:prstGeom>
            <a:solidFill>
              <a:srgbClr val="865935">
                <a:alpha val="45098"/>
              </a:srgbClr>
            </a:solidFill>
          </p:spPr>
          <p:txBody>
            <a:bodyPr/>
            <a:lstStyle/>
            <a:p/>
          </p:txBody>
        </p:sp>
        <p:sp>
          <p:nvSpPr>
            <p:cNvPr id="187" name="pt186"/>
            <p:cNvSpPr/>
            <p:nvPr/>
          </p:nvSpPr>
          <p:spPr>
            <a:xfrm>
              <a:off x="3353557" y="5232672"/>
              <a:ext cx="36586" cy="36586"/>
            </a:xfrm>
            <a:prstGeom prst="ellipse">
              <a:avLst/>
            </a:prstGeom>
            <a:solidFill>
              <a:srgbClr val="17564E">
                <a:alpha val="45098"/>
              </a:srgbClr>
            </a:solidFill>
          </p:spPr>
          <p:txBody>
            <a:bodyPr/>
            <a:lstStyle/>
            <a:p/>
          </p:txBody>
        </p:sp>
        <p:sp>
          <p:nvSpPr>
            <p:cNvPr id="188" name="pt187"/>
            <p:cNvSpPr/>
            <p:nvPr/>
          </p:nvSpPr>
          <p:spPr>
            <a:xfrm>
              <a:off x="1456460" y="5435765"/>
              <a:ext cx="36586" cy="36586"/>
            </a:xfrm>
            <a:prstGeom prst="ellipse">
              <a:avLst/>
            </a:prstGeom>
            <a:solidFill>
              <a:srgbClr val="062B4D">
                <a:alpha val="45098"/>
              </a:srgbClr>
            </a:solidFill>
          </p:spPr>
          <p:txBody>
            <a:bodyPr/>
            <a:lstStyle/>
            <a:p/>
          </p:txBody>
        </p:sp>
        <p:sp>
          <p:nvSpPr>
            <p:cNvPr id="189" name="pt188"/>
            <p:cNvSpPr/>
            <p:nvPr/>
          </p:nvSpPr>
          <p:spPr>
            <a:xfrm>
              <a:off x="7244006" y="5232672"/>
              <a:ext cx="36586" cy="36586"/>
            </a:xfrm>
            <a:prstGeom prst="ellipse">
              <a:avLst/>
            </a:prstGeom>
            <a:solidFill>
              <a:srgbClr val="865935">
                <a:alpha val="45098"/>
              </a:srgbClr>
            </a:solidFill>
          </p:spPr>
          <p:txBody>
            <a:bodyPr/>
            <a:lstStyle/>
            <a:p/>
          </p:txBody>
        </p:sp>
        <p:sp>
          <p:nvSpPr>
            <p:cNvPr id="190" name="pt189"/>
            <p:cNvSpPr/>
            <p:nvPr/>
          </p:nvSpPr>
          <p:spPr>
            <a:xfrm>
              <a:off x="10575275" y="4826486"/>
              <a:ext cx="36586" cy="36586"/>
            </a:xfrm>
            <a:prstGeom prst="ellipse">
              <a:avLst/>
            </a:prstGeom>
            <a:solidFill>
              <a:srgbClr val="435657">
                <a:alpha val="45098"/>
              </a:srgbClr>
            </a:solidFill>
          </p:spPr>
          <p:txBody>
            <a:bodyPr/>
            <a:lstStyle/>
            <a:p/>
          </p:txBody>
        </p:sp>
        <p:sp>
          <p:nvSpPr>
            <p:cNvPr id="191" name="pt190"/>
            <p:cNvSpPr/>
            <p:nvPr/>
          </p:nvSpPr>
          <p:spPr>
            <a:xfrm>
              <a:off x="9019882" y="5029579"/>
              <a:ext cx="36586" cy="36586"/>
            </a:xfrm>
            <a:prstGeom prst="ellipse">
              <a:avLst/>
            </a:prstGeom>
            <a:solidFill>
              <a:srgbClr val="7F3D2C">
                <a:alpha val="45098"/>
              </a:srgbClr>
            </a:solidFill>
          </p:spPr>
          <p:txBody>
            <a:bodyPr/>
            <a:lstStyle/>
            <a:p/>
          </p:txBody>
        </p:sp>
        <p:sp>
          <p:nvSpPr>
            <p:cNvPr id="192" name="pt191"/>
            <p:cNvSpPr/>
            <p:nvPr/>
          </p:nvSpPr>
          <p:spPr>
            <a:xfrm>
              <a:off x="5196926" y="5638858"/>
              <a:ext cx="36586" cy="36586"/>
            </a:xfrm>
            <a:prstGeom prst="ellipse">
              <a:avLst/>
            </a:prstGeom>
            <a:solidFill>
              <a:srgbClr val="806B3A">
                <a:alpha val="45098"/>
              </a:srgbClr>
            </a:solidFill>
          </p:spPr>
          <p:txBody>
            <a:bodyPr/>
            <a:lstStyle/>
            <a:p/>
          </p:txBody>
        </p:sp>
        <p:sp>
          <p:nvSpPr>
            <p:cNvPr id="193" name="pt192"/>
            <p:cNvSpPr/>
            <p:nvPr/>
          </p:nvSpPr>
          <p:spPr>
            <a:xfrm>
              <a:off x="1839577" y="5232672"/>
              <a:ext cx="36586" cy="36586"/>
            </a:xfrm>
            <a:prstGeom prst="ellipse">
              <a:avLst/>
            </a:prstGeom>
            <a:solidFill>
              <a:srgbClr val="062B4D">
                <a:alpha val="45098"/>
              </a:srgbClr>
            </a:solidFill>
          </p:spPr>
          <p:txBody>
            <a:bodyPr/>
            <a:lstStyle/>
            <a:p/>
          </p:txBody>
        </p:sp>
        <p:sp>
          <p:nvSpPr>
            <p:cNvPr id="194" name="pt193"/>
            <p:cNvSpPr/>
            <p:nvPr/>
          </p:nvSpPr>
          <p:spPr>
            <a:xfrm>
              <a:off x="3509668" y="5435765"/>
              <a:ext cx="36586" cy="36586"/>
            </a:xfrm>
            <a:prstGeom prst="ellipse">
              <a:avLst/>
            </a:prstGeom>
            <a:solidFill>
              <a:srgbClr val="17564E">
                <a:alpha val="45098"/>
              </a:srgbClr>
            </a:solidFill>
          </p:spPr>
          <p:txBody>
            <a:bodyPr/>
            <a:lstStyle/>
            <a:p/>
          </p:txBody>
        </p:sp>
        <p:sp>
          <p:nvSpPr>
            <p:cNvPr id="195" name="pt194"/>
            <p:cNvSpPr/>
            <p:nvPr/>
          </p:nvSpPr>
          <p:spPr>
            <a:xfrm>
              <a:off x="7211360" y="5232672"/>
              <a:ext cx="36586" cy="36586"/>
            </a:xfrm>
            <a:prstGeom prst="ellipse">
              <a:avLst/>
            </a:prstGeom>
            <a:solidFill>
              <a:srgbClr val="865935">
                <a:alpha val="45098"/>
              </a:srgbClr>
            </a:solidFill>
          </p:spPr>
          <p:txBody>
            <a:bodyPr/>
            <a:lstStyle/>
            <a:p/>
          </p:txBody>
        </p:sp>
        <p:sp>
          <p:nvSpPr>
            <p:cNvPr id="196" name="pt195"/>
            <p:cNvSpPr/>
            <p:nvPr/>
          </p:nvSpPr>
          <p:spPr>
            <a:xfrm>
              <a:off x="7248283" y="4826486"/>
              <a:ext cx="36586" cy="36586"/>
            </a:xfrm>
            <a:prstGeom prst="ellipse">
              <a:avLst/>
            </a:prstGeom>
            <a:solidFill>
              <a:srgbClr val="865935">
                <a:alpha val="45098"/>
              </a:srgbClr>
            </a:solidFill>
          </p:spPr>
          <p:txBody>
            <a:bodyPr/>
            <a:lstStyle/>
            <a:p/>
          </p:txBody>
        </p:sp>
        <p:sp>
          <p:nvSpPr>
            <p:cNvPr id="197" name="pt196"/>
            <p:cNvSpPr/>
            <p:nvPr/>
          </p:nvSpPr>
          <p:spPr>
            <a:xfrm>
              <a:off x="3576077" y="5435765"/>
              <a:ext cx="36586" cy="36586"/>
            </a:xfrm>
            <a:prstGeom prst="ellipse">
              <a:avLst/>
            </a:prstGeom>
            <a:solidFill>
              <a:srgbClr val="17564E">
                <a:alpha val="45098"/>
              </a:srgbClr>
            </a:solidFill>
          </p:spPr>
          <p:txBody>
            <a:bodyPr/>
            <a:lstStyle/>
            <a:p/>
          </p:txBody>
        </p:sp>
        <p:sp>
          <p:nvSpPr>
            <p:cNvPr id="198" name="pt197"/>
            <p:cNvSpPr/>
            <p:nvPr/>
          </p:nvSpPr>
          <p:spPr>
            <a:xfrm>
              <a:off x="8961157" y="5029579"/>
              <a:ext cx="36586" cy="36586"/>
            </a:xfrm>
            <a:prstGeom prst="ellipse">
              <a:avLst/>
            </a:prstGeom>
            <a:solidFill>
              <a:srgbClr val="7F3D2C">
                <a:alpha val="45098"/>
              </a:srgbClr>
            </a:solidFill>
          </p:spPr>
          <p:txBody>
            <a:bodyPr/>
            <a:lstStyle/>
            <a:p/>
          </p:txBody>
        </p:sp>
        <p:sp>
          <p:nvSpPr>
            <p:cNvPr id="199" name="pt198"/>
            <p:cNvSpPr/>
            <p:nvPr/>
          </p:nvSpPr>
          <p:spPr>
            <a:xfrm>
              <a:off x="8824763" y="5232672"/>
              <a:ext cx="36586" cy="36586"/>
            </a:xfrm>
            <a:prstGeom prst="ellipse">
              <a:avLst/>
            </a:prstGeom>
            <a:solidFill>
              <a:srgbClr val="7F3D2C">
                <a:alpha val="45098"/>
              </a:srgbClr>
            </a:solidFill>
          </p:spPr>
          <p:txBody>
            <a:bodyPr/>
            <a:lstStyle/>
            <a:p/>
          </p:txBody>
        </p:sp>
        <p:sp>
          <p:nvSpPr>
            <p:cNvPr id="200" name="pt199"/>
            <p:cNvSpPr/>
            <p:nvPr/>
          </p:nvSpPr>
          <p:spPr>
            <a:xfrm>
              <a:off x="3709909" y="5029579"/>
              <a:ext cx="36586" cy="36586"/>
            </a:xfrm>
            <a:prstGeom prst="ellipse">
              <a:avLst/>
            </a:prstGeom>
            <a:solidFill>
              <a:srgbClr val="17564E">
                <a:alpha val="45098"/>
              </a:srgbClr>
            </a:solidFill>
          </p:spPr>
          <p:txBody>
            <a:bodyPr/>
            <a:lstStyle/>
            <a:p/>
          </p:txBody>
        </p:sp>
        <p:sp>
          <p:nvSpPr>
            <p:cNvPr id="201" name="pt200"/>
            <p:cNvSpPr/>
            <p:nvPr/>
          </p:nvSpPr>
          <p:spPr>
            <a:xfrm>
              <a:off x="6933993" y="5232672"/>
              <a:ext cx="36586" cy="36586"/>
            </a:xfrm>
            <a:prstGeom prst="ellipse">
              <a:avLst/>
            </a:prstGeom>
            <a:solidFill>
              <a:srgbClr val="865935">
                <a:alpha val="45098"/>
              </a:srgbClr>
            </a:solidFill>
          </p:spPr>
          <p:txBody>
            <a:bodyPr/>
            <a:lstStyle/>
            <a:p/>
          </p:txBody>
        </p:sp>
        <p:sp>
          <p:nvSpPr>
            <p:cNvPr id="202" name="pt201"/>
            <p:cNvSpPr/>
            <p:nvPr/>
          </p:nvSpPr>
          <p:spPr>
            <a:xfrm>
              <a:off x="1518674" y="4623392"/>
              <a:ext cx="36586" cy="36586"/>
            </a:xfrm>
            <a:prstGeom prst="ellipse">
              <a:avLst/>
            </a:prstGeom>
            <a:solidFill>
              <a:srgbClr val="062B4D">
                <a:alpha val="45098"/>
              </a:srgbClr>
            </a:solidFill>
          </p:spPr>
          <p:txBody>
            <a:bodyPr/>
            <a:lstStyle/>
            <a:p/>
          </p:txBody>
        </p:sp>
        <p:sp>
          <p:nvSpPr>
            <p:cNvPr id="203" name="pt202"/>
            <p:cNvSpPr/>
            <p:nvPr/>
          </p:nvSpPr>
          <p:spPr>
            <a:xfrm>
              <a:off x="1461661" y="5029579"/>
              <a:ext cx="36586" cy="36586"/>
            </a:xfrm>
            <a:prstGeom prst="ellipse">
              <a:avLst/>
            </a:prstGeom>
            <a:solidFill>
              <a:srgbClr val="062B4D">
                <a:alpha val="45098"/>
              </a:srgbClr>
            </a:solidFill>
          </p:spPr>
          <p:txBody>
            <a:bodyPr/>
            <a:lstStyle/>
            <a:p/>
          </p:txBody>
        </p:sp>
        <p:sp>
          <p:nvSpPr>
            <p:cNvPr id="204" name="pt203"/>
            <p:cNvSpPr/>
            <p:nvPr/>
          </p:nvSpPr>
          <p:spPr>
            <a:xfrm>
              <a:off x="1558807" y="4014113"/>
              <a:ext cx="36586" cy="36586"/>
            </a:xfrm>
            <a:prstGeom prst="ellipse">
              <a:avLst/>
            </a:prstGeom>
            <a:solidFill>
              <a:srgbClr val="062B4D">
                <a:alpha val="45098"/>
              </a:srgbClr>
            </a:solidFill>
          </p:spPr>
          <p:txBody>
            <a:bodyPr/>
            <a:lstStyle/>
            <a:p/>
          </p:txBody>
        </p:sp>
        <p:sp>
          <p:nvSpPr>
            <p:cNvPr id="205" name="pt204"/>
            <p:cNvSpPr/>
            <p:nvPr/>
          </p:nvSpPr>
          <p:spPr>
            <a:xfrm>
              <a:off x="5189595" y="4826486"/>
              <a:ext cx="36586" cy="36586"/>
            </a:xfrm>
            <a:prstGeom prst="ellipse">
              <a:avLst/>
            </a:prstGeom>
            <a:solidFill>
              <a:srgbClr val="806B3A">
                <a:alpha val="45098"/>
              </a:srgbClr>
            </a:solidFill>
          </p:spPr>
          <p:txBody>
            <a:bodyPr/>
            <a:lstStyle/>
            <a:p/>
          </p:txBody>
        </p:sp>
        <p:sp>
          <p:nvSpPr>
            <p:cNvPr id="206" name="pt205"/>
            <p:cNvSpPr/>
            <p:nvPr/>
          </p:nvSpPr>
          <p:spPr>
            <a:xfrm>
              <a:off x="6975994" y="5029579"/>
              <a:ext cx="36586" cy="36586"/>
            </a:xfrm>
            <a:prstGeom prst="ellipse">
              <a:avLst/>
            </a:prstGeom>
            <a:solidFill>
              <a:srgbClr val="865935">
                <a:alpha val="45098"/>
              </a:srgbClr>
            </a:solidFill>
          </p:spPr>
          <p:txBody>
            <a:bodyPr/>
            <a:lstStyle/>
            <a:p/>
          </p:txBody>
        </p:sp>
        <p:sp>
          <p:nvSpPr>
            <p:cNvPr id="207" name="pg206"/>
            <p:cNvSpPr/>
            <p:nvPr/>
          </p:nvSpPr>
          <p:spPr>
            <a:xfrm>
              <a:off x="1578249" y="4640020"/>
              <a:ext cx="280556" cy="138726"/>
            </a:xfrm>
            <a:custGeom>
              <a:avLst/>
              <a:pathLst>
                <a:path w="280556" h="138726">
                  <a:moveTo>
                    <a:pt x="24976" y="138726"/>
                  </a:moveTo>
                  <a:lnTo>
                    <a:pt x="255580" y="138726"/>
                  </a:lnTo>
                  <a:lnTo>
                    <a:pt x="254574" y="138706"/>
                  </a:lnTo>
                  <a:lnTo>
                    <a:pt x="258590" y="138544"/>
                  </a:lnTo>
                  <a:lnTo>
                    <a:pt x="262529" y="137740"/>
                  </a:lnTo>
                  <a:lnTo>
                    <a:pt x="266287" y="136315"/>
                  </a:lnTo>
                  <a:lnTo>
                    <a:pt x="269768" y="134305"/>
                  </a:lnTo>
                  <a:lnTo>
                    <a:pt x="272881" y="131763"/>
                  </a:lnTo>
                  <a:lnTo>
                    <a:pt x="275547" y="128754"/>
                  </a:lnTo>
                  <a:lnTo>
                    <a:pt x="277695" y="125357"/>
                  </a:lnTo>
                  <a:lnTo>
                    <a:pt x="279271" y="121659"/>
                  </a:lnTo>
                  <a:lnTo>
                    <a:pt x="280233" y="117756"/>
                  </a:lnTo>
                  <a:lnTo>
                    <a:pt x="280556" y="113750"/>
                  </a:lnTo>
                  <a:lnTo>
                    <a:pt x="280556" y="24976"/>
                  </a:lnTo>
                  <a:lnTo>
                    <a:pt x="280233" y="20969"/>
                  </a:lnTo>
                  <a:lnTo>
                    <a:pt x="279271" y="17067"/>
                  </a:lnTo>
                  <a:lnTo>
                    <a:pt x="277695" y="13369"/>
                  </a:lnTo>
                  <a:lnTo>
                    <a:pt x="275547" y="9972"/>
                  </a:lnTo>
                  <a:lnTo>
                    <a:pt x="272881" y="6963"/>
                  </a:lnTo>
                  <a:lnTo>
                    <a:pt x="269768" y="4421"/>
                  </a:lnTo>
                  <a:lnTo>
                    <a:pt x="266287" y="2411"/>
                  </a:lnTo>
                  <a:lnTo>
                    <a:pt x="262529" y="986"/>
                  </a:lnTo>
                  <a:lnTo>
                    <a:pt x="258590" y="182"/>
                  </a:lnTo>
                  <a:lnTo>
                    <a:pt x="255580" y="0"/>
                  </a:lnTo>
                  <a:lnTo>
                    <a:pt x="24976" y="0"/>
                  </a:lnTo>
                  <a:lnTo>
                    <a:pt x="27987" y="182"/>
                  </a:lnTo>
                  <a:lnTo>
                    <a:pt x="23970" y="20"/>
                  </a:lnTo>
                  <a:lnTo>
                    <a:pt x="19980" y="504"/>
                  </a:lnTo>
                  <a:lnTo>
                    <a:pt x="16119" y="1623"/>
                  </a:lnTo>
                  <a:lnTo>
                    <a:pt x="12488" y="3346"/>
                  </a:lnTo>
                  <a:lnTo>
                    <a:pt x="9180" y="5629"/>
                  </a:lnTo>
                  <a:lnTo>
                    <a:pt x="6281" y="8414"/>
                  </a:lnTo>
                  <a:lnTo>
                    <a:pt x="3866" y="11627"/>
                  </a:lnTo>
                  <a:lnTo>
                    <a:pt x="1998" y="15186"/>
                  </a:lnTo>
                  <a:lnTo>
                    <a:pt x="725" y="18999"/>
                  </a:lnTo>
                  <a:lnTo>
                    <a:pt x="80" y="22966"/>
                  </a:lnTo>
                  <a:lnTo>
                    <a:pt x="0" y="24976"/>
                  </a:lnTo>
                  <a:lnTo>
                    <a:pt x="0" y="113750"/>
                  </a:lnTo>
                  <a:lnTo>
                    <a:pt x="80" y="111740"/>
                  </a:lnTo>
                  <a:lnTo>
                    <a:pt x="80" y="115760"/>
                  </a:lnTo>
                  <a:lnTo>
                    <a:pt x="725" y="119727"/>
                  </a:lnTo>
                  <a:lnTo>
                    <a:pt x="1998" y="123540"/>
                  </a:lnTo>
                  <a:lnTo>
                    <a:pt x="3866" y="127099"/>
                  </a:lnTo>
                  <a:lnTo>
                    <a:pt x="6281" y="130312"/>
                  </a:lnTo>
                  <a:lnTo>
                    <a:pt x="9180" y="133097"/>
                  </a:lnTo>
                  <a:lnTo>
                    <a:pt x="12488" y="135380"/>
                  </a:lnTo>
                  <a:lnTo>
                    <a:pt x="16119" y="137103"/>
                  </a:lnTo>
                  <a:lnTo>
                    <a:pt x="19980" y="138222"/>
                  </a:lnTo>
                  <a:lnTo>
                    <a:pt x="23970" y="138706"/>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208" name="tx207"/>
            <p:cNvSpPr/>
            <p:nvPr/>
          </p:nvSpPr>
          <p:spPr>
            <a:xfrm>
              <a:off x="1606001" y="4666699"/>
              <a:ext cx="225053" cy="84296"/>
            </a:xfrm>
            <a:prstGeom prst="rect">
              <a:avLst/>
            </a:prstGeom>
            <a:noFill/>
          </p:spPr>
          <p:txBody>
            <a:bodyPr lIns="0" rIns="0" tIns="0" bIns="0" anchorCtr="1" anchor="ctr" wrap="none"/>
            <a:lstStyle/>
            <a:p>
              <a:pPr algn="l" marL="0" marR="0" indent="0">
                <a:lnSpc>
                  <a:spcPts val="910"/>
                </a:lnSpc>
                <a:spcBef>
                  <a:spcPts val="0"/>
                </a:spcBef>
                <a:spcAft>
                  <a:spcPts val="0"/>
                </a:spcAft>
              </a:pPr>
              <a:r>
                <a:rPr sz="910" b="1">
                  <a:solidFill>
                    <a:srgbClr val="173B63">
                      <a:alpha val="100000"/>
                    </a:srgbClr>
                  </a:solidFill>
                  <a:latin typeface="Helvetica"/>
                  <a:cs typeface="Helvetica"/>
                </a:rPr>
                <a:t>23.7</a:t>
              </a:r>
            </a:p>
          </p:txBody>
        </p:sp>
        <p:sp>
          <p:nvSpPr>
            <p:cNvPr id="209" name="pg208"/>
            <p:cNvSpPr/>
            <p:nvPr/>
          </p:nvSpPr>
          <p:spPr>
            <a:xfrm>
              <a:off x="3357454" y="5056162"/>
              <a:ext cx="280556" cy="138726"/>
            </a:xfrm>
            <a:custGeom>
              <a:avLst/>
              <a:pathLst>
                <a:path w="280556" h="138726">
                  <a:moveTo>
                    <a:pt x="24976" y="138726"/>
                  </a:moveTo>
                  <a:lnTo>
                    <a:pt x="255580" y="138726"/>
                  </a:lnTo>
                  <a:lnTo>
                    <a:pt x="254574" y="138706"/>
                  </a:lnTo>
                  <a:lnTo>
                    <a:pt x="258590" y="138544"/>
                  </a:lnTo>
                  <a:lnTo>
                    <a:pt x="262529" y="137740"/>
                  </a:lnTo>
                  <a:lnTo>
                    <a:pt x="266287" y="136315"/>
                  </a:lnTo>
                  <a:lnTo>
                    <a:pt x="269768" y="134305"/>
                  </a:lnTo>
                  <a:lnTo>
                    <a:pt x="272881" y="131763"/>
                  </a:lnTo>
                  <a:lnTo>
                    <a:pt x="275547" y="128754"/>
                  </a:lnTo>
                  <a:lnTo>
                    <a:pt x="277695" y="125357"/>
                  </a:lnTo>
                  <a:lnTo>
                    <a:pt x="279271" y="121659"/>
                  </a:lnTo>
                  <a:lnTo>
                    <a:pt x="280233" y="117756"/>
                  </a:lnTo>
                  <a:lnTo>
                    <a:pt x="280556" y="113750"/>
                  </a:lnTo>
                  <a:lnTo>
                    <a:pt x="280556" y="24976"/>
                  </a:lnTo>
                  <a:lnTo>
                    <a:pt x="280233" y="20969"/>
                  </a:lnTo>
                  <a:lnTo>
                    <a:pt x="279271" y="17067"/>
                  </a:lnTo>
                  <a:lnTo>
                    <a:pt x="277695" y="13369"/>
                  </a:lnTo>
                  <a:lnTo>
                    <a:pt x="275547" y="9972"/>
                  </a:lnTo>
                  <a:lnTo>
                    <a:pt x="272881" y="6963"/>
                  </a:lnTo>
                  <a:lnTo>
                    <a:pt x="269768" y="4421"/>
                  </a:lnTo>
                  <a:lnTo>
                    <a:pt x="266287" y="2411"/>
                  </a:lnTo>
                  <a:lnTo>
                    <a:pt x="262529" y="986"/>
                  </a:lnTo>
                  <a:lnTo>
                    <a:pt x="258590" y="182"/>
                  </a:lnTo>
                  <a:lnTo>
                    <a:pt x="255580" y="0"/>
                  </a:lnTo>
                  <a:lnTo>
                    <a:pt x="24976" y="0"/>
                  </a:lnTo>
                  <a:lnTo>
                    <a:pt x="27987" y="182"/>
                  </a:lnTo>
                  <a:lnTo>
                    <a:pt x="23970" y="20"/>
                  </a:lnTo>
                  <a:lnTo>
                    <a:pt x="19980" y="504"/>
                  </a:lnTo>
                  <a:lnTo>
                    <a:pt x="16119" y="1623"/>
                  </a:lnTo>
                  <a:lnTo>
                    <a:pt x="12488" y="3346"/>
                  </a:lnTo>
                  <a:lnTo>
                    <a:pt x="9180" y="5629"/>
                  </a:lnTo>
                  <a:lnTo>
                    <a:pt x="6281" y="8414"/>
                  </a:lnTo>
                  <a:lnTo>
                    <a:pt x="3866" y="11627"/>
                  </a:lnTo>
                  <a:lnTo>
                    <a:pt x="1998" y="15186"/>
                  </a:lnTo>
                  <a:lnTo>
                    <a:pt x="725" y="18999"/>
                  </a:lnTo>
                  <a:lnTo>
                    <a:pt x="80" y="22966"/>
                  </a:lnTo>
                  <a:lnTo>
                    <a:pt x="0" y="24976"/>
                  </a:lnTo>
                  <a:lnTo>
                    <a:pt x="0" y="113750"/>
                  </a:lnTo>
                  <a:lnTo>
                    <a:pt x="80" y="111740"/>
                  </a:lnTo>
                  <a:lnTo>
                    <a:pt x="80" y="115760"/>
                  </a:lnTo>
                  <a:lnTo>
                    <a:pt x="725" y="119727"/>
                  </a:lnTo>
                  <a:lnTo>
                    <a:pt x="1998" y="123540"/>
                  </a:lnTo>
                  <a:lnTo>
                    <a:pt x="3866" y="127099"/>
                  </a:lnTo>
                  <a:lnTo>
                    <a:pt x="6281" y="130312"/>
                  </a:lnTo>
                  <a:lnTo>
                    <a:pt x="9180" y="133097"/>
                  </a:lnTo>
                  <a:lnTo>
                    <a:pt x="12488" y="135380"/>
                  </a:lnTo>
                  <a:lnTo>
                    <a:pt x="16119" y="137103"/>
                  </a:lnTo>
                  <a:lnTo>
                    <a:pt x="19980" y="138222"/>
                  </a:lnTo>
                  <a:lnTo>
                    <a:pt x="23970" y="138706"/>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210" name="tx209"/>
            <p:cNvSpPr/>
            <p:nvPr/>
          </p:nvSpPr>
          <p:spPr>
            <a:xfrm>
              <a:off x="3385206" y="5082333"/>
              <a:ext cx="225053" cy="84804"/>
            </a:xfrm>
            <a:prstGeom prst="rect">
              <a:avLst/>
            </a:prstGeom>
            <a:noFill/>
          </p:spPr>
          <p:txBody>
            <a:bodyPr lIns="0" rIns="0" tIns="0" bIns="0" anchorCtr="1" anchor="ctr" wrap="none"/>
            <a:lstStyle/>
            <a:p>
              <a:pPr algn="l" marL="0" marR="0" indent="0">
                <a:lnSpc>
                  <a:spcPts val="910"/>
                </a:lnSpc>
                <a:spcBef>
                  <a:spcPts val="0"/>
                </a:spcBef>
                <a:spcAft>
                  <a:spcPts val="0"/>
                </a:spcAft>
              </a:pPr>
              <a:r>
                <a:rPr sz="910" b="1">
                  <a:solidFill>
                    <a:srgbClr val="173B63">
                      <a:alpha val="100000"/>
                    </a:srgbClr>
                  </a:solidFill>
                  <a:latin typeface="Helvetica"/>
                  <a:cs typeface="Helvetica"/>
                </a:rPr>
                <a:t>21.6</a:t>
              </a:r>
            </a:p>
          </p:txBody>
        </p:sp>
        <p:sp>
          <p:nvSpPr>
            <p:cNvPr id="211" name="pg210"/>
            <p:cNvSpPr/>
            <p:nvPr/>
          </p:nvSpPr>
          <p:spPr>
            <a:xfrm>
              <a:off x="5136659" y="5292380"/>
              <a:ext cx="280556" cy="138726"/>
            </a:xfrm>
            <a:custGeom>
              <a:avLst/>
              <a:pathLst>
                <a:path w="280556" h="138726">
                  <a:moveTo>
                    <a:pt x="24976" y="138726"/>
                  </a:moveTo>
                  <a:lnTo>
                    <a:pt x="255580" y="138726"/>
                  </a:lnTo>
                  <a:lnTo>
                    <a:pt x="254574" y="138706"/>
                  </a:lnTo>
                  <a:lnTo>
                    <a:pt x="258590" y="138544"/>
                  </a:lnTo>
                  <a:lnTo>
                    <a:pt x="262529" y="137740"/>
                  </a:lnTo>
                  <a:lnTo>
                    <a:pt x="266287" y="136315"/>
                  </a:lnTo>
                  <a:lnTo>
                    <a:pt x="269768" y="134305"/>
                  </a:lnTo>
                  <a:lnTo>
                    <a:pt x="272881" y="131763"/>
                  </a:lnTo>
                  <a:lnTo>
                    <a:pt x="275547" y="128754"/>
                  </a:lnTo>
                  <a:lnTo>
                    <a:pt x="277695" y="125357"/>
                  </a:lnTo>
                  <a:lnTo>
                    <a:pt x="279271" y="121659"/>
                  </a:lnTo>
                  <a:lnTo>
                    <a:pt x="280233" y="117756"/>
                  </a:lnTo>
                  <a:lnTo>
                    <a:pt x="280556" y="113750"/>
                  </a:lnTo>
                  <a:lnTo>
                    <a:pt x="280556" y="24976"/>
                  </a:lnTo>
                  <a:lnTo>
                    <a:pt x="280233" y="20969"/>
                  </a:lnTo>
                  <a:lnTo>
                    <a:pt x="279271" y="17067"/>
                  </a:lnTo>
                  <a:lnTo>
                    <a:pt x="277695" y="13369"/>
                  </a:lnTo>
                  <a:lnTo>
                    <a:pt x="275547" y="9972"/>
                  </a:lnTo>
                  <a:lnTo>
                    <a:pt x="272881" y="6963"/>
                  </a:lnTo>
                  <a:lnTo>
                    <a:pt x="269768" y="4421"/>
                  </a:lnTo>
                  <a:lnTo>
                    <a:pt x="266287" y="2411"/>
                  </a:lnTo>
                  <a:lnTo>
                    <a:pt x="262529" y="986"/>
                  </a:lnTo>
                  <a:lnTo>
                    <a:pt x="258590" y="182"/>
                  </a:lnTo>
                  <a:lnTo>
                    <a:pt x="255580" y="0"/>
                  </a:lnTo>
                  <a:lnTo>
                    <a:pt x="24976" y="0"/>
                  </a:lnTo>
                  <a:lnTo>
                    <a:pt x="27987" y="182"/>
                  </a:lnTo>
                  <a:lnTo>
                    <a:pt x="23970" y="20"/>
                  </a:lnTo>
                  <a:lnTo>
                    <a:pt x="19980" y="504"/>
                  </a:lnTo>
                  <a:lnTo>
                    <a:pt x="16119" y="1623"/>
                  </a:lnTo>
                  <a:lnTo>
                    <a:pt x="12488" y="3346"/>
                  </a:lnTo>
                  <a:lnTo>
                    <a:pt x="9180" y="5629"/>
                  </a:lnTo>
                  <a:lnTo>
                    <a:pt x="6281" y="8414"/>
                  </a:lnTo>
                  <a:lnTo>
                    <a:pt x="3866" y="11627"/>
                  </a:lnTo>
                  <a:lnTo>
                    <a:pt x="1998" y="15186"/>
                  </a:lnTo>
                  <a:lnTo>
                    <a:pt x="725" y="18999"/>
                  </a:lnTo>
                  <a:lnTo>
                    <a:pt x="80" y="22966"/>
                  </a:lnTo>
                  <a:lnTo>
                    <a:pt x="0" y="24976"/>
                  </a:lnTo>
                  <a:lnTo>
                    <a:pt x="0" y="113750"/>
                  </a:lnTo>
                  <a:lnTo>
                    <a:pt x="80" y="111740"/>
                  </a:lnTo>
                  <a:lnTo>
                    <a:pt x="80" y="115760"/>
                  </a:lnTo>
                  <a:lnTo>
                    <a:pt x="725" y="119727"/>
                  </a:lnTo>
                  <a:lnTo>
                    <a:pt x="1998" y="123540"/>
                  </a:lnTo>
                  <a:lnTo>
                    <a:pt x="3866" y="127099"/>
                  </a:lnTo>
                  <a:lnTo>
                    <a:pt x="6281" y="130312"/>
                  </a:lnTo>
                  <a:lnTo>
                    <a:pt x="9180" y="133097"/>
                  </a:lnTo>
                  <a:lnTo>
                    <a:pt x="12488" y="135380"/>
                  </a:lnTo>
                  <a:lnTo>
                    <a:pt x="16119" y="137103"/>
                  </a:lnTo>
                  <a:lnTo>
                    <a:pt x="19980" y="138222"/>
                  </a:lnTo>
                  <a:lnTo>
                    <a:pt x="23970" y="138706"/>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212" name="tx211"/>
            <p:cNvSpPr/>
            <p:nvPr/>
          </p:nvSpPr>
          <p:spPr>
            <a:xfrm>
              <a:off x="5164411" y="5318777"/>
              <a:ext cx="225053" cy="84578"/>
            </a:xfrm>
            <a:prstGeom prst="rect">
              <a:avLst/>
            </a:prstGeom>
            <a:noFill/>
          </p:spPr>
          <p:txBody>
            <a:bodyPr lIns="0" rIns="0" tIns="0" bIns="0" anchorCtr="1" anchor="ctr" wrap="none"/>
            <a:lstStyle/>
            <a:p>
              <a:pPr algn="l" marL="0" marR="0" indent="0">
                <a:lnSpc>
                  <a:spcPts val="910"/>
                </a:lnSpc>
                <a:spcBef>
                  <a:spcPts val="0"/>
                </a:spcBef>
                <a:spcAft>
                  <a:spcPts val="0"/>
                </a:spcAft>
              </a:pPr>
              <a:r>
                <a:rPr sz="910" b="1">
                  <a:solidFill>
                    <a:srgbClr val="173B63">
                      <a:alpha val="100000"/>
                    </a:srgbClr>
                  </a:solidFill>
                  <a:latin typeface="Helvetica"/>
                  <a:cs typeface="Helvetica"/>
                </a:rPr>
                <a:t>20.5</a:t>
              </a:r>
            </a:p>
          </p:txBody>
        </p:sp>
        <p:sp>
          <p:nvSpPr>
            <p:cNvPr id="213" name="pg212"/>
            <p:cNvSpPr/>
            <p:nvPr/>
          </p:nvSpPr>
          <p:spPr>
            <a:xfrm>
              <a:off x="6915864" y="4908695"/>
              <a:ext cx="280556" cy="138726"/>
            </a:xfrm>
            <a:custGeom>
              <a:avLst/>
              <a:pathLst>
                <a:path w="280556" h="138726">
                  <a:moveTo>
                    <a:pt x="24976" y="138726"/>
                  </a:moveTo>
                  <a:lnTo>
                    <a:pt x="255580" y="138726"/>
                  </a:lnTo>
                  <a:lnTo>
                    <a:pt x="254574" y="138706"/>
                  </a:lnTo>
                  <a:lnTo>
                    <a:pt x="258590" y="138544"/>
                  </a:lnTo>
                  <a:lnTo>
                    <a:pt x="262529" y="137740"/>
                  </a:lnTo>
                  <a:lnTo>
                    <a:pt x="266287" y="136315"/>
                  </a:lnTo>
                  <a:lnTo>
                    <a:pt x="269768" y="134305"/>
                  </a:lnTo>
                  <a:lnTo>
                    <a:pt x="272881" y="131763"/>
                  </a:lnTo>
                  <a:lnTo>
                    <a:pt x="275547" y="128754"/>
                  </a:lnTo>
                  <a:lnTo>
                    <a:pt x="277695" y="125357"/>
                  </a:lnTo>
                  <a:lnTo>
                    <a:pt x="279271" y="121659"/>
                  </a:lnTo>
                  <a:lnTo>
                    <a:pt x="280233" y="117756"/>
                  </a:lnTo>
                  <a:lnTo>
                    <a:pt x="280556" y="113750"/>
                  </a:lnTo>
                  <a:lnTo>
                    <a:pt x="280556" y="24976"/>
                  </a:lnTo>
                  <a:lnTo>
                    <a:pt x="280233" y="20969"/>
                  </a:lnTo>
                  <a:lnTo>
                    <a:pt x="279271" y="17067"/>
                  </a:lnTo>
                  <a:lnTo>
                    <a:pt x="277695" y="13369"/>
                  </a:lnTo>
                  <a:lnTo>
                    <a:pt x="275547" y="9972"/>
                  </a:lnTo>
                  <a:lnTo>
                    <a:pt x="272881" y="6963"/>
                  </a:lnTo>
                  <a:lnTo>
                    <a:pt x="269768" y="4421"/>
                  </a:lnTo>
                  <a:lnTo>
                    <a:pt x="266287" y="2411"/>
                  </a:lnTo>
                  <a:lnTo>
                    <a:pt x="262529" y="986"/>
                  </a:lnTo>
                  <a:lnTo>
                    <a:pt x="258590" y="182"/>
                  </a:lnTo>
                  <a:lnTo>
                    <a:pt x="255580" y="0"/>
                  </a:lnTo>
                  <a:lnTo>
                    <a:pt x="24976" y="0"/>
                  </a:lnTo>
                  <a:lnTo>
                    <a:pt x="27987" y="182"/>
                  </a:lnTo>
                  <a:lnTo>
                    <a:pt x="23970" y="20"/>
                  </a:lnTo>
                  <a:lnTo>
                    <a:pt x="19980" y="504"/>
                  </a:lnTo>
                  <a:lnTo>
                    <a:pt x="16119" y="1623"/>
                  </a:lnTo>
                  <a:lnTo>
                    <a:pt x="12488" y="3346"/>
                  </a:lnTo>
                  <a:lnTo>
                    <a:pt x="9180" y="5629"/>
                  </a:lnTo>
                  <a:lnTo>
                    <a:pt x="6281" y="8414"/>
                  </a:lnTo>
                  <a:lnTo>
                    <a:pt x="3866" y="11627"/>
                  </a:lnTo>
                  <a:lnTo>
                    <a:pt x="1998" y="15186"/>
                  </a:lnTo>
                  <a:lnTo>
                    <a:pt x="725" y="18999"/>
                  </a:lnTo>
                  <a:lnTo>
                    <a:pt x="80" y="22966"/>
                  </a:lnTo>
                  <a:lnTo>
                    <a:pt x="0" y="24976"/>
                  </a:lnTo>
                  <a:lnTo>
                    <a:pt x="0" y="113750"/>
                  </a:lnTo>
                  <a:lnTo>
                    <a:pt x="80" y="111740"/>
                  </a:lnTo>
                  <a:lnTo>
                    <a:pt x="80" y="115760"/>
                  </a:lnTo>
                  <a:lnTo>
                    <a:pt x="725" y="119727"/>
                  </a:lnTo>
                  <a:lnTo>
                    <a:pt x="1998" y="123540"/>
                  </a:lnTo>
                  <a:lnTo>
                    <a:pt x="3866" y="127099"/>
                  </a:lnTo>
                  <a:lnTo>
                    <a:pt x="6281" y="130312"/>
                  </a:lnTo>
                  <a:lnTo>
                    <a:pt x="9180" y="133097"/>
                  </a:lnTo>
                  <a:lnTo>
                    <a:pt x="12488" y="135380"/>
                  </a:lnTo>
                  <a:lnTo>
                    <a:pt x="16119" y="137103"/>
                  </a:lnTo>
                  <a:lnTo>
                    <a:pt x="19980" y="138222"/>
                  </a:lnTo>
                  <a:lnTo>
                    <a:pt x="23970" y="138706"/>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214" name="tx213"/>
            <p:cNvSpPr/>
            <p:nvPr/>
          </p:nvSpPr>
          <p:spPr>
            <a:xfrm>
              <a:off x="6943616" y="4935374"/>
              <a:ext cx="225053" cy="84296"/>
            </a:xfrm>
            <a:prstGeom prst="rect">
              <a:avLst/>
            </a:prstGeom>
            <a:noFill/>
          </p:spPr>
          <p:txBody>
            <a:bodyPr lIns="0" rIns="0" tIns="0" bIns="0" anchorCtr="1" anchor="ctr" wrap="none"/>
            <a:lstStyle/>
            <a:p>
              <a:pPr algn="l" marL="0" marR="0" indent="0">
                <a:lnSpc>
                  <a:spcPts val="910"/>
                </a:lnSpc>
                <a:spcBef>
                  <a:spcPts val="0"/>
                </a:spcBef>
                <a:spcAft>
                  <a:spcPts val="0"/>
                </a:spcAft>
              </a:pPr>
              <a:r>
                <a:rPr sz="910" b="1">
                  <a:solidFill>
                    <a:srgbClr val="173B63">
                      <a:alpha val="100000"/>
                    </a:srgbClr>
                  </a:solidFill>
                  <a:latin typeface="Helvetica"/>
                  <a:cs typeface="Helvetica"/>
                </a:rPr>
                <a:t>22.3</a:t>
              </a:r>
            </a:p>
          </p:txBody>
        </p:sp>
        <p:sp>
          <p:nvSpPr>
            <p:cNvPr id="215" name="pg214"/>
            <p:cNvSpPr/>
            <p:nvPr/>
          </p:nvSpPr>
          <p:spPr>
            <a:xfrm>
              <a:off x="8695069" y="4871618"/>
              <a:ext cx="280556" cy="138726"/>
            </a:xfrm>
            <a:custGeom>
              <a:avLst/>
              <a:pathLst>
                <a:path w="280556" h="138726">
                  <a:moveTo>
                    <a:pt x="24976" y="138726"/>
                  </a:moveTo>
                  <a:lnTo>
                    <a:pt x="255580" y="138726"/>
                  </a:lnTo>
                  <a:lnTo>
                    <a:pt x="254574" y="138706"/>
                  </a:lnTo>
                  <a:lnTo>
                    <a:pt x="258590" y="138544"/>
                  </a:lnTo>
                  <a:lnTo>
                    <a:pt x="262529" y="137740"/>
                  </a:lnTo>
                  <a:lnTo>
                    <a:pt x="266287" y="136315"/>
                  </a:lnTo>
                  <a:lnTo>
                    <a:pt x="269768" y="134305"/>
                  </a:lnTo>
                  <a:lnTo>
                    <a:pt x="272881" y="131763"/>
                  </a:lnTo>
                  <a:lnTo>
                    <a:pt x="275547" y="128754"/>
                  </a:lnTo>
                  <a:lnTo>
                    <a:pt x="277695" y="125357"/>
                  </a:lnTo>
                  <a:lnTo>
                    <a:pt x="279271" y="121659"/>
                  </a:lnTo>
                  <a:lnTo>
                    <a:pt x="280233" y="117756"/>
                  </a:lnTo>
                  <a:lnTo>
                    <a:pt x="280556" y="113750"/>
                  </a:lnTo>
                  <a:lnTo>
                    <a:pt x="280556" y="24976"/>
                  </a:lnTo>
                  <a:lnTo>
                    <a:pt x="280233" y="20969"/>
                  </a:lnTo>
                  <a:lnTo>
                    <a:pt x="279271" y="17067"/>
                  </a:lnTo>
                  <a:lnTo>
                    <a:pt x="277695" y="13369"/>
                  </a:lnTo>
                  <a:lnTo>
                    <a:pt x="275547" y="9972"/>
                  </a:lnTo>
                  <a:lnTo>
                    <a:pt x="272881" y="6963"/>
                  </a:lnTo>
                  <a:lnTo>
                    <a:pt x="269768" y="4421"/>
                  </a:lnTo>
                  <a:lnTo>
                    <a:pt x="266287" y="2411"/>
                  </a:lnTo>
                  <a:lnTo>
                    <a:pt x="262529" y="986"/>
                  </a:lnTo>
                  <a:lnTo>
                    <a:pt x="258590" y="182"/>
                  </a:lnTo>
                  <a:lnTo>
                    <a:pt x="255580" y="0"/>
                  </a:lnTo>
                  <a:lnTo>
                    <a:pt x="24976" y="0"/>
                  </a:lnTo>
                  <a:lnTo>
                    <a:pt x="27987" y="182"/>
                  </a:lnTo>
                  <a:lnTo>
                    <a:pt x="23970" y="20"/>
                  </a:lnTo>
                  <a:lnTo>
                    <a:pt x="19980" y="504"/>
                  </a:lnTo>
                  <a:lnTo>
                    <a:pt x="16119" y="1623"/>
                  </a:lnTo>
                  <a:lnTo>
                    <a:pt x="12488" y="3346"/>
                  </a:lnTo>
                  <a:lnTo>
                    <a:pt x="9180" y="5629"/>
                  </a:lnTo>
                  <a:lnTo>
                    <a:pt x="6281" y="8414"/>
                  </a:lnTo>
                  <a:lnTo>
                    <a:pt x="3866" y="11627"/>
                  </a:lnTo>
                  <a:lnTo>
                    <a:pt x="1998" y="15186"/>
                  </a:lnTo>
                  <a:lnTo>
                    <a:pt x="725" y="18999"/>
                  </a:lnTo>
                  <a:lnTo>
                    <a:pt x="80" y="22966"/>
                  </a:lnTo>
                  <a:lnTo>
                    <a:pt x="0" y="24976"/>
                  </a:lnTo>
                  <a:lnTo>
                    <a:pt x="0" y="113750"/>
                  </a:lnTo>
                  <a:lnTo>
                    <a:pt x="80" y="111740"/>
                  </a:lnTo>
                  <a:lnTo>
                    <a:pt x="80" y="115760"/>
                  </a:lnTo>
                  <a:lnTo>
                    <a:pt x="725" y="119727"/>
                  </a:lnTo>
                  <a:lnTo>
                    <a:pt x="1998" y="123540"/>
                  </a:lnTo>
                  <a:lnTo>
                    <a:pt x="3866" y="127099"/>
                  </a:lnTo>
                  <a:lnTo>
                    <a:pt x="6281" y="130312"/>
                  </a:lnTo>
                  <a:lnTo>
                    <a:pt x="9180" y="133097"/>
                  </a:lnTo>
                  <a:lnTo>
                    <a:pt x="12488" y="135380"/>
                  </a:lnTo>
                  <a:lnTo>
                    <a:pt x="16119" y="137103"/>
                  </a:lnTo>
                  <a:lnTo>
                    <a:pt x="19980" y="138222"/>
                  </a:lnTo>
                  <a:lnTo>
                    <a:pt x="23970" y="138706"/>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216" name="tx215"/>
            <p:cNvSpPr/>
            <p:nvPr/>
          </p:nvSpPr>
          <p:spPr>
            <a:xfrm>
              <a:off x="8722821" y="4898184"/>
              <a:ext cx="225053" cy="84409"/>
            </a:xfrm>
            <a:prstGeom prst="rect">
              <a:avLst/>
            </a:prstGeom>
            <a:noFill/>
          </p:spPr>
          <p:txBody>
            <a:bodyPr lIns="0" rIns="0" tIns="0" bIns="0" anchorCtr="1" anchor="ctr" wrap="none"/>
            <a:lstStyle/>
            <a:p>
              <a:pPr algn="l" marL="0" marR="0" indent="0">
                <a:lnSpc>
                  <a:spcPts val="910"/>
                </a:lnSpc>
                <a:spcBef>
                  <a:spcPts val="0"/>
                </a:spcBef>
                <a:spcAft>
                  <a:spcPts val="0"/>
                </a:spcAft>
              </a:pPr>
              <a:r>
                <a:rPr sz="910" b="1">
                  <a:solidFill>
                    <a:srgbClr val="173B63">
                      <a:alpha val="100000"/>
                    </a:srgbClr>
                  </a:solidFill>
                  <a:latin typeface="Helvetica"/>
                  <a:cs typeface="Helvetica"/>
                </a:rPr>
                <a:t>22.5</a:t>
              </a:r>
            </a:p>
          </p:txBody>
        </p:sp>
        <p:sp>
          <p:nvSpPr>
            <p:cNvPr id="217" name="pg216"/>
            <p:cNvSpPr/>
            <p:nvPr/>
          </p:nvSpPr>
          <p:spPr>
            <a:xfrm>
              <a:off x="10474274" y="4656361"/>
              <a:ext cx="280556" cy="138726"/>
            </a:xfrm>
            <a:custGeom>
              <a:avLst/>
              <a:pathLst>
                <a:path w="280556" h="138726">
                  <a:moveTo>
                    <a:pt x="24976" y="138726"/>
                  </a:moveTo>
                  <a:lnTo>
                    <a:pt x="255580" y="138726"/>
                  </a:lnTo>
                  <a:lnTo>
                    <a:pt x="254574" y="138706"/>
                  </a:lnTo>
                  <a:lnTo>
                    <a:pt x="258590" y="138544"/>
                  </a:lnTo>
                  <a:lnTo>
                    <a:pt x="262529" y="137740"/>
                  </a:lnTo>
                  <a:lnTo>
                    <a:pt x="266287" y="136315"/>
                  </a:lnTo>
                  <a:lnTo>
                    <a:pt x="269768" y="134305"/>
                  </a:lnTo>
                  <a:lnTo>
                    <a:pt x="272881" y="131763"/>
                  </a:lnTo>
                  <a:lnTo>
                    <a:pt x="275547" y="128754"/>
                  </a:lnTo>
                  <a:lnTo>
                    <a:pt x="277695" y="125357"/>
                  </a:lnTo>
                  <a:lnTo>
                    <a:pt x="279271" y="121659"/>
                  </a:lnTo>
                  <a:lnTo>
                    <a:pt x="280233" y="117756"/>
                  </a:lnTo>
                  <a:lnTo>
                    <a:pt x="280556" y="113750"/>
                  </a:lnTo>
                  <a:lnTo>
                    <a:pt x="280556" y="24976"/>
                  </a:lnTo>
                  <a:lnTo>
                    <a:pt x="280233" y="20969"/>
                  </a:lnTo>
                  <a:lnTo>
                    <a:pt x="279271" y="17067"/>
                  </a:lnTo>
                  <a:lnTo>
                    <a:pt x="277695" y="13369"/>
                  </a:lnTo>
                  <a:lnTo>
                    <a:pt x="275547" y="9972"/>
                  </a:lnTo>
                  <a:lnTo>
                    <a:pt x="272881" y="6963"/>
                  </a:lnTo>
                  <a:lnTo>
                    <a:pt x="269768" y="4421"/>
                  </a:lnTo>
                  <a:lnTo>
                    <a:pt x="266287" y="2411"/>
                  </a:lnTo>
                  <a:lnTo>
                    <a:pt x="262529" y="986"/>
                  </a:lnTo>
                  <a:lnTo>
                    <a:pt x="258590" y="182"/>
                  </a:lnTo>
                  <a:lnTo>
                    <a:pt x="255580" y="0"/>
                  </a:lnTo>
                  <a:lnTo>
                    <a:pt x="24976" y="0"/>
                  </a:lnTo>
                  <a:lnTo>
                    <a:pt x="27987" y="182"/>
                  </a:lnTo>
                  <a:lnTo>
                    <a:pt x="23970" y="20"/>
                  </a:lnTo>
                  <a:lnTo>
                    <a:pt x="19980" y="504"/>
                  </a:lnTo>
                  <a:lnTo>
                    <a:pt x="16119" y="1623"/>
                  </a:lnTo>
                  <a:lnTo>
                    <a:pt x="12488" y="3346"/>
                  </a:lnTo>
                  <a:lnTo>
                    <a:pt x="9180" y="5629"/>
                  </a:lnTo>
                  <a:lnTo>
                    <a:pt x="6281" y="8414"/>
                  </a:lnTo>
                  <a:lnTo>
                    <a:pt x="3866" y="11627"/>
                  </a:lnTo>
                  <a:lnTo>
                    <a:pt x="1998" y="15186"/>
                  </a:lnTo>
                  <a:lnTo>
                    <a:pt x="725" y="18999"/>
                  </a:lnTo>
                  <a:lnTo>
                    <a:pt x="80" y="22966"/>
                  </a:lnTo>
                  <a:lnTo>
                    <a:pt x="0" y="24976"/>
                  </a:lnTo>
                  <a:lnTo>
                    <a:pt x="0" y="113750"/>
                  </a:lnTo>
                  <a:lnTo>
                    <a:pt x="80" y="111740"/>
                  </a:lnTo>
                  <a:lnTo>
                    <a:pt x="80" y="115760"/>
                  </a:lnTo>
                  <a:lnTo>
                    <a:pt x="725" y="119727"/>
                  </a:lnTo>
                  <a:lnTo>
                    <a:pt x="1998" y="123540"/>
                  </a:lnTo>
                  <a:lnTo>
                    <a:pt x="3866" y="127099"/>
                  </a:lnTo>
                  <a:lnTo>
                    <a:pt x="6281" y="130312"/>
                  </a:lnTo>
                  <a:lnTo>
                    <a:pt x="9180" y="133097"/>
                  </a:lnTo>
                  <a:lnTo>
                    <a:pt x="12488" y="135380"/>
                  </a:lnTo>
                  <a:lnTo>
                    <a:pt x="16119" y="137103"/>
                  </a:lnTo>
                  <a:lnTo>
                    <a:pt x="19980" y="138222"/>
                  </a:lnTo>
                  <a:lnTo>
                    <a:pt x="23970" y="138706"/>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218" name="tx217"/>
            <p:cNvSpPr/>
            <p:nvPr/>
          </p:nvSpPr>
          <p:spPr>
            <a:xfrm>
              <a:off x="10502026" y="4682532"/>
              <a:ext cx="225053" cy="84804"/>
            </a:xfrm>
            <a:prstGeom prst="rect">
              <a:avLst/>
            </a:prstGeom>
            <a:noFill/>
          </p:spPr>
          <p:txBody>
            <a:bodyPr lIns="0" rIns="0" tIns="0" bIns="0" anchorCtr="1" anchor="ctr" wrap="none"/>
            <a:lstStyle/>
            <a:p>
              <a:pPr algn="l" marL="0" marR="0" indent="0">
                <a:lnSpc>
                  <a:spcPts val="910"/>
                </a:lnSpc>
                <a:spcBef>
                  <a:spcPts val="0"/>
                </a:spcBef>
                <a:spcAft>
                  <a:spcPts val="0"/>
                </a:spcAft>
              </a:pPr>
              <a:r>
                <a:rPr sz="910" b="1">
                  <a:solidFill>
                    <a:srgbClr val="173B63">
                      <a:alpha val="100000"/>
                    </a:srgbClr>
                  </a:solidFill>
                  <a:latin typeface="Helvetica"/>
                  <a:cs typeface="Helvetica"/>
                </a:rPr>
                <a:t>23.6</a:t>
              </a:r>
            </a:p>
          </p:txBody>
        </p:sp>
        <p:sp>
          <p:nvSpPr>
            <p:cNvPr id="219" name="tx218"/>
            <p:cNvSpPr/>
            <p:nvPr/>
          </p:nvSpPr>
          <p:spPr>
            <a:xfrm>
              <a:off x="368048" y="5378751"/>
              <a:ext cx="226020" cy="14843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20</a:t>
              </a:r>
            </a:p>
          </p:txBody>
        </p:sp>
        <p:sp>
          <p:nvSpPr>
            <p:cNvPr id="220" name="tx219"/>
            <p:cNvSpPr/>
            <p:nvPr/>
          </p:nvSpPr>
          <p:spPr>
            <a:xfrm>
              <a:off x="368048" y="4363385"/>
              <a:ext cx="226020" cy="148332"/>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25</a:t>
              </a:r>
            </a:p>
          </p:txBody>
        </p:sp>
        <p:sp>
          <p:nvSpPr>
            <p:cNvPr id="221" name="tx220"/>
            <p:cNvSpPr/>
            <p:nvPr/>
          </p:nvSpPr>
          <p:spPr>
            <a:xfrm>
              <a:off x="368048" y="3347820"/>
              <a:ext cx="226020" cy="14843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30</a:t>
              </a:r>
            </a:p>
          </p:txBody>
        </p:sp>
        <p:sp>
          <p:nvSpPr>
            <p:cNvPr id="222" name="tx221"/>
            <p:cNvSpPr/>
            <p:nvPr/>
          </p:nvSpPr>
          <p:spPr>
            <a:xfrm>
              <a:off x="368048" y="2332453"/>
              <a:ext cx="226020" cy="148332"/>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35</a:t>
              </a:r>
            </a:p>
          </p:txBody>
        </p:sp>
        <p:sp>
          <p:nvSpPr>
            <p:cNvPr id="223" name="tx222"/>
            <p:cNvSpPr/>
            <p:nvPr/>
          </p:nvSpPr>
          <p:spPr>
            <a:xfrm>
              <a:off x="368048" y="1316888"/>
              <a:ext cx="226020" cy="14843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40</a:t>
              </a:r>
            </a:p>
          </p:txBody>
        </p:sp>
        <p:sp>
          <p:nvSpPr>
            <p:cNvPr id="224" name="tx223"/>
            <p:cNvSpPr/>
            <p:nvPr/>
          </p:nvSpPr>
          <p:spPr>
            <a:xfrm>
              <a:off x="1662022" y="5929816"/>
              <a:ext cx="113010" cy="14327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5</a:t>
              </a:r>
            </a:p>
          </p:txBody>
        </p:sp>
        <p:sp>
          <p:nvSpPr>
            <p:cNvPr id="225" name="tx224"/>
            <p:cNvSpPr/>
            <p:nvPr/>
          </p:nvSpPr>
          <p:spPr>
            <a:xfrm>
              <a:off x="3441227" y="5926939"/>
              <a:ext cx="113010" cy="14614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3</a:t>
              </a:r>
            </a:p>
          </p:txBody>
        </p:sp>
        <p:sp>
          <p:nvSpPr>
            <p:cNvPr id="226" name="tx225"/>
            <p:cNvSpPr/>
            <p:nvPr/>
          </p:nvSpPr>
          <p:spPr>
            <a:xfrm>
              <a:off x="5220432" y="5931602"/>
              <a:ext cx="113010" cy="14148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1</a:t>
              </a:r>
            </a:p>
          </p:txBody>
        </p:sp>
        <p:sp>
          <p:nvSpPr>
            <p:cNvPr id="227" name="tx226"/>
            <p:cNvSpPr/>
            <p:nvPr/>
          </p:nvSpPr>
          <p:spPr>
            <a:xfrm>
              <a:off x="6999637" y="5930610"/>
              <a:ext cx="113010" cy="142478"/>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4</a:t>
              </a:r>
            </a:p>
          </p:txBody>
        </p:sp>
        <p:sp>
          <p:nvSpPr>
            <p:cNvPr id="228" name="tx227"/>
            <p:cNvSpPr/>
            <p:nvPr/>
          </p:nvSpPr>
          <p:spPr>
            <a:xfrm>
              <a:off x="8778842" y="5930511"/>
              <a:ext cx="113010" cy="14257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2</a:t>
              </a:r>
            </a:p>
          </p:txBody>
        </p:sp>
        <p:sp>
          <p:nvSpPr>
            <p:cNvPr id="229" name="tx228"/>
            <p:cNvSpPr/>
            <p:nvPr/>
          </p:nvSpPr>
          <p:spPr>
            <a:xfrm>
              <a:off x="10558047" y="5926740"/>
              <a:ext cx="113010" cy="14634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6</a:t>
              </a:r>
            </a:p>
          </p:txBody>
        </p:sp>
      </p:grpSp>
      <p:sp>
        <p:nvSpPr>
          <p:cNvPr id="230"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231"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MEDIA Y RANGO (P_MEDIA_RANGO)</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53643"/>
              <a:ext cx="11440490" cy="4989600"/>
            </a:xfrm>
            <a:prstGeom prst="rect">
              <a:avLst/>
            </a:prstGeom>
          </p:spPr>
          <p:txBody>
            <a:bodyPr/>
            <a:lstStyle/>
            <a:p/>
          </p:txBody>
        </p:sp>
        <p:sp>
          <p:nvSpPr>
            <p:cNvPr id="5" name="rc4"/>
            <p:cNvSpPr/>
            <p:nvPr/>
          </p:nvSpPr>
          <p:spPr>
            <a:xfrm>
              <a:off x="701615" y="1254863"/>
              <a:ext cx="10702104" cy="4564926"/>
            </a:xfrm>
            <a:prstGeom prst="rect">
              <a:avLst/>
            </a:prstGeom>
          </p:spPr>
          <p:txBody>
            <a:bodyPr/>
            <a:lstStyle/>
            <a:p/>
          </p:txBody>
        </p:sp>
        <p:sp>
          <p:nvSpPr>
            <p:cNvPr id="6" name="pl5"/>
            <p:cNvSpPr/>
            <p:nvPr/>
          </p:nvSpPr>
          <p:spPr>
            <a:xfrm>
              <a:off x="701615" y="5612292"/>
              <a:ext cx="10702104" cy="0"/>
            </a:xfrm>
            <a:custGeom>
              <a:avLst/>
              <a:pathLst>
                <a:path w="10702104" h="0">
                  <a:moveTo>
                    <a:pt x="0" y="0"/>
                  </a:moveTo>
                  <a:lnTo>
                    <a:pt x="10702104" y="0"/>
                  </a:lnTo>
                </a:path>
              </a:pathLst>
            </a:custGeom>
            <a:ln w="9485" cap="flat">
              <a:solidFill>
                <a:srgbClr val="D9E2EC">
                  <a:alpha val="100000"/>
                </a:srgbClr>
              </a:solidFill>
              <a:prstDash val="solid"/>
              <a:round/>
            </a:ln>
          </p:spPr>
          <p:txBody>
            <a:bodyPr/>
            <a:lstStyle/>
            <a:p/>
          </p:txBody>
        </p:sp>
        <p:sp>
          <p:nvSpPr>
            <p:cNvPr id="7" name="pl6"/>
            <p:cNvSpPr/>
            <p:nvPr/>
          </p:nvSpPr>
          <p:spPr>
            <a:xfrm>
              <a:off x="701615" y="4821829"/>
              <a:ext cx="10702104" cy="0"/>
            </a:xfrm>
            <a:custGeom>
              <a:avLst/>
              <a:pathLst>
                <a:path w="10702104" h="0">
                  <a:moveTo>
                    <a:pt x="0" y="0"/>
                  </a:moveTo>
                  <a:lnTo>
                    <a:pt x="10702104" y="0"/>
                  </a:lnTo>
                </a:path>
              </a:pathLst>
            </a:custGeom>
            <a:ln w="9485" cap="flat">
              <a:solidFill>
                <a:srgbClr val="D9E2EC">
                  <a:alpha val="100000"/>
                </a:srgbClr>
              </a:solidFill>
              <a:prstDash val="solid"/>
              <a:round/>
            </a:ln>
          </p:spPr>
          <p:txBody>
            <a:bodyPr/>
            <a:lstStyle/>
            <a:p/>
          </p:txBody>
        </p:sp>
        <p:sp>
          <p:nvSpPr>
            <p:cNvPr id="8" name="pl7"/>
            <p:cNvSpPr/>
            <p:nvPr/>
          </p:nvSpPr>
          <p:spPr>
            <a:xfrm>
              <a:off x="701615" y="4031366"/>
              <a:ext cx="10702104" cy="0"/>
            </a:xfrm>
            <a:custGeom>
              <a:avLst/>
              <a:pathLst>
                <a:path w="10702104" h="0">
                  <a:moveTo>
                    <a:pt x="0" y="0"/>
                  </a:moveTo>
                  <a:lnTo>
                    <a:pt x="10702104" y="0"/>
                  </a:lnTo>
                </a:path>
              </a:pathLst>
            </a:custGeom>
            <a:ln w="9485" cap="flat">
              <a:solidFill>
                <a:srgbClr val="D9E2EC">
                  <a:alpha val="100000"/>
                </a:srgbClr>
              </a:solidFill>
              <a:prstDash val="solid"/>
              <a:round/>
            </a:ln>
          </p:spPr>
          <p:txBody>
            <a:bodyPr/>
            <a:lstStyle/>
            <a:p/>
          </p:txBody>
        </p:sp>
        <p:sp>
          <p:nvSpPr>
            <p:cNvPr id="9" name="pl8"/>
            <p:cNvSpPr/>
            <p:nvPr/>
          </p:nvSpPr>
          <p:spPr>
            <a:xfrm>
              <a:off x="701615" y="3240902"/>
              <a:ext cx="10702104" cy="0"/>
            </a:xfrm>
            <a:custGeom>
              <a:avLst/>
              <a:pathLst>
                <a:path w="10702104" h="0">
                  <a:moveTo>
                    <a:pt x="0" y="0"/>
                  </a:moveTo>
                  <a:lnTo>
                    <a:pt x="10702104" y="0"/>
                  </a:lnTo>
                </a:path>
              </a:pathLst>
            </a:custGeom>
            <a:ln w="9485" cap="flat">
              <a:solidFill>
                <a:srgbClr val="D9E2EC">
                  <a:alpha val="100000"/>
                </a:srgbClr>
              </a:solidFill>
              <a:prstDash val="solid"/>
              <a:round/>
            </a:ln>
          </p:spPr>
          <p:txBody>
            <a:bodyPr/>
            <a:lstStyle/>
            <a:p/>
          </p:txBody>
        </p:sp>
        <p:sp>
          <p:nvSpPr>
            <p:cNvPr id="10" name="pl9"/>
            <p:cNvSpPr/>
            <p:nvPr/>
          </p:nvSpPr>
          <p:spPr>
            <a:xfrm>
              <a:off x="701615" y="2450439"/>
              <a:ext cx="10702104" cy="0"/>
            </a:xfrm>
            <a:custGeom>
              <a:avLst/>
              <a:pathLst>
                <a:path w="10702104" h="0">
                  <a:moveTo>
                    <a:pt x="0" y="0"/>
                  </a:moveTo>
                  <a:lnTo>
                    <a:pt x="10702104" y="0"/>
                  </a:lnTo>
                </a:path>
              </a:pathLst>
            </a:custGeom>
            <a:ln w="9485" cap="flat">
              <a:solidFill>
                <a:srgbClr val="D9E2EC">
                  <a:alpha val="100000"/>
                </a:srgbClr>
              </a:solidFill>
              <a:prstDash val="solid"/>
              <a:round/>
            </a:ln>
          </p:spPr>
          <p:txBody>
            <a:bodyPr/>
            <a:lstStyle/>
            <a:p/>
          </p:txBody>
        </p:sp>
        <p:sp>
          <p:nvSpPr>
            <p:cNvPr id="11" name="pl10"/>
            <p:cNvSpPr/>
            <p:nvPr/>
          </p:nvSpPr>
          <p:spPr>
            <a:xfrm>
              <a:off x="701615" y="1659975"/>
              <a:ext cx="10702104" cy="0"/>
            </a:xfrm>
            <a:custGeom>
              <a:avLst/>
              <a:pathLst>
                <a:path w="10702104" h="0">
                  <a:moveTo>
                    <a:pt x="0" y="0"/>
                  </a:moveTo>
                  <a:lnTo>
                    <a:pt x="10702104" y="0"/>
                  </a:lnTo>
                </a:path>
              </a:pathLst>
            </a:custGeom>
            <a:ln w="9485" cap="flat">
              <a:solidFill>
                <a:srgbClr val="D9E2EC">
                  <a:alpha val="100000"/>
                </a:srgbClr>
              </a:solidFill>
              <a:prstDash val="solid"/>
              <a:round/>
            </a:ln>
          </p:spPr>
          <p:txBody>
            <a:bodyPr/>
            <a:lstStyle/>
            <a:p/>
          </p:txBody>
        </p:sp>
        <p:sp>
          <p:nvSpPr>
            <p:cNvPr id="12" name="pl11"/>
            <p:cNvSpPr/>
            <p:nvPr/>
          </p:nvSpPr>
          <p:spPr>
            <a:xfrm>
              <a:off x="1599211" y="1462360"/>
              <a:ext cx="276183" cy="0"/>
            </a:xfrm>
            <a:custGeom>
              <a:avLst/>
              <a:pathLst>
                <a:path w="276183" h="0">
                  <a:moveTo>
                    <a:pt x="0" y="0"/>
                  </a:moveTo>
                  <a:lnTo>
                    <a:pt x="276183" y="0"/>
                  </a:lnTo>
                </a:path>
              </a:pathLst>
            </a:custGeom>
            <a:ln w="24391" cap="flat">
              <a:solidFill>
                <a:srgbClr val="0B4F8C">
                  <a:alpha val="94901"/>
                </a:srgbClr>
              </a:solidFill>
              <a:prstDash val="solid"/>
              <a:round/>
            </a:ln>
          </p:spPr>
          <p:txBody>
            <a:bodyPr/>
            <a:lstStyle/>
            <a:p/>
          </p:txBody>
        </p:sp>
        <p:sp>
          <p:nvSpPr>
            <p:cNvPr id="13" name="pl12"/>
            <p:cNvSpPr/>
            <p:nvPr/>
          </p:nvSpPr>
          <p:spPr>
            <a:xfrm>
              <a:off x="1737302" y="1462360"/>
              <a:ext cx="0" cy="2569006"/>
            </a:xfrm>
            <a:custGeom>
              <a:avLst/>
              <a:pathLst>
                <a:path w="0" h="2569006">
                  <a:moveTo>
                    <a:pt x="0" y="0"/>
                  </a:moveTo>
                  <a:lnTo>
                    <a:pt x="0" y="2569006"/>
                  </a:lnTo>
                </a:path>
              </a:pathLst>
            </a:custGeom>
            <a:ln w="24391" cap="flat">
              <a:solidFill>
                <a:srgbClr val="0B4F8C">
                  <a:alpha val="94901"/>
                </a:srgbClr>
              </a:solidFill>
              <a:prstDash val="solid"/>
              <a:round/>
            </a:ln>
          </p:spPr>
          <p:txBody>
            <a:bodyPr/>
            <a:lstStyle/>
            <a:p/>
          </p:txBody>
        </p:sp>
        <p:sp>
          <p:nvSpPr>
            <p:cNvPr id="14" name="pl13"/>
            <p:cNvSpPr/>
            <p:nvPr/>
          </p:nvSpPr>
          <p:spPr>
            <a:xfrm>
              <a:off x="1599211" y="4031366"/>
              <a:ext cx="276183" cy="0"/>
            </a:xfrm>
            <a:custGeom>
              <a:avLst/>
              <a:pathLst>
                <a:path w="276183" h="0">
                  <a:moveTo>
                    <a:pt x="0" y="0"/>
                  </a:moveTo>
                  <a:lnTo>
                    <a:pt x="276183" y="0"/>
                  </a:lnTo>
                </a:path>
              </a:pathLst>
            </a:custGeom>
            <a:ln w="24391" cap="flat">
              <a:solidFill>
                <a:srgbClr val="0B4F8C">
                  <a:alpha val="94901"/>
                </a:srgbClr>
              </a:solidFill>
              <a:prstDash val="solid"/>
              <a:round/>
            </a:ln>
          </p:spPr>
          <p:txBody>
            <a:bodyPr/>
            <a:lstStyle/>
            <a:p/>
          </p:txBody>
        </p:sp>
        <p:sp>
          <p:nvSpPr>
            <p:cNvPr id="15" name="pl14"/>
            <p:cNvSpPr/>
            <p:nvPr/>
          </p:nvSpPr>
          <p:spPr>
            <a:xfrm>
              <a:off x="3325356" y="3240902"/>
              <a:ext cx="276183" cy="0"/>
            </a:xfrm>
            <a:custGeom>
              <a:avLst/>
              <a:pathLst>
                <a:path w="276183" h="0">
                  <a:moveTo>
                    <a:pt x="0" y="0"/>
                  </a:moveTo>
                  <a:lnTo>
                    <a:pt x="276183" y="0"/>
                  </a:lnTo>
                </a:path>
              </a:pathLst>
            </a:custGeom>
            <a:ln w="24391" cap="flat">
              <a:solidFill>
                <a:srgbClr val="2A9D8F">
                  <a:alpha val="94901"/>
                </a:srgbClr>
              </a:solidFill>
              <a:prstDash val="solid"/>
              <a:round/>
            </a:ln>
          </p:spPr>
          <p:txBody>
            <a:bodyPr/>
            <a:lstStyle/>
            <a:p/>
          </p:txBody>
        </p:sp>
        <p:sp>
          <p:nvSpPr>
            <p:cNvPr id="16" name="pl15"/>
            <p:cNvSpPr/>
            <p:nvPr/>
          </p:nvSpPr>
          <p:spPr>
            <a:xfrm>
              <a:off x="3463448" y="3240902"/>
              <a:ext cx="0" cy="1580926"/>
            </a:xfrm>
            <a:custGeom>
              <a:avLst/>
              <a:pathLst>
                <a:path w="0" h="1580926">
                  <a:moveTo>
                    <a:pt x="0" y="0"/>
                  </a:moveTo>
                  <a:lnTo>
                    <a:pt x="0" y="1580926"/>
                  </a:lnTo>
                </a:path>
              </a:pathLst>
            </a:custGeom>
            <a:ln w="24391" cap="flat">
              <a:solidFill>
                <a:srgbClr val="2A9D8F">
                  <a:alpha val="94901"/>
                </a:srgbClr>
              </a:solidFill>
              <a:prstDash val="solid"/>
              <a:round/>
            </a:ln>
          </p:spPr>
          <p:txBody>
            <a:bodyPr/>
            <a:lstStyle/>
            <a:p/>
          </p:txBody>
        </p:sp>
        <p:sp>
          <p:nvSpPr>
            <p:cNvPr id="17" name="pl16"/>
            <p:cNvSpPr/>
            <p:nvPr/>
          </p:nvSpPr>
          <p:spPr>
            <a:xfrm>
              <a:off x="3325356" y="4821829"/>
              <a:ext cx="276183" cy="0"/>
            </a:xfrm>
            <a:custGeom>
              <a:avLst/>
              <a:pathLst>
                <a:path w="276183" h="0">
                  <a:moveTo>
                    <a:pt x="0" y="0"/>
                  </a:moveTo>
                  <a:lnTo>
                    <a:pt x="276183" y="0"/>
                  </a:lnTo>
                </a:path>
              </a:pathLst>
            </a:custGeom>
            <a:ln w="24391" cap="flat">
              <a:solidFill>
                <a:srgbClr val="2A9D8F">
                  <a:alpha val="94901"/>
                </a:srgbClr>
              </a:solidFill>
              <a:prstDash val="solid"/>
              <a:round/>
            </a:ln>
          </p:spPr>
          <p:txBody>
            <a:bodyPr/>
            <a:lstStyle/>
            <a:p/>
          </p:txBody>
        </p:sp>
        <p:sp>
          <p:nvSpPr>
            <p:cNvPr id="18" name="pl17"/>
            <p:cNvSpPr/>
            <p:nvPr/>
          </p:nvSpPr>
          <p:spPr>
            <a:xfrm>
              <a:off x="5051502" y="4031366"/>
              <a:ext cx="276183" cy="0"/>
            </a:xfrm>
            <a:custGeom>
              <a:avLst/>
              <a:pathLst>
                <a:path w="276183" h="0">
                  <a:moveTo>
                    <a:pt x="0" y="0"/>
                  </a:moveTo>
                  <a:lnTo>
                    <a:pt x="276183" y="0"/>
                  </a:lnTo>
                </a:path>
              </a:pathLst>
            </a:custGeom>
            <a:ln w="24391" cap="flat">
              <a:solidFill>
                <a:srgbClr val="E9C46A">
                  <a:alpha val="94901"/>
                </a:srgbClr>
              </a:solidFill>
              <a:prstDash val="solid"/>
              <a:round/>
            </a:ln>
          </p:spPr>
          <p:txBody>
            <a:bodyPr/>
            <a:lstStyle/>
            <a:p/>
          </p:txBody>
        </p:sp>
        <p:sp>
          <p:nvSpPr>
            <p:cNvPr id="19" name="pl18"/>
            <p:cNvSpPr/>
            <p:nvPr/>
          </p:nvSpPr>
          <p:spPr>
            <a:xfrm>
              <a:off x="5189594" y="4031366"/>
              <a:ext cx="0" cy="1580926"/>
            </a:xfrm>
            <a:custGeom>
              <a:avLst/>
              <a:pathLst>
                <a:path w="0" h="1580926">
                  <a:moveTo>
                    <a:pt x="0" y="0"/>
                  </a:moveTo>
                  <a:lnTo>
                    <a:pt x="0" y="1580926"/>
                  </a:lnTo>
                </a:path>
              </a:pathLst>
            </a:custGeom>
            <a:ln w="24391" cap="flat">
              <a:solidFill>
                <a:srgbClr val="E9C46A">
                  <a:alpha val="94901"/>
                </a:srgbClr>
              </a:solidFill>
              <a:prstDash val="solid"/>
              <a:round/>
            </a:ln>
          </p:spPr>
          <p:txBody>
            <a:bodyPr/>
            <a:lstStyle/>
            <a:p/>
          </p:txBody>
        </p:sp>
        <p:sp>
          <p:nvSpPr>
            <p:cNvPr id="20" name="pl19"/>
            <p:cNvSpPr/>
            <p:nvPr/>
          </p:nvSpPr>
          <p:spPr>
            <a:xfrm>
              <a:off x="5051502" y="5612292"/>
              <a:ext cx="276183" cy="0"/>
            </a:xfrm>
            <a:custGeom>
              <a:avLst/>
              <a:pathLst>
                <a:path w="276183" h="0">
                  <a:moveTo>
                    <a:pt x="0" y="0"/>
                  </a:moveTo>
                  <a:lnTo>
                    <a:pt x="276183" y="0"/>
                  </a:lnTo>
                </a:path>
              </a:pathLst>
            </a:custGeom>
            <a:ln w="24391" cap="flat">
              <a:solidFill>
                <a:srgbClr val="E9C46A">
                  <a:alpha val="94901"/>
                </a:srgbClr>
              </a:solidFill>
              <a:prstDash val="solid"/>
              <a:round/>
            </a:ln>
          </p:spPr>
          <p:txBody>
            <a:bodyPr/>
            <a:lstStyle/>
            <a:p/>
          </p:txBody>
        </p:sp>
        <p:sp>
          <p:nvSpPr>
            <p:cNvPr id="21" name="pl20"/>
            <p:cNvSpPr/>
            <p:nvPr/>
          </p:nvSpPr>
          <p:spPr>
            <a:xfrm>
              <a:off x="6777648" y="2450439"/>
              <a:ext cx="276183" cy="0"/>
            </a:xfrm>
            <a:custGeom>
              <a:avLst/>
              <a:pathLst>
                <a:path w="276183" h="0">
                  <a:moveTo>
                    <a:pt x="0" y="0"/>
                  </a:moveTo>
                  <a:lnTo>
                    <a:pt x="276183" y="0"/>
                  </a:lnTo>
                </a:path>
              </a:pathLst>
            </a:custGeom>
            <a:ln w="24391" cap="flat">
              <a:solidFill>
                <a:srgbClr val="F4A261">
                  <a:alpha val="94901"/>
                </a:srgbClr>
              </a:solidFill>
              <a:prstDash val="solid"/>
              <a:round/>
            </a:ln>
          </p:spPr>
          <p:txBody>
            <a:bodyPr/>
            <a:lstStyle/>
            <a:p/>
          </p:txBody>
        </p:sp>
        <p:sp>
          <p:nvSpPr>
            <p:cNvPr id="22" name="pl21"/>
            <p:cNvSpPr/>
            <p:nvPr/>
          </p:nvSpPr>
          <p:spPr>
            <a:xfrm>
              <a:off x="6915740" y="2450439"/>
              <a:ext cx="0" cy="1580926"/>
            </a:xfrm>
            <a:custGeom>
              <a:avLst/>
              <a:pathLst>
                <a:path w="0" h="1580926">
                  <a:moveTo>
                    <a:pt x="0" y="0"/>
                  </a:moveTo>
                  <a:lnTo>
                    <a:pt x="0" y="1580926"/>
                  </a:lnTo>
                </a:path>
              </a:pathLst>
            </a:custGeom>
            <a:ln w="24391" cap="flat">
              <a:solidFill>
                <a:srgbClr val="F4A261">
                  <a:alpha val="94901"/>
                </a:srgbClr>
              </a:solidFill>
              <a:prstDash val="solid"/>
              <a:round/>
            </a:ln>
          </p:spPr>
          <p:txBody>
            <a:bodyPr/>
            <a:lstStyle/>
            <a:p/>
          </p:txBody>
        </p:sp>
        <p:sp>
          <p:nvSpPr>
            <p:cNvPr id="23" name="pl22"/>
            <p:cNvSpPr/>
            <p:nvPr/>
          </p:nvSpPr>
          <p:spPr>
            <a:xfrm>
              <a:off x="6777648" y="4031366"/>
              <a:ext cx="276183" cy="0"/>
            </a:xfrm>
            <a:custGeom>
              <a:avLst/>
              <a:pathLst>
                <a:path w="276183" h="0">
                  <a:moveTo>
                    <a:pt x="0" y="0"/>
                  </a:moveTo>
                  <a:lnTo>
                    <a:pt x="276183" y="0"/>
                  </a:lnTo>
                </a:path>
              </a:pathLst>
            </a:custGeom>
            <a:ln w="24391" cap="flat">
              <a:solidFill>
                <a:srgbClr val="F4A261">
                  <a:alpha val="94901"/>
                </a:srgbClr>
              </a:solidFill>
              <a:prstDash val="solid"/>
              <a:round/>
            </a:ln>
          </p:spPr>
          <p:txBody>
            <a:bodyPr/>
            <a:lstStyle/>
            <a:p/>
          </p:txBody>
        </p:sp>
        <p:sp>
          <p:nvSpPr>
            <p:cNvPr id="24" name="pl23"/>
            <p:cNvSpPr/>
            <p:nvPr/>
          </p:nvSpPr>
          <p:spPr>
            <a:xfrm>
              <a:off x="8503794" y="2055207"/>
              <a:ext cx="276183" cy="0"/>
            </a:xfrm>
            <a:custGeom>
              <a:avLst/>
              <a:pathLst>
                <a:path w="276183" h="0">
                  <a:moveTo>
                    <a:pt x="0" y="0"/>
                  </a:moveTo>
                  <a:lnTo>
                    <a:pt x="276183" y="0"/>
                  </a:lnTo>
                </a:path>
              </a:pathLst>
            </a:custGeom>
            <a:ln w="24391" cap="flat">
              <a:solidFill>
                <a:srgbClr val="E76F51">
                  <a:alpha val="94901"/>
                </a:srgbClr>
              </a:solidFill>
              <a:prstDash val="solid"/>
              <a:round/>
            </a:ln>
          </p:spPr>
          <p:txBody>
            <a:bodyPr/>
            <a:lstStyle/>
            <a:p/>
          </p:txBody>
        </p:sp>
        <p:sp>
          <p:nvSpPr>
            <p:cNvPr id="25" name="pl24"/>
            <p:cNvSpPr/>
            <p:nvPr/>
          </p:nvSpPr>
          <p:spPr>
            <a:xfrm>
              <a:off x="8641886" y="2055207"/>
              <a:ext cx="0" cy="1976158"/>
            </a:xfrm>
            <a:custGeom>
              <a:avLst/>
              <a:pathLst>
                <a:path w="0" h="1976158">
                  <a:moveTo>
                    <a:pt x="0" y="0"/>
                  </a:moveTo>
                  <a:lnTo>
                    <a:pt x="0" y="1976158"/>
                  </a:lnTo>
                </a:path>
              </a:pathLst>
            </a:custGeom>
            <a:ln w="24391" cap="flat">
              <a:solidFill>
                <a:srgbClr val="E76F51">
                  <a:alpha val="94901"/>
                </a:srgbClr>
              </a:solidFill>
              <a:prstDash val="solid"/>
              <a:round/>
            </a:ln>
          </p:spPr>
          <p:txBody>
            <a:bodyPr/>
            <a:lstStyle/>
            <a:p/>
          </p:txBody>
        </p:sp>
        <p:sp>
          <p:nvSpPr>
            <p:cNvPr id="26" name="pl25"/>
            <p:cNvSpPr/>
            <p:nvPr/>
          </p:nvSpPr>
          <p:spPr>
            <a:xfrm>
              <a:off x="8503794" y="4031366"/>
              <a:ext cx="276183" cy="0"/>
            </a:xfrm>
            <a:custGeom>
              <a:avLst/>
              <a:pathLst>
                <a:path w="276183" h="0">
                  <a:moveTo>
                    <a:pt x="0" y="0"/>
                  </a:moveTo>
                  <a:lnTo>
                    <a:pt x="276183" y="0"/>
                  </a:lnTo>
                </a:path>
              </a:pathLst>
            </a:custGeom>
            <a:ln w="24391" cap="flat">
              <a:solidFill>
                <a:srgbClr val="E76F51">
                  <a:alpha val="94901"/>
                </a:srgbClr>
              </a:solidFill>
              <a:prstDash val="solid"/>
              <a:round/>
            </a:ln>
          </p:spPr>
          <p:txBody>
            <a:bodyPr/>
            <a:lstStyle/>
            <a:p/>
          </p:txBody>
        </p:sp>
        <p:sp>
          <p:nvSpPr>
            <p:cNvPr id="27" name="pl26"/>
            <p:cNvSpPr/>
            <p:nvPr/>
          </p:nvSpPr>
          <p:spPr>
            <a:xfrm>
              <a:off x="10229940" y="1659975"/>
              <a:ext cx="276183" cy="0"/>
            </a:xfrm>
            <a:custGeom>
              <a:avLst/>
              <a:pathLst>
                <a:path w="276183" h="0">
                  <a:moveTo>
                    <a:pt x="0" y="0"/>
                  </a:moveTo>
                  <a:lnTo>
                    <a:pt x="276183" y="0"/>
                  </a:lnTo>
                </a:path>
              </a:pathLst>
            </a:custGeom>
            <a:ln w="24391" cap="flat">
              <a:solidFill>
                <a:srgbClr val="7A9E9F">
                  <a:alpha val="94901"/>
                </a:srgbClr>
              </a:solidFill>
              <a:prstDash val="solid"/>
              <a:round/>
            </a:ln>
          </p:spPr>
          <p:txBody>
            <a:bodyPr/>
            <a:lstStyle/>
            <a:p/>
          </p:txBody>
        </p:sp>
        <p:sp>
          <p:nvSpPr>
            <p:cNvPr id="28" name="pl27"/>
            <p:cNvSpPr/>
            <p:nvPr/>
          </p:nvSpPr>
          <p:spPr>
            <a:xfrm>
              <a:off x="10368032" y="1659975"/>
              <a:ext cx="0" cy="1580926"/>
            </a:xfrm>
            <a:custGeom>
              <a:avLst/>
              <a:pathLst>
                <a:path w="0" h="1580926">
                  <a:moveTo>
                    <a:pt x="0" y="0"/>
                  </a:moveTo>
                  <a:lnTo>
                    <a:pt x="0" y="1580926"/>
                  </a:lnTo>
                </a:path>
              </a:pathLst>
            </a:custGeom>
            <a:ln w="24391" cap="flat">
              <a:solidFill>
                <a:srgbClr val="7A9E9F">
                  <a:alpha val="94901"/>
                </a:srgbClr>
              </a:solidFill>
              <a:prstDash val="solid"/>
              <a:round/>
            </a:ln>
          </p:spPr>
          <p:txBody>
            <a:bodyPr/>
            <a:lstStyle/>
            <a:p/>
          </p:txBody>
        </p:sp>
        <p:sp>
          <p:nvSpPr>
            <p:cNvPr id="29" name="pl28"/>
            <p:cNvSpPr/>
            <p:nvPr/>
          </p:nvSpPr>
          <p:spPr>
            <a:xfrm>
              <a:off x="10229940" y="3240902"/>
              <a:ext cx="276183" cy="0"/>
            </a:xfrm>
            <a:custGeom>
              <a:avLst/>
              <a:pathLst>
                <a:path w="276183" h="0">
                  <a:moveTo>
                    <a:pt x="0" y="0"/>
                  </a:moveTo>
                  <a:lnTo>
                    <a:pt x="276183" y="0"/>
                  </a:lnTo>
                </a:path>
              </a:pathLst>
            </a:custGeom>
            <a:ln w="24391" cap="flat">
              <a:solidFill>
                <a:srgbClr val="7A9E9F">
                  <a:alpha val="94901"/>
                </a:srgbClr>
              </a:solidFill>
              <a:prstDash val="solid"/>
              <a:round/>
            </a:ln>
          </p:spPr>
          <p:txBody>
            <a:bodyPr/>
            <a:lstStyle/>
            <a:p/>
          </p:txBody>
        </p:sp>
        <p:sp>
          <p:nvSpPr>
            <p:cNvPr id="30" name="pg29"/>
            <p:cNvSpPr/>
            <p:nvPr/>
          </p:nvSpPr>
          <p:spPr>
            <a:xfrm>
              <a:off x="1636477" y="1873608"/>
              <a:ext cx="201650" cy="99709"/>
            </a:xfrm>
            <a:custGeom>
              <a:avLst/>
              <a:pathLst>
                <a:path w="201650" h="99709">
                  <a:moveTo>
                    <a:pt x="17951" y="99709"/>
                  </a:moveTo>
                  <a:lnTo>
                    <a:pt x="183698" y="99709"/>
                  </a:lnTo>
                  <a:lnTo>
                    <a:pt x="182975" y="99695"/>
                  </a:lnTo>
                  <a:lnTo>
                    <a:pt x="185862" y="99578"/>
                  </a:lnTo>
                  <a:lnTo>
                    <a:pt x="188692" y="99001"/>
                  </a:lnTo>
                  <a:lnTo>
                    <a:pt x="191394" y="97976"/>
                  </a:lnTo>
                  <a:lnTo>
                    <a:pt x="193896" y="96532"/>
                  </a:lnTo>
                  <a:lnTo>
                    <a:pt x="196133" y="94704"/>
                  </a:lnTo>
                  <a:lnTo>
                    <a:pt x="198049" y="92542"/>
                  </a:lnTo>
                  <a:lnTo>
                    <a:pt x="199593" y="90100"/>
                  </a:lnTo>
                  <a:lnTo>
                    <a:pt x="200726" y="87442"/>
                  </a:lnTo>
                  <a:lnTo>
                    <a:pt x="201417" y="84637"/>
                  </a:lnTo>
                  <a:lnTo>
                    <a:pt x="201650" y="81758"/>
                  </a:lnTo>
                  <a:lnTo>
                    <a:pt x="201650" y="17951"/>
                  </a:lnTo>
                  <a:lnTo>
                    <a:pt x="201417" y="15072"/>
                  </a:lnTo>
                  <a:lnTo>
                    <a:pt x="200726" y="12267"/>
                  </a:lnTo>
                  <a:lnTo>
                    <a:pt x="199593" y="9609"/>
                  </a:lnTo>
                  <a:lnTo>
                    <a:pt x="198049" y="7167"/>
                  </a:lnTo>
                  <a:lnTo>
                    <a:pt x="196133" y="5004"/>
                  </a:lnTo>
                  <a:lnTo>
                    <a:pt x="193896" y="3177"/>
                  </a:lnTo>
                  <a:lnTo>
                    <a:pt x="191394" y="1733"/>
                  </a:lnTo>
                  <a:lnTo>
                    <a:pt x="188692" y="708"/>
                  </a:lnTo>
                  <a:lnTo>
                    <a:pt x="185862" y="130"/>
                  </a:lnTo>
                  <a:lnTo>
                    <a:pt x="183698" y="0"/>
                  </a:lnTo>
                  <a:lnTo>
                    <a:pt x="17951" y="0"/>
                  </a:lnTo>
                  <a:lnTo>
                    <a:pt x="20115" y="130"/>
                  </a:lnTo>
                  <a:lnTo>
                    <a:pt x="17229" y="14"/>
                  </a:lnTo>
                  <a:lnTo>
                    <a:pt x="14361" y="362"/>
                  </a:lnTo>
                  <a:lnTo>
                    <a:pt x="11586" y="1166"/>
                  </a:lnTo>
                  <a:lnTo>
                    <a:pt x="8975" y="2405"/>
                  </a:lnTo>
                  <a:lnTo>
                    <a:pt x="6598" y="4046"/>
                  </a:lnTo>
                  <a:lnTo>
                    <a:pt x="4514" y="6047"/>
                  </a:lnTo>
                  <a:lnTo>
                    <a:pt x="2779" y="8357"/>
                  </a:lnTo>
                  <a:lnTo>
                    <a:pt x="1436" y="10915"/>
                  </a:lnTo>
                  <a:lnTo>
                    <a:pt x="521" y="13655"/>
                  </a:lnTo>
                  <a:lnTo>
                    <a:pt x="58" y="16507"/>
                  </a:lnTo>
                  <a:lnTo>
                    <a:pt x="0" y="17951"/>
                  </a:lnTo>
                  <a:lnTo>
                    <a:pt x="0" y="81758"/>
                  </a:lnTo>
                  <a:lnTo>
                    <a:pt x="58" y="80313"/>
                  </a:lnTo>
                  <a:lnTo>
                    <a:pt x="58" y="83202"/>
                  </a:lnTo>
                  <a:lnTo>
                    <a:pt x="521" y="86054"/>
                  </a:lnTo>
                  <a:lnTo>
                    <a:pt x="1436" y="88794"/>
                  </a:lnTo>
                  <a:lnTo>
                    <a:pt x="2779" y="91352"/>
                  </a:lnTo>
                  <a:lnTo>
                    <a:pt x="4514" y="93662"/>
                  </a:lnTo>
                  <a:lnTo>
                    <a:pt x="6598" y="95663"/>
                  </a:lnTo>
                  <a:lnTo>
                    <a:pt x="8975" y="97304"/>
                  </a:lnTo>
                  <a:lnTo>
                    <a:pt x="11586" y="98543"/>
                  </a:lnTo>
                  <a:lnTo>
                    <a:pt x="14361" y="99347"/>
                  </a:lnTo>
                  <a:lnTo>
                    <a:pt x="17229" y="99695"/>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31" name="tx30"/>
            <p:cNvSpPr/>
            <p:nvPr/>
          </p:nvSpPr>
          <p:spPr>
            <a:xfrm>
              <a:off x="1656424" y="1892784"/>
              <a:ext cx="161757" cy="60587"/>
            </a:xfrm>
            <a:prstGeom prst="rect">
              <a:avLst/>
            </a:prstGeom>
            <a:noFill/>
          </p:spPr>
          <p:txBody>
            <a:bodyPr lIns="0" rIns="0" tIns="0" bIns="0" anchorCtr="1" anchor="ctr" wrap="none"/>
            <a:lstStyle/>
            <a:p>
              <a:pPr algn="l" marL="0" marR="0" indent="0">
                <a:lnSpc>
                  <a:spcPts val="654"/>
                </a:lnSpc>
                <a:spcBef>
                  <a:spcPts val="0"/>
                </a:spcBef>
                <a:spcAft>
                  <a:spcPts val="0"/>
                </a:spcAft>
              </a:pPr>
              <a:r>
                <a:rPr sz="654" b="1">
                  <a:solidFill>
                    <a:srgbClr val="173B63">
                      <a:alpha val="100000"/>
                    </a:srgbClr>
                  </a:solidFill>
                  <a:latin typeface="Helvetica"/>
                  <a:cs typeface="Helvetica"/>
                </a:rPr>
                <a:t>23.7</a:t>
              </a:r>
            </a:p>
          </p:txBody>
        </p:sp>
        <p:sp>
          <p:nvSpPr>
            <p:cNvPr id="32" name="pg31"/>
            <p:cNvSpPr/>
            <p:nvPr/>
          </p:nvSpPr>
          <p:spPr>
            <a:xfrm>
              <a:off x="3362623" y="3493283"/>
              <a:ext cx="201650" cy="99709"/>
            </a:xfrm>
            <a:custGeom>
              <a:avLst/>
              <a:pathLst>
                <a:path w="201650" h="99709">
                  <a:moveTo>
                    <a:pt x="17951" y="99709"/>
                  </a:moveTo>
                  <a:lnTo>
                    <a:pt x="183698" y="99709"/>
                  </a:lnTo>
                  <a:lnTo>
                    <a:pt x="182975" y="99695"/>
                  </a:lnTo>
                  <a:lnTo>
                    <a:pt x="185862" y="99578"/>
                  </a:lnTo>
                  <a:lnTo>
                    <a:pt x="188692" y="99001"/>
                  </a:lnTo>
                  <a:lnTo>
                    <a:pt x="191394" y="97976"/>
                  </a:lnTo>
                  <a:lnTo>
                    <a:pt x="193896" y="96532"/>
                  </a:lnTo>
                  <a:lnTo>
                    <a:pt x="196133" y="94704"/>
                  </a:lnTo>
                  <a:lnTo>
                    <a:pt x="198049" y="92542"/>
                  </a:lnTo>
                  <a:lnTo>
                    <a:pt x="199593" y="90100"/>
                  </a:lnTo>
                  <a:lnTo>
                    <a:pt x="200726" y="87442"/>
                  </a:lnTo>
                  <a:lnTo>
                    <a:pt x="201417" y="84637"/>
                  </a:lnTo>
                  <a:lnTo>
                    <a:pt x="201650" y="81758"/>
                  </a:lnTo>
                  <a:lnTo>
                    <a:pt x="201650" y="17951"/>
                  </a:lnTo>
                  <a:lnTo>
                    <a:pt x="201417" y="15072"/>
                  </a:lnTo>
                  <a:lnTo>
                    <a:pt x="200726" y="12267"/>
                  </a:lnTo>
                  <a:lnTo>
                    <a:pt x="199593" y="9609"/>
                  </a:lnTo>
                  <a:lnTo>
                    <a:pt x="198049" y="7167"/>
                  </a:lnTo>
                  <a:lnTo>
                    <a:pt x="196133" y="5004"/>
                  </a:lnTo>
                  <a:lnTo>
                    <a:pt x="193896" y="3177"/>
                  </a:lnTo>
                  <a:lnTo>
                    <a:pt x="191394" y="1733"/>
                  </a:lnTo>
                  <a:lnTo>
                    <a:pt x="188692" y="708"/>
                  </a:lnTo>
                  <a:lnTo>
                    <a:pt x="185862" y="130"/>
                  </a:lnTo>
                  <a:lnTo>
                    <a:pt x="183698" y="0"/>
                  </a:lnTo>
                  <a:lnTo>
                    <a:pt x="17951" y="0"/>
                  </a:lnTo>
                  <a:lnTo>
                    <a:pt x="20115" y="130"/>
                  </a:lnTo>
                  <a:lnTo>
                    <a:pt x="17229" y="14"/>
                  </a:lnTo>
                  <a:lnTo>
                    <a:pt x="14361" y="362"/>
                  </a:lnTo>
                  <a:lnTo>
                    <a:pt x="11586" y="1166"/>
                  </a:lnTo>
                  <a:lnTo>
                    <a:pt x="8975" y="2405"/>
                  </a:lnTo>
                  <a:lnTo>
                    <a:pt x="6598" y="4046"/>
                  </a:lnTo>
                  <a:lnTo>
                    <a:pt x="4514" y="6047"/>
                  </a:lnTo>
                  <a:lnTo>
                    <a:pt x="2779" y="8357"/>
                  </a:lnTo>
                  <a:lnTo>
                    <a:pt x="1436" y="10915"/>
                  </a:lnTo>
                  <a:lnTo>
                    <a:pt x="521" y="13655"/>
                  </a:lnTo>
                  <a:lnTo>
                    <a:pt x="58" y="16507"/>
                  </a:lnTo>
                  <a:lnTo>
                    <a:pt x="0" y="17951"/>
                  </a:lnTo>
                  <a:lnTo>
                    <a:pt x="0" y="81758"/>
                  </a:lnTo>
                  <a:lnTo>
                    <a:pt x="58" y="80313"/>
                  </a:lnTo>
                  <a:lnTo>
                    <a:pt x="58" y="83202"/>
                  </a:lnTo>
                  <a:lnTo>
                    <a:pt x="521" y="86054"/>
                  </a:lnTo>
                  <a:lnTo>
                    <a:pt x="1436" y="88794"/>
                  </a:lnTo>
                  <a:lnTo>
                    <a:pt x="2779" y="91352"/>
                  </a:lnTo>
                  <a:lnTo>
                    <a:pt x="4514" y="93662"/>
                  </a:lnTo>
                  <a:lnTo>
                    <a:pt x="6598" y="95663"/>
                  </a:lnTo>
                  <a:lnTo>
                    <a:pt x="8975" y="97304"/>
                  </a:lnTo>
                  <a:lnTo>
                    <a:pt x="11586" y="98543"/>
                  </a:lnTo>
                  <a:lnTo>
                    <a:pt x="14361" y="99347"/>
                  </a:lnTo>
                  <a:lnTo>
                    <a:pt x="17229" y="99695"/>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33" name="tx32"/>
            <p:cNvSpPr/>
            <p:nvPr/>
          </p:nvSpPr>
          <p:spPr>
            <a:xfrm>
              <a:off x="3382570" y="3512094"/>
              <a:ext cx="161757" cy="60953"/>
            </a:xfrm>
            <a:prstGeom prst="rect">
              <a:avLst/>
            </a:prstGeom>
            <a:noFill/>
          </p:spPr>
          <p:txBody>
            <a:bodyPr lIns="0" rIns="0" tIns="0" bIns="0" anchorCtr="1" anchor="ctr" wrap="none"/>
            <a:lstStyle/>
            <a:p>
              <a:pPr algn="l" marL="0" marR="0" indent="0">
                <a:lnSpc>
                  <a:spcPts val="654"/>
                </a:lnSpc>
                <a:spcBef>
                  <a:spcPts val="0"/>
                </a:spcBef>
                <a:spcAft>
                  <a:spcPts val="0"/>
                </a:spcAft>
              </a:pPr>
              <a:r>
                <a:rPr sz="654" b="1">
                  <a:solidFill>
                    <a:srgbClr val="173B63">
                      <a:alpha val="100000"/>
                    </a:srgbClr>
                  </a:solidFill>
                  <a:latin typeface="Helvetica"/>
                  <a:cs typeface="Helvetica"/>
                </a:rPr>
                <a:t>21.6</a:t>
              </a:r>
            </a:p>
          </p:txBody>
        </p:sp>
        <p:sp>
          <p:nvSpPr>
            <p:cNvPr id="34" name="pg33"/>
            <p:cNvSpPr/>
            <p:nvPr/>
          </p:nvSpPr>
          <p:spPr>
            <a:xfrm>
              <a:off x="5088769" y="4412673"/>
              <a:ext cx="201650" cy="99709"/>
            </a:xfrm>
            <a:custGeom>
              <a:avLst/>
              <a:pathLst>
                <a:path w="201650" h="99709">
                  <a:moveTo>
                    <a:pt x="17951" y="99709"/>
                  </a:moveTo>
                  <a:lnTo>
                    <a:pt x="183698" y="99709"/>
                  </a:lnTo>
                  <a:lnTo>
                    <a:pt x="182975" y="99695"/>
                  </a:lnTo>
                  <a:lnTo>
                    <a:pt x="185862" y="99578"/>
                  </a:lnTo>
                  <a:lnTo>
                    <a:pt x="188692" y="99001"/>
                  </a:lnTo>
                  <a:lnTo>
                    <a:pt x="191394" y="97976"/>
                  </a:lnTo>
                  <a:lnTo>
                    <a:pt x="193896" y="96532"/>
                  </a:lnTo>
                  <a:lnTo>
                    <a:pt x="196133" y="94704"/>
                  </a:lnTo>
                  <a:lnTo>
                    <a:pt x="198049" y="92542"/>
                  </a:lnTo>
                  <a:lnTo>
                    <a:pt x="199593" y="90100"/>
                  </a:lnTo>
                  <a:lnTo>
                    <a:pt x="200726" y="87442"/>
                  </a:lnTo>
                  <a:lnTo>
                    <a:pt x="201417" y="84637"/>
                  </a:lnTo>
                  <a:lnTo>
                    <a:pt x="201650" y="81758"/>
                  </a:lnTo>
                  <a:lnTo>
                    <a:pt x="201650" y="17951"/>
                  </a:lnTo>
                  <a:lnTo>
                    <a:pt x="201417" y="15072"/>
                  </a:lnTo>
                  <a:lnTo>
                    <a:pt x="200726" y="12267"/>
                  </a:lnTo>
                  <a:lnTo>
                    <a:pt x="199593" y="9609"/>
                  </a:lnTo>
                  <a:lnTo>
                    <a:pt x="198049" y="7167"/>
                  </a:lnTo>
                  <a:lnTo>
                    <a:pt x="196133" y="5004"/>
                  </a:lnTo>
                  <a:lnTo>
                    <a:pt x="193896" y="3177"/>
                  </a:lnTo>
                  <a:lnTo>
                    <a:pt x="191394" y="1733"/>
                  </a:lnTo>
                  <a:lnTo>
                    <a:pt x="188692" y="708"/>
                  </a:lnTo>
                  <a:lnTo>
                    <a:pt x="185862" y="130"/>
                  </a:lnTo>
                  <a:lnTo>
                    <a:pt x="183698" y="0"/>
                  </a:lnTo>
                  <a:lnTo>
                    <a:pt x="17951" y="0"/>
                  </a:lnTo>
                  <a:lnTo>
                    <a:pt x="20115" y="130"/>
                  </a:lnTo>
                  <a:lnTo>
                    <a:pt x="17229" y="14"/>
                  </a:lnTo>
                  <a:lnTo>
                    <a:pt x="14361" y="362"/>
                  </a:lnTo>
                  <a:lnTo>
                    <a:pt x="11586" y="1166"/>
                  </a:lnTo>
                  <a:lnTo>
                    <a:pt x="8975" y="2405"/>
                  </a:lnTo>
                  <a:lnTo>
                    <a:pt x="6598" y="4046"/>
                  </a:lnTo>
                  <a:lnTo>
                    <a:pt x="4514" y="6047"/>
                  </a:lnTo>
                  <a:lnTo>
                    <a:pt x="2779" y="8357"/>
                  </a:lnTo>
                  <a:lnTo>
                    <a:pt x="1436" y="10915"/>
                  </a:lnTo>
                  <a:lnTo>
                    <a:pt x="521" y="13655"/>
                  </a:lnTo>
                  <a:lnTo>
                    <a:pt x="58" y="16507"/>
                  </a:lnTo>
                  <a:lnTo>
                    <a:pt x="0" y="17951"/>
                  </a:lnTo>
                  <a:lnTo>
                    <a:pt x="0" y="81758"/>
                  </a:lnTo>
                  <a:lnTo>
                    <a:pt x="58" y="80313"/>
                  </a:lnTo>
                  <a:lnTo>
                    <a:pt x="58" y="83202"/>
                  </a:lnTo>
                  <a:lnTo>
                    <a:pt x="521" y="86054"/>
                  </a:lnTo>
                  <a:lnTo>
                    <a:pt x="1436" y="88794"/>
                  </a:lnTo>
                  <a:lnTo>
                    <a:pt x="2779" y="91352"/>
                  </a:lnTo>
                  <a:lnTo>
                    <a:pt x="4514" y="93662"/>
                  </a:lnTo>
                  <a:lnTo>
                    <a:pt x="6598" y="95663"/>
                  </a:lnTo>
                  <a:lnTo>
                    <a:pt x="8975" y="97304"/>
                  </a:lnTo>
                  <a:lnTo>
                    <a:pt x="11586" y="98543"/>
                  </a:lnTo>
                  <a:lnTo>
                    <a:pt x="14361" y="99347"/>
                  </a:lnTo>
                  <a:lnTo>
                    <a:pt x="17229" y="99695"/>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35" name="tx34"/>
            <p:cNvSpPr/>
            <p:nvPr/>
          </p:nvSpPr>
          <p:spPr>
            <a:xfrm>
              <a:off x="5108715" y="4431645"/>
              <a:ext cx="161757" cy="60790"/>
            </a:xfrm>
            <a:prstGeom prst="rect">
              <a:avLst/>
            </a:prstGeom>
            <a:noFill/>
          </p:spPr>
          <p:txBody>
            <a:bodyPr lIns="0" rIns="0" tIns="0" bIns="0" anchorCtr="1" anchor="ctr" wrap="none"/>
            <a:lstStyle/>
            <a:p>
              <a:pPr algn="l" marL="0" marR="0" indent="0">
                <a:lnSpc>
                  <a:spcPts val="654"/>
                </a:lnSpc>
                <a:spcBef>
                  <a:spcPts val="0"/>
                </a:spcBef>
                <a:spcAft>
                  <a:spcPts val="0"/>
                </a:spcAft>
              </a:pPr>
              <a:r>
                <a:rPr sz="654" b="1">
                  <a:solidFill>
                    <a:srgbClr val="173B63">
                      <a:alpha val="100000"/>
                    </a:srgbClr>
                  </a:solidFill>
                  <a:latin typeface="Helvetica"/>
                  <a:cs typeface="Helvetica"/>
                </a:rPr>
                <a:t>20.5</a:t>
              </a:r>
            </a:p>
          </p:txBody>
        </p:sp>
        <p:sp>
          <p:nvSpPr>
            <p:cNvPr id="36" name="pg35"/>
            <p:cNvSpPr/>
            <p:nvPr/>
          </p:nvSpPr>
          <p:spPr>
            <a:xfrm>
              <a:off x="6814915" y="2919325"/>
              <a:ext cx="201650" cy="99709"/>
            </a:xfrm>
            <a:custGeom>
              <a:avLst/>
              <a:pathLst>
                <a:path w="201650" h="99709">
                  <a:moveTo>
                    <a:pt x="17951" y="99709"/>
                  </a:moveTo>
                  <a:lnTo>
                    <a:pt x="183698" y="99709"/>
                  </a:lnTo>
                  <a:lnTo>
                    <a:pt x="182975" y="99695"/>
                  </a:lnTo>
                  <a:lnTo>
                    <a:pt x="185862" y="99578"/>
                  </a:lnTo>
                  <a:lnTo>
                    <a:pt x="188692" y="99001"/>
                  </a:lnTo>
                  <a:lnTo>
                    <a:pt x="191394" y="97976"/>
                  </a:lnTo>
                  <a:lnTo>
                    <a:pt x="193896" y="96532"/>
                  </a:lnTo>
                  <a:lnTo>
                    <a:pt x="196133" y="94704"/>
                  </a:lnTo>
                  <a:lnTo>
                    <a:pt x="198049" y="92542"/>
                  </a:lnTo>
                  <a:lnTo>
                    <a:pt x="199593" y="90100"/>
                  </a:lnTo>
                  <a:lnTo>
                    <a:pt x="200726" y="87442"/>
                  </a:lnTo>
                  <a:lnTo>
                    <a:pt x="201417" y="84637"/>
                  </a:lnTo>
                  <a:lnTo>
                    <a:pt x="201650" y="81758"/>
                  </a:lnTo>
                  <a:lnTo>
                    <a:pt x="201650" y="17951"/>
                  </a:lnTo>
                  <a:lnTo>
                    <a:pt x="201417" y="15072"/>
                  </a:lnTo>
                  <a:lnTo>
                    <a:pt x="200726" y="12267"/>
                  </a:lnTo>
                  <a:lnTo>
                    <a:pt x="199593" y="9609"/>
                  </a:lnTo>
                  <a:lnTo>
                    <a:pt x="198049" y="7167"/>
                  </a:lnTo>
                  <a:lnTo>
                    <a:pt x="196133" y="5004"/>
                  </a:lnTo>
                  <a:lnTo>
                    <a:pt x="193896" y="3177"/>
                  </a:lnTo>
                  <a:lnTo>
                    <a:pt x="191394" y="1733"/>
                  </a:lnTo>
                  <a:lnTo>
                    <a:pt x="188692" y="708"/>
                  </a:lnTo>
                  <a:lnTo>
                    <a:pt x="185862" y="130"/>
                  </a:lnTo>
                  <a:lnTo>
                    <a:pt x="183698" y="0"/>
                  </a:lnTo>
                  <a:lnTo>
                    <a:pt x="17951" y="0"/>
                  </a:lnTo>
                  <a:lnTo>
                    <a:pt x="20115" y="130"/>
                  </a:lnTo>
                  <a:lnTo>
                    <a:pt x="17229" y="14"/>
                  </a:lnTo>
                  <a:lnTo>
                    <a:pt x="14361" y="362"/>
                  </a:lnTo>
                  <a:lnTo>
                    <a:pt x="11586" y="1166"/>
                  </a:lnTo>
                  <a:lnTo>
                    <a:pt x="8975" y="2405"/>
                  </a:lnTo>
                  <a:lnTo>
                    <a:pt x="6598" y="4046"/>
                  </a:lnTo>
                  <a:lnTo>
                    <a:pt x="4514" y="6047"/>
                  </a:lnTo>
                  <a:lnTo>
                    <a:pt x="2779" y="8357"/>
                  </a:lnTo>
                  <a:lnTo>
                    <a:pt x="1436" y="10915"/>
                  </a:lnTo>
                  <a:lnTo>
                    <a:pt x="521" y="13655"/>
                  </a:lnTo>
                  <a:lnTo>
                    <a:pt x="58" y="16507"/>
                  </a:lnTo>
                  <a:lnTo>
                    <a:pt x="0" y="17951"/>
                  </a:lnTo>
                  <a:lnTo>
                    <a:pt x="0" y="81758"/>
                  </a:lnTo>
                  <a:lnTo>
                    <a:pt x="58" y="80313"/>
                  </a:lnTo>
                  <a:lnTo>
                    <a:pt x="58" y="83202"/>
                  </a:lnTo>
                  <a:lnTo>
                    <a:pt x="521" y="86054"/>
                  </a:lnTo>
                  <a:lnTo>
                    <a:pt x="1436" y="88794"/>
                  </a:lnTo>
                  <a:lnTo>
                    <a:pt x="2779" y="91352"/>
                  </a:lnTo>
                  <a:lnTo>
                    <a:pt x="4514" y="93662"/>
                  </a:lnTo>
                  <a:lnTo>
                    <a:pt x="6598" y="95663"/>
                  </a:lnTo>
                  <a:lnTo>
                    <a:pt x="8975" y="97304"/>
                  </a:lnTo>
                  <a:lnTo>
                    <a:pt x="11586" y="98543"/>
                  </a:lnTo>
                  <a:lnTo>
                    <a:pt x="14361" y="99347"/>
                  </a:lnTo>
                  <a:lnTo>
                    <a:pt x="17229" y="99695"/>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37" name="tx36"/>
            <p:cNvSpPr/>
            <p:nvPr/>
          </p:nvSpPr>
          <p:spPr>
            <a:xfrm>
              <a:off x="6834861" y="2938501"/>
              <a:ext cx="161757" cy="60587"/>
            </a:xfrm>
            <a:prstGeom prst="rect">
              <a:avLst/>
            </a:prstGeom>
            <a:noFill/>
          </p:spPr>
          <p:txBody>
            <a:bodyPr lIns="0" rIns="0" tIns="0" bIns="0" anchorCtr="1" anchor="ctr" wrap="none"/>
            <a:lstStyle/>
            <a:p>
              <a:pPr algn="l" marL="0" marR="0" indent="0">
                <a:lnSpc>
                  <a:spcPts val="654"/>
                </a:lnSpc>
                <a:spcBef>
                  <a:spcPts val="0"/>
                </a:spcBef>
                <a:spcAft>
                  <a:spcPts val="0"/>
                </a:spcAft>
              </a:pPr>
              <a:r>
                <a:rPr sz="654" b="1">
                  <a:solidFill>
                    <a:srgbClr val="173B63">
                      <a:alpha val="100000"/>
                    </a:srgbClr>
                  </a:solidFill>
                  <a:latin typeface="Helvetica"/>
                  <a:cs typeface="Helvetica"/>
                </a:rPr>
                <a:t>22.3</a:t>
              </a:r>
            </a:p>
          </p:txBody>
        </p:sp>
        <p:sp>
          <p:nvSpPr>
            <p:cNvPr id="38" name="pg37"/>
            <p:cNvSpPr/>
            <p:nvPr/>
          </p:nvSpPr>
          <p:spPr>
            <a:xfrm>
              <a:off x="8541061" y="2775014"/>
              <a:ext cx="201650" cy="99709"/>
            </a:xfrm>
            <a:custGeom>
              <a:avLst/>
              <a:pathLst>
                <a:path w="201650" h="99709">
                  <a:moveTo>
                    <a:pt x="17951" y="99709"/>
                  </a:moveTo>
                  <a:lnTo>
                    <a:pt x="183698" y="99709"/>
                  </a:lnTo>
                  <a:lnTo>
                    <a:pt x="182975" y="99695"/>
                  </a:lnTo>
                  <a:lnTo>
                    <a:pt x="185862" y="99578"/>
                  </a:lnTo>
                  <a:lnTo>
                    <a:pt x="188692" y="99001"/>
                  </a:lnTo>
                  <a:lnTo>
                    <a:pt x="191394" y="97976"/>
                  </a:lnTo>
                  <a:lnTo>
                    <a:pt x="193896" y="96532"/>
                  </a:lnTo>
                  <a:lnTo>
                    <a:pt x="196133" y="94704"/>
                  </a:lnTo>
                  <a:lnTo>
                    <a:pt x="198049" y="92542"/>
                  </a:lnTo>
                  <a:lnTo>
                    <a:pt x="199593" y="90100"/>
                  </a:lnTo>
                  <a:lnTo>
                    <a:pt x="200726" y="87442"/>
                  </a:lnTo>
                  <a:lnTo>
                    <a:pt x="201417" y="84637"/>
                  </a:lnTo>
                  <a:lnTo>
                    <a:pt x="201650" y="81758"/>
                  </a:lnTo>
                  <a:lnTo>
                    <a:pt x="201650" y="17951"/>
                  </a:lnTo>
                  <a:lnTo>
                    <a:pt x="201417" y="15072"/>
                  </a:lnTo>
                  <a:lnTo>
                    <a:pt x="200726" y="12267"/>
                  </a:lnTo>
                  <a:lnTo>
                    <a:pt x="199593" y="9609"/>
                  </a:lnTo>
                  <a:lnTo>
                    <a:pt x="198049" y="7167"/>
                  </a:lnTo>
                  <a:lnTo>
                    <a:pt x="196133" y="5004"/>
                  </a:lnTo>
                  <a:lnTo>
                    <a:pt x="193896" y="3177"/>
                  </a:lnTo>
                  <a:lnTo>
                    <a:pt x="191394" y="1733"/>
                  </a:lnTo>
                  <a:lnTo>
                    <a:pt x="188692" y="708"/>
                  </a:lnTo>
                  <a:lnTo>
                    <a:pt x="185862" y="130"/>
                  </a:lnTo>
                  <a:lnTo>
                    <a:pt x="183698" y="0"/>
                  </a:lnTo>
                  <a:lnTo>
                    <a:pt x="17951" y="0"/>
                  </a:lnTo>
                  <a:lnTo>
                    <a:pt x="20115" y="130"/>
                  </a:lnTo>
                  <a:lnTo>
                    <a:pt x="17229" y="14"/>
                  </a:lnTo>
                  <a:lnTo>
                    <a:pt x="14361" y="362"/>
                  </a:lnTo>
                  <a:lnTo>
                    <a:pt x="11586" y="1166"/>
                  </a:lnTo>
                  <a:lnTo>
                    <a:pt x="8975" y="2405"/>
                  </a:lnTo>
                  <a:lnTo>
                    <a:pt x="6598" y="4046"/>
                  </a:lnTo>
                  <a:lnTo>
                    <a:pt x="4514" y="6047"/>
                  </a:lnTo>
                  <a:lnTo>
                    <a:pt x="2779" y="8357"/>
                  </a:lnTo>
                  <a:lnTo>
                    <a:pt x="1436" y="10915"/>
                  </a:lnTo>
                  <a:lnTo>
                    <a:pt x="521" y="13655"/>
                  </a:lnTo>
                  <a:lnTo>
                    <a:pt x="58" y="16507"/>
                  </a:lnTo>
                  <a:lnTo>
                    <a:pt x="0" y="17951"/>
                  </a:lnTo>
                  <a:lnTo>
                    <a:pt x="0" y="81758"/>
                  </a:lnTo>
                  <a:lnTo>
                    <a:pt x="58" y="80313"/>
                  </a:lnTo>
                  <a:lnTo>
                    <a:pt x="58" y="83202"/>
                  </a:lnTo>
                  <a:lnTo>
                    <a:pt x="521" y="86054"/>
                  </a:lnTo>
                  <a:lnTo>
                    <a:pt x="1436" y="88794"/>
                  </a:lnTo>
                  <a:lnTo>
                    <a:pt x="2779" y="91352"/>
                  </a:lnTo>
                  <a:lnTo>
                    <a:pt x="4514" y="93662"/>
                  </a:lnTo>
                  <a:lnTo>
                    <a:pt x="6598" y="95663"/>
                  </a:lnTo>
                  <a:lnTo>
                    <a:pt x="8975" y="97304"/>
                  </a:lnTo>
                  <a:lnTo>
                    <a:pt x="11586" y="98543"/>
                  </a:lnTo>
                  <a:lnTo>
                    <a:pt x="14361" y="99347"/>
                  </a:lnTo>
                  <a:lnTo>
                    <a:pt x="17229" y="99695"/>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39" name="tx38"/>
            <p:cNvSpPr/>
            <p:nvPr/>
          </p:nvSpPr>
          <p:spPr>
            <a:xfrm>
              <a:off x="8561007" y="2794108"/>
              <a:ext cx="161757" cy="60669"/>
            </a:xfrm>
            <a:prstGeom prst="rect">
              <a:avLst/>
            </a:prstGeom>
            <a:noFill/>
          </p:spPr>
          <p:txBody>
            <a:bodyPr lIns="0" rIns="0" tIns="0" bIns="0" anchorCtr="1" anchor="ctr" wrap="none"/>
            <a:lstStyle/>
            <a:p>
              <a:pPr algn="l" marL="0" marR="0" indent="0">
                <a:lnSpc>
                  <a:spcPts val="654"/>
                </a:lnSpc>
                <a:spcBef>
                  <a:spcPts val="0"/>
                </a:spcBef>
                <a:spcAft>
                  <a:spcPts val="0"/>
                </a:spcAft>
              </a:pPr>
              <a:r>
                <a:rPr sz="654" b="1">
                  <a:solidFill>
                    <a:srgbClr val="173B63">
                      <a:alpha val="100000"/>
                    </a:srgbClr>
                  </a:solidFill>
                  <a:latin typeface="Helvetica"/>
                  <a:cs typeface="Helvetica"/>
                </a:rPr>
                <a:t>22.5</a:t>
              </a:r>
            </a:p>
          </p:txBody>
        </p:sp>
        <p:sp>
          <p:nvSpPr>
            <p:cNvPr id="40" name="pg39"/>
            <p:cNvSpPr/>
            <p:nvPr/>
          </p:nvSpPr>
          <p:spPr>
            <a:xfrm>
              <a:off x="10267206" y="1937209"/>
              <a:ext cx="201650" cy="99709"/>
            </a:xfrm>
            <a:custGeom>
              <a:avLst/>
              <a:pathLst>
                <a:path w="201650" h="99709">
                  <a:moveTo>
                    <a:pt x="17951" y="99709"/>
                  </a:moveTo>
                  <a:lnTo>
                    <a:pt x="183698" y="99709"/>
                  </a:lnTo>
                  <a:lnTo>
                    <a:pt x="182975" y="99695"/>
                  </a:lnTo>
                  <a:lnTo>
                    <a:pt x="185862" y="99578"/>
                  </a:lnTo>
                  <a:lnTo>
                    <a:pt x="188692" y="99001"/>
                  </a:lnTo>
                  <a:lnTo>
                    <a:pt x="191394" y="97976"/>
                  </a:lnTo>
                  <a:lnTo>
                    <a:pt x="193896" y="96532"/>
                  </a:lnTo>
                  <a:lnTo>
                    <a:pt x="196133" y="94704"/>
                  </a:lnTo>
                  <a:lnTo>
                    <a:pt x="198049" y="92542"/>
                  </a:lnTo>
                  <a:lnTo>
                    <a:pt x="199593" y="90100"/>
                  </a:lnTo>
                  <a:lnTo>
                    <a:pt x="200726" y="87442"/>
                  </a:lnTo>
                  <a:lnTo>
                    <a:pt x="201417" y="84637"/>
                  </a:lnTo>
                  <a:lnTo>
                    <a:pt x="201650" y="81758"/>
                  </a:lnTo>
                  <a:lnTo>
                    <a:pt x="201650" y="17951"/>
                  </a:lnTo>
                  <a:lnTo>
                    <a:pt x="201417" y="15072"/>
                  </a:lnTo>
                  <a:lnTo>
                    <a:pt x="200726" y="12267"/>
                  </a:lnTo>
                  <a:lnTo>
                    <a:pt x="199593" y="9609"/>
                  </a:lnTo>
                  <a:lnTo>
                    <a:pt x="198049" y="7167"/>
                  </a:lnTo>
                  <a:lnTo>
                    <a:pt x="196133" y="5004"/>
                  </a:lnTo>
                  <a:lnTo>
                    <a:pt x="193896" y="3177"/>
                  </a:lnTo>
                  <a:lnTo>
                    <a:pt x="191394" y="1733"/>
                  </a:lnTo>
                  <a:lnTo>
                    <a:pt x="188692" y="708"/>
                  </a:lnTo>
                  <a:lnTo>
                    <a:pt x="185862" y="130"/>
                  </a:lnTo>
                  <a:lnTo>
                    <a:pt x="183698" y="0"/>
                  </a:lnTo>
                  <a:lnTo>
                    <a:pt x="17951" y="0"/>
                  </a:lnTo>
                  <a:lnTo>
                    <a:pt x="20115" y="130"/>
                  </a:lnTo>
                  <a:lnTo>
                    <a:pt x="17229" y="14"/>
                  </a:lnTo>
                  <a:lnTo>
                    <a:pt x="14361" y="362"/>
                  </a:lnTo>
                  <a:lnTo>
                    <a:pt x="11586" y="1166"/>
                  </a:lnTo>
                  <a:lnTo>
                    <a:pt x="8975" y="2405"/>
                  </a:lnTo>
                  <a:lnTo>
                    <a:pt x="6598" y="4046"/>
                  </a:lnTo>
                  <a:lnTo>
                    <a:pt x="4514" y="6047"/>
                  </a:lnTo>
                  <a:lnTo>
                    <a:pt x="2779" y="8357"/>
                  </a:lnTo>
                  <a:lnTo>
                    <a:pt x="1436" y="10915"/>
                  </a:lnTo>
                  <a:lnTo>
                    <a:pt x="521" y="13655"/>
                  </a:lnTo>
                  <a:lnTo>
                    <a:pt x="58" y="16507"/>
                  </a:lnTo>
                  <a:lnTo>
                    <a:pt x="0" y="17951"/>
                  </a:lnTo>
                  <a:lnTo>
                    <a:pt x="0" y="81758"/>
                  </a:lnTo>
                  <a:lnTo>
                    <a:pt x="58" y="80313"/>
                  </a:lnTo>
                  <a:lnTo>
                    <a:pt x="58" y="83202"/>
                  </a:lnTo>
                  <a:lnTo>
                    <a:pt x="521" y="86054"/>
                  </a:lnTo>
                  <a:lnTo>
                    <a:pt x="1436" y="88794"/>
                  </a:lnTo>
                  <a:lnTo>
                    <a:pt x="2779" y="91352"/>
                  </a:lnTo>
                  <a:lnTo>
                    <a:pt x="4514" y="93662"/>
                  </a:lnTo>
                  <a:lnTo>
                    <a:pt x="6598" y="95663"/>
                  </a:lnTo>
                  <a:lnTo>
                    <a:pt x="8975" y="97304"/>
                  </a:lnTo>
                  <a:lnTo>
                    <a:pt x="11586" y="98543"/>
                  </a:lnTo>
                  <a:lnTo>
                    <a:pt x="14361" y="99347"/>
                  </a:lnTo>
                  <a:lnTo>
                    <a:pt x="17229" y="99695"/>
                  </a:lnTo>
                  <a:close/>
                </a:path>
              </a:pathLst>
            </a:custGeom>
            <a:solidFill>
              <a:srgbClr val="FFFFFF">
                <a:alpha val="96862"/>
              </a:srgbClr>
            </a:solidFill>
            <a:ln w="8130" cap="rnd">
              <a:solidFill>
                <a:srgbClr val="173B63">
                  <a:alpha val="100000"/>
                </a:srgbClr>
              </a:solidFill>
              <a:prstDash val="solid"/>
              <a:round/>
            </a:ln>
          </p:spPr>
          <p:txBody>
            <a:bodyPr/>
            <a:lstStyle/>
            <a:p/>
          </p:txBody>
        </p:sp>
        <p:sp>
          <p:nvSpPr>
            <p:cNvPr id="41" name="tx40"/>
            <p:cNvSpPr/>
            <p:nvPr/>
          </p:nvSpPr>
          <p:spPr>
            <a:xfrm>
              <a:off x="10287153" y="1956019"/>
              <a:ext cx="161757" cy="60953"/>
            </a:xfrm>
            <a:prstGeom prst="rect">
              <a:avLst/>
            </a:prstGeom>
            <a:noFill/>
          </p:spPr>
          <p:txBody>
            <a:bodyPr lIns="0" rIns="0" tIns="0" bIns="0" anchorCtr="1" anchor="ctr" wrap="none"/>
            <a:lstStyle/>
            <a:p>
              <a:pPr algn="l" marL="0" marR="0" indent="0">
                <a:lnSpc>
                  <a:spcPts val="654"/>
                </a:lnSpc>
                <a:spcBef>
                  <a:spcPts val="0"/>
                </a:spcBef>
                <a:spcAft>
                  <a:spcPts val="0"/>
                </a:spcAft>
              </a:pPr>
              <a:r>
                <a:rPr sz="654" b="1">
                  <a:solidFill>
                    <a:srgbClr val="173B63">
                      <a:alpha val="100000"/>
                    </a:srgbClr>
                  </a:solidFill>
                  <a:latin typeface="Helvetica"/>
                  <a:cs typeface="Helvetica"/>
                </a:rPr>
                <a:t>23.6</a:t>
              </a:r>
            </a:p>
          </p:txBody>
        </p:sp>
        <p:sp>
          <p:nvSpPr>
            <p:cNvPr id="42" name="tx41"/>
            <p:cNvSpPr/>
            <p:nvPr/>
          </p:nvSpPr>
          <p:spPr>
            <a:xfrm>
              <a:off x="418658" y="5536192"/>
              <a:ext cx="226020" cy="14922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19</a:t>
              </a:r>
            </a:p>
          </p:txBody>
        </p:sp>
        <p:sp>
          <p:nvSpPr>
            <p:cNvPr id="43" name="tx42"/>
            <p:cNvSpPr/>
            <p:nvPr/>
          </p:nvSpPr>
          <p:spPr>
            <a:xfrm>
              <a:off x="418658" y="4746522"/>
              <a:ext cx="226020" cy="14843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20</a:t>
              </a:r>
            </a:p>
          </p:txBody>
        </p:sp>
        <p:sp>
          <p:nvSpPr>
            <p:cNvPr id="44" name="tx43"/>
            <p:cNvSpPr/>
            <p:nvPr/>
          </p:nvSpPr>
          <p:spPr>
            <a:xfrm>
              <a:off x="418658" y="3959928"/>
              <a:ext cx="226020" cy="14456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21</a:t>
              </a:r>
            </a:p>
          </p:txBody>
        </p:sp>
        <p:sp>
          <p:nvSpPr>
            <p:cNvPr id="45" name="tx44"/>
            <p:cNvSpPr/>
            <p:nvPr/>
          </p:nvSpPr>
          <p:spPr>
            <a:xfrm>
              <a:off x="418658" y="3169465"/>
              <a:ext cx="226020" cy="14456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22</a:t>
              </a:r>
            </a:p>
          </p:txBody>
        </p:sp>
        <p:sp>
          <p:nvSpPr>
            <p:cNvPr id="46" name="tx45"/>
            <p:cNvSpPr/>
            <p:nvPr/>
          </p:nvSpPr>
          <p:spPr>
            <a:xfrm>
              <a:off x="418658" y="2375429"/>
              <a:ext cx="226020" cy="148133"/>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23</a:t>
              </a:r>
            </a:p>
          </p:txBody>
        </p:sp>
        <p:sp>
          <p:nvSpPr>
            <p:cNvPr id="47" name="tx46"/>
            <p:cNvSpPr/>
            <p:nvPr/>
          </p:nvSpPr>
          <p:spPr>
            <a:xfrm>
              <a:off x="418658" y="1588538"/>
              <a:ext cx="226020" cy="14456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24</a:t>
              </a:r>
            </a:p>
          </p:txBody>
        </p:sp>
        <p:sp>
          <p:nvSpPr>
            <p:cNvPr id="48" name="tx47"/>
            <p:cNvSpPr/>
            <p:nvPr/>
          </p:nvSpPr>
          <p:spPr>
            <a:xfrm>
              <a:off x="1680797" y="5879206"/>
              <a:ext cx="113010" cy="14327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5</a:t>
              </a:r>
            </a:p>
          </p:txBody>
        </p:sp>
        <p:sp>
          <p:nvSpPr>
            <p:cNvPr id="49" name="tx48"/>
            <p:cNvSpPr/>
            <p:nvPr/>
          </p:nvSpPr>
          <p:spPr>
            <a:xfrm>
              <a:off x="3406943" y="5876329"/>
              <a:ext cx="113010" cy="14614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3</a:t>
              </a:r>
            </a:p>
          </p:txBody>
        </p:sp>
        <p:sp>
          <p:nvSpPr>
            <p:cNvPr id="50" name="tx49"/>
            <p:cNvSpPr/>
            <p:nvPr/>
          </p:nvSpPr>
          <p:spPr>
            <a:xfrm>
              <a:off x="5133089" y="5880992"/>
              <a:ext cx="113010" cy="14148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1</a:t>
              </a:r>
            </a:p>
          </p:txBody>
        </p:sp>
        <p:sp>
          <p:nvSpPr>
            <p:cNvPr id="51" name="tx50"/>
            <p:cNvSpPr/>
            <p:nvPr/>
          </p:nvSpPr>
          <p:spPr>
            <a:xfrm>
              <a:off x="6859235" y="5880000"/>
              <a:ext cx="113010" cy="142478"/>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4</a:t>
              </a:r>
            </a:p>
          </p:txBody>
        </p:sp>
        <p:sp>
          <p:nvSpPr>
            <p:cNvPr id="52" name="tx51"/>
            <p:cNvSpPr/>
            <p:nvPr/>
          </p:nvSpPr>
          <p:spPr>
            <a:xfrm>
              <a:off x="8585381" y="5879901"/>
              <a:ext cx="113010" cy="14257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2</a:t>
              </a:r>
            </a:p>
          </p:txBody>
        </p:sp>
        <p:sp>
          <p:nvSpPr>
            <p:cNvPr id="53" name="tx52"/>
            <p:cNvSpPr/>
            <p:nvPr/>
          </p:nvSpPr>
          <p:spPr>
            <a:xfrm>
              <a:off x="10311526" y="5876130"/>
              <a:ext cx="113010" cy="14634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6</a:t>
              </a:r>
            </a:p>
          </p:txBody>
        </p:sp>
      </p:grpSp>
      <p:sp>
        <p:nvSpPr>
          <p:cNvPr id="54"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respuestas</a:t>
            </a:r>
          </a:p>
        </p:txBody>
      </p:sp>
      <p:sp>
        <p:nvSpPr>
          <p:cNvPr id="55"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BARRAS DIVERGENTES (P_BARRAS_DIVERGENTES)</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03243"/>
              <a:ext cx="11440491" cy="5040000"/>
            </a:xfrm>
            <a:prstGeom prst="rect">
              <a:avLst/>
            </a:prstGeom>
            <a:solidFill>
              <a:srgbClr val="FFFFFF">
                <a:alpha val="100000"/>
              </a:srgbClr>
            </a:solidFill>
          </p:spPr>
          <p:txBody>
            <a:bodyPr/>
            <a:lstStyle/>
            <a:p/>
          </p:txBody>
        </p:sp>
        <p:sp>
          <p:nvSpPr>
            <p:cNvPr id="5" name="pl4"/>
            <p:cNvSpPr/>
            <p:nvPr/>
          </p:nvSpPr>
          <p:spPr>
            <a:xfrm>
              <a:off x="1989922" y="1229768"/>
              <a:ext cx="0" cy="4145939"/>
            </a:xfrm>
            <a:custGeom>
              <a:avLst/>
              <a:pathLst>
                <a:path w="0" h="4145939">
                  <a:moveTo>
                    <a:pt x="0" y="4145939"/>
                  </a:moveTo>
                  <a:lnTo>
                    <a:pt x="0" y="0"/>
                  </a:lnTo>
                  <a:lnTo>
                    <a:pt x="0" y="0"/>
                  </a:lnTo>
                </a:path>
              </a:pathLst>
            </a:custGeom>
            <a:ln w="8130" cap="flat">
              <a:solidFill>
                <a:srgbClr val="E3E8EF">
                  <a:alpha val="100000"/>
                </a:srgbClr>
              </a:solidFill>
              <a:prstDash val="solid"/>
              <a:round/>
            </a:ln>
          </p:spPr>
          <p:txBody>
            <a:bodyPr/>
            <a:lstStyle/>
            <a:p/>
          </p:txBody>
        </p:sp>
        <p:sp>
          <p:nvSpPr>
            <p:cNvPr id="6" name="pl5"/>
            <p:cNvSpPr/>
            <p:nvPr/>
          </p:nvSpPr>
          <p:spPr>
            <a:xfrm>
              <a:off x="4258345" y="1229768"/>
              <a:ext cx="0" cy="4145939"/>
            </a:xfrm>
            <a:custGeom>
              <a:avLst/>
              <a:pathLst>
                <a:path w="0" h="4145939">
                  <a:moveTo>
                    <a:pt x="0" y="4145939"/>
                  </a:moveTo>
                  <a:lnTo>
                    <a:pt x="0" y="0"/>
                  </a:lnTo>
                  <a:lnTo>
                    <a:pt x="0" y="0"/>
                  </a:lnTo>
                </a:path>
              </a:pathLst>
            </a:custGeom>
            <a:ln w="8130" cap="flat">
              <a:solidFill>
                <a:srgbClr val="E3E8EF">
                  <a:alpha val="100000"/>
                </a:srgbClr>
              </a:solidFill>
              <a:prstDash val="solid"/>
              <a:round/>
            </a:ln>
          </p:spPr>
          <p:txBody>
            <a:bodyPr/>
            <a:lstStyle/>
            <a:p/>
          </p:txBody>
        </p:sp>
        <p:sp>
          <p:nvSpPr>
            <p:cNvPr id="7" name="pl6"/>
            <p:cNvSpPr/>
            <p:nvPr/>
          </p:nvSpPr>
          <p:spPr>
            <a:xfrm>
              <a:off x="6526767" y="1229768"/>
              <a:ext cx="0" cy="4145939"/>
            </a:xfrm>
            <a:custGeom>
              <a:avLst/>
              <a:pathLst>
                <a:path w="0" h="4145939">
                  <a:moveTo>
                    <a:pt x="0" y="4145939"/>
                  </a:moveTo>
                  <a:lnTo>
                    <a:pt x="0" y="0"/>
                  </a:lnTo>
                  <a:lnTo>
                    <a:pt x="0" y="0"/>
                  </a:lnTo>
                </a:path>
              </a:pathLst>
            </a:custGeom>
            <a:ln w="8130" cap="flat">
              <a:solidFill>
                <a:srgbClr val="E3E8EF">
                  <a:alpha val="100000"/>
                </a:srgbClr>
              </a:solidFill>
              <a:prstDash val="solid"/>
              <a:round/>
            </a:ln>
          </p:spPr>
          <p:txBody>
            <a:bodyPr/>
            <a:lstStyle/>
            <a:p/>
          </p:txBody>
        </p:sp>
        <p:sp>
          <p:nvSpPr>
            <p:cNvPr id="8" name="pl7"/>
            <p:cNvSpPr/>
            <p:nvPr/>
          </p:nvSpPr>
          <p:spPr>
            <a:xfrm>
              <a:off x="8795190" y="1229768"/>
              <a:ext cx="0" cy="4145939"/>
            </a:xfrm>
            <a:custGeom>
              <a:avLst/>
              <a:pathLst>
                <a:path w="0" h="4145939">
                  <a:moveTo>
                    <a:pt x="0" y="4145939"/>
                  </a:moveTo>
                  <a:lnTo>
                    <a:pt x="0" y="0"/>
                  </a:lnTo>
                  <a:lnTo>
                    <a:pt x="0" y="0"/>
                  </a:lnTo>
                </a:path>
              </a:pathLst>
            </a:custGeom>
            <a:ln w="8130" cap="flat">
              <a:solidFill>
                <a:srgbClr val="E3E8EF">
                  <a:alpha val="100000"/>
                </a:srgbClr>
              </a:solidFill>
              <a:prstDash val="solid"/>
              <a:round/>
            </a:ln>
          </p:spPr>
          <p:txBody>
            <a:bodyPr/>
            <a:lstStyle/>
            <a:p/>
          </p:txBody>
        </p:sp>
        <p:sp>
          <p:nvSpPr>
            <p:cNvPr id="9" name="pl8"/>
            <p:cNvSpPr/>
            <p:nvPr/>
          </p:nvSpPr>
          <p:spPr>
            <a:xfrm>
              <a:off x="11063612" y="1229768"/>
              <a:ext cx="0" cy="4145939"/>
            </a:xfrm>
            <a:custGeom>
              <a:avLst/>
              <a:pathLst>
                <a:path w="0" h="4145939">
                  <a:moveTo>
                    <a:pt x="0" y="4145939"/>
                  </a:moveTo>
                  <a:lnTo>
                    <a:pt x="0" y="0"/>
                  </a:lnTo>
                  <a:lnTo>
                    <a:pt x="0" y="0"/>
                  </a:lnTo>
                </a:path>
              </a:pathLst>
            </a:custGeom>
            <a:ln w="8130" cap="flat">
              <a:solidFill>
                <a:srgbClr val="E3E8EF">
                  <a:alpha val="100000"/>
                </a:srgbClr>
              </a:solidFill>
              <a:prstDash val="solid"/>
              <a:round/>
            </a:ln>
          </p:spPr>
          <p:txBody>
            <a:bodyPr/>
            <a:lstStyle/>
            <a:p/>
          </p:txBody>
        </p:sp>
        <p:sp>
          <p:nvSpPr>
            <p:cNvPr id="10" name="rc9"/>
            <p:cNvSpPr/>
            <p:nvPr/>
          </p:nvSpPr>
          <p:spPr>
            <a:xfrm>
              <a:off x="7384342" y="4834432"/>
              <a:ext cx="1936458" cy="391560"/>
            </a:xfrm>
            <a:prstGeom prst="rect">
              <a:avLst/>
            </a:prstGeom>
            <a:solidFill>
              <a:srgbClr val="F4A261">
                <a:alpha val="100000"/>
              </a:srgbClr>
            </a:solidFill>
          </p:spPr>
          <p:txBody>
            <a:bodyPr/>
            <a:lstStyle/>
            <a:p/>
          </p:txBody>
        </p:sp>
        <p:sp>
          <p:nvSpPr>
            <p:cNvPr id="11" name="rc10"/>
            <p:cNvSpPr/>
            <p:nvPr/>
          </p:nvSpPr>
          <p:spPr>
            <a:xfrm>
              <a:off x="6526767" y="4834432"/>
              <a:ext cx="857574" cy="391560"/>
            </a:xfrm>
            <a:prstGeom prst="rect">
              <a:avLst/>
            </a:prstGeom>
            <a:solidFill>
              <a:srgbClr val="E9C46A">
                <a:alpha val="100000"/>
              </a:srgbClr>
            </a:solidFill>
          </p:spPr>
          <p:txBody>
            <a:bodyPr/>
            <a:lstStyle/>
            <a:p/>
          </p:txBody>
        </p:sp>
        <p:sp>
          <p:nvSpPr>
            <p:cNvPr id="12" name="rc11"/>
            <p:cNvSpPr/>
            <p:nvPr/>
          </p:nvSpPr>
          <p:spPr>
            <a:xfrm>
              <a:off x="4783955" y="4834432"/>
              <a:ext cx="82991" cy="391560"/>
            </a:xfrm>
            <a:prstGeom prst="rect">
              <a:avLst/>
            </a:prstGeom>
            <a:solidFill>
              <a:srgbClr val="0B4F8C">
                <a:alpha val="100000"/>
              </a:srgbClr>
            </a:solidFill>
          </p:spPr>
          <p:txBody>
            <a:bodyPr/>
            <a:lstStyle/>
            <a:p/>
          </p:txBody>
        </p:sp>
        <p:sp>
          <p:nvSpPr>
            <p:cNvPr id="13" name="rc12"/>
            <p:cNvSpPr/>
            <p:nvPr/>
          </p:nvSpPr>
          <p:spPr>
            <a:xfrm>
              <a:off x="4866946" y="4834432"/>
              <a:ext cx="802246" cy="391560"/>
            </a:xfrm>
            <a:prstGeom prst="rect">
              <a:avLst/>
            </a:prstGeom>
            <a:solidFill>
              <a:srgbClr val="2A9D8F">
                <a:alpha val="100000"/>
              </a:srgbClr>
            </a:solidFill>
          </p:spPr>
          <p:txBody>
            <a:bodyPr/>
            <a:lstStyle/>
            <a:p/>
          </p:txBody>
        </p:sp>
        <p:sp>
          <p:nvSpPr>
            <p:cNvPr id="14" name="rc13"/>
            <p:cNvSpPr/>
            <p:nvPr/>
          </p:nvSpPr>
          <p:spPr>
            <a:xfrm>
              <a:off x="5669193" y="4834432"/>
              <a:ext cx="857574" cy="391560"/>
            </a:xfrm>
            <a:prstGeom prst="rect">
              <a:avLst/>
            </a:prstGeom>
            <a:solidFill>
              <a:srgbClr val="E9C46A">
                <a:alpha val="100000"/>
              </a:srgbClr>
            </a:solidFill>
          </p:spPr>
          <p:txBody>
            <a:bodyPr/>
            <a:lstStyle/>
            <a:p/>
          </p:txBody>
        </p:sp>
        <p:sp>
          <p:nvSpPr>
            <p:cNvPr id="15" name="rc14"/>
            <p:cNvSpPr/>
            <p:nvPr/>
          </p:nvSpPr>
          <p:spPr>
            <a:xfrm>
              <a:off x="7485446" y="4258607"/>
              <a:ext cx="2484462" cy="391560"/>
            </a:xfrm>
            <a:prstGeom prst="rect">
              <a:avLst/>
            </a:prstGeom>
            <a:solidFill>
              <a:srgbClr val="F4A261">
                <a:alpha val="100000"/>
              </a:srgbClr>
            </a:solidFill>
          </p:spPr>
          <p:txBody>
            <a:bodyPr/>
            <a:lstStyle/>
            <a:p/>
          </p:txBody>
        </p:sp>
        <p:sp>
          <p:nvSpPr>
            <p:cNvPr id="16" name="rc15"/>
            <p:cNvSpPr/>
            <p:nvPr/>
          </p:nvSpPr>
          <p:spPr>
            <a:xfrm>
              <a:off x="6526767" y="4258607"/>
              <a:ext cx="958678" cy="391560"/>
            </a:xfrm>
            <a:prstGeom prst="rect">
              <a:avLst/>
            </a:prstGeom>
            <a:solidFill>
              <a:srgbClr val="E9C46A">
                <a:alpha val="100000"/>
              </a:srgbClr>
            </a:solidFill>
          </p:spPr>
          <p:txBody>
            <a:bodyPr/>
            <a:lstStyle/>
            <a:p/>
          </p:txBody>
        </p:sp>
        <p:sp>
          <p:nvSpPr>
            <p:cNvPr id="17" name="rc16"/>
            <p:cNvSpPr/>
            <p:nvPr/>
          </p:nvSpPr>
          <p:spPr>
            <a:xfrm>
              <a:off x="5433064" y="4258607"/>
              <a:ext cx="81015" cy="391560"/>
            </a:xfrm>
            <a:prstGeom prst="rect">
              <a:avLst/>
            </a:prstGeom>
            <a:solidFill>
              <a:srgbClr val="0B4F8C">
                <a:alpha val="100000"/>
              </a:srgbClr>
            </a:solidFill>
          </p:spPr>
          <p:txBody>
            <a:bodyPr/>
            <a:lstStyle/>
            <a:p/>
          </p:txBody>
        </p:sp>
        <p:sp>
          <p:nvSpPr>
            <p:cNvPr id="18" name="rc17"/>
            <p:cNvSpPr/>
            <p:nvPr/>
          </p:nvSpPr>
          <p:spPr>
            <a:xfrm>
              <a:off x="5514079" y="4258607"/>
              <a:ext cx="54010" cy="391560"/>
            </a:xfrm>
            <a:prstGeom prst="rect">
              <a:avLst/>
            </a:prstGeom>
            <a:solidFill>
              <a:srgbClr val="2A9D8F">
                <a:alpha val="100000"/>
              </a:srgbClr>
            </a:solidFill>
          </p:spPr>
          <p:txBody>
            <a:bodyPr/>
            <a:lstStyle/>
            <a:p/>
          </p:txBody>
        </p:sp>
        <p:sp>
          <p:nvSpPr>
            <p:cNvPr id="19" name="rc18"/>
            <p:cNvSpPr/>
            <p:nvPr/>
          </p:nvSpPr>
          <p:spPr>
            <a:xfrm>
              <a:off x="5568089" y="4258607"/>
              <a:ext cx="958678" cy="391560"/>
            </a:xfrm>
            <a:prstGeom prst="rect">
              <a:avLst/>
            </a:prstGeom>
            <a:solidFill>
              <a:srgbClr val="E9C46A">
                <a:alpha val="100000"/>
              </a:srgbClr>
            </a:solidFill>
          </p:spPr>
          <p:txBody>
            <a:bodyPr/>
            <a:lstStyle/>
            <a:p/>
          </p:txBody>
        </p:sp>
        <p:sp>
          <p:nvSpPr>
            <p:cNvPr id="20" name="rc19"/>
            <p:cNvSpPr/>
            <p:nvPr/>
          </p:nvSpPr>
          <p:spPr>
            <a:xfrm>
              <a:off x="7533464" y="3682782"/>
              <a:ext cx="2416071" cy="391560"/>
            </a:xfrm>
            <a:prstGeom prst="rect">
              <a:avLst/>
            </a:prstGeom>
            <a:solidFill>
              <a:srgbClr val="F4A261">
                <a:alpha val="100000"/>
              </a:srgbClr>
            </a:solidFill>
          </p:spPr>
          <p:txBody>
            <a:bodyPr/>
            <a:lstStyle/>
            <a:p/>
          </p:txBody>
        </p:sp>
        <p:sp>
          <p:nvSpPr>
            <p:cNvPr id="21" name="rc20"/>
            <p:cNvSpPr/>
            <p:nvPr/>
          </p:nvSpPr>
          <p:spPr>
            <a:xfrm>
              <a:off x="6526767" y="3682782"/>
              <a:ext cx="1006696" cy="391560"/>
            </a:xfrm>
            <a:prstGeom prst="rect">
              <a:avLst/>
            </a:prstGeom>
            <a:solidFill>
              <a:srgbClr val="E9C46A">
                <a:alpha val="100000"/>
              </a:srgbClr>
            </a:solidFill>
          </p:spPr>
          <p:txBody>
            <a:bodyPr/>
            <a:lstStyle/>
            <a:p/>
          </p:txBody>
        </p:sp>
        <p:sp>
          <p:nvSpPr>
            <p:cNvPr id="22" name="rc21"/>
            <p:cNvSpPr/>
            <p:nvPr/>
          </p:nvSpPr>
          <p:spPr>
            <a:xfrm>
              <a:off x="6526767" y="3682782"/>
              <a:ext cx="0" cy="391560"/>
            </a:xfrm>
            <a:prstGeom prst="rect">
              <a:avLst/>
            </a:prstGeom>
            <a:solidFill>
              <a:srgbClr val="0B4F8C">
                <a:alpha val="100000"/>
              </a:srgbClr>
            </a:solidFill>
          </p:spPr>
          <p:txBody>
            <a:bodyPr/>
            <a:lstStyle/>
            <a:p/>
          </p:txBody>
        </p:sp>
        <p:sp>
          <p:nvSpPr>
            <p:cNvPr id="23" name="rc22"/>
            <p:cNvSpPr/>
            <p:nvPr/>
          </p:nvSpPr>
          <p:spPr>
            <a:xfrm>
              <a:off x="5412690" y="3682782"/>
              <a:ext cx="107380" cy="391560"/>
            </a:xfrm>
            <a:prstGeom prst="rect">
              <a:avLst/>
            </a:prstGeom>
            <a:solidFill>
              <a:srgbClr val="2A9D8F">
                <a:alpha val="100000"/>
              </a:srgbClr>
            </a:solidFill>
          </p:spPr>
          <p:txBody>
            <a:bodyPr/>
            <a:lstStyle/>
            <a:p/>
          </p:txBody>
        </p:sp>
        <p:sp>
          <p:nvSpPr>
            <p:cNvPr id="24" name="rc23"/>
            <p:cNvSpPr/>
            <p:nvPr/>
          </p:nvSpPr>
          <p:spPr>
            <a:xfrm>
              <a:off x="5520071" y="3682782"/>
              <a:ext cx="1006696" cy="391560"/>
            </a:xfrm>
            <a:prstGeom prst="rect">
              <a:avLst/>
            </a:prstGeom>
            <a:solidFill>
              <a:srgbClr val="E9C46A">
                <a:alpha val="100000"/>
              </a:srgbClr>
            </a:solidFill>
          </p:spPr>
          <p:txBody>
            <a:bodyPr/>
            <a:lstStyle/>
            <a:p/>
          </p:txBody>
        </p:sp>
        <p:sp>
          <p:nvSpPr>
            <p:cNvPr id="25" name="rc24"/>
            <p:cNvSpPr/>
            <p:nvPr/>
          </p:nvSpPr>
          <p:spPr>
            <a:xfrm>
              <a:off x="7619483" y="3106957"/>
              <a:ext cx="2240758" cy="391560"/>
            </a:xfrm>
            <a:prstGeom prst="rect">
              <a:avLst/>
            </a:prstGeom>
            <a:solidFill>
              <a:srgbClr val="F4A261">
                <a:alpha val="100000"/>
              </a:srgbClr>
            </a:solidFill>
          </p:spPr>
          <p:txBody>
            <a:bodyPr/>
            <a:lstStyle/>
            <a:p/>
          </p:txBody>
        </p:sp>
        <p:sp>
          <p:nvSpPr>
            <p:cNvPr id="26" name="rc25"/>
            <p:cNvSpPr/>
            <p:nvPr/>
          </p:nvSpPr>
          <p:spPr>
            <a:xfrm>
              <a:off x="6526767" y="3106957"/>
              <a:ext cx="1092715" cy="391560"/>
            </a:xfrm>
            <a:prstGeom prst="rect">
              <a:avLst/>
            </a:prstGeom>
            <a:solidFill>
              <a:srgbClr val="E9C46A">
                <a:alpha val="100000"/>
              </a:srgbClr>
            </a:solidFill>
          </p:spPr>
          <p:txBody>
            <a:bodyPr/>
            <a:lstStyle/>
            <a:p/>
          </p:txBody>
        </p:sp>
        <p:sp>
          <p:nvSpPr>
            <p:cNvPr id="27" name="rc26"/>
            <p:cNvSpPr/>
            <p:nvPr/>
          </p:nvSpPr>
          <p:spPr>
            <a:xfrm>
              <a:off x="5323397" y="3106957"/>
              <a:ext cx="27663" cy="391560"/>
            </a:xfrm>
            <a:prstGeom prst="rect">
              <a:avLst/>
            </a:prstGeom>
            <a:solidFill>
              <a:srgbClr val="0B4F8C">
                <a:alpha val="100000"/>
              </a:srgbClr>
            </a:solidFill>
          </p:spPr>
          <p:txBody>
            <a:bodyPr/>
            <a:lstStyle/>
            <a:p/>
          </p:txBody>
        </p:sp>
        <p:sp>
          <p:nvSpPr>
            <p:cNvPr id="28" name="rc27"/>
            <p:cNvSpPr/>
            <p:nvPr/>
          </p:nvSpPr>
          <p:spPr>
            <a:xfrm>
              <a:off x="5351061" y="3106957"/>
              <a:ext cx="82991" cy="391560"/>
            </a:xfrm>
            <a:prstGeom prst="rect">
              <a:avLst/>
            </a:prstGeom>
            <a:solidFill>
              <a:srgbClr val="2A9D8F">
                <a:alpha val="100000"/>
              </a:srgbClr>
            </a:solidFill>
          </p:spPr>
          <p:txBody>
            <a:bodyPr/>
            <a:lstStyle/>
            <a:p/>
          </p:txBody>
        </p:sp>
        <p:sp>
          <p:nvSpPr>
            <p:cNvPr id="29" name="rc28"/>
            <p:cNvSpPr/>
            <p:nvPr/>
          </p:nvSpPr>
          <p:spPr>
            <a:xfrm>
              <a:off x="5434052" y="3106957"/>
              <a:ext cx="1092715" cy="391560"/>
            </a:xfrm>
            <a:prstGeom prst="rect">
              <a:avLst/>
            </a:prstGeom>
            <a:solidFill>
              <a:srgbClr val="E9C46A">
                <a:alpha val="100000"/>
              </a:srgbClr>
            </a:solidFill>
          </p:spPr>
          <p:txBody>
            <a:bodyPr/>
            <a:lstStyle/>
            <a:p/>
          </p:txBody>
        </p:sp>
        <p:sp>
          <p:nvSpPr>
            <p:cNvPr id="30" name="rc29"/>
            <p:cNvSpPr/>
            <p:nvPr/>
          </p:nvSpPr>
          <p:spPr>
            <a:xfrm>
              <a:off x="7370831" y="2531132"/>
              <a:ext cx="2743208" cy="391560"/>
            </a:xfrm>
            <a:prstGeom prst="rect">
              <a:avLst/>
            </a:prstGeom>
            <a:solidFill>
              <a:srgbClr val="F4A261">
                <a:alpha val="100000"/>
              </a:srgbClr>
            </a:solidFill>
          </p:spPr>
          <p:txBody>
            <a:bodyPr/>
            <a:lstStyle/>
            <a:p/>
          </p:txBody>
        </p:sp>
        <p:sp>
          <p:nvSpPr>
            <p:cNvPr id="31" name="rc30"/>
            <p:cNvSpPr/>
            <p:nvPr/>
          </p:nvSpPr>
          <p:spPr>
            <a:xfrm>
              <a:off x="6526767" y="2531132"/>
              <a:ext cx="844064" cy="391560"/>
            </a:xfrm>
            <a:prstGeom prst="rect">
              <a:avLst/>
            </a:prstGeom>
            <a:solidFill>
              <a:srgbClr val="E9C46A">
                <a:alpha val="100000"/>
              </a:srgbClr>
            </a:solidFill>
          </p:spPr>
          <p:txBody>
            <a:bodyPr/>
            <a:lstStyle/>
            <a:p/>
          </p:txBody>
        </p:sp>
        <p:sp>
          <p:nvSpPr>
            <p:cNvPr id="32" name="rc31"/>
            <p:cNvSpPr/>
            <p:nvPr/>
          </p:nvSpPr>
          <p:spPr>
            <a:xfrm>
              <a:off x="5577195" y="2531132"/>
              <a:ext cx="26377" cy="391560"/>
            </a:xfrm>
            <a:prstGeom prst="rect">
              <a:avLst/>
            </a:prstGeom>
            <a:solidFill>
              <a:srgbClr val="0B4F8C">
                <a:alpha val="100000"/>
              </a:srgbClr>
            </a:solidFill>
          </p:spPr>
          <p:txBody>
            <a:bodyPr/>
            <a:lstStyle/>
            <a:p/>
          </p:txBody>
        </p:sp>
        <p:sp>
          <p:nvSpPr>
            <p:cNvPr id="33" name="rc32"/>
            <p:cNvSpPr/>
            <p:nvPr/>
          </p:nvSpPr>
          <p:spPr>
            <a:xfrm>
              <a:off x="5603572" y="2531132"/>
              <a:ext cx="79131" cy="391560"/>
            </a:xfrm>
            <a:prstGeom prst="rect">
              <a:avLst/>
            </a:prstGeom>
            <a:solidFill>
              <a:srgbClr val="2A9D8F">
                <a:alpha val="100000"/>
              </a:srgbClr>
            </a:solidFill>
          </p:spPr>
          <p:txBody>
            <a:bodyPr/>
            <a:lstStyle/>
            <a:p/>
          </p:txBody>
        </p:sp>
        <p:sp>
          <p:nvSpPr>
            <p:cNvPr id="34" name="rc33"/>
            <p:cNvSpPr/>
            <p:nvPr/>
          </p:nvSpPr>
          <p:spPr>
            <a:xfrm>
              <a:off x="5682703" y="2531132"/>
              <a:ext cx="844064" cy="391560"/>
            </a:xfrm>
            <a:prstGeom prst="rect">
              <a:avLst/>
            </a:prstGeom>
            <a:solidFill>
              <a:srgbClr val="E9C46A">
                <a:alpha val="100000"/>
              </a:srgbClr>
            </a:solidFill>
          </p:spPr>
          <p:txBody>
            <a:bodyPr/>
            <a:lstStyle/>
            <a:p/>
          </p:txBody>
        </p:sp>
        <p:sp>
          <p:nvSpPr>
            <p:cNvPr id="35" name="rc34"/>
            <p:cNvSpPr/>
            <p:nvPr/>
          </p:nvSpPr>
          <p:spPr>
            <a:xfrm>
              <a:off x="7840065" y="1955307"/>
              <a:ext cx="1485750" cy="391560"/>
            </a:xfrm>
            <a:prstGeom prst="rect">
              <a:avLst/>
            </a:prstGeom>
            <a:solidFill>
              <a:srgbClr val="F4A261">
                <a:alpha val="100000"/>
              </a:srgbClr>
            </a:solidFill>
          </p:spPr>
          <p:txBody>
            <a:bodyPr/>
            <a:lstStyle/>
            <a:p/>
          </p:txBody>
        </p:sp>
        <p:sp>
          <p:nvSpPr>
            <p:cNvPr id="36" name="rc35"/>
            <p:cNvSpPr/>
            <p:nvPr/>
          </p:nvSpPr>
          <p:spPr>
            <a:xfrm>
              <a:off x="6526767" y="1955307"/>
              <a:ext cx="1313297" cy="391560"/>
            </a:xfrm>
            <a:prstGeom prst="rect">
              <a:avLst/>
            </a:prstGeom>
            <a:solidFill>
              <a:srgbClr val="E9C46A">
                <a:alpha val="100000"/>
              </a:srgbClr>
            </a:solidFill>
          </p:spPr>
          <p:txBody>
            <a:bodyPr/>
            <a:lstStyle/>
            <a:p/>
          </p:txBody>
        </p:sp>
        <p:sp>
          <p:nvSpPr>
            <p:cNvPr id="37" name="rc36"/>
            <p:cNvSpPr/>
            <p:nvPr/>
          </p:nvSpPr>
          <p:spPr>
            <a:xfrm>
              <a:off x="4788970" y="1955307"/>
              <a:ext cx="79593" cy="391560"/>
            </a:xfrm>
            <a:prstGeom prst="rect">
              <a:avLst/>
            </a:prstGeom>
            <a:solidFill>
              <a:srgbClr val="0B4F8C">
                <a:alpha val="100000"/>
              </a:srgbClr>
            </a:solidFill>
          </p:spPr>
          <p:txBody>
            <a:bodyPr/>
            <a:lstStyle/>
            <a:p/>
          </p:txBody>
        </p:sp>
        <p:sp>
          <p:nvSpPr>
            <p:cNvPr id="38" name="rc37"/>
            <p:cNvSpPr/>
            <p:nvPr/>
          </p:nvSpPr>
          <p:spPr>
            <a:xfrm>
              <a:off x="4868564" y="1955307"/>
              <a:ext cx="344906" cy="391560"/>
            </a:xfrm>
            <a:prstGeom prst="rect">
              <a:avLst/>
            </a:prstGeom>
            <a:solidFill>
              <a:srgbClr val="2A9D8F">
                <a:alpha val="100000"/>
              </a:srgbClr>
            </a:solidFill>
          </p:spPr>
          <p:txBody>
            <a:bodyPr/>
            <a:lstStyle/>
            <a:p/>
          </p:txBody>
        </p:sp>
        <p:sp>
          <p:nvSpPr>
            <p:cNvPr id="39" name="rc38"/>
            <p:cNvSpPr/>
            <p:nvPr/>
          </p:nvSpPr>
          <p:spPr>
            <a:xfrm>
              <a:off x="5213470" y="1955307"/>
              <a:ext cx="1313297" cy="391560"/>
            </a:xfrm>
            <a:prstGeom prst="rect">
              <a:avLst/>
            </a:prstGeom>
            <a:solidFill>
              <a:srgbClr val="E9C46A">
                <a:alpha val="100000"/>
              </a:srgbClr>
            </a:solidFill>
          </p:spPr>
          <p:txBody>
            <a:bodyPr/>
            <a:lstStyle/>
            <a:p/>
          </p:txBody>
        </p:sp>
        <p:sp>
          <p:nvSpPr>
            <p:cNvPr id="40" name="rc39"/>
            <p:cNvSpPr/>
            <p:nvPr/>
          </p:nvSpPr>
          <p:spPr>
            <a:xfrm>
              <a:off x="7540886" y="1379482"/>
              <a:ext cx="773932" cy="391560"/>
            </a:xfrm>
            <a:prstGeom prst="rect">
              <a:avLst/>
            </a:prstGeom>
            <a:solidFill>
              <a:srgbClr val="F4A261">
                <a:alpha val="100000"/>
              </a:srgbClr>
            </a:solidFill>
          </p:spPr>
          <p:txBody>
            <a:bodyPr/>
            <a:lstStyle/>
            <a:p/>
          </p:txBody>
        </p:sp>
        <p:sp>
          <p:nvSpPr>
            <p:cNvPr id="41" name="rc40"/>
            <p:cNvSpPr/>
            <p:nvPr/>
          </p:nvSpPr>
          <p:spPr>
            <a:xfrm>
              <a:off x="6526767" y="1379482"/>
              <a:ext cx="1014118" cy="391560"/>
            </a:xfrm>
            <a:prstGeom prst="rect">
              <a:avLst/>
            </a:prstGeom>
            <a:solidFill>
              <a:srgbClr val="E9C46A">
                <a:alpha val="100000"/>
              </a:srgbClr>
            </a:solidFill>
          </p:spPr>
          <p:txBody>
            <a:bodyPr/>
            <a:lstStyle/>
            <a:p/>
          </p:txBody>
        </p:sp>
        <p:sp>
          <p:nvSpPr>
            <p:cNvPr id="42" name="rc41"/>
            <p:cNvSpPr/>
            <p:nvPr/>
          </p:nvSpPr>
          <p:spPr>
            <a:xfrm>
              <a:off x="3777973" y="1379482"/>
              <a:ext cx="533746" cy="391560"/>
            </a:xfrm>
            <a:prstGeom prst="rect">
              <a:avLst/>
            </a:prstGeom>
            <a:solidFill>
              <a:srgbClr val="0B4F8C">
                <a:alpha val="100000"/>
              </a:srgbClr>
            </a:solidFill>
          </p:spPr>
          <p:txBody>
            <a:bodyPr/>
            <a:lstStyle/>
            <a:p/>
          </p:txBody>
        </p:sp>
        <p:sp>
          <p:nvSpPr>
            <p:cNvPr id="43" name="rc42"/>
            <p:cNvSpPr/>
            <p:nvPr/>
          </p:nvSpPr>
          <p:spPr>
            <a:xfrm>
              <a:off x="4311720" y="1379482"/>
              <a:ext cx="1200929" cy="391560"/>
            </a:xfrm>
            <a:prstGeom prst="rect">
              <a:avLst/>
            </a:prstGeom>
            <a:solidFill>
              <a:srgbClr val="2A9D8F">
                <a:alpha val="100000"/>
              </a:srgbClr>
            </a:solidFill>
          </p:spPr>
          <p:txBody>
            <a:bodyPr/>
            <a:lstStyle/>
            <a:p/>
          </p:txBody>
        </p:sp>
        <p:sp>
          <p:nvSpPr>
            <p:cNvPr id="44" name="rc43"/>
            <p:cNvSpPr/>
            <p:nvPr/>
          </p:nvSpPr>
          <p:spPr>
            <a:xfrm>
              <a:off x="5512649" y="1379482"/>
              <a:ext cx="1014118" cy="391560"/>
            </a:xfrm>
            <a:prstGeom prst="rect">
              <a:avLst/>
            </a:prstGeom>
            <a:solidFill>
              <a:srgbClr val="E9C46A">
                <a:alpha val="100000"/>
              </a:srgbClr>
            </a:solidFill>
          </p:spPr>
          <p:txBody>
            <a:bodyPr/>
            <a:lstStyle/>
            <a:p/>
          </p:txBody>
        </p:sp>
        <p:sp>
          <p:nvSpPr>
            <p:cNvPr id="45" name="pl44"/>
            <p:cNvSpPr/>
            <p:nvPr/>
          </p:nvSpPr>
          <p:spPr>
            <a:xfrm>
              <a:off x="6526767" y="1229768"/>
              <a:ext cx="0" cy="4145939"/>
            </a:xfrm>
            <a:custGeom>
              <a:avLst/>
              <a:pathLst>
                <a:path w="0" h="4145939">
                  <a:moveTo>
                    <a:pt x="0" y="4145939"/>
                  </a:moveTo>
                  <a:lnTo>
                    <a:pt x="0" y="0"/>
                  </a:lnTo>
                  <a:lnTo>
                    <a:pt x="0" y="0"/>
                  </a:lnTo>
                </a:path>
              </a:pathLst>
            </a:custGeom>
            <a:ln w="13550" cap="flat">
              <a:solidFill>
                <a:srgbClr val="081F5C">
                  <a:alpha val="100000"/>
                </a:srgbClr>
              </a:solidFill>
              <a:prstDash val="solid"/>
              <a:round/>
            </a:ln>
          </p:spPr>
          <p:txBody>
            <a:bodyPr/>
            <a:lstStyle/>
            <a:p/>
          </p:txBody>
        </p:sp>
        <p:sp>
          <p:nvSpPr>
            <p:cNvPr id="46" name="tx45"/>
            <p:cNvSpPr/>
            <p:nvPr/>
          </p:nvSpPr>
          <p:spPr>
            <a:xfrm>
              <a:off x="7386512" y="4987231"/>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43%</a:t>
              </a:r>
            </a:p>
          </p:txBody>
        </p:sp>
        <p:sp>
          <p:nvSpPr>
            <p:cNvPr id="47" name="tx46"/>
            <p:cNvSpPr/>
            <p:nvPr/>
          </p:nvSpPr>
          <p:spPr>
            <a:xfrm>
              <a:off x="5159585" y="4987231"/>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18%</a:t>
              </a:r>
            </a:p>
          </p:txBody>
        </p:sp>
        <p:sp>
          <p:nvSpPr>
            <p:cNvPr id="48" name="tx47"/>
            <p:cNvSpPr/>
            <p:nvPr/>
          </p:nvSpPr>
          <p:spPr>
            <a:xfrm>
              <a:off x="5989496" y="4987231"/>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38%</a:t>
              </a:r>
            </a:p>
          </p:txBody>
        </p:sp>
        <p:sp>
          <p:nvSpPr>
            <p:cNvPr id="49" name="tx48"/>
            <p:cNvSpPr/>
            <p:nvPr/>
          </p:nvSpPr>
          <p:spPr>
            <a:xfrm>
              <a:off x="7660514" y="4411406"/>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55%</a:t>
              </a:r>
            </a:p>
          </p:txBody>
        </p:sp>
        <p:sp>
          <p:nvSpPr>
            <p:cNvPr id="50" name="tx49"/>
            <p:cNvSpPr/>
            <p:nvPr/>
          </p:nvSpPr>
          <p:spPr>
            <a:xfrm>
              <a:off x="5938944" y="4411406"/>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42%</a:t>
              </a:r>
            </a:p>
          </p:txBody>
        </p:sp>
        <p:sp>
          <p:nvSpPr>
            <p:cNvPr id="51" name="tx50"/>
            <p:cNvSpPr/>
            <p:nvPr/>
          </p:nvSpPr>
          <p:spPr>
            <a:xfrm>
              <a:off x="7626319" y="383558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53%</a:t>
              </a:r>
            </a:p>
          </p:txBody>
        </p:sp>
        <p:sp>
          <p:nvSpPr>
            <p:cNvPr id="52" name="tx51"/>
            <p:cNvSpPr/>
            <p:nvPr/>
          </p:nvSpPr>
          <p:spPr>
            <a:xfrm>
              <a:off x="5914935" y="383558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44%</a:t>
              </a:r>
            </a:p>
          </p:txBody>
        </p:sp>
        <p:sp>
          <p:nvSpPr>
            <p:cNvPr id="53" name="tx52"/>
            <p:cNvSpPr/>
            <p:nvPr/>
          </p:nvSpPr>
          <p:spPr>
            <a:xfrm>
              <a:off x="7538662" y="325975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49%</a:t>
              </a:r>
            </a:p>
          </p:txBody>
        </p:sp>
        <p:sp>
          <p:nvSpPr>
            <p:cNvPr id="54" name="tx53"/>
            <p:cNvSpPr/>
            <p:nvPr/>
          </p:nvSpPr>
          <p:spPr>
            <a:xfrm>
              <a:off x="5871925" y="325975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48%</a:t>
              </a:r>
            </a:p>
          </p:txBody>
        </p:sp>
        <p:sp>
          <p:nvSpPr>
            <p:cNvPr id="55" name="tx54"/>
            <p:cNvSpPr/>
            <p:nvPr/>
          </p:nvSpPr>
          <p:spPr>
            <a:xfrm>
              <a:off x="7789887" y="268393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60%</a:t>
              </a:r>
            </a:p>
          </p:txBody>
        </p:sp>
        <p:sp>
          <p:nvSpPr>
            <p:cNvPr id="56" name="tx55"/>
            <p:cNvSpPr/>
            <p:nvPr/>
          </p:nvSpPr>
          <p:spPr>
            <a:xfrm>
              <a:off x="5996251" y="268393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37%</a:t>
              </a:r>
            </a:p>
          </p:txBody>
        </p:sp>
        <p:sp>
          <p:nvSpPr>
            <p:cNvPr id="57" name="tx56"/>
            <p:cNvSpPr/>
            <p:nvPr/>
          </p:nvSpPr>
          <p:spPr>
            <a:xfrm>
              <a:off x="7161158" y="210810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33%</a:t>
              </a:r>
            </a:p>
          </p:txBody>
        </p:sp>
        <p:sp>
          <p:nvSpPr>
            <p:cNvPr id="58" name="tx57"/>
            <p:cNvSpPr/>
            <p:nvPr/>
          </p:nvSpPr>
          <p:spPr>
            <a:xfrm>
              <a:off x="4962677" y="2108107"/>
              <a:ext cx="156679"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8%</a:t>
              </a:r>
            </a:p>
          </p:txBody>
        </p:sp>
        <p:sp>
          <p:nvSpPr>
            <p:cNvPr id="59" name="tx58"/>
            <p:cNvSpPr/>
            <p:nvPr/>
          </p:nvSpPr>
          <p:spPr>
            <a:xfrm>
              <a:off x="5761634" y="210810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58%</a:t>
              </a:r>
            </a:p>
          </p:txBody>
        </p:sp>
        <p:sp>
          <p:nvSpPr>
            <p:cNvPr id="60" name="tx59"/>
            <p:cNvSpPr/>
            <p:nvPr/>
          </p:nvSpPr>
          <p:spPr>
            <a:xfrm>
              <a:off x="6805249" y="153228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17%</a:t>
              </a:r>
            </a:p>
          </p:txBody>
        </p:sp>
        <p:sp>
          <p:nvSpPr>
            <p:cNvPr id="61" name="tx60"/>
            <p:cNvSpPr/>
            <p:nvPr/>
          </p:nvSpPr>
          <p:spPr>
            <a:xfrm>
              <a:off x="3936362" y="153228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12%</a:t>
              </a:r>
            </a:p>
          </p:txBody>
        </p:sp>
        <p:sp>
          <p:nvSpPr>
            <p:cNvPr id="62" name="tx61"/>
            <p:cNvSpPr/>
            <p:nvPr/>
          </p:nvSpPr>
          <p:spPr>
            <a:xfrm>
              <a:off x="4803700" y="153228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26%</a:t>
              </a:r>
            </a:p>
          </p:txBody>
        </p:sp>
        <p:sp>
          <p:nvSpPr>
            <p:cNvPr id="63" name="tx62"/>
            <p:cNvSpPr/>
            <p:nvPr/>
          </p:nvSpPr>
          <p:spPr>
            <a:xfrm>
              <a:off x="5911224" y="153228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FFFFFF">
                      <a:alpha val="100000"/>
                    </a:srgbClr>
                  </a:solidFill>
                  <a:latin typeface="Arial"/>
                  <a:cs typeface="Arial"/>
                </a:rPr>
                <a:t>45%</a:t>
              </a:r>
            </a:p>
          </p:txBody>
        </p:sp>
        <p:sp>
          <p:nvSpPr>
            <p:cNvPr id="64" name="tx63"/>
            <p:cNvSpPr/>
            <p:nvPr/>
          </p:nvSpPr>
          <p:spPr>
            <a:xfrm>
              <a:off x="10478507" y="4969711"/>
              <a:ext cx="346440"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+23 pp</a:t>
              </a:r>
            </a:p>
          </p:txBody>
        </p:sp>
        <p:sp>
          <p:nvSpPr>
            <p:cNvPr id="65" name="tx64"/>
            <p:cNvSpPr/>
            <p:nvPr/>
          </p:nvSpPr>
          <p:spPr>
            <a:xfrm>
              <a:off x="10478507" y="4393886"/>
              <a:ext cx="346440"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+52 pp</a:t>
              </a:r>
            </a:p>
          </p:txBody>
        </p:sp>
        <p:sp>
          <p:nvSpPr>
            <p:cNvPr id="66" name="tx65"/>
            <p:cNvSpPr/>
            <p:nvPr/>
          </p:nvSpPr>
          <p:spPr>
            <a:xfrm>
              <a:off x="10478507" y="3818061"/>
              <a:ext cx="346440"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+51 pp</a:t>
              </a:r>
            </a:p>
          </p:txBody>
        </p:sp>
        <p:sp>
          <p:nvSpPr>
            <p:cNvPr id="67" name="tx66"/>
            <p:cNvSpPr/>
            <p:nvPr/>
          </p:nvSpPr>
          <p:spPr>
            <a:xfrm>
              <a:off x="10478507" y="3242236"/>
              <a:ext cx="346440"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+47 pp</a:t>
              </a:r>
            </a:p>
          </p:txBody>
        </p:sp>
        <p:sp>
          <p:nvSpPr>
            <p:cNvPr id="68" name="tx67"/>
            <p:cNvSpPr/>
            <p:nvPr/>
          </p:nvSpPr>
          <p:spPr>
            <a:xfrm>
              <a:off x="10478507" y="2666411"/>
              <a:ext cx="346440"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+58 pp</a:t>
              </a:r>
            </a:p>
          </p:txBody>
        </p:sp>
        <p:sp>
          <p:nvSpPr>
            <p:cNvPr id="69" name="tx68"/>
            <p:cNvSpPr/>
            <p:nvPr/>
          </p:nvSpPr>
          <p:spPr>
            <a:xfrm>
              <a:off x="10478507" y="2090586"/>
              <a:ext cx="346440"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+23 pp</a:t>
              </a:r>
            </a:p>
          </p:txBody>
        </p:sp>
        <p:sp>
          <p:nvSpPr>
            <p:cNvPr id="70" name="tx69"/>
            <p:cNvSpPr/>
            <p:nvPr/>
          </p:nvSpPr>
          <p:spPr>
            <a:xfrm>
              <a:off x="10478507" y="1514762"/>
              <a:ext cx="319233"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-21 pp</a:t>
              </a:r>
            </a:p>
          </p:txBody>
        </p:sp>
        <p:sp>
          <p:nvSpPr>
            <p:cNvPr id="71" name="tx70"/>
            <p:cNvSpPr/>
            <p:nvPr/>
          </p:nvSpPr>
          <p:spPr>
            <a:xfrm>
              <a:off x="469330" y="4959054"/>
              <a:ext cx="966024" cy="1120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estudiantes$p16_7</a:t>
              </a:r>
            </a:p>
          </p:txBody>
        </p:sp>
        <p:sp>
          <p:nvSpPr>
            <p:cNvPr id="72" name="tx71"/>
            <p:cNvSpPr/>
            <p:nvPr/>
          </p:nvSpPr>
          <p:spPr>
            <a:xfrm>
              <a:off x="469330" y="4383229"/>
              <a:ext cx="966024" cy="1120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estudiantes$p16_6</a:t>
              </a:r>
            </a:p>
          </p:txBody>
        </p:sp>
        <p:sp>
          <p:nvSpPr>
            <p:cNvPr id="73" name="tx72"/>
            <p:cNvSpPr/>
            <p:nvPr/>
          </p:nvSpPr>
          <p:spPr>
            <a:xfrm>
              <a:off x="469330" y="3807404"/>
              <a:ext cx="966024" cy="1120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estudiantes$p16_5</a:t>
              </a:r>
            </a:p>
          </p:txBody>
        </p:sp>
        <p:sp>
          <p:nvSpPr>
            <p:cNvPr id="74" name="tx73"/>
            <p:cNvSpPr/>
            <p:nvPr/>
          </p:nvSpPr>
          <p:spPr>
            <a:xfrm>
              <a:off x="469330" y="3231579"/>
              <a:ext cx="966024" cy="1120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estudiantes$p16_4</a:t>
              </a:r>
            </a:p>
          </p:txBody>
        </p:sp>
        <p:sp>
          <p:nvSpPr>
            <p:cNvPr id="75" name="tx74"/>
            <p:cNvSpPr/>
            <p:nvPr/>
          </p:nvSpPr>
          <p:spPr>
            <a:xfrm>
              <a:off x="469330" y="2655754"/>
              <a:ext cx="966024" cy="1120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estudiantes$p16_3</a:t>
              </a:r>
            </a:p>
          </p:txBody>
        </p:sp>
        <p:sp>
          <p:nvSpPr>
            <p:cNvPr id="76" name="tx75"/>
            <p:cNvSpPr/>
            <p:nvPr/>
          </p:nvSpPr>
          <p:spPr>
            <a:xfrm>
              <a:off x="469330" y="2079929"/>
              <a:ext cx="966024" cy="1120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estudiantes$p16_2</a:t>
              </a:r>
            </a:p>
          </p:txBody>
        </p:sp>
        <p:sp>
          <p:nvSpPr>
            <p:cNvPr id="77" name="tx76"/>
            <p:cNvSpPr/>
            <p:nvPr/>
          </p:nvSpPr>
          <p:spPr>
            <a:xfrm>
              <a:off x="469330" y="1504105"/>
              <a:ext cx="966024" cy="1120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estudiantes$p16_1</a:t>
              </a:r>
            </a:p>
          </p:txBody>
        </p:sp>
        <p:sp>
          <p:nvSpPr>
            <p:cNvPr id="78" name="tx77"/>
            <p:cNvSpPr/>
            <p:nvPr/>
          </p:nvSpPr>
          <p:spPr>
            <a:xfrm>
              <a:off x="1843755" y="5433928"/>
              <a:ext cx="292335"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100%</a:t>
              </a:r>
            </a:p>
          </p:txBody>
        </p:sp>
        <p:sp>
          <p:nvSpPr>
            <p:cNvPr id="79" name="tx78"/>
            <p:cNvSpPr/>
            <p:nvPr/>
          </p:nvSpPr>
          <p:spPr>
            <a:xfrm>
              <a:off x="4143961" y="5433928"/>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50%</a:t>
              </a:r>
            </a:p>
          </p:txBody>
        </p:sp>
        <p:sp>
          <p:nvSpPr>
            <p:cNvPr id="80" name="tx79"/>
            <p:cNvSpPr/>
            <p:nvPr/>
          </p:nvSpPr>
          <p:spPr>
            <a:xfrm>
              <a:off x="6444168" y="5433928"/>
              <a:ext cx="165199"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0%</a:t>
              </a:r>
            </a:p>
          </p:txBody>
        </p:sp>
        <p:sp>
          <p:nvSpPr>
            <p:cNvPr id="81" name="tx80"/>
            <p:cNvSpPr/>
            <p:nvPr/>
          </p:nvSpPr>
          <p:spPr>
            <a:xfrm>
              <a:off x="8680806" y="5433928"/>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50%</a:t>
              </a:r>
            </a:p>
          </p:txBody>
        </p:sp>
        <p:sp>
          <p:nvSpPr>
            <p:cNvPr id="82" name="tx81"/>
            <p:cNvSpPr/>
            <p:nvPr/>
          </p:nvSpPr>
          <p:spPr>
            <a:xfrm>
              <a:off x="10917444" y="5433928"/>
              <a:ext cx="292335"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100%</a:t>
              </a:r>
            </a:p>
          </p:txBody>
        </p:sp>
        <p:sp>
          <p:nvSpPr>
            <p:cNvPr id="83" name="rc82"/>
            <p:cNvSpPr/>
            <p:nvPr/>
          </p:nvSpPr>
          <p:spPr>
            <a:xfrm>
              <a:off x="3905757" y="5761977"/>
              <a:ext cx="201456" cy="201455"/>
            </a:xfrm>
            <a:prstGeom prst="rect">
              <a:avLst/>
            </a:prstGeom>
            <a:solidFill>
              <a:srgbClr val="0B4F8C">
                <a:alpha val="100000"/>
              </a:srgbClr>
            </a:solidFill>
          </p:spPr>
          <p:txBody>
            <a:bodyPr/>
            <a:lstStyle/>
            <a:p/>
          </p:txBody>
        </p:sp>
        <p:sp>
          <p:nvSpPr>
            <p:cNvPr id="84" name="rc83"/>
            <p:cNvSpPr/>
            <p:nvPr/>
          </p:nvSpPr>
          <p:spPr>
            <a:xfrm>
              <a:off x="5624159" y="5761977"/>
              <a:ext cx="201456" cy="201455"/>
            </a:xfrm>
            <a:prstGeom prst="rect">
              <a:avLst/>
            </a:prstGeom>
            <a:solidFill>
              <a:srgbClr val="2A9D8F">
                <a:alpha val="100000"/>
              </a:srgbClr>
            </a:solidFill>
          </p:spPr>
          <p:txBody>
            <a:bodyPr/>
            <a:lstStyle/>
            <a:p/>
          </p:txBody>
        </p:sp>
        <p:sp>
          <p:nvSpPr>
            <p:cNvPr id="85" name="rc84"/>
            <p:cNvSpPr/>
            <p:nvPr/>
          </p:nvSpPr>
          <p:spPr>
            <a:xfrm>
              <a:off x="6751695" y="5761977"/>
              <a:ext cx="201455" cy="201455"/>
            </a:xfrm>
            <a:prstGeom prst="rect">
              <a:avLst/>
            </a:prstGeom>
            <a:solidFill>
              <a:srgbClr val="E9C46A">
                <a:alpha val="100000"/>
              </a:srgbClr>
            </a:solidFill>
          </p:spPr>
          <p:txBody>
            <a:bodyPr/>
            <a:lstStyle/>
            <a:p/>
          </p:txBody>
        </p:sp>
        <p:sp>
          <p:nvSpPr>
            <p:cNvPr id="86" name="rc85"/>
            <p:cNvSpPr/>
            <p:nvPr/>
          </p:nvSpPr>
          <p:spPr>
            <a:xfrm>
              <a:off x="7701251" y="5761977"/>
              <a:ext cx="201455" cy="201455"/>
            </a:xfrm>
            <a:prstGeom prst="rect">
              <a:avLst/>
            </a:prstGeom>
            <a:solidFill>
              <a:srgbClr val="F4A261">
                <a:alpha val="100000"/>
              </a:srgbClr>
            </a:solidFill>
          </p:spPr>
          <p:txBody>
            <a:bodyPr/>
            <a:lstStyle/>
            <a:p/>
          </p:txBody>
        </p:sp>
        <p:sp>
          <p:nvSpPr>
            <p:cNvPr id="87" name="tx86"/>
            <p:cNvSpPr/>
            <p:nvPr/>
          </p:nvSpPr>
          <p:spPr>
            <a:xfrm>
              <a:off x="4185802" y="5820456"/>
              <a:ext cx="1359768"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Totalmente en desacuerdo</a:t>
              </a:r>
            </a:p>
          </p:txBody>
        </p:sp>
        <p:sp>
          <p:nvSpPr>
            <p:cNvPr id="88" name="tx87"/>
            <p:cNvSpPr/>
            <p:nvPr/>
          </p:nvSpPr>
          <p:spPr>
            <a:xfrm>
              <a:off x="5904204" y="5820456"/>
              <a:ext cx="768901"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En desacuerdo</a:t>
              </a:r>
            </a:p>
          </p:txBody>
        </p:sp>
        <p:sp>
          <p:nvSpPr>
            <p:cNvPr id="89" name="tx88"/>
            <p:cNvSpPr/>
            <p:nvPr/>
          </p:nvSpPr>
          <p:spPr>
            <a:xfrm>
              <a:off x="7031740" y="5820456"/>
              <a:ext cx="590922"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De acuerdo</a:t>
              </a:r>
            </a:p>
          </p:txBody>
        </p:sp>
        <p:sp>
          <p:nvSpPr>
            <p:cNvPr id="90" name="tx89"/>
            <p:cNvSpPr/>
            <p:nvPr/>
          </p:nvSpPr>
          <p:spPr>
            <a:xfrm>
              <a:off x="7981296" y="5820456"/>
              <a:ext cx="1175481"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Totalmente de acuerdo</a:t>
              </a:r>
            </a:p>
          </p:txBody>
        </p:sp>
      </p:grpSp>
      <p:sp>
        <p:nvSpPr>
          <p:cNvPr id="91"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92"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PUNTOS COMPARATIVOS (P_PUNTOS_COMPARATIVOS)</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03243"/>
              <a:ext cx="11440491" cy="5040000"/>
            </a:xfrm>
            <a:prstGeom prst="rect">
              <a:avLst/>
            </a:prstGeom>
            <a:solidFill>
              <a:srgbClr val="FFFFFF">
                <a:alpha val="100000"/>
              </a:srgbClr>
            </a:solidFill>
          </p:spPr>
          <p:txBody>
            <a:bodyPr/>
            <a:lstStyle/>
            <a:p/>
          </p:txBody>
        </p:sp>
        <p:sp>
          <p:nvSpPr>
            <p:cNvPr id="5" name="pl4"/>
            <p:cNvSpPr/>
            <p:nvPr/>
          </p:nvSpPr>
          <p:spPr>
            <a:xfrm>
              <a:off x="1211677" y="1405230"/>
              <a:ext cx="0" cy="4304591"/>
            </a:xfrm>
            <a:custGeom>
              <a:avLst/>
              <a:pathLst>
                <a:path w="0" h="4304591">
                  <a:moveTo>
                    <a:pt x="0" y="4304591"/>
                  </a:moveTo>
                  <a:lnTo>
                    <a:pt x="0" y="0"/>
                  </a:lnTo>
                </a:path>
              </a:pathLst>
            </a:custGeom>
            <a:ln w="8130" cap="flat">
              <a:solidFill>
                <a:srgbClr val="E3E8EF">
                  <a:alpha val="100000"/>
                </a:srgbClr>
              </a:solidFill>
              <a:prstDash val="solid"/>
              <a:round/>
            </a:ln>
          </p:spPr>
          <p:txBody>
            <a:bodyPr/>
            <a:lstStyle/>
            <a:p/>
          </p:txBody>
        </p:sp>
        <p:sp>
          <p:nvSpPr>
            <p:cNvPr id="6" name="pl5"/>
            <p:cNvSpPr/>
            <p:nvPr/>
          </p:nvSpPr>
          <p:spPr>
            <a:xfrm>
              <a:off x="3696425" y="1405230"/>
              <a:ext cx="0" cy="4304591"/>
            </a:xfrm>
            <a:custGeom>
              <a:avLst/>
              <a:pathLst>
                <a:path w="0" h="4304591">
                  <a:moveTo>
                    <a:pt x="0" y="4304591"/>
                  </a:moveTo>
                  <a:lnTo>
                    <a:pt x="0" y="0"/>
                  </a:lnTo>
                </a:path>
              </a:pathLst>
            </a:custGeom>
            <a:ln w="8130" cap="flat">
              <a:solidFill>
                <a:srgbClr val="E3E8EF">
                  <a:alpha val="100000"/>
                </a:srgbClr>
              </a:solidFill>
              <a:prstDash val="solid"/>
              <a:round/>
            </a:ln>
          </p:spPr>
          <p:txBody>
            <a:bodyPr/>
            <a:lstStyle/>
            <a:p/>
          </p:txBody>
        </p:sp>
        <p:sp>
          <p:nvSpPr>
            <p:cNvPr id="7" name="pl6"/>
            <p:cNvSpPr/>
            <p:nvPr/>
          </p:nvSpPr>
          <p:spPr>
            <a:xfrm>
              <a:off x="6181172" y="1405230"/>
              <a:ext cx="0" cy="4304591"/>
            </a:xfrm>
            <a:custGeom>
              <a:avLst/>
              <a:pathLst>
                <a:path w="0" h="4304591">
                  <a:moveTo>
                    <a:pt x="0" y="4304591"/>
                  </a:moveTo>
                  <a:lnTo>
                    <a:pt x="0" y="0"/>
                  </a:lnTo>
                </a:path>
              </a:pathLst>
            </a:custGeom>
            <a:ln w="8130" cap="flat">
              <a:solidFill>
                <a:srgbClr val="E3E8EF">
                  <a:alpha val="100000"/>
                </a:srgbClr>
              </a:solidFill>
              <a:prstDash val="solid"/>
              <a:round/>
            </a:ln>
          </p:spPr>
          <p:txBody>
            <a:bodyPr/>
            <a:lstStyle/>
            <a:p/>
          </p:txBody>
        </p:sp>
        <p:sp>
          <p:nvSpPr>
            <p:cNvPr id="8" name="pl7"/>
            <p:cNvSpPr/>
            <p:nvPr/>
          </p:nvSpPr>
          <p:spPr>
            <a:xfrm>
              <a:off x="8665920" y="1405230"/>
              <a:ext cx="0" cy="4304591"/>
            </a:xfrm>
            <a:custGeom>
              <a:avLst/>
              <a:pathLst>
                <a:path w="0" h="4304591">
                  <a:moveTo>
                    <a:pt x="0" y="4304591"/>
                  </a:moveTo>
                  <a:lnTo>
                    <a:pt x="0" y="0"/>
                  </a:lnTo>
                </a:path>
              </a:pathLst>
            </a:custGeom>
            <a:ln w="8130" cap="flat">
              <a:solidFill>
                <a:srgbClr val="E3E8EF">
                  <a:alpha val="100000"/>
                </a:srgbClr>
              </a:solidFill>
              <a:prstDash val="solid"/>
              <a:round/>
            </a:ln>
          </p:spPr>
          <p:txBody>
            <a:bodyPr/>
            <a:lstStyle/>
            <a:p/>
          </p:txBody>
        </p:sp>
        <p:sp>
          <p:nvSpPr>
            <p:cNvPr id="9" name="pl8"/>
            <p:cNvSpPr/>
            <p:nvPr/>
          </p:nvSpPr>
          <p:spPr>
            <a:xfrm>
              <a:off x="11150668" y="1405230"/>
              <a:ext cx="0" cy="4304591"/>
            </a:xfrm>
            <a:custGeom>
              <a:avLst/>
              <a:pathLst>
                <a:path w="0" h="4304591">
                  <a:moveTo>
                    <a:pt x="0" y="4304591"/>
                  </a:moveTo>
                  <a:lnTo>
                    <a:pt x="0" y="0"/>
                  </a:lnTo>
                </a:path>
              </a:pathLst>
            </a:custGeom>
            <a:ln w="8130" cap="flat">
              <a:solidFill>
                <a:srgbClr val="E3E8EF">
                  <a:alpha val="100000"/>
                </a:srgbClr>
              </a:solidFill>
              <a:prstDash val="solid"/>
              <a:round/>
            </a:ln>
          </p:spPr>
          <p:txBody>
            <a:bodyPr/>
            <a:lstStyle/>
            <a:p/>
          </p:txBody>
        </p:sp>
        <p:sp>
          <p:nvSpPr>
            <p:cNvPr id="10" name="pt9"/>
            <p:cNvSpPr/>
            <p:nvPr/>
          </p:nvSpPr>
          <p:spPr>
            <a:xfrm>
              <a:off x="9282166" y="5231835"/>
              <a:ext cx="122825" cy="122825"/>
            </a:xfrm>
            <a:prstGeom prst="ellipse">
              <a:avLst/>
            </a:prstGeom>
            <a:solidFill>
              <a:srgbClr val="002457">
                <a:alpha val="100000"/>
              </a:srgbClr>
            </a:solidFill>
            <a:ln w="9000" cap="rnd">
              <a:solidFill>
                <a:srgbClr val="002457">
                  <a:alpha val="100000"/>
                </a:srgbClr>
              </a:solidFill>
              <a:prstDash val="solid"/>
              <a:round/>
            </a:ln>
          </p:spPr>
          <p:txBody>
            <a:bodyPr/>
            <a:lstStyle/>
            <a:p/>
          </p:txBody>
        </p:sp>
        <p:sp>
          <p:nvSpPr>
            <p:cNvPr id="11" name="pt10"/>
            <p:cNvSpPr/>
            <p:nvPr/>
          </p:nvSpPr>
          <p:spPr>
            <a:xfrm>
              <a:off x="10566151" y="4537546"/>
              <a:ext cx="122825" cy="122825"/>
            </a:xfrm>
            <a:prstGeom prst="ellipse">
              <a:avLst/>
            </a:prstGeom>
            <a:solidFill>
              <a:srgbClr val="002457">
                <a:alpha val="100000"/>
              </a:srgbClr>
            </a:solidFill>
            <a:ln w="9000" cap="rnd">
              <a:solidFill>
                <a:srgbClr val="002457">
                  <a:alpha val="100000"/>
                </a:srgbClr>
              </a:solidFill>
              <a:prstDash val="solid"/>
              <a:round/>
            </a:ln>
          </p:spPr>
          <p:txBody>
            <a:bodyPr/>
            <a:lstStyle/>
            <a:p/>
          </p:txBody>
        </p:sp>
        <p:sp>
          <p:nvSpPr>
            <p:cNvPr id="12" name="pt11"/>
            <p:cNvSpPr/>
            <p:nvPr/>
          </p:nvSpPr>
          <p:spPr>
            <a:xfrm>
              <a:off x="10212286" y="3843257"/>
              <a:ext cx="122825" cy="122825"/>
            </a:xfrm>
            <a:prstGeom prst="ellipse">
              <a:avLst/>
            </a:prstGeom>
            <a:solidFill>
              <a:srgbClr val="002457">
                <a:alpha val="100000"/>
              </a:srgbClr>
            </a:solidFill>
            <a:ln w="9000" cap="rnd">
              <a:solidFill>
                <a:srgbClr val="002457">
                  <a:alpha val="100000"/>
                </a:srgbClr>
              </a:solidFill>
              <a:prstDash val="solid"/>
              <a:round/>
            </a:ln>
          </p:spPr>
          <p:txBody>
            <a:bodyPr/>
            <a:lstStyle/>
            <a:p/>
          </p:txBody>
        </p:sp>
        <p:sp>
          <p:nvSpPr>
            <p:cNvPr id="13" name="pt12"/>
            <p:cNvSpPr/>
            <p:nvPr/>
          </p:nvSpPr>
          <p:spPr>
            <a:xfrm>
              <a:off x="9846881" y="3148968"/>
              <a:ext cx="122825" cy="122825"/>
            </a:xfrm>
            <a:prstGeom prst="ellipse">
              <a:avLst/>
            </a:prstGeom>
            <a:solidFill>
              <a:srgbClr val="002457">
                <a:alpha val="100000"/>
              </a:srgbClr>
            </a:solidFill>
            <a:ln w="9000" cap="rnd">
              <a:solidFill>
                <a:srgbClr val="002457">
                  <a:alpha val="100000"/>
                </a:srgbClr>
              </a:solidFill>
              <a:prstDash val="solid"/>
              <a:round/>
            </a:ln>
          </p:spPr>
          <p:txBody>
            <a:bodyPr/>
            <a:lstStyle/>
            <a:p/>
          </p:txBody>
        </p:sp>
        <p:sp>
          <p:nvSpPr>
            <p:cNvPr id="14" name="pt13"/>
            <p:cNvSpPr/>
            <p:nvPr/>
          </p:nvSpPr>
          <p:spPr>
            <a:xfrm>
              <a:off x="10537089" y="2454679"/>
              <a:ext cx="122825" cy="122825"/>
            </a:xfrm>
            <a:prstGeom prst="ellipse">
              <a:avLst/>
            </a:prstGeom>
            <a:solidFill>
              <a:srgbClr val="002457">
                <a:alpha val="100000"/>
              </a:srgbClr>
            </a:solidFill>
            <a:ln w="9000" cap="rnd">
              <a:solidFill>
                <a:srgbClr val="002457">
                  <a:alpha val="100000"/>
                </a:srgbClr>
              </a:solidFill>
              <a:prstDash val="solid"/>
              <a:round/>
            </a:ln>
          </p:spPr>
          <p:txBody>
            <a:bodyPr/>
            <a:lstStyle/>
            <a:p/>
          </p:txBody>
        </p:sp>
        <p:sp>
          <p:nvSpPr>
            <p:cNvPr id="15" name="pt14"/>
            <p:cNvSpPr/>
            <p:nvPr/>
          </p:nvSpPr>
          <p:spPr>
            <a:xfrm>
              <a:off x="10061084" y="1760390"/>
              <a:ext cx="122825" cy="122825"/>
            </a:xfrm>
            <a:prstGeom prst="ellipse">
              <a:avLst/>
            </a:prstGeom>
            <a:solidFill>
              <a:srgbClr val="002457">
                <a:alpha val="100000"/>
              </a:srgbClr>
            </a:solidFill>
            <a:ln w="9000" cap="rnd">
              <a:solidFill>
                <a:srgbClr val="002457">
                  <a:alpha val="100000"/>
                </a:srgbClr>
              </a:solidFill>
              <a:prstDash val="solid"/>
              <a:round/>
            </a:ln>
          </p:spPr>
          <p:txBody>
            <a:bodyPr/>
            <a:lstStyle/>
            <a:p/>
          </p:txBody>
        </p:sp>
        <p:sp>
          <p:nvSpPr>
            <p:cNvPr id="16" name="tx15"/>
            <p:cNvSpPr/>
            <p:nvPr/>
          </p:nvSpPr>
          <p:spPr>
            <a:xfrm>
              <a:off x="9467963" y="5247402"/>
              <a:ext cx="691025" cy="87232"/>
            </a:xfrm>
            <a:prstGeom prst="rect">
              <a:avLst/>
            </a:prstGeom>
            <a:noFill/>
          </p:spPr>
          <p:txBody>
            <a:bodyPr lIns="0" rIns="0" tIns="0" bIns="0" anchorCtr="1" anchor="ctr" wrap="none"/>
            <a:lstStyle/>
            <a:p>
              <a:pPr algn="l" marL="0" marR="0" indent="0">
                <a:lnSpc>
                  <a:spcPts val="910"/>
                </a:lnSpc>
                <a:spcBef>
                  <a:spcPts val="0"/>
                </a:spcBef>
                <a:spcAft>
                  <a:spcPts val="0"/>
                </a:spcAft>
              </a:pPr>
              <a:r>
                <a:rPr sz="910">
                  <a:solidFill>
                    <a:srgbClr val="081F5C">
                      <a:alpha val="100000"/>
                    </a:srgbClr>
                  </a:solidFill>
                  <a:latin typeface="Arial"/>
                  <a:cs typeface="Arial"/>
                </a:rPr>
                <a:t>82 % · n = 22</a:t>
              </a:r>
            </a:p>
          </p:txBody>
        </p:sp>
        <p:sp>
          <p:nvSpPr>
            <p:cNvPr id="17" name="tx16"/>
            <p:cNvSpPr/>
            <p:nvPr/>
          </p:nvSpPr>
          <p:spPr>
            <a:xfrm>
              <a:off x="9812153" y="4553113"/>
              <a:ext cx="691025" cy="87232"/>
            </a:xfrm>
            <a:prstGeom prst="rect">
              <a:avLst/>
            </a:prstGeom>
            <a:noFill/>
          </p:spPr>
          <p:txBody>
            <a:bodyPr lIns="0" rIns="0" tIns="0" bIns="0" anchorCtr="1" anchor="ctr" wrap="none"/>
            <a:lstStyle/>
            <a:p>
              <a:pPr algn="l" marL="0" marR="0" indent="0">
                <a:lnSpc>
                  <a:spcPts val="910"/>
                </a:lnSpc>
                <a:spcBef>
                  <a:spcPts val="0"/>
                </a:spcBef>
                <a:spcAft>
                  <a:spcPts val="0"/>
                </a:spcAft>
              </a:pPr>
              <a:r>
                <a:rPr sz="910">
                  <a:solidFill>
                    <a:srgbClr val="081F5C">
                      <a:alpha val="100000"/>
                    </a:srgbClr>
                  </a:solidFill>
                  <a:latin typeface="Arial"/>
                  <a:cs typeface="Arial"/>
                </a:rPr>
                <a:t>95 % · n = 19</a:t>
              </a:r>
            </a:p>
          </p:txBody>
        </p:sp>
        <p:sp>
          <p:nvSpPr>
            <p:cNvPr id="18" name="tx17"/>
            <p:cNvSpPr/>
            <p:nvPr/>
          </p:nvSpPr>
          <p:spPr>
            <a:xfrm>
              <a:off x="9458288" y="3858824"/>
              <a:ext cx="691025" cy="87232"/>
            </a:xfrm>
            <a:prstGeom prst="rect">
              <a:avLst/>
            </a:prstGeom>
            <a:noFill/>
          </p:spPr>
          <p:txBody>
            <a:bodyPr lIns="0" rIns="0" tIns="0" bIns="0" anchorCtr="1" anchor="ctr" wrap="none"/>
            <a:lstStyle/>
            <a:p>
              <a:pPr algn="l" marL="0" marR="0" indent="0">
                <a:lnSpc>
                  <a:spcPts val="910"/>
                </a:lnSpc>
                <a:spcBef>
                  <a:spcPts val="0"/>
                </a:spcBef>
                <a:spcAft>
                  <a:spcPts val="0"/>
                </a:spcAft>
              </a:pPr>
              <a:r>
                <a:rPr sz="910">
                  <a:solidFill>
                    <a:srgbClr val="081F5C">
                      <a:alpha val="100000"/>
                    </a:srgbClr>
                  </a:solidFill>
                  <a:latin typeface="Arial"/>
                  <a:cs typeface="Arial"/>
                </a:rPr>
                <a:t>91 % · n = 34</a:t>
              </a:r>
            </a:p>
          </p:txBody>
        </p:sp>
        <p:sp>
          <p:nvSpPr>
            <p:cNvPr id="19" name="tx18"/>
            <p:cNvSpPr/>
            <p:nvPr/>
          </p:nvSpPr>
          <p:spPr>
            <a:xfrm>
              <a:off x="9092884" y="3164535"/>
              <a:ext cx="691025" cy="87232"/>
            </a:xfrm>
            <a:prstGeom prst="rect">
              <a:avLst/>
            </a:prstGeom>
            <a:noFill/>
          </p:spPr>
          <p:txBody>
            <a:bodyPr lIns="0" rIns="0" tIns="0" bIns="0" anchorCtr="1" anchor="ctr" wrap="none"/>
            <a:lstStyle/>
            <a:p>
              <a:pPr algn="l" marL="0" marR="0" indent="0">
                <a:lnSpc>
                  <a:spcPts val="910"/>
                </a:lnSpc>
                <a:spcBef>
                  <a:spcPts val="0"/>
                </a:spcBef>
                <a:spcAft>
                  <a:spcPts val="0"/>
                </a:spcAft>
              </a:pPr>
              <a:r>
                <a:rPr sz="910">
                  <a:solidFill>
                    <a:srgbClr val="081F5C">
                      <a:alpha val="100000"/>
                    </a:srgbClr>
                  </a:solidFill>
                  <a:latin typeface="Arial"/>
                  <a:cs typeface="Arial"/>
                </a:rPr>
                <a:t>88 % · n = 32</a:t>
              </a:r>
            </a:p>
          </p:txBody>
        </p:sp>
        <p:sp>
          <p:nvSpPr>
            <p:cNvPr id="20" name="tx19"/>
            <p:cNvSpPr/>
            <p:nvPr/>
          </p:nvSpPr>
          <p:spPr>
            <a:xfrm>
              <a:off x="9783092" y="2470246"/>
              <a:ext cx="691025" cy="87232"/>
            </a:xfrm>
            <a:prstGeom prst="rect">
              <a:avLst/>
            </a:prstGeom>
            <a:noFill/>
          </p:spPr>
          <p:txBody>
            <a:bodyPr lIns="0" rIns="0" tIns="0" bIns="0" anchorCtr="1" anchor="ctr" wrap="none"/>
            <a:lstStyle/>
            <a:p>
              <a:pPr algn="l" marL="0" marR="0" indent="0">
                <a:lnSpc>
                  <a:spcPts val="910"/>
                </a:lnSpc>
                <a:spcBef>
                  <a:spcPts val="0"/>
                </a:spcBef>
                <a:spcAft>
                  <a:spcPts val="0"/>
                </a:spcAft>
              </a:pPr>
              <a:r>
                <a:rPr sz="910">
                  <a:solidFill>
                    <a:srgbClr val="081F5C">
                      <a:alpha val="100000"/>
                    </a:srgbClr>
                  </a:solidFill>
                  <a:latin typeface="Arial"/>
                  <a:cs typeface="Arial"/>
                </a:rPr>
                <a:t>94 % · n = 36</a:t>
              </a:r>
            </a:p>
          </p:txBody>
        </p:sp>
        <p:sp>
          <p:nvSpPr>
            <p:cNvPr id="21" name="tx20"/>
            <p:cNvSpPr/>
            <p:nvPr/>
          </p:nvSpPr>
          <p:spPr>
            <a:xfrm>
              <a:off x="9307086" y="1775957"/>
              <a:ext cx="691025" cy="87232"/>
            </a:xfrm>
            <a:prstGeom prst="rect">
              <a:avLst/>
            </a:prstGeom>
            <a:noFill/>
          </p:spPr>
          <p:txBody>
            <a:bodyPr lIns="0" rIns="0" tIns="0" bIns="0" anchorCtr="1" anchor="ctr" wrap="none"/>
            <a:lstStyle/>
            <a:p>
              <a:pPr algn="l" marL="0" marR="0" indent="0">
                <a:lnSpc>
                  <a:spcPts val="910"/>
                </a:lnSpc>
                <a:spcBef>
                  <a:spcPts val="0"/>
                </a:spcBef>
                <a:spcAft>
                  <a:spcPts val="0"/>
                </a:spcAft>
              </a:pPr>
              <a:r>
                <a:rPr sz="910">
                  <a:solidFill>
                    <a:srgbClr val="081F5C">
                      <a:alpha val="100000"/>
                    </a:srgbClr>
                  </a:solidFill>
                  <a:latin typeface="Arial"/>
                  <a:cs typeface="Arial"/>
                </a:rPr>
                <a:t>90 % · n = 29</a:t>
              </a:r>
            </a:p>
          </p:txBody>
        </p:sp>
        <p:sp>
          <p:nvSpPr>
            <p:cNvPr id="22" name="tx21"/>
            <p:cNvSpPr/>
            <p:nvPr/>
          </p:nvSpPr>
          <p:spPr>
            <a:xfrm>
              <a:off x="551874" y="5244525"/>
              <a:ext cx="597172" cy="89631"/>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Quinto ciclo</a:t>
              </a:r>
            </a:p>
          </p:txBody>
        </p:sp>
        <p:sp>
          <p:nvSpPr>
            <p:cNvPr id="23" name="tx22"/>
            <p:cNvSpPr/>
            <p:nvPr/>
          </p:nvSpPr>
          <p:spPr>
            <a:xfrm>
              <a:off x="596355" y="4555259"/>
              <a:ext cx="552691" cy="84608"/>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Sexto ciclo</a:t>
              </a:r>
            </a:p>
          </p:txBody>
        </p:sp>
        <p:sp>
          <p:nvSpPr>
            <p:cNvPr id="24" name="tx23"/>
            <p:cNvSpPr/>
            <p:nvPr/>
          </p:nvSpPr>
          <p:spPr>
            <a:xfrm>
              <a:off x="469330" y="3839651"/>
              <a:ext cx="679716" cy="105928"/>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Séptimo ciclo</a:t>
              </a:r>
            </a:p>
          </p:txBody>
        </p:sp>
        <p:sp>
          <p:nvSpPr>
            <p:cNvPr id="25" name="tx24"/>
            <p:cNvSpPr/>
            <p:nvPr/>
          </p:nvSpPr>
          <p:spPr>
            <a:xfrm>
              <a:off x="526536" y="3166626"/>
              <a:ext cx="622510" cy="84664"/>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Octavo ciclo</a:t>
              </a:r>
            </a:p>
          </p:txBody>
        </p:sp>
        <p:sp>
          <p:nvSpPr>
            <p:cNvPr id="26" name="tx25"/>
            <p:cNvSpPr/>
            <p:nvPr/>
          </p:nvSpPr>
          <p:spPr>
            <a:xfrm>
              <a:off x="494668" y="2473843"/>
              <a:ext cx="654378"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Noveno ciclo</a:t>
              </a:r>
            </a:p>
          </p:txBody>
        </p:sp>
        <p:sp>
          <p:nvSpPr>
            <p:cNvPr id="27" name="tx26"/>
            <p:cNvSpPr/>
            <p:nvPr/>
          </p:nvSpPr>
          <p:spPr>
            <a:xfrm>
              <a:off x="501198" y="1779108"/>
              <a:ext cx="647848" cy="83604"/>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Décimo ciclo</a:t>
              </a:r>
            </a:p>
          </p:txBody>
        </p:sp>
        <p:sp>
          <p:nvSpPr>
            <p:cNvPr id="28" name="tx27"/>
            <p:cNvSpPr/>
            <p:nvPr/>
          </p:nvSpPr>
          <p:spPr>
            <a:xfrm>
              <a:off x="1129077" y="5768042"/>
              <a:ext cx="165199"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0%</a:t>
              </a:r>
            </a:p>
          </p:txBody>
        </p:sp>
        <p:sp>
          <p:nvSpPr>
            <p:cNvPr id="29" name="tx28"/>
            <p:cNvSpPr/>
            <p:nvPr/>
          </p:nvSpPr>
          <p:spPr>
            <a:xfrm>
              <a:off x="3582041" y="5768042"/>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25%</a:t>
              </a:r>
            </a:p>
          </p:txBody>
        </p:sp>
        <p:sp>
          <p:nvSpPr>
            <p:cNvPr id="30" name="tx29"/>
            <p:cNvSpPr/>
            <p:nvPr/>
          </p:nvSpPr>
          <p:spPr>
            <a:xfrm>
              <a:off x="6066789" y="5768042"/>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50%</a:t>
              </a:r>
            </a:p>
          </p:txBody>
        </p:sp>
        <p:sp>
          <p:nvSpPr>
            <p:cNvPr id="31" name="tx30"/>
            <p:cNvSpPr/>
            <p:nvPr/>
          </p:nvSpPr>
          <p:spPr>
            <a:xfrm>
              <a:off x="8551536" y="5768042"/>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75%</a:t>
              </a:r>
            </a:p>
          </p:txBody>
        </p:sp>
        <p:sp>
          <p:nvSpPr>
            <p:cNvPr id="32" name="tx31"/>
            <p:cNvSpPr/>
            <p:nvPr/>
          </p:nvSpPr>
          <p:spPr>
            <a:xfrm>
              <a:off x="11004500" y="5768042"/>
              <a:ext cx="292335"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100%</a:t>
              </a:r>
            </a:p>
          </p:txBody>
        </p:sp>
        <p:sp>
          <p:nvSpPr>
            <p:cNvPr id="33" name="tx32"/>
            <p:cNvSpPr/>
            <p:nvPr/>
          </p:nvSpPr>
          <p:spPr>
            <a:xfrm>
              <a:off x="2881988" y="1204318"/>
              <a:ext cx="6598369" cy="1072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Indicador: Estoy satisfecho(a) con la calidad de enseñanza de los docentes de la carrera. — De acuerdo + Totalmente de acuerdo</a:t>
              </a:r>
            </a:p>
          </p:txBody>
        </p:sp>
        <p:sp>
          <p:nvSpPr>
            <p:cNvPr id="34" name="tx33"/>
            <p:cNvSpPr/>
            <p:nvPr/>
          </p:nvSpPr>
          <p:spPr>
            <a:xfrm>
              <a:off x="7578446" y="5925291"/>
              <a:ext cx="3572222" cy="95349"/>
            </a:xfrm>
            <a:prstGeom prst="rect">
              <a:avLst/>
            </a:prstGeom>
            <a:noFill/>
          </p:spPr>
          <p:txBody>
            <a:bodyPr lIns="0" rIns="0" tIns="0" bIns="0" anchorCtr="1" anchor="ctr" wrap="none"/>
            <a:lstStyle/>
            <a:p>
              <a:pPr algn="l" marL="0" marR="0" indent="0">
                <a:lnSpc>
                  <a:spcPts val="800"/>
                </a:lnSpc>
                <a:spcBef>
                  <a:spcPts val="0"/>
                </a:spcBef>
                <a:spcAft>
                  <a:spcPts val="0"/>
                </a:spcAft>
              </a:pPr>
              <a:r>
                <a:rPr sz="800">
                  <a:solidFill>
                    <a:srgbClr val="081F5C">
                      <a:alpha val="100000"/>
                    </a:srgbClr>
                  </a:solidFill>
                  <a:latin typeface="Arial"/>
                  <a:cs typeface="Arial"/>
                </a:rPr>
                <a:t>Porcentajes no ponderados. n = casos válidos después de filtros y exclusiones.</a:t>
              </a:r>
            </a:p>
          </p:txBody>
        </p:sp>
      </p:grpSp>
      <p:sp>
        <p:nvSpPr>
          <p:cNvPr id="35"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36"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DUMBBELL (P_DUMBBELL)</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03243"/>
              <a:ext cx="11440491" cy="5040000"/>
            </a:xfrm>
            <a:prstGeom prst="rect">
              <a:avLst/>
            </a:prstGeom>
            <a:solidFill>
              <a:srgbClr val="FFFFFF">
                <a:alpha val="100000"/>
              </a:srgbClr>
            </a:solidFill>
          </p:spPr>
          <p:txBody>
            <a:bodyPr/>
            <a:lstStyle/>
            <a:p/>
          </p:txBody>
        </p:sp>
        <p:sp>
          <p:nvSpPr>
            <p:cNvPr id="5" name="pl4"/>
            <p:cNvSpPr/>
            <p:nvPr/>
          </p:nvSpPr>
          <p:spPr>
            <a:xfrm>
              <a:off x="2142830" y="1405230"/>
              <a:ext cx="0" cy="3970477"/>
            </a:xfrm>
            <a:custGeom>
              <a:avLst/>
              <a:pathLst>
                <a:path w="0" h="3970477">
                  <a:moveTo>
                    <a:pt x="0" y="3970477"/>
                  </a:moveTo>
                  <a:lnTo>
                    <a:pt x="0" y="0"/>
                  </a:lnTo>
                  <a:lnTo>
                    <a:pt x="0" y="0"/>
                  </a:lnTo>
                </a:path>
              </a:pathLst>
            </a:custGeom>
            <a:ln w="8130" cap="flat">
              <a:solidFill>
                <a:srgbClr val="E3E8EF">
                  <a:alpha val="100000"/>
                </a:srgbClr>
              </a:solidFill>
              <a:prstDash val="solid"/>
              <a:round/>
            </a:ln>
          </p:spPr>
          <p:txBody>
            <a:bodyPr/>
            <a:lstStyle/>
            <a:p/>
          </p:txBody>
        </p:sp>
        <p:sp>
          <p:nvSpPr>
            <p:cNvPr id="6" name="pl5"/>
            <p:cNvSpPr/>
            <p:nvPr/>
          </p:nvSpPr>
          <p:spPr>
            <a:xfrm>
              <a:off x="4467521" y="1405230"/>
              <a:ext cx="0" cy="3970477"/>
            </a:xfrm>
            <a:custGeom>
              <a:avLst/>
              <a:pathLst>
                <a:path w="0" h="3970477">
                  <a:moveTo>
                    <a:pt x="0" y="3970477"/>
                  </a:moveTo>
                  <a:lnTo>
                    <a:pt x="0" y="0"/>
                  </a:lnTo>
                  <a:lnTo>
                    <a:pt x="0" y="0"/>
                  </a:lnTo>
                </a:path>
              </a:pathLst>
            </a:custGeom>
            <a:ln w="8130" cap="flat">
              <a:solidFill>
                <a:srgbClr val="E3E8EF">
                  <a:alpha val="100000"/>
                </a:srgbClr>
              </a:solidFill>
              <a:prstDash val="solid"/>
              <a:round/>
            </a:ln>
          </p:spPr>
          <p:txBody>
            <a:bodyPr/>
            <a:lstStyle/>
            <a:p/>
          </p:txBody>
        </p:sp>
        <p:sp>
          <p:nvSpPr>
            <p:cNvPr id="7" name="pl6"/>
            <p:cNvSpPr/>
            <p:nvPr/>
          </p:nvSpPr>
          <p:spPr>
            <a:xfrm>
              <a:off x="6792212" y="1405230"/>
              <a:ext cx="0" cy="3970477"/>
            </a:xfrm>
            <a:custGeom>
              <a:avLst/>
              <a:pathLst>
                <a:path w="0" h="3970477">
                  <a:moveTo>
                    <a:pt x="0" y="3970477"/>
                  </a:moveTo>
                  <a:lnTo>
                    <a:pt x="0" y="0"/>
                  </a:lnTo>
                  <a:lnTo>
                    <a:pt x="0" y="0"/>
                  </a:lnTo>
                </a:path>
              </a:pathLst>
            </a:custGeom>
            <a:ln w="8130" cap="flat">
              <a:solidFill>
                <a:srgbClr val="E3E8EF">
                  <a:alpha val="100000"/>
                </a:srgbClr>
              </a:solidFill>
              <a:prstDash val="solid"/>
              <a:round/>
            </a:ln>
          </p:spPr>
          <p:txBody>
            <a:bodyPr/>
            <a:lstStyle/>
            <a:p/>
          </p:txBody>
        </p:sp>
        <p:sp>
          <p:nvSpPr>
            <p:cNvPr id="8" name="pl7"/>
            <p:cNvSpPr/>
            <p:nvPr/>
          </p:nvSpPr>
          <p:spPr>
            <a:xfrm>
              <a:off x="9116903" y="1405230"/>
              <a:ext cx="0" cy="3970477"/>
            </a:xfrm>
            <a:custGeom>
              <a:avLst/>
              <a:pathLst>
                <a:path w="0" h="3970477">
                  <a:moveTo>
                    <a:pt x="0" y="3970477"/>
                  </a:moveTo>
                  <a:lnTo>
                    <a:pt x="0" y="0"/>
                  </a:lnTo>
                  <a:lnTo>
                    <a:pt x="0" y="0"/>
                  </a:lnTo>
                </a:path>
              </a:pathLst>
            </a:custGeom>
            <a:ln w="8130" cap="flat">
              <a:solidFill>
                <a:srgbClr val="E3E8EF">
                  <a:alpha val="100000"/>
                </a:srgbClr>
              </a:solidFill>
              <a:prstDash val="solid"/>
              <a:round/>
            </a:ln>
          </p:spPr>
          <p:txBody>
            <a:bodyPr/>
            <a:lstStyle/>
            <a:p/>
          </p:txBody>
        </p:sp>
        <p:sp>
          <p:nvSpPr>
            <p:cNvPr id="9" name="pl8"/>
            <p:cNvSpPr/>
            <p:nvPr/>
          </p:nvSpPr>
          <p:spPr>
            <a:xfrm>
              <a:off x="11441594" y="1405230"/>
              <a:ext cx="0" cy="3970477"/>
            </a:xfrm>
            <a:custGeom>
              <a:avLst/>
              <a:pathLst>
                <a:path w="0" h="3970477">
                  <a:moveTo>
                    <a:pt x="0" y="3970477"/>
                  </a:moveTo>
                  <a:lnTo>
                    <a:pt x="0" y="0"/>
                  </a:lnTo>
                  <a:lnTo>
                    <a:pt x="0" y="0"/>
                  </a:lnTo>
                </a:path>
              </a:pathLst>
            </a:custGeom>
            <a:ln w="8130" cap="flat">
              <a:solidFill>
                <a:srgbClr val="E3E8EF">
                  <a:alpha val="100000"/>
                </a:srgbClr>
              </a:solidFill>
              <a:prstDash val="solid"/>
              <a:round/>
            </a:ln>
          </p:spPr>
          <p:txBody>
            <a:bodyPr/>
            <a:lstStyle/>
            <a:p/>
          </p:txBody>
        </p:sp>
        <p:sp>
          <p:nvSpPr>
            <p:cNvPr id="10" name="pl9"/>
            <p:cNvSpPr/>
            <p:nvPr/>
          </p:nvSpPr>
          <p:spPr>
            <a:xfrm>
              <a:off x="9607434" y="3070269"/>
              <a:ext cx="132425" cy="0"/>
            </a:xfrm>
            <a:custGeom>
              <a:avLst/>
              <a:pathLst>
                <a:path w="132425" h="0">
                  <a:moveTo>
                    <a:pt x="132425" y="0"/>
                  </a:moveTo>
                  <a:lnTo>
                    <a:pt x="0" y="0"/>
                  </a:lnTo>
                </a:path>
              </a:pathLst>
            </a:custGeom>
            <a:ln w="43362" cap="rnd">
              <a:solidFill>
                <a:srgbClr val="C7D2E0">
                  <a:alpha val="100000"/>
                </a:srgbClr>
              </a:solidFill>
              <a:prstDash val="solid"/>
              <a:round/>
            </a:ln>
          </p:spPr>
          <p:txBody>
            <a:bodyPr/>
            <a:lstStyle/>
            <a:p/>
          </p:txBody>
        </p:sp>
        <p:sp>
          <p:nvSpPr>
            <p:cNvPr id="11" name="pl10"/>
            <p:cNvSpPr/>
            <p:nvPr/>
          </p:nvSpPr>
          <p:spPr>
            <a:xfrm>
              <a:off x="9180886" y="1789469"/>
              <a:ext cx="407033" cy="0"/>
            </a:xfrm>
            <a:custGeom>
              <a:avLst/>
              <a:pathLst>
                <a:path w="407033" h="0">
                  <a:moveTo>
                    <a:pt x="407033" y="0"/>
                  </a:moveTo>
                  <a:lnTo>
                    <a:pt x="0" y="0"/>
                  </a:lnTo>
                </a:path>
              </a:pathLst>
            </a:custGeom>
            <a:ln w="43362" cap="rnd">
              <a:solidFill>
                <a:srgbClr val="C7D2E0">
                  <a:alpha val="100000"/>
                </a:srgbClr>
              </a:solidFill>
              <a:prstDash val="solid"/>
              <a:round/>
            </a:ln>
          </p:spPr>
          <p:txBody>
            <a:bodyPr/>
            <a:lstStyle/>
            <a:p/>
          </p:txBody>
        </p:sp>
        <p:sp>
          <p:nvSpPr>
            <p:cNvPr id="12" name="pl11"/>
            <p:cNvSpPr/>
            <p:nvPr/>
          </p:nvSpPr>
          <p:spPr>
            <a:xfrm>
              <a:off x="9284038" y="4351068"/>
              <a:ext cx="110122" cy="0"/>
            </a:xfrm>
            <a:custGeom>
              <a:avLst/>
              <a:pathLst>
                <a:path w="110122" h="0">
                  <a:moveTo>
                    <a:pt x="0" y="0"/>
                  </a:moveTo>
                  <a:lnTo>
                    <a:pt x="110122" y="0"/>
                  </a:lnTo>
                </a:path>
              </a:pathLst>
            </a:custGeom>
            <a:ln w="43362" cap="rnd">
              <a:solidFill>
                <a:srgbClr val="C7D2E0">
                  <a:alpha val="100000"/>
                </a:srgbClr>
              </a:solidFill>
              <a:prstDash val="solid"/>
              <a:round/>
            </a:ln>
          </p:spPr>
          <p:txBody>
            <a:bodyPr/>
            <a:lstStyle/>
            <a:p/>
          </p:txBody>
        </p:sp>
        <p:sp>
          <p:nvSpPr>
            <p:cNvPr id="13" name="pl12"/>
            <p:cNvSpPr/>
            <p:nvPr/>
          </p:nvSpPr>
          <p:spPr>
            <a:xfrm>
              <a:off x="9536343" y="4991467"/>
              <a:ext cx="51576" cy="0"/>
            </a:xfrm>
            <a:custGeom>
              <a:avLst/>
              <a:pathLst>
                <a:path w="51576" h="0">
                  <a:moveTo>
                    <a:pt x="51576" y="0"/>
                  </a:moveTo>
                  <a:lnTo>
                    <a:pt x="0" y="0"/>
                  </a:lnTo>
                </a:path>
              </a:pathLst>
            </a:custGeom>
            <a:ln w="43362" cap="rnd">
              <a:solidFill>
                <a:srgbClr val="C7D2E0">
                  <a:alpha val="100000"/>
                </a:srgbClr>
              </a:solidFill>
              <a:prstDash val="solid"/>
              <a:round/>
            </a:ln>
          </p:spPr>
          <p:txBody>
            <a:bodyPr/>
            <a:lstStyle/>
            <a:p/>
          </p:txBody>
        </p:sp>
        <p:sp>
          <p:nvSpPr>
            <p:cNvPr id="14" name="pl13"/>
            <p:cNvSpPr/>
            <p:nvPr/>
          </p:nvSpPr>
          <p:spPr>
            <a:xfrm>
              <a:off x="9435978" y="2429869"/>
              <a:ext cx="171455" cy="0"/>
            </a:xfrm>
            <a:custGeom>
              <a:avLst/>
              <a:pathLst>
                <a:path w="171455" h="0">
                  <a:moveTo>
                    <a:pt x="0" y="0"/>
                  </a:moveTo>
                  <a:lnTo>
                    <a:pt x="171455" y="0"/>
                  </a:lnTo>
                </a:path>
              </a:pathLst>
            </a:custGeom>
            <a:ln w="43362" cap="rnd">
              <a:solidFill>
                <a:srgbClr val="C7D2E0">
                  <a:alpha val="100000"/>
                </a:srgbClr>
              </a:solidFill>
              <a:prstDash val="solid"/>
              <a:round/>
            </a:ln>
          </p:spPr>
          <p:txBody>
            <a:bodyPr/>
            <a:lstStyle/>
            <a:p/>
          </p:txBody>
        </p:sp>
        <p:sp>
          <p:nvSpPr>
            <p:cNvPr id="15" name="pl14"/>
            <p:cNvSpPr/>
            <p:nvPr/>
          </p:nvSpPr>
          <p:spPr>
            <a:xfrm>
              <a:off x="9284038" y="3710668"/>
              <a:ext cx="110122" cy="0"/>
            </a:xfrm>
            <a:custGeom>
              <a:avLst/>
              <a:pathLst>
                <a:path w="110122" h="0">
                  <a:moveTo>
                    <a:pt x="0" y="0"/>
                  </a:moveTo>
                  <a:lnTo>
                    <a:pt x="110122" y="0"/>
                  </a:lnTo>
                </a:path>
              </a:pathLst>
            </a:custGeom>
            <a:ln w="43362" cap="rnd">
              <a:solidFill>
                <a:srgbClr val="C7D2E0">
                  <a:alpha val="100000"/>
                </a:srgbClr>
              </a:solidFill>
              <a:prstDash val="solid"/>
              <a:round/>
            </a:ln>
          </p:spPr>
          <p:txBody>
            <a:bodyPr/>
            <a:lstStyle/>
            <a:p/>
          </p:txBody>
        </p:sp>
        <p:sp>
          <p:nvSpPr>
            <p:cNvPr id="16" name="pt15"/>
            <p:cNvSpPr/>
            <p:nvPr/>
          </p:nvSpPr>
          <p:spPr>
            <a:xfrm>
              <a:off x="9686577" y="3016986"/>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17" name="pt16"/>
            <p:cNvSpPr/>
            <p:nvPr/>
          </p:nvSpPr>
          <p:spPr>
            <a:xfrm>
              <a:off x="9534637" y="1736187"/>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18" name="pt17"/>
            <p:cNvSpPr/>
            <p:nvPr/>
          </p:nvSpPr>
          <p:spPr>
            <a:xfrm>
              <a:off x="9230756" y="4297786"/>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19" name="pt18"/>
            <p:cNvSpPr/>
            <p:nvPr/>
          </p:nvSpPr>
          <p:spPr>
            <a:xfrm>
              <a:off x="9534637" y="4938185"/>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20" name="pt19"/>
            <p:cNvSpPr/>
            <p:nvPr/>
          </p:nvSpPr>
          <p:spPr>
            <a:xfrm>
              <a:off x="9382696" y="2376587"/>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21" name="pt20"/>
            <p:cNvSpPr/>
            <p:nvPr/>
          </p:nvSpPr>
          <p:spPr>
            <a:xfrm>
              <a:off x="9230756" y="3657386"/>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22" name="pt21"/>
            <p:cNvSpPr/>
            <p:nvPr/>
          </p:nvSpPr>
          <p:spPr>
            <a:xfrm>
              <a:off x="9554152" y="3016986"/>
              <a:ext cx="106564" cy="106564"/>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23" name="pt22"/>
            <p:cNvSpPr/>
            <p:nvPr/>
          </p:nvSpPr>
          <p:spPr>
            <a:xfrm>
              <a:off x="9127603" y="1736187"/>
              <a:ext cx="106564" cy="106564"/>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24" name="pt23"/>
            <p:cNvSpPr/>
            <p:nvPr/>
          </p:nvSpPr>
          <p:spPr>
            <a:xfrm>
              <a:off x="9340878" y="4297786"/>
              <a:ext cx="106564" cy="106564"/>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25" name="pt24"/>
            <p:cNvSpPr/>
            <p:nvPr/>
          </p:nvSpPr>
          <p:spPr>
            <a:xfrm>
              <a:off x="9483061" y="4938185"/>
              <a:ext cx="106564" cy="106564"/>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26" name="pt25"/>
            <p:cNvSpPr/>
            <p:nvPr/>
          </p:nvSpPr>
          <p:spPr>
            <a:xfrm>
              <a:off x="9554152" y="2376587"/>
              <a:ext cx="106564" cy="106564"/>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27" name="pt26"/>
            <p:cNvSpPr/>
            <p:nvPr/>
          </p:nvSpPr>
          <p:spPr>
            <a:xfrm>
              <a:off x="9340878" y="3657386"/>
              <a:ext cx="106564" cy="106564"/>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28" name="tx27"/>
            <p:cNvSpPr/>
            <p:nvPr/>
          </p:nvSpPr>
          <p:spPr>
            <a:xfrm>
              <a:off x="9663858" y="1746489"/>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96%</a:t>
              </a:r>
            </a:p>
          </p:txBody>
        </p:sp>
        <p:sp>
          <p:nvSpPr>
            <p:cNvPr id="29" name="tx28"/>
            <p:cNvSpPr/>
            <p:nvPr/>
          </p:nvSpPr>
          <p:spPr>
            <a:xfrm>
              <a:off x="8887978" y="1746489"/>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91%</a:t>
              </a:r>
            </a:p>
          </p:txBody>
        </p:sp>
        <p:sp>
          <p:nvSpPr>
            <p:cNvPr id="30" name="tx29"/>
            <p:cNvSpPr/>
            <p:nvPr/>
          </p:nvSpPr>
          <p:spPr>
            <a:xfrm>
              <a:off x="9470099" y="430808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94%</a:t>
              </a:r>
            </a:p>
          </p:txBody>
        </p:sp>
        <p:sp>
          <p:nvSpPr>
            <p:cNvPr id="31" name="tx30"/>
            <p:cNvSpPr/>
            <p:nvPr/>
          </p:nvSpPr>
          <p:spPr>
            <a:xfrm>
              <a:off x="8991130" y="430808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92%</a:t>
              </a:r>
            </a:p>
          </p:txBody>
        </p:sp>
        <p:sp>
          <p:nvSpPr>
            <p:cNvPr id="32" name="tx31"/>
            <p:cNvSpPr/>
            <p:nvPr/>
          </p:nvSpPr>
          <p:spPr>
            <a:xfrm>
              <a:off x="9815799" y="3027288"/>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98%</a:t>
              </a:r>
            </a:p>
          </p:txBody>
        </p:sp>
        <p:sp>
          <p:nvSpPr>
            <p:cNvPr id="33" name="tx32"/>
            <p:cNvSpPr/>
            <p:nvPr/>
          </p:nvSpPr>
          <p:spPr>
            <a:xfrm>
              <a:off x="9314526" y="3027288"/>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96%</a:t>
              </a:r>
            </a:p>
          </p:txBody>
        </p:sp>
        <p:sp>
          <p:nvSpPr>
            <p:cNvPr id="34" name="tx33"/>
            <p:cNvSpPr/>
            <p:nvPr/>
          </p:nvSpPr>
          <p:spPr>
            <a:xfrm>
              <a:off x="9243435" y="494848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95%</a:t>
              </a:r>
            </a:p>
          </p:txBody>
        </p:sp>
        <p:sp>
          <p:nvSpPr>
            <p:cNvPr id="35" name="tx34"/>
            <p:cNvSpPr/>
            <p:nvPr/>
          </p:nvSpPr>
          <p:spPr>
            <a:xfrm>
              <a:off x="9663858" y="494848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96%</a:t>
              </a:r>
            </a:p>
          </p:txBody>
        </p:sp>
        <p:sp>
          <p:nvSpPr>
            <p:cNvPr id="36" name="tx35"/>
            <p:cNvSpPr/>
            <p:nvPr/>
          </p:nvSpPr>
          <p:spPr>
            <a:xfrm>
              <a:off x="9143071" y="2386888"/>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94%</a:t>
              </a:r>
            </a:p>
          </p:txBody>
        </p:sp>
        <p:sp>
          <p:nvSpPr>
            <p:cNvPr id="37" name="tx36"/>
            <p:cNvSpPr/>
            <p:nvPr/>
          </p:nvSpPr>
          <p:spPr>
            <a:xfrm>
              <a:off x="9683373" y="2386888"/>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96%</a:t>
              </a:r>
            </a:p>
          </p:txBody>
        </p:sp>
        <p:sp>
          <p:nvSpPr>
            <p:cNvPr id="38" name="tx37"/>
            <p:cNvSpPr/>
            <p:nvPr/>
          </p:nvSpPr>
          <p:spPr>
            <a:xfrm>
              <a:off x="8991130" y="366768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92%</a:t>
              </a:r>
            </a:p>
          </p:txBody>
        </p:sp>
        <p:sp>
          <p:nvSpPr>
            <p:cNvPr id="39" name="tx38"/>
            <p:cNvSpPr/>
            <p:nvPr/>
          </p:nvSpPr>
          <p:spPr>
            <a:xfrm>
              <a:off x="9470099" y="366768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94%</a:t>
              </a:r>
            </a:p>
          </p:txBody>
        </p:sp>
        <p:sp>
          <p:nvSpPr>
            <p:cNvPr id="40" name="tx39"/>
            <p:cNvSpPr/>
            <p:nvPr/>
          </p:nvSpPr>
          <p:spPr>
            <a:xfrm>
              <a:off x="10758736" y="3009767"/>
              <a:ext cx="258943"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-2 pp</a:t>
              </a:r>
            </a:p>
          </p:txBody>
        </p:sp>
        <p:sp>
          <p:nvSpPr>
            <p:cNvPr id="41" name="tx40"/>
            <p:cNvSpPr/>
            <p:nvPr/>
          </p:nvSpPr>
          <p:spPr>
            <a:xfrm>
              <a:off x="10758736" y="1730344"/>
              <a:ext cx="258943" cy="97924"/>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-5 pp</a:t>
              </a:r>
            </a:p>
          </p:txBody>
        </p:sp>
        <p:sp>
          <p:nvSpPr>
            <p:cNvPr id="42" name="tx41"/>
            <p:cNvSpPr/>
            <p:nvPr/>
          </p:nvSpPr>
          <p:spPr>
            <a:xfrm>
              <a:off x="10731529" y="4290566"/>
              <a:ext cx="286151"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+1 pp</a:t>
              </a:r>
            </a:p>
          </p:txBody>
        </p:sp>
        <p:sp>
          <p:nvSpPr>
            <p:cNvPr id="43" name="tx42"/>
            <p:cNvSpPr/>
            <p:nvPr/>
          </p:nvSpPr>
          <p:spPr>
            <a:xfrm>
              <a:off x="10758736" y="4930966"/>
              <a:ext cx="258943"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-1 pp</a:t>
              </a:r>
            </a:p>
          </p:txBody>
        </p:sp>
        <p:sp>
          <p:nvSpPr>
            <p:cNvPr id="44" name="tx43"/>
            <p:cNvSpPr/>
            <p:nvPr/>
          </p:nvSpPr>
          <p:spPr>
            <a:xfrm>
              <a:off x="10731529" y="2369368"/>
              <a:ext cx="286151"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+2 pp</a:t>
              </a:r>
            </a:p>
          </p:txBody>
        </p:sp>
        <p:sp>
          <p:nvSpPr>
            <p:cNvPr id="45" name="tx44"/>
            <p:cNvSpPr/>
            <p:nvPr/>
          </p:nvSpPr>
          <p:spPr>
            <a:xfrm>
              <a:off x="10731529" y="3650167"/>
              <a:ext cx="286151" cy="99300"/>
            </a:xfrm>
            <a:prstGeom prst="rect">
              <a:avLst/>
            </a:prstGeom>
            <a:noFill/>
          </p:spPr>
          <p:txBody>
            <a:bodyPr lIns="0" rIns="0" tIns="0" bIns="0" anchorCtr="1" anchor="ctr" wrap="none"/>
            <a:lstStyle/>
            <a:p>
              <a:pPr algn="l" marL="0" marR="0" indent="0">
                <a:lnSpc>
                  <a:spcPts val="853"/>
                </a:lnSpc>
                <a:spcBef>
                  <a:spcPts val="0"/>
                </a:spcBef>
                <a:spcAft>
                  <a:spcPts val="0"/>
                </a:spcAft>
              </a:pPr>
              <a:r>
                <a:rPr sz="853" b="1">
                  <a:solidFill>
                    <a:srgbClr val="081F5C">
                      <a:alpha val="100000"/>
                    </a:srgbClr>
                  </a:solidFill>
                  <a:latin typeface="Arial"/>
                  <a:cs typeface="Arial"/>
                </a:rPr>
                <a:t>+1 pp</a:t>
              </a:r>
            </a:p>
          </p:txBody>
        </p:sp>
        <p:sp>
          <p:nvSpPr>
            <p:cNvPr id="46" name="tx45"/>
            <p:cNvSpPr/>
            <p:nvPr/>
          </p:nvSpPr>
          <p:spPr>
            <a:xfrm>
              <a:off x="1168190" y="4949219"/>
              <a:ext cx="463785"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Finanzas</a:t>
              </a:r>
            </a:p>
          </p:txBody>
        </p:sp>
        <p:sp>
          <p:nvSpPr>
            <p:cNvPr id="47" name="tx46"/>
            <p:cNvSpPr/>
            <p:nvPr/>
          </p:nvSpPr>
          <p:spPr>
            <a:xfrm>
              <a:off x="469330" y="4284709"/>
              <a:ext cx="1162645" cy="1072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Costos y presupuestos</a:t>
              </a:r>
            </a:p>
          </p:txBody>
        </p:sp>
        <p:sp>
          <p:nvSpPr>
            <p:cNvPr id="48" name="tx47"/>
            <p:cNvSpPr/>
            <p:nvPr/>
          </p:nvSpPr>
          <p:spPr>
            <a:xfrm>
              <a:off x="691791" y="3646598"/>
              <a:ext cx="940184" cy="104979"/>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Visión empresarial</a:t>
              </a:r>
            </a:p>
          </p:txBody>
        </p:sp>
        <p:sp>
          <p:nvSpPr>
            <p:cNvPr id="49" name="tx48"/>
            <p:cNvSpPr/>
            <p:nvPr/>
          </p:nvSpPr>
          <p:spPr>
            <a:xfrm>
              <a:off x="596411" y="3028020"/>
              <a:ext cx="1035564"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Estados Financieros</a:t>
              </a:r>
            </a:p>
          </p:txBody>
        </p:sp>
        <p:sp>
          <p:nvSpPr>
            <p:cNvPr id="50" name="tx49"/>
            <p:cNvSpPr/>
            <p:nvPr/>
          </p:nvSpPr>
          <p:spPr>
            <a:xfrm>
              <a:off x="1066559" y="2387174"/>
              <a:ext cx="565416" cy="83604"/>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Tributación</a:t>
              </a:r>
            </a:p>
          </p:txBody>
        </p:sp>
        <p:sp>
          <p:nvSpPr>
            <p:cNvPr id="51" name="tx50"/>
            <p:cNvSpPr/>
            <p:nvPr/>
          </p:nvSpPr>
          <p:spPr>
            <a:xfrm>
              <a:off x="1174496" y="1746774"/>
              <a:ext cx="457479" cy="83604"/>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Auditoría</a:t>
              </a:r>
            </a:p>
          </p:txBody>
        </p:sp>
        <p:sp>
          <p:nvSpPr>
            <p:cNvPr id="52" name="tx51"/>
            <p:cNvSpPr/>
            <p:nvPr/>
          </p:nvSpPr>
          <p:spPr>
            <a:xfrm>
              <a:off x="2060231" y="5433928"/>
              <a:ext cx="165199"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0%</a:t>
              </a:r>
            </a:p>
          </p:txBody>
        </p:sp>
        <p:sp>
          <p:nvSpPr>
            <p:cNvPr id="53" name="tx52"/>
            <p:cNvSpPr/>
            <p:nvPr/>
          </p:nvSpPr>
          <p:spPr>
            <a:xfrm>
              <a:off x="4353138" y="5433928"/>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30%</a:t>
              </a:r>
            </a:p>
          </p:txBody>
        </p:sp>
        <p:sp>
          <p:nvSpPr>
            <p:cNvPr id="54" name="tx53"/>
            <p:cNvSpPr/>
            <p:nvPr/>
          </p:nvSpPr>
          <p:spPr>
            <a:xfrm>
              <a:off x="6677829" y="5433928"/>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60%</a:t>
              </a:r>
            </a:p>
          </p:txBody>
        </p:sp>
        <p:sp>
          <p:nvSpPr>
            <p:cNvPr id="55" name="tx54"/>
            <p:cNvSpPr/>
            <p:nvPr/>
          </p:nvSpPr>
          <p:spPr>
            <a:xfrm>
              <a:off x="9002520" y="5433928"/>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90%</a:t>
              </a:r>
            </a:p>
          </p:txBody>
        </p:sp>
        <p:sp>
          <p:nvSpPr>
            <p:cNvPr id="56" name="tx55"/>
            <p:cNvSpPr/>
            <p:nvPr/>
          </p:nvSpPr>
          <p:spPr>
            <a:xfrm>
              <a:off x="11295426" y="5433928"/>
              <a:ext cx="292335"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120%</a:t>
              </a:r>
            </a:p>
          </p:txBody>
        </p:sp>
        <p:sp>
          <p:nvSpPr>
            <p:cNvPr id="57" name="pt56"/>
            <p:cNvSpPr/>
            <p:nvPr/>
          </p:nvSpPr>
          <p:spPr>
            <a:xfrm>
              <a:off x="5833427" y="5809423"/>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58" name="pt57"/>
            <p:cNvSpPr/>
            <p:nvPr/>
          </p:nvSpPr>
          <p:spPr>
            <a:xfrm>
              <a:off x="6655959" y="5809423"/>
              <a:ext cx="106564" cy="106564"/>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59" name="tx58"/>
            <p:cNvSpPr/>
            <p:nvPr/>
          </p:nvSpPr>
          <p:spPr>
            <a:xfrm>
              <a:off x="6066027" y="5820456"/>
              <a:ext cx="463897"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docentes</a:t>
              </a:r>
            </a:p>
          </p:txBody>
        </p:sp>
        <p:sp>
          <p:nvSpPr>
            <p:cNvPr id="60" name="tx59"/>
            <p:cNvSpPr/>
            <p:nvPr/>
          </p:nvSpPr>
          <p:spPr>
            <a:xfrm>
              <a:off x="6888558" y="5820456"/>
              <a:ext cx="584615"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a:t>
              </a:r>
            </a:p>
          </p:txBody>
        </p:sp>
      </p:grpSp>
      <p:sp>
        <p:nvSpPr>
          <p:cNvPr id="61"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51 docentes y 109 estudiantes</a:t>
            </a:r>
          </a:p>
        </p:txBody>
      </p:sp>
      <p:sp>
        <p:nvSpPr>
          <p:cNvPr id="62"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LOLLIPOP (P_LOLLIPOP)</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03243"/>
              <a:ext cx="11440491" cy="5040000"/>
            </a:xfrm>
            <a:prstGeom prst="rect">
              <a:avLst/>
            </a:prstGeom>
            <a:solidFill>
              <a:srgbClr val="FFFFFF">
                <a:alpha val="100000"/>
              </a:srgbClr>
            </a:solidFill>
          </p:spPr>
          <p:txBody>
            <a:bodyPr/>
            <a:lstStyle/>
            <a:p/>
          </p:txBody>
        </p:sp>
        <p:sp>
          <p:nvSpPr>
            <p:cNvPr id="5" name="pl4"/>
            <p:cNvSpPr/>
            <p:nvPr/>
          </p:nvSpPr>
          <p:spPr>
            <a:xfrm>
              <a:off x="1681853" y="1229768"/>
              <a:ext cx="0" cy="4643751"/>
            </a:xfrm>
            <a:custGeom>
              <a:avLst/>
              <a:pathLst>
                <a:path w="0" h="4643751">
                  <a:moveTo>
                    <a:pt x="0" y="4643751"/>
                  </a:moveTo>
                  <a:lnTo>
                    <a:pt x="0" y="0"/>
                  </a:lnTo>
                  <a:lnTo>
                    <a:pt x="0" y="0"/>
                  </a:lnTo>
                </a:path>
              </a:pathLst>
            </a:custGeom>
            <a:ln w="8130" cap="flat">
              <a:solidFill>
                <a:srgbClr val="E3E8EF">
                  <a:alpha val="100000"/>
                </a:srgbClr>
              </a:solidFill>
              <a:prstDash val="solid"/>
              <a:round/>
            </a:ln>
          </p:spPr>
          <p:txBody>
            <a:bodyPr/>
            <a:lstStyle/>
            <a:p/>
          </p:txBody>
        </p:sp>
        <p:sp>
          <p:nvSpPr>
            <p:cNvPr id="6" name="pl5"/>
            <p:cNvSpPr/>
            <p:nvPr/>
          </p:nvSpPr>
          <p:spPr>
            <a:xfrm>
              <a:off x="3635241" y="1229768"/>
              <a:ext cx="0" cy="4643751"/>
            </a:xfrm>
            <a:custGeom>
              <a:avLst/>
              <a:pathLst>
                <a:path w="0" h="4643751">
                  <a:moveTo>
                    <a:pt x="0" y="4643751"/>
                  </a:moveTo>
                  <a:lnTo>
                    <a:pt x="0" y="0"/>
                  </a:lnTo>
                  <a:lnTo>
                    <a:pt x="0" y="0"/>
                  </a:lnTo>
                </a:path>
              </a:pathLst>
            </a:custGeom>
            <a:ln w="8130" cap="flat">
              <a:solidFill>
                <a:srgbClr val="E3E8EF">
                  <a:alpha val="100000"/>
                </a:srgbClr>
              </a:solidFill>
              <a:prstDash val="solid"/>
              <a:round/>
            </a:ln>
          </p:spPr>
          <p:txBody>
            <a:bodyPr/>
            <a:lstStyle/>
            <a:p/>
          </p:txBody>
        </p:sp>
        <p:sp>
          <p:nvSpPr>
            <p:cNvPr id="7" name="pl6"/>
            <p:cNvSpPr/>
            <p:nvPr/>
          </p:nvSpPr>
          <p:spPr>
            <a:xfrm>
              <a:off x="5588630" y="1229768"/>
              <a:ext cx="0" cy="4643751"/>
            </a:xfrm>
            <a:custGeom>
              <a:avLst/>
              <a:pathLst>
                <a:path w="0" h="4643751">
                  <a:moveTo>
                    <a:pt x="0" y="4643751"/>
                  </a:moveTo>
                  <a:lnTo>
                    <a:pt x="0" y="0"/>
                  </a:lnTo>
                  <a:lnTo>
                    <a:pt x="0" y="0"/>
                  </a:lnTo>
                </a:path>
              </a:pathLst>
            </a:custGeom>
            <a:ln w="8130" cap="flat">
              <a:solidFill>
                <a:srgbClr val="E3E8EF">
                  <a:alpha val="100000"/>
                </a:srgbClr>
              </a:solidFill>
              <a:prstDash val="solid"/>
              <a:round/>
            </a:ln>
          </p:spPr>
          <p:txBody>
            <a:bodyPr/>
            <a:lstStyle/>
            <a:p/>
          </p:txBody>
        </p:sp>
        <p:sp>
          <p:nvSpPr>
            <p:cNvPr id="8" name="pl7"/>
            <p:cNvSpPr/>
            <p:nvPr/>
          </p:nvSpPr>
          <p:spPr>
            <a:xfrm>
              <a:off x="7542018" y="1229768"/>
              <a:ext cx="0" cy="4643751"/>
            </a:xfrm>
            <a:custGeom>
              <a:avLst/>
              <a:pathLst>
                <a:path w="0" h="4643751">
                  <a:moveTo>
                    <a:pt x="0" y="4643751"/>
                  </a:moveTo>
                  <a:lnTo>
                    <a:pt x="0" y="0"/>
                  </a:lnTo>
                  <a:lnTo>
                    <a:pt x="0" y="0"/>
                  </a:lnTo>
                </a:path>
              </a:pathLst>
            </a:custGeom>
            <a:ln w="8130" cap="flat">
              <a:solidFill>
                <a:srgbClr val="E3E8EF">
                  <a:alpha val="100000"/>
                </a:srgbClr>
              </a:solidFill>
              <a:prstDash val="solid"/>
              <a:round/>
            </a:ln>
          </p:spPr>
          <p:txBody>
            <a:bodyPr/>
            <a:lstStyle/>
            <a:p/>
          </p:txBody>
        </p:sp>
        <p:sp>
          <p:nvSpPr>
            <p:cNvPr id="9" name="pl8"/>
            <p:cNvSpPr/>
            <p:nvPr/>
          </p:nvSpPr>
          <p:spPr>
            <a:xfrm>
              <a:off x="9495406" y="1229768"/>
              <a:ext cx="0" cy="4643751"/>
            </a:xfrm>
            <a:custGeom>
              <a:avLst/>
              <a:pathLst>
                <a:path w="0" h="4643751">
                  <a:moveTo>
                    <a:pt x="0" y="4643751"/>
                  </a:moveTo>
                  <a:lnTo>
                    <a:pt x="0" y="0"/>
                  </a:lnTo>
                  <a:lnTo>
                    <a:pt x="0" y="0"/>
                  </a:lnTo>
                </a:path>
              </a:pathLst>
            </a:custGeom>
            <a:ln w="8130" cap="flat">
              <a:solidFill>
                <a:srgbClr val="E3E8EF">
                  <a:alpha val="100000"/>
                </a:srgbClr>
              </a:solidFill>
              <a:prstDash val="solid"/>
              <a:round/>
            </a:ln>
          </p:spPr>
          <p:txBody>
            <a:bodyPr/>
            <a:lstStyle/>
            <a:p/>
          </p:txBody>
        </p:sp>
        <p:sp>
          <p:nvSpPr>
            <p:cNvPr id="10" name="pl9"/>
            <p:cNvSpPr/>
            <p:nvPr/>
          </p:nvSpPr>
          <p:spPr>
            <a:xfrm>
              <a:off x="11448795" y="1229768"/>
              <a:ext cx="0" cy="4643751"/>
            </a:xfrm>
            <a:custGeom>
              <a:avLst/>
              <a:pathLst>
                <a:path w="0" h="4643751">
                  <a:moveTo>
                    <a:pt x="0" y="4643751"/>
                  </a:moveTo>
                  <a:lnTo>
                    <a:pt x="0" y="0"/>
                  </a:lnTo>
                  <a:lnTo>
                    <a:pt x="0" y="0"/>
                  </a:lnTo>
                </a:path>
              </a:pathLst>
            </a:custGeom>
            <a:ln w="8130" cap="flat">
              <a:solidFill>
                <a:srgbClr val="E3E8EF">
                  <a:alpha val="100000"/>
                </a:srgbClr>
              </a:solidFill>
              <a:prstDash val="solid"/>
              <a:round/>
            </a:ln>
          </p:spPr>
          <p:txBody>
            <a:bodyPr/>
            <a:lstStyle/>
            <a:p/>
          </p:txBody>
        </p:sp>
        <p:sp>
          <p:nvSpPr>
            <p:cNvPr id="11" name="pl10"/>
            <p:cNvSpPr/>
            <p:nvPr/>
          </p:nvSpPr>
          <p:spPr>
            <a:xfrm>
              <a:off x="1681853" y="1679163"/>
              <a:ext cx="8176974" cy="0"/>
            </a:xfrm>
            <a:custGeom>
              <a:avLst/>
              <a:pathLst>
                <a:path w="8176974" h="0">
                  <a:moveTo>
                    <a:pt x="0" y="0"/>
                  </a:moveTo>
                  <a:lnTo>
                    <a:pt x="8176974" y="0"/>
                  </a:lnTo>
                </a:path>
              </a:pathLst>
            </a:custGeom>
            <a:ln w="24391" cap="rnd">
              <a:solidFill>
                <a:srgbClr val="C7D2E0">
                  <a:alpha val="100000"/>
                </a:srgbClr>
              </a:solidFill>
              <a:prstDash val="solid"/>
              <a:round/>
            </a:ln>
          </p:spPr>
          <p:txBody>
            <a:bodyPr/>
            <a:lstStyle/>
            <a:p/>
          </p:txBody>
        </p:sp>
        <p:sp>
          <p:nvSpPr>
            <p:cNvPr id="12" name="pl11"/>
            <p:cNvSpPr/>
            <p:nvPr/>
          </p:nvSpPr>
          <p:spPr>
            <a:xfrm>
              <a:off x="1681853" y="2428155"/>
              <a:ext cx="7722698" cy="0"/>
            </a:xfrm>
            <a:custGeom>
              <a:avLst/>
              <a:pathLst>
                <a:path w="7722698" h="0">
                  <a:moveTo>
                    <a:pt x="0" y="0"/>
                  </a:moveTo>
                  <a:lnTo>
                    <a:pt x="7722698" y="0"/>
                  </a:lnTo>
                </a:path>
              </a:pathLst>
            </a:custGeom>
            <a:ln w="24391" cap="rnd">
              <a:solidFill>
                <a:srgbClr val="C7D2E0">
                  <a:alpha val="100000"/>
                </a:srgbClr>
              </a:solidFill>
              <a:prstDash val="solid"/>
              <a:round/>
            </a:ln>
          </p:spPr>
          <p:txBody>
            <a:bodyPr/>
            <a:lstStyle/>
            <a:p/>
          </p:txBody>
        </p:sp>
        <p:sp>
          <p:nvSpPr>
            <p:cNvPr id="13" name="pl12"/>
            <p:cNvSpPr/>
            <p:nvPr/>
          </p:nvSpPr>
          <p:spPr>
            <a:xfrm>
              <a:off x="1681853" y="3177148"/>
              <a:ext cx="7268421" cy="0"/>
            </a:xfrm>
            <a:custGeom>
              <a:avLst/>
              <a:pathLst>
                <a:path w="7268421" h="0">
                  <a:moveTo>
                    <a:pt x="0" y="0"/>
                  </a:moveTo>
                  <a:lnTo>
                    <a:pt x="7268421" y="0"/>
                  </a:lnTo>
                </a:path>
              </a:pathLst>
            </a:custGeom>
            <a:ln w="24391" cap="rnd">
              <a:solidFill>
                <a:srgbClr val="C7D2E0">
                  <a:alpha val="100000"/>
                </a:srgbClr>
              </a:solidFill>
              <a:prstDash val="solid"/>
              <a:round/>
            </a:ln>
          </p:spPr>
          <p:txBody>
            <a:bodyPr/>
            <a:lstStyle/>
            <a:p/>
          </p:txBody>
        </p:sp>
        <p:sp>
          <p:nvSpPr>
            <p:cNvPr id="14" name="pl13"/>
            <p:cNvSpPr/>
            <p:nvPr/>
          </p:nvSpPr>
          <p:spPr>
            <a:xfrm>
              <a:off x="1681853" y="3926140"/>
              <a:ext cx="6587007" cy="0"/>
            </a:xfrm>
            <a:custGeom>
              <a:avLst/>
              <a:pathLst>
                <a:path w="6587007" h="0">
                  <a:moveTo>
                    <a:pt x="0" y="0"/>
                  </a:moveTo>
                  <a:lnTo>
                    <a:pt x="6587007" y="0"/>
                  </a:lnTo>
                </a:path>
              </a:pathLst>
            </a:custGeom>
            <a:ln w="24391" cap="rnd">
              <a:solidFill>
                <a:srgbClr val="C7D2E0">
                  <a:alpha val="100000"/>
                </a:srgbClr>
              </a:solidFill>
              <a:prstDash val="solid"/>
              <a:round/>
            </a:ln>
          </p:spPr>
          <p:txBody>
            <a:bodyPr/>
            <a:lstStyle/>
            <a:p/>
          </p:txBody>
        </p:sp>
        <p:sp>
          <p:nvSpPr>
            <p:cNvPr id="15" name="pl14"/>
            <p:cNvSpPr/>
            <p:nvPr/>
          </p:nvSpPr>
          <p:spPr>
            <a:xfrm>
              <a:off x="1681853" y="4675132"/>
              <a:ext cx="4997039" cy="0"/>
            </a:xfrm>
            <a:custGeom>
              <a:avLst/>
              <a:pathLst>
                <a:path w="4997039" h="0">
                  <a:moveTo>
                    <a:pt x="0" y="0"/>
                  </a:moveTo>
                  <a:lnTo>
                    <a:pt x="4997039" y="0"/>
                  </a:lnTo>
                </a:path>
              </a:pathLst>
            </a:custGeom>
            <a:ln w="24391" cap="rnd">
              <a:solidFill>
                <a:srgbClr val="C7D2E0">
                  <a:alpha val="100000"/>
                </a:srgbClr>
              </a:solidFill>
              <a:prstDash val="solid"/>
              <a:round/>
            </a:ln>
          </p:spPr>
          <p:txBody>
            <a:bodyPr/>
            <a:lstStyle/>
            <a:p/>
          </p:txBody>
        </p:sp>
        <p:sp>
          <p:nvSpPr>
            <p:cNvPr id="16" name="pl15"/>
            <p:cNvSpPr/>
            <p:nvPr/>
          </p:nvSpPr>
          <p:spPr>
            <a:xfrm>
              <a:off x="1681853" y="5424124"/>
              <a:ext cx="4315625" cy="0"/>
            </a:xfrm>
            <a:custGeom>
              <a:avLst/>
              <a:pathLst>
                <a:path w="4315625" h="0">
                  <a:moveTo>
                    <a:pt x="0" y="0"/>
                  </a:moveTo>
                  <a:lnTo>
                    <a:pt x="4315625" y="0"/>
                  </a:lnTo>
                </a:path>
              </a:pathLst>
            </a:custGeom>
            <a:ln w="24391" cap="rnd">
              <a:solidFill>
                <a:srgbClr val="C7D2E0">
                  <a:alpha val="100000"/>
                </a:srgbClr>
              </a:solidFill>
              <a:prstDash val="solid"/>
              <a:round/>
            </a:ln>
          </p:spPr>
          <p:txBody>
            <a:bodyPr/>
            <a:lstStyle/>
            <a:p/>
          </p:txBody>
        </p:sp>
        <p:sp>
          <p:nvSpPr>
            <p:cNvPr id="17" name="pt16"/>
            <p:cNvSpPr/>
            <p:nvPr/>
          </p:nvSpPr>
          <p:spPr>
            <a:xfrm>
              <a:off x="9805545" y="1625881"/>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18" name="pt17"/>
            <p:cNvSpPr/>
            <p:nvPr/>
          </p:nvSpPr>
          <p:spPr>
            <a:xfrm>
              <a:off x="9351269" y="2374873"/>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19" name="pt18"/>
            <p:cNvSpPr/>
            <p:nvPr/>
          </p:nvSpPr>
          <p:spPr>
            <a:xfrm>
              <a:off x="8896992" y="3123865"/>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20" name="pt19"/>
            <p:cNvSpPr/>
            <p:nvPr/>
          </p:nvSpPr>
          <p:spPr>
            <a:xfrm>
              <a:off x="8215578" y="3872858"/>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21" name="pt20"/>
            <p:cNvSpPr/>
            <p:nvPr/>
          </p:nvSpPr>
          <p:spPr>
            <a:xfrm>
              <a:off x="6625611" y="4621850"/>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22" name="pt21"/>
            <p:cNvSpPr/>
            <p:nvPr/>
          </p:nvSpPr>
          <p:spPr>
            <a:xfrm>
              <a:off x="5944196" y="5370842"/>
              <a:ext cx="106564" cy="106564"/>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23" name="tx22"/>
            <p:cNvSpPr/>
            <p:nvPr/>
          </p:nvSpPr>
          <p:spPr>
            <a:xfrm>
              <a:off x="9934767" y="1636182"/>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21%</a:t>
              </a:r>
            </a:p>
          </p:txBody>
        </p:sp>
        <p:sp>
          <p:nvSpPr>
            <p:cNvPr id="24" name="tx23"/>
            <p:cNvSpPr/>
            <p:nvPr/>
          </p:nvSpPr>
          <p:spPr>
            <a:xfrm>
              <a:off x="9480490" y="2385175"/>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20%</a:t>
              </a:r>
            </a:p>
          </p:txBody>
        </p:sp>
        <p:sp>
          <p:nvSpPr>
            <p:cNvPr id="25" name="tx24"/>
            <p:cNvSpPr/>
            <p:nvPr/>
          </p:nvSpPr>
          <p:spPr>
            <a:xfrm>
              <a:off x="9026214" y="3134167"/>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19%</a:t>
              </a:r>
            </a:p>
          </p:txBody>
        </p:sp>
        <p:sp>
          <p:nvSpPr>
            <p:cNvPr id="26" name="tx25"/>
            <p:cNvSpPr/>
            <p:nvPr/>
          </p:nvSpPr>
          <p:spPr>
            <a:xfrm>
              <a:off x="8344799" y="3883159"/>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17%</a:t>
              </a:r>
            </a:p>
          </p:txBody>
        </p:sp>
        <p:sp>
          <p:nvSpPr>
            <p:cNvPr id="27" name="tx26"/>
            <p:cNvSpPr/>
            <p:nvPr/>
          </p:nvSpPr>
          <p:spPr>
            <a:xfrm>
              <a:off x="6754832" y="4632151"/>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13%</a:t>
              </a:r>
            </a:p>
          </p:txBody>
        </p:sp>
        <p:sp>
          <p:nvSpPr>
            <p:cNvPr id="28" name="tx27"/>
            <p:cNvSpPr/>
            <p:nvPr/>
          </p:nvSpPr>
          <p:spPr>
            <a:xfrm>
              <a:off x="6073417" y="5381143"/>
              <a:ext cx="216968" cy="81780"/>
            </a:xfrm>
            <a:prstGeom prst="rect">
              <a:avLst/>
            </a:prstGeom>
            <a:noFill/>
          </p:spPr>
          <p:txBody>
            <a:bodyPr lIns="0" rIns="0" tIns="0" bIns="0" anchorCtr="1" anchor="ctr" wrap="none"/>
            <a:lstStyle/>
            <a:p>
              <a:pPr algn="l" marL="0" marR="0" indent="0">
                <a:lnSpc>
                  <a:spcPts val="853"/>
                </a:lnSpc>
                <a:spcBef>
                  <a:spcPts val="0"/>
                </a:spcBef>
                <a:spcAft>
                  <a:spcPts val="0"/>
                </a:spcAft>
              </a:pPr>
              <a:r>
                <a:rPr sz="853">
                  <a:solidFill>
                    <a:srgbClr val="081F5C">
                      <a:alpha val="100000"/>
                    </a:srgbClr>
                  </a:solidFill>
                  <a:latin typeface="Arial"/>
                  <a:cs typeface="Arial"/>
                </a:rPr>
                <a:t>11%</a:t>
              </a:r>
            </a:p>
          </p:txBody>
        </p:sp>
        <p:sp>
          <p:nvSpPr>
            <p:cNvPr id="29" name="tx28"/>
            <p:cNvSpPr/>
            <p:nvPr/>
          </p:nvSpPr>
          <p:spPr>
            <a:xfrm>
              <a:off x="596355" y="5380424"/>
              <a:ext cx="552691" cy="84608"/>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Sexto ciclo</a:t>
              </a:r>
            </a:p>
          </p:txBody>
        </p:sp>
        <p:sp>
          <p:nvSpPr>
            <p:cNvPr id="30" name="tx29"/>
            <p:cNvSpPr/>
            <p:nvPr/>
          </p:nvSpPr>
          <p:spPr>
            <a:xfrm>
              <a:off x="551874" y="4626409"/>
              <a:ext cx="597172" cy="89631"/>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Quinto ciclo</a:t>
              </a:r>
            </a:p>
          </p:txBody>
        </p:sp>
        <p:sp>
          <p:nvSpPr>
            <p:cNvPr id="31" name="tx30"/>
            <p:cNvSpPr/>
            <p:nvPr/>
          </p:nvSpPr>
          <p:spPr>
            <a:xfrm>
              <a:off x="501198" y="3883445"/>
              <a:ext cx="647848" cy="83604"/>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Décimo ciclo</a:t>
              </a:r>
            </a:p>
          </p:txBody>
        </p:sp>
        <p:sp>
          <p:nvSpPr>
            <p:cNvPr id="32" name="tx31"/>
            <p:cNvSpPr/>
            <p:nvPr/>
          </p:nvSpPr>
          <p:spPr>
            <a:xfrm>
              <a:off x="526536" y="3133392"/>
              <a:ext cx="622510" cy="84664"/>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Octavo ciclo</a:t>
              </a:r>
            </a:p>
          </p:txBody>
        </p:sp>
        <p:sp>
          <p:nvSpPr>
            <p:cNvPr id="33" name="tx32"/>
            <p:cNvSpPr/>
            <p:nvPr/>
          </p:nvSpPr>
          <p:spPr>
            <a:xfrm>
              <a:off x="469330" y="2363136"/>
              <a:ext cx="679716" cy="105928"/>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Séptimo ciclo</a:t>
              </a:r>
            </a:p>
          </p:txBody>
        </p:sp>
        <p:sp>
          <p:nvSpPr>
            <p:cNvPr id="34" name="tx33"/>
            <p:cNvSpPr/>
            <p:nvPr/>
          </p:nvSpPr>
          <p:spPr>
            <a:xfrm>
              <a:off x="494668" y="1636915"/>
              <a:ext cx="654378"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Noveno ciclo</a:t>
              </a:r>
            </a:p>
          </p:txBody>
        </p:sp>
        <p:sp>
          <p:nvSpPr>
            <p:cNvPr id="35" name="tx34"/>
            <p:cNvSpPr/>
            <p:nvPr/>
          </p:nvSpPr>
          <p:spPr>
            <a:xfrm>
              <a:off x="1599253" y="5931740"/>
              <a:ext cx="165199"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0%</a:t>
              </a:r>
            </a:p>
          </p:txBody>
        </p:sp>
        <p:sp>
          <p:nvSpPr>
            <p:cNvPr id="36" name="tx35"/>
            <p:cNvSpPr/>
            <p:nvPr/>
          </p:nvSpPr>
          <p:spPr>
            <a:xfrm>
              <a:off x="3552642" y="5931740"/>
              <a:ext cx="165199"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5%</a:t>
              </a:r>
            </a:p>
          </p:txBody>
        </p:sp>
        <p:sp>
          <p:nvSpPr>
            <p:cNvPr id="37" name="tx36"/>
            <p:cNvSpPr/>
            <p:nvPr/>
          </p:nvSpPr>
          <p:spPr>
            <a:xfrm>
              <a:off x="5474246" y="5931740"/>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10%</a:t>
              </a:r>
            </a:p>
          </p:txBody>
        </p:sp>
        <p:sp>
          <p:nvSpPr>
            <p:cNvPr id="38" name="tx37"/>
            <p:cNvSpPr/>
            <p:nvPr/>
          </p:nvSpPr>
          <p:spPr>
            <a:xfrm>
              <a:off x="7427634" y="5931740"/>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15%</a:t>
              </a:r>
            </a:p>
          </p:txBody>
        </p:sp>
        <p:sp>
          <p:nvSpPr>
            <p:cNvPr id="39" name="tx38"/>
            <p:cNvSpPr/>
            <p:nvPr/>
          </p:nvSpPr>
          <p:spPr>
            <a:xfrm>
              <a:off x="9381023" y="5931740"/>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20%</a:t>
              </a:r>
            </a:p>
          </p:txBody>
        </p:sp>
        <p:sp>
          <p:nvSpPr>
            <p:cNvPr id="40" name="tx39"/>
            <p:cNvSpPr/>
            <p:nvPr/>
          </p:nvSpPr>
          <p:spPr>
            <a:xfrm>
              <a:off x="11334411" y="5931740"/>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25%</a:t>
              </a:r>
            </a:p>
          </p:txBody>
        </p:sp>
      </p:grpSp>
      <p:sp>
        <p:nvSpPr>
          <p:cNvPr id="41"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estudiantes</a:t>
            </a:r>
          </a:p>
        </p:txBody>
      </p:sp>
      <p:sp>
        <p:nvSpPr>
          <p:cNvPr id="42"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SERIE TEMPORAL (P_SERIE_TEMPORAL)</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03243"/>
              <a:ext cx="11440491" cy="5040000"/>
            </a:xfrm>
            <a:prstGeom prst="rect">
              <a:avLst/>
            </a:prstGeom>
            <a:solidFill>
              <a:srgbClr val="FFFFFF">
                <a:alpha val="100000"/>
              </a:srgbClr>
            </a:solidFill>
          </p:spPr>
          <p:txBody>
            <a:bodyPr/>
            <a:lstStyle/>
            <a:p/>
          </p:txBody>
        </p:sp>
        <p:sp>
          <p:nvSpPr>
            <p:cNvPr id="5" name="pl4"/>
            <p:cNvSpPr/>
            <p:nvPr/>
          </p:nvSpPr>
          <p:spPr>
            <a:xfrm>
              <a:off x="760728" y="5086662"/>
              <a:ext cx="10794821" cy="0"/>
            </a:xfrm>
            <a:custGeom>
              <a:avLst/>
              <a:pathLst>
                <a:path w="10794821" h="0">
                  <a:moveTo>
                    <a:pt x="0" y="0"/>
                  </a:moveTo>
                  <a:lnTo>
                    <a:pt x="10794821" y="0"/>
                  </a:lnTo>
                  <a:lnTo>
                    <a:pt x="10794821" y="0"/>
                  </a:lnTo>
                </a:path>
              </a:pathLst>
            </a:custGeom>
            <a:ln w="8130" cap="flat">
              <a:solidFill>
                <a:srgbClr val="E3E8EF">
                  <a:alpha val="100000"/>
                </a:srgbClr>
              </a:solidFill>
              <a:prstDash val="solid"/>
              <a:round/>
            </a:ln>
          </p:spPr>
          <p:txBody>
            <a:bodyPr/>
            <a:lstStyle/>
            <a:p/>
          </p:txBody>
        </p:sp>
        <p:sp>
          <p:nvSpPr>
            <p:cNvPr id="6" name="pl5"/>
            <p:cNvSpPr/>
            <p:nvPr/>
          </p:nvSpPr>
          <p:spPr>
            <a:xfrm>
              <a:off x="760728" y="4101543"/>
              <a:ext cx="10794821" cy="0"/>
            </a:xfrm>
            <a:custGeom>
              <a:avLst/>
              <a:pathLst>
                <a:path w="10794821" h="0">
                  <a:moveTo>
                    <a:pt x="0" y="0"/>
                  </a:moveTo>
                  <a:lnTo>
                    <a:pt x="10794821" y="0"/>
                  </a:lnTo>
                  <a:lnTo>
                    <a:pt x="10794821" y="0"/>
                  </a:lnTo>
                </a:path>
              </a:pathLst>
            </a:custGeom>
            <a:ln w="8130" cap="flat">
              <a:solidFill>
                <a:srgbClr val="E3E8EF">
                  <a:alpha val="100000"/>
                </a:srgbClr>
              </a:solidFill>
              <a:prstDash val="solid"/>
              <a:round/>
            </a:ln>
          </p:spPr>
          <p:txBody>
            <a:bodyPr/>
            <a:lstStyle/>
            <a:p/>
          </p:txBody>
        </p:sp>
        <p:sp>
          <p:nvSpPr>
            <p:cNvPr id="7" name="pl6"/>
            <p:cNvSpPr/>
            <p:nvPr/>
          </p:nvSpPr>
          <p:spPr>
            <a:xfrm>
              <a:off x="760728" y="3116424"/>
              <a:ext cx="10794821" cy="0"/>
            </a:xfrm>
            <a:custGeom>
              <a:avLst/>
              <a:pathLst>
                <a:path w="10794821" h="0">
                  <a:moveTo>
                    <a:pt x="0" y="0"/>
                  </a:moveTo>
                  <a:lnTo>
                    <a:pt x="10794821" y="0"/>
                  </a:lnTo>
                  <a:lnTo>
                    <a:pt x="10794821" y="0"/>
                  </a:lnTo>
                </a:path>
              </a:pathLst>
            </a:custGeom>
            <a:ln w="8130" cap="flat">
              <a:solidFill>
                <a:srgbClr val="E3E8EF">
                  <a:alpha val="100000"/>
                </a:srgbClr>
              </a:solidFill>
              <a:prstDash val="solid"/>
              <a:round/>
            </a:ln>
          </p:spPr>
          <p:txBody>
            <a:bodyPr/>
            <a:lstStyle/>
            <a:p/>
          </p:txBody>
        </p:sp>
        <p:sp>
          <p:nvSpPr>
            <p:cNvPr id="8" name="pl7"/>
            <p:cNvSpPr/>
            <p:nvPr/>
          </p:nvSpPr>
          <p:spPr>
            <a:xfrm>
              <a:off x="760728" y="2131305"/>
              <a:ext cx="10794821" cy="0"/>
            </a:xfrm>
            <a:custGeom>
              <a:avLst/>
              <a:pathLst>
                <a:path w="10794821" h="0">
                  <a:moveTo>
                    <a:pt x="0" y="0"/>
                  </a:moveTo>
                  <a:lnTo>
                    <a:pt x="10794821" y="0"/>
                  </a:lnTo>
                  <a:lnTo>
                    <a:pt x="10794821" y="0"/>
                  </a:lnTo>
                </a:path>
              </a:pathLst>
            </a:custGeom>
            <a:ln w="8130" cap="flat">
              <a:solidFill>
                <a:srgbClr val="E3E8EF">
                  <a:alpha val="100000"/>
                </a:srgbClr>
              </a:solidFill>
              <a:prstDash val="solid"/>
              <a:round/>
            </a:ln>
          </p:spPr>
          <p:txBody>
            <a:bodyPr/>
            <a:lstStyle/>
            <a:p/>
          </p:txBody>
        </p:sp>
        <p:sp>
          <p:nvSpPr>
            <p:cNvPr id="9" name="pl8"/>
            <p:cNvSpPr/>
            <p:nvPr/>
          </p:nvSpPr>
          <p:spPr>
            <a:xfrm>
              <a:off x="2784757" y="1864120"/>
              <a:ext cx="6746763" cy="59316"/>
            </a:xfrm>
            <a:custGeom>
              <a:avLst/>
              <a:pathLst>
                <a:path w="6746763" h="59316">
                  <a:moveTo>
                    <a:pt x="0" y="3199"/>
                  </a:moveTo>
                  <a:lnTo>
                    <a:pt x="3373381" y="59316"/>
                  </a:lnTo>
                  <a:lnTo>
                    <a:pt x="6746763" y="0"/>
                  </a:lnTo>
                </a:path>
              </a:pathLst>
            </a:custGeom>
            <a:ln w="24391" cap="flat">
              <a:solidFill>
                <a:srgbClr val="0B4F8C">
                  <a:alpha val="100000"/>
                </a:srgbClr>
              </a:solidFill>
              <a:prstDash val="solid"/>
              <a:round/>
            </a:ln>
          </p:spPr>
          <p:txBody>
            <a:bodyPr/>
            <a:lstStyle/>
            <a:p/>
          </p:txBody>
        </p:sp>
        <p:sp>
          <p:nvSpPr>
            <p:cNvPr id="10" name="pl9"/>
            <p:cNvSpPr/>
            <p:nvPr/>
          </p:nvSpPr>
          <p:spPr>
            <a:xfrm>
              <a:off x="2784757" y="1864120"/>
              <a:ext cx="6746763" cy="240072"/>
            </a:xfrm>
            <a:custGeom>
              <a:avLst/>
              <a:pathLst>
                <a:path w="6746763" h="240072">
                  <a:moveTo>
                    <a:pt x="0" y="67586"/>
                  </a:moveTo>
                  <a:lnTo>
                    <a:pt x="3373381" y="240072"/>
                  </a:lnTo>
                  <a:lnTo>
                    <a:pt x="6746763" y="0"/>
                  </a:lnTo>
                </a:path>
              </a:pathLst>
            </a:custGeom>
            <a:ln w="24391" cap="flat">
              <a:solidFill>
                <a:srgbClr val="2A9D8F">
                  <a:alpha val="100000"/>
                </a:srgbClr>
              </a:solidFill>
              <a:prstDash val="solid"/>
              <a:round/>
            </a:ln>
          </p:spPr>
          <p:txBody>
            <a:bodyPr/>
            <a:lstStyle/>
            <a:p/>
          </p:txBody>
        </p:sp>
        <p:sp>
          <p:nvSpPr>
            <p:cNvPr id="11" name="pl10"/>
            <p:cNvSpPr/>
            <p:nvPr/>
          </p:nvSpPr>
          <p:spPr>
            <a:xfrm>
              <a:off x="2784757" y="2006891"/>
              <a:ext cx="6746763" cy="53589"/>
            </a:xfrm>
            <a:custGeom>
              <a:avLst/>
              <a:pathLst>
                <a:path w="6746763" h="53589">
                  <a:moveTo>
                    <a:pt x="0" y="53589"/>
                  </a:moveTo>
                  <a:lnTo>
                    <a:pt x="3373381" y="6923"/>
                  </a:lnTo>
                  <a:lnTo>
                    <a:pt x="6746763" y="0"/>
                  </a:lnTo>
                </a:path>
              </a:pathLst>
            </a:custGeom>
            <a:ln w="24391" cap="flat">
              <a:solidFill>
                <a:srgbClr val="E9C46A">
                  <a:alpha val="100000"/>
                </a:srgbClr>
              </a:solidFill>
              <a:prstDash val="solid"/>
              <a:round/>
            </a:ln>
          </p:spPr>
          <p:txBody>
            <a:bodyPr/>
            <a:lstStyle/>
            <a:p/>
          </p:txBody>
        </p:sp>
        <p:sp>
          <p:nvSpPr>
            <p:cNvPr id="12" name="pl11"/>
            <p:cNvSpPr/>
            <p:nvPr/>
          </p:nvSpPr>
          <p:spPr>
            <a:xfrm>
              <a:off x="2784757" y="1931706"/>
              <a:ext cx="6746763" cy="95580"/>
            </a:xfrm>
            <a:custGeom>
              <a:avLst/>
              <a:pathLst>
                <a:path w="6746763" h="95580">
                  <a:moveTo>
                    <a:pt x="0" y="0"/>
                  </a:moveTo>
                  <a:lnTo>
                    <a:pt x="3373381" y="21856"/>
                  </a:lnTo>
                  <a:lnTo>
                    <a:pt x="6746763" y="95580"/>
                  </a:lnTo>
                </a:path>
              </a:pathLst>
            </a:custGeom>
            <a:ln w="24391" cap="flat">
              <a:solidFill>
                <a:srgbClr val="F4A261">
                  <a:alpha val="100000"/>
                </a:srgbClr>
              </a:solidFill>
              <a:prstDash val="solid"/>
              <a:round/>
            </a:ln>
          </p:spPr>
          <p:txBody>
            <a:bodyPr/>
            <a:lstStyle/>
            <a:p/>
          </p:txBody>
        </p:sp>
        <p:sp>
          <p:nvSpPr>
            <p:cNvPr id="13" name="pl12"/>
            <p:cNvSpPr/>
            <p:nvPr/>
          </p:nvSpPr>
          <p:spPr>
            <a:xfrm>
              <a:off x="2784757" y="1884516"/>
              <a:ext cx="6746763" cy="111577"/>
            </a:xfrm>
            <a:custGeom>
              <a:avLst/>
              <a:pathLst>
                <a:path w="6746763" h="111577">
                  <a:moveTo>
                    <a:pt x="0" y="111577"/>
                  </a:moveTo>
                  <a:lnTo>
                    <a:pt x="3373381" y="38920"/>
                  </a:lnTo>
                  <a:lnTo>
                    <a:pt x="6746763" y="0"/>
                  </a:lnTo>
                </a:path>
              </a:pathLst>
            </a:custGeom>
            <a:ln w="24391" cap="flat">
              <a:solidFill>
                <a:srgbClr val="E76F51">
                  <a:alpha val="100000"/>
                </a:srgbClr>
              </a:solidFill>
              <a:prstDash val="solid"/>
              <a:round/>
            </a:ln>
          </p:spPr>
          <p:txBody>
            <a:bodyPr/>
            <a:lstStyle/>
            <a:p/>
          </p:txBody>
        </p:sp>
        <p:sp>
          <p:nvSpPr>
            <p:cNvPr id="14" name="pl13"/>
            <p:cNvSpPr/>
            <p:nvPr/>
          </p:nvSpPr>
          <p:spPr>
            <a:xfrm>
              <a:off x="2784757" y="1966099"/>
              <a:ext cx="6746763" cy="94380"/>
            </a:xfrm>
            <a:custGeom>
              <a:avLst/>
              <a:pathLst>
                <a:path w="6746763" h="94380">
                  <a:moveTo>
                    <a:pt x="0" y="94380"/>
                  </a:moveTo>
                  <a:lnTo>
                    <a:pt x="3373381" y="47715"/>
                  </a:lnTo>
                  <a:lnTo>
                    <a:pt x="6746763" y="0"/>
                  </a:lnTo>
                </a:path>
              </a:pathLst>
            </a:custGeom>
            <a:ln w="24391" cap="flat">
              <a:solidFill>
                <a:srgbClr val="7A9E9F">
                  <a:alpha val="100000"/>
                </a:srgbClr>
              </a:solidFill>
              <a:prstDash val="solid"/>
              <a:round/>
            </a:ln>
          </p:spPr>
          <p:txBody>
            <a:bodyPr/>
            <a:lstStyle/>
            <a:p/>
          </p:txBody>
        </p:sp>
        <p:sp>
          <p:nvSpPr>
            <p:cNvPr id="15" name="pt14"/>
            <p:cNvSpPr/>
            <p:nvPr/>
          </p:nvSpPr>
          <p:spPr>
            <a:xfrm>
              <a:off x="2747735" y="1830298"/>
              <a:ext cx="74043" cy="74043"/>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16" name="pt15"/>
            <p:cNvSpPr/>
            <p:nvPr/>
          </p:nvSpPr>
          <p:spPr>
            <a:xfrm>
              <a:off x="6121117" y="1886415"/>
              <a:ext cx="74043" cy="74043"/>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17" name="pt16"/>
            <p:cNvSpPr/>
            <p:nvPr/>
          </p:nvSpPr>
          <p:spPr>
            <a:xfrm>
              <a:off x="9494499" y="1827098"/>
              <a:ext cx="74043" cy="74043"/>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18" name="pt17"/>
            <p:cNvSpPr/>
            <p:nvPr/>
          </p:nvSpPr>
          <p:spPr>
            <a:xfrm>
              <a:off x="2747735" y="1894684"/>
              <a:ext cx="74043" cy="74043"/>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19" name="pt18"/>
            <p:cNvSpPr/>
            <p:nvPr/>
          </p:nvSpPr>
          <p:spPr>
            <a:xfrm>
              <a:off x="6121117" y="2067170"/>
              <a:ext cx="74043" cy="74043"/>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20" name="pt19"/>
            <p:cNvSpPr/>
            <p:nvPr/>
          </p:nvSpPr>
          <p:spPr>
            <a:xfrm>
              <a:off x="9494499" y="1827098"/>
              <a:ext cx="74043" cy="74043"/>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21" name="pt20"/>
            <p:cNvSpPr/>
            <p:nvPr/>
          </p:nvSpPr>
          <p:spPr>
            <a:xfrm>
              <a:off x="2747735" y="2023458"/>
              <a:ext cx="74043" cy="74043"/>
            </a:xfrm>
            <a:prstGeom prst="ellipse">
              <a:avLst/>
            </a:prstGeom>
            <a:solidFill>
              <a:srgbClr val="E9C46A">
                <a:alpha val="100000"/>
              </a:srgbClr>
            </a:solidFill>
            <a:ln w="9000" cap="rnd">
              <a:solidFill>
                <a:srgbClr val="E9C46A">
                  <a:alpha val="100000"/>
                </a:srgbClr>
              </a:solidFill>
              <a:prstDash val="solid"/>
              <a:round/>
            </a:ln>
          </p:spPr>
          <p:txBody>
            <a:bodyPr/>
            <a:lstStyle/>
            <a:p/>
          </p:txBody>
        </p:sp>
        <p:sp>
          <p:nvSpPr>
            <p:cNvPr id="22" name="pt21"/>
            <p:cNvSpPr/>
            <p:nvPr/>
          </p:nvSpPr>
          <p:spPr>
            <a:xfrm>
              <a:off x="6121117" y="1976792"/>
              <a:ext cx="74043" cy="74043"/>
            </a:xfrm>
            <a:prstGeom prst="ellipse">
              <a:avLst/>
            </a:prstGeom>
            <a:solidFill>
              <a:srgbClr val="E9C46A">
                <a:alpha val="100000"/>
              </a:srgbClr>
            </a:solidFill>
            <a:ln w="9000" cap="rnd">
              <a:solidFill>
                <a:srgbClr val="E9C46A">
                  <a:alpha val="100000"/>
                </a:srgbClr>
              </a:solidFill>
              <a:prstDash val="solid"/>
              <a:round/>
            </a:ln>
          </p:spPr>
          <p:txBody>
            <a:bodyPr/>
            <a:lstStyle/>
            <a:p/>
          </p:txBody>
        </p:sp>
        <p:sp>
          <p:nvSpPr>
            <p:cNvPr id="23" name="pt22"/>
            <p:cNvSpPr/>
            <p:nvPr/>
          </p:nvSpPr>
          <p:spPr>
            <a:xfrm>
              <a:off x="9494499" y="1969869"/>
              <a:ext cx="74043" cy="74043"/>
            </a:xfrm>
            <a:prstGeom prst="ellipse">
              <a:avLst/>
            </a:prstGeom>
            <a:solidFill>
              <a:srgbClr val="E9C46A">
                <a:alpha val="100000"/>
              </a:srgbClr>
            </a:solidFill>
            <a:ln w="9000" cap="rnd">
              <a:solidFill>
                <a:srgbClr val="E9C46A">
                  <a:alpha val="100000"/>
                </a:srgbClr>
              </a:solidFill>
              <a:prstDash val="solid"/>
              <a:round/>
            </a:ln>
          </p:spPr>
          <p:txBody>
            <a:bodyPr/>
            <a:lstStyle/>
            <a:p/>
          </p:txBody>
        </p:sp>
        <p:sp>
          <p:nvSpPr>
            <p:cNvPr id="24" name="pt23"/>
            <p:cNvSpPr/>
            <p:nvPr/>
          </p:nvSpPr>
          <p:spPr>
            <a:xfrm>
              <a:off x="2747735" y="1894684"/>
              <a:ext cx="74043" cy="74043"/>
            </a:xfrm>
            <a:prstGeom prst="ellipse">
              <a:avLst/>
            </a:prstGeom>
            <a:solidFill>
              <a:srgbClr val="F4A261">
                <a:alpha val="100000"/>
              </a:srgbClr>
            </a:solidFill>
            <a:ln w="9000" cap="rnd">
              <a:solidFill>
                <a:srgbClr val="F4A261">
                  <a:alpha val="100000"/>
                </a:srgbClr>
              </a:solidFill>
              <a:prstDash val="solid"/>
              <a:round/>
            </a:ln>
          </p:spPr>
          <p:txBody>
            <a:bodyPr/>
            <a:lstStyle/>
            <a:p/>
          </p:txBody>
        </p:sp>
        <p:sp>
          <p:nvSpPr>
            <p:cNvPr id="25" name="pt24"/>
            <p:cNvSpPr/>
            <p:nvPr/>
          </p:nvSpPr>
          <p:spPr>
            <a:xfrm>
              <a:off x="6121117" y="1916541"/>
              <a:ext cx="74043" cy="74043"/>
            </a:xfrm>
            <a:prstGeom prst="ellipse">
              <a:avLst/>
            </a:prstGeom>
            <a:solidFill>
              <a:srgbClr val="F4A261">
                <a:alpha val="100000"/>
              </a:srgbClr>
            </a:solidFill>
            <a:ln w="9000" cap="rnd">
              <a:solidFill>
                <a:srgbClr val="F4A261">
                  <a:alpha val="100000"/>
                </a:srgbClr>
              </a:solidFill>
              <a:prstDash val="solid"/>
              <a:round/>
            </a:ln>
          </p:spPr>
          <p:txBody>
            <a:bodyPr/>
            <a:lstStyle/>
            <a:p/>
          </p:txBody>
        </p:sp>
        <p:sp>
          <p:nvSpPr>
            <p:cNvPr id="26" name="pt25"/>
            <p:cNvSpPr/>
            <p:nvPr/>
          </p:nvSpPr>
          <p:spPr>
            <a:xfrm>
              <a:off x="9494499" y="1990265"/>
              <a:ext cx="74043" cy="74043"/>
            </a:xfrm>
            <a:prstGeom prst="ellipse">
              <a:avLst/>
            </a:prstGeom>
            <a:solidFill>
              <a:srgbClr val="F4A261">
                <a:alpha val="100000"/>
              </a:srgbClr>
            </a:solidFill>
            <a:ln w="9000" cap="rnd">
              <a:solidFill>
                <a:srgbClr val="F4A261">
                  <a:alpha val="100000"/>
                </a:srgbClr>
              </a:solidFill>
              <a:prstDash val="solid"/>
              <a:round/>
            </a:ln>
          </p:spPr>
          <p:txBody>
            <a:bodyPr/>
            <a:lstStyle/>
            <a:p/>
          </p:txBody>
        </p:sp>
        <p:sp>
          <p:nvSpPr>
            <p:cNvPr id="27" name="pt26"/>
            <p:cNvSpPr/>
            <p:nvPr/>
          </p:nvSpPr>
          <p:spPr>
            <a:xfrm>
              <a:off x="2747735" y="1959071"/>
              <a:ext cx="74043" cy="74043"/>
            </a:xfrm>
            <a:prstGeom prst="ellipse">
              <a:avLst/>
            </a:prstGeom>
            <a:solidFill>
              <a:srgbClr val="E76F51">
                <a:alpha val="100000"/>
              </a:srgbClr>
            </a:solidFill>
            <a:ln w="9000" cap="rnd">
              <a:solidFill>
                <a:srgbClr val="E76F51">
                  <a:alpha val="100000"/>
                </a:srgbClr>
              </a:solidFill>
              <a:prstDash val="solid"/>
              <a:round/>
            </a:ln>
          </p:spPr>
          <p:txBody>
            <a:bodyPr/>
            <a:lstStyle/>
            <a:p/>
          </p:txBody>
        </p:sp>
        <p:sp>
          <p:nvSpPr>
            <p:cNvPr id="28" name="pt27"/>
            <p:cNvSpPr/>
            <p:nvPr/>
          </p:nvSpPr>
          <p:spPr>
            <a:xfrm>
              <a:off x="6121117" y="1886415"/>
              <a:ext cx="74043" cy="74043"/>
            </a:xfrm>
            <a:prstGeom prst="ellipse">
              <a:avLst/>
            </a:prstGeom>
            <a:solidFill>
              <a:srgbClr val="E76F51">
                <a:alpha val="100000"/>
              </a:srgbClr>
            </a:solidFill>
            <a:ln w="9000" cap="rnd">
              <a:solidFill>
                <a:srgbClr val="E76F51">
                  <a:alpha val="100000"/>
                </a:srgbClr>
              </a:solidFill>
              <a:prstDash val="solid"/>
              <a:round/>
            </a:ln>
          </p:spPr>
          <p:txBody>
            <a:bodyPr/>
            <a:lstStyle/>
            <a:p/>
          </p:txBody>
        </p:sp>
        <p:sp>
          <p:nvSpPr>
            <p:cNvPr id="29" name="pt28"/>
            <p:cNvSpPr/>
            <p:nvPr/>
          </p:nvSpPr>
          <p:spPr>
            <a:xfrm>
              <a:off x="9494499" y="1847494"/>
              <a:ext cx="74043" cy="74043"/>
            </a:xfrm>
            <a:prstGeom prst="ellipse">
              <a:avLst/>
            </a:prstGeom>
            <a:solidFill>
              <a:srgbClr val="E76F51">
                <a:alpha val="100000"/>
              </a:srgbClr>
            </a:solidFill>
            <a:ln w="9000" cap="rnd">
              <a:solidFill>
                <a:srgbClr val="E76F51">
                  <a:alpha val="100000"/>
                </a:srgbClr>
              </a:solidFill>
              <a:prstDash val="solid"/>
              <a:round/>
            </a:ln>
          </p:spPr>
          <p:txBody>
            <a:bodyPr/>
            <a:lstStyle/>
            <a:p/>
          </p:txBody>
        </p:sp>
        <p:sp>
          <p:nvSpPr>
            <p:cNvPr id="30" name="pt29"/>
            <p:cNvSpPr/>
            <p:nvPr/>
          </p:nvSpPr>
          <p:spPr>
            <a:xfrm>
              <a:off x="2747735" y="2023458"/>
              <a:ext cx="74043" cy="74043"/>
            </a:xfrm>
            <a:prstGeom prst="ellipse">
              <a:avLst/>
            </a:prstGeom>
            <a:solidFill>
              <a:srgbClr val="7A9E9F">
                <a:alpha val="100000"/>
              </a:srgbClr>
            </a:solidFill>
            <a:ln w="9000" cap="rnd">
              <a:solidFill>
                <a:srgbClr val="7A9E9F">
                  <a:alpha val="100000"/>
                </a:srgbClr>
              </a:solidFill>
              <a:prstDash val="solid"/>
              <a:round/>
            </a:ln>
          </p:spPr>
          <p:txBody>
            <a:bodyPr/>
            <a:lstStyle/>
            <a:p/>
          </p:txBody>
        </p:sp>
        <p:sp>
          <p:nvSpPr>
            <p:cNvPr id="31" name="pt30"/>
            <p:cNvSpPr/>
            <p:nvPr/>
          </p:nvSpPr>
          <p:spPr>
            <a:xfrm>
              <a:off x="6121117" y="1976792"/>
              <a:ext cx="74043" cy="74043"/>
            </a:xfrm>
            <a:prstGeom prst="ellipse">
              <a:avLst/>
            </a:prstGeom>
            <a:solidFill>
              <a:srgbClr val="7A9E9F">
                <a:alpha val="100000"/>
              </a:srgbClr>
            </a:solidFill>
            <a:ln w="9000" cap="rnd">
              <a:solidFill>
                <a:srgbClr val="7A9E9F">
                  <a:alpha val="100000"/>
                </a:srgbClr>
              </a:solidFill>
              <a:prstDash val="solid"/>
              <a:round/>
            </a:ln>
          </p:spPr>
          <p:txBody>
            <a:bodyPr/>
            <a:lstStyle/>
            <a:p/>
          </p:txBody>
        </p:sp>
        <p:sp>
          <p:nvSpPr>
            <p:cNvPr id="32" name="pt31"/>
            <p:cNvSpPr/>
            <p:nvPr/>
          </p:nvSpPr>
          <p:spPr>
            <a:xfrm>
              <a:off x="9494499" y="1929077"/>
              <a:ext cx="74043" cy="74043"/>
            </a:xfrm>
            <a:prstGeom prst="ellipse">
              <a:avLst/>
            </a:prstGeom>
            <a:solidFill>
              <a:srgbClr val="7A9E9F">
                <a:alpha val="100000"/>
              </a:srgbClr>
            </a:solidFill>
            <a:ln w="9000" cap="rnd">
              <a:solidFill>
                <a:srgbClr val="7A9E9F">
                  <a:alpha val="100000"/>
                </a:srgbClr>
              </a:solidFill>
              <a:prstDash val="solid"/>
              <a:round/>
            </a:ln>
          </p:spPr>
          <p:txBody>
            <a:bodyPr/>
            <a:lstStyle/>
            <a:p/>
          </p:txBody>
        </p:sp>
        <p:sp>
          <p:nvSpPr>
            <p:cNvPr id="33" name="pt32"/>
            <p:cNvSpPr/>
            <p:nvPr/>
          </p:nvSpPr>
          <p:spPr>
            <a:xfrm>
              <a:off x="9470108" y="1802707"/>
              <a:ext cx="122825" cy="122825"/>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34" name="pt33"/>
            <p:cNvSpPr/>
            <p:nvPr/>
          </p:nvSpPr>
          <p:spPr>
            <a:xfrm>
              <a:off x="9470108" y="1802707"/>
              <a:ext cx="122825" cy="122825"/>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35" name="pt34"/>
            <p:cNvSpPr/>
            <p:nvPr/>
          </p:nvSpPr>
          <p:spPr>
            <a:xfrm>
              <a:off x="9470108" y="1945478"/>
              <a:ext cx="122825" cy="122825"/>
            </a:xfrm>
            <a:prstGeom prst="ellipse">
              <a:avLst/>
            </a:prstGeom>
            <a:solidFill>
              <a:srgbClr val="E9C46A">
                <a:alpha val="100000"/>
              </a:srgbClr>
            </a:solidFill>
            <a:ln w="9000" cap="rnd">
              <a:solidFill>
                <a:srgbClr val="E9C46A">
                  <a:alpha val="100000"/>
                </a:srgbClr>
              </a:solidFill>
              <a:prstDash val="solid"/>
              <a:round/>
            </a:ln>
          </p:spPr>
          <p:txBody>
            <a:bodyPr/>
            <a:lstStyle/>
            <a:p/>
          </p:txBody>
        </p:sp>
        <p:sp>
          <p:nvSpPr>
            <p:cNvPr id="36" name="pt35"/>
            <p:cNvSpPr/>
            <p:nvPr/>
          </p:nvSpPr>
          <p:spPr>
            <a:xfrm>
              <a:off x="9470108" y="1965874"/>
              <a:ext cx="122825" cy="122825"/>
            </a:xfrm>
            <a:prstGeom prst="ellipse">
              <a:avLst/>
            </a:prstGeom>
            <a:solidFill>
              <a:srgbClr val="F4A261">
                <a:alpha val="100000"/>
              </a:srgbClr>
            </a:solidFill>
            <a:ln w="9000" cap="rnd">
              <a:solidFill>
                <a:srgbClr val="F4A261">
                  <a:alpha val="100000"/>
                </a:srgbClr>
              </a:solidFill>
              <a:prstDash val="solid"/>
              <a:round/>
            </a:ln>
          </p:spPr>
          <p:txBody>
            <a:bodyPr/>
            <a:lstStyle/>
            <a:p/>
          </p:txBody>
        </p:sp>
        <p:sp>
          <p:nvSpPr>
            <p:cNvPr id="37" name="pt36"/>
            <p:cNvSpPr/>
            <p:nvPr/>
          </p:nvSpPr>
          <p:spPr>
            <a:xfrm>
              <a:off x="9470108" y="1823103"/>
              <a:ext cx="122825" cy="122825"/>
            </a:xfrm>
            <a:prstGeom prst="ellipse">
              <a:avLst/>
            </a:prstGeom>
            <a:solidFill>
              <a:srgbClr val="E76F51">
                <a:alpha val="100000"/>
              </a:srgbClr>
            </a:solidFill>
            <a:ln w="9000" cap="rnd">
              <a:solidFill>
                <a:srgbClr val="E76F51">
                  <a:alpha val="100000"/>
                </a:srgbClr>
              </a:solidFill>
              <a:prstDash val="solid"/>
              <a:round/>
            </a:ln>
          </p:spPr>
          <p:txBody>
            <a:bodyPr/>
            <a:lstStyle/>
            <a:p/>
          </p:txBody>
        </p:sp>
        <p:sp>
          <p:nvSpPr>
            <p:cNvPr id="38" name="pt37"/>
            <p:cNvSpPr/>
            <p:nvPr/>
          </p:nvSpPr>
          <p:spPr>
            <a:xfrm>
              <a:off x="9470108" y="1904686"/>
              <a:ext cx="122825" cy="122825"/>
            </a:xfrm>
            <a:prstGeom prst="ellipse">
              <a:avLst/>
            </a:prstGeom>
            <a:solidFill>
              <a:srgbClr val="7A9E9F">
                <a:alpha val="100000"/>
              </a:srgbClr>
            </a:solidFill>
            <a:ln w="9000" cap="rnd">
              <a:solidFill>
                <a:srgbClr val="7A9E9F">
                  <a:alpha val="100000"/>
                </a:srgbClr>
              </a:solidFill>
              <a:prstDash val="solid"/>
              <a:round/>
            </a:ln>
          </p:spPr>
          <p:txBody>
            <a:bodyPr/>
            <a:lstStyle/>
            <a:p/>
          </p:txBody>
        </p:sp>
        <p:sp>
          <p:nvSpPr>
            <p:cNvPr id="39" name="tx38"/>
            <p:cNvSpPr/>
            <p:nvPr/>
          </p:nvSpPr>
          <p:spPr>
            <a:xfrm>
              <a:off x="532898" y="5041344"/>
              <a:ext cx="165199"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0%</a:t>
              </a:r>
            </a:p>
          </p:txBody>
        </p:sp>
        <p:sp>
          <p:nvSpPr>
            <p:cNvPr id="40" name="tx39"/>
            <p:cNvSpPr/>
            <p:nvPr/>
          </p:nvSpPr>
          <p:spPr>
            <a:xfrm>
              <a:off x="469330" y="4056225"/>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30%</a:t>
              </a:r>
            </a:p>
          </p:txBody>
        </p:sp>
        <p:sp>
          <p:nvSpPr>
            <p:cNvPr id="41" name="tx40"/>
            <p:cNvSpPr/>
            <p:nvPr/>
          </p:nvSpPr>
          <p:spPr>
            <a:xfrm>
              <a:off x="469330" y="3071106"/>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60%</a:t>
              </a:r>
            </a:p>
          </p:txBody>
        </p:sp>
        <p:sp>
          <p:nvSpPr>
            <p:cNvPr id="42" name="tx41"/>
            <p:cNvSpPr/>
            <p:nvPr/>
          </p:nvSpPr>
          <p:spPr>
            <a:xfrm>
              <a:off x="469330" y="2085987"/>
              <a:ext cx="228767" cy="8622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90%</a:t>
              </a:r>
            </a:p>
          </p:txBody>
        </p:sp>
        <p:sp>
          <p:nvSpPr>
            <p:cNvPr id="43" name="tx42"/>
            <p:cNvSpPr/>
            <p:nvPr/>
          </p:nvSpPr>
          <p:spPr>
            <a:xfrm>
              <a:off x="2552808" y="5147953"/>
              <a:ext cx="463897"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docentes</a:t>
              </a:r>
            </a:p>
          </p:txBody>
        </p:sp>
        <p:sp>
          <p:nvSpPr>
            <p:cNvPr id="44" name="tx43"/>
            <p:cNvSpPr/>
            <p:nvPr/>
          </p:nvSpPr>
          <p:spPr>
            <a:xfrm>
              <a:off x="5865831" y="5147953"/>
              <a:ext cx="584615"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estudiantes</a:t>
              </a:r>
            </a:p>
          </p:txBody>
        </p:sp>
        <p:sp>
          <p:nvSpPr>
            <p:cNvPr id="45" name="tx44"/>
            <p:cNvSpPr/>
            <p:nvPr/>
          </p:nvSpPr>
          <p:spPr>
            <a:xfrm>
              <a:off x="9264635" y="5125238"/>
              <a:ext cx="533772" cy="105872"/>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egresados</a:t>
              </a:r>
            </a:p>
          </p:txBody>
        </p:sp>
        <p:sp>
          <p:nvSpPr>
            <p:cNvPr id="46" name="pl45"/>
            <p:cNvSpPr/>
            <p:nvPr/>
          </p:nvSpPr>
          <p:spPr>
            <a:xfrm>
              <a:off x="4107730" y="5573660"/>
              <a:ext cx="175564" cy="0"/>
            </a:xfrm>
            <a:custGeom>
              <a:avLst/>
              <a:pathLst>
                <a:path w="175564" h="0">
                  <a:moveTo>
                    <a:pt x="0" y="0"/>
                  </a:moveTo>
                  <a:lnTo>
                    <a:pt x="175564" y="0"/>
                  </a:lnTo>
                </a:path>
              </a:pathLst>
            </a:custGeom>
            <a:ln w="24391" cap="flat">
              <a:solidFill>
                <a:srgbClr val="0B4F8C">
                  <a:alpha val="100000"/>
                </a:srgbClr>
              </a:solidFill>
              <a:prstDash val="solid"/>
              <a:round/>
            </a:ln>
          </p:spPr>
          <p:txBody>
            <a:bodyPr/>
            <a:lstStyle/>
            <a:p/>
          </p:txBody>
        </p:sp>
        <p:sp>
          <p:nvSpPr>
            <p:cNvPr id="47" name="pt46"/>
            <p:cNvSpPr/>
            <p:nvPr/>
          </p:nvSpPr>
          <p:spPr>
            <a:xfrm>
              <a:off x="4158491" y="5536638"/>
              <a:ext cx="74043" cy="74043"/>
            </a:xfrm>
            <a:prstGeom prst="ellipse">
              <a:avLst/>
            </a:prstGeom>
            <a:solidFill>
              <a:srgbClr val="0B4F8C">
                <a:alpha val="100000"/>
              </a:srgbClr>
            </a:solidFill>
            <a:ln w="9000" cap="rnd">
              <a:solidFill>
                <a:srgbClr val="0B4F8C">
                  <a:alpha val="100000"/>
                </a:srgbClr>
              </a:solidFill>
              <a:prstDash val="solid"/>
              <a:round/>
            </a:ln>
          </p:spPr>
          <p:txBody>
            <a:bodyPr/>
            <a:lstStyle/>
            <a:p/>
          </p:txBody>
        </p:sp>
        <p:sp>
          <p:nvSpPr>
            <p:cNvPr id="48" name="pl47"/>
            <p:cNvSpPr/>
            <p:nvPr/>
          </p:nvSpPr>
          <p:spPr>
            <a:xfrm>
              <a:off x="4107730" y="5862705"/>
              <a:ext cx="175564" cy="0"/>
            </a:xfrm>
            <a:custGeom>
              <a:avLst/>
              <a:pathLst>
                <a:path w="175564" h="0">
                  <a:moveTo>
                    <a:pt x="0" y="0"/>
                  </a:moveTo>
                  <a:lnTo>
                    <a:pt x="175564" y="0"/>
                  </a:lnTo>
                </a:path>
              </a:pathLst>
            </a:custGeom>
            <a:ln w="24391" cap="flat">
              <a:solidFill>
                <a:srgbClr val="2A9D8F">
                  <a:alpha val="100000"/>
                </a:srgbClr>
              </a:solidFill>
              <a:prstDash val="solid"/>
              <a:round/>
            </a:ln>
          </p:spPr>
          <p:txBody>
            <a:bodyPr/>
            <a:lstStyle/>
            <a:p/>
          </p:txBody>
        </p:sp>
        <p:sp>
          <p:nvSpPr>
            <p:cNvPr id="49" name="pt48"/>
            <p:cNvSpPr/>
            <p:nvPr/>
          </p:nvSpPr>
          <p:spPr>
            <a:xfrm>
              <a:off x="4158491" y="5825684"/>
              <a:ext cx="74043" cy="74043"/>
            </a:xfrm>
            <a:prstGeom prst="ellipse">
              <a:avLst/>
            </a:prstGeom>
            <a:solidFill>
              <a:srgbClr val="2A9D8F">
                <a:alpha val="100000"/>
              </a:srgbClr>
            </a:solidFill>
            <a:ln w="9000" cap="rnd">
              <a:solidFill>
                <a:srgbClr val="2A9D8F">
                  <a:alpha val="100000"/>
                </a:srgbClr>
              </a:solidFill>
              <a:prstDash val="solid"/>
              <a:round/>
            </a:ln>
          </p:spPr>
          <p:txBody>
            <a:bodyPr/>
            <a:lstStyle/>
            <a:p/>
          </p:txBody>
        </p:sp>
        <p:sp>
          <p:nvSpPr>
            <p:cNvPr id="50" name="pl49"/>
            <p:cNvSpPr/>
            <p:nvPr/>
          </p:nvSpPr>
          <p:spPr>
            <a:xfrm>
              <a:off x="5501929" y="5573660"/>
              <a:ext cx="175564" cy="0"/>
            </a:xfrm>
            <a:custGeom>
              <a:avLst/>
              <a:pathLst>
                <a:path w="175564" h="0">
                  <a:moveTo>
                    <a:pt x="0" y="0"/>
                  </a:moveTo>
                  <a:lnTo>
                    <a:pt x="175564" y="0"/>
                  </a:lnTo>
                </a:path>
              </a:pathLst>
            </a:custGeom>
            <a:ln w="24391" cap="flat">
              <a:solidFill>
                <a:srgbClr val="E9C46A">
                  <a:alpha val="100000"/>
                </a:srgbClr>
              </a:solidFill>
              <a:prstDash val="solid"/>
              <a:round/>
            </a:ln>
          </p:spPr>
          <p:txBody>
            <a:bodyPr/>
            <a:lstStyle/>
            <a:p/>
          </p:txBody>
        </p:sp>
        <p:sp>
          <p:nvSpPr>
            <p:cNvPr id="51" name="pt50"/>
            <p:cNvSpPr/>
            <p:nvPr/>
          </p:nvSpPr>
          <p:spPr>
            <a:xfrm>
              <a:off x="5552690" y="5536638"/>
              <a:ext cx="74043" cy="74043"/>
            </a:xfrm>
            <a:prstGeom prst="ellipse">
              <a:avLst/>
            </a:prstGeom>
            <a:solidFill>
              <a:srgbClr val="E9C46A">
                <a:alpha val="100000"/>
              </a:srgbClr>
            </a:solidFill>
            <a:ln w="9000" cap="rnd">
              <a:solidFill>
                <a:srgbClr val="E9C46A">
                  <a:alpha val="100000"/>
                </a:srgbClr>
              </a:solidFill>
              <a:prstDash val="solid"/>
              <a:round/>
            </a:ln>
          </p:spPr>
          <p:txBody>
            <a:bodyPr/>
            <a:lstStyle/>
            <a:p/>
          </p:txBody>
        </p:sp>
        <p:sp>
          <p:nvSpPr>
            <p:cNvPr id="52" name="pl51"/>
            <p:cNvSpPr/>
            <p:nvPr/>
          </p:nvSpPr>
          <p:spPr>
            <a:xfrm>
              <a:off x="5501929" y="5862705"/>
              <a:ext cx="175564" cy="0"/>
            </a:xfrm>
            <a:custGeom>
              <a:avLst/>
              <a:pathLst>
                <a:path w="175564" h="0">
                  <a:moveTo>
                    <a:pt x="0" y="0"/>
                  </a:moveTo>
                  <a:lnTo>
                    <a:pt x="175564" y="0"/>
                  </a:lnTo>
                </a:path>
              </a:pathLst>
            </a:custGeom>
            <a:ln w="24391" cap="flat">
              <a:solidFill>
                <a:srgbClr val="F4A261">
                  <a:alpha val="100000"/>
                </a:srgbClr>
              </a:solidFill>
              <a:prstDash val="solid"/>
              <a:round/>
            </a:ln>
          </p:spPr>
          <p:txBody>
            <a:bodyPr/>
            <a:lstStyle/>
            <a:p/>
          </p:txBody>
        </p:sp>
        <p:sp>
          <p:nvSpPr>
            <p:cNvPr id="53" name="pt52"/>
            <p:cNvSpPr/>
            <p:nvPr/>
          </p:nvSpPr>
          <p:spPr>
            <a:xfrm>
              <a:off x="5552690" y="5825684"/>
              <a:ext cx="74043" cy="74043"/>
            </a:xfrm>
            <a:prstGeom prst="ellipse">
              <a:avLst/>
            </a:prstGeom>
            <a:solidFill>
              <a:srgbClr val="F4A261">
                <a:alpha val="100000"/>
              </a:srgbClr>
            </a:solidFill>
            <a:ln w="9000" cap="rnd">
              <a:solidFill>
                <a:srgbClr val="F4A261">
                  <a:alpha val="100000"/>
                </a:srgbClr>
              </a:solidFill>
              <a:prstDash val="solid"/>
              <a:round/>
            </a:ln>
          </p:spPr>
          <p:txBody>
            <a:bodyPr/>
            <a:lstStyle/>
            <a:p/>
          </p:txBody>
        </p:sp>
        <p:sp>
          <p:nvSpPr>
            <p:cNvPr id="54" name="pl53"/>
            <p:cNvSpPr/>
            <p:nvPr/>
          </p:nvSpPr>
          <p:spPr>
            <a:xfrm>
              <a:off x="7023209" y="5573660"/>
              <a:ext cx="175564" cy="0"/>
            </a:xfrm>
            <a:custGeom>
              <a:avLst/>
              <a:pathLst>
                <a:path w="175564" h="0">
                  <a:moveTo>
                    <a:pt x="0" y="0"/>
                  </a:moveTo>
                  <a:lnTo>
                    <a:pt x="175564" y="0"/>
                  </a:lnTo>
                </a:path>
              </a:pathLst>
            </a:custGeom>
            <a:ln w="24391" cap="flat">
              <a:solidFill>
                <a:srgbClr val="E76F51">
                  <a:alpha val="100000"/>
                </a:srgbClr>
              </a:solidFill>
              <a:prstDash val="solid"/>
              <a:round/>
            </a:ln>
          </p:spPr>
          <p:txBody>
            <a:bodyPr/>
            <a:lstStyle/>
            <a:p/>
          </p:txBody>
        </p:sp>
        <p:sp>
          <p:nvSpPr>
            <p:cNvPr id="55" name="pt54"/>
            <p:cNvSpPr/>
            <p:nvPr/>
          </p:nvSpPr>
          <p:spPr>
            <a:xfrm>
              <a:off x="7073970" y="5536638"/>
              <a:ext cx="74043" cy="74043"/>
            </a:xfrm>
            <a:prstGeom prst="ellipse">
              <a:avLst/>
            </a:prstGeom>
            <a:solidFill>
              <a:srgbClr val="E76F51">
                <a:alpha val="100000"/>
              </a:srgbClr>
            </a:solidFill>
            <a:ln w="9000" cap="rnd">
              <a:solidFill>
                <a:srgbClr val="E76F51">
                  <a:alpha val="100000"/>
                </a:srgbClr>
              </a:solidFill>
              <a:prstDash val="solid"/>
              <a:round/>
            </a:ln>
          </p:spPr>
          <p:txBody>
            <a:bodyPr/>
            <a:lstStyle/>
            <a:p/>
          </p:txBody>
        </p:sp>
        <p:sp>
          <p:nvSpPr>
            <p:cNvPr id="56" name="pl55"/>
            <p:cNvSpPr/>
            <p:nvPr/>
          </p:nvSpPr>
          <p:spPr>
            <a:xfrm>
              <a:off x="7023209" y="5862705"/>
              <a:ext cx="175564" cy="0"/>
            </a:xfrm>
            <a:custGeom>
              <a:avLst/>
              <a:pathLst>
                <a:path w="175564" h="0">
                  <a:moveTo>
                    <a:pt x="0" y="0"/>
                  </a:moveTo>
                  <a:lnTo>
                    <a:pt x="175564" y="0"/>
                  </a:lnTo>
                </a:path>
              </a:pathLst>
            </a:custGeom>
            <a:ln w="24391" cap="flat">
              <a:solidFill>
                <a:srgbClr val="7A9E9F">
                  <a:alpha val="100000"/>
                </a:srgbClr>
              </a:solidFill>
              <a:prstDash val="solid"/>
              <a:round/>
            </a:ln>
          </p:spPr>
          <p:txBody>
            <a:bodyPr/>
            <a:lstStyle/>
            <a:p/>
          </p:txBody>
        </p:sp>
        <p:sp>
          <p:nvSpPr>
            <p:cNvPr id="57" name="pt56"/>
            <p:cNvSpPr/>
            <p:nvPr/>
          </p:nvSpPr>
          <p:spPr>
            <a:xfrm>
              <a:off x="7073970" y="5825684"/>
              <a:ext cx="74043" cy="74043"/>
            </a:xfrm>
            <a:prstGeom prst="ellipse">
              <a:avLst/>
            </a:prstGeom>
            <a:solidFill>
              <a:srgbClr val="7A9E9F">
                <a:alpha val="100000"/>
              </a:srgbClr>
            </a:solidFill>
            <a:ln w="9000" cap="rnd">
              <a:solidFill>
                <a:srgbClr val="7A9E9F">
                  <a:alpha val="100000"/>
                </a:srgbClr>
              </a:solidFill>
              <a:prstDash val="solid"/>
              <a:round/>
            </a:ln>
          </p:spPr>
          <p:txBody>
            <a:bodyPr/>
            <a:lstStyle/>
            <a:p/>
          </p:txBody>
        </p:sp>
        <p:sp>
          <p:nvSpPr>
            <p:cNvPr id="58" name="tx57"/>
            <p:cNvSpPr/>
            <p:nvPr/>
          </p:nvSpPr>
          <p:spPr>
            <a:xfrm>
              <a:off x="4374830" y="5531411"/>
              <a:ext cx="1035564"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Estados Financieros</a:t>
              </a:r>
            </a:p>
          </p:txBody>
        </p:sp>
        <p:sp>
          <p:nvSpPr>
            <p:cNvPr id="59" name="tx58"/>
            <p:cNvSpPr/>
            <p:nvPr/>
          </p:nvSpPr>
          <p:spPr>
            <a:xfrm>
              <a:off x="4374830" y="5820010"/>
              <a:ext cx="457479" cy="83604"/>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Auditoría</a:t>
              </a:r>
            </a:p>
          </p:txBody>
        </p:sp>
        <p:sp>
          <p:nvSpPr>
            <p:cNvPr id="60" name="tx59"/>
            <p:cNvSpPr/>
            <p:nvPr/>
          </p:nvSpPr>
          <p:spPr>
            <a:xfrm>
              <a:off x="5769029" y="5507301"/>
              <a:ext cx="1162645" cy="10726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Costos y presupuestos</a:t>
              </a:r>
            </a:p>
          </p:txBody>
        </p:sp>
        <p:sp>
          <p:nvSpPr>
            <p:cNvPr id="61" name="tx60"/>
            <p:cNvSpPr/>
            <p:nvPr/>
          </p:nvSpPr>
          <p:spPr>
            <a:xfrm>
              <a:off x="5769029" y="5820456"/>
              <a:ext cx="463785" cy="83157"/>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Finanzas</a:t>
              </a:r>
            </a:p>
          </p:txBody>
        </p:sp>
        <p:sp>
          <p:nvSpPr>
            <p:cNvPr id="62" name="tx61"/>
            <p:cNvSpPr/>
            <p:nvPr/>
          </p:nvSpPr>
          <p:spPr>
            <a:xfrm>
              <a:off x="7290308" y="5530965"/>
              <a:ext cx="565416" cy="83604"/>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Tributación</a:t>
              </a:r>
            </a:p>
          </p:txBody>
        </p:sp>
        <p:sp>
          <p:nvSpPr>
            <p:cNvPr id="63" name="tx62"/>
            <p:cNvSpPr/>
            <p:nvPr/>
          </p:nvSpPr>
          <p:spPr>
            <a:xfrm>
              <a:off x="7290308" y="5798635"/>
              <a:ext cx="940184" cy="104979"/>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81F5C">
                      <a:alpha val="100000"/>
                    </a:srgbClr>
                  </a:solidFill>
                  <a:latin typeface="Arial"/>
                  <a:cs typeface="Arial"/>
                </a:rPr>
                <a:t>Visión empresarial</a:t>
              </a:r>
            </a:p>
          </p:txBody>
        </p:sp>
      </p:grpSp>
      <p:sp>
        <p:nvSpPr>
          <p:cNvPr id="64"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51 docentes, 109 estudiantes y 161 egresados</a:t>
            </a:r>
          </a:p>
        </p:txBody>
      </p:sp>
      <p:sp>
        <p:nvSpPr>
          <p:cNvPr id="65"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RADAR (P_RADAR)</a:t>
            </a:r>
          </a:p>
        </p:txBody>
      </p:sp>
      <p:grpSp xmlns:pic="http://schemas.openxmlformats.org/drawingml/2006/picture">
        <p:nvGrpSpPr>
          <p:cNvPr id="3" name="prosecnur:slide_1:plot"/>
          <p:cNvGrpSpPr/>
          <p:nvPr/>
        </p:nvGrpSpPr>
        <p:grpSpPr>
          <a:xfrm rot="-0">
            <a:off x="317500" y="1103243"/>
            <a:ext cx="6572197" cy="5040000"/>
            <a:chOff x="317500" y="1103243"/>
            <a:chExt cx="6572197" cy="5040000"/>
          </a:xfrm>
        </p:grpSpPr>
        <p:sp>
          <p:nvSpPr>
            <p:cNvPr id="4" name="rc3"/>
            <p:cNvSpPr/>
            <p:nvPr/>
          </p:nvSpPr>
          <p:spPr>
            <a:xfrm>
              <a:off x="317500" y="1622545"/>
              <a:ext cx="3483264" cy="3483264"/>
            </a:xfrm>
            <a:prstGeom prst="rect">
              <a:avLst/>
            </a:prstGeom>
          </p:spPr>
          <p:txBody>
            <a:bodyPr/>
            <a:lstStyle/>
            <a:p/>
          </p:txBody>
        </p:sp>
        <p:sp>
          <p:nvSpPr>
            <p:cNvPr id="5" name="rc4"/>
            <p:cNvSpPr/>
            <p:nvPr/>
          </p:nvSpPr>
          <p:spPr>
            <a:xfrm>
              <a:off x="317500" y="1622545"/>
              <a:ext cx="3483264" cy="3483264"/>
            </a:xfrm>
            <a:prstGeom prst="rect">
              <a:avLst/>
            </a:prstGeom>
          </p:spPr>
          <p:txBody>
            <a:bodyPr/>
            <a:lstStyle/>
            <a:p/>
          </p:txBody>
        </p:sp>
        <p:sp>
          <p:nvSpPr>
            <p:cNvPr id="6" name="pl5"/>
            <p:cNvSpPr/>
            <p:nvPr/>
          </p:nvSpPr>
          <p:spPr>
            <a:xfrm>
              <a:off x="2059132" y="3364177"/>
              <a:ext cx="0" cy="0"/>
            </a:xfrm>
            <a:custGeom>
              <a:avLst/>
              <a:pathLst>
                <a:path w="0" h="0">
                  <a:moveTo>
                    <a:pt x="0" y="0"/>
                  </a:moveTo>
                  <a:lnTo>
                    <a:pt x="0" y="0"/>
                  </a:lnTo>
                  <a:lnTo>
                    <a:pt x="0" y="0"/>
                  </a:lnTo>
                  <a:lnTo>
                    <a:pt x="0" y="0"/>
                  </a:lnTo>
                  <a:lnTo>
                    <a:pt x="0" y="0"/>
                  </a:lnTo>
                  <a:lnTo>
                    <a:pt x="0" y="0"/>
                  </a:lnTo>
                  <a:lnTo>
                    <a:pt x="0" y="0"/>
                  </a:lnTo>
                </a:path>
              </a:pathLst>
            </a:custGeom>
            <a:ln w="13550" cap="flat">
              <a:solidFill>
                <a:srgbClr val="DDDDDD">
                  <a:alpha val="100000"/>
                </a:srgbClr>
              </a:solidFill>
              <a:prstDash val="solid"/>
              <a:round/>
            </a:ln>
          </p:spPr>
          <p:txBody>
            <a:bodyPr/>
            <a:lstStyle/>
            <a:p/>
          </p:txBody>
        </p:sp>
        <p:sp>
          <p:nvSpPr>
            <p:cNvPr id="7" name="pl6"/>
            <p:cNvSpPr/>
            <p:nvPr/>
          </p:nvSpPr>
          <p:spPr>
            <a:xfrm>
              <a:off x="1886674" y="3165040"/>
              <a:ext cx="344916" cy="398274"/>
            </a:xfrm>
            <a:custGeom>
              <a:avLst/>
              <a:pathLst>
                <a:path w="344916" h="398274">
                  <a:moveTo>
                    <a:pt x="172458" y="0"/>
                  </a:moveTo>
                  <a:lnTo>
                    <a:pt x="0" y="99568"/>
                  </a:lnTo>
                  <a:lnTo>
                    <a:pt x="0" y="298706"/>
                  </a:lnTo>
                  <a:lnTo>
                    <a:pt x="172458" y="398274"/>
                  </a:lnTo>
                  <a:lnTo>
                    <a:pt x="344916" y="298706"/>
                  </a:lnTo>
                  <a:lnTo>
                    <a:pt x="344916" y="99568"/>
                  </a:lnTo>
                  <a:lnTo>
                    <a:pt x="172458" y="0"/>
                  </a:lnTo>
                </a:path>
              </a:pathLst>
            </a:custGeom>
            <a:ln w="13550" cap="flat">
              <a:solidFill>
                <a:srgbClr val="DDDDDD">
                  <a:alpha val="100000"/>
                </a:srgbClr>
              </a:solidFill>
              <a:prstDash val="solid"/>
              <a:round/>
            </a:ln>
          </p:spPr>
          <p:txBody>
            <a:bodyPr/>
            <a:lstStyle/>
            <a:p/>
          </p:txBody>
        </p:sp>
        <p:sp>
          <p:nvSpPr>
            <p:cNvPr id="8" name="pl7"/>
            <p:cNvSpPr/>
            <p:nvPr/>
          </p:nvSpPr>
          <p:spPr>
            <a:xfrm>
              <a:off x="1714216" y="2965902"/>
              <a:ext cx="689832" cy="796549"/>
            </a:xfrm>
            <a:custGeom>
              <a:avLst/>
              <a:pathLst>
                <a:path w="689832" h="796549">
                  <a:moveTo>
                    <a:pt x="344916" y="0"/>
                  </a:moveTo>
                  <a:lnTo>
                    <a:pt x="0" y="199137"/>
                  </a:lnTo>
                  <a:lnTo>
                    <a:pt x="0" y="597412"/>
                  </a:lnTo>
                  <a:lnTo>
                    <a:pt x="344916" y="796549"/>
                  </a:lnTo>
                  <a:lnTo>
                    <a:pt x="689832" y="597412"/>
                  </a:lnTo>
                  <a:lnTo>
                    <a:pt x="689832" y="199137"/>
                  </a:lnTo>
                  <a:lnTo>
                    <a:pt x="344916" y="0"/>
                  </a:lnTo>
                </a:path>
              </a:pathLst>
            </a:custGeom>
            <a:ln w="13550" cap="flat">
              <a:solidFill>
                <a:srgbClr val="DDDDDD">
                  <a:alpha val="100000"/>
                </a:srgbClr>
              </a:solidFill>
              <a:prstDash val="solid"/>
              <a:round/>
            </a:ln>
          </p:spPr>
          <p:txBody>
            <a:bodyPr/>
            <a:lstStyle/>
            <a:p/>
          </p:txBody>
        </p:sp>
        <p:sp>
          <p:nvSpPr>
            <p:cNvPr id="9" name="pl8"/>
            <p:cNvSpPr/>
            <p:nvPr/>
          </p:nvSpPr>
          <p:spPr>
            <a:xfrm>
              <a:off x="1541758" y="2766765"/>
              <a:ext cx="1034748" cy="1194824"/>
            </a:xfrm>
            <a:custGeom>
              <a:avLst/>
              <a:pathLst>
                <a:path w="1034748" h="1194824">
                  <a:moveTo>
                    <a:pt x="517374" y="0"/>
                  </a:moveTo>
                  <a:lnTo>
                    <a:pt x="0" y="298706"/>
                  </a:lnTo>
                  <a:lnTo>
                    <a:pt x="0" y="896118"/>
                  </a:lnTo>
                  <a:lnTo>
                    <a:pt x="517374" y="1194824"/>
                  </a:lnTo>
                  <a:lnTo>
                    <a:pt x="1034748" y="896118"/>
                  </a:lnTo>
                  <a:lnTo>
                    <a:pt x="1034748" y="298706"/>
                  </a:lnTo>
                  <a:lnTo>
                    <a:pt x="517374" y="0"/>
                  </a:lnTo>
                </a:path>
              </a:pathLst>
            </a:custGeom>
            <a:ln w="13550" cap="flat">
              <a:solidFill>
                <a:srgbClr val="DDDDDD">
                  <a:alpha val="100000"/>
                </a:srgbClr>
              </a:solidFill>
              <a:prstDash val="solid"/>
              <a:round/>
            </a:ln>
          </p:spPr>
          <p:txBody>
            <a:bodyPr/>
            <a:lstStyle/>
            <a:p/>
          </p:txBody>
        </p:sp>
        <p:sp>
          <p:nvSpPr>
            <p:cNvPr id="10" name="pl9"/>
            <p:cNvSpPr/>
            <p:nvPr/>
          </p:nvSpPr>
          <p:spPr>
            <a:xfrm>
              <a:off x="1369300" y="2567628"/>
              <a:ext cx="1379664" cy="1593099"/>
            </a:xfrm>
            <a:custGeom>
              <a:avLst/>
              <a:pathLst>
                <a:path w="1379664" h="1593099">
                  <a:moveTo>
                    <a:pt x="689832" y="0"/>
                  </a:moveTo>
                  <a:lnTo>
                    <a:pt x="0" y="398274"/>
                  </a:lnTo>
                  <a:lnTo>
                    <a:pt x="0" y="1194824"/>
                  </a:lnTo>
                  <a:lnTo>
                    <a:pt x="689832" y="1593099"/>
                  </a:lnTo>
                  <a:lnTo>
                    <a:pt x="1379664" y="1194824"/>
                  </a:lnTo>
                  <a:lnTo>
                    <a:pt x="1379664" y="398274"/>
                  </a:lnTo>
                  <a:lnTo>
                    <a:pt x="689832" y="0"/>
                  </a:lnTo>
                </a:path>
              </a:pathLst>
            </a:custGeom>
            <a:ln w="13550" cap="flat">
              <a:solidFill>
                <a:srgbClr val="DDDDDD">
                  <a:alpha val="100000"/>
                </a:srgbClr>
              </a:solidFill>
              <a:prstDash val="solid"/>
              <a:round/>
            </a:ln>
          </p:spPr>
          <p:txBody>
            <a:bodyPr/>
            <a:lstStyle/>
            <a:p/>
          </p:txBody>
        </p:sp>
        <p:sp>
          <p:nvSpPr>
            <p:cNvPr id="11" name="pl10"/>
            <p:cNvSpPr/>
            <p:nvPr/>
          </p:nvSpPr>
          <p:spPr>
            <a:xfrm>
              <a:off x="1196841" y="2368490"/>
              <a:ext cx="1724580" cy="1991373"/>
            </a:xfrm>
            <a:custGeom>
              <a:avLst/>
              <a:pathLst>
                <a:path w="1724580" h="1991373">
                  <a:moveTo>
                    <a:pt x="862290" y="0"/>
                  </a:moveTo>
                  <a:lnTo>
                    <a:pt x="0" y="497843"/>
                  </a:lnTo>
                  <a:lnTo>
                    <a:pt x="0" y="1493530"/>
                  </a:lnTo>
                  <a:lnTo>
                    <a:pt x="862290" y="1991373"/>
                  </a:lnTo>
                  <a:lnTo>
                    <a:pt x="1724580" y="1493530"/>
                  </a:lnTo>
                  <a:lnTo>
                    <a:pt x="1724580" y="497843"/>
                  </a:lnTo>
                  <a:lnTo>
                    <a:pt x="862290" y="0"/>
                  </a:lnTo>
                </a:path>
              </a:pathLst>
            </a:custGeom>
            <a:ln w="13550" cap="flat">
              <a:solidFill>
                <a:srgbClr val="DDDDDD">
                  <a:alpha val="100000"/>
                </a:srgbClr>
              </a:solidFill>
              <a:prstDash val="solid"/>
              <a:round/>
            </a:ln>
          </p:spPr>
          <p:txBody>
            <a:bodyPr/>
            <a:lstStyle/>
            <a:p/>
          </p:txBody>
        </p:sp>
        <p:sp>
          <p:nvSpPr>
            <p:cNvPr id="12" name="pl11"/>
            <p:cNvSpPr/>
            <p:nvPr/>
          </p:nvSpPr>
          <p:spPr>
            <a:xfrm>
              <a:off x="1230657" y="2388013"/>
              <a:ext cx="1640042" cy="1932804"/>
            </a:xfrm>
            <a:custGeom>
              <a:avLst/>
              <a:pathLst>
                <a:path w="1640042" h="1932804">
                  <a:moveTo>
                    <a:pt x="828474" y="0"/>
                  </a:moveTo>
                  <a:lnTo>
                    <a:pt x="0" y="497843"/>
                  </a:lnTo>
                  <a:lnTo>
                    <a:pt x="33815" y="1434960"/>
                  </a:lnTo>
                  <a:lnTo>
                    <a:pt x="828474" y="1932804"/>
                  </a:lnTo>
                  <a:lnTo>
                    <a:pt x="1640042" y="1444722"/>
                  </a:lnTo>
                  <a:lnTo>
                    <a:pt x="1623134" y="517366"/>
                  </a:lnTo>
                  <a:lnTo>
                    <a:pt x="828474" y="0"/>
                  </a:lnTo>
                </a:path>
              </a:pathLst>
            </a:custGeom>
            <a:ln w="16260" cap="flat">
              <a:solidFill>
                <a:srgbClr val="0B4F8C">
                  <a:alpha val="100000"/>
                </a:srgbClr>
              </a:solidFill>
              <a:prstDash val="solid"/>
              <a:round/>
            </a:ln>
          </p:spPr>
          <p:txBody>
            <a:bodyPr/>
            <a:lstStyle/>
            <a:p/>
          </p:txBody>
        </p:sp>
        <p:sp>
          <p:nvSpPr>
            <p:cNvPr id="13" name="pl12"/>
            <p:cNvSpPr/>
            <p:nvPr/>
          </p:nvSpPr>
          <p:spPr>
            <a:xfrm>
              <a:off x="1252218" y="2405029"/>
              <a:ext cx="1637560" cy="1909161"/>
            </a:xfrm>
            <a:custGeom>
              <a:avLst/>
              <a:pathLst>
                <a:path w="1637560" h="1909161">
                  <a:moveTo>
                    <a:pt x="806913" y="0"/>
                  </a:moveTo>
                  <a:lnTo>
                    <a:pt x="23732" y="506978"/>
                  </a:lnTo>
                  <a:lnTo>
                    <a:pt x="0" y="1425019"/>
                  </a:lnTo>
                  <a:lnTo>
                    <a:pt x="806913" y="1909161"/>
                  </a:lnTo>
                  <a:lnTo>
                    <a:pt x="1637560" y="1438721"/>
                  </a:lnTo>
                  <a:lnTo>
                    <a:pt x="1613827" y="493276"/>
                  </a:lnTo>
                  <a:lnTo>
                    <a:pt x="806913" y="0"/>
                  </a:lnTo>
                </a:path>
              </a:pathLst>
            </a:custGeom>
            <a:ln w="16260" cap="flat">
              <a:solidFill>
                <a:srgbClr val="2A9D8F">
                  <a:alpha val="100000"/>
                </a:srgbClr>
              </a:solidFill>
              <a:prstDash val="solid"/>
              <a:round/>
            </a:ln>
          </p:spPr>
          <p:txBody>
            <a:bodyPr/>
            <a:lstStyle/>
            <a:p/>
          </p:txBody>
        </p:sp>
        <p:sp>
          <p:nvSpPr>
            <p:cNvPr id="14" name="pl13"/>
            <p:cNvSpPr/>
            <p:nvPr/>
          </p:nvSpPr>
          <p:spPr>
            <a:xfrm>
              <a:off x="1212909" y="2387043"/>
              <a:ext cx="1687089" cy="1904792"/>
            </a:xfrm>
            <a:custGeom>
              <a:avLst/>
              <a:pathLst>
                <a:path w="1687089" h="1904792">
                  <a:moveTo>
                    <a:pt x="846222" y="0"/>
                  </a:moveTo>
                  <a:lnTo>
                    <a:pt x="0" y="488566"/>
                  </a:lnTo>
                  <a:lnTo>
                    <a:pt x="37490" y="1444055"/>
                  </a:lnTo>
                  <a:lnTo>
                    <a:pt x="846222" y="1904792"/>
                  </a:lnTo>
                  <a:lnTo>
                    <a:pt x="1687089" y="1462608"/>
                  </a:lnTo>
                  <a:lnTo>
                    <a:pt x="1665666" y="504027"/>
                  </a:lnTo>
                  <a:lnTo>
                    <a:pt x="846222" y="0"/>
                  </a:lnTo>
                </a:path>
              </a:pathLst>
            </a:custGeom>
            <a:ln w="16260" cap="flat">
              <a:solidFill>
                <a:srgbClr val="E9C46A">
                  <a:alpha val="100000"/>
                </a:srgbClr>
              </a:solidFill>
              <a:prstDash val="solid"/>
              <a:round/>
            </a:ln>
          </p:spPr>
          <p:txBody>
            <a:bodyPr/>
            <a:lstStyle/>
            <a:p/>
          </p:txBody>
        </p:sp>
        <p:sp>
          <p:nvSpPr>
            <p:cNvPr id="15" name="pt14"/>
            <p:cNvSpPr/>
            <p:nvPr/>
          </p:nvSpPr>
          <p:spPr>
            <a:xfrm>
              <a:off x="2022928" y="2351810"/>
              <a:ext cx="72406" cy="72406"/>
            </a:xfrm>
            <a:prstGeom prst="ellipse">
              <a:avLst/>
            </a:prstGeom>
            <a:solidFill>
              <a:srgbClr val="0B4F8C">
                <a:alpha val="100000"/>
              </a:srgbClr>
            </a:solidFill>
            <a:ln w="7363" cap="rnd">
              <a:solidFill>
                <a:srgbClr val="0B4F8C">
                  <a:alpha val="100000"/>
                </a:srgbClr>
              </a:solidFill>
              <a:prstDash val="solid"/>
              <a:round/>
            </a:ln>
          </p:spPr>
          <p:txBody>
            <a:bodyPr/>
            <a:lstStyle/>
            <a:p/>
          </p:txBody>
        </p:sp>
        <p:sp>
          <p:nvSpPr>
            <p:cNvPr id="16" name="pt15"/>
            <p:cNvSpPr/>
            <p:nvPr/>
          </p:nvSpPr>
          <p:spPr>
            <a:xfrm>
              <a:off x="1194453" y="2849654"/>
              <a:ext cx="72406" cy="72406"/>
            </a:xfrm>
            <a:prstGeom prst="ellipse">
              <a:avLst/>
            </a:prstGeom>
            <a:solidFill>
              <a:srgbClr val="0B4F8C">
                <a:alpha val="100000"/>
              </a:srgbClr>
            </a:solidFill>
            <a:ln w="7363" cap="rnd">
              <a:solidFill>
                <a:srgbClr val="0B4F8C">
                  <a:alpha val="100000"/>
                </a:srgbClr>
              </a:solidFill>
              <a:prstDash val="solid"/>
              <a:round/>
            </a:ln>
          </p:spPr>
          <p:txBody>
            <a:bodyPr/>
            <a:lstStyle/>
            <a:p/>
          </p:txBody>
        </p:sp>
        <p:sp>
          <p:nvSpPr>
            <p:cNvPr id="17" name="pt16"/>
            <p:cNvSpPr/>
            <p:nvPr/>
          </p:nvSpPr>
          <p:spPr>
            <a:xfrm>
              <a:off x="1228269" y="3786771"/>
              <a:ext cx="72406" cy="72406"/>
            </a:xfrm>
            <a:prstGeom prst="ellipse">
              <a:avLst/>
            </a:prstGeom>
            <a:solidFill>
              <a:srgbClr val="0B4F8C">
                <a:alpha val="100000"/>
              </a:srgbClr>
            </a:solidFill>
            <a:ln w="7363" cap="rnd">
              <a:solidFill>
                <a:srgbClr val="0B4F8C">
                  <a:alpha val="100000"/>
                </a:srgbClr>
              </a:solidFill>
              <a:prstDash val="solid"/>
              <a:round/>
            </a:ln>
          </p:spPr>
          <p:txBody>
            <a:bodyPr/>
            <a:lstStyle/>
            <a:p/>
          </p:txBody>
        </p:sp>
        <p:sp>
          <p:nvSpPr>
            <p:cNvPr id="18" name="pt17"/>
            <p:cNvSpPr/>
            <p:nvPr/>
          </p:nvSpPr>
          <p:spPr>
            <a:xfrm>
              <a:off x="2022928" y="4284614"/>
              <a:ext cx="72406" cy="72406"/>
            </a:xfrm>
            <a:prstGeom prst="ellipse">
              <a:avLst/>
            </a:prstGeom>
            <a:solidFill>
              <a:srgbClr val="0B4F8C">
                <a:alpha val="100000"/>
              </a:srgbClr>
            </a:solidFill>
            <a:ln w="7363" cap="rnd">
              <a:solidFill>
                <a:srgbClr val="0B4F8C">
                  <a:alpha val="100000"/>
                </a:srgbClr>
              </a:solidFill>
              <a:prstDash val="solid"/>
              <a:round/>
            </a:ln>
          </p:spPr>
          <p:txBody>
            <a:bodyPr/>
            <a:lstStyle/>
            <a:p/>
          </p:txBody>
        </p:sp>
        <p:sp>
          <p:nvSpPr>
            <p:cNvPr id="19" name="pt18"/>
            <p:cNvSpPr/>
            <p:nvPr/>
          </p:nvSpPr>
          <p:spPr>
            <a:xfrm>
              <a:off x="2834496" y="3796532"/>
              <a:ext cx="72406" cy="72406"/>
            </a:xfrm>
            <a:prstGeom prst="ellipse">
              <a:avLst/>
            </a:prstGeom>
            <a:solidFill>
              <a:srgbClr val="0B4F8C">
                <a:alpha val="100000"/>
              </a:srgbClr>
            </a:solidFill>
            <a:ln w="7363" cap="rnd">
              <a:solidFill>
                <a:srgbClr val="0B4F8C">
                  <a:alpha val="100000"/>
                </a:srgbClr>
              </a:solidFill>
              <a:prstDash val="solid"/>
              <a:round/>
            </a:ln>
          </p:spPr>
          <p:txBody>
            <a:bodyPr/>
            <a:lstStyle/>
            <a:p/>
          </p:txBody>
        </p:sp>
        <p:sp>
          <p:nvSpPr>
            <p:cNvPr id="20" name="pt19"/>
            <p:cNvSpPr/>
            <p:nvPr/>
          </p:nvSpPr>
          <p:spPr>
            <a:xfrm>
              <a:off x="2817588" y="2869177"/>
              <a:ext cx="72406" cy="72406"/>
            </a:xfrm>
            <a:prstGeom prst="ellipse">
              <a:avLst/>
            </a:prstGeom>
            <a:solidFill>
              <a:srgbClr val="0B4F8C">
                <a:alpha val="100000"/>
              </a:srgbClr>
            </a:solidFill>
            <a:ln w="7363" cap="rnd">
              <a:solidFill>
                <a:srgbClr val="0B4F8C">
                  <a:alpha val="100000"/>
                </a:srgbClr>
              </a:solidFill>
              <a:prstDash val="solid"/>
              <a:round/>
            </a:ln>
          </p:spPr>
          <p:txBody>
            <a:bodyPr/>
            <a:lstStyle/>
            <a:p/>
          </p:txBody>
        </p:sp>
        <p:sp>
          <p:nvSpPr>
            <p:cNvPr id="21" name="pt20"/>
            <p:cNvSpPr/>
            <p:nvPr/>
          </p:nvSpPr>
          <p:spPr>
            <a:xfrm>
              <a:off x="2022928" y="2368826"/>
              <a:ext cx="72406" cy="72406"/>
            </a:xfrm>
            <a:prstGeom prst="ellipse">
              <a:avLst/>
            </a:prstGeom>
            <a:solidFill>
              <a:srgbClr val="2A9D8F">
                <a:alpha val="100000"/>
              </a:srgbClr>
            </a:solidFill>
            <a:ln w="7363" cap="rnd">
              <a:solidFill>
                <a:srgbClr val="2A9D8F">
                  <a:alpha val="100000"/>
                </a:srgbClr>
              </a:solidFill>
              <a:prstDash val="solid"/>
              <a:round/>
            </a:ln>
          </p:spPr>
          <p:txBody>
            <a:bodyPr/>
            <a:lstStyle/>
            <a:p/>
          </p:txBody>
        </p:sp>
        <p:sp>
          <p:nvSpPr>
            <p:cNvPr id="22" name="pt21"/>
            <p:cNvSpPr/>
            <p:nvPr/>
          </p:nvSpPr>
          <p:spPr>
            <a:xfrm>
              <a:off x="1239747" y="2875804"/>
              <a:ext cx="72406" cy="72406"/>
            </a:xfrm>
            <a:prstGeom prst="ellipse">
              <a:avLst/>
            </a:prstGeom>
            <a:solidFill>
              <a:srgbClr val="2A9D8F">
                <a:alpha val="100000"/>
              </a:srgbClr>
            </a:solidFill>
            <a:ln w="7363" cap="rnd">
              <a:solidFill>
                <a:srgbClr val="2A9D8F">
                  <a:alpha val="100000"/>
                </a:srgbClr>
              </a:solidFill>
              <a:prstDash val="solid"/>
              <a:round/>
            </a:ln>
          </p:spPr>
          <p:txBody>
            <a:bodyPr/>
            <a:lstStyle/>
            <a:p/>
          </p:txBody>
        </p:sp>
        <p:sp>
          <p:nvSpPr>
            <p:cNvPr id="23" name="pt22"/>
            <p:cNvSpPr/>
            <p:nvPr/>
          </p:nvSpPr>
          <p:spPr>
            <a:xfrm>
              <a:off x="1216015" y="3793846"/>
              <a:ext cx="72406" cy="72406"/>
            </a:xfrm>
            <a:prstGeom prst="ellipse">
              <a:avLst/>
            </a:prstGeom>
            <a:solidFill>
              <a:srgbClr val="2A9D8F">
                <a:alpha val="100000"/>
              </a:srgbClr>
            </a:solidFill>
            <a:ln w="7363" cap="rnd">
              <a:solidFill>
                <a:srgbClr val="2A9D8F">
                  <a:alpha val="100000"/>
                </a:srgbClr>
              </a:solidFill>
              <a:prstDash val="solid"/>
              <a:round/>
            </a:ln>
          </p:spPr>
          <p:txBody>
            <a:bodyPr/>
            <a:lstStyle/>
            <a:p/>
          </p:txBody>
        </p:sp>
        <p:sp>
          <p:nvSpPr>
            <p:cNvPr id="24" name="pt23"/>
            <p:cNvSpPr/>
            <p:nvPr/>
          </p:nvSpPr>
          <p:spPr>
            <a:xfrm>
              <a:off x="2022928" y="4277987"/>
              <a:ext cx="72406" cy="72406"/>
            </a:xfrm>
            <a:prstGeom prst="ellipse">
              <a:avLst/>
            </a:prstGeom>
            <a:solidFill>
              <a:srgbClr val="2A9D8F">
                <a:alpha val="100000"/>
              </a:srgbClr>
            </a:solidFill>
            <a:ln w="7363" cap="rnd">
              <a:solidFill>
                <a:srgbClr val="2A9D8F">
                  <a:alpha val="100000"/>
                </a:srgbClr>
              </a:solidFill>
              <a:prstDash val="solid"/>
              <a:round/>
            </a:ln>
          </p:spPr>
          <p:txBody>
            <a:bodyPr/>
            <a:lstStyle/>
            <a:p/>
          </p:txBody>
        </p:sp>
        <p:sp>
          <p:nvSpPr>
            <p:cNvPr id="25" name="pt24"/>
            <p:cNvSpPr/>
            <p:nvPr/>
          </p:nvSpPr>
          <p:spPr>
            <a:xfrm>
              <a:off x="2853575" y="3807548"/>
              <a:ext cx="72406" cy="72406"/>
            </a:xfrm>
            <a:prstGeom prst="ellipse">
              <a:avLst/>
            </a:prstGeom>
            <a:solidFill>
              <a:srgbClr val="2A9D8F">
                <a:alpha val="100000"/>
              </a:srgbClr>
            </a:solidFill>
            <a:ln w="7363" cap="rnd">
              <a:solidFill>
                <a:srgbClr val="2A9D8F">
                  <a:alpha val="100000"/>
                </a:srgbClr>
              </a:solidFill>
              <a:prstDash val="solid"/>
              <a:round/>
            </a:ln>
          </p:spPr>
          <p:txBody>
            <a:bodyPr/>
            <a:lstStyle/>
            <a:p/>
          </p:txBody>
        </p:sp>
        <p:sp>
          <p:nvSpPr>
            <p:cNvPr id="26" name="pt25"/>
            <p:cNvSpPr/>
            <p:nvPr/>
          </p:nvSpPr>
          <p:spPr>
            <a:xfrm>
              <a:off x="2829842" y="2862102"/>
              <a:ext cx="72406" cy="72406"/>
            </a:xfrm>
            <a:prstGeom prst="ellipse">
              <a:avLst/>
            </a:prstGeom>
            <a:solidFill>
              <a:srgbClr val="2A9D8F">
                <a:alpha val="100000"/>
              </a:srgbClr>
            </a:solidFill>
            <a:ln w="7363" cap="rnd">
              <a:solidFill>
                <a:srgbClr val="2A9D8F">
                  <a:alpha val="100000"/>
                </a:srgbClr>
              </a:solidFill>
              <a:prstDash val="solid"/>
              <a:round/>
            </a:ln>
          </p:spPr>
          <p:txBody>
            <a:bodyPr/>
            <a:lstStyle/>
            <a:p/>
          </p:txBody>
        </p:sp>
        <p:sp>
          <p:nvSpPr>
            <p:cNvPr id="27" name="pt26"/>
            <p:cNvSpPr/>
            <p:nvPr/>
          </p:nvSpPr>
          <p:spPr>
            <a:xfrm>
              <a:off x="2022928" y="2350840"/>
              <a:ext cx="72406" cy="72406"/>
            </a:xfrm>
            <a:prstGeom prst="ellipse">
              <a:avLst/>
            </a:prstGeom>
            <a:solidFill>
              <a:srgbClr val="E9C46A">
                <a:alpha val="100000"/>
              </a:srgbClr>
            </a:solidFill>
            <a:ln w="7363" cap="rnd">
              <a:solidFill>
                <a:srgbClr val="E9C46A">
                  <a:alpha val="100000"/>
                </a:srgbClr>
              </a:solidFill>
              <a:prstDash val="solid"/>
              <a:round/>
            </a:ln>
          </p:spPr>
          <p:txBody>
            <a:bodyPr/>
            <a:lstStyle/>
            <a:p/>
          </p:txBody>
        </p:sp>
        <p:sp>
          <p:nvSpPr>
            <p:cNvPr id="28" name="pt27"/>
            <p:cNvSpPr/>
            <p:nvPr/>
          </p:nvSpPr>
          <p:spPr>
            <a:xfrm>
              <a:off x="1176706" y="2839407"/>
              <a:ext cx="72406" cy="72406"/>
            </a:xfrm>
            <a:prstGeom prst="ellipse">
              <a:avLst/>
            </a:prstGeom>
            <a:solidFill>
              <a:srgbClr val="E9C46A">
                <a:alpha val="100000"/>
              </a:srgbClr>
            </a:solidFill>
            <a:ln w="7363" cap="rnd">
              <a:solidFill>
                <a:srgbClr val="E9C46A">
                  <a:alpha val="100000"/>
                </a:srgbClr>
              </a:solidFill>
              <a:prstDash val="solid"/>
              <a:round/>
            </a:ln>
          </p:spPr>
          <p:txBody>
            <a:bodyPr/>
            <a:lstStyle/>
            <a:p/>
          </p:txBody>
        </p:sp>
        <p:sp>
          <p:nvSpPr>
            <p:cNvPr id="29" name="pt28"/>
            <p:cNvSpPr/>
            <p:nvPr/>
          </p:nvSpPr>
          <p:spPr>
            <a:xfrm>
              <a:off x="1214197" y="3794895"/>
              <a:ext cx="72406" cy="72406"/>
            </a:xfrm>
            <a:prstGeom prst="ellipse">
              <a:avLst/>
            </a:prstGeom>
            <a:solidFill>
              <a:srgbClr val="E9C46A">
                <a:alpha val="100000"/>
              </a:srgbClr>
            </a:solidFill>
            <a:ln w="7363" cap="rnd">
              <a:solidFill>
                <a:srgbClr val="E9C46A">
                  <a:alpha val="100000"/>
                </a:srgbClr>
              </a:solidFill>
              <a:prstDash val="solid"/>
              <a:round/>
            </a:ln>
          </p:spPr>
          <p:txBody>
            <a:bodyPr/>
            <a:lstStyle/>
            <a:p/>
          </p:txBody>
        </p:sp>
        <p:sp>
          <p:nvSpPr>
            <p:cNvPr id="30" name="pt29"/>
            <p:cNvSpPr/>
            <p:nvPr/>
          </p:nvSpPr>
          <p:spPr>
            <a:xfrm>
              <a:off x="2022928" y="4255632"/>
              <a:ext cx="72406" cy="72406"/>
            </a:xfrm>
            <a:prstGeom prst="ellipse">
              <a:avLst/>
            </a:prstGeom>
            <a:solidFill>
              <a:srgbClr val="E9C46A">
                <a:alpha val="100000"/>
              </a:srgbClr>
            </a:solidFill>
            <a:ln w="7363" cap="rnd">
              <a:solidFill>
                <a:srgbClr val="E9C46A">
                  <a:alpha val="100000"/>
                </a:srgbClr>
              </a:solidFill>
              <a:prstDash val="solid"/>
              <a:round/>
            </a:ln>
          </p:spPr>
          <p:txBody>
            <a:bodyPr/>
            <a:lstStyle/>
            <a:p/>
          </p:txBody>
        </p:sp>
        <p:sp>
          <p:nvSpPr>
            <p:cNvPr id="31" name="pt30"/>
            <p:cNvSpPr/>
            <p:nvPr/>
          </p:nvSpPr>
          <p:spPr>
            <a:xfrm>
              <a:off x="2863795" y="3813448"/>
              <a:ext cx="72406" cy="72406"/>
            </a:xfrm>
            <a:prstGeom prst="ellipse">
              <a:avLst/>
            </a:prstGeom>
            <a:solidFill>
              <a:srgbClr val="E9C46A">
                <a:alpha val="100000"/>
              </a:srgbClr>
            </a:solidFill>
            <a:ln w="7363" cap="rnd">
              <a:solidFill>
                <a:srgbClr val="E9C46A">
                  <a:alpha val="100000"/>
                </a:srgbClr>
              </a:solidFill>
              <a:prstDash val="solid"/>
              <a:round/>
            </a:ln>
          </p:spPr>
          <p:txBody>
            <a:bodyPr/>
            <a:lstStyle/>
            <a:p/>
          </p:txBody>
        </p:sp>
        <p:sp>
          <p:nvSpPr>
            <p:cNvPr id="32" name="pt31"/>
            <p:cNvSpPr/>
            <p:nvPr/>
          </p:nvSpPr>
          <p:spPr>
            <a:xfrm>
              <a:off x="2842372" y="2854868"/>
              <a:ext cx="72406" cy="72406"/>
            </a:xfrm>
            <a:prstGeom prst="ellipse">
              <a:avLst/>
            </a:prstGeom>
            <a:solidFill>
              <a:srgbClr val="E9C46A">
                <a:alpha val="100000"/>
              </a:srgbClr>
            </a:solidFill>
            <a:ln w="7363" cap="rnd">
              <a:solidFill>
                <a:srgbClr val="E9C46A">
                  <a:alpha val="100000"/>
                </a:srgbClr>
              </a:solidFill>
              <a:prstDash val="solid"/>
              <a:round/>
            </a:ln>
          </p:spPr>
          <p:txBody>
            <a:bodyPr/>
            <a:lstStyle/>
            <a:p/>
          </p:txBody>
        </p:sp>
        <p:sp>
          <p:nvSpPr>
            <p:cNvPr id="33" name="tx32"/>
            <p:cNvSpPr/>
            <p:nvPr/>
          </p:nvSpPr>
          <p:spPr>
            <a:xfrm>
              <a:off x="1455052" y="1938414"/>
              <a:ext cx="1208158"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a:solidFill>
                    <a:srgbClr val="081F5C">
                      <a:alpha val="100000"/>
                    </a:srgbClr>
                  </a:solidFill>
                  <a:latin typeface="Arial"/>
                  <a:cs typeface="Arial"/>
                </a:rPr>
                <a:t>Estados Financieros</a:t>
              </a:r>
            </a:p>
          </p:txBody>
        </p:sp>
        <p:sp>
          <p:nvSpPr>
            <p:cNvPr id="34" name="tx33"/>
            <p:cNvSpPr/>
            <p:nvPr/>
          </p:nvSpPr>
          <p:spPr>
            <a:xfrm>
              <a:off x="824752" y="2668081"/>
              <a:ext cx="533725" cy="97538"/>
            </a:xfrm>
            <a:prstGeom prst="rect">
              <a:avLst/>
            </a:prstGeom>
            <a:noFill/>
          </p:spPr>
          <p:txBody>
            <a:bodyPr lIns="0" rIns="0" tIns="0" bIns="0" anchorCtr="1" anchor="ctr" wrap="none"/>
            <a:lstStyle/>
            <a:p>
              <a:pPr algn="l" marL="0" marR="0" indent="0">
                <a:lnSpc>
                  <a:spcPts val="1050"/>
                </a:lnSpc>
                <a:spcBef>
                  <a:spcPts val="0"/>
                </a:spcBef>
                <a:spcAft>
                  <a:spcPts val="0"/>
                </a:spcAft>
              </a:pPr>
              <a:r>
                <a:rPr sz="1050">
                  <a:solidFill>
                    <a:srgbClr val="081F5C">
                      <a:alpha val="100000"/>
                    </a:srgbClr>
                  </a:solidFill>
                  <a:latin typeface="Arial"/>
                  <a:cs typeface="Arial"/>
                </a:rPr>
                <a:t>Auditoría</a:t>
              </a:r>
            </a:p>
          </p:txBody>
        </p:sp>
        <p:sp>
          <p:nvSpPr>
            <p:cNvPr id="35" name="tx34"/>
            <p:cNvSpPr/>
            <p:nvPr/>
          </p:nvSpPr>
          <p:spPr>
            <a:xfrm>
              <a:off x="827658" y="3857034"/>
              <a:ext cx="518749" cy="125145"/>
            </a:xfrm>
            <a:prstGeom prst="rect">
              <a:avLst/>
            </a:prstGeom>
            <a:noFill/>
          </p:spPr>
          <p:txBody>
            <a:bodyPr lIns="0" rIns="0" tIns="0" bIns="0" anchorCtr="1" anchor="ctr" wrap="none"/>
            <a:lstStyle/>
            <a:p>
              <a:pPr algn="l" marL="0" marR="0" indent="0">
                <a:lnSpc>
                  <a:spcPts val="1050"/>
                </a:lnSpc>
                <a:spcBef>
                  <a:spcPts val="0"/>
                </a:spcBef>
                <a:spcAft>
                  <a:spcPts val="0"/>
                </a:spcAft>
              </a:pPr>
              <a:r>
                <a:rPr sz="1050">
                  <a:solidFill>
                    <a:srgbClr val="081F5C">
                      <a:alpha val="100000"/>
                    </a:srgbClr>
                  </a:solidFill>
                  <a:latin typeface="Arial"/>
                  <a:cs typeface="Arial"/>
                </a:rPr>
                <a:t>Costos y</a:t>
              </a:r>
            </a:p>
          </p:txBody>
        </p:sp>
        <p:sp>
          <p:nvSpPr>
            <p:cNvPr id="36" name="tx35"/>
            <p:cNvSpPr/>
            <p:nvPr/>
          </p:nvSpPr>
          <p:spPr>
            <a:xfrm>
              <a:off x="545786" y="4014393"/>
              <a:ext cx="800620" cy="119806"/>
            </a:xfrm>
            <a:prstGeom prst="rect">
              <a:avLst/>
            </a:prstGeom>
            <a:noFill/>
          </p:spPr>
          <p:txBody>
            <a:bodyPr lIns="0" rIns="0" tIns="0" bIns="0" anchorCtr="1" anchor="ctr" wrap="none"/>
            <a:lstStyle/>
            <a:p>
              <a:pPr algn="l" marL="0" marR="0" indent="0">
                <a:lnSpc>
                  <a:spcPts val="1050"/>
                </a:lnSpc>
                <a:spcBef>
                  <a:spcPts val="0"/>
                </a:spcBef>
                <a:spcAft>
                  <a:spcPts val="0"/>
                </a:spcAft>
              </a:pPr>
              <a:r>
                <a:rPr sz="1050">
                  <a:solidFill>
                    <a:srgbClr val="081F5C">
                      <a:alpha val="100000"/>
                    </a:srgbClr>
                  </a:solidFill>
                  <a:latin typeface="Arial"/>
                  <a:cs typeface="Arial"/>
                </a:rPr>
                <a:t>presupuestos</a:t>
              </a:r>
            </a:p>
          </p:txBody>
        </p:sp>
        <p:sp>
          <p:nvSpPr>
            <p:cNvPr id="37" name="tx36"/>
            <p:cNvSpPr/>
            <p:nvPr/>
          </p:nvSpPr>
          <p:spPr>
            <a:xfrm>
              <a:off x="1788590" y="4691360"/>
              <a:ext cx="541083"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a:solidFill>
                    <a:srgbClr val="081F5C">
                      <a:alpha val="100000"/>
                    </a:srgbClr>
                  </a:solidFill>
                  <a:latin typeface="Arial"/>
                  <a:cs typeface="Arial"/>
                </a:rPr>
                <a:t>Finanzas</a:t>
              </a:r>
            </a:p>
          </p:txBody>
        </p:sp>
        <p:sp>
          <p:nvSpPr>
            <p:cNvPr id="38" name="tx37"/>
            <p:cNvSpPr/>
            <p:nvPr/>
          </p:nvSpPr>
          <p:spPr>
            <a:xfrm>
              <a:off x="2771833" y="3960652"/>
              <a:ext cx="659652" cy="97538"/>
            </a:xfrm>
            <a:prstGeom prst="rect">
              <a:avLst/>
            </a:prstGeom>
            <a:noFill/>
          </p:spPr>
          <p:txBody>
            <a:bodyPr lIns="0" rIns="0" tIns="0" bIns="0" anchorCtr="1" anchor="ctr" wrap="none"/>
            <a:lstStyle/>
            <a:p>
              <a:pPr algn="l" marL="0" marR="0" indent="0">
                <a:lnSpc>
                  <a:spcPts val="1050"/>
                </a:lnSpc>
                <a:spcBef>
                  <a:spcPts val="0"/>
                </a:spcBef>
                <a:spcAft>
                  <a:spcPts val="0"/>
                </a:spcAft>
              </a:pPr>
              <a:r>
                <a:rPr sz="1050">
                  <a:solidFill>
                    <a:srgbClr val="081F5C">
                      <a:alpha val="100000"/>
                    </a:srgbClr>
                  </a:solidFill>
                  <a:latin typeface="Arial"/>
                  <a:cs typeface="Arial"/>
                </a:rPr>
                <a:t>Tributación</a:t>
              </a:r>
            </a:p>
          </p:txBody>
        </p:sp>
        <p:sp>
          <p:nvSpPr>
            <p:cNvPr id="39" name="tx38"/>
            <p:cNvSpPr/>
            <p:nvPr/>
          </p:nvSpPr>
          <p:spPr>
            <a:xfrm>
              <a:off x="2771856" y="2643143"/>
              <a:ext cx="1096881" cy="122476"/>
            </a:xfrm>
            <a:prstGeom prst="rect">
              <a:avLst/>
            </a:prstGeom>
            <a:noFill/>
          </p:spPr>
          <p:txBody>
            <a:bodyPr lIns="0" rIns="0" tIns="0" bIns="0" anchorCtr="1" anchor="ctr" wrap="none"/>
            <a:lstStyle/>
            <a:p>
              <a:pPr algn="l" marL="0" marR="0" indent="0">
                <a:lnSpc>
                  <a:spcPts val="1050"/>
                </a:lnSpc>
                <a:spcBef>
                  <a:spcPts val="0"/>
                </a:spcBef>
                <a:spcAft>
                  <a:spcPts val="0"/>
                </a:spcAft>
              </a:pPr>
              <a:r>
                <a:rPr sz="1050">
                  <a:solidFill>
                    <a:srgbClr val="081F5C">
                      <a:alpha val="100000"/>
                    </a:srgbClr>
                  </a:solidFill>
                  <a:latin typeface="Arial"/>
                  <a:cs typeface="Arial"/>
                </a:rPr>
                <a:t>Visión empresarial</a:t>
              </a:r>
            </a:p>
          </p:txBody>
        </p:sp>
        <p:sp>
          <p:nvSpPr>
            <p:cNvPr id="40" name="pl39"/>
            <p:cNvSpPr/>
            <p:nvPr/>
          </p:nvSpPr>
          <p:spPr>
            <a:xfrm>
              <a:off x="320055" y="5884177"/>
              <a:ext cx="172800" cy="0"/>
            </a:xfrm>
            <a:custGeom>
              <a:avLst/>
              <a:pathLst>
                <a:path w="172800" h="0">
                  <a:moveTo>
                    <a:pt x="0" y="0"/>
                  </a:moveTo>
                  <a:lnTo>
                    <a:pt x="172800" y="0"/>
                  </a:lnTo>
                </a:path>
              </a:pathLst>
            </a:custGeom>
            <a:ln w="16260" cap="flat">
              <a:solidFill>
                <a:srgbClr val="0B4F8C">
                  <a:alpha val="100000"/>
                </a:srgbClr>
              </a:solidFill>
              <a:prstDash val="solid"/>
              <a:round/>
            </a:ln>
          </p:spPr>
          <p:txBody>
            <a:bodyPr/>
            <a:lstStyle/>
            <a:p/>
          </p:txBody>
        </p:sp>
        <p:sp>
          <p:nvSpPr>
            <p:cNvPr id="41" name="pt40"/>
            <p:cNvSpPr/>
            <p:nvPr/>
          </p:nvSpPr>
          <p:spPr>
            <a:xfrm>
              <a:off x="370252" y="5847974"/>
              <a:ext cx="72406" cy="72406"/>
            </a:xfrm>
            <a:prstGeom prst="ellipse">
              <a:avLst/>
            </a:prstGeom>
            <a:solidFill>
              <a:srgbClr val="0B4F8C">
                <a:alpha val="100000"/>
              </a:srgbClr>
            </a:solidFill>
            <a:ln w="7363" cap="rnd">
              <a:solidFill>
                <a:srgbClr val="0B4F8C">
                  <a:alpha val="100000"/>
                </a:srgbClr>
              </a:solidFill>
              <a:prstDash val="solid"/>
              <a:round/>
            </a:ln>
          </p:spPr>
          <p:txBody>
            <a:bodyPr/>
            <a:lstStyle/>
            <a:p/>
          </p:txBody>
        </p:sp>
        <p:sp>
          <p:nvSpPr>
            <p:cNvPr id="42" name="pl41"/>
            <p:cNvSpPr/>
            <p:nvPr/>
          </p:nvSpPr>
          <p:spPr>
            <a:xfrm>
              <a:off x="1427106" y="5884177"/>
              <a:ext cx="172800" cy="0"/>
            </a:xfrm>
            <a:custGeom>
              <a:avLst/>
              <a:pathLst>
                <a:path w="172800" h="0">
                  <a:moveTo>
                    <a:pt x="0" y="0"/>
                  </a:moveTo>
                  <a:lnTo>
                    <a:pt x="172800" y="0"/>
                  </a:lnTo>
                </a:path>
              </a:pathLst>
            </a:custGeom>
            <a:ln w="16260" cap="flat">
              <a:solidFill>
                <a:srgbClr val="2A9D8F">
                  <a:alpha val="100000"/>
                </a:srgbClr>
              </a:solidFill>
              <a:prstDash val="solid"/>
              <a:round/>
            </a:ln>
          </p:spPr>
          <p:txBody>
            <a:bodyPr/>
            <a:lstStyle/>
            <a:p/>
          </p:txBody>
        </p:sp>
        <p:sp>
          <p:nvSpPr>
            <p:cNvPr id="43" name="pt42"/>
            <p:cNvSpPr/>
            <p:nvPr/>
          </p:nvSpPr>
          <p:spPr>
            <a:xfrm>
              <a:off x="1477303" y="5847974"/>
              <a:ext cx="72406" cy="72406"/>
            </a:xfrm>
            <a:prstGeom prst="ellipse">
              <a:avLst/>
            </a:prstGeom>
            <a:solidFill>
              <a:srgbClr val="2A9D8F">
                <a:alpha val="100000"/>
              </a:srgbClr>
            </a:solidFill>
            <a:ln w="7363" cap="rnd">
              <a:solidFill>
                <a:srgbClr val="2A9D8F">
                  <a:alpha val="100000"/>
                </a:srgbClr>
              </a:solidFill>
              <a:prstDash val="solid"/>
              <a:round/>
            </a:ln>
          </p:spPr>
          <p:txBody>
            <a:bodyPr/>
            <a:lstStyle/>
            <a:p/>
          </p:txBody>
        </p:sp>
        <p:sp>
          <p:nvSpPr>
            <p:cNvPr id="44" name="pl43"/>
            <p:cNvSpPr/>
            <p:nvPr/>
          </p:nvSpPr>
          <p:spPr>
            <a:xfrm>
              <a:off x="2743707" y="5884177"/>
              <a:ext cx="172800" cy="0"/>
            </a:xfrm>
            <a:custGeom>
              <a:avLst/>
              <a:pathLst>
                <a:path w="172800" h="0">
                  <a:moveTo>
                    <a:pt x="0" y="0"/>
                  </a:moveTo>
                  <a:lnTo>
                    <a:pt x="172800" y="0"/>
                  </a:lnTo>
                </a:path>
              </a:pathLst>
            </a:custGeom>
            <a:ln w="16260" cap="flat">
              <a:solidFill>
                <a:srgbClr val="E9C46A">
                  <a:alpha val="100000"/>
                </a:srgbClr>
              </a:solidFill>
              <a:prstDash val="solid"/>
              <a:round/>
            </a:ln>
          </p:spPr>
          <p:txBody>
            <a:bodyPr/>
            <a:lstStyle/>
            <a:p/>
          </p:txBody>
        </p:sp>
        <p:sp>
          <p:nvSpPr>
            <p:cNvPr id="45" name="pt44"/>
            <p:cNvSpPr/>
            <p:nvPr/>
          </p:nvSpPr>
          <p:spPr>
            <a:xfrm>
              <a:off x="2793904" y="5847974"/>
              <a:ext cx="72406" cy="72406"/>
            </a:xfrm>
            <a:prstGeom prst="ellipse">
              <a:avLst/>
            </a:prstGeom>
            <a:solidFill>
              <a:srgbClr val="E9C46A">
                <a:alpha val="100000"/>
              </a:srgbClr>
            </a:solidFill>
            <a:ln w="7363" cap="rnd">
              <a:solidFill>
                <a:srgbClr val="E9C46A">
                  <a:alpha val="100000"/>
                </a:srgbClr>
              </a:solidFill>
              <a:prstDash val="solid"/>
              <a:round/>
            </a:ln>
          </p:spPr>
          <p:txBody>
            <a:bodyPr/>
            <a:lstStyle/>
            <a:p/>
          </p:txBody>
        </p:sp>
        <p:sp>
          <p:nvSpPr>
            <p:cNvPr id="46" name="tx45"/>
            <p:cNvSpPr/>
            <p:nvPr/>
          </p:nvSpPr>
          <p:spPr>
            <a:xfrm>
              <a:off x="640981" y="5834887"/>
              <a:ext cx="600270"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Docentes</a:t>
              </a:r>
            </a:p>
          </p:txBody>
        </p:sp>
        <p:sp>
          <p:nvSpPr>
            <p:cNvPr id="47" name="tx46"/>
            <p:cNvSpPr/>
            <p:nvPr/>
          </p:nvSpPr>
          <p:spPr>
            <a:xfrm>
              <a:off x="1748032" y="5834887"/>
              <a:ext cx="755823" cy="97017"/>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Estudiantes</a:t>
              </a:r>
            </a:p>
          </p:txBody>
        </p:sp>
        <p:sp>
          <p:nvSpPr>
            <p:cNvPr id="48" name="tx47"/>
            <p:cNvSpPr/>
            <p:nvPr/>
          </p:nvSpPr>
          <p:spPr>
            <a:xfrm>
              <a:off x="3064633" y="5808386"/>
              <a:ext cx="681856" cy="123518"/>
            </a:xfrm>
            <a:prstGeom prst="rect">
              <a:avLst/>
            </a:prstGeom>
            <a:noFill/>
          </p:spPr>
          <p:txBody>
            <a:bodyPr lIns="0" rIns="0" tIns="0" bIns="0" anchorCtr="1" anchor="ctr" wrap="none"/>
            <a:lstStyle/>
            <a:p>
              <a:pPr algn="l" marL="0" marR="0" indent="0">
                <a:lnSpc>
                  <a:spcPts val="1050"/>
                </a:lnSpc>
                <a:spcBef>
                  <a:spcPts val="0"/>
                </a:spcBef>
                <a:spcAft>
                  <a:spcPts val="0"/>
                </a:spcAft>
              </a:pPr>
              <a:r>
                <a:rPr sz="1050" b="1">
                  <a:solidFill>
                    <a:srgbClr val="081F5C">
                      <a:alpha val="100000"/>
                    </a:srgbClr>
                  </a:solidFill>
                  <a:latin typeface="Arial"/>
                  <a:cs typeface="Arial"/>
                </a:rPr>
                <a:t>Egresados</a:t>
              </a:r>
            </a:p>
          </p:txBody>
        </p:sp>
      </p:grpSp>
      <p:graphicFrame>
        <p:nvGraphicFramePr>
          <p:cNvPr id="49" name=""/>
          <p:cNvGraphicFramePr>
            <a:graphicFrameLocks noGrp="true"/>
          </p:cNvGraphicFramePr>
          <p:nvPr/>
        </p:nvGraphicFramePr>
        <p:xfrm rot="0">
          <a:off x="6889697" y="1103243"/>
          <a:ext cx="4868294" cy="5040000"/>
        </p:xfrm>
        <a:graphic>
          <a:graphicData uri="http://schemas.openxmlformats.org/drawingml/2006/table">
            <a:tbl>
              <a:tblPr/>
              <a:tblGrid>
                <a:gridCol w="1947318"/>
                <a:gridCol w="973659"/>
                <a:gridCol w="973659"/>
                <a:gridCol w="973659"/>
              </a:tblGrid>
              <a:tr h="228600">
                <a:tc>
                  <a:txBody>
                    <a:bodyPr/>
                    <a:lstStyle/>
                    <a:p>
                      <a:pPr algn="l"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Tema</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D8D8D8">
                        <a:alpha val="100000"/>
                      </a:srgbClr>
                    </a:solidFill>
                  </a:tcPr>
                </a:tc>
                <a:tc>
                  <a:txBody>
                    <a:bodyPr/>
                    <a:lstStyle/>
                    <a:p>
                      <a:pPr algn="ctr"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Docentes</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D8D8D8">
                        <a:alpha val="100000"/>
                      </a:srgbClr>
                    </a:solidFill>
                  </a:tcPr>
                </a:tc>
                <a:tc>
                  <a:txBody>
                    <a:bodyPr/>
                    <a:lstStyle/>
                    <a:p>
                      <a:pPr algn="ctr"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Estudiantes</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D8D8D8">
                        <a:alpha val="100000"/>
                      </a:srgbClr>
                    </a:solidFill>
                  </a:tcPr>
                </a:tc>
                <a:tc>
                  <a:txBody>
                    <a:bodyPr/>
                    <a:lstStyle/>
                    <a:p>
                      <a:pPr algn="ctr"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Egresados</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D8D8D8">
                        <a:alpha val="100000"/>
                      </a:srgbClr>
                    </a:solidFill>
                  </a:tcPr>
                </a:tc>
              </a:tr>
              <a:tr h="228600">
                <a:tc>
                  <a:txBody>
                    <a:bodyPr/>
                    <a:lstStyle/>
                    <a:p>
                      <a:pPr algn="l"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Estados Financieros</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0">
                      <a:no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98%</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0">
                      <a:no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96%</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0">
                      <a:no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98%</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0">
                      <a:noFill/>
                      <a:prstDash val="solid"/>
                    </a:lnT>
                    <a:lnB algn="ctr" cmpd="sng" cap="flat" w="9525">
                      <a:solidFill>
                        <a:srgbClr val="757070">
                          <a:alpha val="100000"/>
                        </a:srgbClr>
                      </a:solidFill>
                      <a:prstDash val="solid"/>
                    </a:lnB>
                    <a:solidFill>
                      <a:srgbClr val="F2F2F2">
                        <a:alpha val="100000"/>
                      </a:srgbClr>
                    </a:solidFill>
                  </a:tcPr>
                </a:tc>
              </a:tr>
              <a:tr h="228600">
                <a:tc>
                  <a:txBody>
                    <a:bodyPr/>
                    <a:lstStyle/>
                    <a:p>
                      <a:pPr algn="l"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Auditoría</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96%</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91%</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98%</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r h="228600">
                <a:tc>
                  <a:txBody>
                    <a:bodyPr/>
                    <a:lstStyle/>
                    <a:p>
                      <a:pPr algn="l"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Costos y presupuestos</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92%</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94%</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94%</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r h="228600">
                <a:tc>
                  <a:txBody>
                    <a:bodyPr/>
                    <a:lstStyle/>
                    <a:p>
                      <a:pPr algn="l"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Finanzas</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96%</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95%</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93%</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r h="228600">
                <a:tc>
                  <a:txBody>
                    <a:bodyPr/>
                    <a:lstStyle/>
                    <a:p>
                      <a:pPr algn="l"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Tributación</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94%</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96%</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98%</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r h="228600">
                <a:tc>
                  <a:txBody>
                    <a:bodyPr/>
                    <a:lstStyle/>
                    <a:p>
                      <a:pPr algn="l" marL="76200" marR="76200">
                        <a:lnSpc>
                          <a:spcPct val="100000"/>
                        </a:lnSpc>
                        <a:spcBef>
                          <a:spcPts val="400"/>
                        </a:spcBef>
                        <a:spcAft>
                          <a:spcPts val="400"/>
                        </a:spcAft>
                        <a:buNone/>
                      </a:pPr>
                      <a:r>
                        <a:rPr cap="none" sz="900" i="0" b="1" u="none" strike="noStrike">
                          <a:solidFill>
                            <a:srgbClr val="081F5C">
                              <a:alpha val="100000"/>
                            </a:srgbClr>
                          </a:solidFill>
                          <a:latin typeface="Arial"/>
                          <a:ea typeface="Arial"/>
                          <a:cs typeface="Arial"/>
                          <a:sym typeface="Arial"/>
                        </a:rPr>
                        <a:t>Visión empresarial</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92%</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94%</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c>
                  <a:txBody>
                    <a:bodyPr/>
                    <a:lstStyle/>
                    <a:p>
                      <a:pPr algn="ctr" marL="76200" marR="76200">
                        <a:lnSpc>
                          <a:spcPct val="100000"/>
                        </a:lnSpc>
                        <a:spcBef>
                          <a:spcPts val="400"/>
                        </a:spcBef>
                        <a:spcAft>
                          <a:spcPts val="400"/>
                        </a:spcAft>
                        <a:buNone/>
                      </a:pPr>
                      <a:r>
                        <a:rPr cap="none" sz="900" i="0" b="0" u="none" strike="noStrike">
                          <a:solidFill>
                            <a:srgbClr val="081F5C">
                              <a:alpha val="100000"/>
                            </a:srgbClr>
                          </a:solidFill>
                          <a:latin typeface="Arial"/>
                          <a:ea typeface="Arial"/>
                          <a:cs typeface="Arial"/>
                          <a:sym typeface="Arial"/>
                        </a:rPr>
                        <a:t>95%</a:t>
                      </a:r>
                    </a:p>
                  </a:txBody>
                  <a:tcPr anchor="ctr" marB="50800" marT="50800" marR="0" marL="0">
                    <a:lnL algn="ctr" cmpd="sng" cap="flat" w="9525">
                      <a:solidFill>
                        <a:srgbClr val="757070">
                          <a:alpha val="100000"/>
                        </a:srgbClr>
                      </a:solidFill>
                      <a:prstDash val="solid"/>
                    </a:lnL>
                    <a:lnR algn="ctr" cmpd="sng" cap="flat" w="9525">
                      <a:solidFill>
                        <a:srgbClr val="757070">
                          <a:alpha val="100000"/>
                        </a:srgbClr>
                      </a:solidFill>
                      <a:prstDash val="solid"/>
                    </a:lnR>
                    <a:lnT algn="ctr" cmpd="sng" cap="flat" w="9525">
                      <a:solidFill>
                        <a:srgbClr val="757070">
                          <a:alpha val="100000"/>
                        </a:srgbClr>
                      </a:solidFill>
                      <a:prstDash val="solid"/>
                    </a:lnT>
                    <a:lnB algn="ctr" cmpd="sng" cap="flat" w="9525">
                      <a:solidFill>
                        <a:srgbClr val="757070">
                          <a:alpha val="100000"/>
                        </a:srgbClr>
                      </a:solidFill>
                      <a:prstDash val="solid"/>
                    </a:lnB>
                    <a:solidFill>
                      <a:srgbClr val="F2F2F2">
                        <a:alpha val="100000"/>
                      </a:srgbClr>
                    </a:solidFill>
                  </a:tcPr>
                </a:tc>
              </a:tr>
            </a:tbl>
          </a:graphicData>
        </a:graphic>
      </p:graphicFrame>
      <p:sp>
        <p:nvSpPr>
          <p:cNvPr id="50"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51 docentes, 109 estudiantes y 161 egresados</a:t>
            </a:r>
          </a:p>
        </p:txBody>
      </p:sp>
      <p:sp>
        <p:nvSpPr>
          <p:cNvPr id="51"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TABLA (P_TABLA)</a:t>
            </a:r>
          </a:p>
        </p:txBody>
      </p:sp>
      <p:graphicFrame>
        <p:nvGraphicFramePr>
          <p:cNvPr id="3" name="prosecnur:slide_1:plot"/>
          <p:cNvGraphicFramePr>
            <a:graphicFrameLocks noGrp="true"/>
          </p:cNvGraphicFramePr>
          <p:nvPr/>
        </p:nvGraphicFramePr>
        <p:xfrm rot="-0">
          <a:off x="317500" y="1103243"/>
          <a:ext cx="11440491" cy="5040000"/>
        </p:xfrm>
        <a:graphic>
          <a:graphicData uri="http://schemas.openxmlformats.org/drawingml/2006/table">
            <a:tbl>
              <a:tblPr/>
              <a:tblGrid>
                <a:gridCol w="685800"/>
                <a:gridCol w="685800"/>
              </a:tblGrid>
              <a:tr h="228600">
                <a:tc>
                  <a:txBody>
                    <a:bodyPr/>
                    <a:lstStyle/>
                    <a:p>
                      <a:pPr algn="l" marL="127000" marR="127000">
                        <a:lnSpc>
                          <a:spcPct val="100000"/>
                        </a:lnSpc>
                        <a:spcBef>
                          <a:spcPts val="1000"/>
                        </a:spcBef>
                        <a:spcAft>
                          <a:spcPts val="1000"/>
                        </a:spcAft>
                        <a:buNone/>
                      </a:pPr>
                      <a:r>
                        <a:rPr cap="none" sz="1000" i="0" b="1" u="none" strike="noStrike">
                          <a:solidFill>
                            <a:srgbClr val="081F5C">
                              <a:alpha val="100000"/>
                            </a:srgbClr>
                          </a:solidFill>
                          <a:latin typeface="Arial"/>
                          <a:ea typeface="Arial"/>
                          <a:cs typeface="Arial"/>
                          <a:sym typeface="Arial"/>
                        </a:rPr>
                        <a:t>Top 2 Box</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081F5C">
                        <a:alpha val="100000"/>
                      </a:srgbClr>
                    </a:solidFill>
                  </a:tcPr>
                </a:tc>
                <a:tc>
                  <a:txBody>
                    <a:bodyPr/>
                    <a:lstStyle/>
                    <a:p>
                      <a:pPr algn="ctr" marL="127000" marR="127000">
                        <a:lnSpc>
                          <a:spcPct val="100000"/>
                        </a:lnSpc>
                        <a:spcBef>
                          <a:spcPts val="1000"/>
                        </a:spcBef>
                        <a:spcAft>
                          <a:spcPts val="1000"/>
                        </a:spcAft>
                        <a:buNone/>
                      </a:pPr>
                      <a:r>
                        <a:rPr cap="none" sz="1000" i="0" b="1" u="none" strike="noStrike">
                          <a:solidFill>
                            <a:srgbClr val="081F5C">
                              <a:alpha val="100000"/>
                            </a:srgbClr>
                          </a:solidFill>
                          <a:latin typeface="Arial"/>
                          <a:ea typeface="Arial"/>
                          <a:cs typeface="Arial"/>
                          <a:sym typeface="Arial"/>
                        </a:rPr>
                        <a:t>Estudiantes</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081F5C">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Aprendizaje autónomo</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0">
                      <a:no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45%</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0">
                      <a:no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Auditoría</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51%</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Comunicación eficaz</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52%</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Costos y presupuestos</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48%</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Estados Financieros</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38%</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Ética y ciudadanía</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42%</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Finanzas</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46%</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Razonamiento matemático</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46%</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Trabajo en equipo</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43%</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Tributación</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36%</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r h="228600">
                <a:tc>
                  <a:txBody>
                    <a:bodyPr/>
                    <a:lstStyle/>
                    <a:p>
                      <a:pPr algn="l" marL="127000" marR="127000">
                        <a:lnSpc>
                          <a:spcPct val="100000"/>
                        </a:lnSpc>
                        <a:spcBef>
                          <a:spcPts val="1000"/>
                        </a:spcBef>
                        <a:spcAft>
                          <a:spcPts val="1000"/>
                        </a:spcAft>
                        <a:buNone/>
                      </a:pPr>
                      <a:r>
                        <a:rPr cap="none" sz="900" i="0" b="1" u="none" strike="noStrike">
                          <a:solidFill>
                            <a:srgbClr val="081F5C">
                              <a:alpha val="100000"/>
                            </a:srgbClr>
                          </a:solidFill>
                          <a:latin typeface="Arial"/>
                          <a:ea typeface="Arial"/>
                          <a:cs typeface="Arial"/>
                          <a:sym typeface="Arial"/>
                        </a:rPr>
                        <a:t>Visión empresarial</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c>
                  <a:txBody>
                    <a:bodyPr/>
                    <a:lstStyle/>
                    <a:p>
                      <a:pPr algn="ctr" marL="127000" marR="127000">
                        <a:lnSpc>
                          <a:spcPct val="100000"/>
                        </a:lnSpc>
                        <a:spcBef>
                          <a:spcPts val="1000"/>
                        </a:spcBef>
                        <a:spcAft>
                          <a:spcPts val="1000"/>
                        </a:spcAft>
                        <a:buNone/>
                      </a:pPr>
                      <a:r>
                        <a:rPr cap="none" sz="900" i="0" b="0" u="none" strike="noStrike">
                          <a:solidFill>
                            <a:srgbClr val="081F5C">
                              <a:alpha val="100000"/>
                            </a:srgbClr>
                          </a:solidFill>
                          <a:latin typeface="Arial"/>
                          <a:ea typeface="Arial"/>
                          <a:cs typeface="Arial"/>
                          <a:sym typeface="Arial"/>
                        </a:rPr>
                        <a:t>43%</a:t>
                      </a:r>
                    </a:p>
                  </a:txBody>
                  <a:tcPr anchor="ctr" marB="127000" marT="127000" marR="0" marL="0">
                    <a:lnL algn="ctr" cmpd="sng" cap="flat" w="17780">
                      <a:solidFill>
                        <a:srgbClr val="FFFFFF">
                          <a:alpha val="100000"/>
                        </a:srgbClr>
                      </a:solidFill>
                      <a:prstDash val="solid"/>
                    </a:lnL>
                    <a:lnR algn="ctr" cmpd="sng" cap="flat" w="17780">
                      <a:solidFill>
                        <a:srgbClr val="FFFFFF">
                          <a:alpha val="100000"/>
                        </a:srgbClr>
                      </a:solidFill>
                      <a:prstDash val="solid"/>
                    </a:lnR>
                    <a:lnT algn="ctr" cmpd="sng" cap="flat" w="17780">
                      <a:solidFill>
                        <a:srgbClr val="FFFFFF">
                          <a:alpha val="100000"/>
                        </a:srgbClr>
                      </a:solidFill>
                      <a:prstDash val="solid"/>
                    </a:lnT>
                    <a:lnB algn="ctr" cmpd="sng" cap="flat" w="17780">
                      <a:solidFill>
                        <a:srgbClr val="FFFFFF">
                          <a:alpha val="100000"/>
                        </a:srgbClr>
                      </a:solidFill>
                      <a:prstDash val="solid"/>
                    </a:lnB>
                    <a:solidFill>
                      <a:srgbClr val="F2F2F2">
                        <a:alpha val="100000"/>
                      </a:srgbClr>
                    </a:solidFill>
                  </a:tcPr>
                </a:tc>
              </a:tr>
            </a:tbl>
          </a:graphicData>
        </a:graphic>
      </p:graphicFrame>
      <p:sp>
        <p:nvSpPr>
          <p:cNvPr id="4"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109 estudiantes</a:t>
            </a:r>
          </a:p>
        </p:txBody>
      </p:sp>
      <p:sp>
        <p:nvSpPr>
          <p:cNvPr id="5"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RADAR DE DIMENSIONES (P_DIM_RADAR)</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952228" y="1103243"/>
              <a:ext cx="4171034" cy="4171034"/>
            </a:xfrm>
            <a:prstGeom prst="rect">
              <a:avLst/>
            </a:prstGeom>
          </p:spPr>
          <p:txBody>
            <a:bodyPr/>
            <a:lstStyle/>
            <a:p/>
          </p:txBody>
        </p:sp>
        <p:sp>
          <p:nvSpPr>
            <p:cNvPr id="5" name="rc4"/>
            <p:cNvSpPr/>
            <p:nvPr/>
          </p:nvSpPr>
          <p:spPr>
            <a:xfrm>
              <a:off x="3952228" y="1103243"/>
              <a:ext cx="4171034" cy="4171034"/>
            </a:xfrm>
            <a:prstGeom prst="rect">
              <a:avLst/>
            </a:prstGeom>
          </p:spPr>
          <p:txBody>
            <a:bodyPr/>
            <a:lstStyle/>
            <a:p/>
          </p:txBody>
        </p:sp>
        <p:sp>
          <p:nvSpPr>
            <p:cNvPr id="6" name="pl5"/>
            <p:cNvSpPr/>
            <p:nvPr/>
          </p:nvSpPr>
          <p:spPr>
            <a:xfrm>
              <a:off x="6037745" y="3188760"/>
              <a:ext cx="0" cy="0"/>
            </a:xfrm>
            <a:custGeom>
              <a:avLst/>
              <a:pathLst>
                <a:path w="0" h="0">
                  <a:moveTo>
                    <a:pt x="0" y="0"/>
                  </a:moveTo>
                  <a:lnTo>
                    <a:pt x="0" y="0"/>
                  </a:lnTo>
                  <a:lnTo>
                    <a:pt x="0" y="0"/>
                  </a:lnTo>
                  <a:lnTo>
                    <a:pt x="0" y="0"/>
                  </a:lnTo>
                </a:path>
              </a:pathLst>
            </a:custGeom>
            <a:ln w="13550" cap="flat">
              <a:solidFill>
                <a:srgbClr val="D9E1EA">
                  <a:alpha val="100000"/>
                </a:srgbClr>
              </a:solidFill>
              <a:prstDash val="solid"/>
              <a:round/>
            </a:ln>
          </p:spPr>
          <p:txBody>
            <a:bodyPr/>
            <a:lstStyle/>
            <a:p/>
          </p:txBody>
        </p:sp>
        <p:sp>
          <p:nvSpPr>
            <p:cNvPr id="7" name="pl6"/>
            <p:cNvSpPr/>
            <p:nvPr/>
          </p:nvSpPr>
          <p:spPr>
            <a:xfrm>
              <a:off x="5527544" y="2599631"/>
              <a:ext cx="1020401" cy="883693"/>
            </a:xfrm>
            <a:custGeom>
              <a:avLst/>
              <a:pathLst>
                <a:path w="1020401" h="883693">
                  <a:moveTo>
                    <a:pt x="510200" y="0"/>
                  </a:moveTo>
                  <a:lnTo>
                    <a:pt x="0" y="883693"/>
                  </a:lnTo>
                  <a:lnTo>
                    <a:pt x="1020401" y="883693"/>
                  </a:lnTo>
                  <a:lnTo>
                    <a:pt x="510200" y="0"/>
                  </a:lnTo>
                </a:path>
              </a:pathLst>
            </a:custGeom>
            <a:ln w="13550" cap="flat">
              <a:solidFill>
                <a:srgbClr val="D9E1EA">
                  <a:alpha val="100000"/>
                </a:srgbClr>
              </a:solidFill>
              <a:prstDash val="solid"/>
              <a:round/>
            </a:ln>
          </p:spPr>
          <p:txBody>
            <a:bodyPr/>
            <a:lstStyle/>
            <a:p/>
          </p:txBody>
        </p:sp>
        <p:sp>
          <p:nvSpPr>
            <p:cNvPr id="8" name="pl7"/>
            <p:cNvSpPr/>
            <p:nvPr/>
          </p:nvSpPr>
          <p:spPr>
            <a:xfrm>
              <a:off x="5017343" y="2010501"/>
              <a:ext cx="2040803" cy="1767387"/>
            </a:xfrm>
            <a:custGeom>
              <a:avLst/>
              <a:pathLst>
                <a:path w="2040803" h="1767387">
                  <a:moveTo>
                    <a:pt x="1020401" y="0"/>
                  </a:moveTo>
                  <a:lnTo>
                    <a:pt x="0" y="1767387"/>
                  </a:lnTo>
                  <a:lnTo>
                    <a:pt x="2040803" y="1767387"/>
                  </a:lnTo>
                  <a:lnTo>
                    <a:pt x="1020401" y="0"/>
                  </a:lnTo>
                </a:path>
              </a:pathLst>
            </a:custGeom>
            <a:ln w="13550" cap="flat">
              <a:solidFill>
                <a:srgbClr val="D9E1EA">
                  <a:alpha val="100000"/>
                </a:srgbClr>
              </a:solidFill>
              <a:prstDash val="solid"/>
              <a:round/>
            </a:ln>
          </p:spPr>
          <p:txBody>
            <a:bodyPr/>
            <a:lstStyle/>
            <a:p/>
          </p:txBody>
        </p:sp>
        <p:sp>
          <p:nvSpPr>
            <p:cNvPr id="9" name="pl8"/>
            <p:cNvSpPr/>
            <p:nvPr/>
          </p:nvSpPr>
          <p:spPr>
            <a:xfrm>
              <a:off x="4507143" y="1421372"/>
              <a:ext cx="3061204" cy="2651081"/>
            </a:xfrm>
            <a:custGeom>
              <a:avLst/>
              <a:pathLst>
                <a:path w="3061204" h="2651081">
                  <a:moveTo>
                    <a:pt x="1530602" y="0"/>
                  </a:moveTo>
                  <a:lnTo>
                    <a:pt x="0" y="2651081"/>
                  </a:lnTo>
                  <a:lnTo>
                    <a:pt x="3061204" y="2651081"/>
                  </a:lnTo>
                  <a:lnTo>
                    <a:pt x="1530602" y="0"/>
                  </a:lnTo>
                </a:path>
              </a:pathLst>
            </a:custGeom>
            <a:ln w="13550" cap="flat">
              <a:solidFill>
                <a:srgbClr val="D9E1EA">
                  <a:alpha val="100000"/>
                </a:srgbClr>
              </a:solidFill>
              <a:prstDash val="solid"/>
              <a:round/>
            </a:ln>
          </p:spPr>
          <p:txBody>
            <a:bodyPr/>
            <a:lstStyle/>
            <a:p/>
          </p:txBody>
        </p:sp>
        <p:sp>
          <p:nvSpPr>
            <p:cNvPr id="10" name="pl9"/>
            <p:cNvSpPr/>
            <p:nvPr/>
          </p:nvSpPr>
          <p:spPr>
            <a:xfrm>
              <a:off x="4767345" y="1704154"/>
              <a:ext cx="2556106" cy="2226908"/>
            </a:xfrm>
            <a:custGeom>
              <a:avLst/>
              <a:pathLst>
                <a:path w="2556106" h="2226908">
                  <a:moveTo>
                    <a:pt x="1270400" y="0"/>
                  </a:moveTo>
                  <a:lnTo>
                    <a:pt x="0" y="2218071"/>
                  </a:lnTo>
                  <a:lnTo>
                    <a:pt x="2556106" y="2226908"/>
                  </a:lnTo>
                  <a:lnTo>
                    <a:pt x="1270400" y="0"/>
                  </a:lnTo>
                </a:path>
              </a:pathLst>
            </a:custGeom>
            <a:ln w="16260" cap="flat">
              <a:solidFill>
                <a:srgbClr val="0E3B74">
                  <a:alpha val="100000"/>
                </a:srgbClr>
              </a:solidFill>
              <a:prstDash val="solid"/>
              <a:round/>
            </a:ln>
          </p:spPr>
          <p:txBody>
            <a:bodyPr/>
            <a:lstStyle/>
            <a:p/>
          </p:txBody>
        </p:sp>
        <p:sp>
          <p:nvSpPr>
            <p:cNvPr id="11" name="pl10"/>
            <p:cNvSpPr/>
            <p:nvPr/>
          </p:nvSpPr>
          <p:spPr>
            <a:xfrm>
              <a:off x="4752039" y="1668806"/>
              <a:ext cx="2586718" cy="2271092"/>
            </a:xfrm>
            <a:custGeom>
              <a:avLst/>
              <a:pathLst>
                <a:path w="2586718" h="2271092">
                  <a:moveTo>
                    <a:pt x="1285706" y="0"/>
                  </a:moveTo>
                  <a:lnTo>
                    <a:pt x="0" y="2262255"/>
                  </a:lnTo>
                  <a:lnTo>
                    <a:pt x="2586718" y="2271092"/>
                  </a:lnTo>
                  <a:lnTo>
                    <a:pt x="1285706" y="0"/>
                  </a:lnTo>
                </a:path>
              </a:pathLst>
            </a:custGeom>
            <a:ln w="16260" cap="flat">
              <a:solidFill>
                <a:srgbClr val="0072B2">
                  <a:alpha val="100000"/>
                </a:srgbClr>
              </a:solidFill>
              <a:prstDash val="solid"/>
              <a:round/>
            </a:ln>
          </p:spPr>
          <p:txBody>
            <a:bodyPr/>
            <a:lstStyle/>
            <a:p/>
          </p:txBody>
        </p:sp>
        <p:sp>
          <p:nvSpPr>
            <p:cNvPr id="12" name="pl11"/>
            <p:cNvSpPr/>
            <p:nvPr/>
          </p:nvSpPr>
          <p:spPr>
            <a:xfrm>
              <a:off x="4767345" y="1739502"/>
              <a:ext cx="2525494" cy="2182723"/>
            </a:xfrm>
            <a:custGeom>
              <a:avLst/>
              <a:pathLst>
                <a:path w="2525494" h="2182723">
                  <a:moveTo>
                    <a:pt x="1270400" y="0"/>
                  </a:moveTo>
                  <a:lnTo>
                    <a:pt x="0" y="2182723"/>
                  </a:lnTo>
                  <a:lnTo>
                    <a:pt x="2525494" y="2173886"/>
                  </a:lnTo>
                  <a:lnTo>
                    <a:pt x="1270400" y="0"/>
                  </a:lnTo>
                </a:path>
              </a:pathLst>
            </a:custGeom>
            <a:ln w="16260" cap="flat">
              <a:solidFill>
                <a:srgbClr val="E69F00">
                  <a:alpha val="100000"/>
                </a:srgbClr>
              </a:solidFill>
              <a:prstDash val="solid"/>
              <a:round/>
            </a:ln>
          </p:spPr>
          <p:txBody>
            <a:bodyPr/>
            <a:lstStyle/>
            <a:p/>
          </p:txBody>
        </p:sp>
        <p:sp>
          <p:nvSpPr>
            <p:cNvPr id="13" name="pt12"/>
            <p:cNvSpPr/>
            <p:nvPr/>
          </p:nvSpPr>
          <p:spPr>
            <a:xfrm>
              <a:off x="6004252" y="1670661"/>
              <a:ext cx="66986" cy="66986"/>
            </a:xfrm>
            <a:prstGeom prst="ellipse">
              <a:avLst/>
            </a:prstGeom>
            <a:solidFill>
              <a:srgbClr val="0E3B74">
                <a:alpha val="100000"/>
              </a:srgbClr>
            </a:solidFill>
            <a:ln w="7363" cap="rnd">
              <a:solidFill>
                <a:srgbClr val="0E3B74">
                  <a:alpha val="100000"/>
                </a:srgbClr>
              </a:solidFill>
              <a:prstDash val="solid"/>
              <a:round/>
            </a:ln>
          </p:spPr>
          <p:txBody>
            <a:bodyPr/>
            <a:lstStyle/>
            <a:p/>
          </p:txBody>
        </p:sp>
        <p:sp>
          <p:nvSpPr>
            <p:cNvPr id="14" name="pt13"/>
            <p:cNvSpPr/>
            <p:nvPr/>
          </p:nvSpPr>
          <p:spPr>
            <a:xfrm>
              <a:off x="4733852" y="3888732"/>
              <a:ext cx="66986" cy="66986"/>
            </a:xfrm>
            <a:prstGeom prst="ellipse">
              <a:avLst/>
            </a:prstGeom>
            <a:solidFill>
              <a:srgbClr val="0E3B74">
                <a:alpha val="100000"/>
              </a:srgbClr>
            </a:solidFill>
            <a:ln w="7363" cap="rnd">
              <a:solidFill>
                <a:srgbClr val="0E3B74">
                  <a:alpha val="100000"/>
                </a:srgbClr>
              </a:solidFill>
              <a:prstDash val="solid"/>
              <a:round/>
            </a:ln>
          </p:spPr>
          <p:txBody>
            <a:bodyPr/>
            <a:lstStyle/>
            <a:p/>
          </p:txBody>
        </p:sp>
        <p:sp>
          <p:nvSpPr>
            <p:cNvPr id="15" name="pt14"/>
            <p:cNvSpPr/>
            <p:nvPr/>
          </p:nvSpPr>
          <p:spPr>
            <a:xfrm>
              <a:off x="7289958" y="3897569"/>
              <a:ext cx="66986" cy="66986"/>
            </a:xfrm>
            <a:prstGeom prst="ellipse">
              <a:avLst/>
            </a:prstGeom>
            <a:solidFill>
              <a:srgbClr val="0E3B74">
                <a:alpha val="100000"/>
              </a:srgbClr>
            </a:solidFill>
            <a:ln w="7363" cap="rnd">
              <a:solidFill>
                <a:srgbClr val="0E3B74">
                  <a:alpha val="100000"/>
                </a:srgbClr>
              </a:solidFill>
              <a:prstDash val="solid"/>
              <a:round/>
            </a:ln>
          </p:spPr>
          <p:txBody>
            <a:bodyPr/>
            <a:lstStyle/>
            <a:p/>
          </p:txBody>
        </p:sp>
        <p:sp>
          <p:nvSpPr>
            <p:cNvPr id="16" name="pt15"/>
            <p:cNvSpPr/>
            <p:nvPr/>
          </p:nvSpPr>
          <p:spPr>
            <a:xfrm>
              <a:off x="6004252" y="1635313"/>
              <a:ext cx="66986" cy="66986"/>
            </a:xfrm>
            <a:prstGeom prst="ellipse">
              <a:avLst/>
            </a:prstGeom>
            <a:solidFill>
              <a:srgbClr val="0072B2">
                <a:alpha val="100000"/>
              </a:srgbClr>
            </a:solidFill>
            <a:ln w="7363" cap="rnd">
              <a:solidFill>
                <a:srgbClr val="0072B2">
                  <a:alpha val="100000"/>
                </a:srgbClr>
              </a:solidFill>
              <a:prstDash val="solid"/>
              <a:round/>
            </a:ln>
          </p:spPr>
          <p:txBody>
            <a:bodyPr/>
            <a:lstStyle/>
            <a:p/>
          </p:txBody>
        </p:sp>
        <p:sp>
          <p:nvSpPr>
            <p:cNvPr id="17" name="pt16"/>
            <p:cNvSpPr/>
            <p:nvPr/>
          </p:nvSpPr>
          <p:spPr>
            <a:xfrm>
              <a:off x="4718546" y="3897569"/>
              <a:ext cx="66986" cy="66986"/>
            </a:xfrm>
            <a:prstGeom prst="ellipse">
              <a:avLst/>
            </a:prstGeom>
            <a:solidFill>
              <a:srgbClr val="0072B2">
                <a:alpha val="100000"/>
              </a:srgbClr>
            </a:solidFill>
            <a:ln w="7363" cap="rnd">
              <a:solidFill>
                <a:srgbClr val="0072B2">
                  <a:alpha val="100000"/>
                </a:srgbClr>
              </a:solidFill>
              <a:prstDash val="solid"/>
              <a:round/>
            </a:ln>
          </p:spPr>
          <p:txBody>
            <a:bodyPr/>
            <a:lstStyle/>
            <a:p/>
          </p:txBody>
        </p:sp>
        <p:sp>
          <p:nvSpPr>
            <p:cNvPr id="18" name="pt17"/>
            <p:cNvSpPr/>
            <p:nvPr/>
          </p:nvSpPr>
          <p:spPr>
            <a:xfrm>
              <a:off x="7305264" y="3906406"/>
              <a:ext cx="66986" cy="66986"/>
            </a:xfrm>
            <a:prstGeom prst="ellipse">
              <a:avLst/>
            </a:prstGeom>
            <a:solidFill>
              <a:srgbClr val="0072B2">
                <a:alpha val="100000"/>
              </a:srgbClr>
            </a:solidFill>
            <a:ln w="7363" cap="rnd">
              <a:solidFill>
                <a:srgbClr val="0072B2">
                  <a:alpha val="100000"/>
                </a:srgbClr>
              </a:solidFill>
              <a:prstDash val="solid"/>
              <a:round/>
            </a:ln>
          </p:spPr>
          <p:txBody>
            <a:bodyPr/>
            <a:lstStyle/>
            <a:p/>
          </p:txBody>
        </p:sp>
        <p:sp>
          <p:nvSpPr>
            <p:cNvPr id="19" name="pt18"/>
            <p:cNvSpPr/>
            <p:nvPr/>
          </p:nvSpPr>
          <p:spPr>
            <a:xfrm>
              <a:off x="6004252" y="1706009"/>
              <a:ext cx="66986" cy="66986"/>
            </a:xfrm>
            <a:prstGeom prst="ellipse">
              <a:avLst/>
            </a:prstGeom>
            <a:solidFill>
              <a:srgbClr val="E69F00">
                <a:alpha val="100000"/>
              </a:srgbClr>
            </a:solidFill>
            <a:ln w="7363" cap="rnd">
              <a:solidFill>
                <a:srgbClr val="E69F00">
                  <a:alpha val="100000"/>
                </a:srgbClr>
              </a:solidFill>
              <a:prstDash val="solid"/>
              <a:round/>
            </a:ln>
          </p:spPr>
          <p:txBody>
            <a:bodyPr/>
            <a:lstStyle/>
            <a:p/>
          </p:txBody>
        </p:sp>
        <p:sp>
          <p:nvSpPr>
            <p:cNvPr id="20" name="pt19"/>
            <p:cNvSpPr/>
            <p:nvPr/>
          </p:nvSpPr>
          <p:spPr>
            <a:xfrm>
              <a:off x="4733852" y="3888732"/>
              <a:ext cx="66986" cy="66986"/>
            </a:xfrm>
            <a:prstGeom prst="ellipse">
              <a:avLst/>
            </a:prstGeom>
            <a:solidFill>
              <a:srgbClr val="E69F00">
                <a:alpha val="100000"/>
              </a:srgbClr>
            </a:solidFill>
            <a:ln w="7363" cap="rnd">
              <a:solidFill>
                <a:srgbClr val="E69F00">
                  <a:alpha val="100000"/>
                </a:srgbClr>
              </a:solidFill>
              <a:prstDash val="solid"/>
              <a:round/>
            </a:ln>
          </p:spPr>
          <p:txBody>
            <a:bodyPr/>
            <a:lstStyle/>
            <a:p/>
          </p:txBody>
        </p:sp>
        <p:sp>
          <p:nvSpPr>
            <p:cNvPr id="21" name="pt20"/>
            <p:cNvSpPr/>
            <p:nvPr/>
          </p:nvSpPr>
          <p:spPr>
            <a:xfrm>
              <a:off x="7259346" y="3879895"/>
              <a:ext cx="66986" cy="66986"/>
            </a:xfrm>
            <a:prstGeom prst="ellipse">
              <a:avLst/>
            </a:prstGeom>
            <a:solidFill>
              <a:srgbClr val="E69F00">
                <a:alpha val="100000"/>
              </a:srgbClr>
            </a:solidFill>
            <a:ln w="7363" cap="rnd">
              <a:solidFill>
                <a:srgbClr val="E69F00">
                  <a:alpha val="100000"/>
                </a:srgbClr>
              </a:solidFill>
              <a:prstDash val="solid"/>
              <a:round/>
            </a:ln>
          </p:spPr>
          <p:txBody>
            <a:bodyPr/>
            <a:lstStyle/>
            <a:p/>
          </p:txBody>
        </p:sp>
        <p:sp>
          <p:nvSpPr>
            <p:cNvPr id="22" name="tx21"/>
            <p:cNvSpPr/>
            <p:nvPr/>
          </p:nvSpPr>
          <p:spPr>
            <a:xfrm>
              <a:off x="4987366" y="1181991"/>
              <a:ext cx="2100758" cy="1883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a:solidFill>
                    <a:srgbClr val="081F5C">
                      <a:alpha val="100000"/>
                    </a:srgbClr>
                  </a:solidFill>
                  <a:latin typeface="Arial"/>
                  <a:cs typeface="Arial"/>
                </a:rPr>
                <a:t>Competencias técnicas</a:t>
              </a:r>
            </a:p>
          </p:txBody>
        </p:sp>
        <p:sp>
          <p:nvSpPr>
            <p:cNvPr id="23" name="tx22"/>
            <p:cNvSpPr/>
            <p:nvPr/>
          </p:nvSpPr>
          <p:spPr>
            <a:xfrm>
              <a:off x="2606894" y="3958550"/>
              <a:ext cx="1671439" cy="186630"/>
            </a:xfrm>
            <a:prstGeom prst="rect">
              <a:avLst/>
            </a:prstGeom>
            <a:noFill/>
          </p:spPr>
          <p:txBody>
            <a:bodyPr lIns="0" rIns="0" tIns="0" bIns="0" anchorCtr="1" anchor="ctr" wrap="none"/>
            <a:lstStyle/>
            <a:p>
              <a:pPr algn="l" marL="0" marR="0" indent="0">
                <a:lnSpc>
                  <a:spcPts val="1599"/>
                </a:lnSpc>
                <a:spcBef>
                  <a:spcPts val="0"/>
                </a:spcBef>
                <a:spcAft>
                  <a:spcPts val="0"/>
                </a:spcAft>
              </a:pPr>
              <a:r>
                <a:rPr sz="1599">
                  <a:solidFill>
                    <a:srgbClr val="081F5C">
                      <a:alpha val="100000"/>
                    </a:srgbClr>
                  </a:solidFill>
                  <a:latin typeface="Arial"/>
                  <a:cs typeface="Arial"/>
                </a:rPr>
                <a:t>Visión empresarial</a:t>
              </a:r>
            </a:p>
          </p:txBody>
        </p:sp>
        <p:sp>
          <p:nvSpPr>
            <p:cNvPr id="24" name="tx23"/>
            <p:cNvSpPr/>
            <p:nvPr/>
          </p:nvSpPr>
          <p:spPr>
            <a:xfrm>
              <a:off x="7797157" y="3841040"/>
              <a:ext cx="1298872" cy="188317"/>
            </a:xfrm>
            <a:prstGeom prst="rect">
              <a:avLst/>
            </a:prstGeom>
            <a:noFill/>
          </p:spPr>
          <p:txBody>
            <a:bodyPr lIns="0" rIns="0" tIns="0" bIns="0" anchorCtr="1" anchor="ctr" wrap="none"/>
            <a:lstStyle/>
            <a:p>
              <a:pPr algn="l" marL="0" marR="0" indent="0">
                <a:lnSpc>
                  <a:spcPts val="1599"/>
                </a:lnSpc>
                <a:spcBef>
                  <a:spcPts val="0"/>
                </a:spcBef>
                <a:spcAft>
                  <a:spcPts val="0"/>
                </a:spcAft>
              </a:pPr>
              <a:r>
                <a:rPr sz="1599">
                  <a:solidFill>
                    <a:srgbClr val="081F5C">
                      <a:alpha val="100000"/>
                    </a:srgbClr>
                  </a:solidFill>
                  <a:latin typeface="Arial"/>
                  <a:cs typeface="Arial"/>
                </a:rPr>
                <a:t>Competencias</a:t>
              </a:r>
            </a:p>
          </p:txBody>
        </p:sp>
        <p:sp>
          <p:nvSpPr>
            <p:cNvPr id="25" name="tx24"/>
            <p:cNvSpPr/>
            <p:nvPr/>
          </p:nvSpPr>
          <p:spPr>
            <a:xfrm>
              <a:off x="7797157" y="4113169"/>
              <a:ext cx="1208385" cy="147835"/>
            </a:xfrm>
            <a:prstGeom prst="rect">
              <a:avLst/>
            </a:prstGeom>
            <a:noFill/>
          </p:spPr>
          <p:txBody>
            <a:bodyPr lIns="0" rIns="0" tIns="0" bIns="0" anchorCtr="1" anchor="ctr" wrap="none"/>
            <a:lstStyle/>
            <a:p>
              <a:pPr algn="l" marL="0" marR="0" indent="0">
                <a:lnSpc>
                  <a:spcPts val="1599"/>
                </a:lnSpc>
                <a:spcBef>
                  <a:spcPts val="0"/>
                </a:spcBef>
                <a:spcAft>
                  <a:spcPts val="0"/>
                </a:spcAft>
              </a:pPr>
              <a:r>
                <a:rPr sz="1599">
                  <a:solidFill>
                    <a:srgbClr val="081F5C">
                      <a:alpha val="100000"/>
                    </a:srgbClr>
                  </a:solidFill>
                  <a:latin typeface="Arial"/>
                  <a:cs typeface="Arial"/>
                </a:rPr>
                <a:t>transversales</a:t>
              </a:r>
            </a:p>
          </p:txBody>
        </p:sp>
        <p:sp>
          <p:nvSpPr>
            <p:cNvPr id="26" name="pl25"/>
            <p:cNvSpPr/>
            <p:nvPr/>
          </p:nvSpPr>
          <p:spPr>
            <a:xfrm>
              <a:off x="4265799" y="5708760"/>
              <a:ext cx="129600" cy="0"/>
            </a:xfrm>
            <a:custGeom>
              <a:avLst/>
              <a:pathLst>
                <a:path w="129600" h="0">
                  <a:moveTo>
                    <a:pt x="0" y="0"/>
                  </a:moveTo>
                  <a:lnTo>
                    <a:pt x="129600" y="0"/>
                  </a:lnTo>
                </a:path>
              </a:pathLst>
            </a:custGeom>
            <a:ln w="16260" cap="flat">
              <a:solidFill>
                <a:srgbClr val="0E3B74">
                  <a:alpha val="100000"/>
                </a:srgbClr>
              </a:solidFill>
              <a:prstDash val="solid"/>
              <a:round/>
            </a:ln>
          </p:spPr>
          <p:txBody>
            <a:bodyPr/>
            <a:lstStyle/>
            <a:p/>
          </p:txBody>
        </p:sp>
        <p:sp>
          <p:nvSpPr>
            <p:cNvPr id="27" name="pt26"/>
            <p:cNvSpPr/>
            <p:nvPr/>
          </p:nvSpPr>
          <p:spPr>
            <a:xfrm>
              <a:off x="4297106" y="5675267"/>
              <a:ext cx="66986" cy="66986"/>
            </a:xfrm>
            <a:prstGeom prst="ellipse">
              <a:avLst/>
            </a:prstGeom>
            <a:solidFill>
              <a:srgbClr val="0E3B74">
                <a:alpha val="100000"/>
              </a:srgbClr>
            </a:solidFill>
            <a:ln w="7363" cap="rnd">
              <a:solidFill>
                <a:srgbClr val="0E3B74">
                  <a:alpha val="100000"/>
                </a:srgbClr>
              </a:solidFill>
              <a:prstDash val="solid"/>
              <a:round/>
            </a:ln>
          </p:spPr>
          <p:txBody>
            <a:bodyPr/>
            <a:lstStyle/>
            <a:p/>
          </p:txBody>
        </p:sp>
        <p:sp>
          <p:nvSpPr>
            <p:cNvPr id="28" name="pl27"/>
            <p:cNvSpPr/>
            <p:nvPr/>
          </p:nvSpPr>
          <p:spPr>
            <a:xfrm>
              <a:off x="5166830" y="5708760"/>
              <a:ext cx="129599" cy="0"/>
            </a:xfrm>
            <a:custGeom>
              <a:avLst/>
              <a:pathLst>
                <a:path w="129599" h="0">
                  <a:moveTo>
                    <a:pt x="0" y="0"/>
                  </a:moveTo>
                  <a:lnTo>
                    <a:pt x="129599" y="0"/>
                  </a:lnTo>
                </a:path>
              </a:pathLst>
            </a:custGeom>
            <a:ln w="16260" cap="flat">
              <a:solidFill>
                <a:srgbClr val="0072B2">
                  <a:alpha val="100000"/>
                </a:srgbClr>
              </a:solidFill>
              <a:prstDash val="solid"/>
              <a:round/>
            </a:ln>
          </p:spPr>
          <p:txBody>
            <a:bodyPr/>
            <a:lstStyle/>
            <a:p/>
          </p:txBody>
        </p:sp>
        <p:sp>
          <p:nvSpPr>
            <p:cNvPr id="29" name="pt28"/>
            <p:cNvSpPr/>
            <p:nvPr/>
          </p:nvSpPr>
          <p:spPr>
            <a:xfrm>
              <a:off x="5198136" y="5675267"/>
              <a:ext cx="66986" cy="66986"/>
            </a:xfrm>
            <a:prstGeom prst="ellipse">
              <a:avLst/>
            </a:prstGeom>
            <a:solidFill>
              <a:srgbClr val="0072B2">
                <a:alpha val="100000"/>
              </a:srgbClr>
            </a:solidFill>
            <a:ln w="7363" cap="rnd">
              <a:solidFill>
                <a:srgbClr val="0072B2">
                  <a:alpha val="100000"/>
                </a:srgbClr>
              </a:solidFill>
              <a:prstDash val="solid"/>
              <a:round/>
            </a:ln>
          </p:spPr>
          <p:txBody>
            <a:bodyPr/>
            <a:lstStyle/>
            <a:p/>
          </p:txBody>
        </p:sp>
        <p:sp>
          <p:nvSpPr>
            <p:cNvPr id="30" name="pl29"/>
            <p:cNvSpPr/>
            <p:nvPr/>
          </p:nvSpPr>
          <p:spPr>
            <a:xfrm>
              <a:off x="6474260" y="5708760"/>
              <a:ext cx="129599" cy="0"/>
            </a:xfrm>
            <a:custGeom>
              <a:avLst/>
              <a:pathLst>
                <a:path w="129599" h="0">
                  <a:moveTo>
                    <a:pt x="0" y="0"/>
                  </a:moveTo>
                  <a:lnTo>
                    <a:pt x="129599" y="0"/>
                  </a:lnTo>
                </a:path>
              </a:pathLst>
            </a:custGeom>
            <a:ln w="16260" cap="flat">
              <a:solidFill>
                <a:srgbClr val="E69F00">
                  <a:alpha val="100000"/>
                </a:srgbClr>
              </a:solidFill>
              <a:prstDash val="solid"/>
              <a:round/>
            </a:ln>
          </p:spPr>
          <p:txBody>
            <a:bodyPr/>
            <a:lstStyle/>
            <a:p/>
          </p:txBody>
        </p:sp>
        <p:sp>
          <p:nvSpPr>
            <p:cNvPr id="31" name="pt30"/>
            <p:cNvSpPr/>
            <p:nvPr/>
          </p:nvSpPr>
          <p:spPr>
            <a:xfrm>
              <a:off x="6505567" y="5675267"/>
              <a:ext cx="66986" cy="66986"/>
            </a:xfrm>
            <a:prstGeom prst="ellipse">
              <a:avLst/>
            </a:prstGeom>
            <a:solidFill>
              <a:srgbClr val="E69F00">
                <a:alpha val="100000"/>
              </a:srgbClr>
            </a:solidFill>
            <a:ln w="7363" cap="rnd">
              <a:solidFill>
                <a:srgbClr val="E69F00">
                  <a:alpha val="100000"/>
                </a:srgbClr>
              </a:solidFill>
              <a:prstDash val="solid"/>
              <a:round/>
            </a:ln>
          </p:spPr>
          <p:txBody>
            <a:bodyPr/>
            <a:lstStyle/>
            <a:p/>
          </p:txBody>
        </p:sp>
        <p:sp>
          <p:nvSpPr>
            <p:cNvPr id="32" name="tx31"/>
            <p:cNvSpPr/>
            <p:nvPr/>
          </p:nvSpPr>
          <p:spPr>
            <a:xfrm>
              <a:off x="4487514" y="5633651"/>
              <a:ext cx="485378"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Total</a:t>
              </a:r>
            </a:p>
          </p:txBody>
        </p:sp>
        <p:sp>
          <p:nvSpPr>
            <p:cNvPr id="33" name="tx32"/>
            <p:cNvSpPr/>
            <p:nvPr/>
          </p:nvSpPr>
          <p:spPr>
            <a:xfrm>
              <a:off x="5388545" y="5633651"/>
              <a:ext cx="993576"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Masculino</a:t>
              </a:r>
            </a:p>
          </p:txBody>
        </p:sp>
        <p:sp>
          <p:nvSpPr>
            <p:cNvPr id="34" name="tx33"/>
            <p:cNvSpPr/>
            <p:nvPr/>
          </p:nvSpPr>
          <p:spPr>
            <a:xfrm>
              <a:off x="6695976" y="5633651"/>
              <a:ext cx="959643" cy="147835"/>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Arial"/>
                  <a:cs typeface="Arial"/>
                </a:rPr>
                <a:t>Femenino</a:t>
              </a:r>
            </a:p>
          </p:txBody>
        </p:sp>
      </p:grpSp>
      <p:sp>
        <p:nvSpPr>
          <p:cNvPr id="35"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respuestas</a:t>
            </a:r>
          </a:p>
        </p:txBody>
      </p:sp>
      <p:sp>
        <p:nvSpPr>
          <p:cNvPr id="36"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HEATMAP DE DIMENSIONES (P_DIM_HEATMAP)</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765061"/>
              <a:ext cx="11440491" cy="3869090"/>
            </a:xfrm>
            <a:prstGeom prst="rect">
              <a:avLst/>
            </a:prstGeom>
          </p:spPr>
          <p:txBody>
            <a:bodyPr/>
            <a:lstStyle/>
            <a:p/>
          </p:txBody>
        </p:sp>
        <p:sp>
          <p:nvSpPr>
            <p:cNvPr id="5" name="rc4"/>
            <p:cNvSpPr/>
            <p:nvPr/>
          </p:nvSpPr>
          <p:spPr>
            <a:xfrm>
              <a:off x="3233897" y="1866281"/>
              <a:ext cx="8372262" cy="3054784"/>
            </a:xfrm>
            <a:prstGeom prst="rect">
              <a:avLst/>
            </a:prstGeom>
          </p:spPr>
          <p:txBody>
            <a:bodyPr/>
            <a:lstStyle/>
            <a:p/>
          </p:txBody>
        </p:sp>
        <p:sp>
          <p:nvSpPr>
            <p:cNvPr id="6" name="rc5"/>
            <p:cNvSpPr/>
            <p:nvPr/>
          </p:nvSpPr>
          <p:spPr>
            <a:xfrm>
              <a:off x="3350179" y="193901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7" name="rc6"/>
            <p:cNvSpPr/>
            <p:nvPr/>
          </p:nvSpPr>
          <p:spPr>
            <a:xfrm>
              <a:off x="9164250" y="193901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8" name="rc7"/>
            <p:cNvSpPr/>
            <p:nvPr/>
          </p:nvSpPr>
          <p:spPr>
            <a:xfrm>
              <a:off x="6838621" y="193901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9" name="rc8"/>
            <p:cNvSpPr/>
            <p:nvPr/>
          </p:nvSpPr>
          <p:spPr>
            <a:xfrm>
              <a:off x="8001436" y="193901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0" name="rc9"/>
            <p:cNvSpPr/>
            <p:nvPr/>
          </p:nvSpPr>
          <p:spPr>
            <a:xfrm>
              <a:off x="10327064" y="193901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1" name="rc10"/>
            <p:cNvSpPr/>
            <p:nvPr/>
          </p:nvSpPr>
          <p:spPr>
            <a:xfrm>
              <a:off x="4512993" y="1939014"/>
              <a:ext cx="1162814" cy="727329"/>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12" name="rc11"/>
            <p:cNvSpPr/>
            <p:nvPr/>
          </p:nvSpPr>
          <p:spPr>
            <a:xfrm>
              <a:off x="5675807" y="1939014"/>
              <a:ext cx="1162814" cy="727329"/>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13" name="rc12"/>
            <p:cNvSpPr/>
            <p:nvPr/>
          </p:nvSpPr>
          <p:spPr>
            <a:xfrm>
              <a:off x="3350179" y="266634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4" name="rc13"/>
            <p:cNvSpPr/>
            <p:nvPr/>
          </p:nvSpPr>
          <p:spPr>
            <a:xfrm>
              <a:off x="3350179" y="339367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5" name="rc14"/>
            <p:cNvSpPr/>
            <p:nvPr/>
          </p:nvSpPr>
          <p:spPr>
            <a:xfrm>
              <a:off x="3350179" y="412100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6" name="rc15"/>
            <p:cNvSpPr/>
            <p:nvPr/>
          </p:nvSpPr>
          <p:spPr>
            <a:xfrm>
              <a:off x="9164250" y="266634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7" name="rc16"/>
            <p:cNvSpPr/>
            <p:nvPr/>
          </p:nvSpPr>
          <p:spPr>
            <a:xfrm>
              <a:off x="9164250" y="339367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8" name="rc17"/>
            <p:cNvSpPr/>
            <p:nvPr/>
          </p:nvSpPr>
          <p:spPr>
            <a:xfrm>
              <a:off x="9164250" y="4121003"/>
              <a:ext cx="1162814" cy="727329"/>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19" name="rc18"/>
            <p:cNvSpPr/>
            <p:nvPr/>
          </p:nvSpPr>
          <p:spPr>
            <a:xfrm>
              <a:off x="6838621" y="266634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0" name="rc19"/>
            <p:cNvSpPr/>
            <p:nvPr/>
          </p:nvSpPr>
          <p:spPr>
            <a:xfrm>
              <a:off x="6838621" y="339367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1" name="rc20"/>
            <p:cNvSpPr/>
            <p:nvPr/>
          </p:nvSpPr>
          <p:spPr>
            <a:xfrm>
              <a:off x="6838621" y="412100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2" name="rc21"/>
            <p:cNvSpPr/>
            <p:nvPr/>
          </p:nvSpPr>
          <p:spPr>
            <a:xfrm>
              <a:off x="8001436" y="266634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3" name="rc22"/>
            <p:cNvSpPr/>
            <p:nvPr/>
          </p:nvSpPr>
          <p:spPr>
            <a:xfrm>
              <a:off x="8001436" y="339367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4" name="rc23"/>
            <p:cNvSpPr/>
            <p:nvPr/>
          </p:nvSpPr>
          <p:spPr>
            <a:xfrm>
              <a:off x="8001436" y="412100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5" name="rc24"/>
            <p:cNvSpPr/>
            <p:nvPr/>
          </p:nvSpPr>
          <p:spPr>
            <a:xfrm>
              <a:off x="10327064" y="2666344"/>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6" name="rc25"/>
            <p:cNvSpPr/>
            <p:nvPr/>
          </p:nvSpPr>
          <p:spPr>
            <a:xfrm>
              <a:off x="10327064" y="339367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7" name="rc26"/>
            <p:cNvSpPr/>
            <p:nvPr/>
          </p:nvSpPr>
          <p:spPr>
            <a:xfrm>
              <a:off x="10327064" y="412100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28" name="rc27"/>
            <p:cNvSpPr/>
            <p:nvPr/>
          </p:nvSpPr>
          <p:spPr>
            <a:xfrm>
              <a:off x="4512993" y="2666344"/>
              <a:ext cx="1162814" cy="727329"/>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29" name="rc28"/>
            <p:cNvSpPr/>
            <p:nvPr/>
          </p:nvSpPr>
          <p:spPr>
            <a:xfrm>
              <a:off x="4512993" y="339367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30" name="rc29"/>
            <p:cNvSpPr/>
            <p:nvPr/>
          </p:nvSpPr>
          <p:spPr>
            <a:xfrm>
              <a:off x="4512993" y="4121003"/>
              <a:ext cx="1162814" cy="72732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31" name="rc30"/>
            <p:cNvSpPr/>
            <p:nvPr/>
          </p:nvSpPr>
          <p:spPr>
            <a:xfrm>
              <a:off x="5675807" y="2666344"/>
              <a:ext cx="1162814" cy="727329"/>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32" name="rc31"/>
            <p:cNvSpPr/>
            <p:nvPr/>
          </p:nvSpPr>
          <p:spPr>
            <a:xfrm>
              <a:off x="5675807" y="3393673"/>
              <a:ext cx="1162814" cy="727329"/>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33" name="rc32"/>
            <p:cNvSpPr/>
            <p:nvPr/>
          </p:nvSpPr>
          <p:spPr>
            <a:xfrm>
              <a:off x="5675807" y="4121003"/>
              <a:ext cx="1162814" cy="727329"/>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34" name="tx33"/>
            <p:cNvSpPr/>
            <p:nvPr/>
          </p:nvSpPr>
          <p:spPr>
            <a:xfrm>
              <a:off x="3864597" y="225809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83</a:t>
              </a:r>
            </a:p>
          </p:txBody>
        </p:sp>
        <p:sp>
          <p:nvSpPr>
            <p:cNvPr id="35" name="tx34"/>
            <p:cNvSpPr/>
            <p:nvPr/>
          </p:nvSpPr>
          <p:spPr>
            <a:xfrm>
              <a:off x="9678669" y="225809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81</a:t>
              </a:r>
            </a:p>
          </p:txBody>
        </p:sp>
        <p:sp>
          <p:nvSpPr>
            <p:cNvPr id="36" name="tx35"/>
            <p:cNvSpPr/>
            <p:nvPr/>
          </p:nvSpPr>
          <p:spPr>
            <a:xfrm>
              <a:off x="7353040" y="225809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85</a:t>
              </a:r>
            </a:p>
          </p:txBody>
        </p:sp>
        <p:sp>
          <p:nvSpPr>
            <p:cNvPr id="37" name="tx36"/>
            <p:cNvSpPr/>
            <p:nvPr/>
          </p:nvSpPr>
          <p:spPr>
            <a:xfrm>
              <a:off x="8515854" y="225809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85</a:t>
              </a:r>
            </a:p>
          </p:txBody>
        </p:sp>
        <p:sp>
          <p:nvSpPr>
            <p:cNvPr id="38" name="tx37"/>
            <p:cNvSpPr/>
            <p:nvPr/>
          </p:nvSpPr>
          <p:spPr>
            <a:xfrm>
              <a:off x="10841483" y="225809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88</a:t>
              </a:r>
            </a:p>
          </p:txBody>
        </p:sp>
        <p:sp>
          <p:nvSpPr>
            <p:cNvPr id="39" name="tx38"/>
            <p:cNvSpPr/>
            <p:nvPr/>
          </p:nvSpPr>
          <p:spPr>
            <a:xfrm>
              <a:off x="5027412" y="2257922"/>
              <a:ext cx="133977" cy="88102"/>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80</a:t>
              </a:r>
            </a:p>
          </p:txBody>
        </p:sp>
        <p:sp>
          <p:nvSpPr>
            <p:cNvPr id="40" name="tx39"/>
            <p:cNvSpPr/>
            <p:nvPr/>
          </p:nvSpPr>
          <p:spPr>
            <a:xfrm>
              <a:off x="6190226" y="2257687"/>
              <a:ext cx="133977" cy="88337"/>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76</a:t>
              </a:r>
            </a:p>
          </p:txBody>
        </p:sp>
        <p:sp>
          <p:nvSpPr>
            <p:cNvPr id="41" name="tx40"/>
            <p:cNvSpPr/>
            <p:nvPr/>
          </p:nvSpPr>
          <p:spPr>
            <a:xfrm>
              <a:off x="3864597" y="298542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84</a:t>
              </a:r>
            </a:p>
          </p:txBody>
        </p:sp>
        <p:sp>
          <p:nvSpPr>
            <p:cNvPr id="42" name="tx41"/>
            <p:cNvSpPr/>
            <p:nvPr/>
          </p:nvSpPr>
          <p:spPr>
            <a:xfrm>
              <a:off x="3864597" y="3712757"/>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83</a:t>
              </a:r>
            </a:p>
          </p:txBody>
        </p:sp>
        <p:sp>
          <p:nvSpPr>
            <p:cNvPr id="43" name="tx42"/>
            <p:cNvSpPr/>
            <p:nvPr/>
          </p:nvSpPr>
          <p:spPr>
            <a:xfrm>
              <a:off x="3864597" y="4440087"/>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84</a:t>
              </a:r>
            </a:p>
          </p:txBody>
        </p:sp>
        <p:sp>
          <p:nvSpPr>
            <p:cNvPr id="44" name="tx43"/>
            <p:cNvSpPr/>
            <p:nvPr/>
          </p:nvSpPr>
          <p:spPr>
            <a:xfrm>
              <a:off x="9678669" y="298542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81</a:t>
              </a:r>
            </a:p>
          </p:txBody>
        </p:sp>
        <p:sp>
          <p:nvSpPr>
            <p:cNvPr id="45" name="tx44"/>
            <p:cNvSpPr/>
            <p:nvPr/>
          </p:nvSpPr>
          <p:spPr>
            <a:xfrm>
              <a:off x="9678669" y="3712757"/>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81</a:t>
              </a:r>
            </a:p>
          </p:txBody>
        </p:sp>
        <p:sp>
          <p:nvSpPr>
            <p:cNvPr id="46" name="tx45"/>
            <p:cNvSpPr/>
            <p:nvPr/>
          </p:nvSpPr>
          <p:spPr>
            <a:xfrm>
              <a:off x="9678669" y="4439911"/>
              <a:ext cx="133977" cy="88102"/>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80</a:t>
              </a:r>
            </a:p>
          </p:txBody>
        </p:sp>
        <p:sp>
          <p:nvSpPr>
            <p:cNvPr id="47" name="tx46"/>
            <p:cNvSpPr/>
            <p:nvPr/>
          </p:nvSpPr>
          <p:spPr>
            <a:xfrm>
              <a:off x="7353040" y="2985016"/>
              <a:ext cx="133977" cy="88337"/>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86</a:t>
              </a:r>
            </a:p>
          </p:txBody>
        </p:sp>
        <p:sp>
          <p:nvSpPr>
            <p:cNvPr id="48" name="tx47"/>
            <p:cNvSpPr/>
            <p:nvPr/>
          </p:nvSpPr>
          <p:spPr>
            <a:xfrm>
              <a:off x="7353040" y="3712757"/>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82</a:t>
              </a:r>
            </a:p>
          </p:txBody>
        </p:sp>
        <p:sp>
          <p:nvSpPr>
            <p:cNvPr id="49" name="tx48"/>
            <p:cNvSpPr/>
            <p:nvPr/>
          </p:nvSpPr>
          <p:spPr>
            <a:xfrm>
              <a:off x="7353040" y="4440087"/>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87</a:t>
              </a:r>
            </a:p>
          </p:txBody>
        </p:sp>
        <p:sp>
          <p:nvSpPr>
            <p:cNvPr id="50" name="tx49"/>
            <p:cNvSpPr/>
            <p:nvPr/>
          </p:nvSpPr>
          <p:spPr>
            <a:xfrm>
              <a:off x="8515854" y="298542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82</a:t>
              </a:r>
            </a:p>
          </p:txBody>
        </p:sp>
        <p:sp>
          <p:nvSpPr>
            <p:cNvPr id="51" name="tx50"/>
            <p:cNvSpPr/>
            <p:nvPr/>
          </p:nvSpPr>
          <p:spPr>
            <a:xfrm>
              <a:off x="8515854" y="3712228"/>
              <a:ext cx="133977" cy="88455"/>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89</a:t>
              </a:r>
            </a:p>
          </p:txBody>
        </p:sp>
        <p:sp>
          <p:nvSpPr>
            <p:cNvPr id="52" name="tx51"/>
            <p:cNvSpPr/>
            <p:nvPr/>
          </p:nvSpPr>
          <p:spPr>
            <a:xfrm>
              <a:off x="8515854" y="4440087"/>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83</a:t>
              </a:r>
            </a:p>
          </p:txBody>
        </p:sp>
        <p:sp>
          <p:nvSpPr>
            <p:cNvPr id="53" name="tx52"/>
            <p:cNvSpPr/>
            <p:nvPr/>
          </p:nvSpPr>
          <p:spPr>
            <a:xfrm>
              <a:off x="10841483" y="2984898"/>
              <a:ext cx="133977" cy="88455"/>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90</a:t>
              </a:r>
            </a:p>
          </p:txBody>
        </p:sp>
        <p:sp>
          <p:nvSpPr>
            <p:cNvPr id="54" name="tx53"/>
            <p:cNvSpPr/>
            <p:nvPr/>
          </p:nvSpPr>
          <p:spPr>
            <a:xfrm>
              <a:off x="10841483" y="3712346"/>
              <a:ext cx="133977" cy="88337"/>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86</a:t>
              </a:r>
            </a:p>
          </p:txBody>
        </p:sp>
        <p:sp>
          <p:nvSpPr>
            <p:cNvPr id="55" name="tx54"/>
            <p:cNvSpPr/>
            <p:nvPr/>
          </p:nvSpPr>
          <p:spPr>
            <a:xfrm>
              <a:off x="10841483" y="4439558"/>
              <a:ext cx="133977" cy="88455"/>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89</a:t>
              </a:r>
            </a:p>
          </p:txBody>
        </p:sp>
        <p:sp>
          <p:nvSpPr>
            <p:cNvPr id="56" name="tx55"/>
            <p:cNvSpPr/>
            <p:nvPr/>
          </p:nvSpPr>
          <p:spPr>
            <a:xfrm>
              <a:off x="5027412" y="2985428"/>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78</a:t>
              </a:r>
            </a:p>
          </p:txBody>
        </p:sp>
        <p:sp>
          <p:nvSpPr>
            <p:cNvPr id="57" name="tx56"/>
            <p:cNvSpPr/>
            <p:nvPr/>
          </p:nvSpPr>
          <p:spPr>
            <a:xfrm>
              <a:off x="5027412" y="3712757"/>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81</a:t>
              </a:r>
            </a:p>
          </p:txBody>
        </p:sp>
        <p:sp>
          <p:nvSpPr>
            <p:cNvPr id="58" name="tx57"/>
            <p:cNvSpPr/>
            <p:nvPr/>
          </p:nvSpPr>
          <p:spPr>
            <a:xfrm>
              <a:off x="5027412" y="4440087"/>
              <a:ext cx="133977" cy="8792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82</a:t>
              </a:r>
            </a:p>
          </p:txBody>
        </p:sp>
        <p:sp>
          <p:nvSpPr>
            <p:cNvPr id="59" name="tx58"/>
            <p:cNvSpPr/>
            <p:nvPr/>
          </p:nvSpPr>
          <p:spPr>
            <a:xfrm>
              <a:off x="6190226" y="2986957"/>
              <a:ext cx="133977" cy="8639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75</a:t>
              </a:r>
            </a:p>
          </p:txBody>
        </p:sp>
        <p:sp>
          <p:nvSpPr>
            <p:cNvPr id="60" name="tx59"/>
            <p:cNvSpPr/>
            <p:nvPr/>
          </p:nvSpPr>
          <p:spPr>
            <a:xfrm>
              <a:off x="6190226" y="3712346"/>
              <a:ext cx="133977" cy="88337"/>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76</a:t>
              </a:r>
            </a:p>
          </p:txBody>
        </p:sp>
        <p:sp>
          <p:nvSpPr>
            <p:cNvPr id="61" name="tx60"/>
            <p:cNvSpPr/>
            <p:nvPr/>
          </p:nvSpPr>
          <p:spPr>
            <a:xfrm>
              <a:off x="6190226" y="4441616"/>
              <a:ext cx="133977" cy="86396"/>
            </a:xfrm>
            <a:prstGeom prst="rect">
              <a:avLst/>
            </a:prstGeom>
            <a:noFill/>
          </p:spPr>
          <p:txBody>
            <a:bodyPr lIns="0" rIns="0" tIns="0" bIns="0" anchorCtr="1" anchor="ctr" wrap="none"/>
            <a:lstStyle/>
            <a:p>
              <a:pPr algn="l" marL="0" marR="0" indent="0">
                <a:lnSpc>
                  <a:spcPts val="948"/>
                </a:lnSpc>
                <a:spcBef>
                  <a:spcPts val="0"/>
                </a:spcBef>
                <a:spcAft>
                  <a:spcPts val="0"/>
                </a:spcAft>
              </a:pPr>
              <a:r>
                <a:rPr sz="948" b="1">
                  <a:solidFill>
                    <a:srgbClr val="122842">
                      <a:alpha val="100000"/>
                    </a:srgbClr>
                  </a:solidFill>
                  <a:latin typeface="Helvetica"/>
                  <a:cs typeface="Helvetica"/>
                </a:rPr>
                <a:t>75</a:t>
              </a:r>
            </a:p>
          </p:txBody>
        </p:sp>
        <p:sp>
          <p:nvSpPr>
            <p:cNvPr id="62" name="tx61"/>
            <p:cNvSpPr/>
            <p:nvPr/>
          </p:nvSpPr>
          <p:spPr>
            <a:xfrm>
              <a:off x="415367" y="4366200"/>
              <a:ext cx="2755900" cy="19159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Competencias transversales</a:t>
              </a:r>
            </a:p>
          </p:txBody>
        </p:sp>
        <p:sp>
          <p:nvSpPr>
            <p:cNvPr id="63" name="tx62"/>
            <p:cNvSpPr/>
            <p:nvPr/>
          </p:nvSpPr>
          <p:spPr>
            <a:xfrm>
              <a:off x="1364196" y="3635497"/>
              <a:ext cx="1807071" cy="194964"/>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Visión empresarial</a:t>
              </a:r>
            </a:p>
          </p:txBody>
        </p:sp>
        <p:sp>
          <p:nvSpPr>
            <p:cNvPr id="64" name="tx63"/>
            <p:cNvSpPr/>
            <p:nvPr/>
          </p:nvSpPr>
          <p:spPr>
            <a:xfrm>
              <a:off x="912552" y="2908168"/>
              <a:ext cx="2258714" cy="194964"/>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Competencias técnicas</a:t>
              </a:r>
            </a:p>
          </p:txBody>
        </p:sp>
        <p:sp>
          <p:nvSpPr>
            <p:cNvPr id="65" name="tx64"/>
            <p:cNvSpPr/>
            <p:nvPr/>
          </p:nvSpPr>
          <p:spPr>
            <a:xfrm>
              <a:off x="2087203" y="2225784"/>
              <a:ext cx="1084064" cy="150018"/>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Total cruce</a:t>
              </a:r>
            </a:p>
          </p:txBody>
        </p:sp>
        <p:sp>
          <p:nvSpPr>
            <p:cNvPr id="66" name="tx65"/>
            <p:cNvSpPr/>
            <p:nvPr/>
          </p:nvSpPr>
          <p:spPr>
            <a:xfrm>
              <a:off x="3705714" y="5111979"/>
              <a:ext cx="451742"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Total</a:t>
              </a:r>
            </a:p>
          </p:txBody>
        </p:sp>
        <p:sp>
          <p:nvSpPr>
            <p:cNvPr id="67" name="tx66"/>
            <p:cNvSpPr/>
            <p:nvPr/>
          </p:nvSpPr>
          <p:spPr>
            <a:xfrm>
              <a:off x="4795057" y="4990543"/>
              <a:ext cx="598685" cy="16132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Quinto</a:t>
              </a:r>
            </a:p>
          </p:txBody>
        </p:sp>
        <p:sp>
          <p:nvSpPr>
            <p:cNvPr id="68" name="tx67"/>
            <p:cNvSpPr/>
            <p:nvPr/>
          </p:nvSpPr>
          <p:spPr>
            <a:xfrm>
              <a:off x="4891150" y="5221707"/>
              <a:ext cx="406499"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ciclo</a:t>
              </a:r>
            </a:p>
          </p:txBody>
        </p:sp>
        <p:sp>
          <p:nvSpPr>
            <p:cNvPr id="69" name="tx68"/>
            <p:cNvSpPr/>
            <p:nvPr/>
          </p:nvSpPr>
          <p:spPr>
            <a:xfrm>
              <a:off x="5997410" y="4997885"/>
              <a:ext cx="519608" cy="15398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Sexto</a:t>
              </a:r>
            </a:p>
          </p:txBody>
        </p:sp>
        <p:sp>
          <p:nvSpPr>
            <p:cNvPr id="70" name="tx69"/>
            <p:cNvSpPr/>
            <p:nvPr/>
          </p:nvSpPr>
          <p:spPr>
            <a:xfrm>
              <a:off x="6053965" y="5221707"/>
              <a:ext cx="406499"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ciclo</a:t>
              </a:r>
            </a:p>
          </p:txBody>
        </p:sp>
        <p:sp>
          <p:nvSpPr>
            <p:cNvPr id="71" name="tx70"/>
            <p:cNvSpPr/>
            <p:nvPr/>
          </p:nvSpPr>
          <p:spPr>
            <a:xfrm>
              <a:off x="7047313" y="4959785"/>
              <a:ext cx="745430" cy="19208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Séptimo</a:t>
              </a:r>
            </a:p>
          </p:txBody>
        </p:sp>
        <p:sp>
          <p:nvSpPr>
            <p:cNvPr id="72" name="tx71"/>
            <p:cNvSpPr/>
            <p:nvPr/>
          </p:nvSpPr>
          <p:spPr>
            <a:xfrm>
              <a:off x="7216779" y="5221707"/>
              <a:ext cx="406499"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ciclo</a:t>
              </a:r>
            </a:p>
          </p:txBody>
        </p:sp>
        <p:sp>
          <p:nvSpPr>
            <p:cNvPr id="73" name="tx72"/>
            <p:cNvSpPr/>
            <p:nvPr/>
          </p:nvSpPr>
          <p:spPr>
            <a:xfrm>
              <a:off x="8260977" y="4997885"/>
              <a:ext cx="643731" cy="15398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Octavo</a:t>
              </a:r>
            </a:p>
          </p:txBody>
        </p:sp>
        <p:sp>
          <p:nvSpPr>
            <p:cNvPr id="74" name="tx73"/>
            <p:cNvSpPr/>
            <p:nvPr/>
          </p:nvSpPr>
          <p:spPr>
            <a:xfrm>
              <a:off x="8379593" y="5221707"/>
              <a:ext cx="406499"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ciclo</a:t>
              </a:r>
            </a:p>
          </p:txBody>
        </p:sp>
        <p:sp>
          <p:nvSpPr>
            <p:cNvPr id="75" name="tx74"/>
            <p:cNvSpPr/>
            <p:nvPr/>
          </p:nvSpPr>
          <p:spPr>
            <a:xfrm>
              <a:off x="9395464" y="5002251"/>
              <a:ext cx="700385"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Noveno</a:t>
              </a:r>
            </a:p>
          </p:txBody>
        </p:sp>
        <p:sp>
          <p:nvSpPr>
            <p:cNvPr id="76" name="tx75"/>
            <p:cNvSpPr/>
            <p:nvPr/>
          </p:nvSpPr>
          <p:spPr>
            <a:xfrm>
              <a:off x="9542407" y="5221707"/>
              <a:ext cx="406499"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ciclo</a:t>
              </a:r>
            </a:p>
          </p:txBody>
        </p:sp>
        <p:sp>
          <p:nvSpPr>
            <p:cNvPr id="77" name="tx76"/>
            <p:cNvSpPr/>
            <p:nvPr/>
          </p:nvSpPr>
          <p:spPr>
            <a:xfrm>
              <a:off x="10564083" y="4998976"/>
              <a:ext cx="688776" cy="152896"/>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Décimo</a:t>
              </a:r>
            </a:p>
          </p:txBody>
        </p:sp>
        <p:sp>
          <p:nvSpPr>
            <p:cNvPr id="78" name="tx77"/>
            <p:cNvSpPr/>
            <p:nvPr/>
          </p:nvSpPr>
          <p:spPr>
            <a:xfrm>
              <a:off x="10705222" y="5221707"/>
              <a:ext cx="406499"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ciclo</a:t>
              </a:r>
            </a:p>
          </p:txBody>
        </p:sp>
        <p:sp>
          <p:nvSpPr>
            <p:cNvPr id="79" name="rc78"/>
            <p:cNvSpPr/>
            <p:nvPr/>
          </p:nvSpPr>
          <p:spPr>
            <a:xfrm>
              <a:off x="2657080" y="5812843"/>
              <a:ext cx="320333" cy="100800"/>
            </a:xfrm>
            <a:prstGeom prst="rect">
              <a:avLst/>
            </a:prstGeom>
            <a:solidFill>
              <a:srgbClr val="D84B55">
                <a:alpha val="100000"/>
              </a:srgbClr>
            </a:solidFill>
          </p:spPr>
          <p:txBody>
            <a:bodyPr/>
            <a:lstStyle/>
            <a:p/>
          </p:txBody>
        </p:sp>
        <p:sp>
          <p:nvSpPr>
            <p:cNvPr id="80" name="tx79"/>
            <p:cNvSpPr/>
            <p:nvPr/>
          </p:nvSpPr>
          <p:spPr>
            <a:xfrm>
              <a:off x="3114700" y="5786497"/>
              <a:ext cx="1027906" cy="14962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Menor a 60</a:t>
              </a:r>
            </a:p>
          </p:txBody>
        </p:sp>
        <p:sp>
          <p:nvSpPr>
            <p:cNvPr id="81" name="rc80"/>
            <p:cNvSpPr/>
            <p:nvPr/>
          </p:nvSpPr>
          <p:spPr>
            <a:xfrm>
              <a:off x="5002381" y="5812843"/>
              <a:ext cx="320333" cy="100800"/>
            </a:xfrm>
            <a:prstGeom prst="rect">
              <a:avLst/>
            </a:prstGeom>
            <a:solidFill>
              <a:srgbClr val="E0B44C">
                <a:alpha val="100000"/>
              </a:srgbClr>
            </a:solidFill>
          </p:spPr>
          <p:txBody>
            <a:bodyPr/>
            <a:lstStyle/>
            <a:p/>
          </p:txBody>
        </p:sp>
        <p:sp>
          <p:nvSpPr>
            <p:cNvPr id="82" name="tx81"/>
            <p:cNvSpPr/>
            <p:nvPr/>
          </p:nvSpPr>
          <p:spPr>
            <a:xfrm>
              <a:off x="5460000" y="5789374"/>
              <a:ext cx="632618" cy="146744"/>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60 - 80</a:t>
              </a:r>
            </a:p>
          </p:txBody>
        </p:sp>
        <p:sp>
          <p:nvSpPr>
            <p:cNvPr id="83" name="rc82"/>
            <p:cNvSpPr/>
            <p:nvPr/>
          </p:nvSpPr>
          <p:spPr>
            <a:xfrm>
              <a:off x="7073109" y="5812843"/>
              <a:ext cx="320333" cy="100800"/>
            </a:xfrm>
            <a:prstGeom prst="rect">
              <a:avLst/>
            </a:prstGeom>
            <a:solidFill>
              <a:srgbClr val="3A9A5B">
                <a:alpha val="100000"/>
              </a:srgbClr>
            </a:solidFill>
          </p:spPr>
          <p:txBody>
            <a:bodyPr/>
            <a:lstStyle/>
            <a:p/>
          </p:txBody>
        </p:sp>
        <p:sp>
          <p:nvSpPr>
            <p:cNvPr id="84" name="tx83"/>
            <p:cNvSpPr/>
            <p:nvPr/>
          </p:nvSpPr>
          <p:spPr>
            <a:xfrm>
              <a:off x="7530729" y="5746809"/>
              <a:ext cx="1016496" cy="18930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Mayor a 80</a:t>
              </a:r>
            </a:p>
          </p:txBody>
        </p:sp>
      </p:grpSp>
      <p:sp>
        <p:nvSpPr>
          <p:cNvPr id="85"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respuestas</a:t>
            </a:r>
          </a:p>
        </p:txBody>
      </p:sp>
      <p:sp>
        <p:nvSpPr>
          <p:cNvPr id="86"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COMPARATIVO DE DIMENSIONES (P_DIM_COMPARATIVO_RADARBAR)</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765061"/>
              <a:ext cx="11440491" cy="3716363"/>
            </a:xfrm>
            <a:prstGeom prst="rect">
              <a:avLst/>
            </a:prstGeom>
          </p:spPr>
          <p:txBody>
            <a:bodyPr/>
            <a:lstStyle/>
            <a:p/>
          </p:txBody>
        </p:sp>
        <p:sp>
          <p:nvSpPr>
            <p:cNvPr id="5" name="rc4"/>
            <p:cNvSpPr/>
            <p:nvPr/>
          </p:nvSpPr>
          <p:spPr>
            <a:xfrm>
              <a:off x="3000914" y="1840976"/>
              <a:ext cx="8681161" cy="3294220"/>
            </a:xfrm>
            <a:prstGeom prst="rect">
              <a:avLst/>
            </a:prstGeom>
          </p:spPr>
          <p:txBody>
            <a:bodyPr/>
            <a:lstStyle/>
            <a:p/>
          </p:txBody>
        </p:sp>
        <p:sp>
          <p:nvSpPr>
            <p:cNvPr id="6" name="rc5"/>
            <p:cNvSpPr/>
            <p:nvPr/>
          </p:nvSpPr>
          <p:spPr>
            <a:xfrm>
              <a:off x="3000914" y="4569002"/>
              <a:ext cx="7599055" cy="308833"/>
            </a:xfrm>
            <a:prstGeom prst="rect">
              <a:avLst/>
            </a:prstGeom>
            <a:solidFill>
              <a:srgbClr val="0072B2">
                <a:alpha val="100000"/>
              </a:srgbClr>
            </a:solidFill>
          </p:spPr>
          <p:txBody>
            <a:bodyPr/>
            <a:lstStyle/>
            <a:p/>
          </p:txBody>
        </p:sp>
        <p:sp>
          <p:nvSpPr>
            <p:cNvPr id="7" name="rc6"/>
            <p:cNvSpPr/>
            <p:nvPr/>
          </p:nvSpPr>
          <p:spPr>
            <a:xfrm>
              <a:off x="3000914" y="4157225"/>
              <a:ext cx="7245611" cy="308833"/>
            </a:xfrm>
            <a:prstGeom prst="rect">
              <a:avLst/>
            </a:prstGeom>
            <a:solidFill>
              <a:srgbClr val="E69F00">
                <a:alpha val="100000"/>
              </a:srgbClr>
            </a:solidFill>
          </p:spPr>
          <p:txBody>
            <a:bodyPr/>
            <a:lstStyle/>
            <a:p/>
          </p:txBody>
        </p:sp>
        <p:sp>
          <p:nvSpPr>
            <p:cNvPr id="8" name="rc7"/>
            <p:cNvSpPr/>
            <p:nvPr/>
          </p:nvSpPr>
          <p:spPr>
            <a:xfrm>
              <a:off x="3000914" y="3539558"/>
              <a:ext cx="7422333" cy="308833"/>
            </a:xfrm>
            <a:prstGeom prst="rect">
              <a:avLst/>
            </a:prstGeom>
            <a:solidFill>
              <a:srgbClr val="0072B2">
                <a:alpha val="100000"/>
              </a:srgbClr>
            </a:solidFill>
          </p:spPr>
          <p:txBody>
            <a:bodyPr/>
            <a:lstStyle/>
            <a:p/>
          </p:txBody>
        </p:sp>
        <p:sp>
          <p:nvSpPr>
            <p:cNvPr id="9" name="rc8"/>
            <p:cNvSpPr/>
            <p:nvPr/>
          </p:nvSpPr>
          <p:spPr>
            <a:xfrm>
              <a:off x="3000914" y="3127781"/>
              <a:ext cx="7333972" cy="308833"/>
            </a:xfrm>
            <a:prstGeom prst="rect">
              <a:avLst/>
            </a:prstGeom>
            <a:solidFill>
              <a:srgbClr val="E69F00">
                <a:alpha val="100000"/>
              </a:srgbClr>
            </a:solidFill>
          </p:spPr>
          <p:txBody>
            <a:bodyPr/>
            <a:lstStyle/>
            <a:p/>
          </p:txBody>
        </p:sp>
        <p:sp>
          <p:nvSpPr>
            <p:cNvPr id="10" name="rc9"/>
            <p:cNvSpPr/>
            <p:nvPr/>
          </p:nvSpPr>
          <p:spPr>
            <a:xfrm>
              <a:off x="3000914" y="2510115"/>
              <a:ext cx="7510694" cy="308833"/>
            </a:xfrm>
            <a:prstGeom prst="rect">
              <a:avLst/>
            </a:prstGeom>
            <a:solidFill>
              <a:srgbClr val="0072B2">
                <a:alpha val="100000"/>
              </a:srgbClr>
            </a:solidFill>
          </p:spPr>
          <p:txBody>
            <a:bodyPr/>
            <a:lstStyle/>
            <a:p/>
          </p:txBody>
        </p:sp>
        <p:sp>
          <p:nvSpPr>
            <p:cNvPr id="11" name="rc10"/>
            <p:cNvSpPr/>
            <p:nvPr/>
          </p:nvSpPr>
          <p:spPr>
            <a:xfrm>
              <a:off x="3000914" y="2098337"/>
              <a:ext cx="7245611" cy="308833"/>
            </a:xfrm>
            <a:prstGeom prst="rect">
              <a:avLst/>
            </a:prstGeom>
            <a:solidFill>
              <a:srgbClr val="E69F00">
                <a:alpha val="100000"/>
              </a:srgbClr>
            </a:solidFill>
          </p:spPr>
          <p:txBody>
            <a:bodyPr/>
            <a:lstStyle/>
            <a:p/>
          </p:txBody>
        </p:sp>
        <p:sp>
          <p:nvSpPr>
            <p:cNvPr id="12" name="tx11"/>
            <p:cNvSpPr/>
            <p:nvPr/>
          </p:nvSpPr>
          <p:spPr>
            <a:xfrm>
              <a:off x="6687901" y="4647832"/>
              <a:ext cx="225081" cy="148407"/>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Helvetica"/>
                  <a:cs typeface="Helvetica"/>
                </a:rPr>
                <a:t>86</a:t>
              </a:r>
            </a:p>
          </p:txBody>
        </p:sp>
        <p:sp>
          <p:nvSpPr>
            <p:cNvPr id="13" name="tx12"/>
            <p:cNvSpPr/>
            <p:nvPr/>
          </p:nvSpPr>
          <p:spPr>
            <a:xfrm>
              <a:off x="6511179" y="4236746"/>
              <a:ext cx="225081" cy="147715"/>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Helvetica"/>
                  <a:cs typeface="Helvetica"/>
                </a:rPr>
                <a:t>82</a:t>
              </a:r>
            </a:p>
          </p:txBody>
        </p:sp>
        <p:sp>
          <p:nvSpPr>
            <p:cNvPr id="14" name="tx13"/>
            <p:cNvSpPr/>
            <p:nvPr/>
          </p:nvSpPr>
          <p:spPr>
            <a:xfrm>
              <a:off x="6599540" y="3619079"/>
              <a:ext cx="225081" cy="147715"/>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Helvetica"/>
                  <a:cs typeface="Helvetica"/>
                </a:rPr>
                <a:t>84</a:t>
              </a:r>
            </a:p>
          </p:txBody>
        </p:sp>
        <p:sp>
          <p:nvSpPr>
            <p:cNvPr id="15" name="tx14"/>
            <p:cNvSpPr/>
            <p:nvPr/>
          </p:nvSpPr>
          <p:spPr>
            <a:xfrm>
              <a:off x="6555359" y="3207302"/>
              <a:ext cx="225081" cy="147715"/>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Helvetica"/>
                  <a:cs typeface="Helvetica"/>
                </a:rPr>
                <a:t>83</a:t>
              </a:r>
            </a:p>
          </p:txBody>
        </p:sp>
        <p:sp>
          <p:nvSpPr>
            <p:cNvPr id="16" name="tx15"/>
            <p:cNvSpPr/>
            <p:nvPr/>
          </p:nvSpPr>
          <p:spPr>
            <a:xfrm>
              <a:off x="6643720" y="2589636"/>
              <a:ext cx="225081" cy="147715"/>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Helvetica"/>
                  <a:cs typeface="Helvetica"/>
                </a:rPr>
                <a:t>85</a:t>
              </a:r>
            </a:p>
          </p:txBody>
        </p:sp>
        <p:sp>
          <p:nvSpPr>
            <p:cNvPr id="17" name="tx16"/>
            <p:cNvSpPr/>
            <p:nvPr/>
          </p:nvSpPr>
          <p:spPr>
            <a:xfrm>
              <a:off x="6511179" y="2177858"/>
              <a:ext cx="225081" cy="147715"/>
            </a:xfrm>
            <a:prstGeom prst="rect">
              <a:avLst/>
            </a:prstGeom>
            <a:noFill/>
          </p:spPr>
          <p:txBody>
            <a:bodyPr lIns="0" rIns="0" tIns="0" bIns="0" anchorCtr="1" anchor="ctr" wrap="none"/>
            <a:lstStyle/>
            <a:p>
              <a:pPr algn="l" marL="0" marR="0" indent="0">
                <a:lnSpc>
                  <a:spcPts val="1593"/>
                </a:lnSpc>
                <a:spcBef>
                  <a:spcPts val="0"/>
                </a:spcBef>
                <a:spcAft>
                  <a:spcPts val="0"/>
                </a:spcAft>
              </a:pPr>
              <a:r>
                <a:rPr sz="1593" b="1">
                  <a:solidFill>
                    <a:srgbClr val="081F5C">
                      <a:alpha val="100000"/>
                    </a:srgbClr>
                  </a:solidFill>
                  <a:latin typeface="Helvetica"/>
                  <a:cs typeface="Helvetica"/>
                </a:rPr>
                <a:t>82</a:t>
              </a:r>
            </a:p>
          </p:txBody>
        </p:sp>
        <p:sp>
          <p:nvSpPr>
            <p:cNvPr id="18" name="tx17"/>
            <p:cNvSpPr/>
            <p:nvPr/>
          </p:nvSpPr>
          <p:spPr>
            <a:xfrm>
              <a:off x="848912" y="4398319"/>
              <a:ext cx="2100758" cy="19208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Competencias técnicas</a:t>
              </a:r>
            </a:p>
          </p:txBody>
        </p:sp>
        <p:sp>
          <p:nvSpPr>
            <p:cNvPr id="19" name="tx18"/>
            <p:cNvSpPr/>
            <p:nvPr/>
          </p:nvSpPr>
          <p:spPr>
            <a:xfrm>
              <a:off x="1278232" y="3369569"/>
              <a:ext cx="1671439" cy="191392"/>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Visión empresarial</a:t>
              </a:r>
            </a:p>
          </p:txBody>
        </p:sp>
        <p:sp>
          <p:nvSpPr>
            <p:cNvPr id="20" name="tx19"/>
            <p:cNvSpPr/>
            <p:nvPr/>
          </p:nvSpPr>
          <p:spPr>
            <a:xfrm>
              <a:off x="385958" y="2339431"/>
              <a:ext cx="2563713" cy="192087"/>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081F5C">
                      <a:alpha val="100000"/>
                    </a:srgbClr>
                  </a:solidFill>
                  <a:latin typeface="Helvetica"/>
                  <a:cs typeface="Helvetica"/>
                </a:rPr>
                <a:t>Competencias transversales</a:t>
              </a:r>
            </a:p>
          </p:txBody>
        </p:sp>
        <p:sp>
          <p:nvSpPr>
            <p:cNvPr id="21" name="pl20"/>
            <p:cNvSpPr/>
            <p:nvPr/>
          </p:nvSpPr>
          <p:spPr>
            <a:xfrm>
              <a:off x="3000914" y="5135196"/>
              <a:ext cx="8681161" cy="0"/>
            </a:xfrm>
            <a:custGeom>
              <a:avLst/>
              <a:pathLst>
                <a:path w="8681161" h="0">
                  <a:moveTo>
                    <a:pt x="0" y="0"/>
                  </a:moveTo>
                  <a:lnTo>
                    <a:pt x="8681161" y="0"/>
                  </a:lnTo>
                </a:path>
              </a:pathLst>
            </a:custGeom>
            <a:ln w="10840" cap="flat">
              <a:solidFill>
                <a:srgbClr val="7F7F7F">
                  <a:alpha val="100000"/>
                </a:srgbClr>
              </a:solidFill>
              <a:prstDash val="solid"/>
              <a:round/>
            </a:ln>
          </p:spPr>
          <p:txBody>
            <a:bodyPr/>
            <a:lstStyle/>
            <a:p/>
          </p:txBody>
        </p:sp>
        <p:sp>
          <p:nvSpPr>
            <p:cNvPr id="22" name="pl21"/>
            <p:cNvSpPr/>
            <p:nvPr/>
          </p:nvSpPr>
          <p:spPr>
            <a:xfrm>
              <a:off x="3000914" y="5135196"/>
              <a:ext cx="0" cy="28468"/>
            </a:xfrm>
            <a:custGeom>
              <a:avLst/>
              <a:pathLst>
                <a:path w="0" h="28468">
                  <a:moveTo>
                    <a:pt x="0" y="28468"/>
                  </a:moveTo>
                  <a:lnTo>
                    <a:pt x="0" y="0"/>
                  </a:lnTo>
                </a:path>
              </a:pathLst>
            </a:custGeom>
            <a:ln w="8130" cap="flat">
              <a:solidFill>
                <a:srgbClr val="7F7F7F">
                  <a:alpha val="100000"/>
                </a:srgbClr>
              </a:solidFill>
              <a:prstDash val="solid"/>
              <a:round/>
            </a:ln>
          </p:spPr>
          <p:txBody>
            <a:bodyPr/>
            <a:lstStyle/>
            <a:p/>
          </p:txBody>
        </p:sp>
        <p:sp>
          <p:nvSpPr>
            <p:cNvPr id="23" name="pl22"/>
            <p:cNvSpPr/>
            <p:nvPr/>
          </p:nvSpPr>
          <p:spPr>
            <a:xfrm>
              <a:off x="5209942" y="5135196"/>
              <a:ext cx="0" cy="28468"/>
            </a:xfrm>
            <a:custGeom>
              <a:avLst/>
              <a:pathLst>
                <a:path w="0" h="28468">
                  <a:moveTo>
                    <a:pt x="0" y="28468"/>
                  </a:moveTo>
                  <a:lnTo>
                    <a:pt x="0" y="0"/>
                  </a:lnTo>
                </a:path>
              </a:pathLst>
            </a:custGeom>
            <a:ln w="8130" cap="flat">
              <a:solidFill>
                <a:srgbClr val="7F7F7F">
                  <a:alpha val="100000"/>
                </a:srgbClr>
              </a:solidFill>
              <a:prstDash val="solid"/>
              <a:round/>
            </a:ln>
          </p:spPr>
          <p:txBody>
            <a:bodyPr/>
            <a:lstStyle/>
            <a:p/>
          </p:txBody>
        </p:sp>
        <p:sp>
          <p:nvSpPr>
            <p:cNvPr id="24" name="pl23"/>
            <p:cNvSpPr/>
            <p:nvPr/>
          </p:nvSpPr>
          <p:spPr>
            <a:xfrm>
              <a:off x="7418969" y="5135196"/>
              <a:ext cx="0" cy="28468"/>
            </a:xfrm>
            <a:custGeom>
              <a:avLst/>
              <a:pathLst>
                <a:path w="0" h="28468">
                  <a:moveTo>
                    <a:pt x="0" y="28468"/>
                  </a:moveTo>
                  <a:lnTo>
                    <a:pt x="0" y="0"/>
                  </a:lnTo>
                </a:path>
              </a:pathLst>
            </a:custGeom>
            <a:ln w="8130" cap="flat">
              <a:solidFill>
                <a:srgbClr val="7F7F7F">
                  <a:alpha val="100000"/>
                </a:srgbClr>
              </a:solidFill>
              <a:prstDash val="solid"/>
              <a:round/>
            </a:ln>
          </p:spPr>
          <p:txBody>
            <a:bodyPr/>
            <a:lstStyle/>
            <a:p/>
          </p:txBody>
        </p:sp>
        <p:sp>
          <p:nvSpPr>
            <p:cNvPr id="25" name="pl24"/>
            <p:cNvSpPr/>
            <p:nvPr/>
          </p:nvSpPr>
          <p:spPr>
            <a:xfrm>
              <a:off x="9627997" y="5135196"/>
              <a:ext cx="0" cy="28468"/>
            </a:xfrm>
            <a:custGeom>
              <a:avLst/>
              <a:pathLst>
                <a:path w="0" h="28468">
                  <a:moveTo>
                    <a:pt x="0" y="28468"/>
                  </a:moveTo>
                  <a:lnTo>
                    <a:pt x="0" y="0"/>
                  </a:lnTo>
                </a:path>
              </a:pathLst>
            </a:custGeom>
            <a:ln w="8130" cap="flat">
              <a:solidFill>
                <a:srgbClr val="7F7F7F">
                  <a:alpha val="100000"/>
                </a:srgbClr>
              </a:solidFill>
              <a:prstDash val="solid"/>
              <a:round/>
            </a:ln>
          </p:spPr>
          <p:txBody>
            <a:bodyPr/>
            <a:lstStyle/>
            <a:p/>
          </p:txBody>
        </p:sp>
        <p:sp>
          <p:nvSpPr>
            <p:cNvPr id="26" name="tx25"/>
            <p:cNvSpPr/>
            <p:nvPr/>
          </p:nvSpPr>
          <p:spPr>
            <a:xfrm>
              <a:off x="2944409" y="5214709"/>
              <a:ext cx="113010" cy="145950"/>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7F7F7F">
                      <a:alpha val="100000"/>
                    </a:srgbClr>
                  </a:solidFill>
                  <a:latin typeface="Helvetica"/>
                  <a:cs typeface="Helvetica"/>
                </a:rPr>
                <a:t>0</a:t>
              </a:r>
            </a:p>
          </p:txBody>
        </p:sp>
        <p:sp>
          <p:nvSpPr>
            <p:cNvPr id="27" name="tx26"/>
            <p:cNvSpPr/>
            <p:nvPr/>
          </p:nvSpPr>
          <p:spPr>
            <a:xfrm>
              <a:off x="5096931" y="5214511"/>
              <a:ext cx="226020" cy="146149"/>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7F7F7F">
                      <a:alpha val="100000"/>
                    </a:srgbClr>
                  </a:solidFill>
                  <a:latin typeface="Helvetica"/>
                  <a:cs typeface="Helvetica"/>
                </a:rPr>
                <a:t>25</a:t>
              </a:r>
            </a:p>
          </p:txBody>
        </p:sp>
        <p:sp>
          <p:nvSpPr>
            <p:cNvPr id="28" name="tx27"/>
            <p:cNvSpPr/>
            <p:nvPr/>
          </p:nvSpPr>
          <p:spPr>
            <a:xfrm>
              <a:off x="7305959" y="5214709"/>
              <a:ext cx="226020" cy="145950"/>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7F7F7F">
                      <a:alpha val="100000"/>
                    </a:srgbClr>
                  </a:solidFill>
                  <a:latin typeface="Helvetica"/>
                  <a:cs typeface="Helvetica"/>
                </a:rPr>
                <a:t>50</a:t>
              </a:r>
            </a:p>
          </p:txBody>
        </p:sp>
        <p:sp>
          <p:nvSpPr>
            <p:cNvPr id="29" name="tx28"/>
            <p:cNvSpPr/>
            <p:nvPr/>
          </p:nvSpPr>
          <p:spPr>
            <a:xfrm>
              <a:off x="9514987" y="5217388"/>
              <a:ext cx="226020" cy="14327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a:solidFill>
                    <a:srgbClr val="7F7F7F">
                      <a:alpha val="100000"/>
                    </a:srgbClr>
                  </a:solidFill>
                  <a:latin typeface="Helvetica"/>
                  <a:cs typeface="Helvetica"/>
                </a:rPr>
                <a:t>75</a:t>
              </a:r>
            </a:p>
          </p:txBody>
        </p:sp>
        <p:sp>
          <p:nvSpPr>
            <p:cNvPr id="30" name="rc29"/>
            <p:cNvSpPr/>
            <p:nvPr/>
          </p:nvSpPr>
          <p:spPr>
            <a:xfrm>
              <a:off x="4668214" y="5698942"/>
              <a:ext cx="129272" cy="175874"/>
            </a:xfrm>
            <a:prstGeom prst="rect">
              <a:avLst/>
            </a:prstGeom>
            <a:solidFill>
              <a:srgbClr val="0072B2">
                <a:alpha val="100000"/>
              </a:srgbClr>
            </a:solidFill>
          </p:spPr>
          <p:txBody>
            <a:bodyPr/>
            <a:lstStyle/>
            <a:p/>
          </p:txBody>
        </p:sp>
        <p:sp>
          <p:nvSpPr>
            <p:cNvPr id="31" name="rc30"/>
            <p:cNvSpPr/>
            <p:nvPr/>
          </p:nvSpPr>
          <p:spPr>
            <a:xfrm>
              <a:off x="6090544" y="5698942"/>
              <a:ext cx="129272" cy="175874"/>
            </a:xfrm>
            <a:prstGeom prst="rect">
              <a:avLst/>
            </a:prstGeom>
            <a:solidFill>
              <a:srgbClr val="E69F00">
                <a:alpha val="100000"/>
              </a:srgbClr>
            </a:solidFill>
          </p:spPr>
          <p:txBody>
            <a:bodyPr/>
            <a:lstStyle/>
            <a:p/>
          </p:txBody>
        </p:sp>
        <p:sp>
          <p:nvSpPr>
            <p:cNvPr id="32" name="tx31"/>
            <p:cNvSpPr/>
            <p:nvPr/>
          </p:nvSpPr>
          <p:spPr>
            <a:xfrm>
              <a:off x="4842808" y="5709091"/>
              <a:ext cx="993576" cy="15091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Masculino</a:t>
              </a:r>
            </a:p>
          </p:txBody>
        </p:sp>
        <p:sp>
          <p:nvSpPr>
            <p:cNvPr id="33" name="tx32"/>
            <p:cNvSpPr/>
            <p:nvPr/>
          </p:nvSpPr>
          <p:spPr>
            <a:xfrm>
              <a:off x="6265138" y="5709091"/>
              <a:ext cx="959643" cy="150911"/>
            </a:xfrm>
            <a:prstGeom prst="rect">
              <a:avLst/>
            </a:prstGeom>
            <a:noFill/>
          </p:spPr>
          <p:txBody>
            <a:bodyPr lIns="0" rIns="0" tIns="0" bIns="0" anchorCtr="1" anchor="ctr" wrap="none"/>
            <a:lstStyle/>
            <a:p>
              <a:pPr algn="l" marL="0" marR="0" indent="0">
                <a:lnSpc>
                  <a:spcPts val="1600"/>
                </a:lnSpc>
                <a:spcBef>
                  <a:spcPts val="0"/>
                </a:spcBef>
                <a:spcAft>
                  <a:spcPts val="0"/>
                </a:spcAft>
              </a:pPr>
              <a:r>
                <a:rPr sz="1600" b="1">
                  <a:solidFill>
                    <a:srgbClr val="081F5C">
                      <a:alpha val="100000"/>
                    </a:srgbClr>
                  </a:solidFill>
                  <a:latin typeface="Helvetica"/>
                  <a:cs typeface="Helvetica"/>
                </a:rPr>
                <a:t>Femenino</a:t>
              </a:r>
            </a:p>
          </p:txBody>
        </p:sp>
      </p:grpSp>
      <p:sp>
        <p:nvSpPr>
          <p:cNvPr id="34"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respuestas</a:t>
            </a:r>
          </a:p>
        </p:txBody>
      </p:sp>
      <p:sp>
        <p:nvSpPr>
          <p:cNvPr id="35"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FODA DE DIMENSIONES (P_DIM_FODA)</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rc3"/>
            <p:cNvSpPr/>
            <p:nvPr/>
          </p:nvSpPr>
          <p:spPr>
            <a:xfrm>
              <a:off x="317500" y="1103243"/>
              <a:ext cx="11440491" cy="4530909"/>
            </a:xfrm>
            <a:prstGeom prst="rect">
              <a:avLst/>
            </a:prstGeom>
          </p:spPr>
          <p:txBody>
            <a:bodyPr/>
            <a:lstStyle/>
            <a:p/>
          </p:txBody>
        </p:sp>
        <p:sp>
          <p:nvSpPr>
            <p:cNvPr id="5" name="rc4"/>
            <p:cNvSpPr/>
            <p:nvPr/>
          </p:nvSpPr>
          <p:spPr>
            <a:xfrm>
              <a:off x="418720" y="1153853"/>
              <a:ext cx="11238050" cy="4429688"/>
            </a:xfrm>
            <a:prstGeom prst="rect">
              <a:avLst/>
            </a:prstGeom>
          </p:spPr>
          <p:txBody>
            <a:bodyPr/>
            <a:lstStyle/>
            <a:p/>
          </p:txBody>
        </p:sp>
        <p:sp>
          <p:nvSpPr>
            <p:cNvPr id="6" name="rc5"/>
            <p:cNvSpPr/>
            <p:nvPr/>
          </p:nvSpPr>
          <p:spPr>
            <a:xfrm>
              <a:off x="418720" y="1153853"/>
              <a:ext cx="5619025" cy="2214844"/>
            </a:xfrm>
            <a:prstGeom prst="rect">
              <a:avLst/>
            </a:prstGeom>
            <a:solidFill>
              <a:srgbClr val="E8F5E9">
                <a:alpha val="100000"/>
              </a:srgbClr>
            </a:solidFill>
            <a:ln w="14905" cap="flat">
              <a:solidFill>
                <a:srgbClr val="D4DEE9">
                  <a:alpha val="100000"/>
                </a:srgbClr>
              </a:solidFill>
              <a:prstDash val="solid"/>
              <a:miter/>
            </a:ln>
          </p:spPr>
          <p:txBody>
            <a:bodyPr/>
            <a:lstStyle/>
            <a:p/>
          </p:txBody>
        </p:sp>
        <p:sp>
          <p:nvSpPr>
            <p:cNvPr id="7" name="rc6"/>
            <p:cNvSpPr/>
            <p:nvPr/>
          </p:nvSpPr>
          <p:spPr>
            <a:xfrm>
              <a:off x="6037745" y="1153853"/>
              <a:ext cx="5619025" cy="2214844"/>
            </a:xfrm>
            <a:prstGeom prst="rect">
              <a:avLst/>
            </a:prstGeom>
            <a:solidFill>
              <a:srgbClr val="E3F2FD">
                <a:alpha val="100000"/>
              </a:srgbClr>
            </a:solidFill>
            <a:ln w="14905" cap="flat">
              <a:solidFill>
                <a:srgbClr val="D4DEE9">
                  <a:alpha val="100000"/>
                </a:srgbClr>
              </a:solidFill>
              <a:prstDash val="solid"/>
              <a:miter/>
            </a:ln>
          </p:spPr>
          <p:txBody>
            <a:bodyPr/>
            <a:lstStyle/>
            <a:p/>
          </p:txBody>
        </p:sp>
        <p:sp>
          <p:nvSpPr>
            <p:cNvPr id="8" name="rc7"/>
            <p:cNvSpPr/>
            <p:nvPr/>
          </p:nvSpPr>
          <p:spPr>
            <a:xfrm>
              <a:off x="418720" y="3368697"/>
              <a:ext cx="5619025" cy="2214844"/>
            </a:xfrm>
            <a:prstGeom prst="rect">
              <a:avLst/>
            </a:prstGeom>
            <a:solidFill>
              <a:srgbClr val="FFEBEE">
                <a:alpha val="100000"/>
              </a:srgbClr>
            </a:solidFill>
            <a:ln w="14905" cap="flat">
              <a:solidFill>
                <a:srgbClr val="D4DEE9">
                  <a:alpha val="100000"/>
                </a:srgbClr>
              </a:solidFill>
              <a:prstDash val="solid"/>
              <a:miter/>
            </a:ln>
          </p:spPr>
          <p:txBody>
            <a:bodyPr/>
            <a:lstStyle/>
            <a:p/>
          </p:txBody>
        </p:sp>
        <p:sp>
          <p:nvSpPr>
            <p:cNvPr id="9" name="rc8"/>
            <p:cNvSpPr/>
            <p:nvPr/>
          </p:nvSpPr>
          <p:spPr>
            <a:xfrm>
              <a:off x="6037745" y="3368697"/>
              <a:ext cx="5619025" cy="2214844"/>
            </a:xfrm>
            <a:prstGeom prst="rect">
              <a:avLst/>
            </a:prstGeom>
            <a:solidFill>
              <a:srgbClr val="FFF3E0">
                <a:alpha val="100000"/>
              </a:srgbClr>
            </a:solidFill>
            <a:ln w="14905" cap="flat">
              <a:solidFill>
                <a:srgbClr val="D4DEE9">
                  <a:alpha val="100000"/>
                </a:srgbClr>
              </a:solidFill>
              <a:prstDash val="solid"/>
              <a:miter/>
            </a:ln>
          </p:spPr>
          <p:txBody>
            <a:bodyPr/>
            <a:lstStyle/>
            <a:p/>
          </p:txBody>
        </p:sp>
        <p:sp>
          <p:nvSpPr>
            <p:cNvPr id="10" name="pl9"/>
            <p:cNvSpPr/>
            <p:nvPr/>
          </p:nvSpPr>
          <p:spPr>
            <a:xfrm>
              <a:off x="6037745" y="1153853"/>
              <a:ext cx="0" cy="4429688"/>
            </a:xfrm>
            <a:custGeom>
              <a:avLst/>
              <a:pathLst>
                <a:path w="0" h="4429688">
                  <a:moveTo>
                    <a:pt x="0" y="4429688"/>
                  </a:moveTo>
                  <a:lnTo>
                    <a:pt x="0" y="0"/>
                  </a:lnTo>
                  <a:lnTo>
                    <a:pt x="0" y="0"/>
                  </a:lnTo>
                </a:path>
              </a:pathLst>
            </a:custGeom>
            <a:ln w="16260" cap="flat">
              <a:solidFill>
                <a:srgbClr val="7C8FA4">
                  <a:alpha val="100000"/>
                </a:srgbClr>
              </a:solidFill>
              <a:custDash>
                <a:ds d="200000" sp="200000"/>
              </a:custDash>
              <a:round/>
            </a:ln>
          </p:spPr>
          <p:txBody>
            <a:bodyPr/>
            <a:lstStyle/>
            <a:p/>
          </p:txBody>
        </p:sp>
        <p:sp>
          <p:nvSpPr>
            <p:cNvPr id="11" name="pl10"/>
            <p:cNvSpPr/>
            <p:nvPr/>
          </p:nvSpPr>
          <p:spPr>
            <a:xfrm>
              <a:off x="418720" y="3368697"/>
              <a:ext cx="11238050" cy="0"/>
            </a:xfrm>
            <a:custGeom>
              <a:avLst/>
              <a:pathLst>
                <a:path w="11238050" h="0">
                  <a:moveTo>
                    <a:pt x="0" y="0"/>
                  </a:moveTo>
                  <a:lnTo>
                    <a:pt x="11238050" y="0"/>
                  </a:lnTo>
                  <a:lnTo>
                    <a:pt x="11238050" y="0"/>
                  </a:lnTo>
                </a:path>
              </a:pathLst>
            </a:custGeom>
            <a:ln w="16260" cap="flat">
              <a:solidFill>
                <a:srgbClr val="7C8FA4">
                  <a:alpha val="100000"/>
                </a:srgbClr>
              </a:solidFill>
              <a:custDash>
                <a:ds d="200000" sp="200000"/>
              </a:custDash>
              <a:round/>
            </a:ln>
          </p:spPr>
          <p:txBody>
            <a:bodyPr/>
            <a:lstStyle/>
            <a:p/>
          </p:txBody>
        </p:sp>
        <p:sp>
          <p:nvSpPr>
            <p:cNvPr id="12" name="tx11"/>
            <p:cNvSpPr/>
            <p:nvPr/>
          </p:nvSpPr>
          <p:spPr>
            <a:xfrm>
              <a:off x="2782938" y="1325477"/>
              <a:ext cx="890588" cy="100923"/>
            </a:xfrm>
            <a:prstGeom prst="rect">
              <a:avLst/>
            </a:prstGeom>
            <a:noFill/>
          </p:spPr>
          <p:txBody>
            <a:bodyPr lIns="0" rIns="0" tIns="0" bIns="0" anchorCtr="1" anchor="ctr" wrap="none"/>
            <a:lstStyle/>
            <a:p>
              <a:pPr algn="l" marL="0" marR="0" indent="0">
                <a:lnSpc>
                  <a:spcPts val="1043"/>
                </a:lnSpc>
                <a:spcBef>
                  <a:spcPts val="0"/>
                </a:spcBef>
                <a:spcAft>
                  <a:spcPts val="0"/>
                </a:spcAft>
              </a:pPr>
              <a:r>
                <a:rPr sz="1043" b="1">
                  <a:solidFill>
                    <a:srgbClr val="20324D">
                      <a:alpha val="100000"/>
                    </a:srgbClr>
                  </a:solidFill>
                  <a:latin typeface="Helvetica"/>
                  <a:cs typeface="Helvetica"/>
                </a:rPr>
                <a:t>FORTALEZAS</a:t>
              </a:r>
            </a:p>
          </p:txBody>
        </p:sp>
        <p:sp>
          <p:nvSpPr>
            <p:cNvPr id="13" name="tx12"/>
            <p:cNvSpPr/>
            <p:nvPr/>
          </p:nvSpPr>
          <p:spPr>
            <a:xfrm>
              <a:off x="8265716" y="1325477"/>
              <a:ext cx="1163083" cy="100923"/>
            </a:xfrm>
            <a:prstGeom prst="rect">
              <a:avLst/>
            </a:prstGeom>
            <a:noFill/>
          </p:spPr>
          <p:txBody>
            <a:bodyPr lIns="0" rIns="0" tIns="0" bIns="0" anchorCtr="1" anchor="ctr" wrap="none"/>
            <a:lstStyle/>
            <a:p>
              <a:pPr algn="l" marL="0" marR="0" indent="0">
                <a:lnSpc>
                  <a:spcPts val="1043"/>
                </a:lnSpc>
                <a:spcBef>
                  <a:spcPts val="0"/>
                </a:spcBef>
                <a:spcAft>
                  <a:spcPts val="0"/>
                </a:spcAft>
              </a:pPr>
              <a:r>
                <a:rPr sz="1043" b="1">
                  <a:solidFill>
                    <a:srgbClr val="20324D">
                      <a:alpha val="100000"/>
                    </a:srgbClr>
                  </a:solidFill>
                  <a:latin typeface="Helvetica"/>
                  <a:cs typeface="Helvetica"/>
                </a:rPr>
                <a:t>OPORTUNIDADES</a:t>
              </a:r>
            </a:p>
          </p:txBody>
        </p:sp>
        <p:sp>
          <p:nvSpPr>
            <p:cNvPr id="14" name="tx13"/>
            <p:cNvSpPr/>
            <p:nvPr/>
          </p:nvSpPr>
          <p:spPr>
            <a:xfrm>
              <a:off x="2779186" y="3540644"/>
              <a:ext cx="898093" cy="100600"/>
            </a:xfrm>
            <a:prstGeom prst="rect">
              <a:avLst/>
            </a:prstGeom>
            <a:noFill/>
          </p:spPr>
          <p:txBody>
            <a:bodyPr lIns="0" rIns="0" tIns="0" bIns="0" anchorCtr="1" anchor="ctr" wrap="none"/>
            <a:lstStyle/>
            <a:p>
              <a:pPr algn="l" marL="0" marR="0" indent="0">
                <a:lnSpc>
                  <a:spcPts val="1043"/>
                </a:lnSpc>
                <a:spcBef>
                  <a:spcPts val="0"/>
                </a:spcBef>
                <a:spcAft>
                  <a:spcPts val="0"/>
                </a:spcAft>
              </a:pPr>
              <a:r>
                <a:rPr sz="1043" b="1">
                  <a:solidFill>
                    <a:srgbClr val="20324D">
                      <a:alpha val="100000"/>
                    </a:srgbClr>
                  </a:solidFill>
                  <a:latin typeface="Helvetica"/>
                  <a:cs typeface="Helvetica"/>
                </a:rPr>
                <a:t>DEBILIDADES</a:t>
              </a:r>
            </a:p>
          </p:txBody>
        </p:sp>
        <p:sp>
          <p:nvSpPr>
            <p:cNvPr id="15" name="tx14"/>
            <p:cNvSpPr/>
            <p:nvPr/>
          </p:nvSpPr>
          <p:spPr>
            <a:xfrm>
              <a:off x="8471866" y="3540644"/>
              <a:ext cx="750783" cy="100600"/>
            </a:xfrm>
            <a:prstGeom prst="rect">
              <a:avLst/>
            </a:prstGeom>
            <a:noFill/>
          </p:spPr>
          <p:txBody>
            <a:bodyPr lIns="0" rIns="0" tIns="0" bIns="0" anchorCtr="1" anchor="ctr" wrap="none"/>
            <a:lstStyle/>
            <a:p>
              <a:pPr algn="l" marL="0" marR="0" indent="0">
                <a:lnSpc>
                  <a:spcPts val="1043"/>
                </a:lnSpc>
                <a:spcBef>
                  <a:spcPts val="0"/>
                </a:spcBef>
                <a:spcAft>
                  <a:spcPts val="0"/>
                </a:spcAft>
              </a:pPr>
              <a:r>
                <a:rPr sz="1043" b="1">
                  <a:solidFill>
                    <a:srgbClr val="20324D">
                      <a:alpha val="100000"/>
                    </a:srgbClr>
                  </a:solidFill>
                  <a:latin typeface="Helvetica"/>
                  <a:cs typeface="Helvetica"/>
                </a:rPr>
                <a:t>AMENAZAS</a:t>
              </a:r>
            </a:p>
          </p:txBody>
        </p:sp>
        <p:sp>
          <p:nvSpPr>
            <p:cNvPr id="16" name="pg15"/>
            <p:cNvSpPr/>
            <p:nvPr/>
          </p:nvSpPr>
          <p:spPr>
            <a:xfrm>
              <a:off x="5662026" y="1187075"/>
              <a:ext cx="751438" cy="126933"/>
            </a:xfrm>
            <a:custGeom>
              <a:avLst/>
              <a:pathLst>
                <a:path w="751438" h="126933">
                  <a:moveTo>
                    <a:pt x="17344" y="126933"/>
                  </a:moveTo>
                  <a:lnTo>
                    <a:pt x="734093" y="126933"/>
                  </a:lnTo>
                  <a:lnTo>
                    <a:pt x="733395" y="126919"/>
                  </a:lnTo>
                  <a:lnTo>
                    <a:pt x="736184" y="126807"/>
                  </a:lnTo>
                  <a:lnTo>
                    <a:pt x="738919" y="126248"/>
                  </a:lnTo>
                  <a:lnTo>
                    <a:pt x="741529" y="125258"/>
                  </a:lnTo>
                  <a:lnTo>
                    <a:pt x="743946" y="123863"/>
                  </a:lnTo>
                  <a:lnTo>
                    <a:pt x="746108" y="122097"/>
                  </a:lnTo>
                  <a:lnTo>
                    <a:pt x="747959" y="120008"/>
                  </a:lnTo>
                  <a:lnTo>
                    <a:pt x="749451" y="117649"/>
                  </a:lnTo>
                  <a:lnTo>
                    <a:pt x="750545" y="115081"/>
                  </a:lnTo>
                  <a:lnTo>
                    <a:pt x="751214" y="112371"/>
                  </a:lnTo>
                  <a:lnTo>
                    <a:pt x="751438" y="109588"/>
                  </a:lnTo>
                  <a:lnTo>
                    <a:pt x="751438" y="17344"/>
                  </a:lnTo>
                  <a:lnTo>
                    <a:pt x="751214" y="14562"/>
                  </a:lnTo>
                  <a:lnTo>
                    <a:pt x="750545" y="11852"/>
                  </a:lnTo>
                  <a:lnTo>
                    <a:pt x="749451" y="9284"/>
                  </a:lnTo>
                  <a:lnTo>
                    <a:pt x="747959" y="6925"/>
                  </a:lnTo>
                  <a:lnTo>
                    <a:pt x="746108" y="4835"/>
                  </a:lnTo>
                  <a:lnTo>
                    <a:pt x="743946" y="3070"/>
                  </a:lnTo>
                  <a:lnTo>
                    <a:pt x="741529" y="1674"/>
                  </a:lnTo>
                  <a:lnTo>
                    <a:pt x="738919" y="684"/>
                  </a:lnTo>
                  <a:lnTo>
                    <a:pt x="736184" y="126"/>
                  </a:lnTo>
                  <a:lnTo>
                    <a:pt x="734093" y="0"/>
                  </a:lnTo>
                  <a:lnTo>
                    <a:pt x="17344" y="0"/>
                  </a:lnTo>
                  <a:lnTo>
                    <a:pt x="19435" y="126"/>
                  </a:lnTo>
                  <a:lnTo>
                    <a:pt x="16646" y="14"/>
                  </a:lnTo>
                  <a:lnTo>
                    <a:pt x="13875" y="350"/>
                  </a:lnTo>
                  <a:lnTo>
                    <a:pt x="11194" y="1127"/>
                  </a:lnTo>
                  <a:lnTo>
                    <a:pt x="8672" y="2323"/>
                  </a:lnTo>
                  <a:lnTo>
                    <a:pt x="6375" y="3909"/>
                  </a:lnTo>
                  <a:lnTo>
                    <a:pt x="4362" y="5843"/>
                  </a:lnTo>
                  <a:lnTo>
                    <a:pt x="2685" y="8074"/>
                  </a:lnTo>
                  <a:lnTo>
                    <a:pt x="1387" y="10546"/>
                  </a:lnTo>
                  <a:lnTo>
                    <a:pt x="504" y="13193"/>
                  </a:lnTo>
                  <a:lnTo>
                    <a:pt x="56" y="15949"/>
                  </a:lnTo>
                  <a:lnTo>
                    <a:pt x="0" y="17344"/>
                  </a:lnTo>
                  <a:lnTo>
                    <a:pt x="0" y="109588"/>
                  </a:lnTo>
                  <a:lnTo>
                    <a:pt x="56" y="108193"/>
                  </a:lnTo>
                  <a:lnTo>
                    <a:pt x="56" y="110984"/>
                  </a:lnTo>
                  <a:lnTo>
                    <a:pt x="504" y="113739"/>
                  </a:lnTo>
                  <a:lnTo>
                    <a:pt x="1387" y="116387"/>
                  </a:lnTo>
                  <a:lnTo>
                    <a:pt x="2685" y="118859"/>
                  </a:lnTo>
                  <a:lnTo>
                    <a:pt x="4362" y="121090"/>
                  </a:lnTo>
                  <a:lnTo>
                    <a:pt x="6375" y="123024"/>
                  </a:lnTo>
                  <a:lnTo>
                    <a:pt x="8672" y="124609"/>
                  </a:lnTo>
                  <a:lnTo>
                    <a:pt x="11194" y="125806"/>
                  </a:lnTo>
                  <a:lnTo>
                    <a:pt x="13875" y="126583"/>
                  </a:lnTo>
                  <a:lnTo>
                    <a:pt x="16646" y="126919"/>
                  </a:lnTo>
                  <a:close/>
                </a:path>
              </a:pathLst>
            </a:custGeom>
            <a:solidFill>
              <a:srgbClr val="EEF3F8">
                <a:alpha val="100000"/>
              </a:srgbClr>
            </a:solidFill>
          </p:spPr>
          <p:txBody>
            <a:bodyPr/>
            <a:lstStyle/>
            <a:p/>
          </p:txBody>
        </p:sp>
        <p:sp>
          <p:nvSpPr>
            <p:cNvPr id="17" name="tx16"/>
            <p:cNvSpPr/>
            <p:nvPr/>
          </p:nvSpPr>
          <p:spPr>
            <a:xfrm>
              <a:off x="5690934" y="1212078"/>
              <a:ext cx="693622" cy="73022"/>
            </a:xfrm>
            <a:prstGeom prst="rect">
              <a:avLst/>
            </a:prstGeom>
            <a:noFill/>
          </p:spPr>
          <p:txBody>
            <a:bodyPr lIns="0" rIns="0" tIns="0" bIns="0" anchorCtr="1" anchor="ctr" wrap="none"/>
            <a:lstStyle/>
            <a:p>
              <a:pPr algn="l" marL="0" marR="0" indent="0">
                <a:lnSpc>
                  <a:spcPts val="758"/>
                </a:lnSpc>
                <a:spcBef>
                  <a:spcPts val="0"/>
                </a:spcBef>
                <a:spcAft>
                  <a:spcPts val="0"/>
                </a:spcAft>
              </a:pPr>
              <a:r>
                <a:rPr sz="758">
                  <a:solidFill>
                    <a:srgbClr val="4A5F75">
                      <a:alpha val="100000"/>
                    </a:srgbClr>
                  </a:solidFill>
                  <a:latin typeface="Helvetica"/>
                  <a:cs typeface="Helvetica"/>
                </a:rPr>
                <a:t>Corte SD = 16.2</a:t>
              </a:r>
            </a:p>
          </p:txBody>
        </p:sp>
        <p:sp>
          <p:nvSpPr>
            <p:cNvPr id="18" name="pg17"/>
            <p:cNvSpPr/>
            <p:nvPr/>
          </p:nvSpPr>
          <p:spPr>
            <a:xfrm>
              <a:off x="486148" y="3216377"/>
              <a:ext cx="853350" cy="126933"/>
            </a:xfrm>
            <a:custGeom>
              <a:avLst/>
              <a:pathLst>
                <a:path w="853350" h="126933">
                  <a:moveTo>
                    <a:pt x="17344" y="126933"/>
                  </a:moveTo>
                  <a:lnTo>
                    <a:pt x="836005" y="126933"/>
                  </a:lnTo>
                  <a:lnTo>
                    <a:pt x="835307" y="126919"/>
                  </a:lnTo>
                  <a:lnTo>
                    <a:pt x="838096" y="126807"/>
                  </a:lnTo>
                  <a:lnTo>
                    <a:pt x="840831" y="126248"/>
                  </a:lnTo>
                  <a:lnTo>
                    <a:pt x="843441" y="125258"/>
                  </a:lnTo>
                  <a:lnTo>
                    <a:pt x="845858" y="123863"/>
                  </a:lnTo>
                  <a:lnTo>
                    <a:pt x="848020" y="122097"/>
                  </a:lnTo>
                  <a:lnTo>
                    <a:pt x="849871" y="120008"/>
                  </a:lnTo>
                  <a:lnTo>
                    <a:pt x="851363" y="117649"/>
                  </a:lnTo>
                  <a:lnTo>
                    <a:pt x="852457" y="115081"/>
                  </a:lnTo>
                  <a:lnTo>
                    <a:pt x="853125" y="112371"/>
                  </a:lnTo>
                  <a:lnTo>
                    <a:pt x="853350" y="109588"/>
                  </a:lnTo>
                  <a:lnTo>
                    <a:pt x="853350" y="17344"/>
                  </a:lnTo>
                  <a:lnTo>
                    <a:pt x="853125" y="14562"/>
                  </a:lnTo>
                  <a:lnTo>
                    <a:pt x="852457" y="11852"/>
                  </a:lnTo>
                  <a:lnTo>
                    <a:pt x="851363" y="9284"/>
                  </a:lnTo>
                  <a:lnTo>
                    <a:pt x="849871" y="6925"/>
                  </a:lnTo>
                  <a:lnTo>
                    <a:pt x="848020" y="4835"/>
                  </a:lnTo>
                  <a:lnTo>
                    <a:pt x="845858" y="3070"/>
                  </a:lnTo>
                  <a:lnTo>
                    <a:pt x="843441" y="1674"/>
                  </a:lnTo>
                  <a:lnTo>
                    <a:pt x="840831" y="684"/>
                  </a:lnTo>
                  <a:lnTo>
                    <a:pt x="838096" y="126"/>
                  </a:lnTo>
                  <a:lnTo>
                    <a:pt x="836005" y="0"/>
                  </a:lnTo>
                  <a:lnTo>
                    <a:pt x="17344" y="0"/>
                  </a:lnTo>
                  <a:lnTo>
                    <a:pt x="19435" y="126"/>
                  </a:lnTo>
                  <a:lnTo>
                    <a:pt x="16646" y="14"/>
                  </a:lnTo>
                  <a:lnTo>
                    <a:pt x="13875" y="350"/>
                  </a:lnTo>
                  <a:lnTo>
                    <a:pt x="11194" y="1127"/>
                  </a:lnTo>
                  <a:lnTo>
                    <a:pt x="8672" y="2323"/>
                  </a:lnTo>
                  <a:lnTo>
                    <a:pt x="6375" y="3909"/>
                  </a:lnTo>
                  <a:lnTo>
                    <a:pt x="4362" y="5843"/>
                  </a:lnTo>
                  <a:lnTo>
                    <a:pt x="2685" y="8074"/>
                  </a:lnTo>
                  <a:lnTo>
                    <a:pt x="1387" y="10546"/>
                  </a:lnTo>
                  <a:lnTo>
                    <a:pt x="504" y="13193"/>
                  </a:lnTo>
                  <a:lnTo>
                    <a:pt x="56" y="15949"/>
                  </a:lnTo>
                  <a:lnTo>
                    <a:pt x="0" y="17344"/>
                  </a:lnTo>
                  <a:lnTo>
                    <a:pt x="0" y="109588"/>
                  </a:lnTo>
                  <a:lnTo>
                    <a:pt x="56" y="108193"/>
                  </a:lnTo>
                  <a:lnTo>
                    <a:pt x="56" y="110984"/>
                  </a:lnTo>
                  <a:lnTo>
                    <a:pt x="504" y="113739"/>
                  </a:lnTo>
                  <a:lnTo>
                    <a:pt x="1387" y="116387"/>
                  </a:lnTo>
                  <a:lnTo>
                    <a:pt x="2685" y="118859"/>
                  </a:lnTo>
                  <a:lnTo>
                    <a:pt x="4362" y="121090"/>
                  </a:lnTo>
                  <a:lnTo>
                    <a:pt x="6375" y="123024"/>
                  </a:lnTo>
                  <a:lnTo>
                    <a:pt x="8672" y="124609"/>
                  </a:lnTo>
                  <a:lnTo>
                    <a:pt x="11194" y="125806"/>
                  </a:lnTo>
                  <a:lnTo>
                    <a:pt x="13875" y="126583"/>
                  </a:lnTo>
                  <a:lnTo>
                    <a:pt x="16646" y="126919"/>
                  </a:lnTo>
                  <a:close/>
                </a:path>
              </a:pathLst>
            </a:custGeom>
            <a:solidFill>
              <a:srgbClr val="EEF3F8">
                <a:alpha val="100000"/>
              </a:srgbClr>
            </a:solidFill>
          </p:spPr>
          <p:txBody>
            <a:bodyPr/>
            <a:lstStyle/>
            <a:p/>
          </p:txBody>
        </p:sp>
        <p:sp>
          <p:nvSpPr>
            <p:cNvPr id="19" name="tx18"/>
            <p:cNvSpPr/>
            <p:nvPr/>
          </p:nvSpPr>
          <p:spPr>
            <a:xfrm>
              <a:off x="515056" y="3223077"/>
              <a:ext cx="795534" cy="91325"/>
            </a:xfrm>
            <a:prstGeom prst="rect">
              <a:avLst/>
            </a:prstGeom>
            <a:noFill/>
          </p:spPr>
          <p:txBody>
            <a:bodyPr lIns="0" rIns="0" tIns="0" bIns="0" anchorCtr="1" anchor="ctr" wrap="none"/>
            <a:lstStyle/>
            <a:p>
              <a:pPr algn="l" marL="0" marR="0" indent="0">
                <a:lnSpc>
                  <a:spcPts val="758"/>
                </a:lnSpc>
                <a:spcBef>
                  <a:spcPts val="0"/>
                </a:spcBef>
                <a:spcAft>
                  <a:spcPts val="0"/>
                </a:spcAft>
              </a:pPr>
              <a:r>
                <a:rPr sz="758">
                  <a:solidFill>
                    <a:srgbClr val="4A5F75">
                      <a:alpha val="100000"/>
                    </a:srgbClr>
                  </a:solidFill>
                  <a:latin typeface="Helvetica"/>
                  <a:cs typeface="Helvetica"/>
                </a:rPr>
                <a:t>Corte puntaje = 80</a:t>
              </a:r>
            </a:p>
          </p:txBody>
        </p:sp>
        <p:sp>
          <p:nvSpPr>
            <p:cNvPr id="20" name="tx19"/>
            <p:cNvSpPr/>
            <p:nvPr/>
          </p:nvSpPr>
          <p:spPr>
            <a:xfrm>
              <a:off x="2709696" y="1489172"/>
              <a:ext cx="1037072" cy="83853"/>
            </a:xfrm>
            <a:prstGeom prst="rect">
              <a:avLst/>
            </a:prstGeom>
            <a:noFill/>
          </p:spPr>
          <p:txBody>
            <a:bodyPr lIns="0" rIns="0" tIns="0" bIns="0" anchorCtr="1" anchor="ctr" wrap="none"/>
            <a:lstStyle/>
            <a:p>
              <a:pPr algn="l" marL="0" marR="0" indent="0">
                <a:lnSpc>
                  <a:spcPts val="711"/>
                </a:lnSpc>
                <a:spcBef>
                  <a:spcPts val="0"/>
                </a:spcBef>
                <a:spcAft>
                  <a:spcPts val="0"/>
                </a:spcAft>
              </a:pPr>
              <a:r>
                <a:rPr sz="711">
                  <a:solidFill>
                    <a:srgbClr val="5D6F82">
                      <a:alpha val="100000"/>
                    </a:srgbClr>
                  </a:solidFill>
                  <a:latin typeface="Helvetica"/>
                  <a:cs typeface="Helvetica"/>
                </a:rPr>
                <a:t>Puntaje alto + consistente</a:t>
              </a:r>
            </a:p>
          </p:txBody>
        </p:sp>
        <p:sp>
          <p:nvSpPr>
            <p:cNvPr id="21" name="tx20"/>
            <p:cNvSpPr/>
            <p:nvPr/>
          </p:nvSpPr>
          <p:spPr>
            <a:xfrm>
              <a:off x="8386483" y="1488952"/>
              <a:ext cx="921548" cy="84073"/>
            </a:xfrm>
            <a:prstGeom prst="rect">
              <a:avLst/>
            </a:prstGeom>
            <a:noFill/>
          </p:spPr>
          <p:txBody>
            <a:bodyPr lIns="0" rIns="0" tIns="0" bIns="0" anchorCtr="1" anchor="ctr" wrap="none"/>
            <a:lstStyle/>
            <a:p>
              <a:pPr algn="l" marL="0" marR="0" indent="0">
                <a:lnSpc>
                  <a:spcPts val="711"/>
                </a:lnSpc>
                <a:spcBef>
                  <a:spcPts val="0"/>
                </a:spcBef>
                <a:spcAft>
                  <a:spcPts val="0"/>
                </a:spcAft>
              </a:pPr>
              <a:r>
                <a:rPr sz="711">
                  <a:solidFill>
                    <a:srgbClr val="5D6F82">
                      <a:alpha val="100000"/>
                    </a:srgbClr>
                  </a:solidFill>
                  <a:latin typeface="Helvetica"/>
                  <a:cs typeface="Helvetica"/>
                </a:rPr>
                <a:t>Puntaje alto + disperso</a:t>
              </a:r>
            </a:p>
          </p:txBody>
        </p:sp>
        <p:sp>
          <p:nvSpPr>
            <p:cNvPr id="22" name="tx21"/>
            <p:cNvSpPr/>
            <p:nvPr/>
          </p:nvSpPr>
          <p:spPr>
            <a:xfrm>
              <a:off x="2697125" y="3703796"/>
              <a:ext cx="1062215" cy="84073"/>
            </a:xfrm>
            <a:prstGeom prst="rect">
              <a:avLst/>
            </a:prstGeom>
            <a:noFill/>
          </p:spPr>
          <p:txBody>
            <a:bodyPr lIns="0" rIns="0" tIns="0" bIns="0" anchorCtr="1" anchor="ctr" wrap="none"/>
            <a:lstStyle/>
            <a:p>
              <a:pPr algn="l" marL="0" marR="0" indent="0">
                <a:lnSpc>
                  <a:spcPts val="711"/>
                </a:lnSpc>
                <a:spcBef>
                  <a:spcPts val="0"/>
                </a:spcBef>
                <a:spcAft>
                  <a:spcPts val="0"/>
                </a:spcAft>
              </a:pPr>
              <a:r>
                <a:rPr sz="711">
                  <a:solidFill>
                    <a:srgbClr val="5D6F82">
                      <a:alpha val="100000"/>
                    </a:srgbClr>
                  </a:solidFill>
                  <a:latin typeface="Helvetica"/>
                  <a:cs typeface="Helvetica"/>
                </a:rPr>
                <a:t>Puntaje bajo + consistente</a:t>
              </a:r>
            </a:p>
          </p:txBody>
        </p:sp>
        <p:sp>
          <p:nvSpPr>
            <p:cNvPr id="23" name="tx22"/>
            <p:cNvSpPr/>
            <p:nvPr/>
          </p:nvSpPr>
          <p:spPr>
            <a:xfrm>
              <a:off x="8373912" y="3703796"/>
              <a:ext cx="946691" cy="84073"/>
            </a:xfrm>
            <a:prstGeom prst="rect">
              <a:avLst/>
            </a:prstGeom>
            <a:noFill/>
          </p:spPr>
          <p:txBody>
            <a:bodyPr lIns="0" rIns="0" tIns="0" bIns="0" anchorCtr="1" anchor="ctr" wrap="none"/>
            <a:lstStyle/>
            <a:p>
              <a:pPr algn="l" marL="0" marR="0" indent="0">
                <a:lnSpc>
                  <a:spcPts val="711"/>
                </a:lnSpc>
                <a:spcBef>
                  <a:spcPts val="0"/>
                </a:spcBef>
                <a:spcAft>
                  <a:spcPts val="0"/>
                </a:spcAft>
              </a:pPr>
              <a:r>
                <a:rPr sz="711">
                  <a:solidFill>
                    <a:srgbClr val="5D6F82">
                      <a:alpha val="100000"/>
                    </a:srgbClr>
                  </a:solidFill>
                  <a:latin typeface="Helvetica"/>
                  <a:cs typeface="Helvetica"/>
                </a:rPr>
                <a:t>Puntaje bajo + disperso</a:t>
              </a:r>
            </a:p>
          </p:txBody>
        </p:sp>
        <p:sp>
          <p:nvSpPr>
            <p:cNvPr id="24" name="rc23"/>
            <p:cNvSpPr/>
            <p:nvPr/>
          </p:nvSpPr>
          <p:spPr>
            <a:xfrm>
              <a:off x="1205383" y="2172681"/>
              <a:ext cx="4045698" cy="487265"/>
            </a:xfrm>
            <a:prstGeom prst="rect">
              <a:avLst/>
            </a:prstGeom>
            <a:solidFill>
              <a:srgbClr val="FFFFFF">
                <a:alpha val="100000"/>
              </a:srgbClr>
            </a:solidFill>
            <a:ln w="16802" cap="flat">
              <a:solidFill>
                <a:srgbClr val="7C90A6">
                  <a:alpha val="100000"/>
                </a:srgbClr>
              </a:solidFill>
              <a:prstDash val="solid"/>
              <a:miter/>
            </a:ln>
          </p:spPr>
          <p:txBody>
            <a:bodyPr/>
            <a:lstStyle/>
            <a:p/>
          </p:txBody>
        </p:sp>
        <p:sp>
          <p:nvSpPr>
            <p:cNvPr id="25" name="rc24"/>
            <p:cNvSpPr/>
            <p:nvPr/>
          </p:nvSpPr>
          <p:spPr>
            <a:xfrm>
              <a:off x="6824409" y="1898040"/>
              <a:ext cx="4045698" cy="487265"/>
            </a:xfrm>
            <a:prstGeom prst="rect">
              <a:avLst/>
            </a:prstGeom>
            <a:solidFill>
              <a:srgbClr val="FFFFFF">
                <a:alpha val="100000"/>
              </a:srgbClr>
            </a:solidFill>
            <a:ln w="16802" cap="flat">
              <a:solidFill>
                <a:srgbClr val="7C90A6">
                  <a:alpha val="100000"/>
                </a:srgbClr>
              </a:solidFill>
              <a:prstDash val="solid"/>
              <a:miter/>
            </a:ln>
          </p:spPr>
          <p:txBody>
            <a:bodyPr/>
            <a:lstStyle/>
            <a:p/>
          </p:txBody>
        </p:sp>
        <p:sp>
          <p:nvSpPr>
            <p:cNvPr id="26" name="rc25"/>
            <p:cNvSpPr/>
            <p:nvPr/>
          </p:nvSpPr>
          <p:spPr>
            <a:xfrm>
              <a:off x="6824409" y="2447322"/>
              <a:ext cx="4045698" cy="487265"/>
            </a:xfrm>
            <a:prstGeom prst="rect">
              <a:avLst/>
            </a:prstGeom>
            <a:solidFill>
              <a:srgbClr val="FFFFFF">
                <a:alpha val="100000"/>
              </a:srgbClr>
            </a:solidFill>
            <a:ln w="16802" cap="flat">
              <a:solidFill>
                <a:srgbClr val="7C90A6">
                  <a:alpha val="100000"/>
                </a:srgbClr>
              </a:solidFill>
              <a:prstDash val="solid"/>
              <a:miter/>
            </a:ln>
          </p:spPr>
          <p:txBody>
            <a:bodyPr/>
            <a:lstStyle/>
            <a:p/>
          </p:txBody>
        </p:sp>
        <p:sp>
          <p:nvSpPr>
            <p:cNvPr id="27" name="rc26"/>
            <p:cNvSpPr/>
            <p:nvPr/>
          </p:nvSpPr>
          <p:spPr>
            <a:xfrm>
              <a:off x="4376761" y="2234583"/>
              <a:ext cx="728225" cy="363461"/>
            </a:xfrm>
            <a:prstGeom prst="rect">
              <a:avLst/>
            </a:prstGeom>
            <a:solidFill>
              <a:srgbClr val="3A9A5B">
                <a:alpha val="100000"/>
              </a:srgbClr>
            </a:solidFill>
            <a:ln w="6775" cap="flat">
              <a:solidFill>
                <a:srgbClr val="2E425A">
                  <a:alpha val="100000"/>
                </a:srgbClr>
              </a:solidFill>
              <a:prstDash val="solid"/>
              <a:miter/>
            </a:ln>
          </p:spPr>
          <p:txBody>
            <a:bodyPr/>
            <a:lstStyle/>
            <a:p/>
          </p:txBody>
        </p:sp>
        <p:sp>
          <p:nvSpPr>
            <p:cNvPr id="28" name="rc27"/>
            <p:cNvSpPr/>
            <p:nvPr/>
          </p:nvSpPr>
          <p:spPr>
            <a:xfrm>
              <a:off x="9995786" y="1959943"/>
              <a:ext cx="728225" cy="363461"/>
            </a:xfrm>
            <a:prstGeom prst="rect">
              <a:avLst/>
            </a:prstGeom>
            <a:solidFill>
              <a:srgbClr val="3A9A5B">
                <a:alpha val="100000"/>
              </a:srgbClr>
            </a:solidFill>
            <a:ln w="6775" cap="flat">
              <a:solidFill>
                <a:srgbClr val="2E425A">
                  <a:alpha val="100000"/>
                </a:srgbClr>
              </a:solidFill>
              <a:prstDash val="solid"/>
              <a:miter/>
            </a:ln>
          </p:spPr>
          <p:txBody>
            <a:bodyPr/>
            <a:lstStyle/>
            <a:p/>
          </p:txBody>
        </p:sp>
        <p:sp>
          <p:nvSpPr>
            <p:cNvPr id="29" name="rc28"/>
            <p:cNvSpPr/>
            <p:nvPr/>
          </p:nvSpPr>
          <p:spPr>
            <a:xfrm>
              <a:off x="9995786" y="2509224"/>
              <a:ext cx="728225" cy="363461"/>
            </a:xfrm>
            <a:prstGeom prst="rect">
              <a:avLst/>
            </a:prstGeom>
            <a:solidFill>
              <a:srgbClr val="3A9A5B">
                <a:alpha val="100000"/>
              </a:srgbClr>
            </a:solidFill>
            <a:ln w="6775" cap="flat">
              <a:solidFill>
                <a:srgbClr val="2E425A">
                  <a:alpha val="100000"/>
                </a:srgbClr>
              </a:solidFill>
              <a:prstDash val="solid"/>
              <a:miter/>
            </a:ln>
          </p:spPr>
          <p:txBody>
            <a:bodyPr/>
            <a:lstStyle/>
            <a:p/>
          </p:txBody>
        </p:sp>
        <p:sp>
          <p:nvSpPr>
            <p:cNvPr id="30" name="tx29"/>
            <p:cNvSpPr/>
            <p:nvPr/>
          </p:nvSpPr>
          <p:spPr>
            <a:xfrm>
              <a:off x="1351478" y="2319082"/>
              <a:ext cx="2261912" cy="157249"/>
            </a:xfrm>
            <a:prstGeom prst="rect">
              <a:avLst/>
            </a:prstGeom>
            <a:noFill/>
          </p:spPr>
          <p:txBody>
            <a:bodyPr lIns="0" rIns="0" tIns="0" bIns="0" anchorCtr="1" anchor="ctr" wrap="none"/>
            <a:lstStyle/>
            <a:p>
              <a:pPr algn="l" marL="0" marR="0" indent="0">
                <a:lnSpc>
                  <a:spcPts val="1313"/>
                </a:lnSpc>
                <a:spcBef>
                  <a:spcPts val="0"/>
                </a:spcBef>
                <a:spcAft>
                  <a:spcPts val="0"/>
                </a:spcAft>
              </a:pPr>
              <a:r>
                <a:rPr sz="1313" b="1">
                  <a:solidFill>
                    <a:srgbClr val="0D243E">
                      <a:alpha val="100000"/>
                    </a:srgbClr>
                  </a:solidFill>
                  <a:latin typeface="Helvetica"/>
                  <a:cs typeface="Helvetica"/>
                </a:rPr>
                <a:t>Competencias transversales</a:t>
              </a:r>
            </a:p>
          </p:txBody>
        </p:sp>
        <p:sp>
          <p:nvSpPr>
            <p:cNvPr id="31" name="tx30"/>
            <p:cNvSpPr/>
            <p:nvPr/>
          </p:nvSpPr>
          <p:spPr>
            <a:xfrm>
              <a:off x="6970503" y="2041672"/>
              <a:ext cx="1853846" cy="160017"/>
            </a:xfrm>
            <a:prstGeom prst="rect">
              <a:avLst/>
            </a:prstGeom>
            <a:noFill/>
          </p:spPr>
          <p:txBody>
            <a:bodyPr lIns="0" rIns="0" tIns="0" bIns="0" anchorCtr="1" anchor="ctr" wrap="none"/>
            <a:lstStyle/>
            <a:p>
              <a:pPr algn="l" marL="0" marR="0" indent="0">
                <a:lnSpc>
                  <a:spcPts val="1313"/>
                </a:lnSpc>
                <a:spcBef>
                  <a:spcPts val="0"/>
                </a:spcBef>
                <a:spcAft>
                  <a:spcPts val="0"/>
                </a:spcAft>
              </a:pPr>
              <a:r>
                <a:rPr sz="1313" b="1">
                  <a:solidFill>
                    <a:srgbClr val="0D243E">
                      <a:alpha val="100000"/>
                    </a:srgbClr>
                  </a:solidFill>
                  <a:latin typeface="Helvetica"/>
                  <a:cs typeface="Helvetica"/>
                </a:rPr>
                <a:t>Competencias técnicas</a:t>
              </a:r>
            </a:p>
          </p:txBody>
        </p:sp>
        <p:sp>
          <p:nvSpPr>
            <p:cNvPr id="32" name="tx31"/>
            <p:cNvSpPr/>
            <p:nvPr/>
          </p:nvSpPr>
          <p:spPr>
            <a:xfrm>
              <a:off x="6970503" y="2590954"/>
              <a:ext cx="1483158" cy="160017"/>
            </a:xfrm>
            <a:prstGeom prst="rect">
              <a:avLst/>
            </a:prstGeom>
            <a:noFill/>
          </p:spPr>
          <p:txBody>
            <a:bodyPr lIns="0" rIns="0" tIns="0" bIns="0" anchorCtr="1" anchor="ctr" wrap="none"/>
            <a:lstStyle/>
            <a:p>
              <a:pPr algn="l" marL="0" marR="0" indent="0">
                <a:lnSpc>
                  <a:spcPts val="1313"/>
                </a:lnSpc>
                <a:spcBef>
                  <a:spcPts val="0"/>
                </a:spcBef>
                <a:spcAft>
                  <a:spcPts val="0"/>
                </a:spcAft>
              </a:pPr>
              <a:r>
                <a:rPr sz="1313" b="1">
                  <a:solidFill>
                    <a:srgbClr val="0D243E">
                      <a:alpha val="100000"/>
                    </a:srgbClr>
                  </a:solidFill>
                  <a:latin typeface="Helvetica"/>
                  <a:cs typeface="Helvetica"/>
                </a:rPr>
                <a:t>Visión empresarial</a:t>
              </a:r>
            </a:p>
          </p:txBody>
        </p:sp>
        <p:sp>
          <p:nvSpPr>
            <p:cNvPr id="33" name="tx32"/>
            <p:cNvSpPr/>
            <p:nvPr/>
          </p:nvSpPr>
          <p:spPr>
            <a:xfrm>
              <a:off x="4536099" y="2336812"/>
              <a:ext cx="409549" cy="130496"/>
            </a:xfrm>
            <a:prstGeom prst="rect">
              <a:avLst/>
            </a:prstGeom>
            <a:noFill/>
          </p:spPr>
          <p:txBody>
            <a:bodyPr lIns="0" rIns="0" tIns="0" bIns="0" anchorCtr="1" anchor="ctr" wrap="none"/>
            <a:lstStyle/>
            <a:p>
              <a:pPr algn="l" marL="0" marR="0" indent="0">
                <a:lnSpc>
                  <a:spcPts val="1115"/>
                </a:lnSpc>
                <a:spcBef>
                  <a:spcPts val="0"/>
                </a:spcBef>
                <a:spcAft>
                  <a:spcPts val="0"/>
                </a:spcAft>
              </a:pPr>
              <a:r>
                <a:rPr sz="1115" b="1">
                  <a:solidFill>
                    <a:srgbClr val="081F5C">
                      <a:alpha val="100000"/>
                    </a:srgbClr>
                  </a:solidFill>
                  <a:latin typeface="Helvetica"/>
                  <a:cs typeface="Helvetica"/>
                </a:rPr>
                <a:t>84 pts</a:t>
              </a:r>
            </a:p>
          </p:txBody>
        </p:sp>
        <p:sp>
          <p:nvSpPr>
            <p:cNvPr id="34" name="tx33"/>
            <p:cNvSpPr/>
            <p:nvPr/>
          </p:nvSpPr>
          <p:spPr>
            <a:xfrm>
              <a:off x="10155124" y="2062171"/>
              <a:ext cx="409549" cy="130496"/>
            </a:xfrm>
            <a:prstGeom prst="rect">
              <a:avLst/>
            </a:prstGeom>
            <a:noFill/>
          </p:spPr>
          <p:txBody>
            <a:bodyPr lIns="0" rIns="0" tIns="0" bIns="0" anchorCtr="1" anchor="ctr" wrap="none"/>
            <a:lstStyle/>
            <a:p>
              <a:pPr algn="l" marL="0" marR="0" indent="0">
                <a:lnSpc>
                  <a:spcPts val="1115"/>
                </a:lnSpc>
                <a:spcBef>
                  <a:spcPts val="0"/>
                </a:spcBef>
                <a:spcAft>
                  <a:spcPts val="0"/>
                </a:spcAft>
              </a:pPr>
              <a:r>
                <a:rPr sz="1115" b="1">
                  <a:solidFill>
                    <a:srgbClr val="081F5C">
                      <a:alpha val="100000"/>
                    </a:srgbClr>
                  </a:solidFill>
                  <a:latin typeface="Helvetica"/>
                  <a:cs typeface="Helvetica"/>
                </a:rPr>
                <a:t>84 pts</a:t>
              </a:r>
            </a:p>
          </p:txBody>
        </p:sp>
        <p:sp>
          <p:nvSpPr>
            <p:cNvPr id="35" name="tx34"/>
            <p:cNvSpPr/>
            <p:nvPr/>
          </p:nvSpPr>
          <p:spPr>
            <a:xfrm>
              <a:off x="10155124" y="2611453"/>
              <a:ext cx="409549" cy="130496"/>
            </a:xfrm>
            <a:prstGeom prst="rect">
              <a:avLst/>
            </a:prstGeom>
            <a:noFill/>
          </p:spPr>
          <p:txBody>
            <a:bodyPr lIns="0" rIns="0" tIns="0" bIns="0" anchorCtr="1" anchor="ctr" wrap="none"/>
            <a:lstStyle/>
            <a:p>
              <a:pPr algn="l" marL="0" marR="0" indent="0">
                <a:lnSpc>
                  <a:spcPts val="1115"/>
                </a:lnSpc>
                <a:spcBef>
                  <a:spcPts val="0"/>
                </a:spcBef>
                <a:spcAft>
                  <a:spcPts val="0"/>
                </a:spcAft>
              </a:pPr>
              <a:r>
                <a:rPr sz="1115" b="1">
                  <a:solidFill>
                    <a:srgbClr val="081F5C">
                      <a:alpha val="100000"/>
                    </a:srgbClr>
                  </a:solidFill>
                  <a:latin typeface="Helvetica"/>
                  <a:cs typeface="Helvetica"/>
                </a:rPr>
                <a:t>83 pts</a:t>
              </a:r>
            </a:p>
          </p:txBody>
        </p:sp>
        <p:sp>
          <p:nvSpPr>
            <p:cNvPr id="36" name="rc35"/>
            <p:cNvSpPr/>
            <p:nvPr/>
          </p:nvSpPr>
          <p:spPr>
            <a:xfrm>
              <a:off x="2657080" y="5812843"/>
              <a:ext cx="320333" cy="100800"/>
            </a:xfrm>
            <a:prstGeom prst="rect">
              <a:avLst/>
            </a:prstGeom>
            <a:solidFill>
              <a:srgbClr val="D84B55">
                <a:alpha val="100000"/>
              </a:srgbClr>
            </a:solidFill>
          </p:spPr>
          <p:txBody>
            <a:bodyPr/>
            <a:lstStyle/>
            <a:p/>
          </p:txBody>
        </p:sp>
        <p:sp>
          <p:nvSpPr>
            <p:cNvPr id="37" name="tx36"/>
            <p:cNvSpPr/>
            <p:nvPr/>
          </p:nvSpPr>
          <p:spPr>
            <a:xfrm>
              <a:off x="3114700" y="5820073"/>
              <a:ext cx="578197" cy="84162"/>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4A5F75">
                      <a:alpha val="100000"/>
                    </a:srgbClr>
                  </a:solidFill>
                  <a:latin typeface="Helvetica"/>
                  <a:cs typeface="Helvetica"/>
                </a:rPr>
                <a:t>Menor a 60</a:t>
              </a:r>
            </a:p>
          </p:txBody>
        </p:sp>
        <p:sp>
          <p:nvSpPr>
            <p:cNvPr id="38" name="rc37"/>
            <p:cNvSpPr/>
            <p:nvPr/>
          </p:nvSpPr>
          <p:spPr>
            <a:xfrm>
              <a:off x="5002381" y="5812843"/>
              <a:ext cx="320333" cy="100800"/>
            </a:xfrm>
            <a:prstGeom prst="rect">
              <a:avLst/>
            </a:prstGeom>
            <a:solidFill>
              <a:srgbClr val="E0B44C">
                <a:alpha val="100000"/>
              </a:srgbClr>
            </a:solidFill>
          </p:spPr>
          <p:txBody>
            <a:bodyPr/>
            <a:lstStyle/>
            <a:p/>
          </p:txBody>
        </p:sp>
        <p:sp>
          <p:nvSpPr>
            <p:cNvPr id="39" name="tx38"/>
            <p:cNvSpPr/>
            <p:nvPr/>
          </p:nvSpPr>
          <p:spPr>
            <a:xfrm>
              <a:off x="5460000" y="5821692"/>
              <a:ext cx="355848" cy="82543"/>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4A5F75">
                      <a:alpha val="100000"/>
                    </a:srgbClr>
                  </a:solidFill>
                  <a:latin typeface="Helvetica"/>
                  <a:cs typeface="Helvetica"/>
                </a:rPr>
                <a:t>60 - 80</a:t>
              </a:r>
            </a:p>
          </p:txBody>
        </p:sp>
        <p:sp>
          <p:nvSpPr>
            <p:cNvPr id="40" name="rc39"/>
            <p:cNvSpPr/>
            <p:nvPr/>
          </p:nvSpPr>
          <p:spPr>
            <a:xfrm>
              <a:off x="7073109" y="5812843"/>
              <a:ext cx="320333" cy="100800"/>
            </a:xfrm>
            <a:prstGeom prst="rect">
              <a:avLst/>
            </a:prstGeom>
            <a:solidFill>
              <a:srgbClr val="3A9A5B">
                <a:alpha val="100000"/>
              </a:srgbClr>
            </a:solidFill>
          </p:spPr>
          <p:txBody>
            <a:bodyPr/>
            <a:lstStyle/>
            <a:p/>
          </p:txBody>
        </p:sp>
        <p:sp>
          <p:nvSpPr>
            <p:cNvPr id="41" name="tx40"/>
            <p:cNvSpPr/>
            <p:nvPr/>
          </p:nvSpPr>
          <p:spPr>
            <a:xfrm>
              <a:off x="7530729" y="5797749"/>
              <a:ext cx="571779" cy="106486"/>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4A5F75">
                      <a:alpha val="100000"/>
                    </a:srgbClr>
                  </a:solidFill>
                  <a:latin typeface="Helvetica"/>
                  <a:cs typeface="Helvetica"/>
                </a:rPr>
                <a:t>Mayor a 80</a:t>
              </a:r>
            </a:p>
          </p:txBody>
        </p:sp>
      </p:grpSp>
      <p:sp>
        <p:nvSpPr>
          <p:cNvPr id="42"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respuestas</a:t>
            </a:r>
          </a:p>
        </p:txBody>
      </p:sp>
      <p:sp>
        <p:nvSpPr>
          <p:cNvPr id="43"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Pr>
        </p:nvSpPr>
        <p:spPr>
          <a:xfrm>
            <a:off x="317500" y="338328"/>
            <a:ext cx="9730221" cy="320734"/>
          </a:xfrm>
          <a:prstGeom prst="rect">
            <a:avLst/>
          </a:prstGeom>
        </p:spPr>
        <p:txBody>
          <a:bodyPr/>
          <a:lstStyle/>
          <a:p>
            <a:pPr algn="l" marL="0" marR="0">
              <a:lnSpc>
                <a:spcPct val="100000"/>
              </a:lnSpc>
              <a:spcBef>
                <a:spcPts val="0"/>
              </a:spcBef>
              <a:spcAft>
                <a:spcPts val="0"/>
              </a:spcAft>
              <a:buNone/>
            </a:pPr>
            <a:r>
              <a:rPr cap="none" sz="2400" i="0" b="1" u="none" strike="noStrike">
                <a:solidFill>
                  <a:srgbClr val="CA5651">
                    <a:alpha val="100000"/>
                  </a:srgbClr>
                </a:solidFill>
                <a:latin typeface="Arial"/>
                <a:ea typeface="Arial"/>
                <a:cs typeface="Arial"/>
                <a:sym typeface="Arial"/>
              </a:rPr>
              <a:t>HEATMAP DE CRITERIOS (P_DIM_HEATMAP_CRITERIOS)</a:t>
            </a:r>
          </a:p>
        </p:txBody>
      </p:sp>
      <p:grpSp xmlns:pic="http://schemas.openxmlformats.org/drawingml/2006/picture">
        <p:nvGrpSpPr>
          <p:cNvPr id="3" name="prosecnur:slide_1:plot"/>
          <p:cNvGrpSpPr/>
          <p:nvPr/>
        </p:nvGrpSpPr>
        <p:grpSpPr>
          <a:xfrm rot="-0">
            <a:off x="317500" y="1103243"/>
            <a:ext cx="11440491" cy="5040000"/>
            <a:chOff x="317500" y="1103243"/>
            <a:chExt cx="11440491" cy="5040000"/>
          </a:xfrm>
        </p:grpSpPr>
        <p:sp>
          <p:nvSpPr>
            <p:cNvPr id="4" name="pg3"/>
            <p:cNvSpPr/>
            <p:nvPr/>
          </p:nvSpPr>
          <p:spPr>
            <a:xfrm>
              <a:off x="393769" y="1200343"/>
              <a:ext cx="3660957" cy="596477"/>
            </a:xfrm>
            <a:custGeom>
              <a:avLst/>
              <a:pathLst>
                <a:path w="3660957" h="596477">
                  <a:moveTo>
                    <a:pt x="23859" y="596477"/>
                  </a:moveTo>
                  <a:lnTo>
                    <a:pt x="3637098" y="596477"/>
                  </a:lnTo>
                  <a:lnTo>
                    <a:pt x="3636137" y="596457"/>
                  </a:lnTo>
                  <a:lnTo>
                    <a:pt x="3639973" y="596303"/>
                  </a:lnTo>
                  <a:lnTo>
                    <a:pt x="3643736" y="595535"/>
                  </a:lnTo>
                  <a:lnTo>
                    <a:pt x="3647326" y="594173"/>
                  </a:lnTo>
                  <a:lnTo>
                    <a:pt x="3650651" y="592253"/>
                  </a:lnTo>
                  <a:lnTo>
                    <a:pt x="3653625" y="589825"/>
                  </a:lnTo>
                  <a:lnTo>
                    <a:pt x="3656172" y="586951"/>
                  </a:lnTo>
                  <a:lnTo>
                    <a:pt x="3658224" y="583705"/>
                  </a:lnTo>
                  <a:lnTo>
                    <a:pt x="3659729" y="580173"/>
                  </a:lnTo>
                  <a:lnTo>
                    <a:pt x="3660648" y="576445"/>
                  </a:lnTo>
                  <a:lnTo>
                    <a:pt x="3660957" y="572617"/>
                  </a:lnTo>
                  <a:lnTo>
                    <a:pt x="3660957" y="23859"/>
                  </a:lnTo>
                  <a:lnTo>
                    <a:pt x="3660648" y="20031"/>
                  </a:lnTo>
                  <a:lnTo>
                    <a:pt x="3659729" y="16303"/>
                  </a:lnTo>
                  <a:lnTo>
                    <a:pt x="3658224" y="12771"/>
                  </a:lnTo>
                  <a:lnTo>
                    <a:pt x="3656172" y="9525"/>
                  </a:lnTo>
                  <a:lnTo>
                    <a:pt x="3653625" y="6651"/>
                  </a:lnTo>
                  <a:lnTo>
                    <a:pt x="3650651" y="4223"/>
                  </a:lnTo>
                  <a:lnTo>
                    <a:pt x="3647326" y="2303"/>
                  </a:lnTo>
                  <a:lnTo>
                    <a:pt x="3643736" y="942"/>
                  </a:lnTo>
                  <a:lnTo>
                    <a:pt x="3639973" y="173"/>
                  </a:lnTo>
                  <a:lnTo>
                    <a:pt x="3637098" y="0"/>
                  </a:lnTo>
                  <a:lnTo>
                    <a:pt x="23859" y="0"/>
                  </a:lnTo>
                  <a:lnTo>
                    <a:pt x="26734" y="173"/>
                  </a:lnTo>
                  <a:lnTo>
                    <a:pt x="22898" y="19"/>
                  </a:lnTo>
                  <a:lnTo>
                    <a:pt x="19086" y="482"/>
                  </a:lnTo>
                  <a:lnTo>
                    <a:pt x="15398" y="1550"/>
                  </a:lnTo>
                  <a:lnTo>
                    <a:pt x="11929" y="3196"/>
                  </a:lnTo>
                  <a:lnTo>
                    <a:pt x="8769" y="5377"/>
                  </a:lnTo>
                  <a:lnTo>
                    <a:pt x="6000" y="8037"/>
                  </a:lnTo>
                  <a:lnTo>
                    <a:pt x="3693" y="11107"/>
                  </a:lnTo>
                  <a:lnTo>
                    <a:pt x="1909" y="14507"/>
                  </a:lnTo>
                  <a:lnTo>
                    <a:pt x="693" y="18149"/>
                  </a:lnTo>
                  <a:lnTo>
                    <a:pt x="77" y="21939"/>
                  </a:lnTo>
                  <a:lnTo>
                    <a:pt x="0" y="23859"/>
                  </a:lnTo>
                  <a:lnTo>
                    <a:pt x="0" y="572617"/>
                  </a:lnTo>
                  <a:lnTo>
                    <a:pt x="77" y="570698"/>
                  </a:lnTo>
                  <a:lnTo>
                    <a:pt x="77" y="574537"/>
                  </a:lnTo>
                  <a:lnTo>
                    <a:pt x="693" y="578327"/>
                  </a:lnTo>
                  <a:lnTo>
                    <a:pt x="1909" y="581969"/>
                  </a:lnTo>
                  <a:lnTo>
                    <a:pt x="3693" y="585369"/>
                  </a:lnTo>
                  <a:lnTo>
                    <a:pt x="6000" y="588439"/>
                  </a:lnTo>
                  <a:lnTo>
                    <a:pt x="8769" y="591099"/>
                  </a:lnTo>
                  <a:lnTo>
                    <a:pt x="11929" y="593280"/>
                  </a:lnTo>
                  <a:lnTo>
                    <a:pt x="15398" y="594926"/>
                  </a:lnTo>
                  <a:lnTo>
                    <a:pt x="19086" y="595994"/>
                  </a:lnTo>
                  <a:lnTo>
                    <a:pt x="22898" y="596457"/>
                  </a:lnTo>
                  <a:close/>
                </a:path>
              </a:pathLst>
            </a:custGeom>
            <a:solidFill>
              <a:srgbClr val="F5F7FA">
                <a:alpha val="100000"/>
              </a:srgbClr>
            </a:solidFill>
            <a:ln w="5714" cap="rnd">
              <a:solidFill>
                <a:srgbClr val="E2E8F0">
                  <a:alpha val="100000"/>
                </a:srgbClr>
              </a:solidFill>
              <a:prstDash val="solid"/>
              <a:round/>
            </a:ln>
          </p:spPr>
          <p:txBody>
            <a:bodyPr/>
            <a:lstStyle/>
            <a:p/>
          </p:txBody>
        </p:sp>
        <p:sp>
          <p:nvSpPr>
            <p:cNvPr id="5" name="tx4"/>
            <p:cNvSpPr/>
            <p:nvPr/>
          </p:nvSpPr>
          <p:spPr>
            <a:xfrm>
              <a:off x="1952451" y="1457025"/>
              <a:ext cx="543594" cy="93947"/>
            </a:xfrm>
            <a:prstGeom prst="rect">
              <a:avLst/>
            </a:prstGeom>
            <a:noFill/>
          </p:spPr>
          <p:txBody>
            <a:bodyPr lIns="0" rIns="0" tIns="0" bIns="0" anchorCtr="1" anchor="ctr" wrap="none"/>
            <a:lstStyle/>
            <a:p>
              <a:pPr algn="l" marL="0" marR="0" indent="0">
                <a:lnSpc>
                  <a:spcPts val="1000"/>
                </a:lnSpc>
                <a:spcBef>
                  <a:spcPts val="0"/>
                </a:spcBef>
                <a:spcAft>
                  <a:spcPts val="0"/>
                </a:spcAft>
              </a:pPr>
              <a:r>
                <a:rPr sz="1000" b="1">
                  <a:solidFill>
                    <a:srgbClr val="000000">
                      <a:alpha val="100000"/>
                    </a:srgbClr>
                  </a:solidFill>
                  <a:latin typeface="Arial"/>
                  <a:cs typeface="Arial"/>
                </a:rPr>
                <a:t>Técnicas</a:t>
              </a:r>
            </a:p>
          </p:txBody>
        </p:sp>
        <p:sp>
          <p:nvSpPr>
            <p:cNvPr id="6" name="rc5"/>
            <p:cNvSpPr/>
            <p:nvPr/>
          </p:nvSpPr>
          <p:spPr>
            <a:xfrm>
              <a:off x="317500" y="1843059"/>
              <a:ext cx="3813496" cy="3884036"/>
            </a:xfrm>
            <a:prstGeom prst="rect">
              <a:avLst/>
            </a:prstGeom>
          </p:spPr>
          <p:txBody>
            <a:bodyPr/>
            <a:lstStyle/>
            <a:p/>
          </p:txBody>
        </p:sp>
        <p:sp>
          <p:nvSpPr>
            <p:cNvPr id="7" name="rc6"/>
            <p:cNvSpPr/>
            <p:nvPr/>
          </p:nvSpPr>
          <p:spPr>
            <a:xfrm>
              <a:off x="418720" y="1906322"/>
              <a:ext cx="3535140" cy="3757511"/>
            </a:xfrm>
            <a:prstGeom prst="rect">
              <a:avLst/>
            </a:prstGeom>
          </p:spPr>
          <p:txBody>
            <a:bodyPr/>
            <a:lstStyle/>
            <a:p/>
          </p:txBody>
        </p:sp>
        <p:sp>
          <p:nvSpPr>
            <p:cNvPr id="8" name="rc7"/>
            <p:cNvSpPr/>
            <p:nvPr/>
          </p:nvSpPr>
          <p:spPr>
            <a:xfrm>
              <a:off x="2710015" y="1958927"/>
              <a:ext cx="916517" cy="646291"/>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9" name="rc8"/>
            <p:cNvSpPr/>
            <p:nvPr/>
          </p:nvSpPr>
          <p:spPr>
            <a:xfrm>
              <a:off x="2710015" y="2710429"/>
              <a:ext cx="916517" cy="646291"/>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10" name="rc9"/>
            <p:cNvSpPr/>
            <p:nvPr/>
          </p:nvSpPr>
          <p:spPr>
            <a:xfrm>
              <a:off x="2710015" y="3461931"/>
              <a:ext cx="916517" cy="646291"/>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1" name="rc10"/>
            <p:cNvSpPr/>
            <p:nvPr/>
          </p:nvSpPr>
          <p:spPr>
            <a:xfrm>
              <a:off x="2710015" y="4213434"/>
              <a:ext cx="916517" cy="646291"/>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2" name="rc11"/>
            <p:cNvSpPr/>
            <p:nvPr/>
          </p:nvSpPr>
          <p:spPr>
            <a:xfrm>
              <a:off x="2710015" y="4964936"/>
              <a:ext cx="916517" cy="646291"/>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13" name="tx12"/>
            <p:cNvSpPr/>
            <p:nvPr/>
          </p:nvSpPr>
          <p:spPr>
            <a:xfrm>
              <a:off x="1283377" y="2129332"/>
              <a:ext cx="365584" cy="73610"/>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Estados</a:t>
              </a:r>
            </a:p>
          </p:txBody>
        </p:sp>
        <p:sp>
          <p:nvSpPr>
            <p:cNvPr id="14" name="tx13"/>
            <p:cNvSpPr/>
            <p:nvPr/>
          </p:nvSpPr>
          <p:spPr>
            <a:xfrm>
              <a:off x="1204677" y="2244675"/>
              <a:ext cx="522983" cy="73610"/>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Financieros</a:t>
              </a:r>
            </a:p>
          </p:txBody>
        </p:sp>
        <p:sp>
          <p:nvSpPr>
            <p:cNvPr id="15" name="tx14"/>
            <p:cNvSpPr/>
            <p:nvPr/>
          </p:nvSpPr>
          <p:spPr>
            <a:xfrm>
              <a:off x="1308671" y="2340800"/>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16" name="tx15"/>
            <p:cNvSpPr/>
            <p:nvPr/>
          </p:nvSpPr>
          <p:spPr>
            <a:xfrm>
              <a:off x="1263690" y="2938110"/>
              <a:ext cx="404959" cy="74006"/>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Auditoría</a:t>
              </a:r>
            </a:p>
          </p:txBody>
        </p:sp>
        <p:sp>
          <p:nvSpPr>
            <p:cNvPr id="17" name="tx16"/>
            <p:cNvSpPr/>
            <p:nvPr/>
          </p:nvSpPr>
          <p:spPr>
            <a:xfrm>
              <a:off x="1308671" y="3034630"/>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18" name="tx17"/>
            <p:cNvSpPr/>
            <p:nvPr/>
          </p:nvSpPr>
          <p:spPr>
            <a:xfrm>
              <a:off x="1269371" y="3610994"/>
              <a:ext cx="393596" cy="94953"/>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Costos y</a:t>
              </a:r>
            </a:p>
          </p:txBody>
        </p:sp>
        <p:sp>
          <p:nvSpPr>
            <p:cNvPr id="19" name="tx18"/>
            <p:cNvSpPr/>
            <p:nvPr/>
          </p:nvSpPr>
          <p:spPr>
            <a:xfrm>
              <a:off x="1162437" y="3730388"/>
              <a:ext cx="607463" cy="90902"/>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presupuestos</a:t>
              </a:r>
            </a:p>
          </p:txBody>
        </p:sp>
        <p:sp>
          <p:nvSpPr>
            <p:cNvPr id="20" name="tx19"/>
            <p:cNvSpPr/>
            <p:nvPr/>
          </p:nvSpPr>
          <p:spPr>
            <a:xfrm>
              <a:off x="1308671" y="3843804"/>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21" name="tx20"/>
            <p:cNvSpPr/>
            <p:nvPr/>
          </p:nvSpPr>
          <p:spPr>
            <a:xfrm>
              <a:off x="1260898" y="4441510"/>
              <a:ext cx="410541" cy="73610"/>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Finanzas</a:t>
              </a:r>
            </a:p>
          </p:txBody>
        </p:sp>
        <p:sp>
          <p:nvSpPr>
            <p:cNvPr id="22" name="tx21"/>
            <p:cNvSpPr/>
            <p:nvPr/>
          </p:nvSpPr>
          <p:spPr>
            <a:xfrm>
              <a:off x="1308671" y="4537635"/>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23" name="tx22"/>
            <p:cNvSpPr/>
            <p:nvPr/>
          </p:nvSpPr>
          <p:spPr>
            <a:xfrm>
              <a:off x="1215917" y="5192617"/>
              <a:ext cx="500505" cy="74006"/>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Tributación</a:t>
              </a:r>
            </a:p>
          </p:txBody>
        </p:sp>
        <p:sp>
          <p:nvSpPr>
            <p:cNvPr id="24" name="tx23"/>
            <p:cNvSpPr/>
            <p:nvPr/>
          </p:nvSpPr>
          <p:spPr>
            <a:xfrm>
              <a:off x="1308671" y="5289137"/>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25" name="tx24"/>
            <p:cNvSpPr/>
            <p:nvPr/>
          </p:nvSpPr>
          <p:spPr>
            <a:xfrm>
              <a:off x="3109994" y="2242930"/>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86</a:t>
              </a:r>
            </a:p>
          </p:txBody>
        </p:sp>
        <p:sp>
          <p:nvSpPr>
            <p:cNvPr id="26" name="tx25"/>
            <p:cNvSpPr/>
            <p:nvPr/>
          </p:nvSpPr>
          <p:spPr>
            <a:xfrm>
              <a:off x="3109994" y="2994432"/>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80</a:t>
              </a:r>
            </a:p>
          </p:txBody>
        </p:sp>
        <p:sp>
          <p:nvSpPr>
            <p:cNvPr id="27" name="tx26"/>
            <p:cNvSpPr/>
            <p:nvPr/>
          </p:nvSpPr>
          <p:spPr>
            <a:xfrm>
              <a:off x="3109994" y="3745934"/>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82</a:t>
              </a:r>
            </a:p>
          </p:txBody>
        </p:sp>
        <p:sp>
          <p:nvSpPr>
            <p:cNvPr id="28" name="tx27"/>
            <p:cNvSpPr/>
            <p:nvPr/>
          </p:nvSpPr>
          <p:spPr>
            <a:xfrm>
              <a:off x="3109994" y="4497436"/>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83</a:t>
              </a:r>
            </a:p>
          </p:txBody>
        </p:sp>
        <p:sp>
          <p:nvSpPr>
            <p:cNvPr id="29" name="tx28"/>
            <p:cNvSpPr/>
            <p:nvPr/>
          </p:nvSpPr>
          <p:spPr>
            <a:xfrm>
              <a:off x="3109994" y="5248939"/>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87</a:t>
              </a:r>
            </a:p>
          </p:txBody>
        </p:sp>
        <p:sp>
          <p:nvSpPr>
            <p:cNvPr id="30" name="rc29"/>
            <p:cNvSpPr/>
            <p:nvPr/>
          </p:nvSpPr>
          <p:spPr>
            <a:xfrm>
              <a:off x="4045193" y="1380674"/>
              <a:ext cx="38134" cy="4068990"/>
            </a:xfrm>
            <a:prstGeom prst="rect">
              <a:avLst/>
            </a:prstGeom>
            <a:solidFill>
              <a:srgbClr val="E8EDF2">
                <a:alpha val="100000"/>
              </a:srgbClr>
            </a:solidFill>
          </p:spPr>
          <p:txBody>
            <a:bodyPr/>
            <a:lstStyle/>
            <a:p/>
          </p:txBody>
        </p:sp>
        <p:sp>
          <p:nvSpPr>
            <p:cNvPr id="31" name="pg30"/>
            <p:cNvSpPr/>
            <p:nvPr/>
          </p:nvSpPr>
          <p:spPr>
            <a:xfrm>
              <a:off x="4207266" y="1200343"/>
              <a:ext cx="3660957" cy="596477"/>
            </a:xfrm>
            <a:custGeom>
              <a:avLst/>
              <a:pathLst>
                <a:path w="3660957" h="596477">
                  <a:moveTo>
                    <a:pt x="23859" y="596477"/>
                  </a:moveTo>
                  <a:lnTo>
                    <a:pt x="3637098" y="596477"/>
                  </a:lnTo>
                  <a:lnTo>
                    <a:pt x="3636137" y="596457"/>
                  </a:lnTo>
                  <a:lnTo>
                    <a:pt x="3639973" y="596303"/>
                  </a:lnTo>
                  <a:lnTo>
                    <a:pt x="3643736" y="595535"/>
                  </a:lnTo>
                  <a:lnTo>
                    <a:pt x="3647326" y="594173"/>
                  </a:lnTo>
                  <a:lnTo>
                    <a:pt x="3650651" y="592253"/>
                  </a:lnTo>
                  <a:lnTo>
                    <a:pt x="3653625" y="589825"/>
                  </a:lnTo>
                  <a:lnTo>
                    <a:pt x="3656172" y="586951"/>
                  </a:lnTo>
                  <a:lnTo>
                    <a:pt x="3658224" y="583705"/>
                  </a:lnTo>
                  <a:lnTo>
                    <a:pt x="3659729" y="580173"/>
                  </a:lnTo>
                  <a:lnTo>
                    <a:pt x="3660648" y="576445"/>
                  </a:lnTo>
                  <a:lnTo>
                    <a:pt x="3660957" y="572617"/>
                  </a:lnTo>
                  <a:lnTo>
                    <a:pt x="3660957" y="23859"/>
                  </a:lnTo>
                  <a:lnTo>
                    <a:pt x="3660648" y="20031"/>
                  </a:lnTo>
                  <a:lnTo>
                    <a:pt x="3659729" y="16303"/>
                  </a:lnTo>
                  <a:lnTo>
                    <a:pt x="3658224" y="12771"/>
                  </a:lnTo>
                  <a:lnTo>
                    <a:pt x="3656172" y="9525"/>
                  </a:lnTo>
                  <a:lnTo>
                    <a:pt x="3653625" y="6651"/>
                  </a:lnTo>
                  <a:lnTo>
                    <a:pt x="3650651" y="4223"/>
                  </a:lnTo>
                  <a:lnTo>
                    <a:pt x="3647326" y="2303"/>
                  </a:lnTo>
                  <a:lnTo>
                    <a:pt x="3643736" y="942"/>
                  </a:lnTo>
                  <a:lnTo>
                    <a:pt x="3639973" y="173"/>
                  </a:lnTo>
                  <a:lnTo>
                    <a:pt x="3637098" y="0"/>
                  </a:lnTo>
                  <a:lnTo>
                    <a:pt x="23859" y="0"/>
                  </a:lnTo>
                  <a:lnTo>
                    <a:pt x="26734" y="173"/>
                  </a:lnTo>
                  <a:lnTo>
                    <a:pt x="22898" y="19"/>
                  </a:lnTo>
                  <a:lnTo>
                    <a:pt x="19086" y="482"/>
                  </a:lnTo>
                  <a:lnTo>
                    <a:pt x="15398" y="1550"/>
                  </a:lnTo>
                  <a:lnTo>
                    <a:pt x="11929" y="3196"/>
                  </a:lnTo>
                  <a:lnTo>
                    <a:pt x="8769" y="5377"/>
                  </a:lnTo>
                  <a:lnTo>
                    <a:pt x="6000" y="8037"/>
                  </a:lnTo>
                  <a:lnTo>
                    <a:pt x="3693" y="11107"/>
                  </a:lnTo>
                  <a:lnTo>
                    <a:pt x="1909" y="14507"/>
                  </a:lnTo>
                  <a:lnTo>
                    <a:pt x="693" y="18149"/>
                  </a:lnTo>
                  <a:lnTo>
                    <a:pt x="77" y="21939"/>
                  </a:lnTo>
                  <a:lnTo>
                    <a:pt x="0" y="23859"/>
                  </a:lnTo>
                  <a:lnTo>
                    <a:pt x="0" y="572617"/>
                  </a:lnTo>
                  <a:lnTo>
                    <a:pt x="77" y="570698"/>
                  </a:lnTo>
                  <a:lnTo>
                    <a:pt x="77" y="574537"/>
                  </a:lnTo>
                  <a:lnTo>
                    <a:pt x="693" y="578327"/>
                  </a:lnTo>
                  <a:lnTo>
                    <a:pt x="1909" y="581969"/>
                  </a:lnTo>
                  <a:lnTo>
                    <a:pt x="3693" y="585369"/>
                  </a:lnTo>
                  <a:lnTo>
                    <a:pt x="6000" y="588439"/>
                  </a:lnTo>
                  <a:lnTo>
                    <a:pt x="8769" y="591099"/>
                  </a:lnTo>
                  <a:lnTo>
                    <a:pt x="11929" y="593280"/>
                  </a:lnTo>
                  <a:lnTo>
                    <a:pt x="15398" y="594926"/>
                  </a:lnTo>
                  <a:lnTo>
                    <a:pt x="19086" y="595994"/>
                  </a:lnTo>
                  <a:lnTo>
                    <a:pt x="22898" y="596457"/>
                  </a:lnTo>
                  <a:close/>
                </a:path>
              </a:pathLst>
            </a:custGeom>
            <a:solidFill>
              <a:srgbClr val="F5F7FA">
                <a:alpha val="100000"/>
              </a:srgbClr>
            </a:solidFill>
            <a:ln w="5714" cap="rnd">
              <a:solidFill>
                <a:srgbClr val="E2E8F0">
                  <a:alpha val="100000"/>
                </a:srgbClr>
              </a:solidFill>
              <a:prstDash val="solid"/>
              <a:round/>
            </a:ln>
          </p:spPr>
          <p:txBody>
            <a:bodyPr/>
            <a:lstStyle/>
            <a:p/>
          </p:txBody>
        </p:sp>
        <p:sp>
          <p:nvSpPr>
            <p:cNvPr id="32" name="tx31"/>
            <p:cNvSpPr/>
            <p:nvPr/>
          </p:nvSpPr>
          <p:spPr>
            <a:xfrm>
              <a:off x="5473035" y="1433460"/>
              <a:ext cx="1129419" cy="117512"/>
            </a:xfrm>
            <a:prstGeom prst="rect">
              <a:avLst/>
            </a:prstGeom>
            <a:noFill/>
          </p:spPr>
          <p:txBody>
            <a:bodyPr lIns="0" rIns="0" tIns="0" bIns="0" anchorCtr="1" anchor="ctr" wrap="none"/>
            <a:lstStyle/>
            <a:p>
              <a:pPr algn="l" marL="0" marR="0" indent="0">
                <a:lnSpc>
                  <a:spcPts val="1000"/>
                </a:lnSpc>
                <a:spcBef>
                  <a:spcPts val="0"/>
                </a:spcBef>
                <a:spcAft>
                  <a:spcPts val="0"/>
                </a:spcAft>
              </a:pPr>
              <a:r>
                <a:rPr sz="1000" b="1">
                  <a:solidFill>
                    <a:srgbClr val="000000">
                      <a:alpha val="100000"/>
                    </a:srgbClr>
                  </a:solidFill>
                  <a:latin typeface="Arial"/>
                  <a:cs typeface="Arial"/>
                </a:rPr>
                <a:t>Visión empresarial</a:t>
              </a:r>
            </a:p>
          </p:txBody>
        </p:sp>
        <p:sp>
          <p:nvSpPr>
            <p:cNvPr id="33" name="rc32"/>
            <p:cNvSpPr/>
            <p:nvPr/>
          </p:nvSpPr>
          <p:spPr>
            <a:xfrm>
              <a:off x="4130996" y="1843059"/>
              <a:ext cx="3813496" cy="3884036"/>
            </a:xfrm>
            <a:prstGeom prst="rect">
              <a:avLst/>
            </a:prstGeom>
          </p:spPr>
          <p:txBody>
            <a:bodyPr/>
            <a:lstStyle/>
            <a:p/>
          </p:txBody>
        </p:sp>
        <p:sp>
          <p:nvSpPr>
            <p:cNvPr id="34" name="rc33"/>
            <p:cNvSpPr/>
            <p:nvPr/>
          </p:nvSpPr>
          <p:spPr>
            <a:xfrm>
              <a:off x="4232217" y="1906322"/>
              <a:ext cx="3535140" cy="3757511"/>
            </a:xfrm>
            <a:prstGeom prst="rect">
              <a:avLst/>
            </a:prstGeom>
          </p:spPr>
          <p:txBody>
            <a:bodyPr/>
            <a:lstStyle/>
            <a:p/>
          </p:txBody>
        </p:sp>
        <p:sp>
          <p:nvSpPr>
            <p:cNvPr id="35" name="rc34"/>
            <p:cNvSpPr/>
            <p:nvPr/>
          </p:nvSpPr>
          <p:spPr>
            <a:xfrm>
              <a:off x="6523512" y="2169348"/>
              <a:ext cx="916517" cy="3231459"/>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36" name="tx35"/>
            <p:cNvSpPr/>
            <p:nvPr/>
          </p:nvSpPr>
          <p:spPr>
            <a:xfrm>
              <a:off x="5141880" y="3631941"/>
              <a:ext cx="275571" cy="74006"/>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Visión</a:t>
              </a:r>
            </a:p>
          </p:txBody>
        </p:sp>
        <p:sp>
          <p:nvSpPr>
            <p:cNvPr id="37" name="tx36"/>
            <p:cNvSpPr/>
            <p:nvPr/>
          </p:nvSpPr>
          <p:spPr>
            <a:xfrm>
              <a:off x="5015383" y="3728758"/>
              <a:ext cx="528566" cy="92532"/>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empresarial</a:t>
              </a:r>
            </a:p>
          </p:txBody>
        </p:sp>
        <p:sp>
          <p:nvSpPr>
            <p:cNvPr id="38" name="tx37"/>
            <p:cNvSpPr/>
            <p:nvPr/>
          </p:nvSpPr>
          <p:spPr>
            <a:xfrm>
              <a:off x="5122168" y="3843804"/>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39" name="tx38"/>
            <p:cNvSpPr/>
            <p:nvPr/>
          </p:nvSpPr>
          <p:spPr>
            <a:xfrm>
              <a:off x="6923491" y="3745934"/>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83</a:t>
              </a:r>
            </a:p>
          </p:txBody>
        </p:sp>
        <p:sp>
          <p:nvSpPr>
            <p:cNvPr id="40" name="rc39"/>
            <p:cNvSpPr/>
            <p:nvPr/>
          </p:nvSpPr>
          <p:spPr>
            <a:xfrm>
              <a:off x="7858690" y="1380674"/>
              <a:ext cx="38134" cy="4068990"/>
            </a:xfrm>
            <a:prstGeom prst="rect">
              <a:avLst/>
            </a:prstGeom>
            <a:solidFill>
              <a:srgbClr val="E8EDF2">
                <a:alpha val="100000"/>
              </a:srgbClr>
            </a:solidFill>
          </p:spPr>
          <p:txBody>
            <a:bodyPr/>
            <a:lstStyle/>
            <a:p/>
          </p:txBody>
        </p:sp>
        <p:sp>
          <p:nvSpPr>
            <p:cNvPr id="41" name="pg40"/>
            <p:cNvSpPr/>
            <p:nvPr/>
          </p:nvSpPr>
          <p:spPr>
            <a:xfrm>
              <a:off x="8020763" y="1200343"/>
              <a:ext cx="3660957" cy="596477"/>
            </a:xfrm>
            <a:custGeom>
              <a:avLst/>
              <a:pathLst>
                <a:path w="3660957" h="596477">
                  <a:moveTo>
                    <a:pt x="23859" y="596477"/>
                  </a:moveTo>
                  <a:lnTo>
                    <a:pt x="3637098" y="596477"/>
                  </a:lnTo>
                  <a:lnTo>
                    <a:pt x="3636137" y="596457"/>
                  </a:lnTo>
                  <a:lnTo>
                    <a:pt x="3639973" y="596303"/>
                  </a:lnTo>
                  <a:lnTo>
                    <a:pt x="3643736" y="595535"/>
                  </a:lnTo>
                  <a:lnTo>
                    <a:pt x="3647326" y="594173"/>
                  </a:lnTo>
                  <a:lnTo>
                    <a:pt x="3650651" y="592253"/>
                  </a:lnTo>
                  <a:lnTo>
                    <a:pt x="3653625" y="589825"/>
                  </a:lnTo>
                  <a:lnTo>
                    <a:pt x="3656172" y="586951"/>
                  </a:lnTo>
                  <a:lnTo>
                    <a:pt x="3658224" y="583705"/>
                  </a:lnTo>
                  <a:lnTo>
                    <a:pt x="3659729" y="580173"/>
                  </a:lnTo>
                  <a:lnTo>
                    <a:pt x="3660648" y="576445"/>
                  </a:lnTo>
                  <a:lnTo>
                    <a:pt x="3660957" y="572617"/>
                  </a:lnTo>
                  <a:lnTo>
                    <a:pt x="3660957" y="23859"/>
                  </a:lnTo>
                  <a:lnTo>
                    <a:pt x="3660648" y="20031"/>
                  </a:lnTo>
                  <a:lnTo>
                    <a:pt x="3659729" y="16303"/>
                  </a:lnTo>
                  <a:lnTo>
                    <a:pt x="3658224" y="12771"/>
                  </a:lnTo>
                  <a:lnTo>
                    <a:pt x="3656172" y="9525"/>
                  </a:lnTo>
                  <a:lnTo>
                    <a:pt x="3653625" y="6651"/>
                  </a:lnTo>
                  <a:lnTo>
                    <a:pt x="3650651" y="4223"/>
                  </a:lnTo>
                  <a:lnTo>
                    <a:pt x="3647326" y="2303"/>
                  </a:lnTo>
                  <a:lnTo>
                    <a:pt x="3643736" y="942"/>
                  </a:lnTo>
                  <a:lnTo>
                    <a:pt x="3639973" y="173"/>
                  </a:lnTo>
                  <a:lnTo>
                    <a:pt x="3637098" y="0"/>
                  </a:lnTo>
                  <a:lnTo>
                    <a:pt x="23859" y="0"/>
                  </a:lnTo>
                  <a:lnTo>
                    <a:pt x="26734" y="173"/>
                  </a:lnTo>
                  <a:lnTo>
                    <a:pt x="22898" y="19"/>
                  </a:lnTo>
                  <a:lnTo>
                    <a:pt x="19086" y="482"/>
                  </a:lnTo>
                  <a:lnTo>
                    <a:pt x="15398" y="1550"/>
                  </a:lnTo>
                  <a:lnTo>
                    <a:pt x="11929" y="3196"/>
                  </a:lnTo>
                  <a:lnTo>
                    <a:pt x="8769" y="5377"/>
                  </a:lnTo>
                  <a:lnTo>
                    <a:pt x="6000" y="8037"/>
                  </a:lnTo>
                  <a:lnTo>
                    <a:pt x="3693" y="11107"/>
                  </a:lnTo>
                  <a:lnTo>
                    <a:pt x="1909" y="14507"/>
                  </a:lnTo>
                  <a:lnTo>
                    <a:pt x="693" y="18149"/>
                  </a:lnTo>
                  <a:lnTo>
                    <a:pt x="77" y="21939"/>
                  </a:lnTo>
                  <a:lnTo>
                    <a:pt x="0" y="23859"/>
                  </a:lnTo>
                  <a:lnTo>
                    <a:pt x="0" y="572617"/>
                  </a:lnTo>
                  <a:lnTo>
                    <a:pt x="77" y="570698"/>
                  </a:lnTo>
                  <a:lnTo>
                    <a:pt x="77" y="574537"/>
                  </a:lnTo>
                  <a:lnTo>
                    <a:pt x="693" y="578327"/>
                  </a:lnTo>
                  <a:lnTo>
                    <a:pt x="1909" y="581969"/>
                  </a:lnTo>
                  <a:lnTo>
                    <a:pt x="3693" y="585369"/>
                  </a:lnTo>
                  <a:lnTo>
                    <a:pt x="6000" y="588439"/>
                  </a:lnTo>
                  <a:lnTo>
                    <a:pt x="8769" y="591099"/>
                  </a:lnTo>
                  <a:lnTo>
                    <a:pt x="11929" y="593280"/>
                  </a:lnTo>
                  <a:lnTo>
                    <a:pt x="15398" y="594926"/>
                  </a:lnTo>
                  <a:lnTo>
                    <a:pt x="19086" y="595994"/>
                  </a:lnTo>
                  <a:lnTo>
                    <a:pt x="22898" y="596457"/>
                  </a:lnTo>
                  <a:close/>
                </a:path>
              </a:pathLst>
            </a:custGeom>
            <a:solidFill>
              <a:srgbClr val="F5F7FA">
                <a:alpha val="100000"/>
              </a:srgbClr>
            </a:solidFill>
            <a:ln w="5714" cap="rnd">
              <a:solidFill>
                <a:srgbClr val="E2E8F0">
                  <a:alpha val="100000"/>
                </a:srgbClr>
              </a:solidFill>
              <a:prstDash val="solid"/>
              <a:round/>
            </a:ln>
          </p:spPr>
          <p:txBody>
            <a:bodyPr/>
            <a:lstStyle/>
            <a:p/>
          </p:txBody>
        </p:sp>
        <p:sp>
          <p:nvSpPr>
            <p:cNvPr id="42" name="tx41"/>
            <p:cNvSpPr/>
            <p:nvPr/>
          </p:nvSpPr>
          <p:spPr>
            <a:xfrm>
              <a:off x="9424074" y="1458575"/>
              <a:ext cx="854335" cy="92397"/>
            </a:xfrm>
            <a:prstGeom prst="rect">
              <a:avLst/>
            </a:prstGeom>
            <a:noFill/>
          </p:spPr>
          <p:txBody>
            <a:bodyPr lIns="0" rIns="0" tIns="0" bIns="0" anchorCtr="1" anchor="ctr" wrap="none"/>
            <a:lstStyle/>
            <a:p>
              <a:pPr algn="l" marL="0" marR="0" indent="0">
                <a:lnSpc>
                  <a:spcPts val="1000"/>
                </a:lnSpc>
                <a:spcBef>
                  <a:spcPts val="0"/>
                </a:spcBef>
                <a:spcAft>
                  <a:spcPts val="0"/>
                </a:spcAft>
              </a:pPr>
              <a:r>
                <a:rPr sz="1000" b="1">
                  <a:solidFill>
                    <a:srgbClr val="000000">
                      <a:alpha val="100000"/>
                    </a:srgbClr>
                  </a:solidFill>
                  <a:latin typeface="Arial"/>
                  <a:cs typeface="Arial"/>
                </a:rPr>
                <a:t>Transversales</a:t>
              </a:r>
            </a:p>
          </p:txBody>
        </p:sp>
        <p:sp>
          <p:nvSpPr>
            <p:cNvPr id="43" name="rc42"/>
            <p:cNvSpPr/>
            <p:nvPr/>
          </p:nvSpPr>
          <p:spPr>
            <a:xfrm>
              <a:off x="7944493" y="1843059"/>
              <a:ext cx="3813496" cy="3884036"/>
            </a:xfrm>
            <a:prstGeom prst="rect">
              <a:avLst/>
            </a:prstGeom>
          </p:spPr>
          <p:txBody>
            <a:bodyPr/>
            <a:lstStyle/>
            <a:p/>
          </p:txBody>
        </p:sp>
        <p:sp>
          <p:nvSpPr>
            <p:cNvPr id="44" name="rc43"/>
            <p:cNvSpPr/>
            <p:nvPr/>
          </p:nvSpPr>
          <p:spPr>
            <a:xfrm>
              <a:off x="8045714" y="1906322"/>
              <a:ext cx="3535140" cy="3757511"/>
            </a:xfrm>
            <a:prstGeom prst="rect">
              <a:avLst/>
            </a:prstGeom>
          </p:spPr>
          <p:txBody>
            <a:bodyPr/>
            <a:lstStyle/>
            <a:p/>
          </p:txBody>
        </p:sp>
        <p:sp>
          <p:nvSpPr>
            <p:cNvPr id="45" name="rc44"/>
            <p:cNvSpPr/>
            <p:nvPr/>
          </p:nvSpPr>
          <p:spPr>
            <a:xfrm>
              <a:off x="10337009" y="1958927"/>
              <a:ext cx="916517" cy="646291"/>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46" name="rc45"/>
            <p:cNvSpPr/>
            <p:nvPr/>
          </p:nvSpPr>
          <p:spPr>
            <a:xfrm>
              <a:off x="10337009" y="2710429"/>
              <a:ext cx="916517" cy="646291"/>
            </a:xfrm>
            <a:prstGeom prst="rect">
              <a:avLst/>
            </a:prstGeom>
            <a:solidFill>
              <a:srgbClr val="E0B44C">
                <a:alpha val="100000"/>
              </a:srgbClr>
            </a:solidFill>
            <a:ln w="12195" cap="flat">
              <a:solidFill>
                <a:srgbClr val="F2F5F9">
                  <a:alpha val="100000"/>
                </a:srgbClr>
              </a:solidFill>
              <a:prstDash val="solid"/>
              <a:miter/>
            </a:ln>
          </p:spPr>
          <p:txBody>
            <a:bodyPr/>
            <a:lstStyle/>
            <a:p/>
          </p:txBody>
        </p:sp>
        <p:sp>
          <p:nvSpPr>
            <p:cNvPr id="47" name="rc46"/>
            <p:cNvSpPr/>
            <p:nvPr/>
          </p:nvSpPr>
          <p:spPr>
            <a:xfrm>
              <a:off x="10337009" y="3461931"/>
              <a:ext cx="916517" cy="646291"/>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48" name="rc47"/>
            <p:cNvSpPr/>
            <p:nvPr/>
          </p:nvSpPr>
          <p:spPr>
            <a:xfrm>
              <a:off x="10337009" y="4213434"/>
              <a:ext cx="916517" cy="646291"/>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49" name="rc48"/>
            <p:cNvSpPr/>
            <p:nvPr/>
          </p:nvSpPr>
          <p:spPr>
            <a:xfrm>
              <a:off x="10337009" y="4964936"/>
              <a:ext cx="916517" cy="646291"/>
            </a:xfrm>
            <a:prstGeom prst="rect">
              <a:avLst/>
            </a:prstGeom>
            <a:solidFill>
              <a:srgbClr val="3A9A5B">
                <a:alpha val="100000"/>
              </a:srgbClr>
            </a:solidFill>
            <a:ln w="12195" cap="flat">
              <a:solidFill>
                <a:srgbClr val="F2F5F9">
                  <a:alpha val="100000"/>
                </a:srgbClr>
              </a:solidFill>
              <a:prstDash val="solid"/>
              <a:miter/>
            </a:ln>
          </p:spPr>
          <p:txBody>
            <a:bodyPr/>
            <a:lstStyle/>
            <a:p/>
          </p:txBody>
        </p:sp>
        <p:sp>
          <p:nvSpPr>
            <p:cNvPr id="50" name="tx49"/>
            <p:cNvSpPr/>
            <p:nvPr/>
          </p:nvSpPr>
          <p:spPr>
            <a:xfrm>
              <a:off x="8825990" y="2051553"/>
              <a:ext cx="534346" cy="9371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Aprendizaje</a:t>
              </a:r>
            </a:p>
          </p:txBody>
        </p:sp>
        <p:sp>
          <p:nvSpPr>
            <p:cNvPr id="51" name="tx50"/>
            <p:cNvSpPr/>
            <p:nvPr/>
          </p:nvSpPr>
          <p:spPr>
            <a:xfrm>
              <a:off x="8825965" y="2186608"/>
              <a:ext cx="534395" cy="74006"/>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autónomo e</a:t>
              </a:r>
            </a:p>
          </p:txBody>
        </p:sp>
        <p:sp>
          <p:nvSpPr>
            <p:cNvPr id="52" name="tx51"/>
            <p:cNvSpPr/>
            <p:nvPr/>
          </p:nvSpPr>
          <p:spPr>
            <a:xfrm>
              <a:off x="8800695" y="2281844"/>
              <a:ext cx="584935" cy="94113"/>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investigación</a:t>
              </a:r>
            </a:p>
          </p:txBody>
        </p:sp>
        <p:sp>
          <p:nvSpPr>
            <p:cNvPr id="53" name="tx52"/>
            <p:cNvSpPr/>
            <p:nvPr/>
          </p:nvSpPr>
          <p:spPr>
            <a:xfrm>
              <a:off x="8935665" y="2398471"/>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54" name="tx53"/>
            <p:cNvSpPr/>
            <p:nvPr/>
          </p:nvSpPr>
          <p:spPr>
            <a:xfrm>
              <a:off x="8772610" y="2879549"/>
              <a:ext cx="641106" cy="74895"/>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Comunicación</a:t>
              </a:r>
            </a:p>
          </p:txBody>
        </p:sp>
        <p:sp>
          <p:nvSpPr>
            <p:cNvPr id="55" name="tx54"/>
            <p:cNvSpPr/>
            <p:nvPr/>
          </p:nvSpPr>
          <p:spPr>
            <a:xfrm>
              <a:off x="8961009" y="2994942"/>
              <a:ext cx="264307" cy="74846"/>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eficaz</a:t>
              </a:r>
            </a:p>
          </p:txBody>
        </p:sp>
        <p:sp>
          <p:nvSpPr>
            <p:cNvPr id="56" name="tx55"/>
            <p:cNvSpPr/>
            <p:nvPr/>
          </p:nvSpPr>
          <p:spPr>
            <a:xfrm>
              <a:off x="8935665" y="3092302"/>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57" name="tx56"/>
            <p:cNvSpPr/>
            <p:nvPr/>
          </p:nvSpPr>
          <p:spPr>
            <a:xfrm>
              <a:off x="8851309" y="3612229"/>
              <a:ext cx="483707" cy="9371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Trabajo en</a:t>
              </a:r>
            </a:p>
          </p:txBody>
        </p:sp>
        <p:sp>
          <p:nvSpPr>
            <p:cNvPr id="58" name="tx57"/>
            <p:cNvSpPr/>
            <p:nvPr/>
          </p:nvSpPr>
          <p:spPr>
            <a:xfrm>
              <a:off x="8941248" y="3728758"/>
              <a:ext cx="303830" cy="92532"/>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equipo</a:t>
              </a:r>
            </a:p>
          </p:txBody>
        </p:sp>
        <p:sp>
          <p:nvSpPr>
            <p:cNvPr id="59" name="tx58"/>
            <p:cNvSpPr/>
            <p:nvPr/>
          </p:nvSpPr>
          <p:spPr>
            <a:xfrm>
              <a:off x="8935665" y="3843804"/>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60" name="tx59"/>
            <p:cNvSpPr/>
            <p:nvPr/>
          </p:nvSpPr>
          <p:spPr>
            <a:xfrm>
              <a:off x="8766953" y="4383838"/>
              <a:ext cx="652420" cy="73610"/>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Razonamiento</a:t>
              </a:r>
            </a:p>
          </p:txBody>
        </p:sp>
        <p:sp>
          <p:nvSpPr>
            <p:cNvPr id="61" name="tx60"/>
            <p:cNvSpPr/>
            <p:nvPr/>
          </p:nvSpPr>
          <p:spPr>
            <a:xfrm>
              <a:off x="8831696" y="4498786"/>
              <a:ext cx="522934" cy="74006"/>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matemático</a:t>
              </a:r>
            </a:p>
          </p:txBody>
        </p:sp>
        <p:sp>
          <p:nvSpPr>
            <p:cNvPr id="62" name="tx61"/>
            <p:cNvSpPr/>
            <p:nvPr/>
          </p:nvSpPr>
          <p:spPr>
            <a:xfrm>
              <a:off x="8935665" y="4595306"/>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63" name="tx62"/>
            <p:cNvSpPr/>
            <p:nvPr/>
          </p:nvSpPr>
          <p:spPr>
            <a:xfrm>
              <a:off x="8941347" y="5096954"/>
              <a:ext cx="303632" cy="111997"/>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Ética y</a:t>
              </a:r>
            </a:p>
          </p:txBody>
        </p:sp>
        <p:sp>
          <p:nvSpPr>
            <p:cNvPr id="64" name="tx63"/>
            <p:cNvSpPr/>
            <p:nvPr/>
          </p:nvSpPr>
          <p:spPr>
            <a:xfrm>
              <a:off x="8845628" y="5250288"/>
              <a:ext cx="495070" cy="74006"/>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ciudadanía</a:t>
              </a:r>
            </a:p>
          </p:txBody>
        </p:sp>
        <p:sp>
          <p:nvSpPr>
            <p:cNvPr id="65" name="tx64"/>
            <p:cNvSpPr/>
            <p:nvPr/>
          </p:nvSpPr>
          <p:spPr>
            <a:xfrm>
              <a:off x="8935665" y="5346809"/>
              <a:ext cx="314995" cy="92828"/>
            </a:xfrm>
            <a:prstGeom prst="rect">
              <a:avLst/>
            </a:prstGeom>
            <a:noFill/>
          </p:spPr>
          <p:txBody>
            <a:bodyPr lIns="0" rIns="0" tIns="0" bIns="0" anchorCtr="1" anchor="ctr" wrap="none"/>
            <a:lstStyle/>
            <a:p>
              <a:pPr algn="l" marL="0" marR="0" indent="0">
                <a:lnSpc>
                  <a:spcPts val="796"/>
                </a:lnSpc>
                <a:spcBef>
                  <a:spcPts val="0"/>
                </a:spcBef>
                <a:spcAft>
                  <a:spcPts val="0"/>
                </a:spcAft>
              </a:pPr>
              <a:r>
                <a:rPr sz="796">
                  <a:solidFill>
                    <a:srgbClr val="000000">
                      <a:alpha val="100000"/>
                    </a:srgbClr>
                  </a:solidFill>
                  <a:latin typeface="Arial"/>
                  <a:cs typeface="Arial"/>
                </a:rPr>
                <a:t>[0-100]</a:t>
              </a:r>
            </a:p>
          </p:txBody>
        </p:sp>
        <p:sp>
          <p:nvSpPr>
            <p:cNvPr id="66" name="tx65"/>
            <p:cNvSpPr/>
            <p:nvPr/>
          </p:nvSpPr>
          <p:spPr>
            <a:xfrm>
              <a:off x="10736988" y="2242930"/>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84</a:t>
              </a:r>
            </a:p>
          </p:txBody>
        </p:sp>
        <p:sp>
          <p:nvSpPr>
            <p:cNvPr id="67" name="tx66"/>
            <p:cNvSpPr/>
            <p:nvPr/>
          </p:nvSpPr>
          <p:spPr>
            <a:xfrm>
              <a:off x="10736988" y="2994432"/>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80</a:t>
              </a:r>
            </a:p>
          </p:txBody>
        </p:sp>
        <p:sp>
          <p:nvSpPr>
            <p:cNvPr id="68" name="tx67"/>
            <p:cNvSpPr/>
            <p:nvPr/>
          </p:nvSpPr>
          <p:spPr>
            <a:xfrm>
              <a:off x="10736988" y="3745934"/>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85</a:t>
              </a:r>
            </a:p>
          </p:txBody>
        </p:sp>
        <p:sp>
          <p:nvSpPr>
            <p:cNvPr id="69" name="tx68"/>
            <p:cNvSpPr/>
            <p:nvPr/>
          </p:nvSpPr>
          <p:spPr>
            <a:xfrm>
              <a:off x="10736988" y="4497436"/>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83</a:t>
              </a:r>
            </a:p>
          </p:txBody>
        </p:sp>
        <p:sp>
          <p:nvSpPr>
            <p:cNvPr id="70" name="tx69"/>
            <p:cNvSpPr/>
            <p:nvPr/>
          </p:nvSpPr>
          <p:spPr>
            <a:xfrm>
              <a:off x="10736988" y="5248939"/>
              <a:ext cx="116560" cy="76649"/>
            </a:xfrm>
            <a:prstGeom prst="rect">
              <a:avLst/>
            </a:prstGeom>
            <a:noFill/>
          </p:spPr>
          <p:txBody>
            <a:bodyPr lIns="0" rIns="0" tIns="0" bIns="0" anchorCtr="1" anchor="ctr" wrap="none"/>
            <a:lstStyle/>
            <a:p>
              <a:pPr algn="l" marL="0" marR="0" indent="0">
                <a:lnSpc>
                  <a:spcPts val="825"/>
                </a:lnSpc>
                <a:spcBef>
                  <a:spcPts val="0"/>
                </a:spcBef>
                <a:spcAft>
                  <a:spcPts val="0"/>
                </a:spcAft>
              </a:pPr>
              <a:r>
                <a:rPr sz="825" b="1">
                  <a:solidFill>
                    <a:srgbClr val="000000">
                      <a:alpha val="100000"/>
                    </a:srgbClr>
                  </a:solidFill>
                  <a:latin typeface="Arial"/>
                  <a:cs typeface="Arial"/>
                </a:rPr>
                <a:t>85</a:t>
              </a:r>
            </a:p>
          </p:txBody>
        </p:sp>
        <p:sp>
          <p:nvSpPr>
            <p:cNvPr id="71" name="rc70"/>
            <p:cNvSpPr/>
            <p:nvPr/>
          </p:nvSpPr>
          <p:spPr>
            <a:xfrm>
              <a:off x="2657080" y="5889393"/>
              <a:ext cx="320333" cy="91552"/>
            </a:xfrm>
            <a:prstGeom prst="rect">
              <a:avLst/>
            </a:prstGeom>
            <a:solidFill>
              <a:srgbClr val="D84B55">
                <a:alpha val="100000"/>
              </a:srgbClr>
            </a:solidFill>
          </p:spPr>
          <p:txBody>
            <a:bodyPr/>
            <a:lstStyle/>
            <a:p/>
          </p:txBody>
        </p:sp>
        <p:sp>
          <p:nvSpPr>
            <p:cNvPr id="72" name="tx71"/>
            <p:cNvSpPr/>
            <p:nvPr/>
          </p:nvSpPr>
          <p:spPr>
            <a:xfrm>
              <a:off x="3114700" y="5892000"/>
              <a:ext cx="578197" cy="84162"/>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00000">
                      <a:alpha val="100000"/>
                    </a:srgbClr>
                  </a:solidFill>
                  <a:latin typeface="Helvetica"/>
                  <a:cs typeface="Helvetica"/>
                </a:rPr>
                <a:t>Menor a 70</a:t>
              </a:r>
            </a:p>
          </p:txBody>
        </p:sp>
        <p:sp>
          <p:nvSpPr>
            <p:cNvPr id="73" name="rc72"/>
            <p:cNvSpPr/>
            <p:nvPr/>
          </p:nvSpPr>
          <p:spPr>
            <a:xfrm>
              <a:off x="5002381" y="5889393"/>
              <a:ext cx="320333" cy="91552"/>
            </a:xfrm>
            <a:prstGeom prst="rect">
              <a:avLst/>
            </a:prstGeom>
            <a:solidFill>
              <a:srgbClr val="E0B44C">
                <a:alpha val="100000"/>
              </a:srgbClr>
            </a:solidFill>
          </p:spPr>
          <p:txBody>
            <a:bodyPr/>
            <a:lstStyle/>
            <a:p/>
          </p:txBody>
        </p:sp>
        <p:sp>
          <p:nvSpPr>
            <p:cNvPr id="74" name="tx73"/>
            <p:cNvSpPr/>
            <p:nvPr/>
          </p:nvSpPr>
          <p:spPr>
            <a:xfrm>
              <a:off x="5460000" y="5893730"/>
              <a:ext cx="355848" cy="82432"/>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00000">
                      <a:alpha val="100000"/>
                    </a:srgbClr>
                  </a:solidFill>
                  <a:latin typeface="Helvetica"/>
                  <a:cs typeface="Helvetica"/>
                </a:rPr>
                <a:t>70 - 80</a:t>
              </a:r>
            </a:p>
          </p:txBody>
        </p:sp>
        <p:sp>
          <p:nvSpPr>
            <p:cNvPr id="75" name="rc74"/>
            <p:cNvSpPr/>
            <p:nvPr/>
          </p:nvSpPr>
          <p:spPr>
            <a:xfrm>
              <a:off x="7073109" y="5889393"/>
              <a:ext cx="320333" cy="91552"/>
            </a:xfrm>
            <a:prstGeom prst="rect">
              <a:avLst/>
            </a:prstGeom>
            <a:solidFill>
              <a:srgbClr val="3A9A5B">
                <a:alpha val="100000"/>
              </a:srgbClr>
            </a:solidFill>
          </p:spPr>
          <p:txBody>
            <a:bodyPr/>
            <a:lstStyle/>
            <a:p/>
          </p:txBody>
        </p:sp>
        <p:sp>
          <p:nvSpPr>
            <p:cNvPr id="76" name="tx75"/>
            <p:cNvSpPr/>
            <p:nvPr/>
          </p:nvSpPr>
          <p:spPr>
            <a:xfrm>
              <a:off x="7530729" y="5869675"/>
              <a:ext cx="571779" cy="106486"/>
            </a:xfrm>
            <a:prstGeom prst="rect">
              <a:avLst/>
            </a:prstGeom>
            <a:noFill/>
          </p:spPr>
          <p:txBody>
            <a:bodyPr lIns="0" rIns="0" tIns="0" bIns="0" anchorCtr="1" anchor="ctr" wrap="none"/>
            <a:lstStyle/>
            <a:p>
              <a:pPr algn="l" marL="0" marR="0" indent="0">
                <a:lnSpc>
                  <a:spcPts val="900"/>
                </a:lnSpc>
                <a:spcBef>
                  <a:spcPts val="0"/>
                </a:spcBef>
                <a:spcAft>
                  <a:spcPts val="0"/>
                </a:spcAft>
              </a:pPr>
              <a:r>
                <a:rPr sz="900">
                  <a:solidFill>
                    <a:srgbClr val="000000">
                      <a:alpha val="100000"/>
                    </a:srgbClr>
                  </a:solidFill>
                  <a:latin typeface="Helvetica"/>
                  <a:cs typeface="Helvetica"/>
                </a:rPr>
                <a:t>Mayor a 80</a:t>
              </a:r>
            </a:p>
          </p:txBody>
        </p:sp>
      </p:grpSp>
      <p:sp>
        <p:nvSpPr>
          <p:cNvPr id="77" name="prosecnur:slide_1:base"/>
          <p:cNvSpPr>
            <a:spLocks noGrp="1"/>
          </p:cNvSpPr>
          <p:nvPr>            </p:nvPr>
        </p:nvSpPr>
        <p:spPr>
          <a:xfrm>
            <a:off x="317500" y="6340475"/>
            <a:ext cx="4503738" cy="398463"/>
          </a:xfrm>
          <a:prstGeom prst="rect">
            <a:avLst/>
          </a:prstGeom>
        </p:spPr>
        <p:txBody>
          <a:bodyPr/>
          <a:lstStyle/>
          <a:p>
            <a:pPr algn="l" marL="0" marR="0">
              <a:lnSpc>
                <a:spcPct val="100000"/>
              </a:lnSpc>
              <a:spcBef>
                <a:spcPts val="0"/>
              </a:spcBef>
              <a:spcAft>
                <a:spcPts val="0"/>
              </a:spcAft>
              <a:buNone/>
            </a:pPr>
            <a:r>
              <a:rPr cap="none" sz="1400" i="0" b="0" u="none" strike="noStrike">
                <a:solidFill>
                  <a:srgbClr val="081F5C">
                    <a:alpha val="100000"/>
                  </a:srgbClr>
                </a:solidFill>
                <a:latin typeface="Arial"/>
                <a:ea typeface="Arial"/>
                <a:cs typeface="Arial"/>
                <a:sym typeface="Arial"/>
              </a:rPr>
              <a:t>Base: 172 respuestas</a:t>
            </a:r>
          </a:p>
        </p:txBody>
      </p:sp>
      <p:sp>
        <p:nvSpPr>
          <p:cNvPr id="78" name="prosecnur:slide_1:right"/>
          <p:cNvSpPr>
            <a:spLocks noGrp="1"/>
          </p:cNvSpPr>
          <p:nvPr>            </p:nvPr>
        </p:nvSpPr>
        <p:spPr>
          <a:xfrm>
            <a:off x="7472362" y="6340475"/>
            <a:ext cx="4285629" cy="398463"/>
          </a:xfrm>
          <a:prstGeom prst="rect">
            <a:avLst/>
          </a:prstGeom>
        </p:spPr>
        <p:txBody>
          <a:bodyPr/>
          <a:lstStyle/>
          <a:p>
            <a:r>
              <a:rPr/>
              <a:t> </a:t>
            </a:r>
          </a:p>
        </p:txBody>
      </p:sp>
    </p:spTree>
  </p:cSld>
  <p:clrMapOvr>
    <a:masterClrMapping/>
  </p:clrMapOvr>
</p:sld>
</file>

<file path=ppt/theme/theme1.xml><?xml version="1.0" encoding="utf-8"?>
<a:theme xmlns:a="http://schemas.openxmlformats.org/drawingml/2006/main" xmlns:ns1="http://schemas.microsoft.com/office/thememl/2012/main" name="Office Theme">
  <a:themeElements>
    <a:clrScheme name="Office">
      <a:dk1>
        <a:srgbClr val="081F5C"/>
      </a:dk1>
      <a:lt1>
        <a:srgbClr val="FFFFFF"/>
      </a:lt1>
      <a:dk2>
        <a:srgbClr val="081F5C"/>
      </a:dk2>
      <a:lt2>
        <a:srgbClr val="F2F2F2"/>
      </a:lt2>
      <a:accent1>
        <a:srgbClr val="081F5C"/>
      </a:accent1>
      <a:accent2>
        <a:srgbClr val="CA5651"/>
      </a:accent2>
      <a:accent3>
        <a:srgbClr val="85BB85"/>
      </a:accent3>
      <a:accent4>
        <a:srgbClr val="EFD25E"/>
      </a:accent4>
      <a:accent5>
        <a:srgbClr val="BFBFBF"/>
      </a:accent5>
      <a:accent6>
        <a:srgbClr val="E4A34C"/>
      </a:accent6>
      <a:hlink>
        <a:srgbClr val="7594CC"/>
      </a:hlink>
      <a:folHlink>
        <a:srgbClr val="9688D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a:spAutoFit/>
      </a:bodyPr>
      <a:lstStyle>
        <a:defPPr algn="l">
          <a:defRPr sz="1800" b="1" i="0" u="none" strike="noStrike" dirty="0" smtClean="0">
            <a:solidFill>
              <a:srgbClr val="081F5C"/>
            </a:solidFill>
            <a:effectLst/>
            <a:latin typeface="Arial" panose="020B0604020202020204" pitchFamily="34" charset="0"/>
            <a:cs typeface="Arial" panose="020B0604020202020204" pitchFamily="34" charset="0"/>
          </a:defRPr>
        </a:defPPr>
      </a:lstStyle>
    </a:txDef>
  </a:objectDefaults>
  <a:extraClrSchemeLst/>
  <a:extLst>
    <a:ext uri="{05A4C25C-085E-4340-85A3-A5531E510DB2}">
      <ns1:themeFamily name="Presentación1" id="{B1CB6F6B-24A1-6F49-B872-82DD1AF8E1E6}" vid="{DD329C6C-F619-234E-8D9B-2B4F242E03A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327</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Aptos</vt:lpstr>
      <vt:lpstr>Arial</vt:lpstr>
      <vt:lpstr>Calibri</vt:lpstr>
      <vt:lpstr>Office Theme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205</TotalTime>
  <Words>1</Words>
  <Application>Microsoft Macintosh PowerPoint</Application>
  <PresentationFormat>Panorámica</PresentationFormat>
  <Paragraphs>1</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Aptos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ESTUDIO DE OPINIÓN EN EL MARCO DE LA ACREDITACIÓN DE LA CARRERA DE COMUNICACIÓN PARA EL DESARROLLO DE LA PUCP</dc:title>
  <dc:creator>Por encargo de PULSO PUCP</dc:creator>
  <cp:keywords/>
  <cp:lastModifiedBy>gonzaloalmendariz</cp:lastModifiedBy>
  <cp:revision>73</cp:revision>
  <dcterms:created xsi:type="dcterms:W3CDTF">2025-07-16T05:29:30Z</dcterms:created>
  <dcterms:modified xsi:type="dcterms:W3CDTF">2026-10-06T21:10:26Z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16 de julio de 2025</vt:lpwstr>
  </property>
  <property fmtid="{D5CDD505-2E9C-101B-9397-08002B2CF9AE}" pid="3" name="output">
    <vt:lpwstr>pulsoreport::pptx_slides</vt:lpwstr>
  </property>
  <property fmtid="{D5CDD505-2E9C-101B-9397-08002B2CF9AE}" pid="4" name="params">
    <vt:lpwstr/>
  </property>
  <property fmtid="{D5CDD505-2E9C-101B-9397-08002B2CF9AE}" pid="5" name="subtitle">
    <vt:lpwstr>Informe Consolidado</vt:lpwstr>
  </property>
</Properties>
</file>